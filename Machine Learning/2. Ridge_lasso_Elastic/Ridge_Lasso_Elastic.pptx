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ppt/ink/ink1942.xml" ContentType="application/inkml+xml"/>
  <Override PartName="/ppt/ink/ink1943.xml" ContentType="application/inkml+xml"/>
  <Override PartName="/ppt/ink/ink1944.xml" ContentType="application/inkml+xml"/>
  <Override PartName="/ppt/ink/ink1945.xml" ContentType="application/inkml+xml"/>
  <Override PartName="/ppt/ink/ink1946.xml" ContentType="application/inkml+xml"/>
  <Override PartName="/ppt/ink/ink1947.xml" ContentType="application/inkml+xml"/>
  <Override PartName="/ppt/ink/ink1948.xml" ContentType="application/inkml+xml"/>
  <Override PartName="/ppt/ink/ink1949.xml" ContentType="application/inkml+xml"/>
  <Override PartName="/ppt/ink/ink1950.xml" ContentType="application/inkml+xml"/>
  <Override PartName="/ppt/ink/ink1951.xml" ContentType="application/inkml+xml"/>
  <Override PartName="/ppt/ink/ink1952.xml" ContentType="application/inkml+xml"/>
  <Override PartName="/ppt/ink/ink1953.xml" ContentType="application/inkml+xml"/>
  <Override PartName="/ppt/ink/ink1954.xml" ContentType="application/inkml+xml"/>
  <Override PartName="/ppt/ink/ink1955.xml" ContentType="application/inkml+xml"/>
  <Override PartName="/ppt/ink/ink1956.xml" ContentType="application/inkml+xml"/>
  <Override PartName="/ppt/ink/ink1957.xml" ContentType="application/inkml+xml"/>
  <Override PartName="/ppt/ink/ink1958.xml" ContentType="application/inkml+xml"/>
  <Override PartName="/ppt/ink/ink1959.xml" ContentType="application/inkml+xml"/>
  <Override PartName="/ppt/ink/ink1960.xml" ContentType="application/inkml+xml"/>
  <Override PartName="/ppt/ink/ink1961.xml" ContentType="application/inkml+xml"/>
  <Override PartName="/ppt/ink/ink1962.xml" ContentType="application/inkml+xml"/>
  <Override PartName="/ppt/ink/ink1963.xml" ContentType="application/inkml+xml"/>
  <Override PartName="/ppt/ink/ink1964.xml" ContentType="application/inkml+xml"/>
  <Override PartName="/ppt/ink/ink1965.xml" ContentType="application/inkml+xml"/>
  <Override PartName="/ppt/ink/ink1966.xml" ContentType="application/inkml+xml"/>
  <Override PartName="/ppt/ink/ink1967.xml" ContentType="application/inkml+xml"/>
  <Override PartName="/ppt/ink/ink1968.xml" ContentType="application/inkml+xml"/>
  <Override PartName="/ppt/ink/ink1969.xml" ContentType="application/inkml+xml"/>
  <Override PartName="/ppt/ink/ink1970.xml" ContentType="application/inkml+xml"/>
  <Override PartName="/ppt/ink/ink1971.xml" ContentType="application/inkml+xml"/>
  <Override PartName="/ppt/ink/ink1972.xml" ContentType="application/inkml+xml"/>
  <Override PartName="/ppt/ink/ink1973.xml" ContentType="application/inkml+xml"/>
  <Override PartName="/ppt/ink/ink1974.xml" ContentType="application/inkml+xml"/>
  <Override PartName="/ppt/ink/ink1975.xml" ContentType="application/inkml+xml"/>
  <Override PartName="/ppt/ink/ink1976.xml" ContentType="application/inkml+xml"/>
  <Override PartName="/ppt/ink/ink1977.xml" ContentType="application/inkml+xml"/>
  <Override PartName="/ppt/ink/ink1978.xml" ContentType="application/inkml+xml"/>
  <Override PartName="/ppt/ink/ink1979.xml" ContentType="application/inkml+xml"/>
  <Override PartName="/ppt/ink/ink1980.xml" ContentType="application/inkml+xml"/>
  <Override PartName="/ppt/ink/ink1981.xml" ContentType="application/inkml+xml"/>
  <Override PartName="/ppt/ink/ink1982.xml" ContentType="application/inkml+xml"/>
  <Override PartName="/ppt/ink/ink1983.xml" ContentType="application/inkml+xml"/>
  <Override PartName="/ppt/ink/ink1984.xml" ContentType="application/inkml+xml"/>
  <Override PartName="/ppt/ink/ink1985.xml" ContentType="application/inkml+xml"/>
  <Override PartName="/ppt/ink/ink1986.xml" ContentType="application/inkml+xml"/>
  <Override PartName="/ppt/ink/ink1987.xml" ContentType="application/inkml+xml"/>
  <Override PartName="/ppt/ink/ink1988.xml" ContentType="application/inkml+xml"/>
  <Override PartName="/ppt/ink/ink1989.xml" ContentType="application/inkml+xml"/>
  <Override PartName="/ppt/ink/ink1990.xml" ContentType="application/inkml+xml"/>
  <Override PartName="/ppt/ink/ink1991.xml" ContentType="application/inkml+xml"/>
  <Override PartName="/ppt/ink/ink1992.xml" ContentType="application/inkml+xml"/>
  <Override PartName="/ppt/ink/ink1993.xml" ContentType="application/inkml+xml"/>
  <Override PartName="/ppt/ink/ink1994.xml" ContentType="application/inkml+xml"/>
  <Override PartName="/ppt/ink/ink1995.xml" ContentType="application/inkml+xml"/>
  <Override PartName="/ppt/ink/ink1996.xml" ContentType="application/inkml+xml"/>
  <Override PartName="/ppt/ink/ink1997.xml" ContentType="application/inkml+xml"/>
  <Override PartName="/ppt/ink/ink1998.xml" ContentType="application/inkml+xml"/>
  <Override PartName="/ppt/ink/ink1999.xml" ContentType="application/inkml+xml"/>
  <Override PartName="/ppt/ink/ink2000.xml" ContentType="application/inkml+xml"/>
  <Override PartName="/ppt/ink/ink2001.xml" ContentType="application/inkml+xml"/>
  <Override PartName="/ppt/ink/ink2002.xml" ContentType="application/inkml+xml"/>
  <Override PartName="/ppt/ink/ink2003.xml" ContentType="application/inkml+xml"/>
  <Override PartName="/ppt/ink/ink2004.xml" ContentType="application/inkml+xml"/>
  <Override PartName="/ppt/ink/ink2005.xml" ContentType="application/inkml+xml"/>
  <Override PartName="/ppt/ink/ink2006.xml" ContentType="application/inkml+xml"/>
  <Override PartName="/ppt/ink/ink2007.xml" ContentType="application/inkml+xml"/>
  <Override PartName="/ppt/ink/ink2008.xml" ContentType="application/inkml+xml"/>
  <Override PartName="/ppt/ink/ink2009.xml" ContentType="application/inkml+xml"/>
  <Override PartName="/ppt/ink/ink2010.xml" ContentType="application/inkml+xml"/>
  <Override PartName="/ppt/ink/ink2011.xml" ContentType="application/inkml+xml"/>
  <Override PartName="/ppt/ink/ink2012.xml" ContentType="application/inkml+xml"/>
  <Override PartName="/ppt/ink/ink2013.xml" ContentType="application/inkml+xml"/>
  <Override PartName="/ppt/ink/ink2014.xml" ContentType="application/inkml+xml"/>
  <Override PartName="/ppt/ink/ink2015.xml" ContentType="application/inkml+xml"/>
  <Override PartName="/ppt/ink/ink2016.xml" ContentType="application/inkml+xml"/>
  <Override PartName="/ppt/ink/ink2017.xml" ContentType="application/inkml+xml"/>
  <Override PartName="/ppt/ink/ink2018.xml" ContentType="application/inkml+xml"/>
  <Override PartName="/ppt/ink/ink2019.xml" ContentType="application/inkml+xml"/>
  <Override PartName="/ppt/ink/ink2020.xml" ContentType="application/inkml+xml"/>
  <Override PartName="/ppt/ink/ink2021.xml" ContentType="application/inkml+xml"/>
  <Override PartName="/ppt/ink/ink2022.xml" ContentType="application/inkml+xml"/>
  <Override PartName="/ppt/ink/ink2023.xml" ContentType="application/inkml+xml"/>
  <Override PartName="/ppt/ink/ink2024.xml" ContentType="application/inkml+xml"/>
  <Override PartName="/ppt/ink/ink2025.xml" ContentType="application/inkml+xml"/>
  <Override PartName="/ppt/ink/ink2026.xml" ContentType="application/inkml+xml"/>
  <Override PartName="/ppt/ink/ink2027.xml" ContentType="application/inkml+xml"/>
  <Override PartName="/ppt/ink/ink2028.xml" ContentType="application/inkml+xml"/>
  <Override PartName="/ppt/ink/ink2029.xml" ContentType="application/inkml+xml"/>
  <Override PartName="/ppt/ink/ink2030.xml" ContentType="application/inkml+xml"/>
  <Override PartName="/ppt/ink/ink2031.xml" ContentType="application/inkml+xml"/>
  <Override PartName="/ppt/ink/ink2032.xml" ContentType="application/inkml+xml"/>
  <Override PartName="/ppt/ink/ink2033.xml" ContentType="application/inkml+xml"/>
  <Override PartName="/ppt/ink/ink2034.xml" ContentType="application/inkml+xml"/>
  <Override PartName="/ppt/ink/ink2035.xml" ContentType="application/inkml+xml"/>
  <Override PartName="/ppt/ink/ink2036.xml" ContentType="application/inkml+xml"/>
  <Override PartName="/ppt/ink/ink2037.xml" ContentType="application/inkml+xml"/>
  <Override PartName="/ppt/ink/ink2038.xml" ContentType="application/inkml+xml"/>
  <Override PartName="/ppt/ink/ink2039.xml" ContentType="application/inkml+xml"/>
  <Override PartName="/ppt/ink/ink2040.xml" ContentType="application/inkml+xml"/>
  <Override PartName="/ppt/ink/ink2041.xml" ContentType="application/inkml+xml"/>
  <Override PartName="/ppt/ink/ink2042.xml" ContentType="application/inkml+xml"/>
  <Override PartName="/ppt/ink/ink2043.xml" ContentType="application/inkml+xml"/>
  <Override PartName="/ppt/ink/ink2044.xml" ContentType="application/inkml+xml"/>
  <Override PartName="/ppt/ink/ink2045.xml" ContentType="application/inkml+xml"/>
  <Override PartName="/ppt/ink/ink2046.xml" ContentType="application/inkml+xml"/>
  <Override PartName="/ppt/ink/ink2047.xml" ContentType="application/inkml+xml"/>
  <Override PartName="/ppt/ink/ink2048.xml" ContentType="application/inkml+xml"/>
  <Override PartName="/ppt/ink/ink2049.xml" ContentType="application/inkml+xml"/>
  <Override PartName="/ppt/ink/ink2050.xml" ContentType="application/inkml+xml"/>
  <Override PartName="/ppt/ink/ink2051.xml" ContentType="application/inkml+xml"/>
  <Override PartName="/ppt/ink/ink2052.xml" ContentType="application/inkml+xml"/>
  <Override PartName="/ppt/ink/ink2053.xml" ContentType="application/inkml+xml"/>
  <Override PartName="/ppt/ink/ink2054.xml" ContentType="application/inkml+xml"/>
  <Override PartName="/ppt/ink/ink2055.xml" ContentType="application/inkml+xml"/>
  <Override PartName="/ppt/ink/ink2056.xml" ContentType="application/inkml+xml"/>
  <Override PartName="/ppt/ink/ink2057.xml" ContentType="application/inkml+xml"/>
  <Override PartName="/ppt/ink/ink2058.xml" ContentType="application/inkml+xml"/>
  <Override PartName="/ppt/ink/ink2059.xml" ContentType="application/inkml+xml"/>
  <Override PartName="/ppt/ink/ink2060.xml" ContentType="application/inkml+xml"/>
  <Override PartName="/ppt/ink/ink2061.xml" ContentType="application/inkml+xml"/>
  <Override PartName="/ppt/ink/ink2062.xml" ContentType="application/inkml+xml"/>
  <Override PartName="/ppt/ink/ink2063.xml" ContentType="application/inkml+xml"/>
  <Override PartName="/ppt/ink/ink2064.xml" ContentType="application/inkml+xml"/>
  <Override PartName="/ppt/ink/ink2065.xml" ContentType="application/inkml+xml"/>
  <Override PartName="/ppt/ink/ink2066.xml" ContentType="application/inkml+xml"/>
  <Override PartName="/ppt/ink/ink2067.xml" ContentType="application/inkml+xml"/>
  <Override PartName="/ppt/ink/ink2068.xml" ContentType="application/inkml+xml"/>
  <Override PartName="/ppt/ink/ink2069.xml" ContentType="application/inkml+xml"/>
  <Override PartName="/ppt/ink/ink2070.xml" ContentType="application/inkml+xml"/>
  <Override PartName="/ppt/ink/ink2071.xml" ContentType="application/inkml+xml"/>
  <Override PartName="/ppt/ink/ink2072.xml" ContentType="application/inkml+xml"/>
  <Override PartName="/ppt/ink/ink2073.xml" ContentType="application/inkml+xml"/>
  <Override PartName="/ppt/ink/ink2074.xml" ContentType="application/inkml+xml"/>
  <Override PartName="/ppt/ink/ink2075.xml" ContentType="application/inkml+xml"/>
  <Override PartName="/ppt/ink/ink2076.xml" ContentType="application/inkml+xml"/>
  <Override PartName="/ppt/ink/ink2077.xml" ContentType="application/inkml+xml"/>
  <Override PartName="/ppt/ink/ink2078.xml" ContentType="application/inkml+xml"/>
  <Override PartName="/ppt/ink/ink2079.xml" ContentType="application/inkml+xml"/>
  <Override PartName="/ppt/ink/ink2080.xml" ContentType="application/inkml+xml"/>
  <Override PartName="/ppt/ink/ink2081.xml" ContentType="application/inkml+xml"/>
  <Override PartName="/ppt/ink/ink2082.xml" ContentType="application/inkml+xml"/>
  <Override PartName="/ppt/ink/ink2083.xml" ContentType="application/inkml+xml"/>
  <Override PartName="/ppt/ink/ink2084.xml" ContentType="application/inkml+xml"/>
  <Override PartName="/ppt/ink/ink2085.xml" ContentType="application/inkml+xml"/>
  <Override PartName="/ppt/ink/ink2086.xml" ContentType="application/inkml+xml"/>
  <Override PartName="/ppt/ink/ink2087.xml" ContentType="application/inkml+xml"/>
  <Override PartName="/ppt/ink/ink2088.xml" ContentType="application/inkml+xml"/>
  <Override PartName="/ppt/ink/ink2089.xml" ContentType="application/inkml+xml"/>
  <Override PartName="/ppt/ink/ink2090.xml" ContentType="application/inkml+xml"/>
  <Override PartName="/ppt/ink/ink2091.xml" ContentType="application/inkml+xml"/>
  <Override PartName="/ppt/ink/ink2092.xml" ContentType="application/inkml+xml"/>
  <Override PartName="/ppt/ink/ink2093.xml" ContentType="application/inkml+xml"/>
  <Override PartName="/ppt/ink/ink2094.xml" ContentType="application/inkml+xml"/>
  <Override PartName="/ppt/ink/ink2095.xml" ContentType="application/inkml+xml"/>
  <Override PartName="/ppt/ink/ink2096.xml" ContentType="application/inkml+xml"/>
  <Override PartName="/ppt/ink/ink2097.xml" ContentType="application/inkml+xml"/>
  <Override PartName="/ppt/ink/ink2098.xml" ContentType="application/inkml+xml"/>
  <Override PartName="/ppt/ink/ink2099.xml" ContentType="application/inkml+xml"/>
  <Override PartName="/ppt/ink/ink2100.xml" ContentType="application/inkml+xml"/>
  <Override PartName="/ppt/ink/ink2101.xml" ContentType="application/inkml+xml"/>
  <Override PartName="/ppt/ink/ink2102.xml" ContentType="application/inkml+xml"/>
  <Override PartName="/ppt/ink/ink2103.xml" ContentType="application/inkml+xml"/>
  <Override PartName="/ppt/ink/ink2104.xml" ContentType="application/inkml+xml"/>
  <Override PartName="/ppt/ink/ink2105.xml" ContentType="application/inkml+xml"/>
  <Override PartName="/ppt/ink/ink2106.xml" ContentType="application/inkml+xml"/>
  <Override PartName="/ppt/ink/ink2107.xml" ContentType="application/inkml+xml"/>
  <Override PartName="/ppt/ink/ink2108.xml" ContentType="application/inkml+xml"/>
  <Override PartName="/ppt/ink/ink2109.xml" ContentType="application/inkml+xml"/>
  <Override PartName="/ppt/ink/ink2110.xml" ContentType="application/inkml+xml"/>
  <Override PartName="/ppt/ink/ink2111.xml" ContentType="application/inkml+xml"/>
  <Override PartName="/ppt/ink/ink2112.xml" ContentType="application/inkml+xml"/>
  <Override PartName="/ppt/ink/ink2113.xml" ContentType="application/inkml+xml"/>
  <Override PartName="/ppt/ink/ink2114.xml" ContentType="application/inkml+xml"/>
  <Override PartName="/ppt/ink/ink2115.xml" ContentType="application/inkml+xml"/>
  <Override PartName="/ppt/ink/ink2116.xml" ContentType="application/inkml+xml"/>
  <Override PartName="/ppt/ink/ink2117.xml" ContentType="application/inkml+xml"/>
  <Override PartName="/ppt/ink/ink2118.xml" ContentType="application/inkml+xml"/>
  <Override PartName="/ppt/ink/ink2119.xml" ContentType="application/inkml+xml"/>
  <Override PartName="/ppt/ink/ink2120.xml" ContentType="application/inkml+xml"/>
  <Override PartName="/ppt/ink/ink2121.xml" ContentType="application/inkml+xml"/>
  <Override PartName="/ppt/ink/ink2122.xml" ContentType="application/inkml+xml"/>
  <Override PartName="/ppt/ink/ink2123.xml" ContentType="application/inkml+xml"/>
  <Override PartName="/ppt/ink/ink2124.xml" ContentType="application/inkml+xml"/>
  <Override PartName="/ppt/ink/ink2125.xml" ContentType="application/inkml+xml"/>
  <Override PartName="/ppt/ink/ink2126.xml" ContentType="application/inkml+xml"/>
  <Override PartName="/ppt/ink/ink2127.xml" ContentType="application/inkml+xml"/>
  <Override PartName="/ppt/ink/ink2128.xml" ContentType="application/inkml+xml"/>
  <Override PartName="/ppt/ink/ink2129.xml" ContentType="application/inkml+xml"/>
  <Override PartName="/ppt/ink/ink2130.xml" ContentType="application/inkml+xml"/>
  <Override PartName="/ppt/ink/ink2131.xml" ContentType="application/inkml+xml"/>
  <Override PartName="/ppt/ink/ink2132.xml" ContentType="application/inkml+xml"/>
  <Override PartName="/ppt/ink/ink2133.xml" ContentType="application/inkml+xml"/>
  <Override PartName="/ppt/ink/ink2134.xml" ContentType="application/inkml+xml"/>
  <Override PartName="/ppt/ink/ink2135.xml" ContentType="application/inkml+xml"/>
  <Override PartName="/ppt/ink/ink2136.xml" ContentType="application/inkml+xml"/>
  <Override PartName="/ppt/ink/ink2137.xml" ContentType="application/inkml+xml"/>
  <Override PartName="/ppt/ink/ink2138.xml" ContentType="application/inkml+xml"/>
  <Override PartName="/ppt/ink/ink2139.xml" ContentType="application/inkml+xml"/>
  <Override PartName="/ppt/ink/ink2140.xml" ContentType="application/inkml+xml"/>
  <Override PartName="/ppt/ink/ink2141.xml" ContentType="application/inkml+xml"/>
  <Override PartName="/ppt/ink/ink2142.xml" ContentType="application/inkml+xml"/>
  <Override PartName="/ppt/ink/ink2143.xml" ContentType="application/inkml+xml"/>
  <Override PartName="/ppt/ink/ink2144.xml" ContentType="application/inkml+xml"/>
  <Override PartName="/ppt/ink/ink2145.xml" ContentType="application/inkml+xml"/>
  <Override PartName="/ppt/ink/ink2146.xml" ContentType="application/inkml+xml"/>
  <Override PartName="/ppt/ink/ink2147.xml" ContentType="application/inkml+xml"/>
  <Override PartName="/ppt/ink/ink2148.xml" ContentType="application/inkml+xml"/>
  <Override PartName="/ppt/ink/ink2149.xml" ContentType="application/inkml+xml"/>
  <Override PartName="/ppt/ink/ink2150.xml" ContentType="application/inkml+xml"/>
  <Override PartName="/ppt/ink/ink2151.xml" ContentType="application/inkml+xml"/>
  <Override PartName="/ppt/ink/ink2152.xml" ContentType="application/inkml+xml"/>
  <Override PartName="/ppt/ink/ink2153.xml" ContentType="application/inkml+xml"/>
  <Override PartName="/ppt/ink/ink2154.xml" ContentType="application/inkml+xml"/>
  <Override PartName="/ppt/ink/ink2155.xml" ContentType="application/inkml+xml"/>
  <Override PartName="/ppt/ink/ink2156.xml" ContentType="application/inkml+xml"/>
  <Override PartName="/ppt/ink/ink2157.xml" ContentType="application/inkml+xml"/>
  <Override PartName="/ppt/ink/ink2158.xml" ContentType="application/inkml+xml"/>
  <Override PartName="/ppt/ink/ink2159.xml" ContentType="application/inkml+xml"/>
  <Override PartName="/ppt/ink/ink2160.xml" ContentType="application/inkml+xml"/>
  <Override PartName="/ppt/ink/ink2161.xml" ContentType="application/inkml+xml"/>
  <Override PartName="/ppt/ink/ink2162.xml" ContentType="application/inkml+xml"/>
  <Override PartName="/ppt/ink/ink2163.xml" ContentType="application/inkml+xml"/>
  <Override PartName="/ppt/ink/ink2164.xml" ContentType="application/inkml+xml"/>
  <Override PartName="/ppt/ink/ink2165.xml" ContentType="application/inkml+xml"/>
  <Override PartName="/ppt/ink/ink2166.xml" ContentType="application/inkml+xml"/>
  <Override PartName="/ppt/ink/ink2167.xml" ContentType="application/inkml+xml"/>
  <Override PartName="/ppt/ink/ink2168.xml" ContentType="application/inkml+xml"/>
  <Override PartName="/ppt/ink/ink2169.xml" ContentType="application/inkml+xml"/>
  <Override PartName="/ppt/ink/ink2170.xml" ContentType="application/inkml+xml"/>
  <Override PartName="/ppt/ink/ink2171.xml" ContentType="application/inkml+xml"/>
  <Override PartName="/ppt/ink/ink2172.xml" ContentType="application/inkml+xml"/>
  <Override PartName="/ppt/ink/ink2173.xml" ContentType="application/inkml+xml"/>
  <Override PartName="/ppt/ink/ink2174.xml" ContentType="application/inkml+xml"/>
  <Override PartName="/ppt/ink/ink2175.xml" ContentType="application/inkml+xml"/>
  <Override PartName="/ppt/ink/ink2176.xml" ContentType="application/inkml+xml"/>
  <Override PartName="/ppt/ink/ink2177.xml" ContentType="application/inkml+xml"/>
  <Override PartName="/ppt/ink/ink2178.xml" ContentType="application/inkml+xml"/>
  <Override PartName="/ppt/ink/ink2179.xml" ContentType="application/inkml+xml"/>
  <Override PartName="/ppt/ink/ink2180.xml" ContentType="application/inkml+xml"/>
  <Override PartName="/ppt/ink/ink2181.xml" ContentType="application/inkml+xml"/>
  <Override PartName="/ppt/ink/ink2182.xml" ContentType="application/inkml+xml"/>
  <Override PartName="/ppt/ink/ink2183.xml" ContentType="application/inkml+xml"/>
  <Override PartName="/ppt/ink/ink2184.xml" ContentType="application/inkml+xml"/>
  <Override PartName="/ppt/ink/ink2185.xml" ContentType="application/inkml+xml"/>
  <Override PartName="/ppt/ink/ink2186.xml" ContentType="application/inkml+xml"/>
  <Override PartName="/ppt/ink/ink2187.xml" ContentType="application/inkml+xml"/>
  <Override PartName="/ppt/ink/ink2188.xml" ContentType="application/inkml+xml"/>
  <Override PartName="/ppt/ink/ink2189.xml" ContentType="application/inkml+xml"/>
  <Override PartName="/ppt/ink/ink2190.xml" ContentType="application/inkml+xml"/>
  <Override PartName="/ppt/ink/ink2191.xml" ContentType="application/inkml+xml"/>
  <Override PartName="/ppt/ink/ink2192.xml" ContentType="application/inkml+xml"/>
  <Override PartName="/ppt/ink/ink2193.xml" ContentType="application/inkml+xml"/>
  <Override PartName="/ppt/ink/ink2194.xml" ContentType="application/inkml+xml"/>
  <Override PartName="/ppt/ink/ink2195.xml" ContentType="application/inkml+xml"/>
  <Override PartName="/ppt/ink/ink2196.xml" ContentType="application/inkml+xml"/>
  <Override PartName="/ppt/ink/ink2197.xml" ContentType="application/inkml+xml"/>
  <Override PartName="/ppt/ink/ink2198.xml" ContentType="application/inkml+xml"/>
  <Override PartName="/ppt/ink/ink2199.xml" ContentType="application/inkml+xml"/>
  <Override PartName="/ppt/ink/ink2200.xml" ContentType="application/inkml+xml"/>
  <Override PartName="/ppt/ink/ink2201.xml" ContentType="application/inkml+xml"/>
  <Override PartName="/ppt/ink/ink2202.xml" ContentType="application/inkml+xml"/>
  <Override PartName="/ppt/ink/ink2203.xml" ContentType="application/inkml+xml"/>
  <Override PartName="/ppt/ink/ink2204.xml" ContentType="application/inkml+xml"/>
  <Override PartName="/ppt/ink/ink2205.xml" ContentType="application/inkml+xml"/>
  <Override PartName="/ppt/ink/ink2206.xml" ContentType="application/inkml+xml"/>
  <Override PartName="/ppt/ink/ink2207.xml" ContentType="application/inkml+xml"/>
  <Override PartName="/ppt/ink/ink2208.xml" ContentType="application/inkml+xml"/>
  <Override PartName="/ppt/ink/ink2209.xml" ContentType="application/inkml+xml"/>
  <Override PartName="/ppt/ink/ink2210.xml" ContentType="application/inkml+xml"/>
  <Override PartName="/ppt/ink/ink2211.xml" ContentType="application/inkml+xml"/>
  <Override PartName="/ppt/ink/ink2212.xml" ContentType="application/inkml+xml"/>
  <Override PartName="/ppt/ink/ink2213.xml" ContentType="application/inkml+xml"/>
  <Override PartName="/ppt/ink/ink2214.xml" ContentType="application/inkml+xml"/>
  <Override PartName="/ppt/ink/ink2215.xml" ContentType="application/inkml+xml"/>
  <Override PartName="/ppt/ink/ink2216.xml" ContentType="application/inkml+xml"/>
  <Override PartName="/ppt/ink/ink2217.xml" ContentType="application/inkml+xml"/>
  <Override PartName="/ppt/ink/ink2218.xml" ContentType="application/inkml+xml"/>
  <Override PartName="/ppt/ink/ink2219.xml" ContentType="application/inkml+xml"/>
  <Override PartName="/ppt/ink/ink2220.xml" ContentType="application/inkml+xml"/>
  <Override PartName="/ppt/ink/ink2221.xml" ContentType="application/inkml+xml"/>
  <Override PartName="/ppt/ink/ink2222.xml" ContentType="application/inkml+xml"/>
  <Override PartName="/ppt/ink/ink2223.xml" ContentType="application/inkml+xml"/>
  <Override PartName="/ppt/ink/ink2224.xml" ContentType="application/inkml+xml"/>
  <Override PartName="/ppt/ink/ink2225.xml" ContentType="application/inkml+xml"/>
  <Override PartName="/ppt/ink/ink2226.xml" ContentType="application/inkml+xml"/>
  <Override PartName="/ppt/ink/ink2227.xml" ContentType="application/inkml+xml"/>
  <Override PartName="/ppt/ink/ink2228.xml" ContentType="application/inkml+xml"/>
  <Override PartName="/ppt/ink/ink2229.xml" ContentType="application/inkml+xml"/>
  <Override PartName="/ppt/ink/ink2230.xml" ContentType="application/inkml+xml"/>
  <Override PartName="/ppt/ink/ink2231.xml" ContentType="application/inkml+xml"/>
  <Override PartName="/ppt/ink/ink2232.xml" ContentType="application/inkml+xml"/>
  <Override PartName="/ppt/ink/ink2233.xml" ContentType="application/inkml+xml"/>
  <Override PartName="/ppt/ink/ink2234.xml" ContentType="application/inkml+xml"/>
  <Override PartName="/ppt/ink/ink2235.xml" ContentType="application/inkml+xml"/>
  <Override PartName="/ppt/ink/ink2236.xml" ContentType="application/inkml+xml"/>
  <Override PartName="/ppt/ink/ink2237.xml" ContentType="application/inkml+xml"/>
  <Override PartName="/ppt/ink/ink2238.xml" ContentType="application/inkml+xml"/>
  <Override PartName="/ppt/ink/ink2239.xml" ContentType="application/inkml+xml"/>
  <Override PartName="/ppt/ink/ink2240.xml" ContentType="application/inkml+xml"/>
  <Override PartName="/ppt/ink/ink2241.xml" ContentType="application/inkml+xml"/>
  <Override PartName="/ppt/ink/ink2242.xml" ContentType="application/inkml+xml"/>
  <Override PartName="/ppt/ink/ink2243.xml" ContentType="application/inkml+xml"/>
  <Override PartName="/ppt/ink/ink2244.xml" ContentType="application/inkml+xml"/>
  <Override PartName="/ppt/ink/ink2245.xml" ContentType="application/inkml+xml"/>
  <Override PartName="/ppt/ink/ink2246.xml" ContentType="application/inkml+xml"/>
  <Override PartName="/ppt/ink/ink2247.xml" ContentType="application/inkml+xml"/>
  <Override PartName="/ppt/ink/ink2248.xml" ContentType="application/inkml+xml"/>
  <Override PartName="/ppt/ink/ink2249.xml" ContentType="application/inkml+xml"/>
  <Override PartName="/ppt/ink/ink2250.xml" ContentType="application/inkml+xml"/>
  <Override PartName="/ppt/ink/ink2251.xml" ContentType="application/inkml+xml"/>
  <Override PartName="/ppt/ink/ink2252.xml" ContentType="application/inkml+xml"/>
  <Override PartName="/ppt/ink/ink2253.xml" ContentType="application/inkml+xml"/>
  <Override PartName="/ppt/ink/ink2254.xml" ContentType="application/inkml+xml"/>
  <Override PartName="/ppt/ink/ink2255.xml" ContentType="application/inkml+xml"/>
  <Override PartName="/ppt/ink/ink2256.xml" ContentType="application/inkml+xml"/>
  <Override PartName="/ppt/ink/ink2257.xml" ContentType="application/inkml+xml"/>
  <Override PartName="/ppt/ink/ink2258.xml" ContentType="application/inkml+xml"/>
  <Override PartName="/ppt/ink/ink2259.xml" ContentType="application/inkml+xml"/>
  <Override PartName="/ppt/ink/ink2260.xml" ContentType="application/inkml+xml"/>
  <Override PartName="/ppt/ink/ink2261.xml" ContentType="application/inkml+xml"/>
  <Override PartName="/ppt/ink/ink2262.xml" ContentType="application/inkml+xml"/>
  <Override PartName="/ppt/ink/ink2263.xml" ContentType="application/inkml+xml"/>
  <Override PartName="/ppt/ink/ink2264.xml" ContentType="application/inkml+xml"/>
  <Override PartName="/ppt/ink/ink2265.xml" ContentType="application/inkml+xml"/>
  <Override PartName="/ppt/ink/ink2266.xml" ContentType="application/inkml+xml"/>
  <Override PartName="/ppt/ink/ink2267.xml" ContentType="application/inkml+xml"/>
  <Override PartName="/ppt/ink/ink2268.xml" ContentType="application/inkml+xml"/>
  <Override PartName="/ppt/ink/ink2269.xml" ContentType="application/inkml+xml"/>
  <Override PartName="/ppt/ink/ink2270.xml" ContentType="application/inkml+xml"/>
  <Override PartName="/ppt/ink/ink2271.xml" ContentType="application/inkml+xml"/>
  <Override PartName="/ppt/ink/ink2272.xml" ContentType="application/inkml+xml"/>
  <Override PartName="/ppt/ink/ink2273.xml" ContentType="application/inkml+xml"/>
  <Override PartName="/ppt/ink/ink2274.xml" ContentType="application/inkml+xml"/>
  <Override PartName="/ppt/ink/ink2275.xml" ContentType="application/inkml+xml"/>
  <Override PartName="/ppt/ink/ink2276.xml" ContentType="application/inkml+xml"/>
  <Override PartName="/ppt/ink/ink2277.xml" ContentType="application/inkml+xml"/>
  <Override PartName="/ppt/ink/ink2278.xml" ContentType="application/inkml+xml"/>
  <Override PartName="/ppt/ink/ink2279.xml" ContentType="application/inkml+xml"/>
  <Override PartName="/ppt/ink/ink2280.xml" ContentType="application/inkml+xml"/>
  <Override PartName="/ppt/ink/ink2281.xml" ContentType="application/inkml+xml"/>
  <Override PartName="/ppt/ink/ink2282.xml" ContentType="application/inkml+xml"/>
  <Override PartName="/ppt/ink/ink2283.xml" ContentType="application/inkml+xml"/>
  <Override PartName="/ppt/ink/ink2284.xml" ContentType="application/inkml+xml"/>
  <Override PartName="/ppt/ink/ink2285.xml" ContentType="application/inkml+xml"/>
  <Override PartName="/ppt/ink/ink2286.xml" ContentType="application/inkml+xml"/>
  <Override PartName="/ppt/ink/ink2287.xml" ContentType="application/inkml+xml"/>
  <Override PartName="/ppt/ink/ink2288.xml" ContentType="application/inkml+xml"/>
  <Override PartName="/ppt/ink/ink2289.xml" ContentType="application/inkml+xml"/>
  <Override PartName="/ppt/ink/ink2290.xml" ContentType="application/inkml+xml"/>
  <Override PartName="/ppt/ink/ink2291.xml" ContentType="application/inkml+xml"/>
  <Override PartName="/ppt/ink/ink2292.xml" ContentType="application/inkml+xml"/>
  <Override PartName="/ppt/ink/ink2293.xml" ContentType="application/inkml+xml"/>
  <Override PartName="/ppt/ink/ink2294.xml" ContentType="application/inkml+xml"/>
  <Override PartName="/ppt/ink/ink2295.xml" ContentType="application/inkml+xml"/>
  <Override PartName="/ppt/ink/ink2296.xml" ContentType="application/inkml+xml"/>
  <Override PartName="/ppt/ink/ink2297.xml" ContentType="application/inkml+xml"/>
  <Override PartName="/ppt/ink/ink2298.xml" ContentType="application/inkml+xml"/>
  <Override PartName="/ppt/ink/ink2299.xml" ContentType="application/inkml+xml"/>
  <Override PartName="/ppt/ink/ink2300.xml" ContentType="application/inkml+xml"/>
  <Override PartName="/ppt/ink/ink2301.xml" ContentType="application/inkml+xml"/>
  <Override PartName="/ppt/ink/ink2302.xml" ContentType="application/inkml+xml"/>
  <Override PartName="/ppt/ink/ink2303.xml" ContentType="application/inkml+xml"/>
  <Override PartName="/ppt/ink/ink2304.xml" ContentType="application/inkml+xml"/>
  <Override PartName="/ppt/ink/ink2305.xml" ContentType="application/inkml+xml"/>
  <Override PartName="/ppt/ink/ink2306.xml" ContentType="application/inkml+xml"/>
  <Override PartName="/ppt/ink/ink2307.xml" ContentType="application/inkml+xml"/>
  <Override PartName="/ppt/ink/ink2308.xml" ContentType="application/inkml+xml"/>
  <Override PartName="/ppt/ink/ink2309.xml" ContentType="application/inkml+xml"/>
  <Override PartName="/ppt/ink/ink2310.xml" ContentType="application/inkml+xml"/>
  <Override PartName="/ppt/ink/ink2311.xml" ContentType="application/inkml+xml"/>
  <Override PartName="/ppt/ink/ink2312.xml" ContentType="application/inkml+xml"/>
  <Override PartName="/ppt/ink/ink2313.xml" ContentType="application/inkml+xml"/>
  <Override PartName="/ppt/ink/ink2314.xml" ContentType="application/inkml+xml"/>
  <Override PartName="/ppt/ink/ink2315.xml" ContentType="application/inkml+xml"/>
  <Override PartName="/ppt/ink/ink2316.xml" ContentType="application/inkml+xml"/>
  <Override PartName="/ppt/ink/ink2317.xml" ContentType="application/inkml+xml"/>
  <Override PartName="/ppt/ink/ink2318.xml" ContentType="application/inkml+xml"/>
  <Override PartName="/ppt/ink/ink2319.xml" ContentType="application/inkml+xml"/>
  <Override PartName="/ppt/ink/ink2320.xml" ContentType="application/inkml+xml"/>
  <Override PartName="/ppt/ink/ink2321.xml" ContentType="application/inkml+xml"/>
  <Override PartName="/ppt/ink/ink2322.xml" ContentType="application/inkml+xml"/>
  <Override PartName="/ppt/ink/ink2323.xml" ContentType="application/inkml+xml"/>
  <Override PartName="/ppt/ink/ink2324.xml" ContentType="application/inkml+xml"/>
  <Override PartName="/ppt/ink/ink2325.xml" ContentType="application/inkml+xml"/>
  <Override PartName="/ppt/ink/ink2326.xml" ContentType="application/inkml+xml"/>
  <Override PartName="/ppt/ink/ink2327.xml" ContentType="application/inkml+xml"/>
  <Override PartName="/ppt/ink/ink2328.xml" ContentType="application/inkml+xml"/>
  <Override PartName="/ppt/ink/ink2329.xml" ContentType="application/inkml+xml"/>
  <Override PartName="/ppt/ink/ink2330.xml" ContentType="application/inkml+xml"/>
  <Override PartName="/ppt/ink/ink2331.xml" ContentType="application/inkml+xml"/>
  <Override PartName="/ppt/ink/ink2332.xml" ContentType="application/inkml+xml"/>
  <Override PartName="/ppt/ink/ink2333.xml" ContentType="application/inkml+xml"/>
  <Override PartName="/ppt/ink/ink2334.xml" ContentType="application/inkml+xml"/>
  <Override PartName="/ppt/ink/ink2335.xml" ContentType="application/inkml+xml"/>
  <Override PartName="/ppt/ink/ink2336.xml" ContentType="application/inkml+xml"/>
  <Override PartName="/ppt/ink/ink2337.xml" ContentType="application/inkml+xml"/>
  <Override PartName="/ppt/ink/ink2338.xml" ContentType="application/inkml+xml"/>
  <Override PartName="/ppt/ink/ink2339.xml" ContentType="application/inkml+xml"/>
  <Override PartName="/ppt/ink/ink2340.xml" ContentType="application/inkml+xml"/>
  <Override PartName="/ppt/ink/ink2341.xml" ContentType="application/inkml+xml"/>
  <Override PartName="/ppt/ink/ink2342.xml" ContentType="application/inkml+xml"/>
  <Override PartName="/ppt/ink/ink2343.xml" ContentType="application/inkml+xml"/>
  <Override PartName="/ppt/ink/ink2344.xml" ContentType="application/inkml+xml"/>
  <Override PartName="/ppt/ink/ink2345.xml" ContentType="application/inkml+xml"/>
  <Override PartName="/ppt/ink/ink2346.xml" ContentType="application/inkml+xml"/>
  <Override PartName="/ppt/ink/ink2347.xml" ContentType="application/inkml+xml"/>
  <Override PartName="/ppt/ink/ink2348.xml" ContentType="application/inkml+xml"/>
  <Override PartName="/ppt/ink/ink2349.xml" ContentType="application/inkml+xml"/>
  <Override PartName="/ppt/ink/ink2350.xml" ContentType="application/inkml+xml"/>
  <Override PartName="/ppt/ink/ink2351.xml" ContentType="application/inkml+xml"/>
  <Override PartName="/ppt/ink/ink2352.xml" ContentType="application/inkml+xml"/>
  <Override PartName="/ppt/ink/ink2353.xml" ContentType="application/inkml+xml"/>
  <Override PartName="/ppt/ink/ink2354.xml" ContentType="application/inkml+xml"/>
  <Override PartName="/ppt/ink/ink2355.xml" ContentType="application/inkml+xml"/>
  <Override PartName="/ppt/ink/ink2356.xml" ContentType="application/inkml+xml"/>
  <Override PartName="/ppt/ink/ink2357.xml" ContentType="application/inkml+xml"/>
  <Override PartName="/ppt/ink/ink2358.xml" ContentType="application/inkml+xml"/>
  <Override PartName="/ppt/ink/ink2359.xml" ContentType="application/inkml+xml"/>
  <Override PartName="/ppt/ink/ink2360.xml" ContentType="application/inkml+xml"/>
  <Override PartName="/ppt/ink/ink2361.xml" ContentType="application/inkml+xml"/>
  <Override PartName="/ppt/ink/ink2362.xml" ContentType="application/inkml+xml"/>
  <Override PartName="/ppt/ink/ink2363.xml" ContentType="application/inkml+xml"/>
  <Override PartName="/ppt/ink/ink2364.xml" ContentType="application/inkml+xml"/>
  <Override PartName="/ppt/ink/ink2365.xml" ContentType="application/inkml+xml"/>
  <Override PartName="/ppt/ink/ink2366.xml" ContentType="application/inkml+xml"/>
  <Override PartName="/ppt/ink/ink2367.xml" ContentType="application/inkml+xml"/>
  <Override PartName="/ppt/ink/ink2368.xml" ContentType="application/inkml+xml"/>
  <Override PartName="/ppt/ink/ink2369.xml" ContentType="application/inkml+xml"/>
  <Override PartName="/ppt/ink/ink2370.xml" ContentType="application/inkml+xml"/>
  <Override PartName="/ppt/ink/ink2371.xml" ContentType="application/inkml+xml"/>
  <Override PartName="/ppt/ink/ink2372.xml" ContentType="application/inkml+xml"/>
  <Override PartName="/ppt/ink/ink2373.xml" ContentType="application/inkml+xml"/>
  <Override PartName="/ppt/ink/ink2374.xml" ContentType="application/inkml+xml"/>
  <Override PartName="/ppt/ink/ink2375.xml" ContentType="application/inkml+xml"/>
  <Override PartName="/ppt/ink/ink2376.xml" ContentType="application/inkml+xml"/>
  <Override PartName="/ppt/ink/ink2377.xml" ContentType="application/inkml+xml"/>
  <Override PartName="/ppt/ink/ink2378.xml" ContentType="application/inkml+xml"/>
  <Override PartName="/ppt/ink/ink2379.xml" ContentType="application/inkml+xml"/>
  <Override PartName="/ppt/ink/ink2380.xml" ContentType="application/inkml+xml"/>
  <Override PartName="/ppt/ink/ink2381.xml" ContentType="application/inkml+xml"/>
  <Override PartName="/ppt/ink/ink2382.xml" ContentType="application/inkml+xml"/>
  <Override PartName="/ppt/ink/ink2383.xml" ContentType="application/inkml+xml"/>
  <Override PartName="/ppt/ink/ink2384.xml" ContentType="application/inkml+xml"/>
  <Override PartName="/ppt/ink/ink2385.xml" ContentType="application/inkml+xml"/>
  <Override PartName="/ppt/ink/ink2386.xml" ContentType="application/inkml+xml"/>
  <Override PartName="/ppt/ink/ink2387.xml" ContentType="application/inkml+xml"/>
  <Override PartName="/ppt/ink/ink2388.xml" ContentType="application/inkml+xml"/>
  <Override PartName="/ppt/ink/ink2389.xml" ContentType="application/inkml+xml"/>
  <Override PartName="/ppt/ink/ink2390.xml" ContentType="application/inkml+xml"/>
  <Override PartName="/ppt/ink/ink2391.xml" ContentType="application/inkml+xml"/>
  <Override PartName="/ppt/ink/ink2392.xml" ContentType="application/inkml+xml"/>
  <Override PartName="/ppt/ink/ink2393.xml" ContentType="application/inkml+xml"/>
  <Override PartName="/ppt/ink/ink2394.xml" ContentType="application/inkml+xml"/>
  <Override PartName="/ppt/ink/ink2395.xml" ContentType="application/inkml+xml"/>
  <Override PartName="/ppt/ink/ink2396.xml" ContentType="application/inkml+xml"/>
  <Override PartName="/ppt/ink/ink2397.xml" ContentType="application/inkml+xml"/>
  <Override PartName="/ppt/ink/ink2398.xml" ContentType="application/inkml+xml"/>
  <Override PartName="/ppt/ink/ink2399.xml" ContentType="application/inkml+xml"/>
  <Override PartName="/ppt/ink/ink2400.xml" ContentType="application/inkml+xml"/>
  <Override PartName="/ppt/ink/ink2401.xml" ContentType="application/inkml+xml"/>
  <Override PartName="/ppt/ink/ink2402.xml" ContentType="application/inkml+xml"/>
  <Override PartName="/ppt/ink/ink2403.xml" ContentType="application/inkml+xml"/>
  <Override PartName="/ppt/ink/ink2404.xml" ContentType="application/inkml+xml"/>
  <Override PartName="/ppt/ink/ink2405.xml" ContentType="application/inkml+xml"/>
  <Override PartName="/ppt/ink/ink2406.xml" ContentType="application/inkml+xml"/>
  <Override PartName="/ppt/ink/ink2407.xml" ContentType="application/inkml+xml"/>
  <Override PartName="/ppt/ink/ink2408.xml" ContentType="application/inkml+xml"/>
  <Override PartName="/ppt/ink/ink2409.xml" ContentType="application/inkml+xml"/>
  <Override PartName="/ppt/ink/ink2410.xml" ContentType="application/inkml+xml"/>
  <Override PartName="/ppt/ink/ink2411.xml" ContentType="application/inkml+xml"/>
  <Override PartName="/ppt/ink/ink2412.xml" ContentType="application/inkml+xml"/>
  <Override PartName="/ppt/ink/ink2413.xml" ContentType="application/inkml+xml"/>
  <Override PartName="/ppt/ink/ink2414.xml" ContentType="application/inkml+xml"/>
  <Override PartName="/ppt/ink/ink2415.xml" ContentType="application/inkml+xml"/>
  <Override PartName="/ppt/ink/ink2416.xml" ContentType="application/inkml+xml"/>
  <Override PartName="/ppt/ink/ink2417.xml" ContentType="application/inkml+xml"/>
  <Override PartName="/ppt/ink/ink2418.xml" ContentType="application/inkml+xml"/>
  <Override PartName="/ppt/ink/ink2419.xml" ContentType="application/inkml+xml"/>
  <Override PartName="/ppt/ink/ink2420.xml" ContentType="application/inkml+xml"/>
  <Override PartName="/ppt/ink/ink2421.xml" ContentType="application/inkml+xml"/>
  <Override PartName="/ppt/ink/ink2422.xml" ContentType="application/inkml+xml"/>
  <Override PartName="/ppt/ink/ink2423.xml" ContentType="application/inkml+xml"/>
  <Override PartName="/ppt/ink/ink2424.xml" ContentType="application/inkml+xml"/>
  <Override PartName="/ppt/ink/ink2425.xml" ContentType="application/inkml+xml"/>
  <Override PartName="/ppt/ink/ink2426.xml" ContentType="application/inkml+xml"/>
  <Override PartName="/ppt/ink/ink2427.xml" ContentType="application/inkml+xml"/>
  <Override PartName="/ppt/ink/ink2428.xml" ContentType="application/inkml+xml"/>
  <Override PartName="/ppt/ink/ink2429.xml" ContentType="application/inkml+xml"/>
  <Override PartName="/ppt/ink/ink2430.xml" ContentType="application/inkml+xml"/>
  <Override PartName="/ppt/ink/ink2431.xml" ContentType="application/inkml+xml"/>
  <Override PartName="/ppt/ink/ink2432.xml" ContentType="application/inkml+xml"/>
  <Override PartName="/ppt/ink/ink2433.xml" ContentType="application/inkml+xml"/>
  <Override PartName="/ppt/ink/ink2434.xml" ContentType="application/inkml+xml"/>
  <Override PartName="/ppt/ink/ink2435.xml" ContentType="application/inkml+xml"/>
  <Override PartName="/ppt/ink/ink2436.xml" ContentType="application/inkml+xml"/>
  <Override PartName="/ppt/ink/ink2437.xml" ContentType="application/inkml+xml"/>
  <Override PartName="/ppt/ink/ink2438.xml" ContentType="application/inkml+xml"/>
  <Override PartName="/ppt/ink/ink2439.xml" ContentType="application/inkml+xml"/>
  <Override PartName="/ppt/ink/ink2440.xml" ContentType="application/inkml+xml"/>
  <Override PartName="/ppt/ink/ink2441.xml" ContentType="application/inkml+xml"/>
  <Override PartName="/ppt/ink/ink2442.xml" ContentType="application/inkml+xml"/>
  <Override PartName="/ppt/ink/ink2443.xml" ContentType="application/inkml+xml"/>
  <Override PartName="/ppt/ink/ink2444.xml" ContentType="application/inkml+xml"/>
  <Override PartName="/ppt/ink/ink2445.xml" ContentType="application/inkml+xml"/>
  <Override PartName="/ppt/ink/ink2446.xml" ContentType="application/inkml+xml"/>
  <Override PartName="/ppt/ink/ink2447.xml" ContentType="application/inkml+xml"/>
  <Override PartName="/ppt/ink/ink2448.xml" ContentType="application/inkml+xml"/>
  <Override PartName="/ppt/ink/ink2449.xml" ContentType="application/inkml+xml"/>
  <Override PartName="/ppt/ink/ink2450.xml" ContentType="application/inkml+xml"/>
  <Override PartName="/ppt/ink/ink2451.xml" ContentType="application/inkml+xml"/>
  <Override PartName="/ppt/ink/ink2452.xml" ContentType="application/inkml+xml"/>
  <Override PartName="/ppt/ink/ink2453.xml" ContentType="application/inkml+xml"/>
  <Override PartName="/ppt/ink/ink2454.xml" ContentType="application/inkml+xml"/>
  <Override PartName="/ppt/ink/ink2455.xml" ContentType="application/inkml+xml"/>
  <Override PartName="/ppt/ink/ink2456.xml" ContentType="application/inkml+xml"/>
  <Override PartName="/ppt/ink/ink2457.xml" ContentType="application/inkml+xml"/>
  <Override PartName="/ppt/ink/ink2458.xml" ContentType="application/inkml+xml"/>
  <Override PartName="/ppt/ink/ink2459.xml" ContentType="application/inkml+xml"/>
  <Override PartName="/ppt/ink/ink2460.xml" ContentType="application/inkml+xml"/>
  <Override PartName="/ppt/ink/ink2461.xml" ContentType="application/inkml+xml"/>
  <Override PartName="/ppt/ink/ink2462.xml" ContentType="application/inkml+xml"/>
  <Override PartName="/ppt/ink/ink2463.xml" ContentType="application/inkml+xml"/>
  <Override PartName="/ppt/ink/ink2464.xml" ContentType="application/inkml+xml"/>
  <Override PartName="/ppt/ink/ink2465.xml" ContentType="application/inkml+xml"/>
  <Override PartName="/ppt/ink/ink2466.xml" ContentType="application/inkml+xml"/>
  <Override PartName="/ppt/ink/ink2467.xml" ContentType="application/inkml+xml"/>
  <Override PartName="/ppt/ink/ink2468.xml" ContentType="application/inkml+xml"/>
  <Override PartName="/ppt/ink/ink2469.xml" ContentType="application/inkml+xml"/>
  <Override PartName="/ppt/ink/ink2470.xml" ContentType="application/inkml+xml"/>
  <Override PartName="/ppt/ink/ink2471.xml" ContentType="application/inkml+xml"/>
  <Override PartName="/ppt/ink/ink2472.xml" ContentType="application/inkml+xml"/>
  <Override PartName="/ppt/ink/ink2473.xml" ContentType="application/inkml+xml"/>
  <Override PartName="/ppt/ink/ink2474.xml" ContentType="application/inkml+xml"/>
  <Override PartName="/ppt/ink/ink2475.xml" ContentType="application/inkml+xml"/>
  <Override PartName="/ppt/ink/ink2476.xml" ContentType="application/inkml+xml"/>
  <Override PartName="/ppt/ink/ink2477.xml" ContentType="application/inkml+xml"/>
  <Override PartName="/ppt/ink/ink2478.xml" ContentType="application/inkml+xml"/>
  <Override PartName="/ppt/ink/ink2479.xml" ContentType="application/inkml+xml"/>
  <Override PartName="/ppt/ink/ink2480.xml" ContentType="application/inkml+xml"/>
  <Override PartName="/ppt/ink/ink2481.xml" ContentType="application/inkml+xml"/>
  <Override PartName="/ppt/ink/ink2482.xml" ContentType="application/inkml+xml"/>
  <Override PartName="/ppt/ink/ink2483.xml" ContentType="application/inkml+xml"/>
  <Override PartName="/ppt/ink/ink2484.xml" ContentType="application/inkml+xml"/>
  <Override PartName="/ppt/ink/ink2485.xml" ContentType="application/inkml+xml"/>
  <Override PartName="/ppt/ink/ink2486.xml" ContentType="application/inkml+xml"/>
  <Override PartName="/ppt/ink/ink2487.xml" ContentType="application/inkml+xml"/>
  <Override PartName="/ppt/ink/ink2488.xml" ContentType="application/inkml+xml"/>
  <Override PartName="/ppt/ink/ink2489.xml" ContentType="application/inkml+xml"/>
  <Override PartName="/ppt/ink/ink2490.xml" ContentType="application/inkml+xml"/>
  <Override PartName="/ppt/ink/ink2491.xml" ContentType="application/inkml+xml"/>
  <Override PartName="/ppt/ink/ink2492.xml" ContentType="application/inkml+xml"/>
  <Override PartName="/ppt/ink/ink2493.xml" ContentType="application/inkml+xml"/>
  <Override PartName="/ppt/ink/ink2494.xml" ContentType="application/inkml+xml"/>
  <Override PartName="/ppt/ink/ink2495.xml" ContentType="application/inkml+xml"/>
  <Override PartName="/ppt/ink/ink2496.xml" ContentType="application/inkml+xml"/>
  <Override PartName="/ppt/ink/ink2497.xml" ContentType="application/inkml+xml"/>
  <Override PartName="/ppt/ink/ink2498.xml" ContentType="application/inkml+xml"/>
  <Override PartName="/ppt/ink/ink2499.xml" ContentType="application/inkml+xml"/>
  <Override PartName="/ppt/ink/ink2500.xml" ContentType="application/inkml+xml"/>
  <Override PartName="/ppt/ink/ink2501.xml" ContentType="application/inkml+xml"/>
  <Override PartName="/ppt/ink/ink2502.xml" ContentType="application/inkml+xml"/>
  <Override PartName="/ppt/ink/ink2503.xml" ContentType="application/inkml+xml"/>
  <Override PartName="/ppt/ink/ink2504.xml" ContentType="application/inkml+xml"/>
  <Override PartName="/ppt/ink/ink2505.xml" ContentType="application/inkml+xml"/>
  <Override PartName="/ppt/ink/ink2506.xml" ContentType="application/inkml+xml"/>
  <Override PartName="/ppt/ink/ink2507.xml" ContentType="application/inkml+xml"/>
  <Override PartName="/ppt/ink/ink2508.xml" ContentType="application/inkml+xml"/>
  <Override PartName="/ppt/ink/ink2509.xml" ContentType="application/inkml+xml"/>
  <Override PartName="/ppt/ink/ink2510.xml" ContentType="application/inkml+xml"/>
  <Override PartName="/ppt/ink/ink2511.xml" ContentType="application/inkml+xml"/>
  <Override PartName="/ppt/ink/ink2512.xml" ContentType="application/inkml+xml"/>
  <Override PartName="/ppt/ink/ink2513.xml" ContentType="application/inkml+xml"/>
  <Override PartName="/ppt/ink/ink2514.xml" ContentType="application/inkml+xml"/>
  <Override PartName="/ppt/ink/ink2515.xml" ContentType="application/inkml+xml"/>
  <Override PartName="/ppt/ink/ink2516.xml" ContentType="application/inkml+xml"/>
  <Override PartName="/ppt/ink/ink2517.xml" ContentType="application/inkml+xml"/>
  <Override PartName="/ppt/ink/ink2518.xml" ContentType="application/inkml+xml"/>
  <Override PartName="/ppt/ink/ink2519.xml" ContentType="application/inkml+xml"/>
  <Override PartName="/ppt/ink/ink2520.xml" ContentType="application/inkml+xml"/>
  <Override PartName="/ppt/ink/ink2521.xml" ContentType="application/inkml+xml"/>
  <Override PartName="/ppt/ink/ink2522.xml" ContentType="application/inkml+xml"/>
  <Override PartName="/ppt/ink/ink2523.xml" ContentType="application/inkml+xml"/>
  <Override PartName="/ppt/ink/ink2524.xml" ContentType="application/inkml+xml"/>
  <Override PartName="/ppt/ink/ink2525.xml" ContentType="application/inkml+xml"/>
  <Override PartName="/ppt/ink/ink2526.xml" ContentType="application/inkml+xml"/>
  <Override PartName="/ppt/ink/ink2527.xml" ContentType="application/inkml+xml"/>
  <Override PartName="/ppt/ink/ink2528.xml" ContentType="application/inkml+xml"/>
  <Override PartName="/ppt/ink/ink2529.xml" ContentType="application/inkml+xml"/>
  <Override PartName="/ppt/ink/ink2530.xml" ContentType="application/inkml+xml"/>
  <Override PartName="/ppt/ink/ink2531.xml" ContentType="application/inkml+xml"/>
  <Override PartName="/ppt/ink/ink2532.xml" ContentType="application/inkml+xml"/>
  <Override PartName="/ppt/ink/ink2533.xml" ContentType="application/inkml+xml"/>
  <Override PartName="/ppt/ink/ink2534.xml" ContentType="application/inkml+xml"/>
  <Override PartName="/ppt/ink/ink2535.xml" ContentType="application/inkml+xml"/>
  <Override PartName="/ppt/ink/ink2536.xml" ContentType="application/inkml+xml"/>
  <Override PartName="/ppt/ink/ink2537.xml" ContentType="application/inkml+xml"/>
  <Override PartName="/ppt/ink/ink2538.xml" ContentType="application/inkml+xml"/>
  <Override PartName="/ppt/ink/ink2539.xml" ContentType="application/inkml+xml"/>
  <Override PartName="/ppt/ink/ink2540.xml" ContentType="application/inkml+xml"/>
  <Override PartName="/ppt/ink/ink2541.xml" ContentType="application/inkml+xml"/>
  <Override PartName="/ppt/ink/ink2542.xml" ContentType="application/inkml+xml"/>
  <Override PartName="/ppt/ink/ink2543.xml" ContentType="application/inkml+xml"/>
  <Override PartName="/ppt/ink/ink2544.xml" ContentType="application/inkml+xml"/>
  <Override PartName="/ppt/ink/ink2545.xml" ContentType="application/inkml+xml"/>
  <Override PartName="/ppt/ink/ink2546.xml" ContentType="application/inkml+xml"/>
  <Override PartName="/ppt/ink/ink2547.xml" ContentType="application/inkml+xml"/>
  <Override PartName="/ppt/ink/ink2548.xml" ContentType="application/inkml+xml"/>
  <Override PartName="/ppt/ink/ink2549.xml" ContentType="application/inkml+xml"/>
  <Override PartName="/ppt/ink/ink2550.xml" ContentType="application/inkml+xml"/>
  <Override PartName="/ppt/ink/ink2551.xml" ContentType="application/inkml+xml"/>
  <Override PartName="/ppt/ink/ink2552.xml" ContentType="application/inkml+xml"/>
  <Override PartName="/ppt/ink/ink2553.xml" ContentType="application/inkml+xml"/>
  <Override PartName="/ppt/ink/ink2554.xml" ContentType="application/inkml+xml"/>
  <Override PartName="/ppt/ink/ink2555.xml" ContentType="application/inkml+xml"/>
  <Override PartName="/ppt/ink/ink2556.xml" ContentType="application/inkml+xml"/>
  <Override PartName="/ppt/ink/ink2557.xml" ContentType="application/inkml+xml"/>
  <Override PartName="/ppt/ink/ink2558.xml" ContentType="application/inkml+xml"/>
  <Override PartName="/ppt/ink/ink2559.xml" ContentType="application/inkml+xml"/>
  <Override PartName="/ppt/ink/ink2560.xml" ContentType="application/inkml+xml"/>
  <Override PartName="/ppt/ink/ink2561.xml" ContentType="application/inkml+xml"/>
  <Override PartName="/ppt/ink/ink2562.xml" ContentType="application/inkml+xml"/>
  <Override PartName="/ppt/ink/ink2563.xml" ContentType="application/inkml+xml"/>
  <Override PartName="/ppt/ink/ink2564.xml" ContentType="application/inkml+xml"/>
  <Override PartName="/ppt/ink/ink2565.xml" ContentType="application/inkml+xml"/>
  <Override PartName="/ppt/ink/ink2566.xml" ContentType="application/inkml+xml"/>
  <Override PartName="/ppt/ink/ink2567.xml" ContentType="application/inkml+xml"/>
  <Override PartName="/ppt/ink/ink2568.xml" ContentType="application/inkml+xml"/>
  <Override PartName="/ppt/ink/ink2569.xml" ContentType="application/inkml+xml"/>
  <Override PartName="/ppt/ink/ink2570.xml" ContentType="application/inkml+xml"/>
  <Override PartName="/ppt/ink/ink2571.xml" ContentType="application/inkml+xml"/>
  <Override PartName="/ppt/ink/ink2572.xml" ContentType="application/inkml+xml"/>
  <Override PartName="/ppt/ink/ink2573.xml" ContentType="application/inkml+xml"/>
  <Override PartName="/ppt/ink/ink2574.xml" ContentType="application/inkml+xml"/>
  <Override PartName="/ppt/ink/ink2575.xml" ContentType="application/inkml+xml"/>
  <Override PartName="/ppt/ink/ink2576.xml" ContentType="application/inkml+xml"/>
  <Override PartName="/ppt/ink/ink2577.xml" ContentType="application/inkml+xml"/>
  <Override PartName="/ppt/ink/ink2578.xml" ContentType="application/inkml+xml"/>
  <Override PartName="/ppt/ink/ink2579.xml" ContentType="application/inkml+xml"/>
  <Override PartName="/ppt/ink/ink2580.xml" ContentType="application/inkml+xml"/>
  <Override PartName="/ppt/ink/ink2581.xml" ContentType="application/inkml+xml"/>
  <Override PartName="/ppt/ink/ink2582.xml" ContentType="application/inkml+xml"/>
  <Override PartName="/ppt/ink/ink2583.xml" ContentType="application/inkml+xml"/>
  <Override PartName="/ppt/ink/ink2584.xml" ContentType="application/inkml+xml"/>
  <Override PartName="/ppt/ink/ink2585.xml" ContentType="application/inkml+xml"/>
  <Override PartName="/ppt/ink/ink2586.xml" ContentType="application/inkml+xml"/>
  <Override PartName="/ppt/ink/ink2587.xml" ContentType="application/inkml+xml"/>
  <Override PartName="/ppt/ink/ink2588.xml" ContentType="application/inkml+xml"/>
  <Override PartName="/ppt/ink/ink2589.xml" ContentType="application/inkml+xml"/>
  <Override PartName="/ppt/ink/ink2590.xml" ContentType="application/inkml+xml"/>
  <Override PartName="/ppt/ink/ink2591.xml" ContentType="application/inkml+xml"/>
  <Override PartName="/ppt/ink/ink2592.xml" ContentType="application/inkml+xml"/>
  <Override PartName="/ppt/ink/ink2593.xml" ContentType="application/inkml+xml"/>
  <Override PartName="/ppt/ink/ink2594.xml" ContentType="application/inkml+xml"/>
  <Override PartName="/ppt/ink/ink2595.xml" ContentType="application/inkml+xml"/>
  <Override PartName="/ppt/ink/ink2596.xml" ContentType="application/inkml+xml"/>
  <Override PartName="/ppt/ink/ink2597.xml" ContentType="application/inkml+xml"/>
  <Override PartName="/ppt/ink/ink2598.xml" ContentType="application/inkml+xml"/>
  <Override PartName="/ppt/ink/ink2599.xml" ContentType="application/inkml+xml"/>
  <Override PartName="/ppt/ink/ink2600.xml" ContentType="application/inkml+xml"/>
  <Override PartName="/ppt/ink/ink2601.xml" ContentType="application/inkml+xml"/>
  <Override PartName="/ppt/ink/ink2602.xml" ContentType="application/inkml+xml"/>
  <Override PartName="/ppt/ink/ink2603.xml" ContentType="application/inkml+xml"/>
  <Override PartName="/ppt/ink/ink2604.xml" ContentType="application/inkml+xml"/>
  <Override PartName="/ppt/ink/ink2605.xml" ContentType="application/inkml+xml"/>
  <Override PartName="/ppt/ink/ink2606.xml" ContentType="application/inkml+xml"/>
  <Override PartName="/ppt/ink/ink2607.xml" ContentType="application/inkml+xml"/>
  <Override PartName="/ppt/ink/ink2608.xml" ContentType="application/inkml+xml"/>
  <Override PartName="/ppt/ink/ink2609.xml" ContentType="application/inkml+xml"/>
  <Override PartName="/ppt/ink/ink2610.xml" ContentType="application/inkml+xml"/>
  <Override PartName="/ppt/ink/ink2611.xml" ContentType="application/inkml+xml"/>
  <Override PartName="/ppt/ink/ink2612.xml" ContentType="application/inkml+xml"/>
  <Override PartName="/ppt/ink/ink2613.xml" ContentType="application/inkml+xml"/>
  <Override PartName="/ppt/ink/ink2614.xml" ContentType="application/inkml+xml"/>
  <Override PartName="/ppt/ink/ink2615.xml" ContentType="application/inkml+xml"/>
  <Override PartName="/ppt/ink/ink2616.xml" ContentType="application/inkml+xml"/>
  <Override PartName="/ppt/ink/ink2617.xml" ContentType="application/inkml+xml"/>
  <Override PartName="/ppt/ink/ink2618.xml" ContentType="application/inkml+xml"/>
  <Override PartName="/ppt/ink/ink2619.xml" ContentType="application/inkml+xml"/>
  <Override PartName="/ppt/ink/ink2620.xml" ContentType="application/inkml+xml"/>
  <Override PartName="/ppt/ink/ink2621.xml" ContentType="application/inkml+xml"/>
  <Override PartName="/ppt/ink/ink2622.xml" ContentType="application/inkml+xml"/>
  <Override PartName="/ppt/ink/ink2623.xml" ContentType="application/inkml+xml"/>
  <Override PartName="/ppt/ink/ink2624.xml" ContentType="application/inkml+xml"/>
  <Override PartName="/ppt/ink/ink2625.xml" ContentType="application/inkml+xml"/>
  <Override PartName="/ppt/ink/ink2626.xml" ContentType="application/inkml+xml"/>
  <Override PartName="/ppt/ink/ink2627.xml" ContentType="application/inkml+xml"/>
  <Override PartName="/ppt/ink/ink2628.xml" ContentType="application/inkml+xml"/>
  <Override PartName="/ppt/ink/ink2629.xml" ContentType="application/inkml+xml"/>
  <Override PartName="/ppt/ink/ink2630.xml" ContentType="application/inkml+xml"/>
  <Override PartName="/ppt/ink/ink2631.xml" ContentType="application/inkml+xml"/>
  <Override PartName="/ppt/ink/ink2632.xml" ContentType="application/inkml+xml"/>
  <Override PartName="/ppt/ink/ink2633.xml" ContentType="application/inkml+xml"/>
  <Override PartName="/ppt/ink/ink2634.xml" ContentType="application/inkml+xml"/>
  <Override PartName="/ppt/ink/ink2635.xml" ContentType="application/inkml+xml"/>
  <Override PartName="/ppt/ink/ink2636.xml" ContentType="application/inkml+xml"/>
  <Override PartName="/ppt/ink/ink2637.xml" ContentType="application/inkml+xml"/>
  <Override PartName="/ppt/ink/ink2638.xml" ContentType="application/inkml+xml"/>
  <Override PartName="/ppt/ink/ink2639.xml" ContentType="application/inkml+xml"/>
  <Override PartName="/ppt/ink/ink2640.xml" ContentType="application/inkml+xml"/>
  <Override PartName="/ppt/ink/ink2641.xml" ContentType="application/inkml+xml"/>
  <Override PartName="/ppt/ink/ink2642.xml" ContentType="application/inkml+xml"/>
  <Override PartName="/ppt/ink/ink2643.xml" ContentType="application/inkml+xml"/>
  <Override PartName="/ppt/ink/ink2644.xml" ContentType="application/inkml+xml"/>
  <Override PartName="/ppt/ink/ink2645.xml" ContentType="application/inkml+xml"/>
  <Override PartName="/ppt/ink/ink2646.xml" ContentType="application/inkml+xml"/>
  <Override PartName="/ppt/ink/ink2647.xml" ContentType="application/inkml+xml"/>
  <Override PartName="/ppt/ink/ink2648.xml" ContentType="application/inkml+xml"/>
  <Override PartName="/ppt/ink/ink2649.xml" ContentType="application/inkml+xml"/>
  <Override PartName="/ppt/ink/ink2650.xml" ContentType="application/inkml+xml"/>
  <Override PartName="/ppt/ink/ink2651.xml" ContentType="application/inkml+xml"/>
  <Override PartName="/ppt/ink/ink2652.xml" ContentType="application/inkml+xml"/>
  <Override PartName="/ppt/ink/ink2653.xml" ContentType="application/inkml+xml"/>
  <Override PartName="/ppt/ink/ink2654.xml" ContentType="application/inkml+xml"/>
  <Override PartName="/ppt/ink/ink2655.xml" ContentType="application/inkml+xml"/>
  <Override PartName="/ppt/ink/ink2656.xml" ContentType="application/inkml+xml"/>
  <Override PartName="/ppt/ink/ink2657.xml" ContentType="application/inkml+xml"/>
  <Override PartName="/ppt/ink/ink2658.xml" ContentType="application/inkml+xml"/>
  <Override PartName="/ppt/ink/ink2659.xml" ContentType="application/inkml+xml"/>
  <Override PartName="/ppt/ink/ink2660.xml" ContentType="application/inkml+xml"/>
  <Override PartName="/ppt/ink/ink2661.xml" ContentType="application/inkml+xml"/>
  <Override PartName="/ppt/ink/ink2662.xml" ContentType="application/inkml+xml"/>
  <Override PartName="/ppt/ink/ink2663.xml" ContentType="application/inkml+xml"/>
  <Override PartName="/ppt/ink/ink2664.xml" ContentType="application/inkml+xml"/>
  <Override PartName="/ppt/ink/ink2665.xml" ContentType="application/inkml+xml"/>
  <Override PartName="/ppt/ink/ink2666.xml" ContentType="application/inkml+xml"/>
  <Override PartName="/ppt/ink/ink2667.xml" ContentType="application/inkml+xml"/>
  <Override PartName="/ppt/ink/ink2668.xml" ContentType="application/inkml+xml"/>
  <Override PartName="/ppt/ink/ink2669.xml" ContentType="application/inkml+xml"/>
  <Override PartName="/ppt/ink/ink2670.xml" ContentType="application/inkml+xml"/>
  <Override PartName="/ppt/ink/ink2671.xml" ContentType="application/inkml+xml"/>
  <Override PartName="/ppt/ink/ink2672.xml" ContentType="application/inkml+xml"/>
  <Override PartName="/ppt/ink/ink2673.xml" ContentType="application/inkml+xml"/>
  <Override PartName="/ppt/ink/ink2674.xml" ContentType="application/inkml+xml"/>
  <Override PartName="/ppt/ink/ink2675.xml" ContentType="application/inkml+xml"/>
  <Override PartName="/ppt/ink/ink2676.xml" ContentType="application/inkml+xml"/>
  <Override PartName="/ppt/ink/ink2677.xml" ContentType="application/inkml+xml"/>
  <Override PartName="/ppt/ink/ink2678.xml" ContentType="application/inkml+xml"/>
  <Override PartName="/ppt/ink/ink2679.xml" ContentType="application/inkml+xml"/>
  <Override PartName="/ppt/ink/ink2680.xml" ContentType="application/inkml+xml"/>
  <Override PartName="/ppt/ink/ink2681.xml" ContentType="application/inkml+xml"/>
  <Override PartName="/ppt/ink/ink2682.xml" ContentType="application/inkml+xml"/>
  <Override PartName="/ppt/ink/ink2683.xml" ContentType="application/inkml+xml"/>
  <Override PartName="/ppt/ink/ink2684.xml" ContentType="application/inkml+xml"/>
  <Override PartName="/ppt/ink/ink2685.xml" ContentType="application/inkml+xml"/>
  <Override PartName="/ppt/ink/ink2686.xml" ContentType="application/inkml+xml"/>
  <Override PartName="/ppt/ink/ink2687.xml" ContentType="application/inkml+xml"/>
  <Override PartName="/ppt/ink/ink2688.xml" ContentType="application/inkml+xml"/>
  <Override PartName="/ppt/ink/ink2689.xml" ContentType="application/inkml+xml"/>
  <Override PartName="/ppt/ink/ink2690.xml" ContentType="application/inkml+xml"/>
  <Override PartName="/ppt/ink/ink2691.xml" ContentType="application/inkml+xml"/>
  <Override PartName="/ppt/ink/ink2692.xml" ContentType="application/inkml+xml"/>
  <Override PartName="/ppt/ink/ink2693.xml" ContentType="application/inkml+xml"/>
  <Override PartName="/ppt/ink/ink2694.xml" ContentType="application/inkml+xml"/>
  <Override PartName="/ppt/ink/ink2695.xml" ContentType="application/inkml+xml"/>
  <Override PartName="/ppt/ink/ink2696.xml" ContentType="application/inkml+xml"/>
  <Override PartName="/ppt/ink/ink2697.xml" ContentType="application/inkml+xml"/>
  <Override PartName="/ppt/ink/ink2698.xml" ContentType="application/inkml+xml"/>
  <Override PartName="/ppt/ink/ink2699.xml" ContentType="application/inkml+xml"/>
  <Override PartName="/ppt/ink/ink2700.xml" ContentType="application/inkml+xml"/>
  <Override PartName="/ppt/ink/ink2701.xml" ContentType="application/inkml+xml"/>
  <Override PartName="/ppt/ink/ink2702.xml" ContentType="application/inkml+xml"/>
  <Override PartName="/ppt/ink/ink2703.xml" ContentType="application/inkml+xml"/>
  <Override PartName="/ppt/ink/ink2704.xml" ContentType="application/inkml+xml"/>
  <Override PartName="/ppt/ink/ink2705.xml" ContentType="application/inkml+xml"/>
  <Override PartName="/ppt/ink/ink2706.xml" ContentType="application/inkml+xml"/>
  <Override PartName="/ppt/ink/ink2707.xml" ContentType="application/inkml+xml"/>
  <Override PartName="/ppt/ink/ink2708.xml" ContentType="application/inkml+xml"/>
  <Override PartName="/ppt/ink/ink2709.xml" ContentType="application/inkml+xml"/>
  <Override PartName="/ppt/ink/ink2710.xml" ContentType="application/inkml+xml"/>
  <Override PartName="/ppt/ink/ink2711.xml" ContentType="application/inkml+xml"/>
  <Override PartName="/ppt/ink/ink2712.xml" ContentType="application/inkml+xml"/>
  <Override PartName="/ppt/ink/ink2713.xml" ContentType="application/inkml+xml"/>
  <Override PartName="/ppt/ink/ink2714.xml" ContentType="application/inkml+xml"/>
  <Override PartName="/ppt/ink/ink2715.xml" ContentType="application/inkml+xml"/>
  <Override PartName="/ppt/ink/ink2716.xml" ContentType="application/inkml+xml"/>
  <Override PartName="/ppt/ink/ink2717.xml" ContentType="application/inkml+xml"/>
  <Override PartName="/ppt/ink/ink2718.xml" ContentType="application/inkml+xml"/>
  <Override PartName="/ppt/ink/ink2719.xml" ContentType="application/inkml+xml"/>
  <Override PartName="/ppt/ink/ink2720.xml" ContentType="application/inkml+xml"/>
  <Override PartName="/ppt/ink/ink2721.xml" ContentType="application/inkml+xml"/>
  <Override PartName="/ppt/ink/ink2722.xml" ContentType="application/inkml+xml"/>
  <Override PartName="/ppt/ink/ink2723.xml" ContentType="application/inkml+xml"/>
  <Override PartName="/ppt/ink/ink2724.xml" ContentType="application/inkml+xml"/>
  <Override PartName="/ppt/ink/ink2725.xml" ContentType="application/inkml+xml"/>
  <Override PartName="/ppt/ink/ink2726.xml" ContentType="application/inkml+xml"/>
  <Override PartName="/ppt/ink/ink2727.xml" ContentType="application/inkml+xml"/>
  <Override PartName="/ppt/ink/ink2728.xml" ContentType="application/inkml+xml"/>
  <Override PartName="/ppt/ink/ink2729.xml" ContentType="application/inkml+xml"/>
  <Override PartName="/ppt/ink/ink2730.xml" ContentType="application/inkml+xml"/>
  <Override PartName="/ppt/ink/ink2731.xml" ContentType="application/inkml+xml"/>
  <Override PartName="/ppt/ink/ink2732.xml" ContentType="application/inkml+xml"/>
  <Override PartName="/ppt/ink/ink2733.xml" ContentType="application/inkml+xml"/>
  <Override PartName="/ppt/ink/ink2734.xml" ContentType="application/inkml+xml"/>
  <Override PartName="/ppt/ink/ink2735.xml" ContentType="application/inkml+xml"/>
  <Override PartName="/ppt/ink/ink2736.xml" ContentType="application/inkml+xml"/>
  <Override PartName="/ppt/ink/ink2737.xml" ContentType="application/inkml+xml"/>
  <Override PartName="/ppt/ink/ink2738.xml" ContentType="application/inkml+xml"/>
  <Override PartName="/ppt/ink/ink2739.xml" ContentType="application/inkml+xml"/>
  <Override PartName="/ppt/ink/ink2740.xml" ContentType="application/inkml+xml"/>
  <Override PartName="/ppt/ink/ink2741.xml" ContentType="application/inkml+xml"/>
  <Override PartName="/ppt/ink/ink2742.xml" ContentType="application/inkml+xml"/>
  <Override PartName="/ppt/ink/ink2743.xml" ContentType="application/inkml+xml"/>
  <Override PartName="/ppt/ink/ink2744.xml" ContentType="application/inkml+xml"/>
  <Override PartName="/ppt/ink/ink2745.xml" ContentType="application/inkml+xml"/>
  <Override PartName="/ppt/ink/ink2746.xml" ContentType="application/inkml+xml"/>
  <Override PartName="/ppt/ink/ink2747.xml" ContentType="application/inkml+xml"/>
  <Override PartName="/ppt/ink/ink2748.xml" ContentType="application/inkml+xml"/>
  <Override PartName="/ppt/ink/ink2749.xml" ContentType="application/inkml+xml"/>
  <Override PartName="/ppt/ink/ink2750.xml" ContentType="application/inkml+xml"/>
  <Override PartName="/ppt/ink/ink2751.xml" ContentType="application/inkml+xml"/>
  <Override PartName="/ppt/ink/ink2752.xml" ContentType="application/inkml+xml"/>
  <Override PartName="/ppt/ink/ink2753.xml" ContentType="application/inkml+xml"/>
  <Override PartName="/ppt/ink/ink2754.xml" ContentType="application/inkml+xml"/>
  <Override PartName="/ppt/ink/ink2755.xml" ContentType="application/inkml+xml"/>
  <Override PartName="/ppt/ink/ink2756.xml" ContentType="application/inkml+xml"/>
  <Override PartName="/ppt/ink/ink2757.xml" ContentType="application/inkml+xml"/>
  <Override PartName="/ppt/ink/ink2758.xml" ContentType="application/inkml+xml"/>
  <Override PartName="/ppt/ink/ink2759.xml" ContentType="application/inkml+xml"/>
  <Override PartName="/ppt/ink/ink2760.xml" ContentType="application/inkml+xml"/>
  <Override PartName="/ppt/ink/ink2761.xml" ContentType="application/inkml+xml"/>
  <Override PartName="/ppt/ink/ink2762.xml" ContentType="application/inkml+xml"/>
  <Override PartName="/ppt/ink/ink2763.xml" ContentType="application/inkml+xml"/>
  <Override PartName="/ppt/ink/ink2764.xml" ContentType="application/inkml+xml"/>
  <Override PartName="/ppt/ink/ink2765.xml" ContentType="application/inkml+xml"/>
  <Override PartName="/ppt/ink/ink2766.xml" ContentType="application/inkml+xml"/>
  <Override PartName="/ppt/ink/ink2767.xml" ContentType="application/inkml+xml"/>
  <Override PartName="/ppt/ink/ink2768.xml" ContentType="application/inkml+xml"/>
  <Override PartName="/ppt/ink/ink2769.xml" ContentType="application/inkml+xml"/>
  <Override PartName="/ppt/ink/ink2770.xml" ContentType="application/inkml+xml"/>
  <Override PartName="/ppt/ink/ink2771.xml" ContentType="application/inkml+xml"/>
  <Override PartName="/ppt/ink/ink2772.xml" ContentType="application/inkml+xml"/>
  <Override PartName="/ppt/ink/ink2773.xml" ContentType="application/inkml+xml"/>
  <Override PartName="/ppt/ink/ink2774.xml" ContentType="application/inkml+xml"/>
  <Override PartName="/ppt/ink/ink2775.xml" ContentType="application/inkml+xml"/>
  <Override PartName="/ppt/ink/ink2776.xml" ContentType="application/inkml+xml"/>
  <Override PartName="/ppt/ink/ink2777.xml" ContentType="application/inkml+xml"/>
  <Override PartName="/ppt/ink/ink2778.xml" ContentType="application/inkml+xml"/>
  <Override PartName="/ppt/ink/ink2779.xml" ContentType="application/inkml+xml"/>
  <Override PartName="/ppt/ink/ink2780.xml" ContentType="application/inkml+xml"/>
  <Override PartName="/ppt/ink/ink2781.xml" ContentType="application/inkml+xml"/>
  <Override PartName="/ppt/ink/ink2782.xml" ContentType="application/inkml+xml"/>
  <Override PartName="/ppt/ink/ink2783.xml" ContentType="application/inkml+xml"/>
  <Override PartName="/ppt/ink/ink2784.xml" ContentType="application/inkml+xml"/>
  <Override PartName="/ppt/ink/ink2785.xml" ContentType="application/inkml+xml"/>
  <Override PartName="/ppt/ink/ink2786.xml" ContentType="application/inkml+xml"/>
  <Override PartName="/ppt/ink/ink2787.xml" ContentType="application/inkml+xml"/>
  <Override PartName="/ppt/ink/ink2788.xml" ContentType="application/inkml+xml"/>
  <Override PartName="/ppt/ink/ink2789.xml" ContentType="application/inkml+xml"/>
  <Override PartName="/ppt/ink/ink2790.xml" ContentType="application/inkml+xml"/>
  <Override PartName="/ppt/ink/ink2791.xml" ContentType="application/inkml+xml"/>
  <Override PartName="/ppt/ink/ink2792.xml" ContentType="application/inkml+xml"/>
  <Override PartName="/ppt/ink/ink2793.xml" ContentType="application/inkml+xml"/>
  <Override PartName="/ppt/ink/ink2794.xml" ContentType="application/inkml+xml"/>
  <Override PartName="/ppt/ink/ink2795.xml" ContentType="application/inkml+xml"/>
  <Override PartName="/ppt/ink/ink2796.xml" ContentType="application/inkml+xml"/>
  <Override PartName="/ppt/ink/ink2797.xml" ContentType="application/inkml+xml"/>
  <Override PartName="/ppt/ink/ink2798.xml" ContentType="application/inkml+xml"/>
  <Override PartName="/ppt/ink/ink2799.xml" ContentType="application/inkml+xml"/>
  <Override PartName="/ppt/ink/ink2800.xml" ContentType="application/inkml+xml"/>
  <Override PartName="/ppt/ink/ink2801.xml" ContentType="application/inkml+xml"/>
  <Override PartName="/ppt/ink/ink2802.xml" ContentType="application/inkml+xml"/>
  <Override PartName="/ppt/ink/ink2803.xml" ContentType="application/inkml+xml"/>
  <Override PartName="/ppt/ink/ink2804.xml" ContentType="application/inkml+xml"/>
  <Override PartName="/ppt/ink/ink2805.xml" ContentType="application/inkml+xml"/>
  <Override PartName="/ppt/ink/ink2806.xml" ContentType="application/inkml+xml"/>
  <Override PartName="/ppt/ink/ink2807.xml" ContentType="application/inkml+xml"/>
  <Override PartName="/ppt/ink/ink2808.xml" ContentType="application/inkml+xml"/>
  <Override PartName="/ppt/ink/ink2809.xml" ContentType="application/inkml+xml"/>
  <Override PartName="/ppt/ink/ink2810.xml" ContentType="application/inkml+xml"/>
  <Override PartName="/ppt/ink/ink2811.xml" ContentType="application/inkml+xml"/>
  <Override PartName="/ppt/ink/ink2812.xml" ContentType="application/inkml+xml"/>
  <Override PartName="/ppt/ink/ink2813.xml" ContentType="application/inkml+xml"/>
  <Override PartName="/ppt/ink/ink2814.xml" ContentType="application/inkml+xml"/>
  <Override PartName="/ppt/ink/ink2815.xml" ContentType="application/inkml+xml"/>
  <Override PartName="/ppt/ink/ink2816.xml" ContentType="application/inkml+xml"/>
  <Override PartName="/ppt/ink/ink2817.xml" ContentType="application/inkml+xml"/>
  <Override PartName="/ppt/ink/ink2818.xml" ContentType="application/inkml+xml"/>
  <Override PartName="/ppt/ink/ink2819.xml" ContentType="application/inkml+xml"/>
  <Override PartName="/ppt/ink/ink2820.xml" ContentType="application/inkml+xml"/>
  <Override PartName="/ppt/ink/ink2821.xml" ContentType="application/inkml+xml"/>
  <Override PartName="/ppt/ink/ink2822.xml" ContentType="application/inkml+xml"/>
  <Override PartName="/ppt/ink/ink2823.xml" ContentType="application/inkml+xml"/>
  <Override PartName="/ppt/ink/ink2824.xml" ContentType="application/inkml+xml"/>
  <Override PartName="/ppt/ink/ink2825.xml" ContentType="application/inkml+xml"/>
  <Override PartName="/ppt/ink/ink2826.xml" ContentType="application/inkml+xml"/>
  <Override PartName="/ppt/ink/ink2827.xml" ContentType="application/inkml+xml"/>
  <Override PartName="/ppt/ink/ink2828.xml" ContentType="application/inkml+xml"/>
  <Override PartName="/ppt/ink/ink2829.xml" ContentType="application/inkml+xml"/>
  <Override PartName="/ppt/ink/ink2830.xml" ContentType="application/inkml+xml"/>
  <Override PartName="/ppt/ink/ink2831.xml" ContentType="application/inkml+xml"/>
  <Override PartName="/ppt/ink/ink2832.xml" ContentType="application/inkml+xml"/>
  <Override PartName="/ppt/ink/ink2833.xml" ContentType="application/inkml+xml"/>
  <Override PartName="/ppt/ink/ink2834.xml" ContentType="application/inkml+xml"/>
  <Override PartName="/ppt/ink/ink2835.xml" ContentType="application/inkml+xml"/>
  <Override PartName="/ppt/ink/ink2836.xml" ContentType="application/inkml+xml"/>
  <Override PartName="/ppt/ink/ink2837.xml" ContentType="application/inkml+xml"/>
  <Override PartName="/ppt/ink/ink2838.xml" ContentType="application/inkml+xml"/>
  <Override PartName="/ppt/ink/ink2839.xml" ContentType="application/inkml+xml"/>
  <Override PartName="/ppt/ink/ink2840.xml" ContentType="application/inkml+xml"/>
  <Override PartName="/ppt/ink/ink2841.xml" ContentType="application/inkml+xml"/>
  <Override PartName="/ppt/ink/ink2842.xml" ContentType="application/inkml+xml"/>
  <Override PartName="/ppt/ink/ink2843.xml" ContentType="application/inkml+xml"/>
  <Override PartName="/ppt/ink/ink2844.xml" ContentType="application/inkml+xml"/>
  <Override PartName="/ppt/ink/ink2845.xml" ContentType="application/inkml+xml"/>
  <Override PartName="/ppt/ink/ink2846.xml" ContentType="application/inkml+xml"/>
  <Override PartName="/ppt/ink/ink2847.xml" ContentType="application/inkml+xml"/>
  <Override PartName="/ppt/ink/ink2848.xml" ContentType="application/inkml+xml"/>
  <Override PartName="/ppt/ink/ink2849.xml" ContentType="application/inkml+xml"/>
  <Override PartName="/ppt/ink/ink2850.xml" ContentType="application/inkml+xml"/>
  <Override PartName="/ppt/ink/ink2851.xml" ContentType="application/inkml+xml"/>
  <Override PartName="/ppt/ink/ink2852.xml" ContentType="application/inkml+xml"/>
  <Override PartName="/ppt/ink/ink2853.xml" ContentType="application/inkml+xml"/>
  <Override PartName="/ppt/ink/ink2854.xml" ContentType="application/inkml+xml"/>
  <Override PartName="/ppt/ink/ink2855.xml" ContentType="application/inkml+xml"/>
  <Override PartName="/ppt/ink/ink2856.xml" ContentType="application/inkml+xml"/>
  <Override PartName="/ppt/ink/ink2857.xml" ContentType="application/inkml+xml"/>
  <Override PartName="/ppt/ink/ink2858.xml" ContentType="application/inkml+xml"/>
  <Override PartName="/ppt/ink/ink2859.xml" ContentType="application/inkml+xml"/>
  <Override PartName="/ppt/ink/ink2860.xml" ContentType="application/inkml+xml"/>
  <Override PartName="/ppt/ink/ink2861.xml" ContentType="application/inkml+xml"/>
  <Override PartName="/ppt/ink/ink2862.xml" ContentType="application/inkml+xml"/>
  <Override PartName="/ppt/ink/ink2863.xml" ContentType="application/inkml+xml"/>
  <Override PartName="/ppt/ink/ink2864.xml" ContentType="application/inkml+xml"/>
  <Override PartName="/ppt/ink/ink2865.xml" ContentType="application/inkml+xml"/>
  <Override PartName="/ppt/ink/ink2866.xml" ContentType="application/inkml+xml"/>
  <Override PartName="/ppt/ink/ink2867.xml" ContentType="application/inkml+xml"/>
  <Override PartName="/ppt/ink/ink2868.xml" ContentType="application/inkml+xml"/>
  <Override PartName="/ppt/ink/ink2869.xml" ContentType="application/inkml+xml"/>
  <Override PartName="/ppt/ink/ink2870.xml" ContentType="application/inkml+xml"/>
  <Override PartName="/ppt/ink/ink2871.xml" ContentType="application/inkml+xml"/>
  <Override PartName="/ppt/ink/ink2872.xml" ContentType="application/inkml+xml"/>
  <Override PartName="/ppt/ink/ink2873.xml" ContentType="application/inkml+xml"/>
  <Override PartName="/ppt/ink/ink2874.xml" ContentType="application/inkml+xml"/>
  <Override PartName="/ppt/ink/ink2875.xml" ContentType="application/inkml+xml"/>
  <Override PartName="/ppt/ink/ink2876.xml" ContentType="application/inkml+xml"/>
  <Override PartName="/ppt/ink/ink2877.xml" ContentType="application/inkml+xml"/>
  <Override PartName="/ppt/ink/ink2878.xml" ContentType="application/inkml+xml"/>
  <Override PartName="/ppt/ink/ink2879.xml" ContentType="application/inkml+xml"/>
  <Override PartName="/ppt/ink/ink2880.xml" ContentType="application/inkml+xml"/>
  <Override PartName="/ppt/ink/ink2881.xml" ContentType="application/inkml+xml"/>
  <Override PartName="/ppt/ink/ink2882.xml" ContentType="application/inkml+xml"/>
  <Override PartName="/ppt/ink/ink2883.xml" ContentType="application/inkml+xml"/>
  <Override PartName="/ppt/ink/ink2884.xml" ContentType="application/inkml+xml"/>
  <Override PartName="/ppt/ink/ink2885.xml" ContentType="application/inkml+xml"/>
  <Override PartName="/ppt/ink/ink2886.xml" ContentType="application/inkml+xml"/>
  <Override PartName="/ppt/ink/ink2887.xml" ContentType="application/inkml+xml"/>
  <Override PartName="/ppt/ink/ink2888.xml" ContentType="application/inkml+xml"/>
  <Override PartName="/ppt/ink/ink2889.xml" ContentType="application/inkml+xml"/>
  <Override PartName="/ppt/ink/ink2890.xml" ContentType="application/inkml+xml"/>
  <Override PartName="/ppt/ink/ink2891.xml" ContentType="application/inkml+xml"/>
  <Override PartName="/ppt/ink/ink2892.xml" ContentType="application/inkml+xml"/>
  <Override PartName="/ppt/ink/ink2893.xml" ContentType="application/inkml+xml"/>
  <Override PartName="/ppt/ink/ink2894.xml" ContentType="application/inkml+xml"/>
  <Override PartName="/ppt/ink/ink2895.xml" ContentType="application/inkml+xml"/>
  <Override PartName="/ppt/ink/ink2896.xml" ContentType="application/inkml+xml"/>
  <Override PartName="/ppt/ink/ink2897.xml" ContentType="application/inkml+xml"/>
  <Override PartName="/ppt/ink/ink2898.xml" ContentType="application/inkml+xml"/>
  <Override PartName="/ppt/ink/ink2899.xml" ContentType="application/inkml+xml"/>
  <Override PartName="/ppt/ink/ink2900.xml" ContentType="application/inkml+xml"/>
  <Override PartName="/ppt/ink/ink2901.xml" ContentType="application/inkml+xml"/>
  <Override PartName="/ppt/ink/ink2902.xml" ContentType="application/inkml+xml"/>
  <Override PartName="/ppt/ink/ink2903.xml" ContentType="application/inkml+xml"/>
  <Override PartName="/ppt/ink/ink2904.xml" ContentType="application/inkml+xml"/>
  <Override PartName="/ppt/ink/ink2905.xml" ContentType="application/inkml+xml"/>
  <Override PartName="/ppt/ink/ink2906.xml" ContentType="application/inkml+xml"/>
  <Override PartName="/ppt/ink/ink2907.xml" ContentType="application/inkml+xml"/>
  <Override PartName="/ppt/ink/ink2908.xml" ContentType="application/inkml+xml"/>
  <Override PartName="/ppt/ink/ink2909.xml" ContentType="application/inkml+xml"/>
  <Override PartName="/ppt/ink/ink2910.xml" ContentType="application/inkml+xml"/>
  <Override PartName="/ppt/ink/ink2911.xml" ContentType="application/inkml+xml"/>
  <Override PartName="/ppt/ink/ink2912.xml" ContentType="application/inkml+xml"/>
  <Override PartName="/ppt/ink/ink2913.xml" ContentType="application/inkml+xml"/>
  <Override PartName="/ppt/ink/ink2914.xml" ContentType="application/inkml+xml"/>
  <Override PartName="/ppt/ink/ink2915.xml" ContentType="application/inkml+xml"/>
  <Override PartName="/ppt/ink/ink2916.xml" ContentType="application/inkml+xml"/>
  <Override PartName="/ppt/ink/ink2917.xml" ContentType="application/inkml+xml"/>
  <Override PartName="/ppt/ink/ink2918.xml" ContentType="application/inkml+xml"/>
  <Override PartName="/ppt/ink/ink2919.xml" ContentType="application/inkml+xml"/>
  <Override PartName="/ppt/ink/ink2920.xml" ContentType="application/inkml+xml"/>
  <Override PartName="/ppt/ink/ink2921.xml" ContentType="application/inkml+xml"/>
  <Override PartName="/ppt/ink/ink2922.xml" ContentType="application/inkml+xml"/>
  <Override PartName="/ppt/ink/ink2923.xml" ContentType="application/inkml+xml"/>
  <Override PartName="/ppt/ink/ink2924.xml" ContentType="application/inkml+xml"/>
  <Override PartName="/ppt/ink/ink2925.xml" ContentType="application/inkml+xml"/>
  <Override PartName="/ppt/ink/ink2926.xml" ContentType="application/inkml+xml"/>
  <Override PartName="/ppt/ink/ink2927.xml" ContentType="application/inkml+xml"/>
  <Override PartName="/ppt/ink/ink2928.xml" ContentType="application/inkml+xml"/>
  <Override PartName="/ppt/ink/ink2929.xml" ContentType="application/inkml+xml"/>
  <Override PartName="/ppt/ink/ink2930.xml" ContentType="application/inkml+xml"/>
  <Override PartName="/ppt/ink/ink2931.xml" ContentType="application/inkml+xml"/>
  <Override PartName="/ppt/ink/ink2932.xml" ContentType="application/inkml+xml"/>
  <Override PartName="/ppt/ink/ink2933.xml" ContentType="application/inkml+xml"/>
  <Override PartName="/ppt/ink/ink2934.xml" ContentType="application/inkml+xml"/>
  <Override PartName="/ppt/ink/ink2935.xml" ContentType="application/inkml+xml"/>
  <Override PartName="/ppt/ink/ink2936.xml" ContentType="application/inkml+xml"/>
  <Override PartName="/ppt/ink/ink2937.xml" ContentType="application/inkml+xml"/>
  <Override PartName="/ppt/ink/ink2938.xml" ContentType="application/inkml+xml"/>
  <Override PartName="/ppt/ink/ink2939.xml" ContentType="application/inkml+xml"/>
  <Override PartName="/ppt/ink/ink2940.xml" ContentType="application/inkml+xml"/>
  <Override PartName="/ppt/ink/ink2941.xml" ContentType="application/inkml+xml"/>
  <Override PartName="/ppt/ink/ink2942.xml" ContentType="application/inkml+xml"/>
  <Override PartName="/ppt/ink/ink2943.xml" ContentType="application/inkml+xml"/>
  <Override PartName="/ppt/ink/ink2944.xml" ContentType="application/inkml+xml"/>
  <Override PartName="/ppt/ink/ink2945.xml" ContentType="application/inkml+xml"/>
  <Override PartName="/ppt/ink/ink2946.xml" ContentType="application/inkml+xml"/>
  <Override PartName="/ppt/ink/ink2947.xml" ContentType="application/inkml+xml"/>
  <Override PartName="/ppt/ink/ink2948.xml" ContentType="application/inkml+xml"/>
  <Override PartName="/ppt/ink/ink2949.xml" ContentType="application/inkml+xml"/>
  <Override PartName="/ppt/ink/ink2950.xml" ContentType="application/inkml+xml"/>
  <Override PartName="/ppt/ink/ink2951.xml" ContentType="application/inkml+xml"/>
  <Override PartName="/ppt/ink/ink2952.xml" ContentType="application/inkml+xml"/>
  <Override PartName="/ppt/ink/ink2953.xml" ContentType="application/inkml+xml"/>
  <Override PartName="/ppt/ink/ink2954.xml" ContentType="application/inkml+xml"/>
  <Override PartName="/ppt/ink/ink2955.xml" ContentType="application/inkml+xml"/>
  <Override PartName="/ppt/ink/ink2956.xml" ContentType="application/inkml+xml"/>
  <Override PartName="/ppt/ink/ink2957.xml" ContentType="application/inkml+xml"/>
  <Override PartName="/ppt/ink/ink2958.xml" ContentType="application/inkml+xml"/>
  <Override PartName="/ppt/ink/ink2959.xml" ContentType="application/inkml+xml"/>
  <Override PartName="/ppt/ink/ink2960.xml" ContentType="application/inkml+xml"/>
  <Override PartName="/ppt/ink/ink2961.xml" ContentType="application/inkml+xml"/>
  <Override PartName="/ppt/ink/ink2962.xml" ContentType="application/inkml+xml"/>
  <Override PartName="/ppt/ink/ink2963.xml" ContentType="application/inkml+xml"/>
  <Override PartName="/ppt/ink/ink2964.xml" ContentType="application/inkml+xml"/>
  <Override PartName="/ppt/ink/ink2965.xml" ContentType="application/inkml+xml"/>
  <Override PartName="/ppt/ink/ink2966.xml" ContentType="application/inkml+xml"/>
  <Override PartName="/ppt/ink/ink2967.xml" ContentType="application/inkml+xml"/>
  <Override PartName="/ppt/ink/ink2968.xml" ContentType="application/inkml+xml"/>
  <Override PartName="/ppt/ink/ink2969.xml" ContentType="application/inkml+xml"/>
  <Override PartName="/ppt/ink/ink2970.xml" ContentType="application/inkml+xml"/>
  <Override PartName="/ppt/ink/ink2971.xml" ContentType="application/inkml+xml"/>
  <Override PartName="/ppt/ink/ink2972.xml" ContentType="application/inkml+xml"/>
  <Override PartName="/ppt/ink/ink2973.xml" ContentType="application/inkml+xml"/>
  <Override PartName="/ppt/ink/ink2974.xml" ContentType="application/inkml+xml"/>
  <Override PartName="/ppt/ink/ink2975.xml" ContentType="application/inkml+xml"/>
  <Override PartName="/ppt/ink/ink2976.xml" ContentType="application/inkml+xml"/>
  <Override PartName="/ppt/ink/ink2977.xml" ContentType="application/inkml+xml"/>
  <Override PartName="/ppt/ink/ink2978.xml" ContentType="application/inkml+xml"/>
  <Override PartName="/ppt/ink/ink2979.xml" ContentType="application/inkml+xml"/>
  <Override PartName="/ppt/ink/ink2980.xml" ContentType="application/inkml+xml"/>
  <Override PartName="/ppt/ink/ink2981.xml" ContentType="application/inkml+xml"/>
  <Override PartName="/ppt/ink/ink2982.xml" ContentType="application/inkml+xml"/>
  <Override PartName="/ppt/ink/ink2983.xml" ContentType="application/inkml+xml"/>
  <Override PartName="/ppt/ink/ink2984.xml" ContentType="application/inkml+xml"/>
  <Override PartName="/ppt/ink/ink2985.xml" ContentType="application/inkml+xml"/>
  <Override PartName="/ppt/ink/ink2986.xml" ContentType="application/inkml+xml"/>
  <Override PartName="/ppt/ink/ink2987.xml" ContentType="application/inkml+xml"/>
  <Override PartName="/ppt/ink/ink2988.xml" ContentType="application/inkml+xml"/>
  <Override PartName="/ppt/ink/ink2989.xml" ContentType="application/inkml+xml"/>
  <Override PartName="/ppt/ink/ink2990.xml" ContentType="application/inkml+xml"/>
  <Override PartName="/ppt/ink/ink2991.xml" ContentType="application/inkml+xml"/>
  <Override PartName="/ppt/ink/ink2992.xml" ContentType="application/inkml+xml"/>
  <Override PartName="/ppt/ink/ink2993.xml" ContentType="application/inkml+xml"/>
  <Override PartName="/ppt/ink/ink2994.xml" ContentType="application/inkml+xml"/>
  <Override PartName="/ppt/ink/ink2995.xml" ContentType="application/inkml+xml"/>
  <Override PartName="/ppt/ink/ink2996.xml" ContentType="application/inkml+xml"/>
  <Override PartName="/ppt/ink/ink2997.xml" ContentType="application/inkml+xml"/>
  <Override PartName="/ppt/ink/ink2998.xml" ContentType="application/inkml+xml"/>
  <Override PartName="/ppt/ink/ink2999.xml" ContentType="application/inkml+xml"/>
  <Override PartName="/ppt/ink/ink3000.xml" ContentType="application/inkml+xml"/>
  <Override PartName="/ppt/ink/ink3001.xml" ContentType="application/inkml+xml"/>
  <Override PartName="/ppt/ink/ink3002.xml" ContentType="application/inkml+xml"/>
  <Override PartName="/ppt/ink/ink3003.xml" ContentType="application/inkml+xml"/>
  <Override PartName="/ppt/ink/ink3004.xml" ContentType="application/inkml+xml"/>
  <Override PartName="/ppt/ink/ink3005.xml" ContentType="application/inkml+xml"/>
  <Override PartName="/ppt/ink/ink3006.xml" ContentType="application/inkml+xml"/>
  <Override PartName="/ppt/ink/ink3007.xml" ContentType="application/inkml+xml"/>
  <Override PartName="/ppt/ink/ink3008.xml" ContentType="application/inkml+xml"/>
  <Override PartName="/ppt/ink/ink3009.xml" ContentType="application/inkml+xml"/>
  <Override PartName="/ppt/ink/ink3010.xml" ContentType="application/inkml+xml"/>
  <Override PartName="/ppt/ink/ink3011.xml" ContentType="application/inkml+xml"/>
  <Override PartName="/ppt/ink/ink3012.xml" ContentType="application/inkml+xml"/>
  <Override PartName="/ppt/ink/ink3013.xml" ContentType="application/inkml+xml"/>
  <Override PartName="/ppt/ink/ink3014.xml" ContentType="application/inkml+xml"/>
  <Override PartName="/ppt/ink/ink3015.xml" ContentType="application/inkml+xml"/>
  <Override PartName="/ppt/ink/ink3016.xml" ContentType="application/inkml+xml"/>
  <Override PartName="/ppt/ink/ink3017.xml" ContentType="application/inkml+xml"/>
  <Override PartName="/ppt/ink/ink3018.xml" ContentType="application/inkml+xml"/>
  <Override PartName="/ppt/ink/ink3019.xml" ContentType="application/inkml+xml"/>
  <Override PartName="/ppt/ink/ink3020.xml" ContentType="application/inkml+xml"/>
  <Override PartName="/ppt/ink/ink3021.xml" ContentType="application/inkml+xml"/>
  <Override PartName="/ppt/ink/ink3022.xml" ContentType="application/inkml+xml"/>
  <Override PartName="/ppt/ink/ink3023.xml" ContentType="application/inkml+xml"/>
  <Override PartName="/ppt/ink/ink3024.xml" ContentType="application/inkml+xml"/>
  <Override PartName="/ppt/ink/ink3025.xml" ContentType="application/inkml+xml"/>
  <Override PartName="/ppt/ink/ink3026.xml" ContentType="application/inkml+xml"/>
  <Override PartName="/ppt/ink/ink3027.xml" ContentType="application/inkml+xml"/>
  <Override PartName="/ppt/ink/ink3028.xml" ContentType="application/inkml+xml"/>
  <Override PartName="/ppt/ink/ink3029.xml" ContentType="application/inkml+xml"/>
  <Override PartName="/ppt/ink/ink3030.xml" ContentType="application/inkml+xml"/>
  <Override PartName="/ppt/ink/ink3031.xml" ContentType="application/inkml+xml"/>
  <Override PartName="/ppt/ink/ink3032.xml" ContentType="application/inkml+xml"/>
  <Override PartName="/ppt/ink/ink3033.xml" ContentType="application/inkml+xml"/>
  <Override PartName="/ppt/ink/ink3034.xml" ContentType="application/inkml+xml"/>
  <Override PartName="/ppt/ink/ink3035.xml" ContentType="application/inkml+xml"/>
  <Override PartName="/ppt/ink/ink3036.xml" ContentType="application/inkml+xml"/>
  <Override PartName="/ppt/ink/ink3037.xml" ContentType="application/inkml+xml"/>
  <Override PartName="/ppt/ink/ink3038.xml" ContentType="application/inkml+xml"/>
  <Override PartName="/ppt/ink/ink3039.xml" ContentType="application/inkml+xml"/>
  <Override PartName="/ppt/ink/ink3040.xml" ContentType="application/inkml+xml"/>
  <Override PartName="/ppt/ink/ink3041.xml" ContentType="application/inkml+xml"/>
  <Override PartName="/ppt/ink/ink3042.xml" ContentType="application/inkml+xml"/>
  <Override PartName="/ppt/ink/ink3043.xml" ContentType="application/inkml+xml"/>
  <Override PartName="/ppt/ink/ink3044.xml" ContentType="application/inkml+xml"/>
  <Override PartName="/ppt/ink/ink3045.xml" ContentType="application/inkml+xml"/>
  <Override PartName="/ppt/ink/ink3046.xml" ContentType="application/inkml+xml"/>
  <Override PartName="/ppt/ink/ink3047.xml" ContentType="application/inkml+xml"/>
  <Override PartName="/ppt/ink/ink3048.xml" ContentType="application/inkml+xml"/>
  <Override PartName="/ppt/ink/ink3049.xml" ContentType="application/inkml+xml"/>
  <Override PartName="/ppt/ink/ink3050.xml" ContentType="application/inkml+xml"/>
  <Override PartName="/ppt/ink/ink3051.xml" ContentType="application/inkml+xml"/>
  <Override PartName="/ppt/ink/ink3052.xml" ContentType="application/inkml+xml"/>
  <Override PartName="/ppt/ink/ink3053.xml" ContentType="application/inkml+xml"/>
  <Override PartName="/ppt/ink/ink3054.xml" ContentType="application/inkml+xml"/>
  <Override PartName="/ppt/ink/ink3055.xml" ContentType="application/inkml+xml"/>
  <Override PartName="/ppt/ink/ink3056.xml" ContentType="application/inkml+xml"/>
  <Override PartName="/ppt/ink/ink3057.xml" ContentType="application/inkml+xml"/>
  <Override PartName="/ppt/ink/ink3058.xml" ContentType="application/inkml+xml"/>
  <Override PartName="/ppt/ink/ink3059.xml" ContentType="application/inkml+xml"/>
  <Override PartName="/ppt/ink/ink3060.xml" ContentType="application/inkml+xml"/>
  <Override PartName="/ppt/ink/ink3061.xml" ContentType="application/inkml+xml"/>
  <Override PartName="/ppt/ink/ink3062.xml" ContentType="application/inkml+xml"/>
  <Override PartName="/ppt/ink/ink3063.xml" ContentType="application/inkml+xml"/>
  <Override PartName="/ppt/ink/ink3064.xml" ContentType="application/inkml+xml"/>
  <Override PartName="/ppt/ink/ink3065.xml" ContentType="application/inkml+xml"/>
  <Override PartName="/ppt/ink/ink3066.xml" ContentType="application/inkml+xml"/>
  <Override PartName="/ppt/ink/ink3067.xml" ContentType="application/inkml+xml"/>
  <Override PartName="/ppt/ink/ink3068.xml" ContentType="application/inkml+xml"/>
  <Override PartName="/ppt/ink/ink3069.xml" ContentType="application/inkml+xml"/>
  <Override PartName="/ppt/ink/ink3070.xml" ContentType="application/inkml+xml"/>
  <Override PartName="/ppt/ink/ink3071.xml" ContentType="application/inkml+xml"/>
  <Override PartName="/ppt/ink/ink3072.xml" ContentType="application/inkml+xml"/>
  <Override PartName="/ppt/ink/ink3073.xml" ContentType="application/inkml+xml"/>
  <Override PartName="/ppt/ink/ink3074.xml" ContentType="application/inkml+xml"/>
  <Override PartName="/ppt/ink/ink3075.xml" ContentType="application/inkml+xml"/>
  <Override PartName="/ppt/ink/ink3076.xml" ContentType="application/inkml+xml"/>
  <Override PartName="/ppt/ink/ink3077.xml" ContentType="application/inkml+xml"/>
  <Override PartName="/ppt/ink/ink3078.xml" ContentType="application/inkml+xml"/>
  <Override PartName="/ppt/ink/ink3079.xml" ContentType="application/inkml+xml"/>
  <Override PartName="/ppt/ink/ink3080.xml" ContentType="application/inkml+xml"/>
  <Override PartName="/ppt/ink/ink3081.xml" ContentType="application/inkml+xml"/>
  <Override PartName="/ppt/ink/ink3082.xml" ContentType="application/inkml+xml"/>
  <Override PartName="/ppt/ink/ink3083.xml" ContentType="application/inkml+xml"/>
  <Override PartName="/ppt/ink/ink3084.xml" ContentType="application/inkml+xml"/>
  <Override PartName="/ppt/ink/ink3085.xml" ContentType="application/inkml+xml"/>
  <Override PartName="/ppt/ink/ink3086.xml" ContentType="application/inkml+xml"/>
  <Override PartName="/ppt/ink/ink3087.xml" ContentType="application/inkml+xml"/>
  <Override PartName="/ppt/ink/ink3088.xml" ContentType="application/inkml+xml"/>
  <Override PartName="/ppt/ink/ink3089.xml" ContentType="application/inkml+xml"/>
  <Override PartName="/ppt/ink/ink3090.xml" ContentType="application/inkml+xml"/>
  <Override PartName="/ppt/ink/ink3091.xml" ContentType="application/inkml+xml"/>
  <Override PartName="/ppt/ink/ink3092.xml" ContentType="application/inkml+xml"/>
  <Override PartName="/ppt/ink/ink3093.xml" ContentType="application/inkml+xml"/>
  <Override PartName="/ppt/ink/ink3094.xml" ContentType="application/inkml+xml"/>
  <Override PartName="/ppt/ink/ink3095.xml" ContentType="application/inkml+xml"/>
  <Override PartName="/ppt/ink/ink3096.xml" ContentType="application/inkml+xml"/>
  <Override PartName="/ppt/ink/ink3097.xml" ContentType="application/inkml+xml"/>
  <Override PartName="/ppt/ink/ink3098.xml" ContentType="application/inkml+xml"/>
  <Override PartName="/ppt/ink/ink3099.xml" ContentType="application/inkml+xml"/>
  <Override PartName="/ppt/ink/ink3100.xml" ContentType="application/inkml+xml"/>
  <Override PartName="/ppt/ink/ink3101.xml" ContentType="application/inkml+xml"/>
  <Override PartName="/ppt/ink/ink3102.xml" ContentType="application/inkml+xml"/>
  <Override PartName="/ppt/ink/ink310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86" r:id="rId14"/>
    <p:sldId id="287" r:id="rId15"/>
    <p:sldId id="28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94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08.464"/>
    </inkml:context>
    <inkml:brush xml:id="br0">
      <inkml:brushProperty name="width" value="0.035" units="cm"/>
      <inkml:brushProperty name="height" value="0.035" units="cm"/>
    </inkml:brush>
  </inkml:definitions>
  <inkml:trace contextRef="#ctx0" brushRef="#br0">786 35 8009,'-9'-2'659,"7"2"-435,-1 0 0,1-1-1,0 1 1,-1-1-1,1 0 1,0 0-1,0 0 1,0 0 0,0 0-1,0 0 1,0 0-1,0-1 1,0 1 0,0-1-1,-2-2 1,3 3 30,-1-1 1,0 1-1,0-1 1,0 1-1,0 0 1,0 0 0,0 0-1,-1 0 1,1 0-1,0 1 1,0-1-1,-1 0 1,1 1-1,0 0 1,-1 0-1,-3 0 1,-44 3 2238,40-2-1941,-8 2-28,-1 0 0,1 2 0,-1 0 0,2 1 0,-1 1 0,1 1 0,0 0 0,-17 12 0,9-4 36,0 2 0,1 1 0,1 0 0,-29 33 0,35-31-284,0 1 0,2 1-1,0 0 1,2 2-1,-14 31 1,-41 133 631,28-54-389,6 2 0,-29 255 1,60-351-482,1 0 1,2 0 0,2 1 0,2-1 0,2 0 0,1-1 0,2 0 0,15 40-1,-16-60-26,0 0 0,1-1-1,0 0 1,2-1-1,0 0 1,2 0-1,0-1 1,0-1-1,2 0 1,0-1-1,0-1 1,1 0 0,1-1-1,1-1 1,0-1-1,0 0 1,25 10-1,-15-11-25,0-2 0,0 0 0,1-2 0,0-1 1,0-1-1,0-2 0,0-1 0,0-1 0,46-6 0,-24-1-10,0-3 0,-1-2 1,0-2-1,73-32 1,-94 32 19,0 0 0,-1-2 0,0-2 1,-2 0-1,0-2 0,-1 0 1,-1-2-1,-1-1 0,-1-1 1,21-29-1,-21 21-5,0-2 0,-2 0 0,-2-1 0,-1 0 0,-2-2 0,-2 0-1,18-75 1,-24 73 0,-1 0 1,-2 1-1,-2-2 0,-2 1 0,-1 0 0,-2 0 0,-2 0 0,-9-38 0,6 46 3,-1 0 0,-2 1 0,-1 0 0,-1 1 0,-1 1 0,-2 0 0,0 1-1,-2 0 1,-2 2 0,-27-30 0,18 26 18,-2 2-1,-1 1 1,-1 1-1,-1 1 0,-60-30 1,65 40-237,0 1 0,0 2-1,-1 1 1,-1 1 0,0 1 0,0 2 0,-63-4-1,76 10-366,1 2 0,-1 0 0,0 0 0,0 2 0,-22 7 0,14-2-1905,1 1 1,-34 18-1,53-25 1442,0 0 0,0 1 1,1-1-1,0 1 0,-7 7 1,-8 17-8037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09.322"/>
    </inkml:context>
    <inkml:brush xml:id="br0">
      <inkml:brushProperty name="width" value="0.035" units="cm"/>
      <inkml:brushProperty name="height" value="0.035" units="cm"/>
    </inkml:brush>
  </inkml:definitions>
  <inkml:trace contextRef="#ctx0" brushRef="#br0">133 455 6201,'-8'-14'1974,"0"-1"1,0 2-1,-1-1 1,-1 1 0,-14-15-1,-28-42 5760,50 68-7351,1 0 0,-1 0 1,1 0-1,0 0 0,0-1 1,-1 1-1,1-1 0,1 1 1,-2-4 847,22 68-903,11 65 0,-18-69 214,36 101-1,-42-141-484,1 0-1,0-1 1,2-1-1,0 1 1,1-2-1,0 1 1,2-1-1,-1-1 1,27 22-1,-35-34-56,0 0 0,0 0 0,0 0 0,1 0 0,-1-1 0,1 0 0,-1 0 0,1 0 0,-1-1 0,1 1 0,0-1 0,-1 0 0,1 0 0,7-2 0,-10 2 0,2-1 0,0 0 0,0 0 0,0 0 0,-1-1 0,1 1 0,0-1 0,-1 0 0,1 0 0,-1 0 0,0 0 0,0-1 0,0 0 0,0 1 0,4-5 0,1-3 0,0-1 0,13-20 0,-8 8-70,-2 0 0,-1-1 0,0 0 0,11-50-1,10-106-750,-22 118 235,25-100 0,-21 105-1244,-9 37 432,11-36 1,2 23-3092,8 5-3765,-9 16-1817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09.679"/>
    </inkml:context>
    <inkml:brush xml:id="br0">
      <inkml:brushProperty name="width" value="0.035" units="cm"/>
      <inkml:brushProperty name="height" value="0.035" units="cm"/>
    </inkml:brush>
  </inkml:definitions>
  <inkml:trace contextRef="#ctx0" brushRef="#br0">113 236 8817,'0'1'107,"1"-1"-1,-1 1 1,1-1 0,-1 0 0,1 1-1,-1-1 1,1 1 0,-1-1 0,1 0-1,-1 1 1,1-1 0,-1 0-1,1 0 1,0 1 0,-1-1 0,1 0-1,0 0 1,-1 0 0,1 0 0,-1 0-1,1 0 1,0 0 0,-1 0 0,1 0-1,0 0 1,-1 0 0,1 0 0,-1 0-1,1-1 1,0 1 0,-1 0 0,1 0-1,-1-1 1,1 1 0,-1 0 0,1-1-1,-1 1 1,1 0 0,-1-1 0,1 1-1,-1-1 1,1 1 0,-1-1 0,0 1-1,1-1 1,0-1 0,5-3 3364,-4-1-2972,1 1 0,-1 1 0,1-1 0,1 0 0,-1 1 0,6-7 0,1 0 73,0 0 1,-1 0-1,15-25 1,-22 32-498,0 0 0,0-1 0,0 1 0,0-1 1,-1 1-1,1-1 0,-1 1 0,0-1 0,-1 0 0,1 1 0,-1-1 0,0 0 0,0 0 1,0 1-1,-1-1 0,-1-4 0,2 7-47,-1 0-1,1 0 1,-1 0 0,0 0 0,1 0 0,-1 1 0,0-1-1,0 0 1,-1 1 0,1-1 0,0 1 0,0-1-1,-1 1 1,1 0 0,-1-1 0,1 1 0,-1 0-1,1 0 1,-1 0 0,0 0 0,0 0 0,0 1-1,1-1 1,-1 1 0,0-1 0,0 1 0,0-1-1,0 1 1,0 0 0,0 0 0,0 0 0,0 0-1,0 0 1,0 0 0,1 1 0,-1-1 0,0 1-1,0-1 1,0 1 0,-2 1 0,-3 1 38,0 0 0,0 0 0,1 1 0,-1 0 1,1 0-1,0 0 0,0 1 0,-9 9 0,3 0 19,1 1-1,0-1 1,1 2-1,1-1 1,0 1-1,2 1 1,0 0-1,0 0 1,2 0-1,0 1 1,1-1-1,-3 30 1,6-37-96,0 1-1,1 0 1,1 0 0,0-1 0,0 1 0,1 0 0,0-1-1,1 0 1,0 1 0,1-1 0,0 0 0,0-1 0,1 1-1,0-1 1,1 0 0,0 0 0,1 0 0,-1-1-1,2 0 1,-1-1 0,1 1 0,9 6 0,1-2-361,-1-1 1,1-1 0,1 0-1,0-2 1,0 0 0,1-1-1,0-1 1,0 0-1,1-2 1,22 2 0,-15-3-1109,1-2 1,39-4 0,-29-1-2584,49-12 0,-40 4-3246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09.967"/>
    </inkml:context>
    <inkml:brush xml:id="br0">
      <inkml:brushProperty name="width" value="0.035" units="cm"/>
      <inkml:brushProperty name="height" value="0.035" units="cm"/>
    </inkml:brush>
  </inkml:definitions>
  <inkml:trace contextRef="#ctx0" brushRef="#br0">10 161 8877,'-8'-38'2147,"7"30"5931,5 8-7152,4 0-767,0 1-1,-1-1 1,1 2 0,0-1-1,0 1 1,-1 0 0,0 1 0,1-1-1,-1 2 1,0-1 0,0 1-1,0 0 1,-1 0 0,0 1 0,1 0-1,4 5 1,-1 0-148,-1 0 0,0 1 0,0 0-1,-1 0 1,-1 0 0,0 1 0,-1 1 0,0-1 0,0 1-1,-2 0 1,1 0 0,-2 0 0,0 1 0,0-1 0,-1 1-1,-1 0 1,-1-1 0,0 1 0,-2 18 0,-4 7-74,-24 122-287,29-157 503,2-9-24,10-34-9,1 0-1,25-54 1,45-76-1211,-65 136 506,51-90-2903,-15 45-2782,-3 20-2483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0.821"/>
    </inkml:context>
    <inkml:brush xml:id="br0">
      <inkml:brushProperty name="width" value="0.035" units="cm"/>
      <inkml:brushProperty name="height" value="0.035" units="cm"/>
    </inkml:brush>
  </inkml:definitions>
  <inkml:trace contextRef="#ctx0" brushRef="#br0">468 998 6597,'11'-56'2887,"-7"31"-1091,1 1 0,16-44 1,6 3 538,24-87 1,-43 121-1959,-2 0 0,0 0 0,-2 0 0,-2-1-1,-1-39 1,-5 12 202,-1 0-1,-4 0 0,-29-106 0,38 162-539,-1 1 1,1 0-1,-1 0 0,0 0 0,1 0 0,-1 0 1,0 0-1,0 0 0,-1 0 0,1 0 1,0 0-1,-1 1 0,1-1 0,-1 1 0,1-1 1,-1 1-1,0-1 0,1 1 0,-5-2 0,4 2-7,1 1-1,-1 0 0,1 1 0,-1-1 0,1 0 0,0 0 0,-1 1 1,1-1-1,-1 0 0,1 1 0,0 0 0,-1-1 0,1 1 0,0 0 1,0-1-1,-1 1 0,1 0 0,0 0 0,0 0 0,0 0 0,0 0 0,-1 2 1,-6 8 153,0 0 0,1 0 1,0 1-1,1 0 1,-6 15-1,-4 15 211,3 1-1,1 0 1,-7 50-1,-9 141 584,18-140-610,-55 705 1007,59-713-1289,-7 110 83,-27 513 17,39-678-212,-1 191-261,4-176 45,2 0-1,17 78 1,-19-115 139,0 0-1,1 0 1,1 0 0,-1-1-1,1 1 1,1-1 0,0 0-1,0 0 1,0 0-1,1-1 1,0 0 0,0 0-1,10 8 1,-9-11-13,-1 1 0,1-1 0,0-1 0,0 1 0,1-1-1,-1 0 1,1-1 0,-1 0 0,1 0 0,0 0 0,0-1 0,0 0 0,-1-1 0,1 0 0,0 0 0,8-2-1,0 0 3,-1-1 0,0-1-1,0 0 1,0-1 0,-1-1-1,1 0 1,-1-1 0,-1-1-1,1 0 1,-1-1 0,-1 0-1,0-1 1,0 0 0,-1-1-1,0 0 1,-1-1-1,16-23 1,-17 22 74,0-1 0,-1 0-1,-1-1 1,-1 1 0,0-1 0,0-1-1,-2 1 1,0-1 0,-1 0 0,0 0-1,-1 0 1,-1 0 0,-1 0 0,0 0-1,-1 0 1,-1 0 0,-4-20 0,-3 6-2,-2 0 0,0 1 0,-3 1 0,0 0 0,-1 0 0,-25-31 0,-7-3-84,-76-78 0,-15 2-7,40 42-127,-112-144-1,204 233 198,1 0-1,1 0 1,-1-1 0,1 0-1,0 0 1,1 0-1,0 0 1,0-1 0,-1-8-1,3 12 20,1 0 0,0 1 0,0-1 0,0 0 0,0 0 0,1 0-1,-1 1 1,1-1 0,0 0 0,1 1 0,-1-1 0,1 1 0,0-1 0,0 1 0,1 0 0,-1-1 0,1 1-1,5-6 1,4-1-70,0-1-1,0 2 1,1-1-1,1 2 1,-1 0 0,2 1-1,17-9 1,112-40-406,-139 56 507,805-250-788,-784 243 808,-11 3-5,0 1 1,0 0-1,0 1 0,1 0 1,-1 2-1,1 0 0,18 1 1,-33 0-4,1 0 1,-1 0 0,1 0-1,-1 0 1,1 1 0,-1-1-1,0 1 1,1-1 0,-1 1-1,1-1 1,-1 1 0,0 0-1,0 0 1,1 0 0,-1 0-1,0-1 1,0 2-1,0-1 1,0 0 0,0 0-1,0 0 1,0 0 0,-1 1-1,1-1 1,0 0 0,-1 1-1,1-1 1,-1 0 0,1 1-1,-1-1 1,1 1 0,-1-1-1,0 1 1,0-1 0,0 1-1,0-1 1,0 3 0,-2 6-2,1 0 1,-1 0 0,-1-1 0,-6 17-1,4-12 23,-11 35-767,-18 97-1,31-120-1272,0-1 0,2 0-1,2 30 1,4-16-4955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0.978"/>
    </inkml:context>
    <inkml:brush xml:id="br0">
      <inkml:brushProperty name="width" value="0.035" units="cm"/>
      <inkml:brushProperty name="height" value="0.035" units="cm"/>
    </inkml:brush>
  </inkml:definitions>
  <inkml:trace contextRef="#ctx0" brushRef="#br0">42 75 7729,'-32'-28'2076,"23"16"800,12-5-1824,0 0 456,23 23-1816,-4-1-616,0 7-356,16 8-2432,-9 0-2321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1.224"/>
    </inkml:context>
    <inkml:brush xml:id="br0">
      <inkml:brushProperty name="width" value="0.035" units="cm"/>
      <inkml:brushProperty name="height" value="0.035" units="cm"/>
    </inkml:brush>
  </inkml:definitions>
  <inkml:trace contextRef="#ctx0" brushRef="#br0">105 0 12197,'24'17'2258,"-19"-14"3049,-12 13-2984,1-5-1869,-4 18 535,2 0-1,-8 51 0,2-9-271,-4 7-512,4 0 0,-5 91 0,9-21-1241,-1 196-5003,13-291 4343,3 46-5959,0-64 229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1.444"/>
    </inkml:context>
    <inkml:brush xml:id="br0">
      <inkml:brushProperty name="width" value="0.035" units="cm"/>
      <inkml:brushProperty name="height" value="0.035" units="cm"/>
    </inkml:brush>
  </inkml:definitions>
  <inkml:trace contextRef="#ctx0" brushRef="#br0">6 323 8669,'-1'-3'248,"0"1"-1,0-1 1,1 0 0,-1 0 0,1 0 0,-1 0-1,1 0 1,0-1 0,0 1 0,0 0 0,0 0 0,1 0-1,1-6 1,0 6-82,0-1 0,0 0 0,1 1 0,0-1-1,-1 1 1,1 0 0,0 0 0,1 0 0,3-3 0,5-3 93,0 0 0,1 1 0,0 1 1,1 0-1,-1 0 0,19-4 1,90-23 409,-88 25-476,77-15-20,127-12 0,116 7-1346,-212 20 445,-52 1 108,90-4-3331,-179 12 3795,0 0 0,0 0-1,0 0 1,-1 0 0,1 0-1,0 0 1,0-1 0,0 1 0,0 0-1,-1-1 1,1 1 0,0 0-1,0-1 1,-1 1 0,1-1 0,0 1-1,-1-1 1,1 0 0,0 1-1,0-2 1,2-1-651,10-6-2468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1.845"/>
    </inkml:context>
    <inkml:brush xml:id="br0">
      <inkml:brushProperty name="width" value="0.035" units="cm"/>
      <inkml:brushProperty name="height" value="0.035" units="cm"/>
    </inkml:brush>
  </inkml:definitions>
  <inkml:trace contextRef="#ctx0" brushRef="#br0">245 0 9385,'0'0'9663,"-1"3"-8443,-104 277 5962,71-156-7515,-29 191-1,34-70-3874,19-81-6306,8-123 1437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2.110"/>
    </inkml:context>
    <inkml:brush xml:id="br0">
      <inkml:brushProperty name="width" value="0.035" units="cm"/>
      <inkml:brushProperty name="height" value="0.035" units="cm"/>
    </inkml:brush>
  </inkml:definitions>
  <inkml:trace contextRef="#ctx0" brushRef="#br0">15 128 6973,'0'0'101,"-1"1"1,0-1-1,1 0 1,-1 0-1,1 0 1,-1 0-1,0 0 1,1 0-1,-1 0 1,0 0-1,1 0 1,-1 0-1,0 0 1,1 0-1,-1 0 1,0 0-1,1-1 1,-1 1-1,1 0 1,-1 0 0,1-1-1,-2 1 1,9-10 2220,-3 7-1895,1 0 1,-1 0-1,1 0 1,0 0 0,9-2-1,64-16 1693,113-15 0,86 7-1184,-267 28-905,193-9 330,-177 11-312,-1 0 0,0 2 0,1 0 0,-1 2 0,46 15 0,-66-18-30,0 0 0,0 1 0,0 0 1,0 0-1,0 0 0,0 1 0,-1 0 1,1 0-1,-1 0 0,0 0 1,-1 0-1,1 1 0,-1 0 0,0 0 1,0 0-1,0 0 0,3 9 0,-3-5-244,0-1-1,-1 0 1,-1 1-1,0-1 1,0 1-1,0-1 1,-1 1-1,0-1 0,-1 1 1,-2 14-1,-9 58-8418,11-60 2350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2.251"/>
    </inkml:context>
    <inkml:brush xml:id="br0">
      <inkml:brushProperty name="width" value="0.035" units="cm"/>
      <inkml:brushProperty name="height" value="0.035" units="cm"/>
    </inkml:brush>
  </inkml:definitions>
  <inkml:trace contextRef="#ctx0" brushRef="#br0">1 72 8665,'6'-43'1368,"-3"23"1136,13 15-2824,3 2-288,-3 11-552,9 7-1956,-9 8-1233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3.141"/>
    </inkml:context>
    <inkml:brush xml:id="br0">
      <inkml:brushProperty name="width" value="0.035" units="cm"/>
      <inkml:brushProperty name="height" value="0.035" units="cm"/>
    </inkml:brush>
  </inkml:definitions>
  <inkml:trace contextRef="#ctx0" brushRef="#br0">18 278 6241,'-2'-1'745,"1"-1"1,-1 0 0,0 1 0,0-1-1,1 0 1,0 0 0,-1 0-1,1 0 1,-2-4 0,3 5-522,1 1 1,-1-1-1,1 0 0,-1 1 0,1-1 1,0 0-1,-1 1 0,1-1 1,0 1-1,0-1 0,-1 1 0,1-1 1,0 1-1,0-1 0,0 1 1,0 0-1,-1 0 0,1-1 1,0 1-1,0 0 0,0 0 0,0 0 1,0 0-1,0 0 0,0 0 1,-1 0-1,1 0 0,0 0 0,0 1 1,0-1-1,0 0 0,0 1 1,0-1-1,13 16 2950,-9 1-4393,0 10 1302,36 156 6,-40-179-91,1 0-1,-1-1 0,0 1 0,1 0 0,0-1 0,0 0 0,0 1 0,0-1 0,0 0 0,1 0 0,0 0 0,-1-1 0,6 5 0,-7-6 2,0-1 0,0 1 0,0-1 0,0 0 0,0 1 1,0-1-1,0 0 0,0 0 0,0 0 0,0 0 0,1 0 1,-1 0-1,0 0 0,0 0 0,0 0 0,0 0 0,0-1 1,0 1-1,1-1 0,2 0 0,2 1 18,0-2 0,0 1 0,1-1 0,-1 1 0,0-2 0,-1 1 0,1-1 0,0 0 0,7-5 0,49-40-10,-21 15 22,-8 10 22,0 2 1,1 1-1,0 1 0,46-17 0,-74 34-46,-1 0-1,1 0 0,0 1 1,0 0-1,0 0 0,0 0 1,0 1-1,0 0 0,0 0 1,0 0-1,-1 1 0,1 0 1,0 0-1,0 0 0,0 1 1,-1 0-1,1 0 0,-1 1 1,1-1-1,5 5 1,4 4-3,-1 1 1,-1 0 0,0 1 0,-1 0 0,13 17 0,10 11 60,-11-12-95,-14-17 54,-1-1 1,1 0 0,16 12 0,-21-19-18,0-1 0,0 0 0,1 0 0,-1 0 0,1 0 0,-1-1 1,1 0-1,0 0 0,0-1 0,0 0 0,12 1 0,0-1 5,1-1-1,-1-1 1,1 0 0,-1-2-1,1 0 1,-1-1 0,0-1-1,27-11 1,-19 4-21,0-2 0,0 0-1,-2-2 1,1-1 0,34-31 0,-28 18-6,-1-2-1,-2-1 1,27-40 0,-41 53 2,7-8-7,-2 0-1,-1-1 1,-2-1-1,15-36 1,-30 64 17,0 1 0,0-1 0,-1 0 1,1 0-1,-1 0 0,0 0 1,1 0-1,-1 0 0,0 0 1,0 0-1,0 0 0,0 0 1,-1 0-1,1 0 0,-1 0 1,1 0-1,-2-3 0,1 4 4,0-1 0,0 1 0,0 0 0,0 0 0,0 0-1,0 1 1,0-1 0,0 0 0,0 0 0,0 0 0,-1 1 0,1-1-1,0 1 1,-1-1 0,1 1 0,0-1 0,-1 1 0,1 0 0,-2-1-1,-3 1-4,1 0-1,-1 0 0,1 1 0,0 0 1,-1 0-1,1 0 0,0 0 0,0 1 1,-1 0-1,1 0 0,-6 4 1,-10 6-163,1 0 0,0 2 1,1 1-1,1 0 1,0 1-1,-26 33 1,38-42 38,1 0 0,0 0 0,0 1 0,1 0 0,0 0 0,0 0 0,1 0 0,0 1 1,1-1-1,0 1 0,0-1 0,0 1 0,1 0 0,1 0 0,0 0 0,0 0 0,0 0 0,1 0 1,1-1-1,-1 1 0,4 9 0,-3-13 45,0-1 0,1 1 0,-1-1 0,1 1 0,0-1 0,0 0 0,1 0 0,-1 0-1,1-1 1,-1 1 0,1-1 0,1 0 0,-1 0 0,0 0 0,1 0 0,-1-1 0,1 0 0,0 0 0,0 0 0,-1 0 0,1-1 0,0 0 0,1 0 0,-1 0 0,6-1 0,-3 1 106,-1-1 0,1 0 0,-1 0 0,1 0 0,-1-1 0,1 0 0,-1-1 0,0 0 0,0 0 1,0-1-1,0 1 0,0-1 0,0-1 0,-1 0 0,1 0 0,8-7 0,-10 6 133,-1 0 0,0 0-1,0-1 1,0 1 0,-1-1 0,1 0 0,-1 0-1,-1 0 1,1 0 0,-1 0 0,0-1 0,-1 1-1,0-1 1,1-13 0,-1 0 414,-2-1-1,0 0 1,-6-28 0,7 46-304,-23-15 891,19 76-658,2 1-1,11 116 1,37 120 134,7 93-933,-48-283-153,-5 0-1,-12 107 1,8-182 363,-2-1 1,-1 0-1,-1 0 0,-16 38 1,16-49 52,0-1 0,-1 0 0,-1-1 0,-1 0 0,0 0 0,-1-1 0,-25 25 0,30-34 53,0-1 0,-1 1 0,1-1 0,-1-1 1,0 1-1,0-1 0,-1-1 0,1 1 0,-1-2 0,0 1 0,1-1 0,-1 0 1,0-1-1,0 0 0,0 0 0,-1-1 0,1 0 0,0-1 0,0 0 1,0 0-1,0-1 0,-13-5 0,8 3 167,1-2 0,0 0 0,0 0 0,1-1 1,0 0-1,0-2 0,1 1 0,-1-1 0,2-1 0,0 0 0,0 0 0,1-1 1,-13-18-1,18 23-101,1 0 0,0 0-1,0-1 1,0 1 0,1-1 0,0 0 0,0 0 0,1 0 0,-1 1 0,2-2-1,-1 1 1,1 0 0,0-10 0,2 5-2,0 1 0,1-1 0,0 1 0,0-1 0,1 1 0,1 0-1,7-13 1,9-10-69,1 2 0,2 1 0,47-50 0,-11 22-936,1 3 1,136-95 0,160-63-5640,-220 147 469,5 3-3686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6.103"/>
    </inkml:context>
    <inkml:brush xml:id="br0">
      <inkml:brushProperty name="width" value="0.035" units="cm"/>
      <inkml:brushProperty name="height" value="0.035" units="cm"/>
    </inkml:brush>
  </inkml:definitions>
  <inkml:trace contextRef="#ctx0" brushRef="#br0">226 448 7741,'-6'8'1501,"0"0"1,1 0-1,-7 14 1,-19 56 1957,7-13-2032,-82 198 695,101-249-2045,0 0 1,1 0-1,-2 19 0,-9 26 157,14-56 143,12-23-153,133-286 474,37-71-34,-171 361-623,38-70 1107,82-110 0,-126 190-1116,19-19 573,-22 25-572,0-1 0,0 1 0,0-1 0,0 1 0,0-1 0,0 1 0,0 0 0,0 0-1,0-1 1,0 1 0,0 0 0,0 0 0,0 0 0,0 0 0,0 0 0,0 0 0,0 0 0,0 0 0,0 1 0,-1-1-1,1 0 1,0 1 0,0-1 0,0 0 0,0 1 0,0-1 0,0 1 0,0-1 0,-1 1 0,1 0 0,1 1-1,2 2 80,0 1 0,0 0 0,0 0 0,-1 0 0,0 1 0,0-1-1,0 1 1,-1 0 0,0-1 0,0 1 0,0 0 0,1 12-1,1 12 361,-1 43 0,-2-47-238,-24 689 1717,8-461-2471,11-15-1530,6-197 753,1 0-1,3 1 1,17 63 0,-19-92 206,0 1 0,2-1-1,13 26 1,-16-34-31,1 0 0,0 0 0,1-1-1,-1 0 1,1 0 0,10 8 0,18 8-7786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6.290"/>
    </inkml:context>
    <inkml:brush xml:id="br0">
      <inkml:brushProperty name="width" value="0.035" units="cm"/>
      <inkml:brushProperty name="height" value="0.035" units="cm"/>
    </inkml:brush>
  </inkml:definitions>
  <inkml:trace contextRef="#ctx0" brushRef="#br0">1 298 10297,'12'-26'2316,"1"15"-256,19-9-255,-4 3-305,10 0-368,10-1-252,12-2-156,17 0-216,11-5-268,11-1-576,6 3-588,111-20-2768,-109 23-1161,-8 9-3820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7.074"/>
    </inkml:context>
    <inkml:brush xml:id="br0">
      <inkml:brushProperty name="width" value="0.035" units="cm"/>
      <inkml:brushProperty name="height" value="0.035" units="cm"/>
    </inkml:brush>
  </inkml:definitions>
  <inkml:trace contextRef="#ctx0" brushRef="#br0">32 554 7021,'-32'11'11950,"42"19"-9732,-3 4-1596,17 57 0,2 3-218,-4-35-269,-10-33-72,-11-25-61,0-1-1,1 0 0,-1 0 0,0 0 1,1 0-1,-1 0 0,1 0 0,-1 0 0,0 0 1,1 0-1,-1-1 0,0 1 0,0-1 0,1 1 1,0-1-1,-1 0 0,9-2 1,-1-2 0,0 1 0,0-2 0,0 1-1,-1-1 1,0 0 0,0-1 0,0 0 0,-1 0 0,12-15 0,19-17 28,3 2 4,18-18 142,3 3 1,72-47-1,-128 95-146,0 0 0,1 0-1,0 0 1,-1 1 0,1 0 0,1 1 0,-1 0-1,0 0 1,1 0 0,-1 1 0,0 0-1,13 0 1,-17 2-21,1 0-1,0-1 1,0 2-1,-1-1 1,1 0-1,-1 1 1,1 0-1,-1 0 1,0 0-1,1 0 1,-1 0-1,0 1 1,-1-1-1,1 1 1,0 0-1,-1 0 1,1 0-1,-1 0 1,0 0-1,0 1 1,0-1-1,-1 1 1,1-1-1,0 5 1,6 15 54,-1 1 1,-1-1-1,-2 1 1,3 36-1,-3-25-41,9 37 0,-10-61-14,3 15 14,1-1 1,13 29-1,-18-48-25,1 0-1,0 0 0,1 0 1,-1 0-1,1-1 0,0 0 1,0 1-1,1-1 0,-1-1 1,1 1-1,0-1 1,1 0-1,-1 0 0,7 3 1,-6-5-11,0 1 0,0-2 1,1 1-1,-1-1 0,0 0 1,1 0-1,-1-1 0,1 0 1,-1 0-1,1-1 1,-1 1-1,12-4 0,0-1-18,0 0 0,-1-1 0,22-10 0,-24 7 20,0 1 0,-1-2 0,0 0 0,0 0 0,-1-1 0,21-25 0,-16 16-7,-2-1-1,0 0 1,20-40-1,-20 29 15,-3-2 0,-1 1 0,-1-2 0,11-64 0,-21 94 0,0 1 0,-1-1 0,1 1 0,-1-1-1,0 1 1,-1-1 0,1 1 0,-1-1 0,0 1 0,0-1 0,0 1 0,-1 0 0,0-1 0,1 1 0,-2 0-1,1 0 1,0 0 0,-1 0 0,1 1 0,-6-5 0,6 6 2,-1 0 0,1 0 0,-1 0-1,0 0 1,0 1 0,0 0 0,0-1 0,0 1 0,0 0-1,0 0 1,0 1 0,0-1 0,0 1 0,0-1 0,-1 1-1,1 0 1,0 0 0,0 1 0,0-1 0,-1 1 0,1-1-1,0 1 1,0 0 0,0 0 0,0 1 0,0-1 0,0 0-1,-5 4 1,-3 2-46,1 1-1,-1 0 1,1 0-1,1 1 0,0 0 1,0 1-1,0 0 1,1 0-1,1 1 1,0 0-1,-6 13 0,11-20-7,1 0-1,-1 0 1,1 0-1,0 0 0,1 0 1,-1 1-1,1-1 0,0 0 1,0 0-1,0 1 0,0-1 1,1 0-1,-1 0 1,1 0-1,1 0 0,-1 0 1,0 0-1,1 0 0,0 0 1,0 0-1,0-1 0,0 1 1,1-1-1,-1 1 0,5 3 1,-5-4 26,1-1 0,-1 0 0,1 0 0,0 0 0,0 0 0,0 0 0,0-1 0,0 1 0,0-1 0,0 0 1,0 1-1,0-2 0,1 1 0,-1 0 0,1-1 0,-1 1 0,0-1 0,1 0 0,-1 0 0,0-1 0,1 1 0,-1-1 0,1 1 0,-1-1 1,0 0-1,0 0 0,0-1 0,1 1 0,-1 0 0,4-4 0,3-2 69,-1 0-1,0-1 1,0 0 0,-1 0 0,0-1 0,-1 0-1,0 0 1,0-1 0,-1 0 0,0 0 0,0 0-1,5-18 1,1-9 224,-1-1 0,8-57 0,-13 63-179,9-46 154,14-82 671,-23 118-510,3-32 375,-26 123-424,-29 174-1408,15 19-5078,24-157 516,4 3-3511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7.822"/>
    </inkml:context>
    <inkml:brush xml:id="br0">
      <inkml:brushProperty name="width" value="0.035" units="cm"/>
      <inkml:brushProperty name="height" value="0.035" units="cm"/>
    </inkml:brush>
  </inkml:definitions>
  <inkml:trace contextRef="#ctx0" brushRef="#br0">650 275 5693,'-1'-6'380,"0"0"1,0 0 0,-1 1 0,1-1 0,-1 1 0,-1-1-1,1 1 1,-1 0 0,0 0 0,-3-5 0,-7-11 1461,9 9-795,0 1 0,0-1 0,1 0-1,1 0 1,0 0 0,1 0-1,0 0 1,1-19 0,-4-31 3703,2 62-4675,1 0 0,-1 1 0,0-1 0,1 1 0,-1-1 0,1 1 0,-1 0 0,1 0 0,-1-1 0,1 1 0,-3 2 0,-12 10 170,0 1 1,1 0-1,0 2 0,1-1 0,1 2 0,-12 18 0,-63 115 437,73-123-595,-204 446 802,192-406-950,4 1 0,2 1 0,3 0 0,3 2 0,-9 115-1,22-150-241,3 0-1,1-1 0,1 1 0,2 0 0,15 52 0,-12-62-134,2 0 0,0 0-1,2-1 1,1-1 0,0 0-1,2 0 1,35 41 0,-30-44-228,1 0 1,0-1 0,2-2-1,0 0 1,39 22-1,-19-17-1863,0-2 0,76 25 0,51 3-7380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8.469"/>
    </inkml:context>
    <inkml:brush xml:id="br0">
      <inkml:brushProperty name="width" value="0.035" units="cm"/>
      <inkml:brushProperty name="height" value="0.035" units="cm"/>
    </inkml:brush>
  </inkml:definitions>
  <inkml:trace contextRef="#ctx0" brushRef="#br0">396 83 8429,'1'-4'604,"-1"0"1,0-1 0,0 1 0,0 0-1,0-1 1,-1 1 0,1 0-1,-1 0 1,0 0 0,0 0-1,-1-1 1,1 2 0,-1-1-1,0 0 1,0 0 0,-1 0-1,1 1 1,-5-5 0,6 6 468,-5 4 115,-2 1-931,-1 0-1,0 1 1,1 0-1,-1 1 0,1 0 1,0 0-1,1 1 0,-1 0 1,1 0-1,0 1 1,1-1-1,0 2 0,0-1 1,0 1-1,1 0 1,-6 10-1,-7 19 313,2 0 0,-20 61 0,24-62-361,-26 82-674,-39 219-1,41-25-7155,32-226 1213,6-9-4096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8.987"/>
    </inkml:context>
    <inkml:brush xml:id="br0">
      <inkml:brushProperty name="width" value="0.035" units="cm"/>
      <inkml:brushProperty name="height" value="0.035" units="cm"/>
    </inkml:brush>
  </inkml:definitions>
  <inkml:trace contextRef="#ctx0" brushRef="#br0">545 381 8385,'10'-39'2108,"-7"31"-1363,-1 0-1,0 0 1,0 0-1,-1 0 1,0 0-1,0-11 1,-1 10-383,0 0 1,1 0-1,0 0 1,0 0-1,1 0 1,0 0-1,0 0 1,1 1-1,1-1 1,-1 1-1,1 0 1,1 0-1,-1 0 0,9-9 1,-4 5-159,1 1 0,0-1 0,1 2 0,0 0 0,1 0 0,0 1-1,26-15 1,-26 17-128,2 1-1,-1 1 0,1 0 1,-1 1-1,1 1 0,1 0 0,-1 0 1,0 2-1,0 0 0,1 0 0,-1 2 1,1 0-1,-1 0 0,14 4 1,-18-3-85,-1 0 0,1 1 0,-1 1 1,0-1-1,0 1 0,0 1 1,-1 0-1,1 0 0,-1 0 0,0 1 1,-1 1-1,0-1 0,0 1 1,0 0-1,-1 1 0,0-1 0,0 1 1,-1 1-1,0-1 0,0 1 1,5 14-1,-5-7-90,-2 0 1,0 0-1,0 1 1,-2-1-1,0 0 1,0 1-1,-2-1 1,0 0-1,-1 1 0,-1-1 1,0 0-1,-10 28 1,-3 1-276,-3 0 0,-1-2 0,-28 46 1,2-16 18,-4-2 0,-2-2-1,-3-3 1,-3-2 0,-95 81 0,36-37 573,117-107-192,0 0 0,0 0 0,1 0 0,-1 0 0,0 0 0,1 0 0,-1 0 0,1 0 0,-1 0 0,1 0 0,-1 0 0,1 0 0,-1-1 0,3 2-1,-3-1 17,2 1-8,-1-1-1,1 1 1,0 0 0,0-1-1,0 0 1,0 1-1,0-1 1,0 0 0,1 0-1,-1 0 1,0 0-1,1-1 1,-1 1 0,0 0-1,1-1 1,-1 0-1,4 0 1,49 0 214,-36-1-133,-11 1-79,373 13 1206,-333-7-1139,0 1 0,0 2 0,0 3 0,-1 1 0,76 34 0,-114-43-81,0 1-1,0 0 0,0 0 0,0 1 0,-1 1 0,0-1 0,0 1 1,8 10-1,-13-13-17,0 0 1,0 0-1,-1 0 1,1 1 0,-1-1-1,0 1 1,0-1-1,-1 1 1,1 0-1,-1-1 1,0 1-1,-1 0 1,1 0-1,-1 0 1,0 0-1,0 0 1,0 0 0,-2 9-1,-1-3 2,-1-1 0,1 0 0,-2 0 0,1-1 0,-1 1 0,-1-1 0,0 0 0,0 0 1,-1-1-1,0 0 0,0 0 0,-1 0 0,0-1 0,-16 11 0,-8 3 4,-1-1 0,-62 28 0,19-15-22,0-4 0,-2-3 1,-1-3-1,-1-4 0,-1-4 0,0-2 1,0-5-1,-1-3 0,-147-10 0,196 2-458,-62-14-1,87 15 172,-1 0 1,1-1-1,0 0 0,0-1 0,0 0 1,0 0-1,0 0 0,1-1 0,0 0 1,0-1-1,0 0 0,-7-8 0,12 11-50,0 1-1,0-1 1,0 0-1,0 1 1,1-1-1,-1 0 1,1 0-1,0 0 1,0-1-1,0 1 1,0 0-1,0 0 1,1-1-1,-1 1 1,1 0-1,0-1 1,0 1-1,0 0 0,1-1 1,-1 1-1,2-4 1,16-38-6750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9.191"/>
    </inkml:context>
    <inkml:brush xml:id="br0">
      <inkml:brushProperty name="width" value="0.035" units="cm"/>
      <inkml:brushProperty name="height" value="0.035" units="cm"/>
    </inkml:brush>
  </inkml:definitions>
  <inkml:trace contextRef="#ctx0" brushRef="#br0">109 18 12941,'-13'-17'10373,"7"34"-9597,2 3-96,-5 6-304,-7 14-600,7-3-264,2 0-732,1 3-360,-4-3-552,-2-2-676,-1-1-2109,10 6-3876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9.316"/>
    </inkml:context>
    <inkml:brush xml:id="br0">
      <inkml:brushProperty name="width" value="0.035" units="cm"/>
      <inkml:brushProperty name="height" value="0.035" units="cm"/>
    </inkml:brush>
  </inkml:definitions>
  <inkml:trace contextRef="#ctx0" brushRef="#br0">0 52 6405,'0'-40'1392,"10"29"484,15 20-2292,1-1-2304,-7 9-833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9.835"/>
    </inkml:context>
    <inkml:brush xml:id="br0">
      <inkml:brushProperty name="width" value="0.035" units="cm"/>
      <inkml:brushProperty name="height" value="0.035" units="cm"/>
    </inkml:brush>
  </inkml:definitions>
  <inkml:trace contextRef="#ctx0" brushRef="#br0">509 318 11657,'0'-3'201,"1"1"1,-1-1-1,1 1 0,-1 0 1,0-1-1,0 1 0,-1-1 1,1 1-1,0-1 0,-1 1 1,1 0-1,-1-1 0,0 1 1,0 0-1,0-1 0,-1-2 1,-2 1 360,0-1 1,-1 1 0,1 0 0,-1 0 0,-8-6-1,9 7-409,0 0 27,-2-1 0,1 0 0,0 1 0,-1 0 0,0 1 0,1-1 0,-1 1 0,0 0 0,0 0 0,0 1 0,-1 0 0,1 0 0,0 0 0,0 1 0,-1 0 0,1 0 0,0 0 0,0 1 0,-12 3 0,1 0-77,1 1 1,-1 0-1,1 1 1,1 1-1,-1 0 1,1 2-1,0-1 1,1 2-1,0 0 1,-16 15 0,10-6-192,1 1 0,1 1 1,0 1-1,2 0 1,-22 40-1,35-56 19,0 0 1,0 1-1,1-1 0,-1 1 0,2 0 0,-3 13 1,3-18 61,1-1 1,0 0 0,0 0-1,-1 1 1,1-1 0,0 0-1,0 0 1,0 1 0,1-1-1,-1 0 1,0 1 0,0-1-1,1 0 1,-1 0 0,0 0-1,1 1 1,0-1 0,-1 0 0,1 0-1,-1 0 1,1 0 0,0 0-1,0 0 1,0 0 0,0 0-1,0 0 1,0-1 0,0 1-1,0 0 1,0 0 0,0-1-1,0 1 1,0-1 0,0 1-1,1-1 1,-1 1 0,0-1-1,2 0 1,18 1 18,0-1 0,36-6 1,-44 4 16,1 0 0,-1 0 0,0 2 0,1 0 0,-1 0 0,0 1 0,0 1 0,1 0 0,21 7 0,15 12 55,-36-14-65,0-1 1,0 0-1,1-1 1,0-1 0,-1 0-1,1-1 1,1 0-1,-1-1 1,0-1 0,23-1-1,-15-3 42,0-1-1,-1-1 0,0-2 1,0 0-1,0-1 1,-1-1-1,21-12 1,-5 0 331,-2-2 0,0-1 0,32-30 0,-46 35 12,-1-1 0,-1-1 0,24-35 0,41-76 966,9-13 232,-89 140-1552,0 0-1,0 1 1,0-1-1,1 1 1,-1 0-1,1 0 1,0 0-1,0 1 1,1 0-1,-1 0 1,1 0-1,-1 0 1,8-1-1,-9 3-32,-1 0-1,1 1 1,0-1-1,0 1 1,0 0-1,-1 0 1,1 0-1,0 0 1,0 1-1,0 0 1,-1 0-1,1 0 1,0 0-1,-1 0 1,1 1-1,-1-1 1,0 1-1,1 0 1,-1 0-1,0 1 1,0-1-1,4 5 1,0 0-3,-1 1 0,0 0 0,0 0 0,-1 0 0,0 1 0,0 0 1,-1 0-1,0 0 0,-1 1 0,0-1 0,0 1 0,-1 0 0,-1 0 0,1 0 0,-1 18 0,-1-8-16,-1 0-1,-1 0 0,0-1 1,-2 1-1,0-1 0,-2 1 1,-7 18-1,1-8-323,-1-1 0,-2 0 1,-1-2-1,-1 1 0,-1-2 0,-41 44 1,42-52-794,-1-2 1,0 0-1,-37 23 1,36-28-929,-1 0 1,0-2-1,-1 0 0,-30 8 1,-6-2-8620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0.490"/>
    </inkml:context>
    <inkml:brush xml:id="br0">
      <inkml:brushProperty name="width" value="0.035" units="cm"/>
      <inkml:brushProperty name="height" value="0.035" units="cm"/>
    </inkml:brush>
  </inkml:definitions>
  <inkml:trace contextRef="#ctx0" brushRef="#br0">191 429 9281,'-1'-18'396,"-1"-1"398,1 0 0,1-1 1,4-35-1,0 29 1188,1-1 1,16-51-1,-17 69-1726,0-1-1,1 1 1,0-1 0,1 1-1,0 1 1,0-1 0,1 1-1,0 0 1,1 1 0,14-12-1,-12 11-107,0 1 0,0 1 0,1 0-1,0 0 1,1 1 0,-1 1 0,1 0-1,0 0 1,0 1 0,0 1 0,0 0-1,1 0 1,20 1 0,-25 1-113,-1 1 0,1 0 0,-1 0 0,0 0 0,0 1 0,0 0 0,0 1 0,0-1-1,0 2 1,0-1 0,-1 0 0,1 1 0,-1 1 0,0-1 0,-1 1 0,1 0 0,-1 0 0,0 0 0,0 1 0,0 0 0,-1 0 0,0 0 0,0 0 0,4 10 0,-5-6-32,1 1 0,-2 0 0,1 0-1,-1 0 1,-1 0 0,0 0 0,-1 0 0,0 0 0,0 0 0,-2 0 0,1 0 0,-1 0 0,-1 0 0,0 0 0,-7 17 0,-6 10-116,-1-2-1,-43 68 0,-21 11-220,-160 175 0,115-146 155,122-140 175,-12 14-26,1 1 0,1 0 0,-23 40 0,37-58 29,-1 0 0,1-1 0,-1 1-1,1 0 1,0 0 0,-1 0 0,1 0 0,0 0 0,-1 0 0,1 0 0,0 0 0,0 0 0,0 0-1,0 0 1,0 0 0,0 0 0,0 0 0,0 0 0,1 0 0,-1 0 0,0-1 0,0 1 0,1 0 0,-1 0-1,1 0 1,-1 0 0,1 0 0,-1 0 0,1-1 0,-1 1 0,1 0 0,0 0 0,-1-1 0,1 1-1,0-1 1,0 1 0,0 0 0,-1-1 0,1 1 0,0-1 0,0 0 0,0 1 0,0-1 0,0 0-1,0 0 1,0 1 0,0-1 0,1 0 0,6 1 0,-1 0 0,0-1-1,0 0 1,0 0 0,12-2-1,36-8-181,-1-2-1,55-21 0,108-49-2492,-209 79 2516,121-55-3101,-46 15-2528,-25 11-2019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0.679"/>
    </inkml:context>
    <inkml:brush xml:id="br0">
      <inkml:brushProperty name="width" value="0.035" units="cm"/>
      <inkml:brushProperty name="height" value="0.035" units="cm"/>
    </inkml:brush>
  </inkml:definitions>
  <inkml:trace contextRef="#ctx0" brushRef="#br0">92 0 11321,'-12'55'2328,"-1"-27"-224,0 1 137,-3 16-37,0-5-420,7 9-256,-1 5-288,7 9-244,6 9-244,7 2-420,3 6-720,2 3-656,1-3-1068,-6 3-1152,3-3-2681,15 3-5148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7.763"/>
    </inkml:context>
    <inkml:brush xml:id="br0">
      <inkml:brushProperty name="width" value="0.035" units="cm"/>
      <inkml:brushProperty name="height" value="0.035" units="cm"/>
    </inkml:brush>
  </inkml:definitions>
  <inkml:trace contextRef="#ctx0" brushRef="#br0">157 201 9557,'0'0'6789,"-1"-3"-4663,-7-26 1410,7 27-1133,-1 4-1410,-5 7-620,0 0 1,1 1-1,0 0 0,0 0 0,1 0 0,0 1 0,-5 16 1,-16 86 403,14-50-287,-7 26-126,4 0 0,-4 143 0,18-212-328,0-1 1,2 1-1,1 0 0,0 0 1,1-1-1,1 0 1,1 1-1,1-2 0,1 1 1,0-1-1,12 21 1,-17-35-35,0-1 0,1 0 0,-1 0 0,1 0 0,0 0 0,0 0 0,0-1 0,0 1 1,0-1-1,0 0 0,1 0 0,-1 0 0,1 0 0,-1 0 0,1-1 0,7 2 0,-5-2 1,0 0 1,0-1-1,1 0 0,-1 0 0,1 0 0,-1-1 0,0 0 0,0 0 0,10-4 0,4-2 7,-1-1 0,-1-1 0,0-1 0,0 0 0,24-20 0,-20 13-15,0-2 1,-1-1-1,-1-1 1,-1 0-1,-1-1 1,-1-1-1,-1-1 1,22-43-1,-12 11-304,-4 0-1,-2-2 1,14-63-1,45-333-8009,-75 427 7017,-1 7-1129,-1 1-2812,-1 0-4511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8.309"/>
    </inkml:context>
    <inkml:brush xml:id="br0">
      <inkml:brushProperty name="width" value="0.035" units="cm"/>
      <inkml:brushProperty name="height" value="0.035" units="cm"/>
    </inkml:brush>
  </inkml:definitions>
  <inkml:trace contextRef="#ctx0" brushRef="#br0">47 107 6989,'0'-3'1809,"0"-31"7379,0 30-8170,0-1-408,-1 0-1,1 0 1,-1 0 0,-1 0 0,1 0-1,0 1 1,-1-1 0,0 0 0,-7-10 3129,8 14-3662,-1 0 0,0 0 0,1 0 0,-1 1 0,1-1 0,-1 1 0,0-1 0,1 1 0,-1 0 0,0 0 0,0-1 0,1 1-1,-1 0 1,-2 1 0,12 28-139,0 1-1,-2 1 0,4 44 0,4 23-1236,-12-77 868,0-1 0,0 1 0,-4 30 0,1-10 25,1-38 334,4-4 237,7-4-54,-1 0-1,0 0 1,0-1 0,-1 0-1,0-1 1,0 0-1,13-14 1,58-68 800,-63 70-790,21-24 274,2 1 1,53-42-1,-84 77-307,0 0 0,0 0 0,1 1 0,18-9 0,-26 14-75,0 0 0,1 0 0,-1 1 0,0-1 0,0 0 0,1 1 0,-1 0 0,0-1 0,1 1 0,-1 0 0,0 0 0,1 0 1,-1 1-1,1-1 0,-1 0 0,0 1 0,0 0 0,1-1 0,-1 1 0,0 0 0,0 0 0,0 0 0,0 1 0,0-1 0,0 0 0,0 1 0,0-1 0,0 1 0,-1 0 0,3 2 0,2 6-3,-1 1 1,0-1 0,-1 1 0,0 0-1,-1 0 1,0 0 0,-1 1 0,0-1-1,1 19 1,5 27-521,13 59-1923,24 102-8026,-32-180 5194,5 0-2936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9.164"/>
    </inkml:context>
    <inkml:brush xml:id="br0">
      <inkml:brushProperty name="width" value="0.035" units="cm"/>
      <inkml:brushProperty name="height" value="0.035" units="cm"/>
    </inkml:brush>
  </inkml:definitions>
  <inkml:trace contextRef="#ctx0" brushRef="#br0">377 782 8705,'-8'-34'2352,"6"28"-195,2 2-172,-6-32 1186,6 35-3080,-1 0 0,1 1 0,-1-1 0,1 0-1,-1 0 1,0 1 0,1-1 0,-1 0 0,0 1 0,0-1 0,1 1 0,-1-1 0,0 1 0,0 0 0,0-1 0,0 1 0,0 0 0,0-1 0,1 1 0,-3 0 0,2 0 134,-3-2-94,0 1-1,0 0 1,0 1-1,0-1 1,0 1-1,0 0 1,-1 0-1,1 0 1,0 0-1,0 1 1,0-1-1,0 1 1,0 0-1,0 1 1,0-1-1,0 1 1,0-1-1,1 1 1,-1 0-1,-4 4 1,-7 4 77,0 1 0,1 1 0,-14 15 0,7-6-27,1 1 1,1 1 0,1 1-1,-25 45 1,33-51-156,1 1 0,1 1 0,0-1 0,2 1 1,0 1-1,2-1 0,-4 27 0,7-40-88,0 0 0,1 1 0,0-1 0,0 0 0,0 0-1,1 0 1,0 0 0,1 0 0,0 0 0,0 0 0,0 0 0,1 0 0,-1-1 0,2 1 0,-1-1 0,1 0-1,0 0 1,0 0 0,1-1 0,-1 1 0,1-1 0,11 9 0,-13-12 31,1 0 0,-1-1 0,1 1 0,-1-1 0,1 1 0,-1-1-1,1 0 1,0-1 0,0 1 0,-1-1 0,1 1 0,0-1 0,0 0 0,0-1 0,-1 1 0,1-1 0,0 1 0,5-3 0,1 0-15,-1 0 0,1-1 0,-1 0 0,1-1 0,14-9 0,-9 3 16,-1-1 0,0 0 0,-1-1 0,0 0 0,-1-1 0,-1-1 0,0 0 0,11-19 0,0-9-24,34-86 0,-14-2 31,43-222-1,-41 148 163,12-38 489,-163 667 804,101-397-1381,-38 210 301,40-202-318,1 1 0,2-1 1,1 1-1,9 60 0,-8-87-44,1 1 1,0-1-1,1 0 0,0 0 1,1 0-1,0-1 1,0 1-1,0-1 0,1 0 1,1 0-1,9 12 0,-10-15-26,1 0-1,-1-1 0,1 1 1,0-1-1,0 0 0,1-1 0,-1 1 1,1-1-1,0-1 0,0 1 1,0-1-1,0 0 0,0-1 1,0 0-1,12 1 0,-1-2-30,0 0 0,0-1 0,0-2 0,1 1 0,-2-2 0,1-1-1,0 0 1,-1-1 0,0 0 0,0-2 0,-1 0 0,0-1 0,-1-1 0,28-21 0,-17 10-2,-2-2 1,0-1 0,-2 0-1,0-2 1,-2-1 0,-1 0 0,20-39-1,-32 52 60,0 0-1,-1-1 0,-1 1 0,6-23 0,-10 33 17,0-1 0,0 0 0,0 0 0,-1 0 0,0 0 0,0-1-1,0 1 1,0 0 0,-1 0 0,0 0 0,0 0 0,0 1 0,-1-1 0,1 0 0,-1 0 0,0 1 0,-5-7 0,6 9-1,0 0 1,0 1-1,-1-1 1,1 1-1,-1 0 1,1-1 0,-1 1-1,1 0 1,-1 0-1,0 0 1,1 0-1,-1 0 1,0 0-1,0 1 1,0-1-1,0 1 1,0-1-1,0 1 1,0 0 0,0-1-1,0 1 1,0 0-1,0 0 1,0 1-1,0-1 1,1 0-1,-1 1 1,0-1-1,0 1 1,0-1-1,0 1 1,0 0 0,0 0-1,-2 1 1,-1 2-2,0-1 1,1 1 0,-1 0 0,1 0 0,0 0-1,0 0 1,0 1 0,0-1 0,1 1 0,-5 9-1,2-1 5,1 0 0,0 1 0,1 0-1,1-1 1,0 1 0,0 0 0,2 1-1,0-1 1,0 0 0,1 0 0,1 1-1,4 18 1,-4-23-20,1-1 1,0 0-1,1 1 0,0-1 1,1-1-1,0 1 0,0 0 1,1-1-1,0 0 0,0 0 1,1 0-1,0-1 0,1 0 1,-1 0-1,1 0 0,1-1 1,-1 0-1,1 0 0,12 6 1,-9-7-3,-1-1 0,1-1 0,0 1 0,0-2 0,0 1 0,0-2 0,0 1 0,0-2 0,1 1 0,-1-1 0,0-1 0,0 0 0,1-1 0,16-4 0,-16 2 0,1 0 0,-1-1 1,0 0-1,0-1 0,-1 0 0,1-1 1,-1 0-1,-1-1 0,1 0 0,-2-1 1,1 0-1,12-14 0,-12 9 12,0 1 0,-1-2 0,-1 1 0,0-1 1,0 0-1,8-30 0,-10 26-5,-1 7 27,0 0 0,-1-1 0,-1 0 0,0 0 0,-1 0 0,-1 0 0,0 0 0,0 0 0,-2-1 0,-1-16-1,-4-4 163,28 32-153,-15 2-26,0 1 1,1-1-1,-1 1 0,0 1 0,0-1 0,0 1 0,0 1 1,0-1-1,-1 1 0,1 0 0,-1 1 0,0 0 1,0 0-1,0 0 0,0 0 0,5 7 0,-6-7-2,0 1 0,0 0-1,-1 0 1,1 0-1,-1 1 1,-1-1-1,1 1 1,-1 0 0,0 0-1,0 0 1,-1 1-1,0-1 1,0 1 0,0-1-1,-1 1 1,0 0-1,0 8 1,-4 12-4,-1-1 1,-2 0 0,-1 0-1,-1 0 1,-14 33 0,7-22 17,-12 53 1,25-83 19,1 0-1,0 0 1,0 1-1,1-1 1,0 0-1,0 1 1,0-1-1,1 0 1,3 12-1,-2-15-15,-1 1 0,1-1 0,0 0-1,0 1 1,1-1 0,-1 0 0,1 0-1,0-1 1,0 1 0,0 0 0,1-1-1,-1 0 1,1 0 0,0 0 0,0 0-1,5 3 1,4 0-38,0-1 0,1 1 1,-1-2-1,1 0 0,0-1 0,0 0 0,21 1 0,-5-2-522,-1-2 1,47-5-1,-50 1-534,0 0 0,-1-2 1,26-9-1,31-18-6635,-38 13 142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9.977"/>
    </inkml:context>
    <inkml:brush xml:id="br0">
      <inkml:brushProperty name="width" value="0.035" units="cm"/>
      <inkml:brushProperty name="height" value="0.035" units="cm"/>
    </inkml:brush>
  </inkml:definitions>
  <inkml:trace contextRef="#ctx0" brushRef="#br0">476 613 11325,'25'-47'697,"-7"16"343,-2-1 0,20-59-1,81-219 5747,-112 297-6435,0 1 0,1 0 0,0 0 0,1 0 0,0 0 0,12-13 0,-12 21 302,-7 14-162,-10 28 146,6-23-418,-70 338 2552,23-92-1479,-21 60-293,-215 1047-584,277-1297-1074,3 1 1,2-1-1,7 77 1,-2-137 472,1-1 0,0 1 0,0-1 0,1 1 0,1-1 0,0 0 1,0 0-1,1 0 0,0 0 0,0-1 0,1 0 0,1 1 0,12 14 0,-16-21 113,0-1-1,0 0 0,0 1 0,0-1 0,1 0 0,-1 0 0,1-1 1,-1 1-1,1 0 0,0-1 0,0 0 0,0 0 0,-1 0 0,1 0 1,0 0-1,0 0 0,1-1 0,-1 1 0,0-1 0,0 0 1,0 0-1,0 0 0,0 0 0,0-1 0,0 1 0,0-1 0,4-1 1,0-1-53,0 0 1,0 0-1,-1 0 0,0-1 1,1 0-1,-1 0 1,0-1-1,-1 1 1,10-11-1,1-5-70,-2 1 0,0-2 0,-1 0 0,-1 0 0,-1-1-1,-1-1 1,-1 0 0,-1 0 0,-1-1 0,4-26 0,-4 9 33,-2-1 0,-1 0 0,-2 0 0,-3-1 0,-5-44 1,3 67 131,0-1 0,-2 1 1,0 0-1,-1 0 0,-2 1 1,0-1-1,-19-33 1,12 30-13,-1 0 1,-1 2 0,-1-1-1,-1 2 1,-31-26 0,-12-2-18,-123-72 0,136 90 51,36 23 8,0-2 1,1 0-1,-18-16 0,29 24 2,0 0-1,0-1 1,0 1-1,0-1 1,0 1-1,0-1 0,0 1 1,1-1-1,-1 0 1,0 1-1,1-1 1,-1 0-1,1 0 0,0 1 1,0-1-1,0 0 1,0 0-1,0 0 1,0 1-1,0-1 0,0 0 1,1 0-1,-1 1 1,1-1-1,-1 0 0,1 1 1,0-1-1,0 0 1,0 1-1,-1-1 1,1 1-1,1-1 0,-1 1 1,2-2-1,1-2-5,1 0 0,0 0 0,0 1 1,0 0-1,1 0 0,-1 0 0,13-6 0,33-11-108,2 1 1,89-20-1,119-10-145,-145 30 128,-67 11 102,4-3 123,1 3 0,0 3 0,95 0 0,-144 6-60,0 0 0,0 1-1,0 0 1,0 0 0,0 0-1,0 0 1,0 1 0,0 0 0,0 0-1,0 0 1,-1 1 0,1-1-1,-1 1 1,0 0 0,0 1-1,6 5 1,-6-4-28,-1 0-1,1 1 1,-1 0-1,0-1 1,-1 1-1,0 0 1,0 1-1,0-1 1,0 0 0,-1 0-1,0 1 1,0-1-1,-1 11 1,1 10-451,1 33-1996,4-21-4207,1-14-658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0.149"/>
    </inkml:context>
    <inkml:brush xml:id="br0">
      <inkml:brushProperty name="width" value="0.035" units="cm"/>
      <inkml:brushProperty name="height" value="0.035" units="cm"/>
    </inkml:brush>
  </inkml:definitions>
  <inkml:trace contextRef="#ctx0" brushRef="#br0">0 54 10441,'19'-25'1956,"-9"13"2101,2 4-3241,1-1-360,6 20-560,19 7-728,-6-1-525,6-3-843,0 3-1640,-3 12-2569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0.366"/>
    </inkml:context>
    <inkml:brush xml:id="br0">
      <inkml:brushProperty name="width" value="0.035" units="cm"/>
      <inkml:brushProperty name="height" value="0.035" units="cm"/>
    </inkml:brush>
  </inkml:definitions>
  <inkml:trace contextRef="#ctx0" brushRef="#br0">242 1 13117,'0'2'2252,"-5"15"-488,-1-1 0,0 1 0,-10 15 0,8-15-754,0 1 1,-8 29-1,-39 201 2514,19-28-4342,5-21-3567,8-103 56,5-36-2607,5-21-2592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0.698"/>
    </inkml:context>
    <inkml:brush xml:id="br0">
      <inkml:brushProperty name="width" value="0.035" units="cm"/>
      <inkml:brushProperty name="height" value="0.035" units="cm"/>
    </inkml:brush>
  </inkml:definitions>
  <inkml:trace contextRef="#ctx0" brushRef="#br0">1 421 7633,'0'-1'126,"0"-1"1,-1 1-1,1-1 1,0 0-1,0 1 1,0-1-1,1 1 0,-1-1 1,0 1-1,1-1 1,-1 0-1,0 1 1,1-1-1,0 1 1,-1 0-1,1-1 1,0 1-1,1-2 1,1-1 104,0 0 1,1 1 0,-1 0 0,1 0-1,0 0 1,5-4 0,9-3 477,0 0 1,23-8-1,-35 16-540,45-16 473,1 3 1,75-13 0,-31 8-311,94-22-24,246-65-387,-134 21 1878,-298 85-1748,20-4 267,-22 3-136,-16 3-308,5 1-153,0 1 0,0 0 0,0 0-1,1 0 1,-11 7 0,-1 0-1287,-2 5-1674,20-13 2715,0-1 1,0 1-1,0 0 1,0-1-1,-1 0 1,1 1-1,0-1 1,-5 2-1,-6 2-3957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0.981"/>
    </inkml:context>
    <inkml:brush xml:id="br0">
      <inkml:brushProperty name="width" value="0.035" units="cm"/>
      <inkml:brushProperty name="height" value="0.035" units="cm"/>
    </inkml:brush>
  </inkml:definitions>
  <inkml:trace contextRef="#ctx0" brushRef="#br0">277 34 7997,'9'-34'12674,"-10"36"-12353,-1-1 0,1 1 1,0 0-1,0 0 0,0 0 1,0 0-1,0 0 1,0 0-1,0 3 0,0-4-60,-6 23 979,1-1 0,-4 42 0,-2 10 148,-103 341 390,21-84-10031,88-309 7141,-8 34-3067,8-20-2060,3-15-2025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1.215"/>
    </inkml:context>
    <inkml:brush xml:id="br0">
      <inkml:brushProperty name="width" value="0.035" units="cm"/>
      <inkml:brushProperty name="height" value="0.035" units="cm"/>
    </inkml:brush>
  </inkml:definitions>
  <inkml:trace contextRef="#ctx0" brushRef="#br0">0 109 10053,'21'-10'1356,"1"1"0,0 1 1,0 1-1,41-7 0,95-5 494,-76 11-1287,-8-1-358,234-16 546,-300 25-709,0 1 1,1-1-1,-1 2 1,1-1-1,-1 1 1,0 0-1,0 1 1,0 0-1,8 4 1,-12-5-35,0 0 0,0 0 0,-1 1-1,1 0 1,-1 0 0,1 0 0,-1 0 0,0 0 0,0 1 0,-1-1 0,1 1 0,-1 0 0,0 0-1,0 0 1,0 0 0,0 0 0,-1 0 0,1 1 0,0 5 0,1 1-622,-1 0-1,0 1 1,-1 0 0,-1-1 0,1 1-1,-2 0 1,0-1 0,-3 17-1,-3 8-4144,5-12-2755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1.385"/>
    </inkml:context>
    <inkml:brush xml:id="br0">
      <inkml:brushProperty name="width" value="0.035" units="cm"/>
      <inkml:brushProperty name="height" value="0.035" units="cm"/>
    </inkml:brush>
  </inkml:definitions>
  <inkml:trace contextRef="#ctx0" brushRef="#br0">0 63 8805,'16'-40'3136,"-6"29"-2096,2-1 100,1 18-1280,6 0-468,0 5-336,3 4-880,-6-1-1332,13 12-1309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2.289"/>
    </inkml:context>
    <inkml:brush xml:id="br0">
      <inkml:brushProperty name="width" value="0.035" units="cm"/>
      <inkml:brushProperty name="height" value="0.035" units="cm"/>
    </inkml:brush>
  </inkml:definitions>
  <inkml:trace contextRef="#ctx0" brushRef="#br0">26 166 6997,'-25'-25'10563,"44"19"-8354,-11 2-1440,-1 1-1,0-1 0,1-1 1,-1 0-1,-1 0 1,9-8-1,19-12 935,-33 24-1674,0 1-1,0 0 1,0 0-1,0 0 1,0 0 0,0 0-1,0 0 1,0 1-1,0-1 1,0 0 0,0 0-1,0 1 1,0-1-1,0 0 1,0 1 0,0-1-1,-1 1 1,2 0-1,1 1 56,3 0-40,0 1 0,-1 0 0,1 0 0,-1 0 0,0 1 0,0-1 0,0 1 0,0 0 0,-1 1 0,1-1 0,-1 1 0,0 0 0,-1 0 0,1 0 0,-1 1 0,4 7 0,5 13-80,-1 1 1,9 36-1,-6-19-209,-11-34 156,1 0 0,0 0 0,0 0 0,1-1 0,0 1 0,1-1 0,7 9 0,-10-15 80,-1-1 0,1 0 0,-1 0 0,1 0 0,0 0 0,0 0 0,0-1 0,0 1 0,0-1 0,0 0 0,0 0 0,1 0 0,-1 0 0,0 0 0,1-1 0,-1 0 0,0 0 0,1 0 0,-1 0 0,1 0 0,-1 0 0,0-1 0,1 0 0,-1 0 0,0 0 0,6-2 0,137-56 1,-87 33 52,92-27 0,-120 45 12,0 1-1,1 2 1,-1 1 0,40 0-1,-58 4-22,0 1 0,0 0 0,0 0 0,-1 2-1,1-1 1,0 2 0,-1-1 0,0 2 0,0 0 0,0 0 0,-1 1-1,1 1 1,11 8 0,38 38 114,22 17 122,-72-62-251,1-1 0,0 0 0,0-1-1,0 0 1,1-1 0,13 4-1,0-3 3,0-2-1,0 0 1,1-2-1,-1-1 1,1-1-1,-1-1 1,1-1-1,-1-2 0,32-8 1,-15 1-5,0-2 1,-1-2-1,0-2 1,64-36-1,-55 21-44,-1-1-1,-2-3 1,-1-2-1,-2-2 1,-2-2-1,44-54 1,-85 92-53,1 0 1,0 0-1,-1 0 1,0 0 0,0-1-1,0 1 1,1-6 0,0 1-209,-3 9 283,0 0 0,0 0 0,0 0 0,0 0 0,0 0 0,0 0 0,0 0 1,0 0-1,-1 0 0,1 0 0,0 0 0,0 0 0,0 0 0,0 0 0,0 0 0,0 0 0,0 0 0,0 0 0,-1 0 0,1 0 1,0 0-1,0 0 0,0 0 0,0 0 0,0 0 0,0 0 0,0 0 0,0 0 0,-1 0 0,1 0 0,0 0 0,0 0 1,0 0-1,0 0 0,0 0 0,0 0 0,0 0 0,0 0 0,0 0 0,0-1 0,0 1 0,0 0 0,-1 0 0,1 0 1,0 0-1,0 0 0,0 0 0,0 0 0,0 0 0,0 0 0,0-1 0,0 1 0,0 0 0,0 0 0,0 0 0,0 0 1,0 0-1,0 0 0,0 0 0,0 0 0,0-1 0,0 1 0,0 0 0,0 0 0,0 0 0,0 0 0,0 0 0,1 0 0,-14 1-186,0 1-1,0 0 1,0 1-1,0 0 1,1 1-1,-1 0 0,1 1 1,0 1-1,-19 12 1,-103 76-871,110-76 885,-12 11-420,-38 37 0,62-55 342,1 1 1,1 1-1,0 0 0,0 0 0,1 1 0,-11 23 0,19-35 217,0 1 0,0-1 0,0 0 1,0 1-1,0-1 0,1 1 0,0-1 0,-1 1 0,1-1 1,0 0-1,0 1 0,0-1 0,0 1 0,1-1 0,-1 1 1,1-1-1,0 3 0,0-3 15,0-1-1,0 1 1,0-1 0,0 1-1,0-1 1,1 0 0,-1 1-1,0-1 1,1 0 0,-1 0-1,1 0 1,-1 0-1,1 0 1,0 0 0,-1-1-1,1 1 1,2 0 0,4 1-3,-1-1 0,0 0 0,0 0 0,1-1 0,-1 0 0,0 0 0,0-1 0,12-2 0,-2 0 237,-1-1 0,0-1-1,1-1 1,-2 0 0,1-1-1,-1 0 1,0-2 0,0 1 0,-1-2-1,0 0 1,-1-1 0,0 0 0,-1-1-1,17-21 1,-6 6 495,-19 22-351,1 0-1,-1 0 1,0 0 0,0 0-1,-1-1 1,0 0-1,0 1 1,4-12 0,-6 15-290,0 1 1,-1 0-1,1-1 1,0 1-1,0 0 1,0-1-1,0 1 1,0 0-1,0 0 1,0 0 0,1 0-1,-1 0 1,0 0-1,1 0 1,1-1-1,4-3 478,-47 399 893,29-248-1287,-21 239-11,-25-6-578,37-278 252,-98 397-1034,99-437 948,-4-1 0,-2 0 1,-2-2-1,-4-1 0,-72 102 1,81-131 181,-1-1 1,-2-2 0,-1 0-1,0-2 1,-2-1 0,-1-1 0,0-2-1,-2 0 1,0-2 0,-1-2-1,-34 13 1,38-19 203,-1 0 0,0-2-1,-1 0 1,1-3 0,-1 0 0,0-2 0,0-1 0,0-1 0,0-2-1,0-1 1,1-1 0,-1-2 0,-37-12 0,51 13 53,1-1 0,1-1 1,-1 0-1,1-1 0,0 0 0,1-1 1,0 0-1,-16-16 0,23 19-76,0 0 1,1-1-1,-1 0 0,1 0 0,0 0 1,1-1-1,0 0 0,0 0 0,1 0 0,0 0 1,0 0-1,0-1 0,1 1 0,1-1 1,0 1-1,-1-18 0,3 12-1,1 0 0,0 0-1,1 0 1,0 1 0,1-1 0,1 1 0,0 0 0,0 0-1,11-16 1,7-8 111,50-60-1,24-16-520,140-126 0,133-79-2378,138-90-5101,-362 289 1472,-13 16-3920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1.195"/>
    </inkml:context>
    <inkml:brush xml:id="br0">
      <inkml:brushProperty name="width" value="0.035" units="cm"/>
      <inkml:brushProperty name="height" value="0.035" units="cm"/>
    </inkml:brush>
  </inkml:definitions>
  <inkml:trace contextRef="#ctx0" brushRef="#br0">1 444 12065,'2'-2'2222,"-1"1"-1952,1 0 0,-1 0 0,1 0-1,-1 0 1,1 0 0,-1 0-1,1 1 1,-1-1 0,1 1 0,-1-1-1,1 1 1,0 0 0,-1-1 0,1 1-1,0 0 1,0 0 0,-1 0 0,1 0-1,0 0 1,-1 1 0,3 0 0,0 0 79,0 1 1,0 1 0,-1-1-1,1 1 1,0-1 0,-1 1 0,6 6-1,6 8 217,-1 1 0,-1 1 0,-1 0 0,-1 0 0,0 1-1,10 28 1,-15-33-373,129 358 1885,-20-46-1481,-111-316-577,1 0 0,0-1-1,0 1 1,1-1 0,1-1 0,0 1 0,0-1-1,1 0 1,0 0 0,0-1 0,1 0 0,12 8-1,-18-14-13,-1-1 0,1 0-1,0-1 1,-1 1 0,1 0-1,0-1 1,0 1-1,0-1 1,0 0 0,-1 0-1,1 0 1,0-1 0,0 1-1,0 0 1,-1-1-1,1 0 1,0 0 0,0 0-1,-1 0 1,1 0 0,-1 0-1,4-3 1,2-1 16,0 0 1,0 0-1,-1-1 1,1-1 0,8-9-1,5-8 36,-2-1 0,-1-1-1,-1-1 1,14-30 0,48-122 72,-13 27-144,173-284-2922,-183 351-352,4 2 1,130-138-1,-126 164-2496,-1 14-3424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1.509"/>
    </inkml:context>
    <inkml:brush xml:id="br0">
      <inkml:brushProperty name="width" value="0.035" units="cm"/>
      <inkml:brushProperty name="height" value="0.035" units="cm"/>
    </inkml:brush>
  </inkml:definitions>
  <inkml:trace contextRef="#ctx0" brushRef="#br0">601 62 8345,'-1'-1'149,"1"1"0,-1-1 0,1 0-1,-1 0 1,1 0 0,-1-1 0,1 1 0,0 0 0,0 0 0,-1 0 0,1 0 0,0 0 0,0 0 0,0 0 0,0 0-1,0-1 1,0 1 0,1 0 0,-1 0 0,0 0 0,1 0 0,-1 0 0,0 0 0,1 0 0,-1 0 0,1 0 0,0 0-1,-1 0 1,2-1 0,1-4 704,-3 5-707,0 0 1,0 0-1,-1-1 1,1 1-1,-1 0 1,1 0-1,0 0 1,-1 0-1,0 0 1,1 0-1,-1 0 1,0 0 0,0 0-1,1 0 1,-1 0-1,0 0 1,0 0-1,0 1 1,0-1-1,0 0 1,0 1-1,-2-2 1,-2 2-41,1 0 1,-1 0 0,0 0-1,0 0 1,0 1-1,0-1 1,0 1-1,1 1 1,-1-1 0,0 1-1,1 0 1,-1 0-1,-7 4 1,-5 2 122,-38 16 141,1 4 0,-99 66 0,-83 96 579,236-189-439,6-4-98,21-12 232,33-22 696,62-52 2034,-119 87-3303,-1 0 0,1 0-1,0 0 1,0 0 0,0 1 0,0 0-1,0-1 1,0 1 0,1 0 0,-1 1 0,0-1-1,0 0 1,1 1 0,-1 0 0,0 0-1,1 0 1,4 1 0,-5-1-82,0 2 1,0-1-1,-1 0 0,1 0 1,0 1-1,-1 0 0,1-1 1,-1 1-1,0 0 0,1 0 1,-1 0-1,0 1 0,0-1 1,0 0-1,2 5 1,2 4-366,-1 1 0,0 0 0,0 0 0,-1 0 1,-1 1-1,0-1 0,2 21 0,-2 24-2153,2 9-1942,4-23-1500,6 0-3266</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1.810"/>
    </inkml:context>
    <inkml:brush xml:id="br0">
      <inkml:brushProperty name="width" value="0.035" units="cm"/>
      <inkml:brushProperty name="height" value="0.035" units="cm"/>
    </inkml:brush>
  </inkml:definitions>
  <inkml:trace contextRef="#ctx0" brushRef="#br0">0 63 10565,'40'-21'2090,"-32"17"-183,8 7 1144,-10 0-2784,0-1-1,0 1 1,-1 0-1,0 1 1,1-1 0,-1 1-1,-1 0 1,8 8 0,34 42 656,-45-53-892,12 18 136,0 1 1,-1 1-1,0 0 0,-2 0 0,-1 1 0,0 0 1,7 36-1,-13-44-122,0-1 0,-2 1 0,1 27 0,-11 96 40,7-117-90,-2-1 1,0 0-1,-2 0 1,0 0-1,0-1 0,-2 1 1,-14 23-1,9-17 4,11-21 4,0 0 0,-1 0 0,1-1 0,-1 1 0,0 0-1,-1-1 1,1 0 0,0 0 0,-1 0 0,-6 4 0,3-2 25,7-5-14,-1 0 0,0 1 1,0-1-1,1 0 0,-1 0 0,0 0 0,1 0 0,-1 0 0,0 0 1,0 0-1,1 0 0,-1 0 0,0-1 0,0 1 0,1 0 1,-1 0-1,0-1 0,1 1 0,-1 0 0,0-1 0,1 1 1,-1-1-1,1 1 0,-1 0 0,1-1 0,-1 0 0,0 0 0,-12-14 155,12 9-133,-1 0-1,1 0 1,1 0-1,-1 0 0,1 0 1,0 0-1,0 0 0,2-10 1,13-49 183,-13 60-200,14-44-154,2 1 1,2 1 0,2 1 0,2 1 0,2 1 0,2 1 0,1 1 0,44-46 0,-52 66-644,1 1 0,1 0 0,0 2 0,41-25 0,-41 30-1961,1 1-1,45-17 0,-26 18-4674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1.950"/>
    </inkml:context>
    <inkml:brush xml:id="br0">
      <inkml:brushProperty name="width" value="0.035" units="cm"/>
      <inkml:brushProperty name="height" value="0.035" units="cm"/>
    </inkml:brush>
  </inkml:definitions>
  <inkml:trace contextRef="#ctx0" brushRef="#br0">4 0 8585,'6'23'2376,"10"-14"-204,-25 5-192,2 3 1109,11 3-2053,2 3-236,-3 3-152,-6 14-260,0-26-396,0 12-448,3 2-656,-7-2-636,4 0-593,3 2-2139,-3-5-3465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2.074"/>
    </inkml:context>
    <inkml:brush xml:id="br0">
      <inkml:brushProperty name="width" value="0.035" units="cm"/>
      <inkml:brushProperty name="height" value="0.035" units="cm"/>
    </inkml:brush>
  </inkml:definitions>
  <inkml:trace contextRef="#ctx0" brushRef="#br0">4 32 6961,'19'-11'1392,"-32"-1"-252,4 4 656,15 28-1740,10 11-516,-7 1-236,4-7-912,3 12-880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2.356"/>
    </inkml:context>
    <inkml:brush xml:id="br0">
      <inkml:brushProperty name="width" value="0.035" units="cm"/>
      <inkml:brushProperty name="height" value="0.035" units="cm"/>
    </inkml:brush>
  </inkml:definitions>
  <inkml:trace contextRef="#ctx0" brushRef="#br0">466 89 8005,'0'0'8,"-2"-4"424,0-1 0,1 0 0,-1 0 0,1 1 0,0-1-1,0 0 1,0 0 0,1 0 0,-1-6 0,1 10-317,1 0 1,-1 0 0,0 0-1,0-1 1,0 1 0,-1 0-1,1 0 1,0 0 0,0-1-1,-1 1 1,1 0-1,-1 0 1,1 0 0,-1 0-1,1 0 1,-1 0 0,1 0-1,-1 0 1,0 0 0,0 0-1,0 0 1,1 0 0,-1 0-1,-1 0 1,-1 0 65,1 0-1,0 0 1,-1 0 0,1 0-1,0 1 1,-1-1 0,1 1-1,-1-1 1,1 1 0,-1 0-1,-3 0 1,-4 1 188,0 0 0,1 1 0,-1 0 0,1 1 0,-17 6 0,-4 5-25,1 1 1,1 1-1,1 1 0,-40 34 1,48-36-268,1 2 0,1 1 0,1 0 1,1 0-1,0 2 0,-21 37 0,21-14-49,12-29 14,3-14-37,0 1 1,0 0-1,0 0 0,0-1 1,1 1-1,-1 0 1,0-1-1,0 1 0,1 0 1,-1-1-1,0 1 1,1 0-1,-1-1 0,1 1 1,-1-1-1,1 1 1,-1-1-1,1 1 1,-1-1-1,1 1 0,-1-1 1,1 1-1,0-1 1,-1 0-1,1 1 0,1-1 1,16 8 102,-12-9-62,0 1 0,0-1 0,0 0 0,0 0 0,0 0 0,-1-1 0,1 0 0,0 0 0,6-4 0,52-31 752,-41 22-284,43-30 1373,-51 34-1228,1 0 0,27-14 0,-42 25-656,0 0 1,0 0-1,1 0 1,-1 0-1,0 0 1,0 0-1,0 0 1,0 0-1,0 1 1,0-1 0,0 0-1,0 1 1,0-1-1,0 1 1,0-1-1,0 1 1,0 0-1,0-1 1,0 1-1,0 0 1,-1-1 0,2 3-1,1-1-54,1 1-221,-1 1-1,1-1 1,-1 1 0,0 0-1,0 0 1,0 0 0,-1 1-1,1-1 1,-1 0-1,0 1 1,0 0 0,-1-1-1,1 1 1,-1 0 0,0 0-1,-1 0 1,1 0-1,-1 9 1,9 43-9083,-5-28-988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2.736"/>
    </inkml:context>
    <inkml:brush xml:id="br0">
      <inkml:brushProperty name="width" value="0.035" units="cm"/>
      <inkml:brushProperty name="height" value="0.035" units="cm"/>
    </inkml:brush>
  </inkml:definitions>
  <inkml:trace contextRef="#ctx0" brushRef="#br0">26 47 10733,'12'-26'8833,"6"50"-7128,-16-17-1584,-1 1 0,0 0 0,0-1 0,-1 1 0,0 0 0,0 0 0,-1 7 0,-11 59 216,7-44-219,1-4-100,-1 1-1,-1-1 1,-14 38-1,12-37-22,11-43 21,4-15 353,0 1 0,2 0 0,2 0 0,0 1 0,2 1-1,1 0 1,1 1 0,2 0 0,39-48 0,-54 72-298,0 1 0,0-1 0,0 0 0,0 1 0,1-1 0,-1 1-1,1 0 1,0 0 0,0 0 0,0 0 0,0 1 0,0-1 0,0 1 0,0-1 0,0 1 0,1 0 0,-1 1 0,0-1 0,1 0 0,-1 1 0,6 0 0,-5 1-46,-1 0 0,0 0-1,1 1 1,-1 0 0,0-1 0,0 1-1,0 0 1,0 0 0,0 1 0,0-1 0,-1 1-1,1-1 1,-1 1 0,0 0 0,0 0 0,0 0-1,0 0 1,2 6 0,4 6 13,-2 0 1,0 0-1,-1 1 1,6 32-1,5 70-1252,-14-105 940,9 130-3201,-7-80-36,2 0-3523,-1-17-3162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3.160"/>
    </inkml:context>
    <inkml:brush xml:id="br0">
      <inkml:brushProperty name="width" value="0.035" units="cm"/>
      <inkml:brushProperty name="height" value="0.035" units="cm"/>
    </inkml:brush>
  </inkml:definitions>
  <inkml:trace contextRef="#ctx0" brushRef="#br0">264 4 10273,'16'-4'7335,"-43"28"1303,12-11-10463,-8 12 2082,1 1 0,1 0 0,1 2 0,2 1 0,0 0 0,-17 44 0,20-41-262,2 0 0,1 1 0,1 0 0,3 1 0,0 0 0,-5 61 0,12-79-180,1-1 0,1 1-1,0 0 1,1 0 0,0-1 0,2 1 0,-1-1 0,2 0 0,0 0 0,1 0 0,1-1 0,0 0 0,0 0 0,2 0 0,0-1 0,0-1 0,14 14 0,-11-14-274,1 0 0,0-1 0,1-1 0,0 0 0,1-1 0,0-1 0,0 0 0,1-1 1,25 8-1,-9-7-1327,0 0 0,0-3 0,1 0 0,35-1 1,1-1-4567</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3.470"/>
    </inkml:context>
    <inkml:brush xml:id="br0">
      <inkml:brushProperty name="width" value="0.035" units="cm"/>
      <inkml:brushProperty name="height" value="0.035" units="cm"/>
    </inkml:brush>
  </inkml:definitions>
  <inkml:trace contextRef="#ctx0" brushRef="#br0">53 4 6845,'-34'4'1856,"27"-3"4593,9 1-5336,11 6-562,0 0 0,1-1 0,0-1 1,0 0-1,0-1 0,1 0 0,22 3 0,-27-6-470,1-1-1,0 0 1,-1 0-1,1-1 1,0-1-1,-1 0 1,1 0-1,-1-1 1,1 0 0,-1-1-1,15-6 1,-22 8-25,-3-1-45,0 1-1,0-1 0,0 0 0,0 0 0,-1 0 0,1 0 1,0 0-1,-1 0 0,1 0 0,-1 1 0,0-1 1,0 0-1,1 0 0,-1 1 0,0-1 0,0 0 1,-1 1-1,1-1 0,0 1 0,0 0 0,-1-1 0,1 1 1,-1 0-1,1 0 0,-1 0 0,0 0 0,1 0 1,-1 0-1,0 0 0,0 1 0,0-1 0,1 1 1,-1-1-1,0 1 0,0-1 0,0 1 0,0 0 1,0 0-1,0 0 0,-2 1 0,-5 0 9,1 0 1,-1 0-1,1 1 0,0 1 0,0-1 0,0 1 1,0 1-1,-12 6 0,8-2 2,0 0 1,1 1-1,0 0 1,0 1-1,1 1 1,0-1-1,1 1 1,1 1-1,-1 0 0,2 0 1,0 1-1,0-1 1,-6 21-1,9-24-27,1 1-1,0 0 1,0-1-1,2 2 1,-1-1-1,1 0 0,0 0 1,1 0-1,0 0 1,1 1-1,0-1 1,1 0-1,0 0 1,0 0-1,1 0 1,0-1-1,1 1 0,0-1 1,10 17-1,-7-18-202,0 1-1,0-1 1,1-1-1,0 1 1,0-1-1,1-1 1,0 1-1,0-2 1,0 1-1,1-1 1,0 0-1,0-1 1,0-1-1,0 1 1,19 2-1,0-1-1821,0-1-1,0-2 1,0-1 0,48-4-1,-25-1-3930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3.704"/>
    </inkml:context>
    <inkml:brush xml:id="br0">
      <inkml:brushProperty name="width" value="0.035" units="cm"/>
      <inkml:brushProperty name="height" value="0.035" units="cm"/>
    </inkml:brush>
  </inkml:definitions>
  <inkml:trace contextRef="#ctx0" brushRef="#br0">455 29 7381,'-12'-13'-776,"4"-2"9521,8 18-5516,1 19-572,4 78-82,5 0 1,31 136-1,-19-124-1884,11 166 0,-32-228-874,-3 0 0,-2 0 0,-3-1 1,-1 1-1,-3-1 0,-1-1 0,-3 0 0,-2-1 0,-28 57 0,25-69-510,-1 0-1,-2-1 1,-2-1 0,-41 44-1,-31 16-2996,-4-10-3917,28-30-3160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3.876"/>
    </inkml:context>
    <inkml:brush xml:id="br0">
      <inkml:brushProperty name="width" value="0.035" units="cm"/>
      <inkml:brushProperty name="height" value="0.035" units="cm"/>
    </inkml:brush>
  </inkml:definitions>
  <inkml:trace contextRef="#ctx0" brushRef="#br0">178 14 13101,'-35'-8'2092,"7"11"-275,12-9 1031,-10 6-1936,4-3 392,6 15-956,-3-1-228,10 0-1140,2 1-492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7.821"/>
    </inkml:context>
    <inkml:brush xml:id="br0">
      <inkml:brushProperty name="width" value="0.035" units="cm"/>
      <inkml:brushProperty name="height" value="0.035" units="cm"/>
    </inkml:brush>
  </inkml:definitions>
  <inkml:trace contextRef="#ctx0" brushRef="#br0">865 764 6069,'-3'-13'903,"0"0"1,-1 0 0,0 1-1,-1 0 1,-1 0 0,1 0-1,-2 0 1,0 1-1,0 0 1,-17-18 0,16 21-668,0 1 1,0 0-1,-1 0 1,0 1-1,0 0 1,-1 1-1,1 0 1,-1 0-1,0 1 1,0 0-1,-1 1 1,1 0-1,-1 1 1,0 0-1,0 1 1,-15-1-1,-4 1 44,-1 2-1,1 0 1,0 2 0,-54 13-1,60-11-217,0 2 0,1 1 0,-1 1 0,2 1 0,-1 1 0,2 1 0,-1 1 0,2 0 0,0 2 0,0 0 0,1 2 0,1 0 0,1 1 0,1 0 0,0 1 0,1 1 0,-14 27 0,24-36-88,-1 1 0,2 0 0,0 0 0,1 1 0,0-1 0,0 1 0,2 0 0,-1 0 0,2 0-1,0 0 1,0 0 0,1-1 0,1 1 0,0 0 0,1 0 0,0-1 0,1 0 0,0 1 0,1-1 0,0-1-1,1 1 1,1-1 0,-1 0 0,2 0 0,0-1 0,0 0 0,0-1 0,1 1 0,1-2 0,0 1-1,0-1 1,0-1 0,1 0 0,0 0 0,22 8 0,-18-8-25,1-2 0,0 0 0,0 0 0,0-2 0,0 0 0,1-1 0,-1 0 0,1-2 0,-1 0-1,1 0 1,-1-2 0,1 0 0,-1-1 0,0 0 0,0-2 0,0 0 0,0 0 0,-1-2 0,0 0 0,24-15 0,-29 15 39,1 0 0,-1-1 0,-1 0 0,14-14 0,76-93-83,-82 94 80,-2-2-1,0 0 0,-1-1 1,-1-1-1,16-43 1,-15 33-8,10-31-12,-2-1 0,-3 0-1,12-86 1,2-213-40,-32 352 83,-2-1 0,0 1 1,-4-23-1,5 36-7,0 0-1,0-1 1,-1 1 0,1 0-1,0 0 1,-1 0 0,1 0-1,-1-1 1,1 1 0,-1 0-1,0 0 1,1 0 0,-1 0-1,0 0 1,0 1 0,0-1 0,1 0-1,-1 0 1,0 0 0,0 1-1,-2-2 1,2 2 1,-1 1-1,1-1 1,-1 1 0,1-1-1,-1 1 1,1-1 0,-1 1-1,1 0 1,0-1 0,-1 1-1,1 0 1,0 0 0,0 0-1,0 0 1,0 0 0,0 1-1,0-1 1,0 0 0,0 0-1,0 1 1,0-1 0,0 3-1,-6 7 21,0 1-1,1 0 1,1 1-1,0-1 1,-6 23-1,-9 71 42,13-65-48,1-6-5,3 0-1,0 1 1,2-1-1,2 1 1,8 50 0,-5-61-22,1 0 1,1-1 0,1 1 0,1-1-1,2-1 1,0 0 0,1 0 0,22 31 0,-24-42 3,0 0 0,1-1 0,1 0 0,0-1 0,0 0 0,1-1 0,0 0 0,1 0 0,17 8 0,-11-8 0,0-2 0,1 0 0,-1-1 0,1 0 0,1-2-1,23 3 1,-5-5 19,0-1 0,0-2 0,0-2 1,0-1-1,0-2 0,66-20 0,-58 11 110,-1-2 1,0-3-1,-1-1 0,-2-2 1,76-53-1,-66 29 114,-52 47-232,-1-1 1,1 1-1,-1-1 0,1 1 0,-1-1 0,1 1 1,-1-1-1,0 0 0,1 1 0,-1-1 0,0 0 1,1 1-1,-1-1 0,0 0 0,0 0 0,0 1 1,0-1-1,0 0 0,1 1 0,-1-1 0,0 0 0,-1 0 1,1 1-1,0-1 0,0 0 0,0 0 0,0 1 1,-1-2-1,0 1 0,0-1 1,0 1 0,0 0-1,0 0 1,-1-1-1,1 1 1,0 0-1,-1 0 1,1 0 0,0 1-1,-1-1 1,-2-1-1,-1 0 4,-1 0-1,0 0 0,0 1 0,0-1 0,0 1 1,-11 0-1,-9 3-127,1 1 0,0 2 1,0 0-1,0 1 0,1 2 0,-1 1 0,2 0 1,0 2-1,0 0 0,0 2 0,-39 30 0,61-42 111,0 0-1,0-1 1,-1 1-1,2 0 0,-1 0 1,0 0-1,0 0 1,0 0-1,0 0 0,0 0 1,1 0-1,-1 0 1,1 0-1,-1 0 0,0 1 1,1-1-1,0 0 0,-1 0 1,1 0-1,0 1 1,0-1-1,-1 2 0,2-2 5,-1 0-1,1 0 1,0 1-1,-1-1 0,1 0 1,-1 0-1,1 0 1,0-1-1,0 1 0,0 0 1,0 0-1,0 0 1,0-1-1,0 1 0,0 0 1,0-1-1,0 1 1,2 0-1,6 3 0,1-1-1,0 0 1,0-1 0,11 1 0,-17-2 12,91 7 399,-74-8-187,0 1 1,0 1-1,0 1 1,0 1-1,-1 1 1,28 10 0,-44-12-253,1 0 1,-1 0-1,0 1 1,1 0-1,-2 0 1,1 0-1,0 0 0,-1 1 1,0-1-1,0 1 1,0 0-1,-1 0 1,1 0-1,-1 0 1,0 0-1,1 7 1,-1-5-492,0-1 1,0 1-1,1-1 1,0 0-1,0 0 1,0 0-1,1-1 1,0 1-1,0-1 1,1 0-1,-1 0 0,10 7 1,15 3-3801,16 2-2404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7.996"/>
    </inkml:context>
    <inkml:brush xml:id="br0">
      <inkml:brushProperty name="width" value="0.035" units="cm"/>
      <inkml:brushProperty name="height" value="0.035" units="cm"/>
    </inkml:brush>
  </inkml:definitions>
  <inkml:trace contextRef="#ctx0" brushRef="#br0">42 43 8857,'-34'-36'2188,"27"29"1332,8 9-2150,1 0-1237,0-1 0,-1 1 0,1 0 0,-1 0 1,1 0-1,-1 0 0,0 0 0,0 0 0,0 1 1,0-1-1,0 0 0,0 1 0,-1-1 0,1 0 0,-1 1 1,1-1-1,-1 0 0,0 1 0,0-1 0,0 1 0,-1-1 1,0 5-1,-4 73 206,3 0 0,9 96 0,0-55-3884,-6-1-3600,-2-71 804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8.330"/>
    </inkml:context>
    <inkml:brush xml:id="br0">
      <inkml:brushProperty name="width" value="0.035" units="cm"/>
      <inkml:brushProperty name="height" value="0.035" units="cm"/>
    </inkml:brush>
  </inkml:definitions>
  <inkml:trace contextRef="#ctx0" brushRef="#br0">0 226 6601,'7'-6'724,"-1"2"-1,0-1 1,1 1 0,0 0 0,11-4 0,6-1 460,41-10-1,-32 10-265,149-29 1629,-51 13-1465,196-47 1437,-255 50-1889,-69 22-609,0-1 0,0 1 0,0 0 0,0 0 0,0 1 0,0-1 0,-1 0 0,1 1 0,0 0 1,0-1-1,4 3 0,-1-1 6,-5-1-30,-1-1 0,0 1 0,1 0 0,-1-1 0,0 1 0,0 0 0,0-1 1,1 1-1,-1 0 0,0 0 0,0-1 0,0 1 0,0 0 0,0-1 0,0 1 1,0 0-1,-1 0 0,1-1 0,0 1 0,0 0 0,0-1 0,-1 2 0,1-1-4,-4 10-201,0 0 1,0 0 0,-1-1 0,-1 1 0,0-1 0,0 0-1,-12 14 1,-9 15-276,0-4 539,26-33 448,13 4 172,2 1-542,-1-2 0,1 1 0,0-2 0,0 1 0,0-2 0,21 3 0,22 5-2782,35 10-5406,-35-9 494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8.626"/>
    </inkml:context>
    <inkml:brush xml:id="br0">
      <inkml:brushProperty name="width" value="0.035" units="cm"/>
      <inkml:brushProperty name="height" value="0.035" units="cm"/>
    </inkml:brush>
  </inkml:definitions>
  <inkml:trace contextRef="#ctx0" brushRef="#br0">0 361 7533,'2'-3'289,"-1"-2"155,1 1 1,0 0-1,0 0 0,0 0 1,1 1-1,0-1 0,-1 0 1,1 1-1,0 0 0,1 0 1,5-5-1,-4 4 155,0 0-1,-1-1 1,1 1 0,-1-1 0,6-8-1,17-19 1374,44-32 159,113-99 1233,-181 161-3347,0 0 1,0 0 0,0 1-1,0-1 1,1 1-1,-1 0 1,0 0-1,1 0 1,-1 0 0,0 1-1,1 0 1,-1-1-1,1 1 1,-1 0-1,1 0 1,-1 1-1,1-1 1,-1 1 0,0 0-1,1 0 1,-1 0-1,0 0 1,0 0-1,1 1 1,-1 0 0,0-1-1,-1 1 1,1 0-1,0 1 1,0-1-1,-1 0 1,1 1-1,-1-1 1,0 1 0,0 0-1,0 0 1,0 0-1,0 0 1,-1 0-1,2 5 1,7 16 58,0-2-47,-2 0 1,8 31-1,-14-44-80,-1 0 1,0 0-1,-1 0 1,1 0-1,-2 1 1,1-1-1,-1 0 1,-1 0-1,-3 15 1,-2-5-343,0 1-1,-2-1 1,0 0 0,-1 0 0,0-1 0,-25 31 0,22-34-876,0 0 0,-1-1 1,-1-1-1,-20 15 0,9-9-3615,14-6-2744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9.076"/>
    </inkml:context>
    <inkml:brush xml:id="br0">
      <inkml:brushProperty name="width" value="0.035" units="cm"/>
      <inkml:brushProperty name="height" value="0.035" units="cm"/>
    </inkml:brush>
  </inkml:definitions>
  <inkml:trace contextRef="#ctx0" brushRef="#br0">1 960 8885,'43'-40'3228,"66"-46"0,-105 83-3095,49-33 1854,-2-3-1,57-55 0,-128 87-1608,16 6-358,1 1 1,-1 0-1,1 0 0,-1 1 0,1-1 0,-1 1 0,0 0 0,1 0 0,0 0 1,-1 0-1,1 0 0,0 1 0,-1-1 0,1 1 0,0 0 0,0 0 0,-4 4 1,-8 6 77,-25 26 0,22-19-52,0 1-1,2 0 1,0 1-1,2 1 1,-13 25-1,23-39-38,-1 0 0,2 1 0,-1 0 0,1 0 1,1 0-1,0 0 0,0 0 0,0 0 0,1 1 0,1-1 0,0 0 0,0 1 0,1-1 0,0 0 0,0 1 1,1-1-1,4 13 0,-3-15-13,0 1 1,0 0-1,1-1 0,0 0 1,1 0-1,0 0 1,0 0-1,0-1 1,1 0-1,-1 0 0,2 0 1,-1-1-1,0 0 1,1 0-1,0-1 0,0 0 1,1 0-1,-1 0 1,1-1-1,0 0 0,0-1 1,0 1-1,14 1 1,9 0-31,0-2 1,1 0 0,0-3 0,-1 0-1,1-2 1,-1-1 0,0-2 0,0-1-1,-1-1 1,0-1 0,56-27 0,-46 16 26,-1-2 1,-1-1 0,0-2 0,-2-2 0,-1-1-1,-2-2 1,56-63 0,-38 28 11,-4-2-1,-2-2 1,38-80-1,90-231 980,-130 282-454,-36 82 58,-9 20 496,-11 25-248,-23 59-151,-75 220 567,99-267-1834,1 1-1,3 1 1,2-1 0,1 1-1,2 67 1,6-79-994,0 0-1,10 35 1,-8-46-1211,1-1-1,9 21 1,3-9-5721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9.218"/>
    </inkml:context>
    <inkml:brush xml:id="br0">
      <inkml:brushProperty name="width" value="0.035" units="cm"/>
      <inkml:brushProperty name="height" value="0.035" units="cm"/>
    </inkml:brush>
  </inkml:definitions>
  <inkml:trace contextRef="#ctx0" brushRef="#br0">0 21 10829,'45'-12'1676,"12"9"-212,-6 3-272,6 3-180,7-3-187,9 0-325,15 0-648,11 0-692,12-3-729,0 3-2751,7-5-3317</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2.215"/>
    </inkml:context>
    <inkml:brush xml:id="br0">
      <inkml:brushProperty name="width" value="0.035" units="cm"/>
      <inkml:brushProperty name="height" value="0.035" units="cm"/>
    </inkml:brush>
  </inkml:definitions>
  <inkml:trace contextRef="#ctx0" brushRef="#br0">1 38 2336,'12'-14'2176,"-2"2"-2228,-4 1-384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2.434"/>
    </inkml:context>
    <inkml:brush xml:id="br0">
      <inkml:brushProperty name="width" value="0.035" units="cm"/>
      <inkml:brushProperty name="height" value="0.035" units="cm"/>
    </inkml:brush>
  </inkml:definitions>
  <inkml:trace contextRef="#ctx0" brushRef="#br0">102 60 6521,'-3'-1'1514,"-26"-4"1497,26 5-1606,4-3-63,2-4-195,9-29 3464,-13 37-4497,1-1 0,0 0 0,0 0 0,-1 0 0,1 1 0,0-1 0,-1 0 0,1 0 0,0 0 0,0 0 1,-1 0-1,1 0 0,0 0 0,-1 0 0,1 1 0,0-1 0,-1 0 0,1 0 0,0-1 0,-1 1 0,1 0 0,0 0 0,-1 0 0,1 0 0,0 0 0,-1 0 0,1 0 1,0 0-1,0-1 0,-1 1 0,1 0 0,0 0 0,0 0 0,-1-1 0,1 1 0,0 0 0,0 0 0,-1-1 0,1 1 0,0 0 0,0 0 0,0-1 0,0 1 0,-1 0 1,1-1-1,0 1 0,0 0 0,0 0 0,0-1 0,0 1 0,0 0 0,0-1 0,0 1 0,0 0 0,0-1 0,0 1 0,0 0 0,0-1 0,0 1 0,1-1 0,-4 3-29,0 1 0,1-1 1,0 1-1,0 0 0,0 0 0,0-1 0,0 1 0,1 1 0,-1-1 0,1 0 0,-1 0 0,0 6 0,-9 46 335,9-41-279,-7 59-1030,2 105-1,0-3-6152,2-117 818,1-3-3922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2.947"/>
    </inkml:context>
    <inkml:brush xml:id="br0">
      <inkml:brushProperty name="width" value="0.035" units="cm"/>
      <inkml:brushProperty name="height" value="0.035" units="cm"/>
    </inkml:brush>
  </inkml:definitions>
  <inkml:trace contextRef="#ctx0" brushRef="#br0">623 64 5456,'-2'-2'1437,"0"-2"-1115,0 0 0,0 1 0,-1 0 0,0-1 0,1 1 1,-1 0-1,0 1 0,0-1 0,-1 0 0,1 1 0,-7-4 1,2 2 130,0 1 0,0 0 0,0 1 0,0 0 0,-13-2 0,9 2-175,0 1 0,0 1 0,0 0 0,0 0 0,0 2-1,0-1 1,0 1 0,0 1 0,0 0 0,-11 5 0,6-1 10,1 1 1,-1 1 0,2 0-1,-1 1 1,2 0 0,-18 16-1,12-6-9,0 0-1,1 1 0,1 1 1,2 1-1,0 0 0,1 1 1,1 1-1,-17 44 0,13-18-70,2 1-1,2 1 0,3 1 1,2-1-1,2 1 1,3 1-1,2-1 0,3 1 1,8 64-1,-3-78-156,2-1-1,2 0 1,2-1-1,1 0 1,25 51 0,-23-61-22,1 0 0,2-1-1,1-1 1,1-1 0,1 0 0,2-2 0,29 26 0,-19-24-8,0-1 1,2-2-1,1-1 0,0-2 1,2-2-1,0-1 0,1-2 0,1-2 1,0-1-1,0-2 0,1-2 1,63 4-1,-52-9-30,0-3-1,0-1 1,0-3 0,-1-2 0,1-3-1,-1-1 1,-1-3 0,0-2-1,79-36 1,-101 38-28,-1-1 0,-1-2 0,0-1-1,-1-1 1,0-1 0,-2-1 0,32-35 0,-39 36 10,-1 0 1,-1-1-1,0-1 1,-2 0-1,-1-1 1,0-1-1,-2 1 1,0-1-1,10-46 0,-12 32 3,-1-1-1,-2 0 0,-2-1 1,-1 1-1,-2-1 0,-1 1 1,-2 0-1,-2 0 0,-2 0 1,-1 1-1,-2 0 0,-1 1 1,-2 0-1,-2 1 0,-1 0 1,-1 2-1,-30-41 0,20 37 22,-1 1-1,-3 1 0,0 2 0,-2 1 1,-2 2-1,-63-42 0,65 51-101,-2 1 0,0 1-1,-2 2 1,0 2 0,0 2 0,-1 1 0,-74-12-1,93 21-478,0 1 0,-1 1 0,1 1 0,-1 1-1,1 1 1,0 1 0,0 0 0,0 2 0,0 0 0,-37 16-1,52-19-226,0 1-1,0 0 1,0 1-1,0-1 0,-7 7 1,-13 23-6887</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3.630"/>
    </inkml:context>
    <inkml:brush xml:id="br0">
      <inkml:brushProperty name="width" value="0.035" units="cm"/>
      <inkml:brushProperty name="height" value="0.035" units="cm"/>
    </inkml:brush>
  </inkml:definitions>
  <inkml:trace contextRef="#ctx0" brushRef="#br0">1 246 6621,'0'0'5635,"3"-1"-4110,174-35 3319,100-3-3192,-135 21-1136,1128-128 965,-1246 143-1468,-16 2-9,-1 0 1,0 0 0,0 1-1,0 0 1,1 0 0,-1 1-1,0 0 1,13 3 0,-20-4-6,0 0 1,0 0 0,0 0 0,0 0-1,-1 0 1,1 0 0,0 0-1,0 0 1,0 0 0,0 0 0,-1 0-1,1 1 1,0-1 0,0 0-1,0 0 1,0 0 0,0 0-1,-1 0 1,1 0 0,0 0 0,0 0-1,0 1 1,0-1 0,0 0-1,0 0 1,0 0 0,0 0 0,0 0-1,0 1 1,-1-1 0,1 0-1,0 0 1,0 0 0,0 0 0,0 1-1,0-1 1,0 0 0,0 0-1,0 0 1,0 0 0,0 1 0,0-1-1,0 0 1,0 0 0,1 0-1,-1 0 1,0 1 0,0-1 0,0 0-1,0 0 1,0 0 0,0 0-1,0 0 1,0 1 0,0-1 0,1 0-1,-1 0 1,0 0 0,0 0-1,0 0 1,0 0 0,0 0-1,1 0 1,-1 0 0,0 1 0,0-1-1,-26 9-130,-40 5-435,-73 0-2382,44-7-5920,70-5 2056</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3.955"/>
    </inkml:context>
    <inkml:brush xml:id="br0">
      <inkml:brushProperty name="width" value="0.035" units="cm"/>
      <inkml:brushProperty name="height" value="0.035" units="cm"/>
    </inkml:brush>
  </inkml:definitions>
  <inkml:trace contextRef="#ctx0" brushRef="#br0">164 28 7429,'-4'-11'-100,"8"-5"15108,-9 21-11492,-2 3-3469,-4 6 166,1 0-1,0 1 1,2 0 0,-1 0 0,2 1 0,0 0 0,1 0 0,-6 23 0,-1 15 26,-8 75 1,6 91-2317,-2 19-5677,12-173 1795,9 0-3562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4.455"/>
    </inkml:context>
    <inkml:brush xml:id="br0">
      <inkml:brushProperty name="width" value="0.035" units="cm"/>
      <inkml:brushProperty name="height" value="0.035" units="cm"/>
    </inkml:brush>
  </inkml:definitions>
  <inkml:trace contextRef="#ctx0" brushRef="#br0">11 223 8701,'-1'0'129,"0"-1"1,0 0-1,1 0 0,-1 1 1,0-1-1,0 0 1,1 0-1,-1 0 1,1 0-1,-1 0 0,1 0 1,-1 0-1,1 0 1,0 0-1,-1 0 1,1 0-1,0 0 0,0-1 1,0 1-1,0 0 1,0 0-1,0 0 1,0 0-1,0 0 0,0 0 1,1 0-1,-1 0 1,0 0-1,1 0 1,-1 0-1,1 0 0,-1 0 1,4-4 3540,-4 1-3423,0 0 0,1 0 0,-1 0 0,1 0 0,0 0 0,1 0 0,-1 0 0,1 0 0,-1 0 0,1 1 0,0-1 0,1 1 0,-1-1 0,1 1 0,-1 0 0,1 0 0,0 0 0,0 0 0,0 0 0,1 1 0,-1-1 0,0 1 0,1 0 0,0 0 0,-1 0 0,1 1 0,7-3 0,0 1-112,-1 0 0,1 1 0,-1 0 0,1 1 0,0 0 0,0 0 0,-1 1 0,1 1 0,16 2 0,7 5-35,0 1 1,-1 2 0,-1 1-1,0 2 1,-1 0 0,0 3-1,-1 0 1,-1 2 0,-1 1-1,-1 2 1,0 0 0,44 50-1,-60-59-183,-1 1-1,0 1 1,-1 0 0,0 0-1,-2 1 1,1 0-1,-2 0 1,0 0-1,6 31 1,-10-39 60,-1 1 1,0-1-1,-1 0 0,1 1 1,-2-1-1,1 1 0,-1-1 1,0 1-1,-1-1 1,0 0-1,0 0 0,-1 0 1,0 0-1,0 0 1,-1-1-1,0 1 0,0-1 1,-1 0-1,0 0 0,0 0 1,-1-1-1,-6 6 1,9-9 19,0-1 1,-1 0 0,1 1 0,-1-1 0,0-1 0,0 1 0,0 0 0,0-1 0,0 0-1,0 0 1,0 0 0,0 0 0,0-1 0,0 0 0,0 0 0,-1 0 0,1 0-1,0 0 1,0-1 0,0 0 0,0 0 0,0 0 0,-6-3 0,5 2 10,0 0 0,0 0 0,0-1 0,0 0 0,0 0 0,1-1 0,0 1 0,-1-1 0,1 0-1,0 0 1,1 0 0,-1 0 0,1-1 0,0 1 0,0-1 0,0 0 0,-3-9 0,4 5 7,0 0 1,1 1-1,0-1 0,0 0 0,1 0 0,0 1 0,1-1 0,-1 0 1,2 0-1,-1 1 0,2-1 0,4-14 0,1 2-20,1 1-1,0 1 1,25-37 0,27-21-438,58-52-962,-99 108 633,2 1 1,0 1-1,2 2 0,0 0 0,0 1 0,2 1 1,0 2-1,35-14 0,-7 7-4350,-2 4-3108</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5.001"/>
    </inkml:context>
    <inkml:brush xml:id="br0">
      <inkml:brushProperty name="width" value="0.035" units="cm"/>
      <inkml:brushProperty name="height" value="0.035" units="cm"/>
    </inkml:brush>
  </inkml:definitions>
  <inkml:trace contextRef="#ctx0" brushRef="#br0">540 89 7413,'-1'0'120,"0"-1"0,0 1 0,0-1 1,1 1-1,-1-1 0,0 0 0,0 1 1,1-1-1,-1 1 0,1-1 0,-1 0 1,1 0-1,-1 1 0,1-1 0,-1 0 1,1 0-1,-1 0 0,1 0 1,0 0-1,0 1 0,-1-1 0,1 0 1,0 0-1,0 0 0,0-2 0,7-23 2347,-2 12-405,-6 12-1790,1 0-1,-1 1 1,0-1 0,0 0 0,0 0-1,0 1 1,-1-1 0,1 1-1,0-1 1,-1 1 0,1 0-1,-1-1 1,1 1 0,-1 0-1,-2-2 1,-4 2-106,1 1 0,-1-1 0,1 1 0,-1 0 0,0 1-1,1 0 1,-1 0 0,1 1 0,0 0 0,-13 5 0,-2 1 1,2 1-1,-28 16 1,30-13-98,0 1-1,1 0 1,1 1 0,-25 27-1,-51 71 144,80-95-187,-4 2-33,2 0-1,0 2 1,2 0-1,0 0 1,1 1-1,1 0 1,1 1-1,-8 31 1,17-51 7,-1-1 0,1 1 0,-1-1-1,1 1 1,0-1 0,0 1 0,0-1 0,0 1 0,0-1-1,1 1 1,-1-1 0,1 1 0,-1-1 0,1 1 0,0-1-1,0 0 1,0 1 0,0-1 0,1 0 0,-1 0 0,0 0-1,1 0 1,0 0 0,-1 0 0,1 0 0,0-1 0,0 1-1,0-1 1,0 1 0,0-1 0,1 0 0,-1 1 0,0-1-1,0 0 1,1-1 0,-1 1 0,1 0 0,-1-1 0,1 1-1,-1-1 1,1 0 0,3 0 0,6 1 2,0-1 1,0-1-1,0 0 0,0-1 0,0 0 1,0 0-1,11-5 0,10-7 32,-1-1 0,-1-2 0,0-1 1,36-29-1,-3 3 67,17-13 86,-53 36-92,1 0-1,1 2 1,43-20-1,-68 38-86,0-1 0,0 1 0,0-1 0,1 1 0,-1 1-1,0-1 1,0 1 0,1 0 0,-1 0 0,0 1 0,1-1 0,-1 1 0,0 0-1,0 1 1,0-1 0,0 1 0,0 0 0,0 0 0,0 0 0,-1 1 0,6 4 0,9 7 10,0 1 1,-1 1 0,25 28 0,7 6-3,-36-38-19,0-2 0,1 1 0,0-2 0,0 0 1,1-1-1,1-1 0,-1 0 0,1-1 0,0-1 0,1 0 0,-1-1 0,1-1 0,0-1 0,-1-1 0,1 0 1,0-1-1,0-1 0,0-1 0,0 0 0,-1-2 0,1 0 0,-1-1 0,0 0 0,0-1 0,-1-1 0,0-1 0,0 0 1,0-1-1,-1-1 0,22-19 0,-23 17 2,-1 0 1,-1-1-1,0-1 0,0 0 1,10-18-1,40-79 819,-46 78-131,-13 27-514,0 1 1,-1-1 0,0 0 0,0 0 0,0 0-1,-1 0 1,1-7 0,-2 10-103,1-1 450,-4 6-309,-4 3-169,0 0 1,0 1-1,1 0 0,0 0 0,0 0 1,1 0-1,-1 1 0,1 0 0,1 0 1,-7 13-1,-4 13-489,-13 44-1,8-22-776,-22 70-6024,34-98 2088,3-7-4617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5.143"/>
    </inkml:context>
    <inkml:brush xml:id="br0">
      <inkml:brushProperty name="width" value="0.035" units="cm"/>
      <inkml:brushProperty name="height" value="0.035" units="cm"/>
    </inkml:brush>
  </inkml:definitions>
  <inkml:trace contextRef="#ctx0" brushRef="#br0">0 6 8173,'29'-5'2348,"-7"5"-2204,0 0-308,-9 11-512,3-2-872,-10 8-840,4-3-517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5.737"/>
    </inkml:context>
    <inkml:brush xml:id="br0">
      <inkml:brushProperty name="width" value="0.035" units="cm"/>
      <inkml:brushProperty name="height" value="0.035" units="cm"/>
    </inkml:brush>
  </inkml:definitions>
  <inkml:trace contextRef="#ctx0" brushRef="#br0">0 176 9121,'46'-60'4152,"-45"57"-3689,0 1-1,1 0 0,-1-1 0,0 1 1,-1-1-1,1 1 0,0-1 1,-1 0-1,1 1 0,-1-6 0,6-16 1546,-6 23-1900,0 1 0,1-1 1,-1 0-1,0 0 0,1 1 1,-1-1-1,1 0 0,-1 1 1,1-1-1,-1 1 0,1-1 1,0 0-1,-1 1 0,1 0 1,0-1-1,-1 1 0,1-1 1,0 1-1,0 0 0,-1-1 0,1 1 1,0 0-1,0 0 0,0 0 1,-1 0-1,1 0 0,0-1 1,0 1-1,0 1 0,1-1 1,0 1-49,0 0 1,-1 0 0,1 0 0,-1 0 0,1 0-1,0 0 1,-1 1 0,0-1 0,1 0-1,-1 1 1,0 0 0,2 2 0,2 4-55,0 1-1,0 0 1,6 19 0,16 87 97,-20-80-263,2 0 1,12 34 0,-18-63 137,0 1-1,1-1 0,0 0 1,7 10-1,-5-10 54,-4-4-43,0 0 1,1-1-1,0 1 0,-1-1 0,1 0 0,0 1 1,-1-1-1,1-1 0,0 1 0,0 0 0,0-1 1,5 1-1,-4-2 11,-1 1 0,1-1 1,0 0-1,0 0 0,-1-1 1,1 1-1,-1-1 0,1 1 0,-1-1 1,1 0-1,-1 0 0,0-1 1,0 1-1,0-1 0,3-4 0,41-50 59,-38 44-94,23-27 24,1 1 0,51-46 0,-62 67 30,30-19 0,-42 31-12,-8 4-2,0 1 1,1-1-1,-1 1 0,0 0 1,1 0-1,-1 0 0,1 1 1,0-1-1,-1 0 0,1 1 1,-1 0-1,1-1 0,0 1 1,-1 0-1,1 1 0,0-1 1,-1 0-1,1 1 0,-1-1 1,1 1-1,0 0 0,4 2 1,-2 0-1,1 0 0,-1 1 0,1 0 0,-1 0 0,8 8 1,-9-8-7,-1 0 1,1 1 0,-1-1 0,0 1 0,0 0-1,-1-1 1,1 1 0,-1 0 0,0 0 0,0 1 0,1 5-1,5 16 29,12 26 66,-10-26-108,25 50 1,-32-72 22,0-1 1,0 1-1,0-1 1,0 0-1,1 0 0,0 0 1,0 0-1,0-1 1,0 0-1,1 0 1,-1 0-1,1 0 1,0 0-1,-1-1 1,1 0-1,0 0 1,6 1-1,-3-2-10,1 0 0,-1 0 0,0-1-1,1 0 1,-1 0 0,1-1 0,-1 0 0,0 0-1,13-5 1,-2 0 7,-1-1 0,1-1 0,-1-1 0,-1 0 0,23-17-1,-1-2-29,36-35 1,-38 30 110,-2-1 0,-1-2 0,36-51 0,-60 74 87,2 0 1,-1 1-1,2 0 0,-1 1 0,20-13 1,-24 19-81,-7 6-56,1-1-1,0 1 1,0 0 0,-1 0 0,1 0-1,-1 1 1,1-1 0,-1 0-1,0 0 1,1 1 0,-1-1 0,0 1-1,0-1 1,0 1 0,2 3-1,-1 5 5,0 0 0,0 0 0,0 0 0,-1 0 0,-1 0 0,0 0 0,0 1 0,-3 10 0,1 20 74,2-38-122,4 107-676,-3-98 320,1-1 1,0 1 0,0 0 0,2-1 0,-1 0 0,11 21 0,-12-28 11,1 0 1,1-1-1,-1 1 1,0-1-1,1 0 0,0 0 1,0 0-1,0-1 1,0 1-1,0-1 1,0 0-1,8 2 1,-4 0-213,-6-3 285,0-1 0,1 1 1,-1-1-1,0 1 0,0-1 0,1 0 1,-1 0-1,0 0 0,0 0 0,1 0 0,-1 0 1,0-1-1,0 1 0,0-1 0,1 0 0,-1 1 1,0-1-1,0 0 0,0 0 0,0 0 1,0-1-1,0 1 0,2-3 0,8-3-2298,8-4-3654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5.857"/>
    </inkml:context>
    <inkml:brush xml:id="br0">
      <inkml:brushProperty name="width" value="0.035" units="cm"/>
      <inkml:brushProperty name="height" value="0.035" units="cm"/>
    </inkml:brush>
  </inkml:definitions>
  <inkml:trace contextRef="#ctx0" brushRef="#br0">1 35 8445,'6'-17'1876,"0"0"3356,10 23-4772,3-4-476,0 18-548,-3 1-500,-6-1-472,9 11-2200,0 0-2377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6.674"/>
    </inkml:context>
    <inkml:brush xml:id="br0">
      <inkml:brushProperty name="width" value="0.035" units="cm"/>
      <inkml:brushProperty name="height" value="0.035" units="cm"/>
    </inkml:brush>
  </inkml:definitions>
  <inkml:trace contextRef="#ctx0" brushRef="#br0">0 124 7949,'25'-14'1059,"-21"10"574,0 1 0,0-1 0,0 0 0,-1 0 1,6-8-1,1-4 47,-9 14-55,0 0-1505,0 0 1,0 0-1,0 0 0,1 0 0,-1 0 1,1 0-1,-1 1 0,1-1 0,0 0 1,3-1-1,24 6-35,1-2-1,-1 0 1,1-2 0,0-1 0,-1-1 0,0-2 0,53-15 0,-68 16-83,1 1 0,0 1 0,0 0 1,24 1-1,-38 1 0,0 1-1,0-1 1,1 0-1,-1 1 1,0 0 0,0-1-1,0 1 1,-1-1 0,1 1-1,0 0 1,0 0 0,0-1-1,0 1 1,-1 0 0,1 0-1,0 0 1,-1 0 0,1 0-1,0 0 1,0 2 0,0 0 4,4 4-5,0 1 0,0 0 0,-1 0 0,-1 0 1,1 1-1,-1-1 0,-1 1 0,1 0 1,-2 0-1,2 14 0,0-8 43,-1 0-1,9 23 1,-6-26-50,0-1 1,0 1-1,1-1 1,1 0 0,0-1-1,0 1 1,14 13 0,-15-18 1,1 0 1,0-1 0,0 1 0,0-1 0,1-1-1,0 1 1,0-2 0,0 1 0,0-1 0,1 0-1,10 2 1,1-1-20,0-1 0,0-1 0,0-1 0,0-1-1,0-1 1,0-1 0,0 0 0,0-2 0,-1 0 0,1-1 0,-1-1-1,34-16 1,-24 8 16,-2-1 1,0-1-1,0-2 0,-2 0 0,0-2 0,-2-1 1,33-35-1,-47 47-5,0-2-1,-1 1 1,0-1 0,-1 0-1,0 0 1,0-1 0,7-21-1,-14 32 9,-1 0-1,1 0 1,-1 0 0,1 0-1,-1 0 1,0 1 0,1-1-1,-1 0 1,0 0 0,0 1-1,0-1 1,0 0 0,1 1-1,-1-1 1,0 1 0,0-1-1,0 1 1,0-1 0,-2 1-1,2-1-6,-3 0-7,-1-1 1,1 1-1,-1 0 0,1 0 0,-1 0 0,1 1 0,-1-1 1,0 1-1,1 0 0,-1 1 0,1-1 0,-1 1 1,1 0-1,-1 0 0,1 0 0,-6 3 0,-7 2-141,0 1-1,-27 17 1,35-19 21,1 1 0,0 0 0,1 0 0,-1 1 0,1 0 1,1 0-1,-1 1 0,1 0 0,1 0 0,-7 13 0,9-17 72,1 1-1,0-1 0,0 1 1,0 0-1,0-1 1,1 1-1,0 0 1,0 0-1,1 0 1,-1 0-1,1 0 0,0 0 1,0 0-1,1 0 1,-1 0-1,1 0 1,0 0-1,1 0 1,-1 0-1,1 0 0,4 8 1,-4-10 48,0 0 1,1 0 0,-1-1-1,1 1 1,0-1 0,0 1-1,0-1 1,0 0 0,0 0-1,1 0 1,-1 0 0,0-1-1,1 1 1,0-1-1,-1 0 1,1 0 0,0 0-1,-1-1 1,1 1 0,0-1-1,0 0 1,5-1 0,-6 1 58,1 0 0,-1 0-1,0-1 1,1 1 0,-1-1 0,1 0 0,-1 0 0,0 0 0,0 0 0,0-1 0,0 0 0,0 1 0,0-1 0,0 0 0,0 0 0,-1-1 0,1 1 0,-1 0 0,1-1 0,-1 0 0,0 1 0,0-1 0,3-5 0,0-4 255,0 1-1,-1-1 1,0 0 0,-1 0-1,0 0 1,0 0 0,-2 0-1,0-1 1,0 1 0,-1-1 0,-2-17-1,2 27 31,-14 25-129,0 13-57,2 0 1,1 1-1,-13 72 1,24-105-141,-15 96 140,6 1 1,2 113-1,5-88-95,0 323 59,-23 340 43,17-714-134,-3-1 0,-4-1 0,-35 106 0,42-159 1,0 0 0,-1-1 0,0 0 0,-25 32 0,31-44 9,-1-2-1,0 1 1,0 0 0,0-1-1,-1 0 1,1 0-1,-1 0 1,0 0-1,0-1 1,0 0-1,-1 0 1,1 0-1,-1-1 1,0 0-1,1 0 1,-1 0 0,0-1-1,0 0 1,0 0-1,-10 0 1,12-1 20,1 0 0,-1-1 0,0 0 0,1 1-1,-1-1 1,1-1 0,0 1 0,-1 0 0,1-1 0,0 0 0,0 0 0,-1 0 0,2 0 0,-1 0 0,0-1 0,-4-4 0,3 2 10,1 1 1,0-1-1,0-1 0,0 1 1,1 0-1,-1-1 1,1 1-1,1-1 1,-3-9-1,2 0 21,0-1 1,2 1-1,-1 0 1,2-1-1,0 1 0,1 0 1,4-21-1,5 3-43,0 1-1,2 0 1,1 1-1,2 0 1,1 1-1,1 1 1,38-45-1,12-7-567,93-83 0,131-103-1704,52-50-4311,-232 208 538,-4 10-3668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0.478"/>
    </inkml:context>
    <inkml:brush xml:id="br0">
      <inkml:brushProperty name="width" value="0.035" units="cm"/>
      <inkml:brushProperty name="height" value="0.035" units="cm"/>
    </inkml:brush>
  </inkml:definitions>
  <inkml:trace contextRef="#ctx0" brushRef="#br0">72 338 7077,'-17'-8'826,"14"7"-534,-1 0 0,2 0 0,-1-1 0,0 1 0,0-1 0,0 1 0,0-1 1,1 0-1,-1 0 0,1 0 0,0 0 0,-1 0 0,1-1 0,0 1 0,0-1 0,1 0 0,-1 1 0,0-1 0,1 0 0,0 0 1,-2-6-1,2 5-18,0-1 0,1 1 1,-1-1-1,1 1 0,0-1 0,1 1 1,-1-1-1,1 1 0,0-1 1,0 1-1,0 0 0,1-1 0,-1 1 1,1 0-1,0 0 0,1 0 1,-1 0-1,0 0 0,6-5 1,0-1 46,1 0 1,1 0-1,0 0 1,0 2-1,19-13 1,-2 4-68,2 1 1,0 1-1,1 2 0,0 1 0,1 2 1,0 1-1,1 1 0,0 1 0,0 2 1,0 2-1,0 0 0,64 5 1,-84-1-232,-1 1 0,1 0 1,-1 1-1,1 0 1,-1 1-1,0 0 1,-1 1-1,1 0 0,-1 0 1,0 1-1,17 14 1,-20-14-51,-1 1 1,0-1-1,0 1 0,0 0 1,-1 1-1,0-1 1,-1 1-1,0 0 1,0 0-1,-1 1 0,0-1 1,0 1-1,-1 0 1,0-1-1,0 1 1,0 10-1,-2-5-42,0 0 0,-1 1 0,-1-1 0,0 0 0,-1 0 0,0 0 0,-1 0 0,-1-1 1,-9 21-1,-10 13-101,-36 53 1,53-89 158,-89 118-258,65-91 207,-49 78 0,79-115 61,0 1 0,1-1-1,-1 0 1,0 0-1,1 0 1,-1 0-1,1 1 1,-1-1-1,1 0 1,0 1-1,0-1 1,-1 0-1,1 1 1,0-1 0,0 0-1,0 1 1,0-1-1,1 0 1,-1 1-1,0-1 1,0 0-1,1 0 1,-1 1-1,1-1 1,-1 0-1,1 0 1,0 1 0,-1-1-1,1 0 1,0 0-1,0 0 1,0 0-1,0 0 1,0 0-1,0 0 1,0-1-1,0 1 1,0 0-1,0-1 1,0 1 0,1 0-1,-1-1 1,0 1-1,0-1 1,1 0-1,-1 1 1,0-1-1,3 0 1,8 3-3,0-1 1,1-1 0,-1 0-1,14-1 1,-16 0-1,40-2-234,0-2 0,-1-2 0,85-22 0,-32 6-982,-76 17 259,-1-1 0,41-15 0,-57 17 59,1 0 0,-1-1 1,0 0-1,-1 0 0,1-1 0,-1 0 1,0-1-1,-1 0 0,14-15 0,-1-7-5396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0.806"/>
    </inkml:context>
    <inkml:brush xml:id="br0">
      <inkml:brushProperty name="width" value="0.035" units="cm"/>
      <inkml:brushProperty name="height" value="0.035" units="cm"/>
    </inkml:brush>
  </inkml:definitions>
  <inkml:trace contextRef="#ctx0" brushRef="#br0">673 81 7021,'-151'25'1866,"134"-21"-1399,1 0 1,0 1 0,1 0-1,-1 2 1,1 0 0,1 0-1,-1 1 1,-14 12 0,7-2 261,0 0 1,2 2 0,-21 25-1,14-13-292,1 1 0,2 2 0,1 0-1,2 2 1,2 0 0,1 1 0,2 1 0,1 0 0,-11 52 0,10-21-175,3 1 1,3 0-1,4 1 1,2 0 0,12 133-1,-3-160-203,2 0-1,1-1 1,3 0 0,2-1-1,2-1 1,1 0-1,2 0 1,3-2 0,0-1-1,43 58 1,-34-60-19,1-2-1,3 0 1,0-2 0,2-2 0,1-1-1,49 29 1,-35-29 6,1-3-1,1-1 0,2-3 0,90 26 1,-70-31-1,1-3 0,1-3 0,0-3 0,0-4 0,0-3 0,1-4 0,-1-3 0,82-16 0,-107 11 10,0-2 0,-2-2 0,1-2 0,-2-3 0,-1-2 0,0-2 0,-1-2-1,81-59 1,-99 62-38,-2-1-1,0-2 0,-2-1 1,0-1-1,-2-1 1,-1-1-1,-1 0 0,-2-2 1,-1-1-1,-2 0 1,0-1-1,-3-1 0,17-61 1,-21 49-40,-2-1-1,-2 1 1,-2-1 0,-2 0-1,-2 1 1,-2-1 0,-2 0-1,-3 1 1,-1 0 0,-2 1-1,-2 0 1,-21-47 0,8 32-91,-3 1 1,-2 1-1,-2 2 0,-3 1 1,-3 2-1,-1 1 1,-3 2-1,-54-48 0,52 59-244,-2 2 0,-1 1 0,-2 3-1,-1 2 1,-105-46 0,106 57-617,-1 3 0,-76-16 0,85 25-703,-1 2-1,0 1 1,-60 3-1,-20 15-6460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2.197"/>
    </inkml:context>
    <inkml:brush xml:id="br0">
      <inkml:brushProperty name="width" value="0.035" units="cm"/>
      <inkml:brushProperty name="height" value="0.035" units="cm"/>
    </inkml:brush>
  </inkml:definitions>
  <inkml:trace contextRef="#ctx0" brushRef="#br0">61 440 7285,'-60'-3'6716,"65"2"-5062,41-5 354,69-20 0,-25 4-1100,429-70 1236,-387 71-1854,1596-215 1404,-1650 226-1622,-48 6-132,42-6-327,1 3-1,125 5 0,-191 3 589,-1 0-2092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2.366"/>
    </inkml:context>
    <inkml:brush xml:id="br0">
      <inkml:brushProperty name="width" value="0.035" units="cm"/>
      <inkml:brushProperty name="height" value="0.035" units="cm"/>
    </inkml:brush>
  </inkml:definitions>
  <inkml:trace contextRef="#ctx0" brushRef="#br0">129 0 13529,'0'0'2162,"-1"3"-59,-20 50 2732,7-18-2556,-20 70 0,18-24-1857,-10 157-1,18-144-2054,-1 47-3162,10-121 2015,0 0-1,7 32 0,9 4-7495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2.921"/>
    </inkml:context>
    <inkml:brush xml:id="br0">
      <inkml:brushProperty name="width" value="0.035" units="cm"/>
      <inkml:brushProperty name="height" value="0.035" units="cm"/>
    </inkml:brush>
  </inkml:definitions>
  <inkml:trace contextRef="#ctx0" brushRef="#br0">1 489 10841,'13'-1'1956,"1"-1"0,25-6 0,-3 1-194,52-11-39,156-55-1,-205 60-1454,65-33-1,-93 40-206,0 0 0,-1-1 0,1-1 0,-1 0 0,-1 0 0,0-1-1,0 0 1,0 0 0,11-19 0,-19 26-58,-1 0 1,0 0-1,0 0 0,0 0 0,-1-1 0,1 1 1,-1 0-1,1 0 0,-1 0 0,1 0 1,-1 0-1,0 0 0,0 0 0,0 0 1,0 0-1,-1 1 0,1-1 0,-2-2 0,1 3 1,0 1-1,0-1 0,0 0 0,-1 1 1,1-1-1,0 1 0,0-1 0,-1 1 0,1 0 1,0 0-1,0 0 0,-1 0 0,1 1 0,0-1 1,0 1-1,-4 1 0,-36 14 34,29-9-24,1 1 0,-1 1 0,1 0 0,1 1 0,0 0 1,0 0-1,1 2 0,1-1 0,-1 1 0,2 0 0,0 1 0,0 0 1,-10 27-1,13-30-6,1 0 1,1 0-1,0 0 1,0 0 0,1 1-1,0-1 1,1 1-1,0 0 1,1 0-1,0-1 1,1 1-1,0 0 1,1-1 0,0 1-1,0-1 1,1 1-1,1-1 1,-1 0-1,2 0 1,6 11-1,-7-14-1,1-1-1,1 1 1,-1-1-1,1 0 0,0-1 1,1 1-1,-1-1 0,1 0 1,0-1-1,14 7 0,-8-6 2,-1 0-1,1-1 0,0 0 0,0-2 0,0 1 1,17 0-1,-5-2 1,0-2 0,0 0 0,0-2 1,0 0-1,0-2 0,42-14 0,-45 12 24,-1-1-1,-1-1 1,1-1-1,-2-1 1,1-1 0,-2-1-1,0 0 1,0-1-1,-1-1 1,-1-1-1,0 0 1,-1-1-1,-1-1 1,-1 0 0,-1-1-1,0 0 1,-1-1-1,13-34 1,-4 0 738,-3-2-1,-2 1 1,-3-2 0,7-73 0,-19 125-521,4 6 4,4 3-205,-1 0 1,1 0-1,-1 1 0,0 0 0,-1 0 0,1 1 0,-1-1 0,0 1 0,0 1 1,-1-1-1,0 1 0,0 0 0,0 0 0,-1 0 0,0 1 0,3 8 0,4 11 29,-1 0-1,-1 0 0,8 45 0,-14-51-75,0 0-1,-2 0 1,-1 0-1,0 0 1,-2 0-1,0 0 0,-1 0 1,-1 0-1,-1-1 1,-1 0-1,-1 0 0,-1 0 1,0-1-1,-1 0 1,-2 0-1,1-1 1,-2-1-1,-1 0 0,0 0 1,-1-2-1,-30 28 1,16-18-923,-2 0 0,0-2 0,-2-2 0,0 0 0,-47 20 0,75-39 457,0-1 0,-1 0 0,1 0 0,-1 0 0,1 0 0,-1-1 0,1 1 0,-1-1-1,1 0 1,-1-1 0,1 1 0,-1-1 0,1 0 0,-1 0 0,-6-3 0,10 4 278,0 0-90,0 0 0,0 0 0,1-1 0,-1 1 0,0 0 0,0 0 0,1-1 0,-1 1 0,0-1 0,0 1 0,1-1 0,-1 1 0,0-1 0,1 1 0,-1-1 0,1 1 0,-1-1 0,0-1 0,-1-18-7996</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3.093"/>
    </inkml:context>
    <inkml:brush xml:id="br0">
      <inkml:brushProperty name="width" value="0.035" units="cm"/>
      <inkml:brushProperty name="height" value="0.035" units="cm"/>
    </inkml:brush>
  </inkml:definitions>
  <inkml:trace contextRef="#ctx0" brushRef="#br0">76 1 13009,'-1'0'179,"0"0"0,-1 0-1,1 0 1,0 0 0,0 0 0,0 0-1,0 0 1,0 0 0,0 1-1,-1-1 1,1 0 0,0 1 0,0-1-1,0 1 1,0-1 0,0 1-1,0-1 1,0 1 0,0 0 0,1-1-1,-1 1 1,0 0 0,0 0 0,0 0-1,1 0 1,-1 0 0,0 0-1,1 0 1,-1 0 0,1 0 0,0 0-1,-1 0 1,0 1 0,-15 47 3125,13-36-2829,-4 12 192,1 1 0,1 0 0,2 1 0,0-1 0,2 1 0,1-1 0,1 1 0,7 37 0,4-3-1898,2 0-1,33 83 1,-14-67-2961,-5-27-3362,-4-13-2890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3.235"/>
    </inkml:context>
    <inkml:brush xml:id="br0">
      <inkml:brushProperty name="width" value="0.035" units="cm"/>
      <inkml:brushProperty name="height" value="0.035" units="cm"/>
    </inkml:brush>
  </inkml:definitions>
  <inkml:trace contextRef="#ctx0" brushRef="#br0">1 152 16546,'9'-9'2116,"1"0"688,22 1-1804,18-6-160,-2 5-236,15-2-484,17 2-380,15-2-564,10-7-676,19 4-724,9-6-3497,4 0-4796</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4.218"/>
    </inkml:context>
    <inkml:brush xml:id="br0">
      <inkml:brushProperty name="width" value="0.035" units="cm"/>
      <inkml:brushProperty name="height" value="0.035" units="cm"/>
    </inkml:brush>
  </inkml:definitions>
  <inkml:trace contextRef="#ctx0" brushRef="#br0">786 888 8245,'5'-3'401,"0"0"0,0 0 0,0-1 0,-1 0 0,1 1 0,-1-1 1,0-1-1,4-5 0,-7 8-226,0 0 1,0 0 0,0 0-1,0 0 1,-1-1-1,1 1 1,-1 0-1,0 0 1,1-1 0,-1 1-1,0 0 1,0-1-1,-1 1 1,1 0-1,0 0 1,-1-1 0,0 1-1,1 0 1,-1 0-1,0 0 1,0 0-1,0 0 1,0 0 0,-2-3-1,-2-2 82,1 0 0,-1 1 0,0 0 0,0 0 0,-1 0 0,1 1 0,-1-1 0,-1 1 0,1 1 0,-1-1 1,1 1-1,-11-4 0,5 3-39,1 1 0,-1 0 0,0 1 0,0 1 0,0 0 0,-1 0 0,-16 1 0,3 2-69,0 1 0,0 1 0,0 1 0,1 2 0,-1 0 0,2 2 0,-28 12 0,13-3 1,1 3-1,1 1 1,-57 42 0,72-47-115,2 2 0,0 0 1,1 1-1,1 1 0,1 1 0,-28 43 0,40-56-29,1 0-1,0 0 1,1 0-1,0 0 0,0 1 1,1-1-1,0 1 0,1 0 1,0-1-1,0 1 0,0 9 1,2-14-12,-1 0 1,1 0-1,-1 0 1,1 0 0,0-1-1,1 1 1,-1 0 0,0-1-1,1 1 1,0-1-1,0 1 1,0-1 0,1 0-1,-1 0 1,1 0-1,-1 0 1,1 0 0,0 0-1,0-1 1,0 1-1,0-1 1,1 0 0,-1 0-1,1 0 1,-1-1 0,6 2-1,4 1-34,1 0 0,0-2 0,0 0 0,0 0 0,0-1 0,0-1 0,0 0-1,21-4 1,2-2-61,71-21 0,-63 13 69,-1-3-1,0-1 0,-2-2 1,0-2-1,-1-2 0,59-46 1,-70 45 23,-2-1 1,0-1 0,-2-1 0,-1-1-1,-1-1 1,-2-1 0,-1-2-1,26-52 1,-30 47-3,-2-1 0,-1 0 1,-3-1-1,0 0 0,4-48 0,-11 62 0,-2 0 0,-1 0-1,-2 0 1,0-1 0,-1 1 0,-2 1 0,-1-1 0,-1 0 0,-11-30-1,13 45 10,-1 0-1,0 0 1,-1 1-1,0 0 1,-1 0-1,0 1 1,-1-1-1,0 1 1,-15-13-1,20 20 9,0-1-1,-1 0 1,1 1-1,-1 0 0,0 0 1,0 0-1,0 0 1,0 1-1,0-1 1,0 1-1,0 0 1,-1 0-1,1 1 0,0-1 1,-1 1-1,1 0 1,0 0-1,-1 0 1,1 1-1,0 0 1,0-1-1,0 1 0,-1 1 1,1-1-1,0 1 1,0 0-1,0-1 1,-6 6-1,3-2 11,0 1-1,0 0 1,1 0 0,0 0 0,0 1-1,1 0 1,0 0 0,0 1-1,1-1 1,-1 1 0,2 0 0,-1 0-1,1 1 1,0-1 0,1 0 0,0 1-1,0 0 1,1 0 0,0 10-1,0 10 51,1 0 0,1 0 0,2 0 0,10 44 0,-4-32-46,3-1-1,1 0 1,2-1-1,2-1 1,1-1 0,2 0-1,1-1 1,47 58-1,-38-58-25,3 0 0,0-2 0,3-2 0,0-1 0,2-2 0,1-1 0,60 31-1,-64-42-8,0-1 0,1-3 0,0 0 0,1-3 0,0-1-1,1-1 1,0-2 0,0-2 0,0-2 0,69-4-1,-81 0 12,0-1 0,-1-1-1,1-2 1,-1 0 0,-1-2-1,1-1 1,-1 0 0,-1-2-1,0-1 1,0-1 0,-1 0-1,-1-2 1,0-1 0,-1 0-1,-1-1 1,32-38 0,-44 46-1,0 0 0,-1 0 0,-1-1 1,1 0-1,-2 0 0,1 0 0,3-14 1,-7 21 2,0 0 0,0 1 0,-1-1 0,1 0 0,-1 0 0,0 0 1,0 0-1,0 0 0,0 0 0,-1 0 0,1 0 0,-1 0 0,1 0 0,-1 0 1,0 1-1,0-1 0,0 0 0,-1 1 0,1-1 0,-1 0 0,1 1 0,-1 0 1,0-1-1,0 1 0,0 0 0,0 0 0,0 0 0,-1 0 0,1 0 0,-1 1 1,-3-3-1,-9-3-14,-1 2 1,1-1-1,-1 2 1,0 0 0,0 1-1,0 1 1,0 0-1,0 1 1,-1 1-1,-30 3 1,18 1-193,0 1 0,0 1 0,1 1 0,0 2 0,-35 15 0,32-6-162,31-18 367,0 0 1,0 0-1,0 0 1,0 0-1,0 0 1,0 0-1,0 0 1,1 0-1,-1 0 1,0 0-1,0 0 1,0 0-1,0 0 1,0 0-1,0 0 1,0 0-1,0 1 1,0-1-1,0 0 1,0 0-1,0 0 1,0 0-1,1 0 1,-1 0-1,0 0 1,0 0-1,0 0 1,0 0-1,0 1 1,0-1-1,0 0 1,0 0-1,0 0 1,0 0-1,0 0 1,0 0-1,0 0 1,0 0-1,0 1 1,0-1-1,0 0 1,0 0-1,0 0 1,0 0-1,-1 0 1,1 0-1,0 0 1,0 0-1,0 0 1,0 0-1,0 1 1,0-1-1,0 0 1,0 0-1,0 0 1,0 0-1,0 0 1,0 0-1,0 0 1,-1 0-1,1 0 1,6 4-25,-1-1 0,1 1 0,0-2 0,0 1 0,1 0 0,-1-1 0,0 0 0,1-1 0,-1 1 0,12 0 0,92 13 24,-96-13 83,-1 1 0,1 1 0,-1 1-1,1 0 1,-1 0 0,16 10 0,-14-2 73,0-1 0,-1 2 1,23 26-1,1 2 36,-35-39-222,0-1 1,-1 0-1,1-1 0,0 1 0,0 0 0,1-1 0,-1 0 0,0 1 0,0-1 0,1-1 0,-1 1 0,0 0 1,1-1-1,5 1 0,53-5-751,-49 2 531,19-2-287,0-3 0,-1 0-1,0-2 1,0-1 0,-1-1-1,37-21 1,-31 12 242,0-1 0,-2-2-1,-1-1 1,46-43 0,-52 39 321,0-2 0,-2-1 0,-2 0 1,28-50-1,61-144 2286,-93 181-1376,20-38 849,-13 24 8,-11 87-675,-10 113-741,-5-140-392,27 184-1980,-4-95-1433,-15-65-245,17 34 0,-6-22-4084</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4.551"/>
    </inkml:context>
    <inkml:brush xml:id="br0">
      <inkml:brushProperty name="width" value="0.035" units="cm"/>
      <inkml:brushProperty name="height" value="0.035" units="cm"/>
    </inkml:brush>
  </inkml:definitions>
  <inkml:trace contextRef="#ctx0" brushRef="#br0">0 235 10253,'16'-12'536,"0"0"0,1 1-1,0 1 1,0 1 0,1 1 0,0 0-1,1 1 1,0 1 0,28-6 0,254-33 2103,-160 28-2062,31-11-130,150-15 1330,-259 36-1333,-62 8-436,-1-1 0,1 0-1,0 0 1,0 1 0,-1-1-1,1 0 1,0 1 0,-1-1-1,1 1 1,0-1 0,-1 1-1,1-1 1,-1 1 0,1-1 0,-1 1-1,1 0 1,-1-1 0,1 1-1,-1 0 1,1-1 0,-1 1-1,0 0 1,0 0 0,1-1-1,-1 1 1,0 1 0,3 16 24,-4-14-41,1 0-1,-2 0 1,1 0 0,0 0 0,-1 0 0,0-1 0,0 1 0,0-1 0,0 1 0,0-1 0,-1 0 0,-3 4 0,-4 6-139,-102 136-2340,133-149 2756,0-3 411,1-1 1,29-8-1,19-4 1227,-67 16-1851,-1-1-1,0 1 1,1-1 0,-1 1-1,0 0 1,1 0 0,-1 0 0,1 0-1,-1 0 1,0 1 0,1-1 0,-1 1-1,0-1 1,1 1 0,-1 0 0,0 0-1,0 0 1,0 0 0,0 1-1,0-1 1,4 3 0,-5-1-42,1 0-1,-1 0 1,0 1 0,0-1 0,0 0-1,0 0 1,-1 0 0,1 1 0,-1-1-1,0 0 1,0 0 0,0 1 0,0-1-1,-1 0 1,0 5 0,-8 35-593,5-28-265,1 1 0,-2 30 1,5-41 105,0 0 0,1 0 1,-1 0-1,1 0 0,0 0 0,0-1 1,0 1-1,1 0 0,0 0 1,0-1-1,0 1 0,0-1 1,6 8-1,19 14-7422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4.913"/>
    </inkml:context>
    <inkml:brush xml:id="br0">
      <inkml:brushProperty name="width" value="0.035" units="cm"/>
      <inkml:brushProperty name="height" value="0.035" units="cm"/>
    </inkml:brush>
  </inkml:definitions>
  <inkml:trace contextRef="#ctx0" brushRef="#br0">0 395 11781,'2'-8'477,"1"0"1,0 0-1,1 0 0,-1 1 0,1-1 0,1 1 1,0 0-1,8-10 0,7-4 1870,27-24 1,13-7 373,55-52 636,-32 23-1285,-82 80-2061,0 0-1,0-1 0,0 1 1,0 0-1,0 1 1,0-1-1,0 0 0,1 0 1,-1 0-1,0 1 1,1-1-1,-1 1 0,0-1 1,1 1-1,-1-1 0,1 1 1,-1 0-1,1 0 1,-1 0-1,1-1 0,-1 1 1,3 1-1,-1 0 2,1-1 0,-1 1 1,0 1-1,1-1 0,-1 0 0,0 1 0,0 0 0,0 0 1,3 2-1,5 5 9,-1 0 1,0 0-1,12 16 1,-13-15-23,-1 0 0,0 1 1,-1 0-1,0 0 0,0 1 0,-1 0 1,-1 0-1,0 0 0,-1 1 0,0-1 1,-1 1-1,0 0 0,-1 0 0,-1 0 1,0 1-1,0-1 0,-2 0 0,1 0 1,-2 0-1,-3 15 0,-3 1-414,-1-1 0,-2 1 0,-1-1 0,-1-1 0,-2-1 0,0 0 0,-2 0 0,0-2 0,-42 44 0,42-50-483,-33 32-2521,45-46 1781,1-1 0,-1 1 0,0-1 0,-1-1 0,-7 4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5.340"/>
    </inkml:context>
    <inkml:brush xml:id="br0">
      <inkml:brushProperty name="width" value="0.035" units="cm"/>
      <inkml:brushProperty name="height" value="0.035" units="cm"/>
    </inkml:brush>
  </inkml:definitions>
  <inkml:trace contextRef="#ctx0" brushRef="#br0">0 698 9513,'69'-27'6674,"18"-7"-3409,-52 23-2683,-1-3-1,0 0 1,-1-2 0,41-27-1,-72 41-539,1 1-1,-1-1 1,0 0 0,0 0-1,0 1 1,0-1 0,0 0 0,0-1-1,-1 1 1,1 0 0,-1 0-1,0-1 1,1 1 0,-1-1-1,0 1 1,0-1 0,0 0-1,-1 1 1,1-1 0,-1 0 0,0 1-1,1-5 1,-2 5-25,1 0 0,-1 0 0,1 0 1,-1 0-1,0 0 0,0 1 0,0-1 0,0 0 0,0 0 1,-1 0-1,1 1 0,0-1 0,-1 1 0,1-1 0,-1 1 1,1 0-1,-1-1 0,0 1 0,0 0 0,0 0 0,1 0 1,-1 0-1,0 1 0,0-1 0,0 0 0,0 1 0,0-1 1,-4 1-1,-4-2 47,1 1 1,-1 1-1,1 0 0,-1 0 1,1 0-1,-1 1 0,1 1 1,0 0-1,-1 0 0,1 1 1,0 0-1,0 0 0,1 1 1,-1 0-1,1 1 0,0 0 1,-14 10-1,10-4 9,1-1-1,-1 1 1,2 1 0,0 0-1,0 1 1,1 0 0,1 0-1,0 1 1,1 0 0,-9 23-1,11-23-52,1 0-1,0 0 1,1 0-1,0 0 0,1 1 1,1-1-1,0 1 0,1-1 1,1 1-1,0-1 1,5 22-1,-4-27-48,1 0 1,0 0-1,1 0 1,0-1-1,0 1 1,0-1-1,1 0 1,1-1-1,-1 1 1,1-1-1,1 0 1,-1 0-1,1-1 1,0 0-1,1 0 1,-1-1-1,1 1 1,14 6-1,-3-4-74,0-1 0,0 0 0,1-1 1,-1-1-1,1-1 0,0-1 0,0-1 0,1-1 0,-1 0 0,0-1 0,0-2 1,31-5-1,-21 1 53,-1-2 1,0-1-1,0-1 1,-1-2-1,0-1 1,-1-1-1,44-29 1,-8-4 2,-2-2 0,-2-3 0,-2-2 1,67-84-1,-39 28 506,111-190 0,-141 189 673,-54 108-1013,1 0 0,-1-1-1,0 1 1,0-1 0,0 1-1,-1-1 1,1 1 0,-1-1-1,0 1 1,0-5 0,0 8-100,0 0 1,0-1 0,0 1-1,0 0 1,0 0-1,0-1 1,0 1 0,-1 0-1,1 0 1,0-1 0,0 1-1,0 0 1,0 0 0,0 0-1,-1-1 1,1 1 0,0 0-1,0 0 1,0 0 0,0 0-1,-1-1 1,1 1 0,0 0-1,0 0 1,-1 0 0,1 0-1,0 0 1,0 0 0,-1 0-1,1 0 1,0-1 0,0 1-1,-1 0 1,1 0-1,0 0 1,0 0 0,-1 0-1,1 0 1,0 1 0,-1-1-1,-16 14 456,-5 15-197,1 0 0,2 1 0,1 1-1,1 1 1,2 0 0,-19 58 0,22-51-777,2 1 0,2-1 0,-4 47 0,8-46-745,2 1 0,4 42 0,0-65-15,0 0 0,8 24 0,-6-27-558,1 0 0,1-1 0,10 19 1,16 19-8507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5.482"/>
    </inkml:context>
    <inkml:brush xml:id="br0">
      <inkml:brushProperty name="width" value="0.035" units="cm"/>
      <inkml:brushProperty name="height" value="0.035" units="cm"/>
    </inkml:brush>
  </inkml:definitions>
  <inkml:trace contextRef="#ctx0" brushRef="#br0">1 92 10753,'31'-31'6121,"11"25"-4729,5 0-364,17 1-212,15-1-220,13 0-384,13 1-704,12-4-596,10 0-828,7 7-3245,-1-4-4116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6.413"/>
    </inkml:context>
    <inkml:brush xml:id="br0">
      <inkml:brushProperty name="width" value="0.035" units="cm"/>
      <inkml:brushProperty name="height" value="0.035" units="cm"/>
    </inkml:brush>
  </inkml:definitions>
  <inkml:trace contextRef="#ctx0" brushRef="#br0">112 234 7853,'-26'-30'4227,"22"26"-3474,0 0-1,1 0 1,-1-1 0,1 1-1,0-1 1,-3-5 0,5 6-526,1 0 1,-1-1-1,1 1 1,0-1-1,0 1 0,1-1 1,-1 1-1,1 0 1,0-1-1,0 1 0,0 0 1,1 0-1,3-8 1,-2 5-113,1 1 1,0-1 0,0 1-1,1 0 1,0 1 0,-1-1-1,2 1 1,-1 0 0,1 0 0,0 1-1,0-1 1,0 1 0,0 0-1,1 1 1,0 0 0,-1 0-1,1 0 1,0 1 0,1 0-1,7-1 1,-6 1-74,0 1 0,1 0 0,-1 0-1,0 1 1,1 0 0,-1 1 0,0 0 0,1 0 0,-1 1-1,0 0 1,0 1 0,0 0 0,-1 0 0,1 1 0,9 6-1,-11-6-27,-1 1 0,1-1 0,-1 2 0,-1-1 0,1 1 0,-1-1 0,0 2 0,0-1 0,0 0 0,-1 1 0,0 0 0,-1 0 0,1 0 0,-1 1 0,-1-1 0,1 1 0,-1-1 0,-1 1 0,1 0 0,-2 0 0,1 14 0,-2 7-9,-2 1-1,-2-1 0,0 0 0,-16 44 0,-6 40 14,26-103-14,-1 1-1,1 0 1,1 0-1,-1 0 1,2 0 0,3 19-1,-3-25 3,1 1-1,0-1 1,0 0 0,0 0-1,1 0 1,0-1-1,0 1 1,0 0 0,1-1-1,-1 0 1,1 0-1,0 0 1,0 0 0,1-1-1,6 5 1,74 43-151,-62-39 19,0 1 1,-1 1 0,-1 1-1,28 25 1,-46-38 108,-1 1 0,1 0 0,-1-1 0,0 1 0,0 0 1,0 0-1,0 1 0,0-1 0,-1 0 0,1 1 0,-1-1 0,0 1 0,0-1 0,0 1 1,0 5-1,-1-5-3,0 1 0,-1-1 0,0 0 0,0 0 1,0 0-1,0 0 0,-1 0 0,1 0 0,-1 0 1,0 0-1,0 0 0,-1-1 0,-2 5 0,-6 4-76,1 0 0,-2 0 0,1-1 0,-1-1 0,-1 0 0,0-1 0,-1 0 0,1-1 0,-2 0 0,-24 9 0,-5-1-565,0-2 0,-65 11 0,77-19-221,1-2 0,-41 0 0,56-4-239,0 0-1,0-1 1,0-1 0,0-1-1,0 0 1,-18-7 0,0-5-5134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6.786"/>
    </inkml:context>
    <inkml:brush xml:id="br0">
      <inkml:brushProperty name="width" value="0.035" units="cm"/>
      <inkml:brushProperty name="height" value="0.035" units="cm"/>
    </inkml:brush>
  </inkml:definitions>
  <inkml:trace contextRef="#ctx0" brushRef="#br0">337 0 7461,'-19'2'555,"14"-2"-365,-1 0 0,1 1 0,0-1 0,0 1 0,0 0 0,1 0 0,-1 1 0,0 0 0,0-1 0,1 2 0,-1-1 0,1 0 0,-1 1 0,1 0 0,-5 5 0,-9 10 494,1 0 1,1 1-1,0 1 1,2 1 0,0 0-1,2 1 1,0 0-1,-9 25 1,3 1-26,2 1 0,2 0 1,-7 54-1,9-28-174,3 1-1,4 0 1,3 0 0,3 0 0,4 0-1,3 0 1,32 132 0,-25-155-298,2-1 0,3 0 1,2-2-1,49 83 0,-47-95-115,2-2-1,1 0 0,2-2 1,2-1-1,1-2 1,48 37-1,-28-31-27,1-3 0,2-2 0,1-2-1,2-3 1,1-2 0,0-3-1,2-3 1,0-2 0,1-3 0,92 8-1,-59-14-26,0-5 0,0-3 0,0-5 0,0-4 0,-1-4 0,124-34 0,-162 31-12,0-1-1,-1-4 1,-1-1-1,-1-3 1,-1-2 0,91-64-1,-118 71-4,-1-1 0,0-1 0,-2-1 0,-1-1 1,0 0-1,17-29 0,-26 32-15,0 1 0,-2-2 0,0 1 0,-2-2 1,0 1-1,-1-1 0,-1 0 0,4-46 0,-7 37 2,-2-1 0,-2 0-1,-1 1 1,-1 0 0,-2-1 0,-1 1-1,-2 1 1,-1-1 0,-1 2 0,-16-34-1,10 31-7,-2 0-1,-2 1 1,-1 1-1,-1 1 0,-2 1 1,0 1-1,-2 1 1,-46-36-1,33 33-67,-3 2 0,0 3 0,-1 1 0,-1 2 0,-2 2 0,0 1-1,-1 3 1,-76-16 0,34 16-791,0 4-1,-1 3 0,-163 6 1,193 7-1094,-108 19 0,122-12-1112,-53 19 1,6 7-4815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8.295"/>
    </inkml:context>
    <inkml:brush xml:id="br0">
      <inkml:brushProperty name="width" value="0.035" units="cm"/>
      <inkml:brushProperty name="height" value="0.035" units="cm"/>
    </inkml:brush>
  </inkml:definitions>
  <inkml:trace contextRef="#ctx0" brushRef="#br0">0 492 11005,'0'-3'370,"0"-1"-1,1 1 1,-1-1-1,1 1 1,-1 0-1,1-1 1,0 1-1,0 0 1,0 0 0,1 0-1,-1 0 1,1 0-1,0 0 1,0 0-1,0 0 1,0 1-1,0-1 1,0 1 0,1-1-1,-1 1 1,1 0-1,0 0 1,0 0-1,-1 0 1,1 1 0,0-1-1,7-2 1,-9 4-272,0 0 1,1 0 0,-1 0-1,0 0 1,1 0 0,-1 1 0,0-1-1,0 0 1,1 1 0,-1-1-1,0 0 1,0 1 0,0-1 0,0 1-1,1 0 1,-1-1 0,0 1-1,0 0 1,0 0 0,0 0 0,-1 0-1,1 0 1,1 1 0,21 29 1145,-16-21-814,41 62 1471,62 125-1,19 87-582,52 100-365,-168-361-915,1-1 0,0 0 0,2 0 0,0-2 0,2 0 0,25 23-1,-36-37-28,-1-1 0,1 1-1,0-2 1,1 1-1,-1-1 1,1 0 0,0 0-1,0-1 1,0 0-1,0-1 1,0 0-1,1 0 1,-1-1 0,1 0-1,-1 0 1,1-1-1,0 0 1,-1 0 0,1-1-1,-1 0 1,1-1-1,15-5 1,-12 2-14,0 0 1,-1-1 0,0-1-1,0 0 1,0 0-1,-1-1 1,0-1-1,0 1 1,-1-2 0,0 1-1,11-16 1,3-10-37,-1 0 0,21-46 1,5-27-490,58-200 1,-59 157-129,-18 65 39,162-438-4783,-180 501 4493,0-1 0,2 2 0,16-23 0,-22 35-202,1 1-1,0-1 0,1 1 1,16-12-1,-7 13-3586,11 5-2444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8.949"/>
    </inkml:context>
    <inkml:brush xml:id="br0">
      <inkml:brushProperty name="width" value="0.035" units="cm"/>
      <inkml:brushProperty name="height" value="0.035" units="cm"/>
    </inkml:brush>
  </inkml:definitions>
  <inkml:trace contextRef="#ctx0" brushRef="#br0">736 855 10385,'-1'-4'1670,"-1"-6"-930,2 9-610,0-1-1,-1 1 0,1-1 0,0 0 1,-1 1-1,1-1 0,-1 1 0,1-1 1,-1 1-1,0-1 0,1 1 0,-1-1 1,0 1-1,0 0 0,0-1 0,0 1 1,0 0-1,-1 0 0,1 0 0,0 0 1,0 0-1,-1 0 0,1 0 0,-1 0 0,1 0 1,-1 1-1,1-1 0,-1 1 0,1-1 1,-1 1-1,0 0 0,1-1 0,-1 1 1,-3 0-1,-10 0 147,0 1 0,-1 0 1,1 1-1,0 1 0,0 1 0,1 0 0,-1 0 0,1 2 1,0 0-1,-18 10 0,-16 11 162,-65 50 0,39-20-197,3 2 1,-106 117 0,165-163-210,-5 8 12,43-28-37,33-21-9,-38 17 108,0 1-1,34-11 0,-47 19-22,0 0 1,0 0-1,1 1 1,-1 0-1,0 1 1,1 0-1,-1 0 1,0 0-1,1 1 1,-1 1-1,9 2 1,24 10 638,47 23 0,-48-19-108,59 19 1,-64-29-497,1-1 0,-1-2-1,1-2 1,0-1-1,0-2 1,0-1 0,43-7-1,-15-2-168,0-4 0,-1-2 0,66-26 0,-95 29-83,0-1 0,-1-2 0,-1-2 0,54-38-1,-70 43 38,0 0 0,-1-1-1,0 0 1,-1-2-1,-1 1 1,-1-2 0,0 0-1,-1 0 1,-1-1-1,9-21 1,-4-2-71,-2-1 0,-2-1 1,-2 0-1,-2 0 0,-2-1 1,-1 1-1,-4-65 0,-6 8-26,-4 1 0,-28-114 0,31 180 157,-16-44 0,22 74 123,-2 6 38,-1 3-84,-1 1 0,2 0-1,-1-1 1,1 1-1,0 0 1,1 1-1,-1-1 1,1 0-1,1 1 1,0 0-1,0-1 1,0 13-1,1 12 136,9 56 0,-5-55-47,1 11-63,44 266 240,-41-280-287,1 1 1,1-1 0,1-1 0,2 0 0,1 0 0,1-2 0,34 48 0,-39-63-14,0-1-1,0-1 1,1 0-1,0 0 1,0-1-1,1-1 1,0 0-1,1 0 1,0-2-1,0 1 1,1-2 0,0 1-1,-1-2 1,2 0-1,-1-1 1,0 0-1,1-1 1,21 0-1,-14-2-1,1-1-1,-1-2 1,0 0 0,0-1-1,0-1 1,-1-1 0,1-2-1,-1 0 1,-1 0-1,0-2 1,29-19 0,-5-2 771,-1-2 1,-2-2 0,-1-2 0,67-81 0,-105 117-476,-2 3-45,1 10-246,-1 0-1,0 0 0,-1-1 0,0 1 0,-1 0 0,0-1 1,-1 1-1,-6 16 0,-6 30-942,10-29 323,-18 89-3532,4-45-2143,14-54 642,6 3-3108</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9.102"/>
    </inkml:context>
    <inkml:brush xml:id="br0">
      <inkml:brushProperty name="width" value="0.035" units="cm"/>
      <inkml:brushProperty name="height" value="0.035" units="cm"/>
    </inkml:brush>
  </inkml:definitions>
  <inkml:trace contextRef="#ctx0" brushRef="#br0">39 6 9965,'-16'-5'2896,"6"16"-1936,1 0-336,5 4-400,4 5-452,10 0-468,12 11-508,-3-2-2456,7 2-2237</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9.774"/>
    </inkml:context>
    <inkml:brush xml:id="br0">
      <inkml:brushProperty name="width" value="0.035" units="cm"/>
      <inkml:brushProperty name="height" value="0.035" units="cm"/>
    </inkml:brush>
  </inkml:definitions>
  <inkml:trace contextRef="#ctx0" brushRef="#br0">685 669 9949,'-12'-15'1430,"10"11"-1044,0 1 0,-1 0 0,1 0 0,-1 0 0,1 0 0,-1 0 0,0 0 0,0 1 1,0-1-1,0 1 0,-1 0 0,1 0 0,0 0 0,-6-1 0,-29-6 1404,24 5-1363,0 0 0,-1 2 1,1-1-1,-1 2 1,1 0-1,-1 0 1,1 2-1,-1 0 1,-27 5-1,18 1-150,1 1 1,0 1-1,0 1 1,1 1-1,1 1 0,0 1 1,0 0-1,-21 20 0,16-10-148,0 2 0,2 1-1,1 0 1,1 2 0,-19 32-1,35-51-112,1 1-1,0 0 1,0 0-1,-4 17 1,8-25-26,1 0-1,-1 0 1,1-1 0,0 1 0,0 0 0,-1 0 0,1 0 0,0-1 0,0 1-1,1 0 1,-1 0 0,0 0 0,1-1 0,-1 1 0,1 0 0,-1 0-1,1-1 1,0 1 0,0-1 0,0 1 0,-1 0 0,2-1 0,-1 1-1,0-1 1,0 0 0,0 0 0,1 1 0,-1-1 0,1 0 0,-1 0 0,1 0-1,-1 0 1,1 0 0,-1-1 0,1 1 0,0 0 0,0-1 0,-1 1-1,4 0 1,3 0-74,0 0 0,1 0 0,-1 0 0,0-1 0,0 0 0,0-1 0,16-2 0,8-6-30,-1 0-1,0-2 0,-1-2 0,0-1 1,-1 0-1,0-3 0,-1 0 1,-1-2-1,27-24 0,-23 15 16,-1-1 1,-1-2-1,-1-1 0,-2 0 1,-2-2-1,38-68 0,-24 24 9,-3-2-1,41-136 1,-54 147 85,-11 37-8,13-61 0,-50 192 373,26-99-359,-9 40 89,2 1 0,2-1 0,2 1 0,3 72 1,3-66-75,1-1 0,21 86 0,-19-107-29,2 0 0,1 0 0,1-1-1,1 0 1,1-1 0,25 35 0,-27-45-21,0-1 1,1-1 0,1 0-1,0-1 1,1 0 0,0-1 0,0 0-1,0-1 1,1 0 0,1-2 0,-1 1-1,1-2 1,0 0 0,1-1 0,-1 0-1,1-1 1,25 1 0,-13-2 3,1-1-1,0-2 1,-1-1 0,1-1 0,-1-2 0,1 0 0,-2-2 0,53-21-1,-59 19 43,-1-1-1,0-2 1,-1 0-1,-1-1 0,0 0 1,0-2-1,-2 0 0,0-1 1,0-1-1,-2 0 1,0-1-1,-1 0 0,-1-1 1,0-1-1,-2 0 0,16-41 1,-25 57-1,0-1 0,0 1 1,0-1-1,0 1 0,-1-1 0,0 0 1,0 1-1,0-1 0,-2-4 0,2 7-9,0 1 0,0-1 0,-1 1 0,1-1 0,-1 1 0,0-1-1,1 1 1,-1-1 0,0 1 0,0 0 0,0-1 0,0 1 0,0 0-1,0 0 1,0 0 0,0 0 0,0 0 0,0 0 0,-1 0 0,1 0 0,0 0-1,-1 0 1,1 1 0,-1-1 0,1 1 0,-1-1 0,1 1 0,-2-1-1,-5 1-4,1 0 0,0 1 0,-1 0 0,1 0 0,0 0 0,0 1 0,0 0 0,0 1 0,0 0 0,1 0 0,-9 5 0,5-3-81,0 1 0,1 0 0,0 1 1,0 0-1,1 0 0,-15 16 0,22-22 66,0 0 0,0 0 0,0 0 0,0 1 0,0-1 0,1 0 0,-1 1 0,0-1 0,1 0 0,-1 1 0,0-1 0,1 1 0,0-1 0,-1 1 0,1-1 0,0 1 0,0-1 0,0 1 0,0-1 0,0 3 0,1-3 18,-1 0 0,1 0 0,0 0-1,0-1 1,-1 1 0,1 0-1,0 0 1,0 0 0,0-1 0,0 1-1,0 0 1,0-1 0,0 1-1,0-1 1,0 1 0,0-1 0,0 1-1,0-1 1,0 0 0,2 1-1,9 1 127,0-1-1,0 0 0,0-1 0,13-2 0,-8 2 137,-8 0-85,0 0-1,-1 1 1,1 0-1,0 1 1,-1-1-1,1 2 1,14 5-1,-20-6-133,1-1 0,-1 1-1,1 0 1,-1 1 0,0-1 0,0 0-1,0 1 1,0 0 0,0 0 0,-1 0-1,1 0 1,-1 0 0,0 0 0,0 0-1,0 1 1,0-1 0,0 1 0,-1 0-1,2 4 1,2 28-746,4 18-1459,-8-51 1378,0 0 0,-1 0 1,1-1-1,1 1 0,-1 0 0,0 0 0,1-1 0,0 1 0,-1-1 0,1 1 0,0-1 1,0 0-1,5 4 0,8 1-8160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9.959"/>
    </inkml:context>
    <inkml:brush xml:id="br0">
      <inkml:brushProperty name="width" value="0.035" units="cm"/>
      <inkml:brushProperty name="height" value="0.035" units="cm"/>
    </inkml:brush>
  </inkml:definitions>
  <inkml:trace contextRef="#ctx0" brushRef="#br0">120 1 13941,'-63'134'8106,"52"-108"-7630,1 0 0,2 1 1,0 0-1,2 0 0,1 1 1,1-1-1,1 1 0,1 0 1,2 0-1,3 31 0,2-20-1932,1 0-1,15 52 0,-9-50-4763,35 75 0,-31-84-1272</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0.146"/>
    </inkml:context>
    <inkml:brush xml:id="br0">
      <inkml:brushProperty name="width" value="0.035" units="cm"/>
      <inkml:brushProperty name="height" value="0.035" units="cm"/>
    </inkml:brush>
  </inkml:definitions>
  <inkml:trace contextRef="#ctx0" brushRef="#br0">1 143 10965,'0'-22'2114,"0"18"-249,2 2-267,6-4-1110,0 0 1,0 1 0,0 0-1,1 1 1,0-1 0,-1 1-1,19-4 1,74-15 1287,-41 11-641,113-20 1366,-150 29-2211,-1 2 0,1 0 0,0 2 0,0 1 0,37 7 0,-54-8-242,-1 0 0,1 1 0,-1 0 1,0 0-1,0 0 0,0 1 1,0-1-1,0 1 0,0 1 0,-1-1 1,1 0-1,-1 1 0,0 0 1,0 0-1,-1 0 0,1 1 1,-1-1-1,5 9 0,-4-3-146,0 0-1,-1 0 1,0 0 0,0 0-1,-1 1 1,-1-1-1,0 1 1,0 20 0,-2-6-1699,-7 47 0,-5-9-4372,8-36 442,10-8-3434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0.284"/>
    </inkml:context>
    <inkml:brush xml:id="br0">
      <inkml:brushProperty name="width" value="0.035" units="cm"/>
      <inkml:brushProperty name="height" value="0.035" units="cm"/>
    </inkml:brush>
  </inkml:definitions>
  <inkml:trace contextRef="#ctx0" brushRef="#br0">0 94 10533,'10'-57'1900,"-4"40"1948,0 3-3023,17 8 79,-4 12-848,3 11-288,16 9-616,-9-4-301,2 7-175,1 0-512,-7 2-1856,1 0-2309</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0.565"/>
    </inkml:context>
    <inkml:brush xml:id="br0">
      <inkml:brushProperty name="width" value="0.035" units="cm"/>
      <inkml:brushProperty name="height" value="0.035" units="cm"/>
    </inkml:brush>
  </inkml:definitions>
  <inkml:trace contextRef="#ctx0" brushRef="#br0">194 67 11069,'-1'3'208,"0"-1"1,0 0-1,-1 0 1,1 0-1,-1 0 1,1 0-1,-1 0 1,0 0-1,0-1 1,0 1-1,0 0 1,0-1-1,0 0 1,0 1-1,-1-1 0,1 0 1,0 0-1,-1 0 1,1-1-1,-4 2 1,2 0 225,-1 1 0,0-1-1,1 1 1,-1 1 0,1-1 0,0 1 0,0-1 0,0 1 0,1 0 0,0 1 0,-1-1-1,1 1 1,1-1 0,-5 10 0,-6 6 412,2-3-182,1 0 0,0 1 0,1 0 0,1 0 0,-11 37 0,17-45-536,-1 1-1,1-1 1,1 1 0,0-1-1,0 1 1,1 0 0,1-1-1,-1 1 1,2 0 0,-1-1-1,2 1 1,4 15 0,-4-21-102,-1 1 1,1-1 0,0 0 0,0 0 0,1 0-1,-1 0 1,1-1 0,0 1 0,1-1-1,-1 0 1,1 0 0,0-1 0,7 5 0,-4-3-15,0-2 0,1 1 1,-1-1-1,1 0 0,-1-1 1,1 0-1,0 0 0,13 0 1,-7-2-14,0 0 0,0-1 1,1 0-1,-1-1 0,0-1 0,0-1 1,-1 0-1,1 0 0,-1-2 0,20-9 1,-19 6 4,0 0 1,0-1-1,-1-1 0,-1 0 1,0-1-1,0-1 1,-1 0-1,-1 0 1,11-16-1,-15 19-14,-1-1-1,-1 0 1,1 0-1,-2 0 1,1 0-1,-2-1 1,1 0-1,-2 0 1,0 0-1,0 0 1,-1 0-1,0 0 0,-2-22 1,-1 19-115,0 1 1,0-1 0,-1 1-1,-6-16 1,6 24 19,1 1 1,-1-1-1,0 1 1,0 0 0,0 0-1,-1 0 1,0 1 0,0-1-1,0 1 1,0 0 0,-1 0-1,1 1 1,-7-5-1,-7-2-545,0 1 0,0 0 0,-1 1-1,0 1 1,-25-5 0,34 9-372,0 1-1,0 0 1,0 1 0,0 0 0,0 1 0,0 0-1,-1 0 1,1 1 0,0 1 0,0 0-1,-18 5 1,13 4-6562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0.894"/>
    </inkml:context>
    <inkml:brush xml:id="br0">
      <inkml:brushProperty name="width" value="0.035" units="cm"/>
      <inkml:brushProperty name="height" value="0.035" units="cm"/>
    </inkml:brush>
  </inkml:definitions>
  <inkml:trace contextRef="#ctx0" brushRef="#br0">1 14 11637,'0'-1'105,"1"0"0,-1 0 0,1 0 0,-1 0 0,1 1 1,-1-1-1,1 0 0,0 1 0,-1-1 0,1 0 0,0 1 0,0-1 0,0 1 0,-1-1 0,1 1 0,0 0 0,0-1 0,0 1 0,0 0 1,0-1-1,0 1 0,-1 0 0,1 0 0,0 0 0,0 0 0,0 0 0,0 0 0,0 0 0,0 0 0,0 0 0,0 1 0,0-1 0,0 0 1,0 1-1,1 0 0,15 3 2268,-3 13-630,-5-7-1439,2 3-36,1 0 1,-2 0-1,0 1 0,0 0 1,-2 1-1,0 0 0,11 28 1,-17-37-240,4 9 39,-2 0 0,0 1 0,0 0 0,-2 0-1,2 22 1,-4-22-54,0 0 1,-2 0-1,0 0 0,0 0 0,-2-1 0,0 1 0,-6 16 0,9-30 297,2-6-116,4-15 41,2 1 1,0 0-1,1 0 0,1 0 1,0 1-1,19-25 0,3 2 669,51-52-1,-70 81-696,1-1 1,-1 1-1,2 1 1,-1 1-1,1 0 0,22-11 1,-29 17-156,-1 0 1,1 1 0,-1 0-1,1 0 1,0 0-1,-1 1 1,1 0-1,0 0 1,0 0-1,0 1 1,0 0 0,0 1-1,0 0 1,0 0-1,0 0 1,0 1-1,10 3 1,-14-3-34,1 1-1,-1-1 1,1 1-1,-1-1 1,0 1-1,0 0 1,0 0-1,-1 0 1,1 1-1,0-1 1,-1 1-1,0-1 1,3 9-1,17 52-377,-20-59 266,15 80-2062,-11-51-308,10 35-1,-12-58 399,0 1 0,1-1 0,10 18 1,17 13-8370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2.935"/>
    </inkml:context>
    <inkml:brush xml:id="br0">
      <inkml:brushProperty name="width" value="0.035" units="cm"/>
      <inkml:brushProperty name="height" value="0.035" units="cm"/>
    </inkml:brush>
  </inkml:definitions>
  <inkml:trace contextRef="#ctx0" brushRef="#br0">1128 878 5717,'32'-17'1317,"-32"17"-1250,1 0 0,-1-1-1,0 1 1,1 0 0,-1-1 0,0 1 0,0-1-1,1 1 1,-1-1 0,0 1 0,0 0 0,0-1-1,0 1 1,1-1 0,-1 1 0,0-1 0,0 1-1,0-1 1,0 1 0,0-1 0,0 1 0,0-1-1,0 1 1,-1-1 0,1 1 0,0-1 0,0 1-1,0-1 1,0 1 0,-1-1 0,1 1 0,0 0-1,-1-1 1,1 1 0,0-1 0,-1 1 0,1 0-1,0-1 1,-1 1 0,-4-13 3341,5 13-3377,0-10 697,0 0 0,-1 1-1,0-1 1,0 0 0,-4-11 0,4 18-594,0-1 0,-1 1 0,1 0 0,-1 0 0,0-1-1,0 1 1,0 1 0,0-1 0,-1 0 0,1 0 0,-1 1 0,0-1 0,1 1 0,-1 0-1,0 0 1,0 0 0,-1 0 0,1 1 0,-5-3 0,2 2-57,0 0 0,0 1-1,0 0 1,-1 0 0,1 0 0,0 1 0,-8 0 0,-23 1 276,0 1 0,0 2 0,-57 14 0,30-1-168,1 2 1,1 4-1,0 2 1,2 2 0,-71 45-1,96-50-144,1 2 0,1 1 1,1 1-1,1 2 0,2 1 0,0 2 0,3 0 0,0 2 0,-32 55 0,49-72-35,1 0 0,1 1-1,0 0 1,1 0 0,1 0-1,0 1 1,-4 36 0,9-47-19,-1 1 1,2 0 0,-1-1 0,1 1 0,0 0-1,0-1 1,1 1 0,0-1 0,0 0 0,1 1-1,0-1 1,0 0 0,1-1 0,0 1 0,0 0-1,0-1 1,1 0 0,0 0 0,0-1 0,1 1-1,8 6 1,-2-4-21,-1 0 0,1-1 0,0 0 0,1-1 0,0-1-1,0 0 1,0 0 0,0-2 0,18 4 0,-10-4-6,0-1 1,0-2 0,0 0-1,0 0 1,33-7-1,-10-3 12,0-2-1,-1-1 0,0-3 0,-1-1 1,45-26-1,-49 21 10,0-2 0,-1-2 0,-2-1-1,50-50 1,-23 13 22,70-96-1,-90 101-44,-2-2 0,-3-1 0,-3-2 0,33-88 0,-34 61-21,-4-1 1,30-163-1,-43 169 61,-6 44 16,-3 0-1,4-70 1,-11 109 75,-7 24 116,3-11-147,-7 20 114,2-1 0,1 1 0,-6 48-1,7-3 36,3-1 0,4 1-1,14 112 1,-9-142-222,3 0 1,1-1 0,3 0 0,1 0-1,22 47 1,-27-74-31,1 0 0,1 0 1,0-1-1,1 0 0,1-1 0,0 0 0,1-1 0,0-1 0,2 0 1,-1 0-1,1-2 0,1 0 0,0 0 0,34 15 0,-20-15-4,0-1 1,1-1-1,0-2 0,0-1 1,0-2-1,1 0 0,0-3 1,39-2-1,-24-2 15,0-2 1,-1-3-1,0-1 1,89-31-1,-82 19 8,-1-2-1,-1-2 1,54-36 0,-74 40 21,-1-1 1,0-2-1,-2 0 0,-1-2 1,43-54-1,-63 71-2,-1 0-1,0-1 1,0 0-1,-1 0 1,6-21-1,-10 29 7,0 0 0,-1 1-1,0-1 1,1 0 0,-1 0 0,0 0 0,0 0 0,0 0-1,0 0 1,-1 0 0,1 0 0,0 1 0,-1-1-1,1 0 1,-1 0 0,0 0 0,1 1 0,-1-1-1,0 0 1,0 1 0,0-1 0,-1 0 0,1 1-1,0 0 1,0-1 0,-1 1 0,1 0 0,-1-1-1,1 1 1,-1 0 0,-2-1 0,0 0-1,-1 0 0,0 0 0,0 0-1,0 1 1,0-1 0,0 1 0,-1 0 0,1 1 0,0-1 0,0 1 0,-8 1 0,-16 3 1,1 1-1,0 1 1,0 1 0,-53 22 0,66-23-63,0 1-1,1 0 1,0 1 0,0 0 0,1 2 0,0-1-1,1 1 1,0 1 0,0 0 0,1 1 0,-14 19-1,22-25-28,0-1-1,0 1 1,0 0-1,1 1 1,0-1-1,0 0 0,1 1 1,-1-1-1,2 1 1,-1-1-1,0 1 1,2 8-1,-1-12 62,0-1-1,1 1 1,-1 0-1,1 0 1,0 0 0,0 0-1,0 0 1,0 0-1,1-1 1,-1 1 0,1-1-1,-1 1 1,1-1-1,0 1 1,0-1-1,0 0 1,0 0 0,0 0-1,1 0 1,-1 0-1,1-1 1,-1 1 0,1-1-1,0 1 1,-1-1-1,1 0 1,6 1-1,19 4 215,0-2 0,34 2 0,-33-5 275,0 2 1,39 9-1,-35-3-171,0-2 1,1-2-1,40 2 1,-51-6-248,-1-2 1,0 0 0,0-2 0,-1 0 0,43-13 0,-5-5-94,0-2 0,-2-3 0,-1-2 0,-1-3 0,-1-2-1,78-64 1,-118 83 75,-3 4 23,-13 28-3,-20 40-53,10-26-516,1 1 0,-10 48 0,19-69-210,1 0 0,0 0 1,1 0-1,1 15 1,0-18-271,0-1 0,1 1 0,0-1 1,1 1-1,0-1 0,6 13 1,21 19-6626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3.106"/>
    </inkml:context>
    <inkml:brush xml:id="br0">
      <inkml:brushProperty name="width" value="0.035" units="cm"/>
      <inkml:brushProperty name="height" value="0.035" units="cm"/>
    </inkml:brush>
  </inkml:definitions>
  <inkml:trace contextRef="#ctx0" brushRef="#br0">42 0 10965,'-38'32'1868,"45"-9"-316,-11 5-212,-2 1-235,12-3-213,1 14-200,5-9-256,4 0-472,6 1-280,4 2-544,2-2-417,4-7-207,22 21-4188,-32-26-549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3.431"/>
    </inkml:context>
    <inkml:brush xml:id="br0">
      <inkml:brushProperty name="width" value="0.035" units="cm"/>
      <inkml:brushProperty name="height" value="0.035" units="cm"/>
    </inkml:brush>
  </inkml:definitions>
  <inkml:trace contextRef="#ctx0" brushRef="#br0">0 155 9613,'37'-15'1855,"1"1"1,0 3-1,66-12 1,123-6 561,-80 13-1460,16 0-123,60-11 187,-218 26-997,0 0 0,0 1-1,0-1 1,0 1 0,0-1 0,0 2-1,0-1 1,0 0 0,0 1 0,0 0-1,-1 0 1,1 1 0,0-1 0,0 1-1,-1 0 1,1 0 0,-1 1-1,0-1 1,0 1 0,8 6 0,-11-8-20,-1 0 0,1 0 1,-1 0-1,1 0 0,-1 0 0,0 0 1,0 0-1,1 0 0,-1 0 1,0 0-1,0 1 0,0-1 1,0 0-1,0 0 0,0 0 0,0 0 1,-1 2-1,1 2 3,1 18-188,-1-1 0,-4 31-1,4-49 157,1-1-1,-1 0 0,1 0 0,0 0 1,0 0-1,0 0 0,1 0 0,-1-1 1,1 1-1,0 0 0,-1-1 0,5 4 1,-3-3 10,0-2 0,1 1 1,0 0-1,-1-1 1,1 1-1,0-1 0,0 0 1,0-1-1,8 2 1,-5-2 125,0 0 0,-1 0 1,1-1-1,0 0 1,0 0-1,0-1 0,0 0 1,-1 0-1,1 0 1,10-6-1,-15 6 1011,-9 22-768,-2 0-254,5-10-94,0-1 1,1 1-1,-1-1 1,2 1-1,-3 13 1,4-10-336,1-1 0,-1 1 0,2-1 0,0 1 0,1-1 0,3 16 0,-3-21-487,1 0 0,-1 0 0,1 0 0,1 0 1,-1-1-1,1 0 0,0 1 0,1-1 0,-1 0 0,1-1 1,11 10-1,18 11-8770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3.788"/>
    </inkml:context>
    <inkml:brush xml:id="br0">
      <inkml:brushProperty name="width" value="0.035" units="cm"/>
      <inkml:brushProperty name="height" value="0.035" units="cm"/>
    </inkml:brush>
  </inkml:definitions>
  <inkml:trace contextRef="#ctx0" brushRef="#br0">1 443 12653,'6'-16'701,"-5"13"-504,0-1 0,0 1 0,1 0 0,-1 0 0,1 0 0,0 0 0,0 0 0,0 1 0,0-1 0,0 0 0,0 1 0,1-1 0,-1 1 0,6-4 0,144-126 6319,-103 94-5160,15-12 8,2 3 0,107-58 0,-170 104-1346,-1 0 0,0-1 0,1 1 0,-1 1 0,0-1 0,1 0 0,-1 0 0,1 1 0,-1 0 0,1-1 0,0 1 0,-1 0 0,1 0 0,-1 0-1,1 1 1,-1-1 0,1 1 0,-1-1 0,1 1 0,-1 0 0,1 0 0,-1 0 0,3 2 0,-2 0-6,1 0 0,-1 0 0,0 0 0,0 0 0,0 1 0,-1 0 0,1-1 0,-1 1 0,0 0 0,0 0 0,-1 0 0,1 0 0,1 6 0,12 40 22,-2 1 0,-2 0 0,-2 0 0,-2 1 0,-1 99 0,-8-129-253,0-1-1,-1 0 1,-1 1 0,-13 36 0,14-49-15,0-1 1,-1 0 0,-1 0-1,1 0 1,-1 0 0,0-1-1,-1 0 1,0 0 0,0-1-1,0 1 1,-1-1 0,0-1-1,0 1 1,-9 4 0,7-5-459,1-1 0,0 0 0,-1-1 0,0 0 1,-13 2-1,20-4 420,1-1 1,-1 1-1,1-1 1,-1 1-1,0-1 1,0 0-1,1 0 1,-1 0-1,0 0 1,1 0-1,-1 0 1,0-1-1,1 1 1,-1-1-1,0 1 1,1-1-1,-1 1 1,1-1 0,-1 0-1,1 0 1,-1 0-1,1 0 1,-1 0-1,1 0 1,0 0-1,0 0 1,0 0-1,-1-1 1,1 1-1,0 0 1,1-1-1,-1 1 1,0-1-1,0 1 1,1-1-1,-1 0 1,0-2-1,4-14-6756</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4.177"/>
    </inkml:context>
    <inkml:brush xml:id="br0">
      <inkml:brushProperty name="width" value="0.035" units="cm"/>
      <inkml:brushProperty name="height" value="0.035" units="cm"/>
    </inkml:brush>
  </inkml:definitions>
  <inkml:trace contextRef="#ctx0" brushRef="#br0">12 628 9205,'2'-6'418,"1"1"1,-1 0 0,1 0-1,0 0 1,0 0-1,0 0 1,0 1 0,1-1-1,0 1 1,0 0-1,0 0 1,1 0 0,-1 1-1,1 0 1,0-1-1,5-1 1,17-10 1141,47-19 1,-69 32-1521,43-20 789,-1-2 0,-2-2 0,44-33 0,-84 55-694,0 0 0,0-1 1,0 1-1,-1-1 0,0 0 0,5-7 0,-3 3 49,-5 9-174,-1 0 1,0 0 0,0-1 0,0 1 0,0 0 0,0 0 0,0-1 0,0 1 0,0 0 0,0 0 0,0 0-1,0-1 1,0 1 0,0 0 0,0 0 0,0-1 0,-1 1 0,1 0 0,0 0 0,0 0 0,0-1 0,0 1-1,0 0 1,0 0 0,-1 0 0,1-1 0,0 1 0,0 0 0,0 0 0,0 0 0,-1 0 0,1 0-1,0 0 1,0-1 0,0 1 0,-1 0 0,1 0 0,0 0 0,0 0 0,-1 0 0,1 0 0,0 0 0,0 0-1,-1 0 1,-9-3 85,6 3-39,-1 0 1,1 0-1,-1 1 0,1-1 0,0 1 1,-1 0-1,1 0 0,0 1 0,0-1 0,-8 5 1,-40 25 447,41-24-394,-31 21 222,2 2 1,-53 50 0,74-61-248,0 1 1,1 0 0,2 2 0,0 0-1,1 0 1,-14 30 0,26-46-79,1 0 1,-1 0 0,1 0-1,0 0 1,1 1 0,0-1-1,0 1 1,0 0 0,0-1-1,1 1 1,1 0-1,-1-1 1,3 11 0,-2-12-22,1 0 0,0 0-1,0 0 1,0 0 0,1-1 0,-1 0 0,1 1 0,0-1 0,0 0 0,1 0 0,-1 0 0,1-1-1,0 1 1,0-1 0,0 0 0,1 0 0,-1-1 0,6 3 0,4 2-80,2-2 1,-1 0 0,1 0-1,-1-2 1,1 0-1,0 0 1,0-2 0,0 0-1,1-1 1,18-2-1,5-2-116,0-2-1,76-21 0,-73 13 146,-1-3 0,-1-1 0,-1-1-1,0-3 1,-2-1 0,-1-2 0,0-1-1,51-50 1,-37 25 143,-2-1-1,-3-3 0,-2-1 0,60-102 1,-86 126 552,-1-1 1,-2-1 0,-1 0 0,18-69 0,-33 103-533,0 0 1,-1 0 0,1 0 0,-1 0 0,1 0 0,0 0 0,-1 1 0,1-1-1,0 0 1,-1 1 0,1-1 0,0 1 0,-2 0 0,-3 3 18,0 0 0,0 1 1,1-1-1,-1 1 1,1 0-1,1 1 0,-1-1 1,1 1-1,0 0 0,-5 10 1,-34 72 501,40-81-577,-3 9-140,-11 22-230,1 1 0,2 0 0,-14 70 0,26-97-293,1 1 0,0 0 0,1 0 0,0-1 0,1 1 0,0 0 0,4 13 0,-3-18-330,1 0 0,0 0 0,0 0 0,1 0-1,0-1 1,0 1 0,0-1 0,1 0 0,0-1 0,1 1 0,11 10 0,17 10-10230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4.320"/>
    </inkml:context>
    <inkml:brush xml:id="br0">
      <inkml:brushProperty name="width" value="0.035" units="cm"/>
      <inkml:brushProperty name="height" value="0.035" units="cm"/>
    </inkml:brush>
  </inkml:definitions>
  <inkml:trace contextRef="#ctx0" brushRef="#br0">6 52 13561,'-6'-26'2320,"25"17"-275,0 7-329,19-7-296,0 9-208,7 0-180,6 0-280,9 3-608,7 3-428,3-4-484,9-4-932,3-7-772,-5 3-3185,8 6-4680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5.186"/>
    </inkml:context>
    <inkml:brush xml:id="br0">
      <inkml:brushProperty name="width" value="0.035" units="cm"/>
      <inkml:brushProperty name="height" value="0.035" units="cm"/>
    </inkml:brush>
  </inkml:definitions>
  <inkml:trace contextRef="#ctx0" brushRef="#br0">1 264 6665,'11'-14'469,"0"1"0,2 0 0,0 0 1,0 2-1,1-1 0,24-14 1,45-21 2784,114-46 0,-184 88-3090,-1 1-1,0 1 1,1 0-1,0 0 1,0 1-1,0 1 1,23 1-1,-31 0-129,0 0 0,0 1 1,1 0-1,-1 0 0,-1 0 0,1 1 0,0-1 1,0 1-1,0 0 0,-1 1 0,1-1 0,-1 1 0,0 0 1,0 0-1,0 0 0,0 1 0,-1-1 0,1 1 1,-1 0-1,0 0 0,0 0 0,4 7 0,-2 1-4,-1 0-1,0 0 0,0 0 0,-1 0 0,-1 1 0,0-1 1,-1 1-1,0-1 0,-1 1 0,-3 23 0,-2 4 23,-2 0 0,-13 40 0,-55 137-40,61-181-7,-53 124 129,32-81-107,-26 89 0,53-142 3,2 1 1,1 0-1,1 0 1,1 1-1,1-1 1,2 0-1,4 39 1,-3-56-16,1 1 1,1-1 0,-1 1-1,2-1 1,-1 0-1,2-1 1,-1 1-1,1 0 1,1-1 0,-1 0-1,13 13 1,-7-10-7,0-1 1,1 0-1,1-1 1,0 0-1,0-1 1,28 15 0,2-5-5,1-2 1,1-2 0,0-2 0,59 9 0,-12-6 151,1-4-1,0-4 1,1-4-1,0-4 1,-1-4 0,149-26-1,-149 6 290,-73 17-298,-17 7-7,-29 0 120,14 2-218,0 1-1,0 0 0,1 1 1,-1 0-1,1 0 0,0 1 1,-20 13-1,-73 55 160,79-51-172,1 0 1,1 1-1,1 2 0,2 0 0,0 1 1,1 1-1,2 1 0,0 1 0,3 0 1,0 1-1,2 0 0,-12 42 0,8-6-6,2 1 0,4 1 0,2 0 0,2 131 0,10-87-22,-2 124-53,-4-200 30,-2-1 0,-1 1 1,-1-1-1,-17 50 0,16-65-5,-2 0 1,0-1-1,-1 1 1,-1-2-1,-1 0 0,0 0 1,-29 30-1,18-26 9,-1 0 0,0-2 0,-2-1 0,-46 27 0,19-17-864,-92 34-1,-54 4-4356,149-48 391,15 0-2785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5.325"/>
    </inkml:context>
    <inkml:brush xml:id="br0">
      <inkml:brushProperty name="width" value="0.035" units="cm"/>
      <inkml:brushProperty name="height" value="0.035" units="cm"/>
    </inkml:brush>
  </inkml:definitions>
  <inkml:trace contextRef="#ctx0" brushRef="#br0">105 109 10481,'-19'-37'1588,"0"20"-152,3 2-328,3 1-200,0 3 269,1 5-1381,-1-3-465,16 24-12172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6.917"/>
    </inkml:context>
    <inkml:brush xml:id="br0">
      <inkml:brushProperty name="width" value="0.035" units="cm"/>
      <inkml:brushProperty name="height" value="0.035" units="cm"/>
    </inkml:brush>
  </inkml:definitions>
  <inkml:trace contextRef="#ctx0" brushRef="#br0">79 29 7241,'1'-2'2062,"14"-25"8605,-16 30-10050,-39 153 1855,22-60-2217,-11 72-1310,22-84-2568,10 1-3596,3-39-1214</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7.295"/>
    </inkml:context>
    <inkml:brush xml:id="br0">
      <inkml:brushProperty name="width" value="0.035" units="cm"/>
      <inkml:brushProperty name="height" value="0.035" units="cm"/>
    </inkml:brush>
  </inkml:definitions>
  <inkml:trace contextRef="#ctx0" brushRef="#br0">400 32 8409,'0'-1'401,"1"-17"664,3 9 1037,3 6 4607,9 21-5104,-8-8-1224,20 14-14,0-2 0,1-1 1,50 26-1,-43-26-237,135 76 142,25 13-84,-119-65-146,108 82-1,-165-112-80,0 0 0,-1 2 0,-1 0 0,-1 0 0,26 35 0,-40-48 17,1 1 0,-1 0-1,-1 0 1,1 0 0,-1 1-1,0-1 1,0 1 0,0-1-1,-1 1 1,0 0-1,0-1 1,0 1 0,-1 0-1,0 0 1,0 0 0,0-1-1,-1 1 1,0 0 0,0 0-1,-1-1 1,1 1 0,-1-1-1,0 1 1,-1-1-1,1 0 1,-1 0 0,0 0-1,0 0 1,-1 0 0,-4 4-1,-5 6-57,-2-1 0,0 0 0,-1-1 0,0-1-1,0 0 1,-2-1 0,-26 13 0,-139 49-512,178-71 572,-431 137-1251,311-101 701,76-23 221,-317 84-4572,364-99 4820,-43 8-1616,16-6-2183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7.666"/>
    </inkml:context>
    <inkml:brush xml:id="br0">
      <inkml:brushProperty name="width" value="0.035" units="cm"/>
      <inkml:brushProperty name="height" value="0.035" units="cm"/>
    </inkml:brush>
  </inkml:definitions>
  <inkml:trace contextRef="#ctx0" brushRef="#br0">363 92 6685,'0'-5'587,"0"-1"1,1 1-1,0 0 1,0 0-1,1 0 1,0 0-1,-1 0 1,2 1-1,-1-1 1,0 0-1,8-9 2670,-2-4-636,-7 13-1658,-15 11-536,4-1-301,-14 7 111,1-2-47,2 1 0,-1 1 0,-39 30 1,47-30-124,-101 87 140,104-88-259,0 0 1,1 1 0,0 0 0,0 1-1,2 0 1,0 1 0,0 0 0,-5 15-1,12-28 50,1 0 1,-1 0-1,1 0 0,0 0 0,-1 0 0,1 0 1,0 0-1,0 0 0,0 0 0,-1 0 0,1 0 1,0 0-1,0 0 0,1 0 0,-1 0 0,0 0 1,0 0-1,0 0 0,1 0 0,-1 0 0,0 0 1,1 0-1,-1 0 0,1 0 0,-1-1 0,1 1 1,0 0-1,-1 0 0,1 0 0,0-1 0,0 1 0,-1 0 1,1-1-1,0 1 0,0 0 0,0-1 0,0 1 1,0-1-1,0 0 0,0 1 0,0-1 0,0 0 1,0 0-1,0 1 0,0-1 0,0 0 0,0 0 1,0 0-1,0 0 0,0 0 0,1-1 0,7 1 38,-1-1-1,1 0 1,-1 0-1,17-6 1,4-3 218,-1-2 0,41-24 0,-50 24-131,1 2 0,0 0 0,1 1 1,0 1-1,42-10 0,-56 17-119,0 1 0,0-1 0,0 1 0,0 1 0,0-1 0,0 1 0,0 1 0,0-1 0,0 1 0,8 3 0,5 4-549,37 22 0,-37-19-986,37 17 0,-39-24 80,0 0 0,0-1 0,0 0 0,1-2 0,0 0 0,31-1 0,2-1-4236</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7.835"/>
    </inkml:context>
    <inkml:brush xml:id="br0">
      <inkml:brushProperty name="width" value="0.035" units="cm"/>
      <inkml:brushProperty name="height" value="0.035" units="cm"/>
    </inkml:brush>
  </inkml:definitions>
  <inkml:trace contextRef="#ctx0" brushRef="#br0">61 152 7205,'-3'-17'361,"-2"1"692,2 0-1,0 0 1,1-1-1,1 1 0,1-1 1,1-19 4432,-3 38-4853,-2 4-511,-1 0 0,2 0 0,-1 1 0,1-1 0,-1 1 0,2 0 0,-1 0 0,1 0 0,0 0-1,1 0 1,-2 12 0,0 14-35,3 44 1,-1-21-738,1-36-6,-3 65-2249,4-27-3694,2-21-1224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8.733"/>
    </inkml:context>
    <inkml:brush xml:id="br0">
      <inkml:brushProperty name="width" value="0.035" units="cm"/>
      <inkml:brushProperty name="height" value="0.035" units="cm"/>
    </inkml:brush>
  </inkml:definitions>
  <inkml:trace contextRef="#ctx0" brushRef="#br0">1 360 6517,'175'-21'5337,"-30"2"-2840,242-25 461,-376 43-2818,1-1-1,42-2 337,-53 4-470,-1 0 1,1 0-1,0 0 1,0 0-1,-1 1 1,1-1-1,0 0 1,-1 0-1,1 1 1,0-1-1,-1 0 1,1 1-1,0-1 1,-1 1-1,1-1 1,-1 1-1,1-1 1,0 1-1,-1 0 1,0-1-1,1 1 1,-1-1-1,1 1 1,-1 0-1,0-1 1,1 1-1,-1 0 1,0 0-1,0-1 1,0 1-1,1 0 1,-1 0-1,0-1 1,0 1-1,0 0 1,0 1-1,-9 35 21,7-33-39,1 0 1,0 1-1,0-1 1,0 0-1,0 0 0,0 9 1,2-10-1,-1-1-1,0 1 1,1 0 0,0 0 0,-1-1 0,1 1 0,0 0 0,0-1 0,1 1 0,-1-1-1,1 0 1,-1 1 0,1-1 0,0 0 0,0 0 0,-1 0 0,2 0 0,-1 0-1,0 0 1,0 0 0,0-1 0,1 1 0,-1-1 0,1 0 0,-1 0 0,1 0 0,0 0-1,-1 0 1,1-1 0,0 1 0,0-1 0,0 1 0,-1-1 0,7 0 0,10 0 14,0 0-1,0-1 1,1 0 0,-1-2 0,-1 0 0,1-1 0,0-2 0,19-7 0,-17 1 146,0-1 0,-1 0-1,-1-2 1,0 0 0,-1-1 0,16-19-1,-19 20 151,57-69 1995,-71 83-1432,2 2-770,13 9-33,-1 1-1,0 1 1,-1 1 0,21 22-1,20 17 0,-35-34-50,-1 0-1,-1 0 0,19 26 0,-36-42-7,1 0 0,-1 0 1,0 0-1,0 0 0,-1 0 0,1 1 0,0-1 1,-1 0-1,1 0 0,-1 1 0,0-1 0,0 0 1,1 1-1,-2-1 0,1 0 0,0 0 0,0 1 1,-1-1-1,1 0 0,-1 0 0,0 1 0,0-1 1,0 0-1,0 0 0,0 0 0,0 0 0,-2 2 1,-2 4-13,-1-2 1,1 1-1,-1-1 1,-1 1 0,1-2-1,-8 6 1,-93 59-581,104-68 324,2-2 165,0 0 0,0 0 0,0 1 0,0-1 0,-1 1 0,1-1 0,0 1 0,0-1 0,0 1-1,0-1 1,0 1 0,0 0 0,0 0 0,1-1 0,-2 2 0,5 2-914,11-4 190,3-3 96,1-1 1,-1 0 0,0-1 0,0-1-1,25-13 1,77-48-1409,-100 56 2369,0 0 0,-2-1 0,1-1 0,-1-1 0,-1-1-1,-1 0 1,0-1 0,-1 0 0,16-25 0,-5 5 948,2 2 0,1 1 1,2 1-1,60-50 1,-69 63-743,-14 13-323,24-22 725,28-33 0,-58 59-409,-3 3-404,0 1 1,0-1 0,0 0 0,0 0 0,0 1-1,1-1 1,-1 1 0,0 0 0,1 0-1,-1-1 1,1 1 0,-2 4 0,0-3 21,-13 17 57,2 1 0,0 0 0,2 1 0,0 0 0,1 1 0,-11 36 0,20-55-101,1 1 1,0 0-1,0 0 1,1 0-1,-1 0 1,1 0 0,0 0-1,0 0 1,1 0-1,0-1 1,0 1 0,0 0-1,0 0 1,3 5-1,-3-7-24,1 0-1,-1 0 0,1 0 1,0-1-1,0 1 0,0 0 1,0-1-1,0 0 0,1 0 1,-1 1-1,1-1 1,0-1-1,-1 1 0,1 0 1,0-1-1,0 1 0,0-1 1,0 0-1,0 0 0,0 0 1,1 0-1,4 0 0,24 1-311,0-1 0,0-1-1,-1-2 1,1-1 0,-1-2-1,56-15 1,-51 9-139,0-2 1,-1-1-1,0-1 1,-1-2-1,44-30 1,-40 12-841,-36 33 897,-19 6-7362,-4 1 2233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8.902"/>
    </inkml:context>
    <inkml:brush xml:id="br0">
      <inkml:brushProperty name="width" value="0.035" units="cm"/>
      <inkml:brushProperty name="height" value="0.035" units="cm"/>
    </inkml:brush>
  </inkml:definitions>
  <inkml:trace contextRef="#ctx0" brushRef="#br0">1 129 9369,'38'-23'2060,"-19"12"-220,9 2-376,1 1-124,6 2-251,22-3-233,-13-2-260,14-1-468,8 1-756,17 0-1016,15 5-3193,4-6-3812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9.846"/>
    </inkml:context>
    <inkml:brush xml:id="br0">
      <inkml:brushProperty name="width" value="0.035" units="cm"/>
      <inkml:brushProperty name="height" value="0.035" units="cm"/>
    </inkml:brush>
  </inkml:definitions>
  <inkml:trace contextRef="#ctx0" brushRef="#br0">1 514 3720,'34'5'665,"-27"-4"-82,22 2 1878,-22 2 866,-18 3 940,19-9-2659,27-5-379,43-8-828,-69 12-381,224-50 977,-200 43-833,-17 6 1,0-1 1,-1-1-1,1 0 0,-1-1 0,0-1 0,27-17 0,17-20 505,-55 40-617,0 1 0,0-1 0,0-1 0,0 1 0,-1 0 0,0-1 0,1 0 0,-2 0 0,1 0 0,-1 0 0,3-6 0,-4 8-31,0 1 0,-1-1 0,1 1 0,-1-1 0,0 0 0,1 1 0,-1-1 0,0 0 0,0 0 0,-1 1 0,1-1 0,-1 0 0,1 1-1,-1-1 1,0 1 0,0-1 0,0 1 0,-2-5 0,1 6-12,1-1 0,0 1 0,-1-1 0,0 1 0,1 0-1,-1 0 1,0 0 0,1 0 0,-1 0 0,0 0 0,0 0 0,0 1-1,0-1 1,0 0 0,0 1 0,0 0 0,0-1 0,0 1-1,0 0 1,0 0 0,0 0 0,0 1 0,0-1 0,0 0 0,0 1-1,0-1 1,0 1 0,-3 1 0,-5 2-2,1 0 0,0 0 0,1 1 0,-12 8 0,4-1 4,1 0 0,1 2 0,0 0 0,0 0-1,2 1 1,0 1 0,1 0 0,0 1 0,1 0-1,1 0 1,1 1 0,0 0 0,1 1 0,2 0-1,-1 0 1,-4 37 0,10-49-10,-1 1 1,1 0-1,0-1 1,0 1-1,1-1 1,0 1-1,0 0 0,1-1 1,0 0-1,1 1 1,-1-1-1,1 0 0,1 0 1,4 8-1,-2-7-1,0-1 0,1 1-1,-1-1 1,2 0 0,-1-1-1,1 1 1,0-1 0,0-1 0,16 9-1,4-2 3,1-2-1,0 0 0,0-2 1,1-1-1,0-1 1,33 1-1,-3-2 1,0-2-1,1-3 1,-1-3-1,0-2 1,0-3 0,92-25-1,-114 23-3,-1-3-1,0 0 1,-1-3 0,-1-1-1,0-1 1,-2-2 0,0-2-1,-1 0 1,-1-3 0,-2 0-1,33-36 1,-39 35 56,-1-1 0,-2 0 0,0-2 1,-2 0-1,25-55 0,-19 24 1250,31-124 1,-54 181-1185,-1-1 0,1 1 0,-1 0 0,0-1 0,0 1 0,0-1 0,-1 1 0,1-1 0,-1 1 0,0-1 0,-1-3 1,2 6-98,0 0 0,-1 1 1,1-1-1,0 1 1,-1-1-1,1 1 1,-1-1-1,1 1 1,0-1-1,-1 1 0,1-1 1,-1 1-1,1-1 1,-1 1-1,1 0 1,-1-1-1,0 1 0,1 0 1,-1-1-1,1 1 1,-1 0-1,0 0 1,1 0-1,-1-1 0,0 1 1,1 0-1,-1 0 1,0 0-1,1 0 1,-1 0-1,0 0 1,1 1-1,-1-1 0,0 0 1,1 0-1,-1 0 1,0 1-1,1-1 1,-1 0-1,1 0 0,-1 1 1,1-1-1,-1 1 1,1-1-1,-1 0 1,1 1-1,-1-1 1,1 1-1,-1-1 0,1 1 1,-1 1-1,-9 9 190,1 1 1,0 0-1,0 0 0,2 1 0,-1 0 0,2 0 1,0 1-1,0 0 0,-5 22 0,0 8 79,-10 84-1,19-106-680,1 0 1,1 1-1,1-1 0,1 0 0,0 0 0,7 23 0,-5-29-764,1-1 0,1 0 0,11 23 0,-12-28-667,2 0 0,-1 0 0,1 0 1,1-1-1,10 12 0,5-1-8263</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9.990"/>
    </inkml:context>
    <inkml:brush xml:id="br0">
      <inkml:brushProperty name="width" value="0.035" units="cm"/>
      <inkml:brushProperty name="height" value="0.035" units="cm"/>
    </inkml:brush>
  </inkml:definitions>
  <inkml:trace contextRef="#ctx0" brushRef="#br0">0 300 12933,'13'-9'2132,"19"-11"-163,12-2 15,4 4-252,9 1-380,115-17 600,-55 17-1800,23-3-456,12-9-764,13-2-956,4-3-1420,15 8-1701,16 3-4092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0.601"/>
    </inkml:context>
    <inkml:brush xml:id="br0">
      <inkml:brushProperty name="width" value="0.035" units="cm"/>
      <inkml:brushProperty name="height" value="0.035" units="cm"/>
    </inkml:brush>
  </inkml:definitions>
  <inkml:trace contextRef="#ctx0" brushRef="#br0">305 3 9701,'0'-1'325,"-1"1"-1,1 0 1,-1 0 0,0-1-1,1 1 1,-1 0 0,1 0-1,-1 0 1,1 0 0,-1 0-1,1 0 1,-1 0-1,0 0 1,1 0 0,-1 0-1,1 0 1,-1 0 0,1 0-1,-1 0 1,1 1 0,-1-1-1,0 0 1,1 0 0,-1 1-1,1-1 1,0 0 0,-2 1-1,-14 18 2735,-10 30-1640,24-46-879,-151 357 5393,96-172-8004,44-131-1852,-7 78 0,19-121 1762,1 0 0,2 26 0,11 31-8197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1.440"/>
    </inkml:context>
    <inkml:brush xml:id="br0">
      <inkml:brushProperty name="width" value="0.035" units="cm"/>
      <inkml:brushProperty name="height" value="0.035" units="cm"/>
    </inkml:brush>
  </inkml:definitions>
  <inkml:trace contextRef="#ctx0" brushRef="#br0">8 640 11101,'23'12'2103,"-18"-10"-242,-24 10 1101,18-11-2856,-1 0 1,1 0-1,0 0 1,-1 1-1,1-1 0,0 1 1,0-1-1,0 1 1,0-1-1,0 1 0,1 0 1,-1-1-1,0 1 1,1 0-1,-1 0 0,1 0 1,0-1-1,-1 1 1,1 0-1,0 0 0,0 0 1,0 0-1,0-1 1,1 4-1,13 51 871,-9-40-838,1 6-2,1 0-1,1-1 0,1 0 0,1 0 0,1-1 1,1 0-1,24 32 0,-23-37-250,1-1 1,0-1-1,1 0 0,0-1 1,1 0-1,0-1 0,1-1 0,0-1 1,24 10-1,1-3-262,0-1 0,0-2 1,47 7-1,-66-16 249,-1-1 1,2-1-1,-1-1 1,0-1 0,0-1-1,0-2 1,38-7-1,-51 7 106,1-1 1,-1 0-1,0-1 0,14-8 1,-22 11 20,1 0 1,-1 0-1,1 0 1,-1-1 0,0 1-1,0-1 1,0 1-1,0-1 1,-1 0-1,1 0 1,-1 1-1,1-1 1,-1 0 0,0 0-1,0-1 1,0 1-1,-1 0 1,1 0-1,-1 0 1,0-1 0,0 1-1,0 0 1,0 0-1,-1-4 1,0-5 3,-1 1 1,-1 0-1,0-1 1,0 1 0,-6-11-1,1 4 24,-1 1-1,-1 1 1,0-1 0,-2 2-1,1 0 1,-25-23-1,-91-72 474,78 70-109,35 27-172,0-1-1,1-1 0,0 0 1,-12-20-1,24 32-190,-1 0-1,0 0 1,1 0-1,-1 0 1,1 0 0,0-1-1,0 1 1,1 0-1,-1-1 1,1 1 0,-1-1-1,1 1 1,0-1-1,0 1 1,1-1 0,-1 1-1,1-1 1,0 1-1,0 0 1,1-4 0,0 1-4,1 1 1,-1-1 0,1 1-1,0-1 1,1 1-1,-1 0 1,1 1 0,0-1-1,0 0 1,6-3 0,11-8 32,1 1 0,0 1 1,1 1-1,0 1 0,1 1 1,1 1-1,0 1 0,0 1 1,31-5-1,-27 8-9,-1 1 0,1 2 0,0 0 0,-1 2 0,1 1 0,0 2 0,-1 0 0,36 10 0,-54-10-44,0 0 0,0 1 0,0 0-1,0 1 1,-1 0 0,0 0-1,0 1 1,0 1 0,-1-1-1,1 1 1,-2 0 0,1 1-1,-1 0 1,0 0 0,9 16-1,0 5 20,-1 0-1,-2 1 0,16 55 0,16 36-45,-38-107 29,0-1 0,2 0-1,-1 0 1,2-1-1,-1 0 1,2-1 0,0 0-1,0-1 1,1 0-1,0 0 1,0-2 0,1 1-1,0-2 1,1 1 0,26 8-1,-23-9-10,0-2 0,1 0 0,0-1 0,0-1 0,0-1 1,0 0-1,0-2 0,1 0 0,-1-1 0,0 0 0,0-2 0,0 0 0,18-6 0,-29 7 4,0 0 1,0 0-1,-1-1 0,1 0 0,-1 0 0,0 0 1,0-1-1,0 0 0,0 0 0,-1-1 1,1 0-1,-1 0 0,0 0 0,-1 0 0,1-1 1,-1 0-1,0 0 0,0 0 0,-1 0 1,0 0-1,0-1 0,-1 0 0,1 1 0,-1-1 1,-1 0-1,0 0 0,0 0 0,0 0 1,0 0-1,-1-1 0,-1 1 0,1 0 0,-1 0 1,0 0-1,-1 0 0,1 0 0,-1 0 1,-4-8-1,-2-4 0,0 1 1,-1 0-1,-1 1 1,0 0 0,-2 1-1,0 0 1,0 0-1,-2 1 1,-27-24-1,-9 0 25,-96-58 0,91 63-49,-75-59 0,124 87 15,0 0 0,0 0 0,1-1 1,0 0-1,-8-13 0,12 18 8,0 0 0,0 0 0,1 0 0,-1 0 0,1-1 0,0 1 1,0 0-1,0 0 0,0 0 0,0 0 0,0 0 0,0 0 0,1 0 0,-1 0 0,1 0 0,-1 0 1,1 0-1,0 0 0,0 0 0,0 0 0,2-3 0,1-1-2,0 0 0,0 1 1,1 0-1,9-10 0,4 3-1,0 0 0,1 1 0,1 1 0,0 1 0,0 0 0,23-5 0,1-1 0,1 3-1,1 1 1,47-5 0,-66 13 3,0 1 0,0 2 1,1 0-1,-1 2 0,0 1 1,45 10-1,-61-10 5,-1 1-1,0 0 1,0 0 0,0 1 0,0 0 0,-1 0 0,0 1-1,0 1 1,-1 0 0,1 0 0,-1 0 0,-1 1 0,0 0-1,0 1 1,0-1 0,6 12 0,-6-6-1,-1 0 1,0 0-1,-1 1 1,0 0-1,-1 0 0,-1 0 1,0 0-1,-1 0 1,-1 1-1,-1 29 0,-5 8 66,-3 0 0,-18 70 0,14-78-39,3 0 0,1 0 0,-3 89 0,11-122 3,1-1 1,0 0 0,0 0 0,1 0 0,1 0 0,0 0 0,0-1 0,1 1 0,0-1 0,1 0 0,0 0 0,1 0 0,0-1 0,0 0 0,1 0 0,0 0 0,1-1 0,0 0 0,0-1 0,1 1 0,-1-2-1,2 1 1,-1-1 0,1-1 0,0 0 0,15 6 0,7-1 48,0-2-1,1-1 0,-1-1 1,1-2-1,0-1 0,1-2 1,51-5-1,-47 0-18,0-1 1,0-3-1,-1-1 0,0-1 1,-1-2-1,48-24 0,-66 27-53,-1 0-1,-1-2 1,0 0-1,0 0 0,-1-2 1,0 0-1,-2 0 0,1-1 1,-2-1-1,1-1 1,-2 1-1,0-2 0,-2 0 1,1 0-1,-2 0 0,0-1 1,-1-1-1,-1 1 1,-1-1-1,-1 0 0,0 0 1,-1 0-1,-1-1 0,-1 1 1,-1-1-1,-1 1 1,0-1-1,-2 1 0,0 0 1,-10-35-1,5 32-14,-2 0-1,-13-24 1,-31-41-24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3.041"/>
    </inkml:context>
    <inkml:brush xml:id="br0">
      <inkml:brushProperty name="width" value="0.035" units="cm"/>
      <inkml:brushProperty name="height" value="0.035" units="cm"/>
    </inkml:brush>
  </inkml:definitions>
  <inkml:trace contextRef="#ctx0" brushRef="#br0">0 95 5044,'0'0'2459,"4"-13"-268,-3 9-1857,1 1 0,-1-1 0,1 0 0,0 0 1,0 1-1,1 0 0,-1-1 0,1 1 1,0 0-1,0 0 0,0 0 0,0 1 0,0-1 1,0 1-1,1-1 0,-1 1 0,1 0 0,0 1 1,0-1-1,7-2 0,3 0 73,1 0-1,0 0 1,0 1-1,23-1 1,8 4-53,0 1 0,0 3-1,-1 1 1,1 3 0,-1 1-1,-1 2 1,0 3 0,47 20 0,-60-21-270,0 2 1,-2 1-1,0 2 1,0 1-1,39 34 1,-53-40-62,0 1 0,-2 1 0,0 0 0,0 1 0,-1 0 0,-1 1 0,-1 1 0,-1-1 0,0 1 0,11 34 0,-17-42-23,-1-1-1,0 1 0,-1 0 0,1 0 0,-2 0 1,0 1-1,0-1 0,0 0 0,-2 0 0,1 0 1,-1 0-1,0 0 0,-6 12 0,3-9-75,-1-1 0,-1 0-1,0 0 1,-1 0 0,0-1 0,-1 0-1,0-1 1,-19 17 0,7-9-770,-1-1 1,-1-1-1,-42 22 1,24-18-3204,-55 19 1,32-16-3481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7.821"/>
    </inkml:context>
    <inkml:brush xml:id="br0">
      <inkml:brushProperty name="width" value="0.035" units="cm"/>
      <inkml:brushProperty name="height" value="0.035" units="cm"/>
    </inkml:brush>
  </inkml:definitions>
  <inkml:trace contextRef="#ctx0" brushRef="#br0">870 43 4004,'-19'-21'936,"16"17"2299,-6 3-2413,1 0-1,-1-1 0,1 0 1,-14-5-1,11 3-976,8 3 2768,0 2-2476,-23 9 228,23-9 196,3 2-452,-3 57 707,-3-1 0,-22 92-1,-5 45 250,-75 697 316,65-632-1232,12-89-47,-24 205 107,31-195-129,-52 199 0,-122 220-48,197-600-32,-98 322 120,87-271-89,-14 72 123,23-52-102,3-68-306,3-7-1356,28-40-2207,-13 8-1472,0-1-2571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8.505"/>
    </inkml:context>
    <inkml:brush xml:id="br0">
      <inkml:brushProperty name="width" value="0.035" units="cm"/>
      <inkml:brushProperty name="height" value="0.035" units="cm"/>
    </inkml:brush>
  </inkml:definitions>
  <inkml:trace contextRef="#ctx0" brushRef="#br0">4 78 5633,'-3'1'4237,"7"-2"-1470,21-6-436,47-11-1566,259-20 1397,2 25-1544,-299 12-551,1092 26 507,-4 66-343,-997-82-245,-29-2 35,171 33 0,-243-35-445,39 16-1,-60-19-231,-23 24-8321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9.407"/>
    </inkml:context>
    <inkml:brush xml:id="br0">
      <inkml:brushProperty name="width" value="0.035" units="cm"/>
      <inkml:brushProperty name="height" value="0.035" units="cm"/>
    </inkml:brush>
  </inkml:definitions>
  <inkml:trace contextRef="#ctx0" brushRef="#br0">47 246 4152,'-2'-3'182,"0"1"-1,0-1 0,0 1 0,0-1 0,-1 1 0,1 0 0,-1 0 0,1 0 0,-1 0 1,-5-2-1,0 2 3460,0 2 3359,15-1-6732,51 1 1074,312 2 1212,1868-83-1118,-1763 64-1359,1302-81 189,-1666 88-270,75-2-32,-182 12 10,-31 8-393,-22-1-1583,-65 2 0,33-4-5192,59-2-868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0.359"/>
    </inkml:context>
    <inkml:brush xml:id="br0">
      <inkml:brushProperty name="width" value="0.035" units="cm"/>
      <inkml:brushProperty name="height" value="0.035" units="cm"/>
    </inkml:brush>
  </inkml:definitions>
  <inkml:trace contextRef="#ctx0" brushRef="#br0">1 161 6957,'0'0'7076,"3"-3"-5776,2-1-1070,1 0 0,0 0 0,-1 1 0,1 0 0,0 0 0,1 0 0,-1 1 0,0 0 0,8-2 0,68-9 813,-58 10-817,728-61 1825,-459 45-1811,-194 11-157,344-10 172,-441 18-275,1 0 0,0 0 0,0 0 0,0 0 0,0 0 1,0 1-1,0-1 0,-1 1 0,1 0 0,0 0 0,0 0 1,-1 0-1,6 3 0,-8-3-40,0 0 0,0 0 0,0 1 0,0-1 0,0 0-1,0 0 1,-1 0 0,1 0 0,0 0 0,0 0 0,-1 0 0,1 0 0,-1 0 0,1 0 0,-1 0-1,1 0 1,-1 0 0,0 0 0,1 0 0,-1 0 0,0 0 0,0-1 0,1 1 0,-1 0 0,0-1 0,-2 2-1,-2 2-611,0 0 0,0 0-1,0 0 1,0-1 0,-13 5-1,-9 8-4818,15-5-1630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0.654"/>
    </inkml:context>
    <inkml:brush xml:id="br0">
      <inkml:brushProperty name="width" value="0.035" units="cm"/>
      <inkml:brushProperty name="height" value="0.035" units="cm"/>
    </inkml:brush>
  </inkml:definitions>
  <inkml:trace contextRef="#ctx0" brushRef="#br0">114 20 8545,'-32'-20'11203,"16"29"-8575,13-7-2405,0 0 0,0 1 0,0-1 0,0 1-1,0 0 1,1-1 0,-1 1 0,1 1 0,0-1 0,0 0 0,0 0 0,0 1 0,1-1-1,-2 6 1,-12 53 799,14-55-948,-4 29-467,2 0 0,4 67 0,-1 9-3698,-5-7-5054,10-44-271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0.996"/>
    </inkml:context>
    <inkml:brush xml:id="br0">
      <inkml:brushProperty name="width" value="0.035" units="cm"/>
      <inkml:brushProperty name="height" value="0.035" units="cm"/>
    </inkml:brush>
  </inkml:definitions>
  <inkml:trace contextRef="#ctx0" brushRef="#br0">0 43 13153,'3'-3'338,"0"-1"0,1 0 0,-1 1 0,1 0 0,0 0 0,0 0 0,0 0 0,0 1 0,0 0 0,1-1 0,-1 1 0,1 1 0,-1-1 0,1 1 0,0 0-1,0 0 1,-1 0 0,1 1 0,0-1 0,0 1 0,0 0 0,0 1 0,0-1 0,-1 1 0,6 1 0,2 1-204,0 1-1,0 0 1,-1 1 0,1 0-1,-1 1 1,0 0 0,-1 0-1,0 1 1,0 1 0,0 0-1,-1 0 1,0 1-1,0 0 1,-1 0 0,-1 1-1,1 0 1,-2 1 0,1 0-1,-1 0 1,-1 0 0,0 0-1,-1 1 1,4 13 0,-1 7-674,-1 1 0,-2 0 1,-1-1-1,-1 2 1,-2-1-1,-1 0 0,-2 0 1,-8 42-1,10-72 517,-4 20-409,0-1 1,-2 1-1,-17 38 1,17-65 1123,6 4-655,0-1 0,0 1-1,0 0 1,0-1 0,0 1 0,0-1-1,0 1 1,0-1 0,0 0 0,1 1 0,-1-1-1,0 0 1,0 1 0,1-1 0,-2-1-1,2-5 108,0 0 0,1 0-1,0 0 1,0 0 0,4-12-1,-2 8-4,4-16 78,1 1-1,2 1 0,0-1 1,2 2-1,0-1 0,20-25 1,-6 13-216,1 1 1,64-62 0,-73 82-456,1 0 1,0 1-1,2 2 1,25-15-1,91-36-4346,-113 54 3652,32-11-3237,6 6-2373</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1.414"/>
    </inkml:context>
    <inkml:brush xml:id="br0">
      <inkml:brushProperty name="width" value="0.035" units="cm"/>
      <inkml:brushProperty name="height" value="0.035" units="cm"/>
    </inkml:brush>
  </inkml:definitions>
  <inkml:trace contextRef="#ctx0" brushRef="#br0">401 0 6953,'-13'17'2046,"12"-17"-1908,0 1-1,0-1 0,0 0 1,1 0-1,-1 1 0,0-1 1,0 0-1,0 0 0,0 0 0,0 0 1,1 0-1,-1 0 0,0 0 1,0 0-1,0-1 0,0 1 1,0 0-1,1 0 0,-1-1 0,0 1 1,0-1-1,1 1 0,-2-1 172,-1 0-6,-1 1-1,1 0 0,-1 0 1,1 0-1,-1 0 0,1 0 0,-1 1 1,1-1-1,-1 1 0,1 0 1,0 0-1,-1 0 0,-4 3 0,-42 26 404,33-18-336,-12 6-125,0 1 0,1 2 0,1 1 0,-36 38 0,44-40-187,5-5-54,-22 29 1,35-42 23,4-2 6,16-2-23,0-1 0,0-1 0,0-1 0,-1-1 0,0 0 0,34-18 0,7 0 125,-17 7 38,0 3 1,2 1-1,64-10 0,-94 21-132,1 0-1,-1 1 1,1 1 0,0 1-1,-1 0 1,1 1 0,-1 0-1,0 1 1,1 1 0,-1 0-1,-1 1 1,1 0 0,-1 1 0,20 12-1,-12-4 32,-6-4-47,0 0 1,1-1 0,22 10-1,-32-17 1,1 0-1,-1 0 0,1-1 1,0 0-1,0 0 0,-1 0 1,1-1-1,0 0 0,0 0 1,0-1-1,-1 0 0,11-3 1,-3 0 354,0-2 1,0 0-1,0 0 1,22-16-1,-1 2 1271,-33 19-182,0 25-971,-1 11-1158,-7-9-676,-5 29-2430,7-17-4774,3-13-892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1.554"/>
    </inkml:context>
    <inkml:brush xml:id="br0">
      <inkml:brushProperty name="width" value="0.035" units="cm"/>
      <inkml:brushProperty name="height" value="0.035" units="cm"/>
    </inkml:brush>
  </inkml:definitions>
  <inkml:trace contextRef="#ctx0" brushRef="#br0">29 0 9297,'-28'3'2632,"53"3"-2528,4-1-464,-17 13-632,11 10-2184,-1-2-1345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1.912"/>
    </inkml:context>
    <inkml:brush xml:id="br0">
      <inkml:brushProperty name="width" value="0.035" units="cm"/>
      <inkml:brushProperty name="height" value="0.035" units="cm"/>
    </inkml:brush>
  </inkml:definitions>
  <inkml:trace contextRef="#ctx0" brushRef="#br0">1 46 11549,'9'-5'717,"-5"2"-163,0 1-1,0-1 1,0 1-1,-1-1 0,1-1 1,4-3-1,-8 6-328,-1 0 0,1 0 0,0 0 0,0 0-1,0 0 1,0 0 0,-1 0 0,1 1 0,0-1 0,-1 0 0,1 0 0,-1 0-1,1 0 1,-1 1 0,1-1 0,-2-1 0,1 1 284,5 29 8413,17 123-8469,7-2-1322,-28-148 858,0 1 1,0-1-1,0 0 1,1 1-1,-1-1 1,0 0-1,0 0 0,1 1 1,-1-1-1,1 0 1,0 0-1,-1 0 1,1 0-1,0 1 1,-1-1-1,1 0 0,0 0 1,0 0-1,0-1 1,0 1-1,0 0 1,0 0-1,2 1 0,-1-2 7,-1 0 0,1 0-1,0 0 1,-1 0-1,1 0 1,-1 0 0,1 0-1,0 0 1,-1-1-1,1 1 1,-1 0-1,1-1 1,-1 0 0,1 1-1,-1-1 1,3-1-1,6-5 36,1-1 0,-1 0 0,16-17 0,-19 18 4,58-57 229,57-52 521,-104 101-534,1 1 1,1 0-1,1 1 0,39-18 1,-58 29-211,1 1 1,0 0-1,-1 0 1,1 1 0,-1-1-1,1 0 1,0 1 0,0-1-1,-1 1 1,1 0 0,0 0-1,0 0 1,-1 1 0,1-1-1,0 1 1,0-1-1,-1 1 1,1 0 0,0 0-1,2 1 1,-2 0-8,0 1-1,0-1 1,0 1 0,-1-1-1,1 1 1,-1 0 0,0 0 0,0 0-1,0 0 1,0 0 0,0 1-1,-1-1 1,2 5 0,2 7-11,-1 1 0,-1 0 1,-1 0-1,0 0 0,0 26 1,-2-22-622,0 0 1,2 0 0,1 0 0,0 0-1,1-1 1,2 0 0,-1 0 0,18 35-1,-16-40-1127,2 1-1,14 18 1,-12-20-1212,1 0 1,19 17-1,14 6-7317</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2.330"/>
    </inkml:context>
    <inkml:brush xml:id="br0">
      <inkml:brushProperty name="width" value="0.035" units="cm"/>
      <inkml:brushProperty name="height" value="0.035" units="cm"/>
    </inkml:brush>
  </inkml:definitions>
  <inkml:trace contextRef="#ctx0" brushRef="#br0">21 42 9897,'4'-18'8919,"-3"1"-4207,-3 10-2425,-1 23-643,-6 37-500,5-29-1552,0 0 1,2 0-1,1 1 1,2 28-1,-1-51 354,6 59-3652,8 2-6335,0-15 261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2.500"/>
    </inkml:context>
    <inkml:brush xml:id="br0">
      <inkml:brushProperty name="width" value="0.035" units="cm"/>
      <inkml:brushProperty name="height" value="0.035" units="cm"/>
    </inkml:brush>
  </inkml:definitions>
  <inkml:trace contextRef="#ctx0" brushRef="#br0">3 20 10057,'-3'-17'4348,"16"14"-4856,15 6-292,-18 6-380,3 11-740,2 14-1052,-5-3-1069</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3.156"/>
    </inkml:context>
    <inkml:brush xml:id="br0">
      <inkml:brushProperty name="width" value="0.035" units="cm"/>
      <inkml:brushProperty name="height" value="0.035" units="cm"/>
    </inkml:brush>
  </inkml:definitions>
  <inkml:trace contextRef="#ctx0" brushRef="#br0">0 226 8733,'18'-43'2780,"5"-13"5454,-14 24-5711,-8 30-2426,-1 0 1,1 1-1,-1-1 1,1 1-1,0-1 0,-1 1 1,1-1-1,0 1 0,0 0 1,0-1-1,0 1 1,0 0-1,0 0 0,0 0 1,3-2-1,-1 0 147,1-2 260,9 6-375,1 1 0,-1 1 0,0 0 0,0 1 0,-1 0 0,1 1 0,-1 0 0,17 10 0,48 18-360,-44-25-10,1 0-1,36 2 0,-54-9 150,-6 0 48,1-1 0,-1 0 1,1-1-1,0 0 0,-1-1 0,21-6 0,27-3 2,62 6 14,-70 5 51,0-2-1,0-2 1,0-2-1,51-15 0,-48 2-33,-49 18 8,-1-1 1,1 0 0,-1 0-1,1 0 1,-1 0 0,0 0 0,0-1-1,0 0 1,0 1 0,0-1-1,2-4 1,-4 6 4,-1 0 1,1 0-1,-1 0 1,1 0-1,-1 0 1,0 0-1,1 1 1,-1-1-1,0 0 1,0 0-1,0 0 1,0 0-1,0 0 1,0 0-1,0 0 1,0 0-1,0 0 1,0 0-1,-1 0 1,1 0-1,0 0 0,-1 0 1,1 0-1,0 1 1,-1-1-1,0-1 1,-1 0-8,0 0-1,0 0 1,1 1 0,-1-1 0,0 1-1,-1 0 1,1-1 0,0 1 0,0 0-1,-4-1 1,-3-1-12,0 1 1,0 0-1,0 0 0,0 1 1,-12-1-1,10 2 6,1 1-1,-1 0 1,1 1 0,-1 0-1,1 0 1,-18 8-1,23-8-30,0 0 0,0 0 0,1 1-1,-1 0 1,1 0 0,-1 0 0,1 0 0,0 1-1,0 0 1,0 0 0,1 0 0,-1 0-1,1 0 1,0 1 0,-2 4 0,4-7 22,0-1 0,0 1 0,1-1 0,-1 1 0,1 0 0,0-1 1,-1 1-1,1 0 0,0-1 0,0 1 0,0 0 0,0-1 0,0 1 0,0 0 0,1-1 1,-1 1-1,0 0 0,1-1 0,-1 1 0,1-1 0,1 4 0,0-3-4,0 1 0,1-1 0,-1 1 0,0-1 1,1 0-1,-1 0 0,1 0 0,0 0 0,0 0 0,5 2 0,2 0-1,0 0 0,0-1 1,1 0-1,-1-1 0,1 0 0,11 1 1,-13-4 224,1 1 1,-1-1 0,1 0-1,-1-1 1,0 0-1,1-1 1,-1 0 0,0 0-1,8-5 1,-14 6 752,-2 2-927,0 0-1,0 1 1,0-1-1,0 0 0,0 0 1,0 1-1,0-1 1,0 0-1,0 1 0,0-1 1,0 1-1,0-1 1,0 1-1,0-1 1,0 1-1,-1 0 0,1-1 1,0 1-1,-1 0 1,1 0-1,0 0 0,-1 0 1,1-1-1,-1 1 1,1 0-1,-1 0 0,1 0 1,-1 0-1,0 0 1,0 0-1,1 0 1,-1 0-1,0 2 0,-3 38 63,1-26 14,-3 375 188,5-100-1253,-1-164 384,-6 95-369,4-193 816,-1-1 1,-2 1 0,0-1 0,-2 0-1,-19 45 1,25-68 116,0 0 0,0 1 0,-1-1 1,1 0-1,-1 0 0,0 0 0,0-1 0,0 1 0,-8 5 0,9-8 17,0 1 0,-1-1 0,1 0-1,0 0 1,-1 0 0,1 0 0,-1-1 0,0 1-1,1-1 1,-1 1 0,1-1 0,-1 0 0,0 0 0,1 0-1,-1-1 1,0 1 0,1 0 0,-1-1 0,-3-1-1,-1-1 40,0 0-1,0 0 0,0-1 0,0 0 0,1 0 0,0-1 0,0 0 0,0 0 0,0 0 0,1-1 0,0 1 0,0-1 0,0-1 0,1 1 0,0-1 0,0 0 0,0 1 0,1-2 0,0 1 0,1 0 1,-2-9-1,-1-3 27,0 0 1,2-1-1,0 1 1,1-1 0,2 0-1,0 1 1,3-29 0,2 17-77,2 0-1,1 1 1,1 0 0,1 0 0,2 1 0,1 1 0,1 0 0,1 1 0,2 0 0,1 1 0,0 1 0,29-28-1,1 5-1476,1 3 0,2 2-1,3 2 1,97-56 0,-77 58-4095,2 11-3304</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4.034"/>
    </inkml:context>
    <inkml:brush xml:id="br0">
      <inkml:brushProperty name="width" value="0.035" units="cm"/>
      <inkml:brushProperty name="height" value="0.035" units="cm"/>
    </inkml:brush>
  </inkml:definitions>
  <inkml:trace contextRef="#ctx0" brushRef="#br0">1 214 8805,'0'0'1981,"3"-1"-62,30-5 54,0 1 0,41-1 0,21-3-941,421-57 1298,200-27-1717,-601 76-1586,-46 6-3877,-84 16-489,5 0 3530,-29 10-4835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4.224"/>
    </inkml:context>
    <inkml:brush xml:id="br0">
      <inkml:brushProperty name="width" value="0.035" units="cm"/>
      <inkml:brushProperty name="height" value="0.035" units="cm"/>
    </inkml:brush>
  </inkml:definitions>
  <inkml:trace contextRef="#ctx0" brushRef="#br0">299 0 9497,'-10'20'2644,"1"3"-328,-13-8-43,-7 10 47,7 7-300,-7-1-332,1 9-312,-4 0-260,3 9-244,1 5-268,6 0-720,9 3-528,0 4-736,4-4-888,6-6-948,6 3-2473,13-2-4740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4.753"/>
    </inkml:context>
    <inkml:brush xml:id="br0">
      <inkml:brushProperty name="width" value="0.035" units="cm"/>
      <inkml:brushProperty name="height" value="0.035" units="cm"/>
    </inkml:brush>
  </inkml:definitions>
  <inkml:trace contextRef="#ctx0" brushRef="#br0">0 380 8261,'8'-11'664,"0"0"1,0 1-1,1 0 1,1 0-1,-1 1 1,2 0-1,-1 1 1,1 0-1,12-6 1,119-56 2486,-49 26-2382,-71 33-578,40-24 554,-58 32-689,1 0 0,-1 0 0,0-1 0,-1 1 0,1-1 0,-1 0 0,1 0-1,-1 0 1,0 0 0,4-8 0,-7 10-39,1 0-1,-1 1 1,1-1-1,-1 0 1,1 0-1,-1 0 1,0 1-1,0-1 1,0 0-1,0 0 1,0 0-1,0 1 1,0-1-1,-1 0 1,1 0-1,-1 1 1,1-1 0,-1 0-1,0 0 1,0 1-1,1-1 1,-1 1-1,0-1 1,0 1-1,-1-1 1,1 1-1,0 0 1,0-1-1,-1 1 1,1 0-1,-1 0 1,1 0-1,-1 0 1,1 0-1,-1 0 1,0 1-1,1-1 1,-3 0-1,-3-2 26,0 1-1,0 0 0,0 0 1,0 1-1,0-1 0,-1 2 1,1-1-1,-13 1 0,3 2 7,-1 1 0,0 1-1,1 1 1,0 0 0,0 1-1,1 0 1,-1 2 0,2 0-1,-1 1 1,1 0 0,-24 20-1,30-22-30,1 1-1,-1 0 0,1 0 0,1 1 1,-1 0-1,2 1 0,-1-1 1,1 1-1,1 0 0,-1 1 1,2 0-1,0-1 0,0 1 1,1 1-1,0-1 0,1 0 0,0 1 1,1-1-1,0 14 0,2-17-11,0 0-1,0 0 0,1 0 0,0 0 0,1-1 0,-1 1 1,2-1-1,-1 1 0,1-1 0,0 0 0,0 0 1,1-1-1,0 1 0,0-1 0,1 0 0,0 0 0,0-1 1,0 0-1,0 0 0,1 0 0,0-1 0,11 5 1,2 1-29,0-1 0,1-1 0,0-1 1,1-1-1,0 0 0,-1-2 1,25 2-1,-18-4 1,0-1-1,0-1 1,0-1-1,0-2 1,0-1 0,32-8-1,-41 7 61,-1-1 0,1-1-1,-1-1 1,-1 0 0,0-2-1,0 0 1,0 0 0,-2-2 0,27-24-1,31-47 369,-49 53 59,39-39 0,-55 62-359,0 0 0,0 1 0,1-1 0,0 2 0,0-1-1,0 1 1,1 1 0,0-1 0,18-4 0,-21 8-41,1 0 0,0 0 0,-1 1 0,1 0 0,-1 1 0,1 0-1,0 0 1,-1 1 0,1-1 0,-1 1 0,0 1 0,0 0 0,0 0 0,0 0 0,0 1 0,-1 0 0,1 0 0,-1 1 0,0-1 0,-1 2-1,1-1 1,-1 0 0,0 1 0,0 0 0,4 7 0,-6-7-14,1 0 0,-2 0 0,1 0 0,-1 0 0,0 0 0,0 1 0,0-1 0,-1 1 0,0 0 0,0-1 0,-1 1 0,0 8 0,-1-4 6,-1 1 1,0-1 0,-1 0 0,0 0-1,0-1 1,-9 19 0,0-7-6,-1 0 0,-1 0 1,-1-2-1,0 0 0,-34 33 1,13-20-206,-3-1 1,-70 46 0,-92 38-3287,183-106 2885,-23 8-3133,30-18 1464,21-11-718,23-11-1595,7-3-2433</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4.909"/>
    </inkml:context>
    <inkml:brush xml:id="br0">
      <inkml:brushProperty name="width" value="0.035" units="cm"/>
      <inkml:brushProperty name="height" value="0.035" units="cm"/>
    </inkml:brush>
  </inkml:definitions>
  <inkml:trace contextRef="#ctx0" brushRef="#br0">201 0 11749,'-25'60'2252,"-1"-23"-184,10 3 81,-28 55 1459,22-44-2184,-1 9-236,1 0-224,9 9-208,4-1-212,9 1-480,9-1-600,-2-5-296,5-6-564,8-2-692,2-4-412,-10-2-749,14-9-1487,2 3-3709</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5.067"/>
    </inkml:context>
    <inkml:brush xml:id="br0">
      <inkml:brushProperty name="width" value="0.035" units="cm"/>
      <inkml:brushProperty name="height" value="0.035" units="cm"/>
    </inkml:brush>
  </inkml:definitions>
  <inkml:trace contextRef="#ctx0" brushRef="#br0">35 341 11137,'-25'3'2460,"15"-9"-272,20-20-135,22-11-197,15 14-348,10 3-372,26-3-224,19 0-568,12-2-492,10-7-656,12 1-868,7-3-764,3-1-3093,13 7-4492</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8.993"/>
    </inkml:context>
    <inkml:brush xml:id="br0">
      <inkml:brushProperty name="width" value="0.035" units="cm"/>
      <inkml:brushProperty name="height" value="0.035" units="cm"/>
    </inkml:brush>
  </inkml:definitions>
  <inkml:trace contextRef="#ctx0" brushRef="#br0">0 372 6765,'0'-1'70,"0"0"1,0 1-1,0-1 1,0 0-1,0 1 1,1-1-1,-1 1 1,0-1-1,0 0 1,1 1-1,-1-1 1,0 1 0,1-1-1,-1 1 1,0-1-1,1 1 1,-1-1-1,1 1 1,-1-1-1,1 1 1,-1-1-1,1 1 1,-1 0-1,1-1 1,-1 1 0,1 0-1,-1-1 1,1 1-1,0 0 1,-1 0-1,1 0 1,0 0-1,-1 0 1,1 0-1,0-1 1,-1 1-1,1 1 1,-1-1-1,1 0 1,0 0 0,-1 0-1,1 0 1,0 0-1,0 1 1,1-1 47,1 0 0,-1 1 0,1-1 1,-1 0-1,0-1 0,1 1 0,-1 0 1,0-1-1,1 1 0,-1-1 0,4-2 1,592-303 5488,-581 296-5540,-6 4 169,0-1 0,1 2 0,0 0 0,13-5 0,-23 10-168,0-1 0,0 0 0,0 1 0,0-1 0,1 1 0,-1 0 0,0 0 0,0 0 0,0 0 0,1 0 0,-1 0 0,0 1 0,0-1 0,0 1 0,0-1 0,1 1 0,-1 0 0,0 0 0,0 0 0,0 0 0,-1 0 0,1 0 0,0 0 0,0 1 0,-1-1 0,1 1 0,-1-1 0,1 1 0,-1 0 0,2 2 0,12 26 521,-2 0 0,-1 0 1,-2 1-1,9 39 0,3 12 427,-20-75-952,71 210 1559,-54-169-1532,1-2 0,41 66 0,-32-65-836,-8-10-281,34 42 0,-46-67-253,1-1 1,18 15-1,-21-20 23,0-1 0,1 0 0,0 0 0,0 0-1,9 3 1,17 4-7832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9.336"/>
    </inkml:context>
    <inkml:brush xml:id="br0">
      <inkml:brushProperty name="width" value="0.035" units="cm"/>
      <inkml:brushProperty name="height" value="0.035" units="cm"/>
    </inkml:brush>
  </inkml:definitions>
  <inkml:trace contextRef="#ctx0" brushRef="#br0">0 586 9077,'6'-11'267,"-2"3"-35,0 0 1,1 1-1,-1 0 1,1 0 0,1 1-1,-1-1 1,1 1 0,0 0-1,0 1 1,1-1-1,10-5 1,70-41 1710,2 4 0,181-68 0,-259 112-1823,0 1 0,0 0 0,1 0 0,-1 1 0,1 1-1,-1 0 1,1 1 0,18 1 0,-24 0-32,0 0 0,0 1 1,0-1-1,-1 1 0,1 1 0,0-1 1,-1 1-1,0 0 0,0 0 1,1 0-1,-2 1 0,1 0 0,0 0 1,-1 0-1,0 0 0,0 1 0,0 0 1,4 6-1,5 11 209,-1 1 0,9 26-1,-11-25-96,2 0-1,14 24 0,-22-41-169,1 0 1,0-1-1,0 0 1,1 0-1,0 0 1,0 0-1,0-1 0,0 0 1,1-1-1,14 8 1,-4-5-11,0-1 0,0-1 0,1 0 0,-1-1 1,1-1-1,0-1 0,0-1 0,0 0 0,0-1 1,0-1-1,0-1 0,0 0 0,-1-2 0,34-10 1,-31 8-17,-1-1 1,0-1 0,-1-1-1,0-1 1,-1 0 0,0-1 0,0-1-1,-1-1 1,-1 0 0,0-1-1,0 0 1,-2-2 0,13-17-1,-21 26-6,-1 0 0,0-1 0,0 0 0,0 0 0,-1 0 0,0 0 0,-1 0 0,0 0 0,0-1 0,-1 1 0,0-1 0,0 1 0,-1-1 0,0 1 0,-1-1 0,0 0 0,0 1 0,-1-1 0,0 1 0,0 0 0,-1 0 0,-5-10 0,2 6-1,0 0 1,-2 0 0,1 1 0,-1 0-1,-1 1 1,0 0 0,0 0 0,-1 1 0,-1 0-1,1 1 1,-1 0 0,-1 1 0,-18-10-1,-1 3 12,0 2 0,-1 0 0,0 3 0,-47-9-1,55 14-508,0 1-1,-1 1 0,1 1 0,0 2 0,0 0 0,-43 8 0,19 8-7295,26-8-795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9.558"/>
    </inkml:context>
    <inkml:brush xml:id="br0">
      <inkml:brushProperty name="width" value="0.035" units="cm"/>
      <inkml:brushProperty name="height" value="0.035" units="cm"/>
    </inkml:brush>
  </inkml:definitions>
  <inkml:trace contextRef="#ctx0" brushRef="#br0">29 464 10725,'-28'-9'2712,"31"-11"-48,3 6-207,-6-6-377,3 0-372,4-6-340,15-17-264,13 9-244,12 0-584,11 2-696,5-2-424,10-3-768,3-3-800,1 3-852,8 2-1893,10 7-4104</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9.891"/>
    </inkml:context>
    <inkml:brush xml:id="br0">
      <inkml:brushProperty name="width" value="0.035" units="cm"/>
      <inkml:brushProperty name="height" value="0.035" units="cm"/>
    </inkml:brush>
  </inkml:definitions>
  <inkml:trace contextRef="#ctx0" brushRef="#br0">1 156 8301,'9'-10'326,"0"-2"214,1 0-1,0 1 1,1 0 0,0 1-1,17-12 1,-1 4 2416,48-26-1,-73 44-2892,-1-1 0,0 0-1,0 0 1,1 1-1,-1-1 1,1 1 0,-1-1-1,0 1 1,1 0 0,-1 0-1,1-1 1,-1 1-1,1 0 1,-1 0 0,0 0-1,1 0 1,-1 1 0,1-1-1,-1 0 1,1 1 0,-1-1-1,0 1 1,1-1-1,-1 1 1,0 0 0,0-1-1,1 1 1,-1 0 0,0 0-1,0 0 1,0 0-1,0 0 1,0 0 0,0 0-1,0 0 1,0 0 0,0 1-1,-1-1 1,1 0 0,-1 0-1,1 1 1,-1-1-1,1 3 1,2 6 111,-1 0-1,0 1 1,-1-1-1,0 21 1,0-7 61,1-12-167,1 0-1,0-1 0,1 1 1,0-1-1,1 1 0,0-1 1,1 0-1,0-1 0,1 0 0,0 0 1,1 0-1,0-1 0,0 0 1,1 0-1,10 7 0,15 9-10,1-1 1,1-2-1,41 19 0,-48-27-42,0 1 0,-1 1 0,0 2 1,38 33-1,-63-48-16,1 0 0,-1 1 0,0 0 1,0-1-1,0 1 0,-1 0 0,1 1 0,-1-1 0,0 0 1,0 1-1,0-1 0,-1 1 0,0 0 0,1-1 1,-2 1-1,1 0 0,0 0 0,-1 0 0,0-1 0,0 1 1,-1 0-1,1 0 0,-1 0 0,0-1 0,-1 1 0,1 0 1,-1-1-1,1 1 0,-1-1 0,-4 6 0,-3 5 4,-1-1 0,-1 0-1,0-1 1,0-1-1,-1 1 1,-27 19-1,-242 153-177,249-166 10,20-11-2448,30-20 361,54-42-5157,-29 23-2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0.188"/>
    </inkml:context>
    <inkml:brush xml:id="br0">
      <inkml:brushProperty name="width" value="0.035" units="cm"/>
      <inkml:brushProperty name="height" value="0.035" units="cm"/>
    </inkml:brush>
  </inkml:definitions>
  <inkml:trace contextRef="#ctx0" brushRef="#br0">150 188 6957,'0'0'5439,"0"2"-3854,0 10-906,-1 44 1518,3-1 1,12 74-1,-11-111-2079,1-1-1,1 1 0,0-1 1,1-1-1,1 1 1,1-1-1,0 0 0,1-1 1,1 0-1,0 0 0,21 22 1,-20-28-92,-1 0 0,1 0 0,1-1 0,0 0 1,0-1-1,0-1 0,1 0 0,0 0 0,0-1 1,0-1-1,1 0 0,-1-1 0,1 0 0,0-1 0,0-1 1,23 0-1,-22-2-20,1 0 0,0-1 0,-1 0 0,1-1 0,-1-1 0,0-1 0,0 0 0,-1-1 0,1 0 0,-1-1 0,0-1 0,-1 0 0,0-1-1,21-19 1,-29 24-5,0-1-1,0 0 0,-1 0 0,0 0 0,0 0 0,0-1 0,-1 0 0,1 0 0,-1 0 0,-1 0 1,1 0-1,-1 0 0,0-1 0,-1 1 0,1-1 0,-1 0 0,-1 1 0,1-1 0,-1 0 0,0 1 1,-1-1-1,1 0 0,-2 1 0,1-1 0,0 1 0,-5-12 0,2 6 1,-3-9 1,0 0 1,-1 1-1,0 0 0,-2 0 1,-1 1-1,0 1 0,-26-32 0,12 22-104,-2 1-1,-1 1 0,-1 1 0,-1 2 0,-1 1 1,-1 2-1,-1 0 0,0 3 0,-2 1 0,-71-24 1,89 36-777,0 0 0,-1 1 1,1 1-1,-1 1 0,0 0 1,1 1-1,-1 1 0,0 1 0,-22 5 1,25-5-324,6 0-317,0-1 0,0 2 0,0-1 0,0 1 0,-14 7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0.840"/>
    </inkml:context>
    <inkml:brush xml:id="br0">
      <inkml:brushProperty name="width" value="0.035" units="cm"/>
      <inkml:brushProperty name="height" value="0.035" units="cm"/>
    </inkml:brush>
  </inkml:definitions>
  <inkml:trace contextRef="#ctx0" brushRef="#br0">3314 574 5717,'-9'-8'458,"0"-1"0,1 0 1,0 0-1,0-1 1,-8-14-1,15 23-340,0-1-1,-1 0 0,1 0 1,0 0-1,-1 1 0,1-1 0,-1 1 1,0-1-1,1 1 0,-1 0 1,0-1-1,0 1 0,0 0 0,0 0 1,-4-1-1,-7-4 311,-17-11 143,-1 1 0,-1 1 0,-1 2 0,0 1 0,-1 2 0,0 1 0,0 2 0,-69-6 0,63 12-362,0 1 0,0 3 0,0 1 0,-73 17 0,58-6-28,0 3 0,-94 45 0,31 1 42,4 5-1,-124 97 1,50-19 41,7 9 1,6 6-1,8 9 1,8 6 0,7 7-1,-221 353 0,137-92 144,185-327-234,-67 235 1,104-296-130,3 0 0,2 0 1,-3 87-1,12-114-23,1 0-1,1 0 1,2 0-1,1 0 0,1-1 1,1 0-1,2 0 1,19 42-1,-22-58-4,1 0-1,1-1 1,0 0-1,0 0 1,2-1-1,-1 0 1,1-1-1,1 0 1,0 0-1,13 8 1,-8-8 5,0-1 1,0 0-1,1-1 0,0-1 1,0-1-1,1-1 0,20 5 1,5-4 2,1-2 1,0-2-1,-1-1 1,1-3 0,-1-1-1,45-10 1,72-17 54,238-79 1,144-92 4,178-130-78,-25-53 48,-534 290-29,814-508 222,-803 481-185,-5-7 1,-6-7-1,204-222 1,-298 281-23,113-170 1,-156 207-25,-1-2 0,-3 0-1,-1-1 1,-2 0 0,-2-2 0,17-77-1,-29 99-10,0 1-1,-2-1 0,-1 0 0,0 1 1,-2-1-1,0 0 0,-2 1 0,0 0 0,-1 0 1,-1 0-1,-1 1 0,-15-30 0,9 24-1,-2 2-1,0 0 1,-2 0-1,-1 2 0,-1 0 1,0 1-1,-2 1 1,-42-33-1,14 20-19,-1 2-1,-1 2 0,-1 2 1,-1 3-1,-2 2 1,-61-16-1,-5 7-196,-226-28 1,150 40-450,-242 9 1,37 36-796,-188 49-1843,178 7-1931,65 9-2757</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1.170"/>
    </inkml:context>
    <inkml:brush xml:id="br0">
      <inkml:brushProperty name="width" value="0.035" units="cm"/>
      <inkml:brushProperty name="height" value="0.035" units="cm"/>
    </inkml:brush>
  </inkml:definitions>
  <inkml:trace contextRef="#ctx0" brushRef="#br0">23 27 12085,'-23'0'1588,"36"-9"-508,-3-2 532,2 5-14993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5.231"/>
    </inkml:context>
    <inkml:brush xml:id="br0">
      <inkml:brushProperty name="width" value="0.035" units="cm"/>
      <inkml:brushProperty name="height" value="0.035" units="cm"/>
    </inkml:brush>
  </inkml:definitions>
  <inkml:trace contextRef="#ctx0" brushRef="#br0">314 46 8633,'-21'-27'6966,"9"11"-4854,10 14 98,-13 14 85,6-3-1828,0 0 1,1 1-1,0 0 0,0 0 0,1 1 1,1-1-1,-1 2 0,-6 18 0,-32 103 1370,40-118-1661,-19 67 524,-52 194 774,63-217-1287,3 0 0,-5 104 0,15-143-263,1 0-1,0 0 1,1 0 0,2 0 0,0 0 0,8 23-1,-8-31-96,1-1-1,0 0 0,1-1 0,0 1 1,0-1-1,1 0 0,1-1 1,-1 1-1,1-2 0,1 1 0,16 12 1,-5-8-279,0-1 0,0-1 0,1 0 1,1-2-1,0-1 0,0 0 1,39 7-1,-17-7-557,0-3-1,1-1 1,50-2 0,206-29-7890,-134 6-118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5.763"/>
    </inkml:context>
    <inkml:brush xml:id="br0">
      <inkml:brushProperty name="width" value="0.035" units="cm"/>
      <inkml:brushProperty name="height" value="0.035" units="cm"/>
    </inkml:brush>
  </inkml:definitions>
  <inkml:trace contextRef="#ctx0" brushRef="#br0">97 236 6737,'3'-15'1980,"-3"12"-61,-17-10 1881,12 6 196,5 2-3781,1 1 0,-1 0 0,1-1 1,0 1-1,1-1 0,-1 1 0,1 0 0,-1 0 1,1 0-1,0 0 0,1 0 0,-1 0 1,1 0-1,0 1 0,0 0 0,0-1 0,0 1 1,0 0-1,5-3 0,8-8 172,1 1 1,0 0-1,1 1 1,1 1-1,0 1 0,0 1 1,28-10-1,-38 16-339,0 0 0,1 0 0,0 1 0,0 0 0,-1 1 0,1 0 0,0 1 0,0 0 0,0 0 0,0 1 0,0 0 1,0 1-1,-1 0 0,1 1 0,-1 0 0,1 0 0,14 9 0,-20-10-52,0 1 0,0 0 1,0-1-1,-1 1 0,0 1 1,1-1-1,-1 0 0,0 1 0,-1 0 1,1-1-1,-1 1 0,1 0 1,-1 1-1,-1-1 0,1 0 0,0 0 1,-1 1-1,0-1 0,0 1 1,0-1-1,-1 1 0,1 0 1,-1 6-1,-2 8-94,-1 0 0,0-1 1,-1 1-1,-10 26 1,0 2-176,10-31 159,1 0 0,0-1 0,1 1 0,1 27 0,1-35 85,1-1 0,0 0 0,0 1-1,1-1 1,0 0 0,0 0-1,1 0 1,0-1 0,0 1-1,0 0 1,1-1 0,6 8 0,37 41-308,-34-43 238,-1 1 0,-1 1-1,-1 0 1,0 0 0,0 1 0,7 16 0,-16-28 85,-1 1 0,1-1 0,0 0 1,-1 1-1,0-1 0,0 0 0,0 1 0,0-1 1,0 0-1,-1 1 0,1-1 0,-1 0 0,0 1 1,0-1-1,0 0 0,0 0 0,-1 0 0,1 0 1,-4 3-1,1 1-2,-1 0 0,0 0 0,0-1 0,0 0 0,-1 0 0,-12 9 0,-7 1 3,0 0 1,-1-2-1,-1-1 1,0-1 0,-1-1-1,-30 7 1,-179 32-669,153-35-385,80-14 662,0-1 1,-1 1 0,1-1 0,-1 0 0,1 0 0,-1-1-1,-6-1 1,10 2 279,1 0-1,-1 0 0,1 0 1,-1 0-1,1-1 0,-1 1 1,1 0-1,-1 0 0,1-1 1,-1 1-1,1 0 0,-1-1 1,1 1-1,-1-1 0,1 1 1,-1 0-1,1-1 1,0 1-1,-1-1 0,1 1 1,0-1-1,-1 0 0,1 0-115,0 0 1,1 0-1,-1 0 0,0 0 0,0 0 1,0 0-1,1 0 0,-1 1 0,0-1 1,1 0-1,-1 0 0,1 0 0,-1 1 1,1-1-1,-1 0 0,1 0 0,-1 1 1,1-1-1,1 0 0,26-24-7535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6.303"/>
    </inkml:context>
    <inkml:brush xml:id="br0">
      <inkml:brushProperty name="width" value="0.035" units="cm"/>
      <inkml:brushProperty name="height" value="0.035" units="cm"/>
    </inkml:brush>
  </inkml:definitions>
  <inkml:trace contextRef="#ctx0" brushRef="#br0">1 307 10837,'0'0'5872,"0"3"-4330,6 79 2262,17 44-2360,-11-69-849,-8-35-473,1 0 0,1 0 0,1 0 1,1-1-1,18 35 0,-22-49-136,0 1 1,1-2-1,0 1 1,0-1-1,1 1 1,0-1-1,0-1 1,0 1-1,0-1 1,1 0-1,0-1 0,0 1 1,1-2-1,-1 1 1,1-1-1,-1 0 1,1 0-1,15 2 1,-20-4 8,0-1 1,-1 0-1,1 1 1,0-1 0,0-1-1,-1 1 1,1 0-1,0-1 1,-1 1 0,1-1-1,-1 0 1,1 0-1,0 0 1,-1 0-1,0 0 1,1-1 0,-1 1-1,0-1 1,1 1-1,-1-1 1,0 0 0,0 0-1,-1 0 1,1 0-1,0 0 1,-1 0 0,1 0-1,-1-1 1,0 1-1,1-1 1,-1 1 0,0-1-1,-1 1 1,2-5-1,2-9 3,-1 1-1,-1 0 1,0-1-1,-2-27 1,-7-82-110,3 91 129,2 0 0,1-1-1,1 1 1,2 0 0,8-43 0,-6 65 10,0 0 1,1 0-1,0 1 1,1 0 0,0 0-1,1 0 1,0 1-1,1 0 1,0 0 0,0 1-1,1 0 1,0 0 0,1 1-1,18-12 1,-19 14-9,0 0-1,0 1 1,1 0 0,-1 1 0,1 0-1,0 0 1,1 1 0,-1 0 0,0 1-1,1 0 1,-1 1 0,1 0 0,0 1 0,-1 0-1,1 0 1,0 1 0,18 5 0,-24-5-9,-1 1-1,0-1 1,0 1 0,0 0 0,0 1 0,0-1 0,0 1 0,0-1 0,-1 1-1,1 0 1,-1 0 0,0 1 0,0-1 0,0 1 0,4 6 0,-4-3 31,1 0 0,-2 0 0,1 0 0,-1 1 0,0-1 0,0 1 0,-1-1 0,1 13 0,-2 6 100,-1-1 0,-1 1 0,-1-1 0,-11 39 0,0-8 83,-16 81 194,28-123-357,0 1-1,1-1 0,1 1 1,1 0-1,0-1 0,1 1 1,4 18-1,-4-27-28,0-1 0,0 1 0,0-1-1,1 0 1,-1 0 0,1 0 0,1 0 0,-1 0 0,1-1-1,-1 1 1,1-1 0,1 0 0,-1 0 0,7 5 0,-3-4-2,1-1 1,-1 0-1,1 0 1,-1 0 0,1-1-1,0-1 1,0 1 0,13 0-1,2 0 41,1-2 1,0-1-1,0-1 0,0-1 0,47-10 0,-47 6-5,-1 0-1,1-2 0,-1 0 0,-1-2 1,1-1-1,39-24 0,-54 29-51,-1-1 0,1 0 0,-1 0 0,0 0 0,-1-1 0,0-1 0,0 1 0,0-1 0,-1 0-1,-1 0 1,0-1 0,0 1 0,-1-1 0,0-1 0,0 1 0,-1 0 0,-1-1 0,0 0 0,2-16 0,-3 10-9,-1 1 0,-1-1 0,0 1 0,-1-1 1,-1 1-1,0 0 0,-1 0 0,-1 0 0,0 0 0,-2 1 1,-14-28-1,-1 11-200,-2 0 1,-1 2-1,-2 0 1,-55-46-1,59 57-615,-1 2-1,-1 0 0,0 2 0,-28-13 0,48 26 248,-49-19-2375,16 17-5098,17 10-1895</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6.631"/>
    </inkml:context>
    <inkml:brush xml:id="br0">
      <inkml:brushProperty name="width" value="0.035" units="cm"/>
      <inkml:brushProperty name="height" value="0.035" units="cm"/>
    </inkml:brush>
  </inkml:definitions>
  <inkml:trace contextRef="#ctx0" brushRef="#br0">1242 52 11997,'-11'-13'1114,"7"8"-335,1 1 0,-1-1 0,1 1 0,0-1 0,-4-11 4990,11 32-2048,9 7-2670,-7-13-370,20 39 198,-1 0 0,34 105 0,-49-122-607,-3 1 0,0 0-1,-3 1 1,0 0 0,-2-1-1,-3 40 1,-4-21-473,-1 0 0,-3-1 0,-2-1 0,-3 0 0,-19 49 0,7-36-491,-3-1 0,-2-2 1,-55 79-1,27-60-161,-2-2 0,-5-3 1,-2-3-1,-3-3 0,-116 85 0,108-97-1546,-109 57-1,1-19-4113,30-21-2868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2.402"/>
    </inkml:context>
    <inkml:brush xml:id="br0">
      <inkml:brushProperty name="width" value="0.035" units="cm"/>
      <inkml:brushProperty name="height" value="0.035" units="cm"/>
    </inkml:brush>
  </inkml:definitions>
  <inkml:trace contextRef="#ctx0" brushRef="#br0">439 111 6229,'-1'-2'267,"1"-1"0,-1 0 0,0 1 0,1-1 1,-1 1-1,0-1 0,-1 1 0,1-1 0,0 1 0,-1 0 1,1 0-1,-1-1 0,0 1 0,0 0 0,0 0 1,0 1-1,0-1 0,0 0 0,-5-2 0,7 3-108,0 0 0,0 1-1,0-1 1,0 0 0,0 0-1,0 0 1,0 0-1,0 0 1,0 0 0,0 0-1,0 0 1,1 0 0,-1 0-1,0 0 1,1 0-1,-1 0 1,1-1 0,0 2 117,-1-3 332,1 1 0,-1 0 0,0-1 0,0 1 0,0 0-1,0-1 1,0 1 0,0 0 0,-2-5 0,0-11 1173,-19 23-2,9-1-1379,1 1 0,0 1 1,1 0-1,-1 0 0,-15 14 0,-48 46 1073,53-46-1146,-3 2-106,1 1 1,2 0-1,0 2 1,2 0-1,0 2 1,2 0-1,1 1 0,-15 37 1,27-54-207,0 1 1,1-1 0,0 1-1,1-1 1,1 1 0,0 0-1,0-1 1,1 1 0,1 0-1,0 0 1,0-1 0,1 1-1,5 14 1,-3-13-191,2 0 0,0 0 1,0-1-1,1 1 0,1-2 0,0 1 0,1-1 1,0 0-1,19 18 0,-4-10-561,0 0 0,1-2 0,1-1-1,0-1 1,1-1 0,1-2 0,0-1 0,0 0 0,51 10 0,151 11-8453,-100-20-285</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2.826"/>
    </inkml:context>
    <inkml:brush xml:id="br0">
      <inkml:brushProperty name="width" value="0.035" units="cm"/>
      <inkml:brushProperty name="height" value="0.035" units="cm"/>
    </inkml:brush>
  </inkml:definitions>
  <inkml:trace contextRef="#ctx0" brushRef="#br0">45 72 7249,'-14'-5'779,"-2"0"346,2 3 7714,30-6-7474,-2-1-833,-5 4-295,0-1 1,1 2-1,-1-1 1,1 1-1,0 0 1,0 1-1,0 0 0,0 1 1,13-1-1,17 0 2,0 3-1,1 1 0,-1 2 1,0 2-1,39 9 1,-74-13-184,0 0 1,-1 1-1,0-1 1,1 1-1,-1 0 1,0 0-1,0 0 1,0 0 0,0 1-1,0 0 1,0-1-1,-1 1 1,1 1-1,-1-1 1,0 1 0,0-1-1,0 1 1,-1 0-1,1 0 1,3 8-1,-5-7 33,1 0-1,-1 1 0,0-1 0,0 0 1,-1 1-1,0-1 0,0 1 0,0-1 1,0 0-1,-1 1 0,0-1 1,0 1-1,-1-1 0,1 0 0,-1 0 1,0 0-1,-4 6 0,-46 85 789,24-46-461,-41 98 0,63-131-914,0 1 0,2 0 1,0 0-1,0 1 0,2-1 0,0 0 0,2 1 0,0-1 1,4 35-1,-2-45-168,0-1 0,0 1-1,1-1 1,0 0 0,8 13 0,7 19-7959,-12-19 1090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3.013"/>
    </inkml:context>
    <inkml:brush xml:id="br0">
      <inkml:brushProperty name="width" value="0.035" units="cm"/>
      <inkml:brushProperty name="height" value="0.035" units="cm"/>
    </inkml:brush>
  </inkml:definitions>
  <inkml:trace contextRef="#ctx0" brushRef="#br0">1 212 8929,'44'-31'2036,"-9"11"-328,0 3-232,3 3-292,3 2-204,7-2-403,6 2-421,3 1-500,7 0-405,5-1-219,-5 4-148,-1 2-184,-9-3-88,-3-2-240,-9-1-1192,-4 1-929</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3.486"/>
    </inkml:context>
    <inkml:brush xml:id="br0">
      <inkml:brushProperty name="width" value="0.035" units="cm"/>
      <inkml:brushProperty name="height" value="0.035" units="cm"/>
    </inkml:brush>
  </inkml:definitions>
  <inkml:trace contextRef="#ctx0" brushRef="#br0">138 168 7321,'-2'-1'255,"1"-1"0,-1 1 0,1 0-1,-1-1 1,0 1 0,1 0 0,-1 0 0,0 0 0,0 1 0,1-1 0,-1 0 0,0 1 0,0-1 0,0 1 0,0-1 0,0 1 0,0 0 0,0 0 0,0 0 0,0 0 0,-4 1-1,-1-1 3,4 0 1253,-25 12 2395,25-10-3632,-1 1-1,1 0 1,0 0 0,0 0-1,0 1 1,0-1 0,0 1-1,1-1 1,-1 1-1,1 0 1,0 0 0,0 0-1,-2 8 1,0 2 251,0 0-1,-3 28 1,7-34-477,0 0 1,0 0 0,0 0-1,1 1 1,1-1 0,-1 0-1,1 0 1,1-1-1,-1 1 1,1 0 0,1-1-1,0 1 1,0-1 0,0 0-1,0 0 1,1-1-1,1 1 1,-1-1 0,1 0-1,0-1 1,0 1 0,0-1-1,1-1 1,12 8-1,-9-6-119,-1-1 1,0-1-1,1 1 0,0-2 0,0 1 0,0-1 0,1-1 0,-1 0 0,0 0 0,1-1 1,0 0-1,-1-1 0,1-1 0,-1 1 0,1-1 0,-1-1 0,1 0 0,18-7 1,-21 6 42,0-2 1,0 1-1,-1-1 1,0 0 0,0 0-1,0-1 1,0 0 0,-1 0-1,0-1 1,0 0 0,6-10-1,3-8-18,-1 0 1,13-32-1,-14 28 21,18-29 0,-21 42 17,0 2-1,2-1 0,-1 1 0,2 1 0,0 0 0,0 1 0,2 0 0,27-17 0,-32 23 19,1 0 1,0 0 0,0 2-1,1-1 1,-1 2 0,1-1-1,0 1 1,0 1-1,0 0 1,0 1 0,0 0-1,0 1 1,0 1 0,14 1-1,-22-1 5,0-1-1,-1 1 1,1 0-1,0 0 1,0 0 0,-1 1-1,1-1 1,-1 1-1,1 0 1,-1 0-1,0 0 1,0 0 0,0 1-1,0-1 1,0 1-1,0 0 1,-1 0-1,1 0 1,-1 0 0,0 0-1,0 0 1,0 1-1,0-1 1,-1 1-1,1 0 1,-1-1 0,0 1-1,0 0 1,0 0-1,-1-1 1,1 1 0,-1 7-1,0 10 106,-2-1 0,0 1-1,-1-1 1,-12 40 0,7-31-48,4-14-18,1 0 0,0 0 0,1 0 0,1 1 0,0-1 0,2 18 0,0-26-33,1 0-1,-1 0 1,1-1-1,0 1 1,1 0-1,-1-1 1,1 0-1,0 1 1,1-1-1,0 0 1,0-1-1,0 1 1,1-1-1,-1 1 1,11 7-1,-5-5-14,2-1 0,-1 0 0,1 0 0,0-1 0,0-1 0,1 0 0,0-1 0,0 0 0,0-1 0,22 3 0,15-1 45,72-1 1,-101-4-40,1-2 0,0 0 0,-1-1 0,1-1 1,32-11-1,-46 12-7,-1 1 0,1-1 1,-1-1-1,1 1 1,-1-1-1,0-1 0,-1 1 1,1-1-1,-1 0 0,0 0 1,0-1-1,0 0 0,-1 0 1,0-1-1,0 1 1,-1-1-1,0 0 0,4-8 1,-6 8-9,-1-1 0,1 0 0,-1 0 0,-1 0 0,0 0 0,0 0 0,0 0 0,-1 0 0,0 0 1,-1 0-1,0 1 0,0-1 0,-4-9 0,-2-4 10,-1 0 0,-1 1 0,-19-29 1,13 27-265,-1 0 1,-1 1 0,0 1-1,-2 0 1,-1 2 0,0 0-1,-1 2 1,-1 0-1,0 1 1,-1 2 0,-1 0-1,-39-14 1,53 24-428,0 0-1,1 1 1,-1 0 0,-13-1 0,-18 6-6071,23 2-2140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4.041"/>
    </inkml:context>
    <inkml:brush xml:id="br0">
      <inkml:brushProperty name="width" value="0.035" units="cm"/>
      <inkml:brushProperty name="height" value="0.035" units="cm"/>
    </inkml:brush>
  </inkml:definitions>
  <inkml:trace contextRef="#ctx0" brushRef="#br0">855 9 8577,'12'-9'11913,"-11"13"-10618,10 49 595,3 0 0,28 69 0,-20-62-1244,20 87-1,-35-112-577,-2 2 1,-1-1-1,-2 0 0,-1 1 1,-2-1-1,-2 1 1,-1-1-1,-1 0 0,-3 0 1,-1-1-1,-1 0 0,-29 64 1,13-48-759,-1-1 1,-4-1 0,-1-2 0,-2-1 0,-2-2-1,-2-1 1,-2-2 0,-2-2 0,-1-2-1,-2-1 1,-1-3 0,-69 38 0,-136 54-7903,118-75-507</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0.702"/>
    </inkml:context>
    <inkml:brush xml:id="br0">
      <inkml:brushProperty name="width" value="0.035" units="cm"/>
      <inkml:brushProperty name="height" value="0.035" units="cm"/>
    </inkml:brush>
  </inkml:definitions>
  <inkml:trace contextRef="#ctx0" brushRef="#br0">171 81 4512,'0'0'3023,"-4"0"-2067,-23 7 743,20-6-1184,-1 0 0,0 1 1,0 0-1,1 0 0,-1 1 0,1 0 0,0 0 1,0 1-1,-13 8 0,-25 22 3459,45-34-3936,-1 0-1,1 1 0,-1-1 1,1 0-1,-1 1 1,1-1-1,-1 1 0,1-1 1,0 1-1,-1-1 0,1 1 1,0-1-1,-1 1 0,1-1 1,0 1-1,0-1 0,-1 1 1,1-1-1,0 1 0,0 0 1,0-1-1,0 1 1,0-1-1,0 1 0,0 0 1,0-1-1,0 1 0,0-1 1,0 1-1,0-1 0,0 1 1,1 0-1,-1-1 0,0 1 1,0-1-1,1 1 0,-1-1 1,0 1-1,1-1 1,-1 1-1,0-1 0,1 1 1,-1-1-1,1 0 0,-1 1 1,1-1-1,-1 0 0,1 1 1,-1-1-1,1 0 0,-1 1 1,1-1-1,-1 0 0,1 0 1,0 0-1,-1 0 1,1 0-1,0 1 0,6 0 101,0 1 0,0-1 1,0 0-1,12-1 0,122-7 413,217-40 0,-319 41-597,231-45-1581,-96 11-2249,-78 15-3812,-58 16 596</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1.214"/>
    </inkml:context>
    <inkml:brush xml:id="br0">
      <inkml:brushProperty name="width" value="0.035" units="cm"/>
      <inkml:brushProperty name="height" value="0.035" units="cm"/>
    </inkml:brush>
  </inkml:definitions>
  <inkml:trace contextRef="#ctx0" brushRef="#br0">26 26 8025,'-16'-26'13008,"17"29"-12312,5 11-103,-2 1 1,0 0-1,0 0 0,-2 0 0,0 0 0,0 17 0,-4 96 8,-1-95-1179,-9 122-3039,1-53-6402,5-66 735</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1.776"/>
    </inkml:context>
    <inkml:brush xml:id="br0">
      <inkml:brushProperty name="width" value="0.035" units="cm"/>
      <inkml:brushProperty name="height" value="0.035" units="cm"/>
    </inkml:brush>
  </inkml:definitions>
  <inkml:trace contextRef="#ctx0" brushRef="#br0">15 128 7393,'-12'3'1250,"9"-6"-24,13-13 1256,-7 11-1825,-1 3 938,-2-1-157,2-2-766,-1 0 0,1-1 0,1 1 0,-1 0 0,1 0 0,4-7 1,1 1-53,1 1 1,0 0-1,13-12 0,-19 21-535,0 0 0,0 0 0,0 0-1,0 0 1,0 1 0,0 0-1,1-1 1,-1 1 0,0 0 0,0 0-1,0 1 1,6 0 0,-4 0 51,12 2 33,0 0 0,0 2 0,-1 0 1,1 1-1,-1 0 0,24 14 0,-13-5-16,-1 2 1,46 37-1,-56-40-111,-1 1 0,0 0 1,-1 1-1,19 27 0,-25-31-27,-3-6-25,-1 1 0,0 0 0,0 0 0,0 0 0,-1 1 0,0-1 0,0 1 0,-1 0-1,0-1 1,0 1 0,-1 0 0,0 0 0,0 0 0,-1 1 0,0-1 0,0 0 0,-1 0 0,0 0 0,-4 12 0,2-10-53,-1 1 0,0-1 0,0 0 1,-1 0-1,-1 0 0,1 0 1,-2-1-1,-9 12 0,-7 1-5,21-20 66,1-5-78,0-1 75,0 0 1,0 1-1,1-1 1,-1 0-1,1 1 1,0-1-1,0 0 1,0 0-1,1 1 1,-1-1-1,1 0 1,0 1-1,0-1 1,0 1-1,3-7 1,3-2 2,0 0 1,1 1 0,9-11 0,6-9-16,105-136-81,-105 141 73,2 1-1,1 1 0,57-40 0,-75 59 40,0 1 0,0-1-1,0 1 1,0 0 0,1 1 0,0 0-1,0 0 1,0 1 0,0 1 0,0-1-1,11 0 1,-15 3 8,-1-1 1,1 0-1,0 1 0,-1 0 1,1 0-1,-1 0 0,1 0 1,-1 1-1,0 0 0,1 0 1,-1 0-1,0 1 0,0-1 1,0 1-1,-1 0 0,1 0 1,-1 0-1,1 0 0,-1 1 1,0-1-1,0 1 0,-1 0 1,3 5-1,4 8 56,-1 0 1,-1 1-1,-1 0 1,0 1-1,-2-1 0,0 1 1,2 24-1,1 135-481,-7-174 374,-6 92-1128,1 1-2426,5-81 1577,0-1 0,2 1 0,0-1 1,4 16-1,5 0-6261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2.101"/>
    </inkml:context>
    <inkml:brush xml:id="br0">
      <inkml:brushProperty name="width" value="0.035" units="cm"/>
      <inkml:brushProperty name="height" value="0.035" units="cm"/>
    </inkml:brush>
  </inkml:definitions>
  <inkml:trace contextRef="#ctx0" brushRef="#br0">19 23 9765,'4'-14'2637,"-16"23"108,4-1 1916,7 13-2809,0-17-1683,1 0 0,0 0 1,0 0-1,0 0 1,1 0-1,-1 0 0,1 0 1,2 6-1,2 8 313,-1 1 0,5 33 1,-7-34-231,1 1 1,9 29-1,-7-30-132,1 0-1,2-1 1,-1 1-1,2-2 1,17 27-1,-21-37-97,-1-1 0,1 0-1,0 0 1,1 0-1,-1-1 1,1 0-1,0 0 1,0 0-1,0-1 1,0 0 0,1 0-1,-1 0 1,1-1-1,0 0 1,-1-1-1,1 1 1,0-1 0,12 0-1,-8 0-9,0-2 1,0 1-1,0-1 0,0-1 0,0 0 1,0-1-1,-1 0 0,1 0 0,-1-1 1,0 0-1,0-1 0,14-9 0,-18 10-2,-1 0 0,0 0-1,0 0 1,0-1-1,-1 0 1,1 0-1,-1 0 1,0 0-1,0-1 1,-1 1-1,0-1 1,0 0 0,0 0-1,-1 0 1,0-1-1,0 1 1,0-1-1,-1 1 1,0-1-1,0 1 1,-1-14-1,-1 7-3,0 0-1,-1 1 1,-1-1-1,0 0 1,-1 1-1,0 0 0,-1 0 1,0 0-1,-1 0 1,0 1-1,-1 0 1,0 0-1,-1 1 0,0 0 1,0 0-1,-20-16 1,18 18-268,0 1-1,0 0 1,-1 0 0,0 1 0,0 1 0,0 0 0,-19-6 0,20 8-515,-1 1 0,0 0 0,0 0 0,0 1 0,0 1 0,0-1 0,0 2 1,-21 3-1,5 6-4945,15 1-3460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2.990"/>
    </inkml:context>
    <inkml:brush xml:id="br0">
      <inkml:brushProperty name="width" value="0.035" units="cm"/>
      <inkml:brushProperty name="height" value="0.035" units="cm"/>
    </inkml:brush>
  </inkml:definitions>
  <inkml:trace contextRef="#ctx0" brushRef="#br0">517 999 8381,'10'-36'2242,"-7"29"1626,-3 4-2234,1-2-1406,-1 0 0,0 0-1,-1 0 1,1 0-1,-1 0 1,0 0-1,0 0 1,0 0 0,-1 0-1,1 0 1,-1 1-1,0-1 1,-1 1-1,1-1 1,-1 1 0,0 0-1,0 0 1,0 0-1,-1 1 1,1-1-1,-1 1 1,0-1-1,0 1 1,0 1 0,0-1-1,-8-3 1,3 1-100,-1 0 1,0 0-1,-1 1 0,1 1 1,-1 0-1,0 0 1,0 1-1,1 0 1,-1 1-1,0 0 0,-21 2 1,14 2-73,1 0 0,-1 1 1,1 0-1,0 2 0,0 0 1,1 1-1,-1 0 0,2 1 1,-1 1-1,1 1 0,0 0 0,1 1 1,1 1-1,-1 0 0,2 0 1,0 1-1,-12 17 0,21-26-62,0 1-1,0-1 1,0 0-1,0 1 1,1 0-1,0-1 1,0 1-1,0 0 1,1 0-1,0 0 1,0 0-1,0 1 1,0-1-1,1 0 1,0 0-1,0 0 1,0 1-1,1-1 1,0 0-1,0 0 1,0 0-1,0 0 1,1 0-1,0 0 1,0 0-1,0 0 1,1-1-1,-1 1 1,1-1-1,0 0 1,1 0-1,-1 0 1,1 0-1,-1 0 1,1-1-1,0 0 1,1 0-1,-1 0 1,6 3-1,1-1-68,1-1-1,0 0 0,0 0 1,0-2-1,0 1 0,0-2 1,0 1-1,1-2 0,-1 0 1,1 0-1,-1-1 0,0 0 1,0-1-1,17-5 0,-18 4 51,0-1 1,-1 0-1,1 0 0,-1-1 0,0 0 1,0-1-1,0 0 0,-1 0 0,0-1 1,0-1-1,-1 1 0,1-1 0,-2-1 0,1 1 1,-2-1-1,7-11 0,3-9-1,-2-2 1,-1 0-1,11-42 1,16-102-26,-14 54 60,68-200 317,-93 318-134,-28 102 382,-15 63-48,31-99-394,2 1 0,0 75 0,9-114-112,1 0 1,1 0 0,1 0 0,1 0 0,1-1 0,2 1 0,0-2 0,18 40 0,-22-57-37,0-1 0,0 0 1,1 0-1,0 0 1,0 0-1,0-1 0,0 0 1,1 0-1,-1 0 1,1 0-1,0-1 0,1 1 1,5 2-1,-1-2-25,-1 0 1,1-1-1,0 0 0,0-1 0,1 0 0,-1 0 1,13 0-1,0-2-43,1-1 1,0-1 0,0-1-1,-1-1 1,1-1-1,23-9 1,-21 5-25,0-1 1,-1-1-1,0-2 0,0-1 1,42-30-1,-53 32 64,0 0-1,0-1 1,-1 0 0,-1-1-1,0 0 1,-1-1 0,-1 0-1,0-1 1,13-29-1,-21 39 31,0 0 0,0 0 0,0 0 0,-1 0 0,0 0 0,-1 0-1,1 0 1,-1 0 0,-1-7 0,1 11 13,-1 0 1,0 0-1,0 0 0,1 0 1,-1 0-1,-1 0 0,1 1 1,0-1-1,0 0 0,-1 1 1,1-1-1,0 1 0,-1-1 1,0 1-1,1 0 0,-1 0 1,0 0-1,0-1 0,1 2 1,-1-1-1,0 0 0,0 0 1,0 1-1,0-1 0,0 1 1,-4-1-1,3 1 0,0 0-1,-1 1 1,1-1 0,0 1-1,-1 0 1,1 0-1,0 0 1,0 0 0,0 1-1,0-1 1,0 1-1,0 0 1,0 0 0,1 0-1,-4 2 1,1 0 6,-2 1-6,0 1-1,0 0 0,1 0 1,0 0-1,0 1 0,1 0 1,-1 0-1,1 0 0,1 0 1,0 1-1,0 0 0,0 0 1,-3 11-1,6-15-3,0 0 0,0 0 0,1 0 0,-1 0-1,1 0 1,-1 0 0,1 0 0,1 1 0,-1-1 0,0 0 0,1 0-1,0 0 1,0 0 0,0 0 0,1 0 0,-1-1 0,1 1 0,0 0 0,0-1-1,0 1 1,0-1 0,1 0 0,0 1 0,-1-1 0,1-1 0,0 1-1,0 0 1,1-1 0,5 4 0,1 0-46,1-1 0,-1 0 1,1-1-1,1 0 0,-1-1 0,0 0 0,1 0 1,0-2-1,-1 1 0,1-2 0,0 1 0,0-2 1,0 1-1,13-4 0,-6 2 19,0-2 0,0 0 0,-1-2 0,1 0 0,-1 0 0,-1-2 0,1 0 0,-1-1-1,-1-1 1,0-1 0,0 0 0,-1-1 0,-1 0 0,0-1 0,0-1 0,-1 0 0,-1-1 0,-1 0 0,0-1 0,-1-1 0,0 1 0,-2-1 0,0-1 0,8-26 0,2-24 170,-4 0 1,8-97 0,4-22 506,-13 97-115,6-24 734,-15 102-474,-2 15 384,-2 21 355,0-18-1736,2 355 2585,-8-230-2083,1 76-1475,7-113-418,4 64-2940,8-55-5619,-5-68 869</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3.177"/>
    </inkml:context>
    <inkml:brush xml:id="br0">
      <inkml:brushProperty name="width" value="0.035" units="cm"/>
      <inkml:brushProperty name="height" value="0.035" units="cm"/>
    </inkml:brush>
  </inkml:definitions>
  <inkml:trace contextRef="#ctx0" brushRef="#br0">20 26 8753,'12'-11'14301,"-27"5"-19833,-1-3 335</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6.393"/>
    </inkml:context>
    <inkml:brush xml:id="br0">
      <inkml:brushProperty name="width" value="0.035" units="cm"/>
      <inkml:brushProperty name="height" value="0.035" units="cm"/>
    </inkml:brush>
  </inkml:definitions>
  <inkml:trace contextRef="#ctx0" brushRef="#br0">89 0 9569,'0'0'10818,"-1"5"-9306,-6 38 998,-2 68 1,-3 25-624,-8-18-1037,-11 74-543,22-66-3457,10-98-2385,7 56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6.702"/>
    </inkml:context>
    <inkml:brush xml:id="br0">
      <inkml:brushProperty name="width" value="0.035" units="cm"/>
      <inkml:brushProperty name="height" value="0.035" units="cm"/>
    </inkml:brush>
  </inkml:definitions>
  <inkml:trace contextRef="#ctx0" brushRef="#br0">1 67 9177,'24'-15'1130,"-9"5"572,1 1-1,24-11 1,-32 17-1348,-1 1 1,1 0-1,0 0 1,0 1-1,0 0 1,0 0-1,0 0 1,15 2-1,40 6 480,0 3 0,66 18 0,-92-17-595,0 1 1,-2 2-1,1 2 1,58 35-1,130 91 367,-201-130-596,0-1 0,1-2-1,1 0 1,0-1 0,0-2 0,0 0 0,1-2 0,-1 0 0,43-1-1,-61-3-10,0-1-1,0 1 0,0-1 1,0 0-1,0-1 0,-1 0 1,1 0-1,0 0 0,-1-1 0,10-5 1,-14 7 0,0-1 1,-1 1 0,1-1 0,0 1-1,0-1 1,-1 0 0,1 1-1,-1-1 1,0 0 0,1 0 0,-1 0-1,0 0 1,0 0 0,0 0-1,0-1 1,-1 1 0,1 0 0,-1 0-1,1-1 1,-1 1 0,0 0-1,0-1 1,0 1 0,0 0 0,0-1-1,0 1 1,-1 0 0,1 0-1,-1-1 1,1 1 0,-1 0 0,0 0-1,0 0 1,0 0 0,0 0-1,-2-3 1,-7-11 13,0 0 1,-1 1-1,0 1 0,-1-1 1,-1 2-1,0 0 1,-1 0-1,0 1 0,-1 1 1,-18-11-1,11 10-474,0 0-1,-38-14 1,36 18-1238,-1 0 0,-36-5 0,19 11-3573,8 8-3114</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7.263"/>
    </inkml:context>
    <inkml:brush xml:id="br0">
      <inkml:brushProperty name="width" value="0.035" units="cm"/>
      <inkml:brushProperty name="height" value="0.035" units="cm"/>
    </inkml:brush>
  </inkml:definitions>
  <inkml:trace contextRef="#ctx0" brushRef="#br0">57 27 11469,'2'0'205,"-1"0"0,1 0 0,-1 0 1,0 0-1,1 0 0,-1 0 0,1-1 0,-1 1 0,1 0 0,-1-1 1,0 1-1,1-1 0,-1 1 0,0-1 0,1 0 0,-1 0 1,0 1-1,0-1 0,0 0 0,0 0 0,0 0 0,0 0 0,0 0 1,0-1-1,0 1 0,0 0 0,-1 0 0,1-1 0,0 1 0,-1 0 1,2-4 2927,-3 9-1708,-20 58 333,2 0-1,-14 91 0,23-84-2556,4 0 0,2 83 0,4-79-1091,2 41-2438,5-37-2658,2-20-2088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7.481"/>
    </inkml:context>
    <inkml:brush xml:id="br0">
      <inkml:brushProperty name="width" value="0.035" units="cm"/>
      <inkml:brushProperty name="height" value="0.035" units="cm"/>
    </inkml:brush>
  </inkml:definitions>
  <inkml:trace contextRef="#ctx0" brushRef="#br0">0 186 11029,'35'-25'2176,"-10"-1"-296,7 9-291,3 5-301,10-2-276,2 0-264,13 2-128,7-2-276,6 3-352,7-1-300,-1 4-488,-3-1-404,-6 3-420,-10 1-73,-6 5-331,-9 0-1760,-10 8-2485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8.364"/>
    </inkml:context>
    <inkml:brush xml:id="br0">
      <inkml:brushProperty name="width" value="0.035" units="cm"/>
      <inkml:brushProperty name="height" value="0.035" units="cm"/>
    </inkml:brush>
  </inkml:definitions>
  <inkml:trace contextRef="#ctx0" brushRef="#br0">1 275 8533,'2'-2'1867,"4"-2"-840,-3 3-722,-1 0-1,0-1 1,0 1-1,0-1 0,0 0 1,0 1-1,0-1 1,0 0-1,-1 0 0,1 0 1,-1 0-1,3-4 1,-3 4-76,1-1 0,0 0 0,0 1 0,0-1 1,0 1-1,1 0 0,-1 0 0,1 0 0,-1 0 0,1 0 0,0 0 1,0 1-1,0-1 0,0 1 0,0 0 0,0 0 0,0 0 1,5-1-1,2 0 39,0 0 0,1 1 0,-1 0 0,19 1 0,-11 2-122,-1 0 0,0 2 0,0 0 0,0 0 0,0 2 0,-1 0 1,0 1-1,0 0 0,20 14 0,-27-16-135,-1 0 1,0 1-1,0 1 0,0-1 1,-1 1-1,0 1 0,-1-1 1,1 1-1,-1 0 0,-1 1 1,1-1-1,-2 1 0,1 0 1,-1 0-1,-1 1 0,1-1 1,-2 1-1,3 10 0,-5-18-14,2 12-8,0 0 1,-1 1-1,0-1 0,-3 26 1,33-48 25,48-54 11,-27 18-33,9 0-106,2 2 0,1 4 0,117-52 0,-131 67 34,-12 6-8,41-14-1,-77 31 86,0 0 0,1-1-1,-1 1 1,0 1 0,1-1-1,-1 0 1,1 0 0,-1 1-1,0-1 1,1 1 0,-1 0-1,4 1 1,-2 0-5,-1-1-6,-3 2-210,0 0 131,0 1 0,1-1 0,-1 0 0,1 1 1,0-1-1,0 0 0,0 1 0,0-1 0,0 0 0,1 0 0,0 0 1,-1 0-1,1 0 0,4 4 0,-4-5-76,1-1 125,0 1 0,1-1 0,-1 0 0,0 0 0,0 0 0,1-1 0,-1 1 0,6-1 0,10-4 145,0-1 1,0-1-1,22-11 0,20-6 95,171-38 12,-194 52-211,-35 9 393,29-12 437,26-7 394,-56 18-708,-2 0-495,0 0 0,0-1 1,0 1-1,0-1 0,0 1 1,0-1-1,0 1 0,0-1 1,-1 1-1,1 0 0,0-1 1,-1 1-1,1-1 0,-1 1 1,0 0-1,1 0 0,-1-1 1,0 1-1,0 0 0,0 0 1,0 0-1,0 0 0,0 0 1,0 0-1,0 0 0,-1 0 1,1 0-1,0 1 0,-3-2 1,-1 1-7,-1 0 1,1 1-1,-1-1 1,1 1 0,-1 1-1,-10 1 1,6-1 20,-15 2-5,-1 2 1,1 0-1,0 2 1,0 1-1,0 1 1,-33 17-1,41-17-25,0 1 0,0 1 0,1 0-1,1 1 1,0 0 0,1 2-1,0-1 1,1 2 0,-12 16 0,22-28-13,1 1 0,0-1 1,0 1-1,0 0 1,0 0-1,0-1 1,1 1-1,-1 1 1,1-1-1,0 0 0,1 0 1,-1 0-1,1 0 1,0 6-1,0-8-12,1 1 1,-1 0-1,1-1 0,0 1 0,0 0 1,0-1-1,0 1 0,0-1 0,1 0 1,-1 1-1,1-1 0,-1 0 0,1 0 1,0 0-1,0 0 0,4 3 0,0-1-8,0 0 0,1-1-1,-1 0 1,1 0 0,-1-1-1,1 1 1,0-1 0,0-1 0,0 0-1,0 0 1,0 0 0,1 0-1,-1-1 1,9-1 0,1-2-8,-1 0 0,0 0-1,-1-2 1,1 0 0,23-11 0,71-44 178,-44 22 355,-51 30-389,-13 6-95,1 0-1,-1 0 0,1 0 1,0 1-1,0-1 0,0 1 0,0 0 1,0 0-1,0 0 0,0 0 0,0 1 1,1-1-1,-1 1 0,0-1 0,0 1 1,1 1-1,-1-1 0,0 0 0,0 1 1,1-1-1,-1 1 0,4 2 1,29 10 7,-1-2 0,62 12 0,-81-21-26,1 0 0,0-1 0,0 0 0,0-2 0,0 0 0,-1-1 0,1 0 0,21-7 0,-22 3 259,-1 0 0,0-1 0,0-1 0,0-1 0,-1 0 0,-1 0-1,0-2 1,0 1 0,12-14 0,-23 21 2101,1 26-3511,-2-20 946,0 0 0,0 0 0,-1 0 0,1 0 0,-1 0 0,0 0 0,0 0 0,-1 5 0,-2 11-1518,-3 18-3014,6-14-2077,3-5-3102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8.499"/>
    </inkml:context>
    <inkml:brush xml:id="br0">
      <inkml:brushProperty name="width" value="0.035" units="cm"/>
      <inkml:brushProperty name="height" value="0.035" units="cm"/>
    </inkml:brush>
  </inkml:definitions>
  <inkml:trace contextRef="#ctx0" brushRef="#br0">42 40 6513,'-41'-25'1472,"53"19"-340,4-3-236,3 9-920,0 3-356,-3 12-3004,-3 2 143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8.762"/>
    </inkml:context>
    <inkml:brush xml:id="br0">
      <inkml:brushProperty name="width" value="0.035" units="cm"/>
      <inkml:brushProperty name="height" value="0.035" units="cm"/>
    </inkml:brush>
  </inkml:definitions>
  <inkml:trace contextRef="#ctx0" brushRef="#br0">1 1 7997,'5'3'3756,"22"4"11776,-15-4-12512,-5 0-5885,-7-3 2879,1 1-1,0-1 1,-1 1 0,1-1 0,-1 1-1,1 0 1,-1-1 0,1 1 0,-1 0-1,0-1 1,1 1 0,-1 0 0,0 0-1,0 0 1,1-1 0,-1 1 0,0 0-1,0 0 1,0 0 0,0-1 0,0 1-1,0 0 1,0 0 0,0 0 0,0-1-1,-1 3 1,3 15-80,11 15-241,-12-31 287,1 0-1,0 0 1,0 0 0,0-1-1,0 1 1,0 0 0,0-1-1,0 0 1,0 1 0,1-1-1,3 1 1,-4-1-10,-1 0 25,0-1 0,0 0-1,0 1 1,0-1-1,0 0 1,0 0 0,0 0-1,0 0 1,1 0-1,-1 0 1,0 0 0,0-1-1,0 1 1,0 0-1,0 0 1,0-1 0,0 1-1,2-2 1,0 1-8,11-3 92,0 0 0,-1-1 0,1-1 0,-1 0 0,-1 0 0,13-10 1,-11 8 182,0 0 1,0 0 0,1 2-1,16-6 1,-25 10-211,-1 1-1,0 0 1,1 1 0,-1-1 0,0 1-1,1 0 1,-1 0 0,1 1-1,-1-1 1,0 1 0,1 0 0,-1 1-1,0-1 1,0 1 0,0 0 0,6 4-1,3 3-402,-1 1-1,0 0 1,-1 1-1,0 0 0,-1 1 1,-1 1-1,1-1 1,10 20-1,-12-19-731,0 0 1,1 0-1,0 0 1,1-2-1,0 1 0,1-1 1,0-1-1,25 16 1,-1-10-4308,7 1-3124</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8.905"/>
    </inkml:context>
    <inkml:brush xml:id="br0">
      <inkml:brushProperty name="width" value="0.035" units="cm"/>
      <inkml:brushProperty name="height" value="0.035" units="cm"/>
    </inkml:brush>
  </inkml:definitions>
  <inkml:trace contextRef="#ctx0" brushRef="#br0">34 129 8733,'-15'-3'1440,"14"-6"732,1 1 222,-16-40 6906,16 47-9315,0 0 1,-1 0-1,1-1 1,0 1 0,0 0-1,0 0 1,0 0-1,0 0 1,0-1-1,0 1 1,0 0-1,1 0 1,-1 0-1,0 0 1,1 0 0,-1 0-1,1 0 1,-1 0-1,1 0 1,-1 0-1,1 0 1,0 0-1,0 0 1,-1 0-1,1 0 1,0 0-1,0 1 1,0-1 0,0 0-1,0 1 1,0-1-1,0 1 1,2-2-1,5-3-1614,-7 4 803,16-10-862,-9 2-6541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2.728"/>
    </inkml:context>
    <inkml:brush xml:id="br0">
      <inkml:brushProperty name="width" value="0.035" units="cm"/>
      <inkml:brushProperty name="height" value="0.035" units="cm"/>
    </inkml:brush>
  </inkml:definitions>
  <inkml:trace contextRef="#ctx0" brushRef="#br0">32 126 9221,'-32'34'7565,"42"-19"-6369,-1-4-232,29-14-232,38-2-152,-3-4-128,10-2-240,12-4-636,13-2-280,3 0-608,7-6-460,-1-5-553,7-1-1811,3 0-3129</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3.088"/>
    </inkml:context>
    <inkml:brush xml:id="br0">
      <inkml:brushProperty name="width" value="0.035" units="cm"/>
      <inkml:brushProperty name="height" value="0.035" units="cm"/>
    </inkml:brush>
  </inkml:definitions>
  <inkml:trace contextRef="#ctx0" brushRef="#br0">41 114 6385,'-41'12'12284,"48"-13"-11291,529-57 1902,-94 12-4240,-231 26-1956,-138 21 726,-40 3-1743,-46 4-3716</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3.289"/>
    </inkml:context>
    <inkml:brush xml:id="br0">
      <inkml:brushProperty name="width" value="0.035" units="cm"/>
      <inkml:brushProperty name="height" value="0.035" units="cm"/>
    </inkml:brush>
  </inkml:definitions>
  <inkml:trace contextRef="#ctx0" brushRef="#br0">67 0 8565,'0'0'4432,"-10"12"-2428,1 2-239,6 3-53,0-2-548,-7 7-208,4 1-160,3 6-176,-4 22-92,4-11-60,-3 9-500,3-3-464,-1 2-704,8 1-704,-4-6-596,3-3-2477,6 2-3940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3.802"/>
    </inkml:context>
    <inkml:brush xml:id="br0">
      <inkml:brushProperty name="width" value="0.035" units="cm"/>
      <inkml:brushProperty name="height" value="0.035" units="cm"/>
    </inkml:brush>
  </inkml:definitions>
  <inkml:trace contextRef="#ctx0" brushRef="#br0">1 445 12021,'0'-1'118,"0"0"-1,1-1 1,-1 1 0,0 0 0,1 0-1,-1 0 1,1 0 0,0 0-1,-1-1 1,1 1 0,0 0-1,0 0 1,-1 1 0,1-1-1,0 0 1,0 0 0,0 0-1,0 1 1,0-1 0,0 0-1,0 1 1,1-1 0,-1 1 0,0-1-1,0 1 1,0 0 0,1-1-1,-1 1 1,0 0 0,0 0-1,1 0 1,-1 0 0,0 0-1,0 0 1,1 0 0,-1 0-1,0 1 1,2 0 0,1-1 218,0 0 1,0 0-1,1 0 1,-1 0-1,0-1 1,7-1-1,52-21 1332,0-2-1,114-65 1,-170 85-1618,1 1 1,0-1-1,-1 0 0,0-1 1,0 0-1,-1 0 0,0 0 1,0-1-1,0 0 0,-1 0 1,0-1-1,0 1 0,-1-1 1,0 0-1,0 0 0,-1-1 1,0 1-1,0-1 0,2-16 1,-4 14-30,-1 0 0,0 1 1,0-1-1,-1 0 0,-1 0 1,-3-11-1,5 20-21,-1 0 0,1 0 0,-1 0 1,0 0-1,0 0 0,0 0 0,0 0 0,0 0 0,-1 0 1,1 0-1,-1 1 0,1-1 0,-1 0 0,1 1 0,-1 0 1,0-1-1,0 1 0,0 0 0,1 0 0,-1 0 0,0 0 1,0 0-1,-1 0 0,1 1 0,0-1 0,0 1 0,0-1 1,0 1-1,-1 0 0,1 0 0,0 0 0,0 0 0,-1 0 0,1 0 1,0 1-1,-3 0 0,-3 2-3,1-1 0,0 1 0,-1 1 0,1 0 0,0 0 0,1 0 0,-1 1 0,1 0 0,0 0 0,0 1 0,0-1 0,1 1 0,0 0 0,-5 8 0,-1 2-28,0 1-1,2 0 1,0 0-1,-12 33 1,16-37-45,2 0-1,0 0 1,0 0 0,1 0-1,1 0 1,0 1 0,1-1 0,0 0-1,5 27 1,-4-33 40,1 0 1,0 0-1,0 0 1,1 0-1,0 0 0,0-1 1,1 1-1,-1-1 1,1 0-1,1 0 0,-1 0 1,1-1-1,0 0 1,0 0-1,1 0 0,0 0 1,0-1-1,0 0 1,10 5-1,1-2-13,0 0 0,1-2 0,-1 0 0,1-1 0,0-1-1,0-1 1,0 0 0,1-2 0,-1 0 0,0 0 0,0-2 0,1-1 0,33-8 0,-31 5 144,0 0 1,-1-2 0,0 0 0,0-1 0,-1-1 0,0-1 0,-1 0 0,0-2 0,0 0 0,-2-1 0,22-23 0,-23 19 360,1 1 0,0 1 0,2 0-1,32-23 1,-46 37-425,1 0 0,-1 1 0,1-1 0,-1 1 0,1 0 0,0 0 0,0 1 0,-1 0 0,1 0 0,0 0 0,0 0 0,0 1 0,-1-1 0,1 1 0,0 1 0,-1-1 0,1 1 0,-1-1 0,1 1 0,-1 0 0,0 1 0,0-1 0,0 1 0,4 3 0,2 1 1,-1 0 0,0 1 0,0 0 0,-1 1 0,0 0 0,0 0 0,-1 0 0,10 18 0,-13-19-24,0 0 0,0 1 0,-1-1 0,0 1 0,0 0 0,-1 0 0,0 0 0,-1 0 0,0 0 1,0 0-1,-1 1 0,0-1 0,-1 0 0,0 0 0,0 1 0,-1-1 0,0 0 0,-1-1 0,0 1 0,0 0 0,-1-1 0,0 1 0,-1-1 1,1 0-1,-2-1 0,1 1 0,-8 7 0,-6 5-129,-1-1 0,-1 0 0,0-2 0,-1-1 0,-1 0 0,0-2 0,-1 0 0,-41 15 0,-19 3-2599,-107 25 1,185-55 2486,-4 0-1738,0-1 1,1 1 0,-1-1 0,-13-1-1,22 0 1526</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3.987"/>
    </inkml:context>
    <inkml:brush xml:id="br0">
      <inkml:brushProperty name="width" value="0.035" units="cm"/>
      <inkml:brushProperty name="height" value="0.035" units="cm"/>
    </inkml:brush>
  </inkml:definitions>
  <inkml:trace contextRef="#ctx0" brushRef="#br0">81 0 10893,'15'14'2273,"-25"-12"848,9-2-2924,-1 0 0,1 0 0,0 0 0,-1 0 0,1 0 0,-1 0 0,1 0 0,-1 1 0,1-1 0,0 0 1,-1 1-1,1-1 0,0 1 0,-1 0 0,1-1 0,0 1 0,0 0 0,0 0 0,0 0 0,0 0 0,-1 0 0,2 0 0,-1 0 0,0 0 0,-1 2 0,-27 72 4418,24-58-4199,0 0 1,1 1 0,1-1-1,-2 30 1,5-39-333,-1 16-194,0 0 0,2 0 0,7 42 1,4 23-2216,-4-22-1370,7-3-4969,0-27-1421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4.145"/>
    </inkml:context>
    <inkml:brush xml:id="br0">
      <inkml:brushProperty name="width" value="0.035" units="cm"/>
      <inkml:brushProperty name="height" value="0.035" units="cm"/>
    </inkml:brush>
  </inkml:definitions>
  <inkml:trace contextRef="#ctx0" brushRef="#br0">0 212 11585,'0'0'4488,"16"-11"-2855,13-9-333,2 9-288,7-1-200,10 1-164,9-1-100,4-2-516,5-3-452,4 0-364,-3 5-532,3-2-312,-1 3-181,1-7-295,-3 1-1932,-4 3-2941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4.334"/>
    </inkml:context>
    <inkml:brush xml:id="br0">
      <inkml:brushProperty name="width" value="0.035" units="cm"/>
      <inkml:brushProperty name="height" value="0.035" units="cm"/>
    </inkml:brush>
  </inkml:definitions>
  <inkml:trace contextRef="#ctx0" brushRef="#br0">141 61 7697,'-24'-24'1720,"-14"-11"6947,37 33-7411,0 5 153,-31 75 2842,23-47-3491,0-1 0,-4 35 0,6-15-728,3 1 1,2 60-1,19 101-6346,-11-164 2724,4-2-4609,-4-30 1909</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4.766"/>
    </inkml:context>
    <inkml:brush xml:id="br0">
      <inkml:brushProperty name="width" value="0.035" units="cm"/>
      <inkml:brushProperty name="height" value="0.035" units="cm"/>
    </inkml:brush>
  </inkml:definitions>
  <inkml:trace contextRef="#ctx0" brushRef="#br0">15 223 8213,'-1'-1'114,"0"1"0,0-1 1,0 0-1,0 0 1,0 0-1,0 0 0,1 1 1,-1-1-1,0 0 0,0-1 1,1 1-1,-1 0 1,0 0-1,1 0 0,0 0 1,-1 0-1,1-1 0,-1 1 1,1 0-1,0 0 1,0-1-1,0 1 0,0 0 1,0 0-1,0-2 0,1 0 88,0 0-1,0 1 0,0-1 1,0 1-1,0-1 0,1 1 1,-1 0-1,1-1 0,-1 1 1,1 0-1,3-2 0,3-4 295,1 0 0,0 1 0,1 1 0,16-9-1,5 1 143,1 2 0,1 1 0,0 2-1,39-6 1,0 0-70,127-27 1283,-197 42-1805,1-1 1,-1 1-1,1 0 0,-1 0 0,1 0 0,-1 0 0,1 1 0,-1-1 0,1 1 0,3 1 0,-1-1 45,-4 0-77,-1 0 0,1 0 0,0-1 0,-1 1 0,1 0 0,-1 0 0,1 0 0,-1 0 0,1 0 0,-1 0 0,0 0 0,0 0 0,1 0 0,-1 0 1,0 0-1,0 0 0,0 0 0,0 1 0,0 0 19,2 12 37,0 0 0,-1 0 0,-1 26 0,0-24-35,0 0 1,4 27-1,-1-27-2,1 7-130,0-1 0,12 33 0,-14-51 62,-1 0-1,1 0 1,0 0 0,0 0-1,0 0 1,0 0 0,1-1-1,-1 1 1,1-1 0,0 1 0,0-1-1,0 0 1,0 0 0,1 0-1,0-1 1,-1 1 0,1-1-1,0 0 1,6 2 0,-4-3 14,0 0-1,1-1 1,-1 1 0,1-2 0,-1 1 0,0-1-1,0 0 1,1 0 0,-1 0 0,0-1 0,0 0 0,0 0-1,0-1 1,-1 0 0,8-4 0,-3 2 80,0 1 0,0-1 1,0 2-1,16-4 0,6 1 64,0 1 0,-1 2 1,62 2-1,-49 3-155,0-2 1,55-7 0,-85 4 10,0 0 1,0 0-1,0-1 0,-1-1 1,23-11-1,-15-3 204,-16 13-101,-4 4-12,0-1 0,-1 1 1,1 0-1,-1-1 0,0 1 0,1-1 0,-1 1 0,0 0 0,0-1 1,-1 1-1,1-1 0,-1-2 0,-3 4-2,1 1 1,-1-1-1,1 1 0,-1 0 0,1 0 0,-1 0 1,1 0-1,0 1 0,-1-1 0,1 1 0,-1 0 1,1 0-1,0 0 0,-1 1 0,1-1 0,0 1 1,0 0-1,0-1 0,0 1 0,1 1 0,-1-1 1,0 0-1,1 1 0,-1-1 0,1 1 0,0 0 1,0 0-1,0 0 0,0 0 0,1 0 0,-1 0 1,1 0-1,-2 7 0,0-4-93,1 1 0,0-1 1,1 1-1,-1-1 0,1 1 0,1 0 0,-1-1 0,1 1 1,0 0-1,0 0 0,1 0 0,0-1 0,0 1 0,1-1 1,0 1-1,0-1 0,0 1 0,1-1 0,0 0 0,0 0 1,1 0-1,0-1 0,6 9 0,-2-6-566,0 1 0,0-1 0,1 0 0,1-1 0,12 8 1,-5-5-2125,0 0 1,29 10 0,17 5-7755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5.374"/>
    </inkml:context>
    <inkml:brush xml:id="br0">
      <inkml:brushProperty name="width" value="0.035" units="cm"/>
      <inkml:brushProperty name="height" value="0.035" units="cm"/>
    </inkml:brush>
  </inkml:definitions>
  <inkml:trace contextRef="#ctx0" brushRef="#br0">124 0 9537,'-34'5'4814,"30"-4"-1013,-13 22-40,9-8-3074,1 1-1,0-1 0,1 1 0,0 1 0,1-1 1,-4 32-1,-7 108 1319,15-151-1964,-2 96-750,13 149-1,1-134-3626,3 0-3807,-5-38-3738</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6.539"/>
    </inkml:context>
    <inkml:brush xml:id="br0">
      <inkml:brushProperty name="width" value="0.035" units="cm"/>
      <inkml:brushProperty name="height" value="0.035" units="cm"/>
    </inkml:brush>
  </inkml:definitions>
  <inkml:trace contextRef="#ctx0" brushRef="#br0">6 59 5997,'-1'-1'127,"1"1"1,-1-1 0,1 1 0,0-1-1,-1 0 1,1 1 0,-1-1 0,1 0 0,0 1-1,0-1 1,-1 0 0,1 1 0,0-1 0,0 0-1,0 0 1,0 1 0,0-1 0,0 0-1,0-1 1,9-3 2759,-8 5-2656,0 0-1,0 0 1,1-1-1,-1 1 1,0-1-1,0 1 1,0 0-1,-1-1 1,1 0 0,0 1-1,0-1 1,0 0-1,0 1 1,0-1-1,-1 0 1,1 0-1,0 1 1,0-3-1,-2-1 44,-3-10 4378,1 6 924,8 18-3509,-1 1-1993,-1 1 0,0-1 0,-1 1-1,-1 0 1,1 0 0,-2 0 0,0 0 0,0 0 0,-4 18 0,3-10-9,-2 35 35,4 64-1,-1-117-96,0 0-1,0-1 0,0 1 0,0 0 1,0 0-1,1 0 0,-1 0 0,1-1 1,-1 1-1,1 0 0,-1 0 0,1-1 1,0 1-1,0-1 0,0 1 0,0 0 1,0-1-1,1 0 0,-1 1 0,0-1 0,0 0 1,1 1-1,-1-1 0,1 0 0,0 0 1,-1 0-1,1-1 0,-1 1 0,1 0 1,0 0-1,0-1 0,0 1 0,-1-1 1,1 0-1,0 0 0,0 1 0,0-1 1,0 0-1,-1 0 0,1-1 0,0 1 1,0 0-1,0-1 0,0 1 0,1-1 1,10-3 2,0-1 0,-1 0 0,0 0 0,21-13 1,-28 15-5,30-20 3,50-42 0,-65 48-16,0 1 0,0 1 1,2 1-1,0 0 0,0 2 0,36-15 0,-55 26 13,0 0-1,0 1 0,1-1 0,-1 0 1,0 1-1,0 0 0,0 0 1,1 0-1,-1 0 0,0 0 0,0 1 1,0-1-1,0 1 0,1 0 0,-1 0 1,0 0-1,-1 1 0,1-1 1,0 0-1,0 1 0,0 0 0,-1 0 1,1 0-1,-1 0 0,0 0 0,1 0 1,-1 1-1,0-1 0,2 5 0,5 7 5,-1 0-1,-1 1 1,0 0-1,7 27 0,-1-7 28,-9-23-19,1-1 0,0 0-1,1 0 1,9 13 0,-13-21-10,0-1 0,0 0 0,0 1 0,0-1 0,1 0 0,-1 0 0,1 0 0,-1 0 0,1 0 0,0-1 0,-1 1 0,1-1 0,0 0 0,0 0 1,0 0-1,0 0 0,0 0 0,0-1 0,0 1 0,1-1 0,-1 0 0,0 0 0,4 0 0,41-9 38,-1-3 0,66-24 1,-55 16 89,62-13 0,-101 29-104,0 1 0,0 1 0,1 0-1,-1 2 1,0 0 0,1 2 0,27 4 0,-21-1-11,0-2 1,0 0 0,0-2-1,0 0 1,1-2 0,-1-1-1,38-8 1,-31 2-7,0-2 0,0-1 0,43-21-1,-4-3-33,-70 34 21,0 0 1,0 0 0,0 0 0,0 1-1,0-1 1,1 1 0,-1-1-1,0 1 1,0 0 0,1-1 0,-1 1-1,0 0 1,1 1 0,-1-1-1,0 0 1,1 1 0,-1-1 0,0 1-1,0 0 1,0 0 0,1 0-1,-1 0 1,3 2 0,5 3 6,-1 1 1,1 0-1,10 10 0,-16-13-2,3 1 1,-1 0 1,1-1-1,0 0 1,0-1-1,1 1 1,-1-1-1,1 0 1,0-1-1,0 0 1,-1 0-1,1-1 1,1 0-1,-1 0 0,12-1 1,-7-1 1,1 0 0,-1 0 0,1-1 0,-1-1-1,0 0 1,0-1 0,23-9 0,-33 12-6,0-1 1,-1 1-1,1 0 0,0-1 1,-1 1-1,1-1 0,-1 0 1,0 0-1,1 0 0,-1 0 1,0 0-1,0-1 0,-1 1 1,1-1-1,0 1 0,-1-1 1,1 1-1,-1-1 0,0 0 0,0 0 1,0 0-1,0 0 0,-1 1 1,1-1-1,-1 0 0,1 0 1,-1 0-1,0 0 0,0 0 1,-1 0-1,1 0 0,-1 0 1,1 0-1,-1 0 0,0 0 1,0 0-1,0 0 0,0 1 1,-1-1-1,1 0 0,-1 1 0,-2-4 1,-1 0-9,0 0 1,-1 0-1,1 0 1,-1 1-1,0-1 1,0 1-1,-1 1 0,0 0 1,0 0-1,-13-6 1,-9-2-130,-42-11 0,46 16 25,-2-2-723,-1 2-1,-1 1 1,1 1-1,-1 1 1,-51 1 0,72 3 94,1 1 1,0 1 0,0-1 0,-14 6-1,4-2-977,17-5 1464,-1 1 1,1-1 0,-1 1-1,1-1 1,-1 1 0,1-1-1,0 1 1,-1-1 0,1 1-1,0-1 1,0 1 0,-1 0-1,1-1 1,0 1 0,0 0-1,0-1 1,0 1-1,0 0 1,0-1 0,0 1-1,0 0 1,0-1 0,0 1-1,0 0 1,0-1 0,1 2-1,-1-1-873,0 19-7386</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7.471"/>
    </inkml:context>
    <inkml:brush xml:id="br0">
      <inkml:brushProperty name="width" value="0.035" units="cm"/>
      <inkml:brushProperty name="height" value="0.035" units="cm"/>
    </inkml:brush>
  </inkml:definitions>
  <inkml:trace contextRef="#ctx0" brushRef="#br0">257 978 4152,'38'-5'2151,"-31"-4"-1247,-6 8-858,-1 0 0,0 0 1,1 0-1,-1 1 1,0-1-1,1 0 0,-1 0 1,1 1-1,0-1 1,-1 0-1,1 1 0,0-1 1,-1 1-1,1-1 1,0 1-1,-1-1 0,1 1 1,0-1-1,0 1 1,0-1-1,1 1 0,6-20 1203,24-52 6683,-31 70-7785,-1 1 1,0-1-1,0 0 0,0 1 0,0-1 0,0 1 0,-1-1 0,1 0 0,0 1 1,-1-1-1,1 1 0,-1-1 0,0 1 0,1-1 0,-1 1 0,-1-2 0,-13-20 1071,13 21-1084,0 0 1,0 0-1,0 0 1,-1 0-1,1 1 1,-1-1-1,1 0 1,-1 1-1,0 0 1,1 0-1,-1 0 1,0 0-1,0 0 1,0 0-1,0 1 1,0-1-1,0 1 1,0 0-1,0 0 1,0 0-1,0 0 1,0 1-1,0-1 1,1 1-1,-1 0 1,-3 1-1,-7 1 119,2 2 0,-1-1 0,0 2 0,-14 8-1,7-3-14,1 1 0,0 1 0,1 1 0,-29 28 0,39-33-208,0-1 0,0 1 1,0 0-1,1 0 1,1 1-1,0 0 0,0 0 1,1 0-1,0 1 1,0-1-1,-1 13 1,4-15-98,0 0 0,1 1 0,0-1 0,1 0 0,0 0 0,0 0 0,1 0 0,-1 0 1,2 0-1,-1 0 0,1-1 0,1 1 0,-1-1 0,1 0 0,0 0 0,1 0 0,8 9 1,-10-11-16,2 0 0,-1-1 1,0 0-1,1 0 1,0 0-1,0 0 1,0-1-1,0 0 1,1 0-1,-1 0 0,1-1 1,0 0-1,0 0 1,0 0-1,0-1 1,0 1-1,0-1 0,0-1 1,0 0-1,0 1 1,1-2-1,-1 1 1,0-1-1,7-1 1,2-2 6,-1-1 0,1-1 1,-1 0-1,0-1 1,-1 0-1,1-1 0,-2-1 1,20-15-1,-14 7 17,0 0 0,-1-2 0,-1 0 0,24-38 0,-13 11 33,-2-2 1,-3-1-1,-1 0 0,18-70 0,-5-22 31,25-213-1,-31 155 179,-22 171-56,-4 26 40,-1 7 31,-1 46 357,-10 100 814,0 57-201,10-170-993,2-1-1,1 1 0,13 54 1,-13-82-173,0-1 1,0 0 0,1 0-1,0 0 1,0-1 0,1 1-1,0-1 1,1 0 0,0 0-1,0-1 1,0 0 0,1 0 0,0 0-1,1-1 1,-1 0 0,13 7-1,-8-6-39,0-1-1,1-1 1,0 0-1,0 0 1,0-1-1,0-1 1,1 0-1,0-1 1,-1 0-1,1-1 1,14-1-1,-18-1 3,0 0 1,0-1-1,0 0 0,18-6 0,100-39-360,-117 42 347,0 1-1,-1-1 0,0-1 0,0 0 0,-1 0 0,1-1 0,14-14 0,-13 10-20,-9 10 55,-1-1 1,1 0-1,-1 0 0,1 1 0,-1-1 0,0 0 1,0 0-1,0 0 0,0-1 0,0 1 0,0 0 1,-1 0-1,1 0 0,-1 0 0,1-4 1,0-1-7,0 5-99,-7 3 108,0 0 0,0 0-1,0 0 1,1 1 0,-1 0 0,1 0 0,-1 1 0,1-1 0,0 1 0,0 0 0,0 1-1,0-1 1,1 1 0,-1 0 0,1 0 0,0 0 0,0 1 0,0-1 0,1 1 0,0 0 0,0 0-1,0 1 1,0-1 0,1 0 0,0 1 0,0-1 0,1 1 0,-1 0 0,1 0 0,0 0 0,1-1-1,-1 8 1,2-10 9,-1 0-1,1-1 1,-1 1-1,1 0 0,0 0 1,0-1-1,0 1 1,0-1-1,0 1 0,1-1 1,-1 1-1,1-1 1,0 0-1,0 1 0,3 2 1,0-1-28,0 0 0,0-1 1,0 0-1,0 0 1,1 0-1,-1 0 0,8 1 1,4 1-131,2 0 0,-1-2 0,37 3 0,-30-4 83,1-2 1,-1-1-1,0-1 1,0-1-1,0-1 1,-1-1-1,46-17 1,-57 17 65,0 0 0,0-2 0,-1 1-1,0-2 1,0 1 0,-1-2 0,0 1 0,0-2 0,-1 1 0,-1-2 0,1 1 0,-2-1-1,1 0 1,-1-1 0,10-20 0,-6 3 34,-2 1-1,0-2 0,-2 1 1,5-37-1,7-123 526,-18 150 47,-2 0 1,-2 0 0,-7-47-1,9 83-516,-1 0 0,1 0 0,-1 0 0,0 0 0,0 0 0,0 1-1,-1-1 1,1 0 0,-1 1 0,1-1 0,-4-3 0,5 6-62,-1-1 0,1 1 0,-1 0 0,0-1 1,1 1-1,-1 0 0,0-1 0,1 1 0,-1 0 0,0 0 1,1-1-1,-1 1 0,0 0 0,1 0 0,-1 0 0,0 0 1,0 0-1,1 0 0,-1 0 0,0 0 0,0 0 1,1 0-1,-1 1 0,0-1 0,1 0 0,-1 0 0,0 1 1,1-1-1,-1 0 0,1 1 0,-1-1 0,0 1 0,1-1 1,-1 1-1,1-1 0,-1 1 0,1-1 0,-1 1 0,1 0 1,0-1-1,-1 1 0,1-1 0,0 1 0,-1 0 0,1 1 1,-11 17 145,1 0 0,1 1 1,0 0-1,2 0 0,-6 26 1,2 3-218,-5 59 0,14-91-419,2 0 1,0 0-1,0 0 0,2-1 1,0 1-1,1 0 1,1-1-1,0 0 1,1 0-1,1 0 1,1 0-1,0-1 0,1 0 1,0-1-1,1 0 1,1 0-1,16 18 1,-15-21-20,0 0 0,1 0 0,0-1 0,0-1 0,1 0 0,0-1 1,1 0-1,0-1 0,0 0 0,0-2 0,1 1 0,0-2 1,0 0-1,0 0 0,1-2 0,-1 0 0,1-1 0,27-1 0,-33 0 396,48-7 503,-54 6-198,0 0-1,0 0 1,0 0-1,0-1 1,0 1-1,0-1 1,0 0-1,0 0 1,-1-1-1,1 1 1,3-4-1,-5 3 241,1-1-1,-1 1 0,0-1 0,0 0 1,0 0-1,0 0 0,0 0 0,-1 0 1,0 0-1,0 0 0,0-1 1,0 1-1,-1 0 0,0-6 0,2-8 624,-1 15 238,3-16-3590,-2 12 1779,1 1-1077</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3.235"/>
    </inkml:context>
    <inkml:brush xml:id="br0">
      <inkml:brushProperty name="width" value="0.035" units="cm"/>
      <inkml:brushProperty name="height" value="0.035" units="cm"/>
    </inkml:brush>
  </inkml:definitions>
  <inkml:trace contextRef="#ctx0" brushRef="#br0">3 228 10469,'0'0'64,"0"0"1,0 0 0,0 1-1,0-1 1,-1 0-1,1 0 1,0 0-1,0 0 1,0 0-1,0 1 1,0-1-1,0 0 1,0 0-1,-1 0 1,1 0-1,0 0 1,0 1-1,0-1 1,0 0-1,0 0 1,0 0-1,0 1 1,0-1 0,0 0-1,0 0 1,0 0-1,0 0 1,0 1-1,0-1 1,0 0-1,0 0 1,0 0-1,0 1 1,0-1-1,0 0 1,0 0-1,1 0 1,-1 0-1,0 0 1,0 1-1,0-1 1,0 0-1,0 0 1,0 0 0,1 0-1,-1 0 1,0 0-1,0 1 1,0-1-1,0 0 1,0 0-1,1 0 1,16 5 1843,33-1-168,-43-4-1429,107 0 1592,209-27 1,-130 6-1258,605-53 792,222-17-605,-889 79-769,8 0-2,150 5-1,-274 8-45,-1 1 1,0 0 0,0 1-1,0 1 1,18 7-1,-45 1-36,7-8-146,0-1-1,0-1 0,0 1 1,-1-1-1,1 0 0,-1 0 1,1-1-1,-1 0 1,0 0-1,1-1 0,-1 0 1,0 0-1,0 0 0,1-1 1,-1 0-1,-11-3 0,-20-13-4150,34 14 3214,0 0 0,0 0-1,1 0 1,-1 0 0,1-1-1,-4-4 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3.577"/>
    </inkml:context>
    <inkml:brush xml:id="br0">
      <inkml:brushProperty name="width" value="0.035" units="cm"/>
      <inkml:brushProperty name="height" value="0.035" units="cm"/>
    </inkml:brush>
  </inkml:definitions>
  <inkml:trace contextRef="#ctx0" brushRef="#br0">305 89 9125,'5'-6'594,"8"-12"675,-13 18-1194,0-1 0,1 1 1,-1-1-1,0 1 0,0-1 0,0 1 1,0-1-1,0 1 0,0-1 1,0 1-1,0 0 0,0-1 0,0 1 1,0-1-1,0 1 0,0-1 1,0 1-1,0-1 0,0 1 0,0-1 1,-1 1-1,1-1 0,0 1 1,0 0-1,-1-1 0,1 1 0,0-1 1,0 1-1,-1 0 0,1-1 1,0 1-1,-1 0 0,1-1 0,-1 1 1,1 0-1,-1-1 0,-4-2 983,1 0 0,-1-1 0,1 1 0,0-1 0,-4-5 0,-14-12 3941,20 19-3678,-1 3-96,1-1-1108,0 0 0,0 0 0,0 1 0,0-1 0,0 1 0,0-1 1,0 1-1,0 0 0,1 0 0,-1 0 0,0 0 0,1 0 0,-1 0 0,0 0 0,1 0 0,-1 1 1,1-1-1,0 1 0,0-1 0,-1 1 0,1-1 0,0 1 0,0 0 0,0 0 0,1-1 0,-1 1 1,0 0-1,1 0 0,-1 2 0,-23 69 677,-27 140 0,-32 272-5240,82-479 4372,-29 160-7402,17-99 1171,-3 5-5177</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3.953"/>
    </inkml:context>
    <inkml:brush xml:id="br0">
      <inkml:brushProperty name="width" value="0.035" units="cm"/>
      <inkml:brushProperty name="height" value="0.035" units="cm"/>
    </inkml:brush>
  </inkml:definitions>
  <inkml:trace contextRef="#ctx0" brushRef="#br0">1 112 13473,'1'-17'7661,"16"30"546,-7-3-10197,36 34 2489,-2 1 1,-3 3-1,59 88 1,-83-113-480,2 4-190,-2 2 0,-1-1 1,-1 2-1,18 53 1,-31-77 135,-1 0 0,1 0 0,-1 0 1,-1 0-1,1 0 0,-1 0 1,0 0-1,-1 0 0,1 0 0,-1 0 1,-2 7-1,2-10 28,0 0-1,0 1 1,0-1 0,-1 0 0,1 0-1,-1-1 1,0 1 0,0 0 0,0 0-1,0-1 1,0 1 0,0-1 0,-1 0-1,1 0 1,-1 0 0,0 0 0,0 0-1,1 0 1,-1-1 0,-4 2 0,5-2 26,1-1 0,-1 1 1,0-1-1,0 1 1,0-1-1,0 0 0,1 0 1,-1 0-1,0 0 1,0 0-1,0 0 1,0-1-1,1 1 0,-1-1 1,0 1-1,0-1 1,1 1-1,-1-1 1,0 0-1,1 0 0,-1 0 1,0 0-1,1 0 1,0 0-1,-1-1 0,1 1 1,0 0-1,-1-1 1,1 1-1,0-1 1,0 1-1,0-1 0,0 1 1,1-1-1,-1 0 1,0 0-1,1 1 0,-1-1 1,0-3-1,-1-4 47,-1 0-1,2-1 0,-1 0 0,1 1 0,1-1 0,0-15 1,3 1-89,1 0 1,1 0-1,1 0 1,1 1-1,1 0 1,1 0-1,2 1 1,0 0-1,1 0 1,0 2-1,2-1 1,1 2-1,0 0 1,22-20-1,-7 10-867,2 2 0,1 1 0,0 1 0,2 2-1,1 2 1,1 1 0,59-23 0,-92 42 755,111-41-4396,-93 36 1401,37-5-1,1 7-4792</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4.405"/>
    </inkml:context>
    <inkml:brush xml:id="br0">
      <inkml:brushProperty name="width" value="0.035" units="cm"/>
      <inkml:brushProperty name="height" value="0.035" units="cm"/>
    </inkml:brush>
  </inkml:definitions>
  <inkml:trace contextRef="#ctx0" brushRef="#br0">574 26 8209,'-1'1'112,"0"-1"1,0 0 0,0 0-1,1 0 1,-1 1 0,0-1-1,0 0 1,0 0 0,0 0-1,0 0 1,0-1 0,0 1-1,1 0 1,-1 0-1,0 0 1,0-1 0,0 1-1,0-1 1,1 1 0,-1 0-1,0-1 1,0 1 0,-1-2-1,2 1 89,0 0 0,0-1 0,0 1 0,0 0-1,0-1 1,0 1 0,0 0 0,1-1 0,-1 1-1,0 0 1,1 0 0,-1 0 0,1-1 0,-1 1-1,2-2 1,-23 3 2806,9 1-2528,1 1 0,0 1 0,0-1 1,0 2-1,0-1 0,-17 9 1,-61 39 587,62-34-794,-34 21-5,1 4-1,3 2 1,-66 64 0,120-105-263,1 0 1,-1 0-1,1 1 0,0-1 1,-1 0-1,2 1 0,-1 0 1,-1 3-1,0-1 2,36-1 102,-24-7-98,0-1 0,0 0 0,0 0 0,0-1 0,14-8 0,8-3 90,18-7 193,-12 5 419,57-18 0,-81 31-576,1 1 1,1 0 0,-1 1 0,0 1 0,0 0-1,1 1 1,27 3 0,2 6 62,61 20 1,28 7-376,-113-33 72,-1 0 0,1-1 0,0-1 0,0-1 1,23-3-1,-22 0 65,1-1 1,-1-1 0,1-1-1,-1 0 1,20-11 0,-30 12 143,-1 0 1,0 0 0,0-2 0,-1 1-1,1-1 1,-1 0 0,-1-1-1,1 0 1,-1 0 0,-1-1 0,12-17-1,56-88 4118,-73 111-3124,0 5-1046,0 0-1,-1 0 1,1 0 0,0 0-1,0 0 1,-1 0-1,1 0 1,-1 0-1,0 1 1,0-1-1,2 5 1,-2 1-288,-1 1 0,0-1 1,0 0-1,-3 14 0,1 28-4024,4-37 2361,4 9-8606,-6-20 9852,4 15-10570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4.543"/>
    </inkml:context>
    <inkml:brush xml:id="br0">
      <inkml:brushProperty name="width" value="0.035" units="cm"/>
      <inkml:brushProperty name="height" value="0.035" units="cm"/>
    </inkml:brush>
  </inkml:definitions>
  <inkml:trace contextRef="#ctx0" brushRef="#br0">0 89 10425,'13'-43'2052,"-20"26"956,20 3-1887,-3 0 387,18 22-1300,10 12-560,-12-3-780,-1 6-445,-3 9-2847,-6 8-3429</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5.185"/>
    </inkml:context>
    <inkml:brush xml:id="br0">
      <inkml:brushProperty name="width" value="0.035" units="cm"/>
      <inkml:brushProperty name="height" value="0.035" units="cm"/>
    </inkml:brush>
  </inkml:definitions>
  <inkml:trace contextRef="#ctx0" brushRef="#br0">0 135 10129,'1'-2'775,"0"0"1,0 0-1,0 0 1,-1 0-1,1 0 1,-1 0-1,1 0 0,-1 0 1,0-1-1,0 1 1,0 0-1,0 0 1,0 0-1,-1-5 0,-1-11 3812,2 17-4489,0 0 0,0 0 0,0 0-1,0 0 1,0 0 0,0 0 0,1 0 0,-1 0 0,0 0 0,0 0-1,1 0 1,-1 0 0,1 0 0,-1 1 0,1-1 0,-1 0 0,1 0-1,-1 0 1,1 1 0,0-1 0,-1 0 0,1 0 0,0 1-1,0-1 1,0 1 0,-1-1 0,1 1 0,0-1 0,0 1 0,0 0-1,0-1 1,0 1 0,0 0 0,0-1 0,0 1 0,0 0 0,0 0-1,0 0 1,0 0 0,0 0 0,0 0 0,0 0 0,0 1-1,0-1 1,0 0 0,0 1 0,0-1 0,0 0 0,0 1 0,1 0-1,2 1 18,1-1-1,-1 1 1,0 0-1,0 1 0,1-1 1,-2 1-1,1 0 0,0 0 1,5 6-1,-5-4-91,-1 0 1,0 0-1,0 0 0,0 1 1,0-1-1,-1 1 0,0 0 1,-1 0-1,1 0 0,-1 0 1,0 0-1,0 9 0,-1 4-233,-1 0-1,-6 31 0,-1 23-780,8-70 920,9-3 55,-1-1 0,0 0 1,0-1-1,1 0 0,-1 0 1,-1-1-1,1 0 0,0 0 1,14-9-1,5-6 191,32-26-1,-14 10 124,-43 33-290,18-15 166,2 2 0,0 1-1,42-19 1,-58 29-155,1 1 0,-1 0-1,1 0 1,0 1 0,0-1 0,-1 2-1,1-1 1,0 1 0,0 0 0,0 0-1,0 1 1,0 0 0,0 0 0,0 1 0,-1-1-1,1 2 1,-1-1 0,13 7 0,-8-2-25,-1 1 0,0 0 1,-1 1-1,0 0 0,0 0 1,-1 1-1,9 12 0,-10-12-138,1 0-1,0 0 1,1-1-1,-1 0 0,21 15 1,-23-21 105,0 0 1,0-1-1,0 1 1,0-1-1,0 0 1,1-1-1,-1 0 1,1 0-1,-1 0 1,1-1-1,-1 0 1,1 0-1,-1 0 1,1-1-1,-1 0 1,1 0-1,-1-1 1,0 0-1,9-4 1,9-4-10,-1-1-1,-1-1 1,33-23-1,56-54 353,-7 5 958,-103 83-1250,0 1 1,0 0-1,0 0 0,0 0 0,1 1 1,-1-1-1,0 0 0,0 0 1,0 0-1,0 1 0,0-1 0,0 1 1,-1-1-1,1 1 0,0-1 1,0 1-1,0-1 0,1 2 0,0-1 18,12 8-66,-1 0 0,0 1 0,0 0 0,-1 1-1,-1 1 1,1 0 0,14 21 0,-24-29-145,1-1 0,0 1-1,0-1 1,1 0 0,-1 0 0,1 0 0,-1 0-1,1 0 1,0-1 0,0 0 0,5 3 0,0-2-400,1-1 1,0 1-1,18 1 1,-21-3 332,64 13-4271,-68-14 3557,0-5-3944,-2 4 4742,1 0 1,-1-1-1,0 1 1,0 0-1,0-1 1,-1 1-1,1-1 1,0 1 0,0-1-1,-1 1 1,1-1-1,-1 0 1,0 1-1,1-1 1,-1 1-1,0-3 1,-5-147-8255,11 97 5427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5.292"/>
    </inkml:context>
    <inkml:brush xml:id="br0">
      <inkml:brushProperty name="width" value="0.035" units="cm"/>
      <inkml:brushProperty name="height" value="0.035" units="cm"/>
    </inkml:brush>
  </inkml:definitions>
  <inkml:trace contextRef="#ctx0" brushRef="#br0">140 81 6681,'16'-19'1251,"-13"15"1313,-32-10 1535,-37-8 781,5 2-3563,58 19-2513</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6.350"/>
    </inkml:context>
    <inkml:brush xml:id="br0">
      <inkml:brushProperty name="width" value="0.035" units="cm"/>
      <inkml:brushProperty name="height" value="0.035" units="cm"/>
    </inkml:brush>
  </inkml:definitions>
  <inkml:trace contextRef="#ctx0" brushRef="#br0">24 99 12497,'1'-4'324,"-1"1"0,1-1 0,-1 1 0,1 0 0,0-1 0,0 1 0,0 0 1,1 0-1,-1-1 0,1 1 0,0 1 0,2-4 0,11-24 7268,-16 28-7321,1 1 1,-1-1-1,0 0 0,0 0 0,0 0 0,0 1 0,0-1 1,-1 1-1,1-1 0,-3-2 0,-1 12-100,1 0 0,1 0-1,0 1 1,0-1 0,0 1-1,1 0 1,0 0 0,1 0 0,-1 15-1,-3 13 39,2-18-145,0 0-1,1 0 0,1 0 1,1 0-1,1 0 0,3 19 1,-3-36-58,1 0 0,-1 0 1,1 0-1,0 0 1,0-1-1,0 1 0,0 0 1,0-1-1,0 1 1,0-1-1,0 0 0,0 0 1,5 2-1,-2-2-3,1 0 0,-1-1 0,1 1 0,-1-1-1,1 0 1,0-1 0,-1 1 0,1-1 0,5-1 0,54-18 5,-46 14-9,20-7 21,129-36-50,-140 42 20,-1 2-1,2 1 1,-1 1 0,33 2 0,-51 1 9,0 2 1,0-1 0,0 1 0,0 1 0,0 0-1,-1 0 1,1 1 0,-1 0 0,12 7-1,6 7 11,40 33-1,-53-38-18,1-1 1,0 0-1,0-1 1,1-1-1,1-1 1,-1 0 0,1-1-1,23 7 1,-18-10-30,0-1-1,0-1 1,0-1 0,0-1 0,1-1-1,-1-1 1,0-1 0,0 0 0,0-2 0,0-1-1,31-11 1,-37 10 33,1-1 0,-1-1 0,-1 0 0,1-1 0,-1-1 0,-1 0 0,0-1 0,-1-1 0,0 0-1,0-1 1,-1 0 0,-1-1 0,-1 0 0,17-28 0,-17 23-11,-1 0 1,12-35-1,-19 50 13,-1 0-1,0-1 0,0 1 0,0-1 1,0 1-1,-1-1 0,0 1 1,0-1-1,0 0 0,0 1 1,-1-1-1,1 1 0,-1-1 1,-1 1-1,1-1 0,0 1 0,-1 0 1,0 0-1,-2-5 0,2 8-1,0-1 0,0 0 0,0 1-1,1-1 1,-2 1 0,1-1 0,0 1 0,0 0-1,0 0 1,0 0 0,-1 0 0,1 0-1,-1 0 1,1 1 0,0-1 0,-1 1-1,1 0 1,-1 0 0,1 0 0,-1 0 0,1 0-1,-1 0 1,-3 2 0,-2-1-46,0 1 1,1 0-1,-1 1 1,1 0-1,-11 5 1,9-1-179,0-1-1,0 2 1,1-1 0,0 1 0,0 0 0,1 1 0,0 0 0,0 0 0,1 0 0,0 1 0,1 0-1,-7 18 1,10-25 180,1 0 0,0 1 0,-1-1 0,1 0 0,1 0 0,-1 0 0,0 1 0,1-1 0,0 0 0,0 1 0,0-1 0,0 0-1,0 1 1,1-1 0,-1 0 0,1 1 0,0-1 0,0 0 0,0 0 0,0 0 0,1 0 0,-1 0 0,1 0 0,0 0 0,0 0 0,0-1 0,0 1-1,0-1 1,1 1 0,-1-1 0,1 0 0,-1 0 0,1 0 0,0 0 0,0-1 0,0 1 0,0-1 0,3 2 0,0-1 76,0 0 0,0 0-1,0 0 1,0 0 0,1-1 0,-1 0 0,0-1 0,1 1 0,-1-1-1,0 0 1,1-1 0,-1 1 0,0-1 0,0-1 0,1 1 0,-1-1 0,0 0-1,0-1 1,6-2 0,-9 2 166,0 1 0,0 0 0,0-1 0,-1 0 0,1 0 1,-1 0-1,1 0 0,-1 0 0,0 0 0,2-5 0,-3 7 549,-1-2-65,0-26 343,0 26-214,-1 8-390,-9 61 201,3 0-1,3 0 1,6 92 0,-2 31-327,-6-74-335,-27 144 1,23-207-120,-2-1 0,-3 0 1,-1-1-1,-3 0 1,-28 51-1,34-79 89,-1 0 0,-1-1 0,-1-1-1,0 0 1,-2-2 0,0 1 0,-1-2 0,-1-1 0,0 0 0,-2-2 0,-23 14-1,31-21 69,0 0 0,-1 0-1,0-1 1,0-1 0,0-1-1,-1 0 1,1-1 0,-1 0-1,0-1 1,0-1 0,0-1-1,0 0 1,0-1 0,1-1-1,-1 0 1,0-1 0,1-1-1,-29-10 1,37 11 29,0-1-1,1 0 1,0 0 0,-1 0-1,1-1 1,1 1-1,-1-2 1,1 1 0,0 0-1,0-1 1,0 0 0,1 0-1,0-1 1,0 1-1,0-1 1,1 0 0,0 0-1,1 0 1,-1 0-1,2 0 1,-1-1 0,1 1-1,0 0 1,0-1 0,1-13-1,1 0 11,0 0 0,2 1 0,0-1-1,2 1 1,0-1 0,1 2 0,1-1-1,13-25 1,6-3-184,3 1 1,1 1-1,2 1 0,3 2 0,1 1 0,2 2 0,45-36 1,10 0-1796,3 4 1,123-69 0,64-1-8620,-134 78-319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7.264"/>
    </inkml:context>
    <inkml:brush xml:id="br0">
      <inkml:brushProperty name="width" value="0.035" units="cm"/>
      <inkml:brushProperty name="height" value="0.035" units="cm"/>
    </inkml:brush>
  </inkml:definitions>
  <inkml:trace contextRef="#ctx0" brushRef="#br0">160 64 12285,'1'-16'853,"-1"13"-593,0 0 1,0 0-1,0 0 0,1 0 1,-1 0-1,1 0 0,0 0 1,-1 1-1,1-1 0,1 0 1,-1 0-1,0 1 0,1-1 1,3-4 6682,-10 29-3196,3-6-2683,2 0 1,1 21 0,1 22 326,-45 328-619,-24-3-839,41-277-1021,-3 24-2416,23-65-2082,9 0-4242,1-46 55</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7.543"/>
    </inkml:context>
    <inkml:brush xml:id="br0">
      <inkml:brushProperty name="width" value="0.035" units="cm"/>
      <inkml:brushProperty name="height" value="0.035" units="cm"/>
    </inkml:brush>
  </inkml:definitions>
  <inkml:trace contextRef="#ctx0" brushRef="#br0">39 35 11649,'3'0'491,"0"-1"0,0 1 1,0-1-1,0 0 0,0 0 0,0 0 0,0-1 0,0 1 1,0-1-1,-1 1 0,4-4 0,-2 3 22,-1 0-1,1-1 1,0 1 0,0 1 0,-1-1-1,1 0 1,0 1 0,6-1-1,3 1 80,1 1-1,-1 0 0,1 1 0,-1 0 0,0 1 0,1 1 1,19 6-1,93 39 991,-101-37-1295,36 13 48,-2 4 0,0 2 0,-2 2 0,84 64 0,-122-80-317,0 1-1,-2 0 0,0 2 0,-1 0 1,-1 0-1,20 35 0,-27-39-46,-1 0 1,0 1-1,-1 0 0,-1 0 0,0 1 0,-1 0 0,-1-1 0,-1 1 1,0 0-1,-1 28 0,-3-23-30,0 0-1,-2 0 1,0 0 0,-1-1-1,-1 0 1,-1 0 0,-13 27 0,5-20-103,-1 0 0,-1-1 0,-1-1 0,-33 38 0,8-21-341,-1-1-1,-3-2 1,-1-3 0,-100 61 0,-114 34-2296,169-87-906,3 0-4081,73-35-1375</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8.041"/>
    </inkml:context>
    <inkml:brush xml:id="br0">
      <inkml:brushProperty name="width" value="0.035" units="cm"/>
      <inkml:brushProperty name="height" value="0.035" units="cm"/>
    </inkml:brush>
  </inkml:definitions>
  <inkml:trace contextRef="#ctx0" brushRef="#br0">519 912 10961,'22'-180'12907,"-22"180"-12896,0 0 1,0 0 0,0 0 0,0 0 0,0 0 0,0-1 0,0 1 0,0 0 0,0 0 0,0 0 0,0 0-1,0 0 1,0 0 0,0-1 0,0 1 0,0 0 0,0 0 0,0 0 0,0 0 0,0 0 0,0 0 0,0-1-1,-1 1 1,1 0 0,0 0 0,0 0 0,0 0 0,0 0 0,0 0 0,0 0 0,0 0 0,0-1 0,0 1-1,-1 0 1,1 0 0,0 0 0,0 0 0,0 0 0,0 0 0,0 0 0,0 0 0,-1 0 0,1 0 0,0 0-1,0 0 1,0 0 0,0 0 0,0 0 0,0 0 0,-1 0 0,1 0 0,0 0 0,0 0 0,0 0 0,0 0-1,0 0 1,0 0 0,-1 0 0,-7 0 100,-1 0-1,1 1 0,-1 0 1,1 0-1,-1 1 0,1 0 1,0 0-1,0 1 0,0 0 1,0 1-1,1 0 0,-1 0 1,-8 6-1,-12 10-3,1 1 0,-26 26 1,-8 13-960,2 3 0,-83 115 1,134-166 573,0 0 1,-11 25 0,18-35 235,-1 0-1,1 1 0,0-1 1,1 0-1,-1 0 1,0 1-1,0-1 0,1 0 1,0 1-1,-1-1 1,1 1-1,0-1 0,0 1 1,0-1-1,0 0 0,1 1 1,-1-1-1,1 1 1,0-1-1,-1 0 0,1 1 1,0-1-1,0 0 1,0 0-1,3 4 0,0-5 16,-1 1 0,1-1 0,0 1 0,0-1 0,0 0 0,1 0 0,-1-1 0,0 0 0,0 1 0,0-1-1,0 0 1,5-1 0,-6 1 15,25-4 67,-1 0 0,0-1 0,-1-2 0,43-16 0,-13 5 172,175-47 634,-111 35-507,211-85 0,-295 99-357,23-10 15,0-3 0,81-54 0,-130 77-12,31-22-22,0-2 0,38-38 0,-57 47 54,-2 0 1,0-1 0,-1-1 0,-2-1 0,0-1 0,-1 0 0,-2-1 0,-1 0 0,-1-1 0,-1-1-1,-1 0 1,9-47 0,-13 46 383,-2 0 1,-1 0-1,-1 0 0,-1 0 0,-2 0 0,-6-44 0,2 32 299,4 28-282,0 0 0,-1 0 0,-6-20-1,8 33-418,0 1 0,0-1 0,0 0-1,0 0 1,0 0 0,0 0 0,0 0-1,0 1 1,0-1 0,0 0 0,0 0-1,0 0 1,-1 0 0,1 0 0,0 0-1,0 1 1,0-1 0,0 0-1,0 0 1,0 0 0,0 0 0,0 0-1,0 0 1,-1 0 0,1 0 0,0 1-1,0-1 1,0 0 0,0 0 0,0 0-1,0 0 1,-1 0 0,1 0 0,0 0-1,0 0 1,0 0 0,0 0 0,0 0-1,-1 0 1,1 0 0,0 0 0,0 0-1,0 0 1,0 0 0,0 0 0,-1 0-1,1 0 1,0 0 0,0 0 0,0 0-1,0-1 1,0 1 0,0 0 0,-1 0-1,1 0 1,0 0 0,0 0-1,0 0 1,0 0 0,-7 26 421,-2 38 46,2 148-455,18 0-3383,-5-132 991,3 17-2746,1-34-2178,2-11-2943</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8.365"/>
    </inkml:context>
    <inkml:brush xml:id="br0">
      <inkml:brushProperty name="width" value="0.035" units="cm"/>
      <inkml:brushProperty name="height" value="0.035" units="cm"/>
    </inkml:brush>
  </inkml:definitions>
  <inkml:trace contextRef="#ctx0" brushRef="#br0">1 158 11749,'85'-22'4030,"165"-22"-1,255-23-814,-498 65-3162,-1 1-1,1-1 1,-1-1-1,1 1 0,7-5 1,-3 1 20,-8 5 85,-9 1-15,-9 3-144,0 0 0,0 1 0,1 1 0,-1 0 0,1 1 0,0 0 0,0 1 0,1 1 0,0 0 0,-23 19 0,11-7-195,2 2 0,0 1 0,1 0 0,-27 38 0,46-56 132,0-1 0,0 1 0,0 0 0,1 0 0,0 0-1,0 0 1,0 0 0,1 1 0,-1-1 0,0 10 0,2-12 60,0-1 1,0 1 0,0-1-1,1 1 1,-1 0 0,1-1 0,0 1-1,-1-1 1,1 1 0,0-1-1,0 0 1,1 1 0,-1-1-1,1 0 1,-1 0 0,1 0 0,-1 0-1,1 0 1,0 0 0,0 0-1,0-1 1,0 1 0,0-1 0,1 1-1,2 1 1,9 3 147,0 0 1,1-1-1,-1 0 1,1-1-1,0-1 1,0 0-1,17 1 1,40-2-2306,-3-5-7340,-50 2 1061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8.614"/>
    </inkml:context>
    <inkml:brush xml:id="br0">
      <inkml:brushProperty name="width" value="0.035" units="cm"/>
      <inkml:brushProperty name="height" value="0.035" units="cm"/>
    </inkml:brush>
  </inkml:definitions>
  <inkml:trace contextRef="#ctx0" brushRef="#br0">32 316 10533,'-2'0'251,"0"-1"0,0 0 0,1 1 0,-1-1 0,0 0 0,1 0 0,-1-1 0,1 1 0,-1 0 0,1 0 0,-1-1 0,1 1 0,0-1 0,0 1 0,0-1 0,0 1 0,0-1 0,0 0 0,0 0 0,0 1 0,1-1 0,-1 0 0,1 0 0,-1 0 0,1 0 0,0 0 0,0 0 0,0 1 0,0-1 0,0-4 0,0-4 665,1 0-1,0 0 0,0 1 1,1-1-1,4-13 1,0 9-487,0 0-1,1 1 1,1 0 0,0 1-1,0 0 1,1 0 0,1 1-1,0 0 1,1 1 0,0 0 0,0 0-1,1 1 1,0 1 0,1 0-1,18-9 1,-28 16-372,0-1 0,1 1-1,-1-1 1,0 1 0,0 0 0,1 1-1,-1-1 1,1 0 0,-1 1-1,1 0 1,-1 0 0,1 0 0,-1 0-1,1 1 1,-1-1 0,1 1 0,-1 0-1,0 0 1,1 0 0,-1 0 0,0 1-1,0-1 1,0 1 0,0 0 0,0 0-1,0 0 1,0 0 0,-1 0-1,1 1 1,2 3 0,0 1-30,0 0 1,-1 0-1,0 1 1,0-1-1,-1 1 1,0 0-1,0 0 1,-1 0-1,0 0 0,0 0 1,0 11-1,0 9-51,-2 0-1,-1 0 0,-1 1 0,-11 53 0,-42 108-2136,44-161 552,-1 0-1,-1-1 1,-26 41 0,37-66 942,0 0 0,-1 0 0,1 0 0,-1-1 1,0 1-1,0-1 0,0 0 0,0 0 0,-5 3 0,-3 2-4310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9.036"/>
    </inkml:context>
    <inkml:brush xml:id="br0">
      <inkml:brushProperty name="width" value="0.035" units="cm"/>
      <inkml:brushProperty name="height" value="0.035" units="cm"/>
    </inkml:brush>
  </inkml:definitions>
  <inkml:trace contextRef="#ctx0" brushRef="#br0">49 540 8817,'6'-8'1113,"0"1"1,0-1 0,1 1-1,0 1 1,0-1-1,1 1 1,0 0 0,10-5-1,20-10 501,-31 18-1342,-1-1-1,1 0 0,-1-1 1,0 1-1,0-1 0,0 0 1,-1-1-1,0 0 0,0 0 1,0 0-1,0 0 1,-1 0-1,0-1 0,-1 0 1,5-12-1,-8 18-236,-1-1 0,1 1 0,-1 0 0,1-1 1,-1 1-1,0 0 0,0 0 0,1-1 0,-1 1 0,0 0 0,0 0 1,0 0-1,0 0 0,0 0 0,0 1 0,-1-1 0,1 0 0,0 0 1,-3 0-1,0 0-12,0 1 1,1 1-1,-1-1 1,0 0-1,0 1 1,0 0-1,1 0 1,-1 0-1,1 0 1,-1 1-1,1-1 1,-1 1-1,1 0 1,0 0-1,-6 5 1,-3 2 61,1 0-1,-18 22 1,16-16-21,1 2-1,0 0 1,1 0-1,1 1 0,1 0 1,1 0-1,0 1 0,1 1 1,-6 30-1,10-35-82,0 1-1,1-1 0,1 1 1,0-1-1,1 1 1,1-1-1,0 1 0,1-1 1,1 1-1,0-1 1,1 0-1,1 0 0,8 17 1,-8-24-63,0 0 0,1 0 0,0 0 0,0-1-1,1 0 1,0 0 0,0 0 0,1-1 0,0 0 0,0-1 0,0 0 0,1 0 0,0-1 0,0 0 0,0 0 0,0-1 0,0 0 0,19 3 0,-1-2-103,1 0 1,1-2 0,-1-1 0,0-1 0,39-6 0,-38 2 111,-1-1 0,0-1 0,0-2 0,0-1 0,-1-1 0,-1-1 1,33-19-1,-29 11 53,0-1 1,-1-2-1,-1-1 1,-1-1-1,35-40 0,-25 20 426,-3-1-1,-1-2 0,-3-2 1,-1-1-1,-3-1 0,-2-1 1,-2-1-1,22-87 0,13-30 3108,-55 167-2598,-4 4-805,1 0 0,-1 0 0,1 0 1,0 0-1,0 1 0,0-1 0,0 0 0,0 0 0,0 1 1,0-1-1,-1 3 0,0-1 33,-5 9-130,0 1 0,1 0 0,1 0 1,0 1-1,0-1 0,1 1 0,-2 21 1,1-15-17,-24 111-1056,-18 187-1,46-300-292,1 1 0,1 0 0,6 35 1,-3-37-2114,1 0 0,7 18 1,1-7-8399</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9.191"/>
    </inkml:context>
    <inkml:brush xml:id="br0">
      <inkml:brushProperty name="width" value="0.035" units="cm"/>
      <inkml:brushProperty name="height" value="0.035" units="cm"/>
    </inkml:brush>
  </inkml:definitions>
  <inkml:trace contextRef="#ctx0" brushRef="#br0">19 52 12849,'-19'-9'2076,"51"1"-291,19-4-221,-7 4-324,4 8-304,9-3-252,13 3-364,0-3-588,9-3-648,13 3-760,0 3-428,7 0-2741,-4 0-3816</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9.316"/>
    </inkml:context>
    <inkml:brush xml:id="br0">
      <inkml:brushProperty name="width" value="0.035" units="cm"/>
      <inkml:brushProperty name="height" value="0.035" units="cm"/>
    </inkml:brush>
  </inkml:definitions>
  <inkml:trace contextRef="#ctx0" brushRef="#br0">1 49 12397,'0'0'15350,"1"-2"-14888,2-3-839,0 1 0,0 0 0,1 0 0,-1 0 0,1 1 0,-1-1 1,1 1-1,1 0 0,-1 0 0,0 0 0,5-2 0,-5 4-2196</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5.448"/>
    </inkml:context>
    <inkml:brush xml:id="br0">
      <inkml:brushProperty name="width" value="0.035" units="cm"/>
      <inkml:brushProperty name="height" value="0.035" units="cm"/>
    </inkml:brush>
  </inkml:definitions>
  <inkml:trace contextRef="#ctx0" brushRef="#br0">3318 129 5300,'-1'-1'628,"-1"-1"0,1 0 0,-1 1 0,1-1-1,0 0 1,0 0 0,0 0 0,0 0 0,0 0-1,0 0 1,-1-3 0,-2-25 2818,4 26-3144,0 0 0,-1 0 0,1 0 0,-1 0-1,0 0 1,0 0 0,-1 0 0,1 0 0,-1 0 0,1 0 0,-1 0 0,-3-3 0,0 1-136,5 5-111,0 0 0,-1 1 0,1-1-1,-1 0 1,1 0 0,-1 1 0,1-1 0,-1 0-1,0 1 1,1-1 0,-1 1 0,0-1 0,0 1-1,1-1 1,-1 1 0,0-1 0,0 1 0,1 0 0,-1-1-1,0 1 1,0 0 0,0 0 0,0 0 0,0 0-1,0-1 1,1 1 0,-1 0 0,0 1 0,0-1-1,0 0 1,0 0 0,0 0 0,1 0 0,-1 1-1,0-1 1,0 0 0,0 1 0,1-1 0,-1 1 0,0-1-1,0 1 1,1-1 0,-2 1 0,-8 6 93,1 0 1,0 1-1,0 0 1,0 1-1,1-1 0,-11 17 1,-15 14 247,-30 25 214,-104 80 1,-86 41 20,195-144-509,-184 132 192,-970 703-343,497-311-3241,516-391 838,106-82-377,10 5-3530,42-38-2304</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6.442"/>
    </inkml:context>
    <inkml:brush xml:id="br0">
      <inkml:brushProperty name="width" value="0.035" units="cm"/>
      <inkml:brushProperty name="height" value="0.035" units="cm"/>
    </inkml:brush>
  </inkml:definitions>
  <inkml:trace contextRef="#ctx0" brushRef="#br0">55 43 3888,'0'0'3327,"-3"-4"-2171,-8-13 821,9 12-953,0 5-819,1-1-1,0 1 1,0-1-1,0 0 0,-1 1 1,1-1-1,0 0 1,0 0-1,0 0 1,0 0-1,0 0 0,0 0 1,-1-1-1,-2-2 3464,9 17-2352,0-1-1144,-4-9 16,-1 0-32,-6 30 92,6-29-162,-3 0-839,0 1-1,0 0 1,1-1 0,0 1 0,-1 0 0,2 1 0,-1-1-1,-1 8 1,3-11-1368</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6.910"/>
    </inkml:context>
    <inkml:brush xml:id="br0">
      <inkml:brushProperty name="width" value="0.035" units="cm"/>
      <inkml:brushProperty name="height" value="0.035" units="cm"/>
    </inkml:brush>
  </inkml:definitions>
  <inkml:trace contextRef="#ctx0" brushRef="#br0">32 81 5384,'0'0'2095,"1"-4"-1236,4-27 481,-4 29 296,-2-2-1169,0 1 0,0 0 0,-1-1 0,1 1 0,-1 0 0,-2-5 0,-20-6 627,22 13 421,4 4-807,33 37 9,1-2 0,1-2 1,2-1-1,84 57 1,196 96 30,-304-179-687,1430 863 1266,-858-472-1067,-91-36-146,-480-349-341,23 28-1,-37-41-553,-5-22-2577,2 15 2562,0-4-5,3-1-5419,4-9-2382</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1.546"/>
    </inkml:context>
    <inkml:brush xml:id="br0">
      <inkml:brushProperty name="width" value="0.035" units="cm"/>
      <inkml:brushProperty name="height" value="0.035" units="cm"/>
    </inkml:brush>
  </inkml:definitions>
  <inkml:trace contextRef="#ctx0" brushRef="#br0">0 84 9349,'32'-17'1823,"-26"14"3811,-5 18-4635,1 0 0,1 0 0,6 22 0,4 26-28,-3 97 617,-9-146-1334,-1 0 0,0 0-1,-3 15 1,-1 18 1400,4-45-914,2 0-55,0-1-618,1 0 1,-1 0-1,0 0 0,1 0 0,-1 0 1,0 0-1,1-1 0,-1 1 0,1-1 1,-1 0-1,1 1 0,-1-1 0,1 0 0,-1-1 1,1 1-1,-1 0 0,1-1 0,4-1 1,4-2 43,0 0 0,-1-1 0,11-7 0,-5 3 43,26-13 32,332-180 516,-128 63-4619,-144 84-103,-36 23-4453,-40 21-2352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3.262"/>
    </inkml:context>
    <inkml:brush xml:id="br0">
      <inkml:brushProperty name="width" value="0.035" units="cm"/>
      <inkml:brushProperty name="height" value="0.035" units="cm"/>
    </inkml:brush>
  </inkml:definitions>
  <inkml:trace contextRef="#ctx0" brushRef="#br0">57 419 8849,'-9'7'661,"-16"10"376,25-17-962,-1 0 0,0 1 0,1-1 0,-1 0 0,1 0 0,-1 1 0,0-1 0,1 0 0,-1 0 0,1 0 0,-1 0 0,0 0 0,1 0 0,-1 0 0,1 0 0,-1 0 0,0 0 0,1 0 0,-1-1 0,0 1 0,1 0 0,-1 0 0,1-1 0,-1 1 0,1 0 0,-1-1 0,1 1 0,-1 0-1,1-1 1,-1 1 0,1-1 0,-1 1 0,1-1 0,0 1 0,-1-1 0,1 0 0,-2-11 6812,10 5-4215,21 1-2385,-17 5 602,591-108 4078,294-91-3904,-462 105-4703,-420 92 2270,-1 2 1,0 0-1,19 1 1,-19 0-781,-14 0 2056,0 0-1,0 0 0,0 0 0,0-1 1,0 1-1,1 0 0,-1 0 0,0 0 0,0 0 1,0 0-1,0 0 0,0 0 0,0 0 1,0 0-1,0 0 0,1 0 0,-1 0 1,0 0-1,0 0 0,0 0 0,0 0 0,0 0 1,0 0-1,0 0 0,1 0 0,-1 0 1,0 0-1,0 0 0,0 0 0,0 0 1,0 0-1,0 0 0,0 1 0,0-1 0,1 0 1,-1 0-1,0 0 0,0 0 0,0 0 1,0 0-1,0 0 0,0 0 0,0 0 1,0 0-1,0 1 0,0-1 0,0 0 0,0 0 1,0 0-1,0 0 0,0 0 0,0 0 1,0 0-1,0 1 0,0-1 0,0 0 1,0 0-1,0 0 0,0 0 0,0 0 0,0 0 1,0 0-1,0 1 0,-3 13-9674</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3.449"/>
    </inkml:context>
    <inkml:brush xml:id="br0">
      <inkml:brushProperty name="width" value="0.035" units="cm"/>
      <inkml:brushProperty name="height" value="0.035" units="cm"/>
    </inkml:brush>
  </inkml:definitions>
  <inkml:trace contextRef="#ctx0" brushRef="#br0">1 1 14273,'0'4'3009,"5"66"4815,-6 42-2575,0-32-3112,18 249-1958,-13-291-1651,1 0 1,20 71-1,-17-85-2732,1 0 0,24 44-1,-7-27-8454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4.030"/>
    </inkml:context>
    <inkml:brush xml:id="br0">
      <inkml:brushProperty name="width" value="0.035" units="cm"/>
      <inkml:brushProperty name="height" value="0.035" units="cm"/>
    </inkml:brush>
  </inkml:definitions>
  <inkml:trace contextRef="#ctx0" brushRef="#br0">0 13 13977,'4'-2'280,"1"0"-1,-1 0 0,1 1 1,-1-1-1,1 1 0,0 0 1,-1 0-1,1 1 0,0-1 1,0 1-1,-1 0 0,1 1 1,0-1-1,0 1 0,-1 0 1,1 0-1,0 0 0,-1 0 1,1 1-1,-1 0 0,0 0 1,1 0-1,-1 1 0,0-1 1,0 1-1,-1 0 0,1 0 1,-1 1-1,1-1 0,-1 1 1,4 4-1,0 1-115,0-1 0,-1 1 0,0 0 0,-1 0 0,0 0 0,0 1 0,-1 0 0,0 0 0,0 0 0,-1 0 0,-1 1 0,0-1 0,1 22 0,-5-3-89,-1 0 0,-2 0 1,0 0-1,-2-1 0,-2 0 1,-12 30-1,-4 13 180,24-67 119,5-7-130,108-75 260,129-82 20,-196 134-689,1 2-1,1 2 1,77-25-1,-117 46 90,0-1 0,0 1 0,0 0 0,1 1 0,-1 0 0,0 0 0,0 0 0,0 1-1,0 0 1,0 0 0,14 5 0,-18-5-25,-3 1 107,0-1-1,0 0 1,0 0-1,0 1 1,0-1-1,0 0 1,1 1-1,-1-1 1,0 0-1,1 0 1,-1 1-1,1-1 0,0 0 1,-1 0-1,1 0 1,0 0-1,0 0 1,-1 0-1,1 0 1,0 0-1,0 0 1,0 0-1,0 0 1,0-1-1,1 1 1,-1 0-1,0-1 1,0 1-1,0-1 0,1 1 1,-1-1-1,0 0 1,0 1-1,1-1 1,-1 0-1,0 0 1,1 0-1,1 0 1,7 0 34,0-1 1,1-1-1,-1 1 1,13-5 0,7 0 76,29 3-85,-50 4-18,0-1 1,1 0-1,-1-1 0,0 0 1,0-1-1,0 0 0,0 0 0,0 0 1,0-1-1,0-1 0,10-5 1,11-11 56,28-24 0,-1 1 1244,-55 41-1242,0 1 1,0-1-1,-1 1 0,1 0 0,0 0 0,1 0 0,-1 0 1,0 0-1,0 0 0,0 1 0,0-1 0,1 1 0,-1 0 1,0-1-1,0 1 0,1 0 0,-1 0 0,0 0 1,4 1-1,-4 0-31,0 0 1,0 0-1,0 0 1,0 1-1,-1-1 1,1 0-1,0 1 1,-1-1-1,1 1 1,-1 0-1,1-1 1,-1 1-1,0 0 1,0 0-1,0 0 1,2 3-1,1 8 42,1 0-1,-2 0 0,0 1 0,3 26 1,-5-32-44,2 70-556,-2-76 487,-1 0 0,1 0 0,0 0 0,0-1 0,0 1 0,0-1 0,1 1-1,-1 0 1,0-1 0,0 0 0,1 1 0,-1-1 0,1 0 0,0 0 0,2 2 0,21-26-846,-1-1 1,-2-1 0,23-32 0,-40 49 10,-1 0 0,0 0 1,0 0-1,3-9 0,12-24-7997,-9 26-1299</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4.375"/>
    </inkml:context>
    <inkml:brush xml:id="br0">
      <inkml:brushProperty name="width" value="0.035" units="cm"/>
      <inkml:brushProperty name="height" value="0.035" units="cm"/>
    </inkml:brush>
  </inkml:definitions>
  <inkml:trace contextRef="#ctx0" brushRef="#br0">1 120 10393,'34'-20'6714,"1"11"-3707,-19 8-2472,0 0-1,26 3 1,-27-1-66,16 2-277,-25-2-19,0 0 0,0-1 0,0 1 0,0-1 0,0 0-1,0-1 1,1 0 0,-1 0 0,0 0 0,0 0-1,0-1 1,-1 0 0,9-4 0,-2-1 78,1 1 0,-1 1 0,1 0 0,0 0-1,1 1 1,23-3 0,-31 6-222,1 1-1,-1 0 1,0 0-1,1 0 1,-1 1-1,0 0 1,1 0-1,-1 0 0,0 1 1,0 0-1,0 0 1,0 1-1,0 0 1,-1 0-1,1 0 1,7 7-1,10 8-45,33 36-1,-55-54 14,1 0 0,-1 0-1,0 0 1,0-1 0,0 1-1,1 0 1,-1 0 0,0-1-1,0 1 1,0 0-1,0-1 1,0 0 0,0 1-1,0-1 1,2-1 0,-3 2-2,7-4 1,-1 0 0,-1 0-1,1 0 1,-1-1 0,1 0-1,-1 0 1,7-10 0,24-23 162,-29 32-276,-1 1-1,1 0 0,1 0 0,-1 0 0,1 1 0,-1 0 0,1 0 0,0 1 0,1 0 0,-1 1 0,1-1 0,-1 2 0,1-1 0,-1 1 0,1 0 0,14 1 0,20 0-2851,-27-1-452,1 1 1,20 2-1,11 4-5359</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2.458"/>
    </inkml:context>
    <inkml:brush xml:id="br0">
      <inkml:brushProperty name="width" value="0.035" units="cm"/>
      <inkml:brushProperty name="height" value="0.035" units="cm"/>
    </inkml:brush>
  </inkml:definitions>
  <inkml:trace contextRef="#ctx0" brushRef="#br0">35 329 10309,'7'-12'11947,"-12"28"-2310,3-3-10901,4-10 1443,-1 0-1,1-1 0,-1 0 0,1 1 0,0-1 0,0 0 0,0 0 0,0 0 1,1 0-1,-1 0 0,4 2 0,2 0-178,-14-7 0,3 2 0,3 1 0,-1 0 0,0 0 0,0 0 0,0-1 0,1 1 0,-1 0 0,0 0 0,0-1 0,1 1 0,-1 0 0,0-1 0,1 1 0,-1-1 0,0 1 0,1-1 0,-1 1 0,1-1 0,-1 0 0,1 1 0,-1-1 0,1 1 0,-1-1 0,1 0 0,0 1 0,-1-1 0,1 0 0,0 0 0,0 1 0,-1-1 0,1 0 0,0 0 0,0 0 0,0 1 0,0-1 0,0 0 0,0-1 0,0 1 0,0 0 0,0 1 0,0 0 0,1 0 0,-1 0 0,0 0 0,0 0 0,0 0 0,0-1 0,0 1 0,0 0 0,0 0 0,0 0 0,-1 0 0,1 0 0,0-1 0,0 1 0,0 0 0,0 0 0,0 0 0,0 0 0,0 0 0,0 0 0,0 0 0,0-1 0,0 1 0,0 0 0,0 0 0,-1 0 0,1 0 0,0 0 0,0 0 0,0 0 0,0 0 0,0 0 0,0 0 0,0 0 0,-1 0 0,1 0 0,0 0 0,0-1 0,0 1 0,0 0 0,0 0 0,-1 0 0,1 0 0,0 0 0,0 0 0,0 1 0,0-1 0,0 0 0,0 0 0,-1 0 0,1 0 0,0 0 0,-4 9 0,-2 15 0,-20 229 0,24-219 0,1 0 0,1 0 0,6 34 0,-4-46 0,2-1 0,1 0 0,1 0 0,0 0 0,17 35 0,-19-48 0,1 0 0,-1-1 0,1 0 0,0 0 0,1-1 0,-1 1 0,1-1 0,1 0 0,-1-1 0,1 1 0,0-1 0,0-1 0,1 1 0,-1-1 0,1-1 0,0 1 0,0-1 0,0-1 0,0 1 0,1-1 0,-1-1 0,1 0 0,-1 0 0,1 0 0,13-2 0,-4-1 0,0 0 0,0-1 0,-1-1 0,1-1 0,-1 0 0,0-2 0,0 0 0,-1 0 0,0-2 0,0 0 0,17-13 0,-10 4 0,0-2 0,-1 0 0,0-2 0,-2 0 0,-1-1 0,-1-1 0,-1-1 0,20-38 0,-14 15 0,-2 0 0,-2-2 0,23-99 0,30-190-279,-69 324-752,2-1-1,10-25 1,-13 37 509,0 1 1,-1-1-1,1 0 1,1 1-1,-1-1 1,0 1-1,1 0 1,0 0-1,0 0 1,0 0-1,0 1 1,0-1-1,0 1 1,1-1 0,-1 1-1,5-1 1,10 4-6117,1 6-4269</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3.159"/>
    </inkml:context>
    <inkml:brush xml:id="br0">
      <inkml:brushProperty name="width" value="0.035" units="cm"/>
      <inkml:brushProperty name="height" value="0.035" units="cm"/>
    </inkml:brush>
  </inkml:definitions>
  <inkml:trace contextRef="#ctx0" brushRef="#br0">499 669 11029,'0'-1'337,"0"0"0,0 1-1,0-1 1,0 0 0,0 0 0,0 0 0,0 0-1,0 0 1,-1 0 0,1 0 0,0 1-1,-1-1 1,1 0 0,0 0 0,-1 0 0,1 0-1,-1 1 1,1-1 0,-1 0 0,0 1 0,1-1-1,-1 0 1,0 1 0,1-1 0,-2 0-1,0 0-174,1 1 0,-1 0 0,1 0 0,-1-1-1,1 1 1,-1 0 0,1 0 0,-1 0 0,1 0-1,-1 1 1,1-1 0,-1 0 0,-2 2 0,-5 1-208,0 1 1,0 1-1,-13 8 1,20-12 267,-41 28 58,1 2 1,-42 42-1,-66 75-267,145-143-22,-30 28-105,25-24 67,-1 1 0,1 0 1,-12 17-1,20-25 51,6-2 10,16-5 167,0 0 0,33-13-1,-31 10 367,-1 0 0,26-4 0,-39 11-340,0 0 1,0 0 0,1 1-1,-1 0 1,0 0 0,0 1-1,1 0 1,-1 0 0,13 5-1,12 7 422,34 17 0,-45-18-456,1-1-1,1-2 1,0 0 0,36 8-1,-31-13-104,0-2-1,0 0 1,1-2 0,-1-1-1,33-6 1,-7-2 9,94-29 0,-115 27-74,0-1-1,-1-2 1,-1-2-1,0 0 1,47-34 0,-58 34-81,0-1 0,-1-1 0,-1-1 1,-1 0-1,0-2 0,-2 0 1,0 0-1,15-30 0,-8 6-231,-3-1 0,-1 0 0,-3-2 0,12-50 0,-13 26-9,-3 0 0,2-81 0,-9 103 200,-3 35 73,-1-1 0,0 1 0,-1-1 0,-2-23 0,1 37 114,-2 2-39,0 1 0,0 0 0,0 0 0,0 1 0,0-1 0,1 1-1,-1-1 1,0 1 0,1 0 0,-1 0 0,1 0 0,-1 0 0,1 1-1,0-1 1,0 1 0,0-1 0,-2 6 0,-5 6 32,2 1 0,0 0 0,1 0 1,0 1-1,-4 20 0,-6 16 16,8-28-52,-16 43 93,-22 99 0,41-145-115,2 0-1,1 0 1,0 1 0,2-1 0,0 0-1,1 1 1,1-1 0,1 0-1,8 26 1,-9-39-18,1-1 0,0 0 0,0 0 0,0 0 0,1-1 0,0 1 0,1-1 0,-1 0 0,1 0 0,0 0 1,1-1-1,8 7 0,-6-5-8,1-2 0,1 1 1,-1-1-1,1-1 0,0 1 0,0-2 1,0 1-1,11 1 0,6-1 2,0 0 0,1-2 0,-1-1 0,1-2 0,-1 0 0,31-6-1,-25 1 32,-1-1 0,0-2 0,0 0 0,46-22 0,-28 6 1195,87-58-1,-85 55 379,-51 28-1538,0 0 0,0 0-1,0 0 1,0 0 0,-1 0-1,1 0 1,0 0 0,0 0 0,0 1-1,-1-1 1,1 0 0,0 1-1,0-1 1,-1 0 0,1 1-1,0-1 1,-1 1 0,1-1 0,0 1-1,-1-1 1,1 1 0,0 0-1,0 0 1,0 1 111,2 1-135,0 0 0,0 0 1,0 0-1,-1 0 0,0 0 1,1 1-1,-1-1 1,-1 1-1,1 0 0,0 0 1,-1-1-1,0 1 0,0 0 1,0 0-1,0 0 0,-1 0 1,1 5-1,0 10 28,-1 0-1,-3 24 1,2-30-46,0 12-1667,1 0-1,2-1 1,5 34 0,-3-34 344,-1-15-4407,6-1 2985,-5-4 370,12 13-8602</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3.300"/>
    </inkml:context>
    <inkml:brush xml:id="br0">
      <inkml:brushProperty name="width" value="0.035" units="cm"/>
      <inkml:brushProperty name="height" value="0.035" units="cm"/>
    </inkml:brush>
  </inkml:definitions>
  <inkml:trace contextRef="#ctx0" brushRef="#br0">58 26 11561,'-35'-26'2220,"13"26"3901,38 12-5877,3-1-564,6 3-832,16 6-780,-6 0-3001,-3 6-3892</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3.985"/>
    </inkml:context>
    <inkml:brush xml:id="br0">
      <inkml:brushProperty name="width" value="0.035" units="cm"/>
      <inkml:brushProperty name="height" value="0.035" units="cm"/>
    </inkml:brush>
  </inkml:definitions>
  <inkml:trace contextRef="#ctx0" brushRef="#br0">743 1016 10309,'0'0'2377,"0"-2"-273,-1-2-1661,0-1 0,-1 1 0,0-1 0,1 1 0,-1 0 1,-1 0-1,1 0 0,-1 0 0,1 1 0,-1-1 0,0 0 0,0 1 0,-1 0 0,-6-6 0,3 5-90,0-1-1,-1 1 0,0 1 1,1-1-1,-1 1 0,0 1 1,-14-4-1,0 3 12,0 0-1,0 2 1,0 0-1,0 1 1,-37 6-1,29 0-131,0 1-1,1 1 1,0 2-1,1 0 1,0 2-1,-46 28 1,53-28-179,1 2 0,0 0 0,1 1 0,1 1 0,0 1 0,1 1 0,1 0 0,-26 39 0,40-54-96,0 0 0,0 1 0,0 0 0,0-1 0,0 1 0,1 0 0,0 0 0,0-1 0,0 1 0,0 0 0,1 0 0,-1 0 0,1 0 0,0 0 0,1 0 0,-1 0 0,0 0 0,1 0 0,0 0 0,0 0 0,0 0 0,1 0 0,-1-1 0,1 1 0,0 0 0,0-1 0,5 7 0,-3-6-61,0 0-1,1 0 1,0 0 0,0 0-1,0-1 1,0 0 0,1 0-1,-1 0 1,1 0 0,0-1-1,0 0 1,0-1 0,0 1-1,0-1 1,0 0 0,0-1-1,0 1 1,9-2 0,9-1-10,0-1 0,0-1 0,-1-1 0,1-1 0,-1-2 0,-1 0 0,0-1 0,0-1 0,25-16 0,-10 3 48,-1-1-1,-2-2 1,0-2 0,39-41 0,-38 28 44,-2-2 1,-2 0 0,-1-3-1,-3 0 1,29-68-1,-29 50 13,-3-1 1,30-133-1,0-143 415,-54 339-401,2-7 31,-1 0 0,0 0 0,-1-1-1,0 1 1,0 0 0,-1 0 0,-3-15 0,4 24-34,0 0 1,0 0-1,0 0 1,0 0 0,0-1-1,0 1 1,0 0 0,0 0-1,0 0 1,0-1 0,0 1-1,0 0 1,-1 0 0,1 0-1,0 0 1,0 0-1,0-1 1,0 1 0,0 0-1,0 0 1,0 0 0,0 0-1,0 0 1,-1-1 0,1 1-1,0 0 1,0 0-1,0 0 1,0 0 0,0 0-1,-1 0 1,1 0 0,0 0-1,0 0 1,0 0 0,0-1-1,-1 1 1,1 0-1,0 0 1,0 0 0,0 0-1,0 0 1,-1 0 0,1 0-1,0 0 1,0 0 0,0 1-1,-1-1 1,1 0 0,0 0-1,0 0 1,0 0-1,0 0 1,0 0 0,-1 0-1,1 0 1,0 0 0,0 0-1,0 1 1,0-1 0,0 0-1,0 0 1,-1 0-1,-8 18 106,-6 29 31,-58 317 264,59-259-672,-3 160 1,16-237 126,2-1 1,1 1 0,2-1-1,0 1 1,9 28-1,-9-46 74,0 1 0,0-1 1,1 1-1,0-2 0,1 1 0,0 0 0,0-1 0,1 0 1,0-1-1,1 1 0,0-1 0,0-1 0,1 0 0,0 0 1,11 7-1,-1-5-11,0 0 1,0-1-1,1-1 0,-1-1 1,2-1-1,-1-1 1,0 0-1,1-1 0,0-2 1,0 0-1,-1-1 1,1-1-1,29-5 0,-11-1 19,0-2 0,-1-1-1,-1-2 1,1-1 0,-2-2-1,40-23 1,-46 21 49,0-1 0,-1-2 0,0 0-1,-2-3 1,27-27 0,-50 46 41,0 0-1,0 0 1,0 0-1,-1-1 0,0 0 1,1 1-1,-2-1 1,1 0-1,-1-1 0,0 1 1,0 0-1,0-1 1,0 1-1,-1-1 0,0 1 1,0-8-1,-1 12-23,0 1-1,0-1 1,-1 0-1,1 0 0,0 0 1,0 0-1,-1 1 1,1-1-1,0 0 0,-1 1 1,1-1-1,-1 0 1,1 0-1,-1 1 0,0-1 1,1 1-1,-1-1 1,1 1-1,-1-1 1,0 1-1,0-1 0,1 1 1,-1-1-1,0 1 1,0 0-1,-1-1 0,-29 0 77,-33 16 12,62-15-89,-42 16 20,0 1 0,1 2 0,1 2 0,-47 33 0,83-50-35,0 1 0,0-1 0,1 2 0,-10 10 0,7-7 10,8-8 3,0-1 0,-1 1 0,1-1 0,0 0 0,0 1 0,0-1 0,0 1 0,0-1-1,0 1 1,0-1 0,0 0 0,0 1 0,0-1 0,0 1 0,1-1 0,-1 0 0,0 1-1,0-1 1,0 1 0,0-1 0,1 0 0,-1 1 0,0-1 0,0 0 0,1 1 0,-1-1 0,0 0-1,1 1 1,-1-1 0,0 0 0,1 0 0,-1 1 0,1-1 0,13 8 154,-1-7 5,-1-1-1,0-1 0,0 0 0,0-1 0,0 0 0,18-6 1,24-4 1132,-37 9-676,1 1-1,-1 1 1,1 0 0,0 1 0,20 3 0,-31-1-565,0-1-1,0 1 1,0 1 0,0-1-1,-1 1 1,1 0-1,-1 1 1,0-1 0,0 1-1,0 0 1,-1 1-1,1-1 1,-1 1-1,0 1 1,6 7 0,-11-13-55,32 35-2472,-28-32 1921,-1 0-1,1-1 1,0 1-1,-1-1 1,1 0 0,0 0-1,0 0 1,1 0-1,-1-1 1,0 1-1,5 0 1,42-1-8046,-14-7-8</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4.158"/>
    </inkml:context>
    <inkml:brush xml:id="br0">
      <inkml:brushProperty name="width" value="0.035" units="cm"/>
      <inkml:brushProperty name="height" value="0.035" units="cm"/>
    </inkml:brush>
  </inkml:definitions>
  <inkml:trace contextRef="#ctx0" brushRef="#br0">26 37 9741,'16'-31'2553,"-13"25"1721,4 13-1258,-6-7-2934,-1 0-1,1 1 1,0-1 0,0 0 0,-1 1 0,1-1-1,0 1 1,-1 0 0,1-1 0,0 1 0,-1-1-1,1 1 1,-1 0 0,1 0 0,-1-1 0,1 1-1,-1 0 1,0 0 0,1-1 0,-1 1 0,0 1-1,0 9 363,0 1 0,-1-1 0,-1 0 0,0 0 0,-5 16 0,-3 16 372,-5 57-870,0 104 0,10-118-2503,3-16-750,0-15-3751,-1-34-1791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4.362"/>
    </inkml:context>
    <inkml:brush xml:id="br0">
      <inkml:brushProperty name="width" value="0.035" units="cm"/>
      <inkml:brushProperty name="height" value="0.035" units="cm"/>
    </inkml:brush>
  </inkml:definitions>
  <inkml:trace contextRef="#ctx0" brushRef="#br0">1 83 8837,'9'-13'936,"-6"9"-544,-1 1-1,1-1 0,-1 1 0,1 0 1,0 0-1,0 0 0,1 0 0,3-2 1,-1 1 550,0 0 1,1 1-1,-1 0 1,1 0-1,12-3 1,-1 2-407,0 2 0,28-2 0,-17 2 392,10-1 462,72 4-1,-92 0-1089,-1 1-1,1 1 0,-1 1 0,0 1 0,0 0 1,18 9-1,-31-12-270,0 1 0,0 0 0,1 0 0,-2 0 0,1 0-1,0 1 1,-1 0 0,0 0 0,0 0 0,0 0 0,0 1 0,0-1 0,-1 1 0,0 0 0,0 0 0,-1 0 0,1 1 0,-1-1 0,0 1 0,0-1 0,-1 1 0,0 0 0,0-1 0,0 1 0,-1 0 0,0 0 0,0 0 0,-1 5-1,-2 14-982,-2-1 0,0 0-1,-2-1 1,-1 1 0,-13 26-1,12-27-970,-9 12-6610,10-13 506</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4.453"/>
    </inkml:context>
    <inkml:brush xml:id="br0">
      <inkml:brushProperty name="width" value="0.035" units="cm"/>
      <inkml:brushProperty name="height" value="0.035" units="cm"/>
    </inkml:brush>
  </inkml:definitions>
  <inkml:trace contextRef="#ctx0" brushRef="#br0">1 224 7001,'22'-89'1672,"0"61"-208,-16 16-488,4-11-88,-1 0-188,1 9-348,0 3-520,5-1-380,1 1-396,10 14-7465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4.762"/>
    </inkml:context>
    <inkml:brush xml:id="br0">
      <inkml:brushProperty name="width" value="0.035" units="cm"/>
      <inkml:brushProperty name="height" value="0.035" units="cm"/>
    </inkml:brush>
  </inkml:definitions>
  <inkml:trace contextRef="#ctx0" brushRef="#br0">202 38 11921,'-21'32'3132,"-25"30"0,28-41-1342,1 1 0,2 1-1,-24 44 1,31-49-1237,0 0 0,2 1 0,-1-1 0,2 1 0,-5 38-1,9-51-495,1-1-1,0 1 1,0 0-1,1-1 1,-1 1-1,1-1 1,1 1-1,-1-1 0,1 1 1,0-1-1,0 0 1,0 0-1,1 0 1,0 0-1,0 0 1,0-1-1,0 1 0,1-1 1,0 0-1,0 0 1,0 0-1,0-1 1,1 1-1,-1-1 1,1 0-1,5 2 0,1 1-21,1-1 0,0-1 0,0 0 0,1-1 0,-1 0 0,1-1-1,-1 0 1,1-1 0,0-1 0,-1 0 0,1 0 0,0-2-1,0 1 1,-1-2 0,0 1 0,1-2 0,20-8 0,-24 8-24,1 0 0,-1-1 0,1-1 0,-2 1 0,1-1 0,0-1 0,-1 0 0,-1 0 0,12-13 0,-14 14-4,-1-1 0,1 0-1,-1 0 1,-1 0 0,1 0 0,-1 0-1,-1 0 1,1-1 0,-1 0 0,0 1-1,-1-1 1,0 0 0,0-13 0,-2 6-19,0-1 1,-1 1-1,-1 0 1,-1 0-1,0 0 1,0 1-1,-13-27 1,2 12-233,-2 0 1,-30-42-1,39 61-101,1 1-1,-2 1 1,1 0-1,-1 0 1,0 0-1,-14-8 1,17 13-348,0 0 1,1 0-1,-1 1 1,0-1-1,-12-2 0,15 5-92,0-1 0,0 1 0,0-1-1,0 1 1,-1 0 0,1 1 0,0-1-1,0 0 1,0 1 0,0 0 0,0 0-1,-4 1 1,-5 10-9644</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5.099"/>
    </inkml:context>
    <inkml:brush xml:id="br0">
      <inkml:brushProperty name="width" value="0.035" units="cm"/>
      <inkml:brushProperty name="height" value="0.035" units="cm"/>
    </inkml:brush>
  </inkml:definitions>
  <inkml:trace contextRef="#ctx0" brushRef="#br0">54 6 13833,'11'-6'1562,"-7"8"1163,-11 16 3300,-5 13-4488,-10 113 1055,7-36-1842,3 19-451,12-124-294,0-1 1,1 0-1,-1 1 1,1-1 0,-1 0-1,1 0 1,0 1-1,0-1 1,0 0 0,1 0-1,-1 0 1,0 0-1,1 0 1,-1-1 0,3 3-1,-2-2 4,0-1 4,0-1 0,0 1 0,-1-1 0,1 0 1,0 0-1,0 0 0,0 0 0,0 0 0,0 0 1,0-1-1,-1 1 0,1-1 0,0 1 0,0-1 0,-1 0 1,1 0-1,2-1 0,18-12 216,-1-1 0,0-1 0,-2-1 0,34-37 0,8-7 222,-18 24-35,54-37 0,-76 60-302,0 1-1,0 1 1,1 1-1,1 1 1,29-8-1,-44 16-159,0 0 1,0 1-1,0 0 0,0 0 1,0 1-1,0 0 0,0 1 0,0 0 1,0 0-1,0 0 0,0 1 1,0 0-1,0 1 0,-1 0 1,1 0-1,-1 1 0,0 0 1,0 0-1,0 0 0,0 1 1,7 7-1,9 10-353,-1 1 0,-1 1 0,-1 1 0,18 28 0,-21-29 79,10 15-2017,14 19-3227,-12-21-2091,-1-8-3252</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5.222"/>
    </inkml:context>
    <inkml:brush xml:id="br0">
      <inkml:brushProperty name="width" value="0.035" units="cm"/>
      <inkml:brushProperty name="height" value="0.035" units="cm"/>
    </inkml:brush>
  </inkml:definitions>
  <inkml:trace contextRef="#ctx0" brushRef="#br0">20 32 14209,'-19'-32'10185,"35"38"-21594,-1-3 1408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5.062"/>
    </inkml:context>
    <inkml:brush xml:id="br0">
      <inkml:brushProperty name="width" value="0.035" units="cm"/>
      <inkml:brushProperty name="height" value="0.035" units="cm"/>
    </inkml:brush>
  </inkml:definitions>
  <inkml:trace contextRef="#ctx0" brushRef="#br0">137 109 8689,'-81'-84'16235,"70"65"-12984,8 13-136,-1 21-1638,-24 271-1477,20-184-2379,6 51-7219,2-106 5982,0 11-10574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5.269"/>
    </inkml:context>
    <inkml:brush xml:id="br0">
      <inkml:brushProperty name="width" value="0.035" units="cm"/>
      <inkml:brushProperty name="height" value="0.035" units="cm"/>
    </inkml:brush>
  </inkml:definitions>
  <inkml:trace contextRef="#ctx0" brushRef="#br0">7 23 12253,'-7'-23'6517,"30"43"-3609,-11-17-1792,4 6-224,16 5-260,19 12-664,-7-6-244,4-3-548,9 0-280,10 0-576,3-3-256,-4 1-469,1-10-2291,6 1-3685</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5.419"/>
    </inkml:context>
    <inkml:brush xml:id="br0">
      <inkml:brushProperty name="width" value="0.035" units="cm"/>
      <inkml:brushProperty name="height" value="0.035" units="cm"/>
    </inkml:brush>
  </inkml:definitions>
  <inkml:trace contextRef="#ctx0" brushRef="#br0">273 69 9597,'6'-45'11353,"-12"33"-9549,0 1 844,-16 11-1736,-1 0-196,7 11-159,-12 12-373,9 0-841,0 5-475,-7-5-1044,-12 3-940,-3 5-3017,6 9-5440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2.970"/>
    </inkml:context>
    <inkml:brush xml:id="br0">
      <inkml:brushProperty name="width" value="0.035" units="cm"/>
      <inkml:brushProperty name="height" value="0.035" units="cm"/>
    </inkml:brush>
  </inkml:definitions>
  <inkml:trace contextRef="#ctx0" brushRef="#br0">108 19 13897,'-3'-2'363,"1"0"-1,-1 0 1,1 1-1,-1-1 0,0 0 1,0 1-1,1 0 1,-1 0-1,0-1 0,0 2 1,0-1-1,-1 0 1,1 1-1,0-1 0,0 1 1,0 0-1,0 0 1,0 0-1,0 1 0,-1-1 1,1 1-1,-5 1 1,4-1 3659,3 2-2327,-5 20-1151,1-1 0,1 1 0,-2 40-1,5 76 1700,2-71-1844,-9 379-399,9-399-2012,10 63 0,-4-64-1259,3 0 0,2 0 0,19 45 0,-15-52-9404</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3.296"/>
    </inkml:context>
    <inkml:brush xml:id="br0">
      <inkml:brushProperty name="width" value="0.035" units="cm"/>
      <inkml:brushProperty name="height" value="0.035" units="cm"/>
    </inkml:brush>
  </inkml:definitions>
  <inkml:trace contextRef="#ctx0" brushRef="#br0">18 703 11037,'-18'14'4240,"29"-14"-1038,17-3-2350,3 1-139,1-1-1,35-10 1,0 0-63,11-2-416,-1-3-1,95-37 1,-129 38-276,0-1-1,-1-3 1,0-1 0,-2-3-1,45-35 1,-66 44 24,-1-1 0,-1 0 0,0-1 0,-2-1-1,0-1 1,-1 0 0,18-35 0,-26 43 231,0 0 0,-1-1 0,0 1 0,-1-1 0,-1 0 0,0 0 0,-1-1 0,0 1 0,-1-1 0,0 1 0,-1-1 0,-1 1-1,0 0 1,-1-1 0,-4-14 0,-4 4 950,10 24-1133,-1 0-1,1 0 1,0 0 0,0 0 0,0 0 0,0-1-1,-1 1 1,1 0 0,0 0 0,0 0 0,0 0-1,-1 0 1,1 0 0,0 0 0,0 0 0,0 0-1,-1 0 1,1 0 0,0 0 0,0 0 0,-1 0-1,1 0 1,0 0 0,0 0 0,0 0 0,-1 0-1,1 0 1,0 0 0,0 1 0,0-1 0,0 0-1,-1 0 1,1 0 0,0 0 0,0 0 0,0 0-1,0 1 1,-1-1 0,1 0 0,0 0-1,0 0 1,0 0 0,0 1 0,0-1 0,0 0-1,0 0 1,0 1 0,-3 5 260,1 0 1,0 1-1,1-1 0,-2 12 0,-10 194 1869,12-182-2005,1-13-75,-4 197-733,-3 0-3357,3-137 1684,-1 22-2404,7-33-1555,6 3-4985</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4.011"/>
    </inkml:context>
    <inkml:brush xml:id="br0">
      <inkml:brushProperty name="width" value="0.035" units="cm"/>
      <inkml:brushProperty name="height" value="0.035" units="cm"/>
    </inkml:brush>
  </inkml:definitions>
  <inkml:trace contextRef="#ctx0" brushRef="#br0">27 138 12693,'0'0'3816,"-1"1"-3455,-1 0 0,1 0 0,-1 0 0,1 0 0,0 0 0,-1 1 0,1-1 0,0 0 1,0 1-1,0-1 0,0 1 0,0 0 0,-1 1 0,7 8-290,0 0 0,0-1-1,1 1 1,0-1 0,1-1 0,0 1 0,0-1-1,1 0 1,1-1 0,-1 0 0,1 0 0,0-1 0,1 0-1,0-1 1,0 0 0,0 0 0,1-1 0,0 0-1,0-1 1,0-1 0,1 1 0,-1-2 0,1 0-1,-1 0 1,1-1 0,0 0 0,0-1 0,17-2-1,-11 0-113,-1-1-1,1-1 0,33-11 0,-43 12 39,0-1-1,-1 1 1,0-1 0,0-1-1,0 0 1,0 0 0,-1 0-1,0-1 1,0 1 0,0-1-1,8-13 1,-7 9 192,-1-1 0,0 1 0,0-1 0,-1 0 0,-1-1-1,0 1 1,-1-1 0,0 0 0,0 0 0,-1 0 0,-1 0 0,0 0 0,-1 0 0,0 0 0,-3-17-1,2 26-87,1 0-1,-1 0 1,0 1-1,0-1 1,0 1 0,-1-1-1,1 1 1,-1-1-1,-2-3 1,0 1 79,3 4-160,1 1 0,-1 0-1,1 0 1,-1 0 0,1 0 0,-1 0 0,1 0 0,-1 0-1,1 0 1,-1 0 0,1 0 0,-1 1 0,1-1 0,-1 0-1,1 0 1,-1 0 0,1 1 0,-1-1 0,1 0 0,0 0-1,-1 1 1,1-1 0,-1 0 0,1 1 0,0-1 0,-1 1-1,1-1 1,0 1 0,-1 0 0,-11 12 193,9-6-153,0 1-1,0 0 1,1 0-1,1 0 1,-1 0 0,1 1-1,0-1 1,1 15-1,-1 1 35,-7 317 340,0-6-288,1-245-99,-30 153-1,24-187-29,-2-1-1,-2 0 1,-3-2-1,-2 0 1,-3-1-1,-1-2 1,-3 0-1,-2-2 1,-41 48-1,68-90-8,0 0 0,-1 0-1,0-1 1,0 0 0,-1 0 0,1 0 0,-1-1-1,0 0 1,-1 0 0,1 0 0,-1-1 0,1 0 0,-1 0-1,0 0 1,0-1 0,-13 2 0,19-4-5,-1 0 0,1 1 0,0-1 0,0-1 0,0 1 0,0 0 1,0 0-1,0 0 0,0-1 0,0 1 0,0 0 0,0-1 0,0 1 1,0-1-1,0 1 0,0-1 0,0 1 0,0-1 0,0 0 0,1 0 0,-1 1 1,0-1-1,-1-2 0,1 1 0,0 0 0,0 0 0,1 0 0,-1 0 0,0-1 0,1 1 0,-1 0 0,1-1 0,0 1 1,0-5-1,1-4-1,0-1 0,1 1-1,6-21 1,0 9-53,1 0-1,2 0 1,0 1-1,1 0 0,1 1 1,23-29-1,105-106-943,229-161-1772,-104 97 1234,-202 161 1074,110-130-1,-162 173 453,0 0 0,-2 0 1,1-2-1,-2 1 0,0-1 0,-2-1 0,1 1 0,6-34 0,-11 40 259,-1-1 0,-1 1-1,0-1 1,-1 0-1,-1 0 1,1 0 0,-2 1-1,0-1 1,-1 1-1,0-1 1,0 1 0,-2 0-1,1 0 1,-11-17-1,11 21 153,0 1-1,-1-1 1,0 1-1,-9-10 1,12 18-272,1 1 1,0-1-1,0 0 1,0 1-1,0-1 1,1 1-1,-1-1 1,0 1-1,0-1 1,1 1-1,-1 0 1,1 2-1,-7 33 316,1 1-1,3 0 0,1 57 1,-1-3-65,-19 189-1990,-5 216-3548,27-484 4505,0 5-735,1 1 0,5 25 0,-5-38 293,1 0 0,0-1 1,0 1-1,0 0 0,0-1 1,7 10-1,17 15-9454</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4.385"/>
    </inkml:context>
    <inkml:brush xml:id="br0">
      <inkml:brushProperty name="width" value="0.035" units="cm"/>
      <inkml:brushProperty name="height" value="0.035" units="cm"/>
    </inkml:brush>
  </inkml:definitions>
  <inkml:trace contextRef="#ctx0" brushRef="#br0">1 84 12349,'14'-17'1877,"-7"7"-739,1 1-1,-1 1 1,11-9 0,-15 14-869,0 1 1,1 0-1,-1-1 1,1 1-1,-1 1 0,1-1 1,0 0-1,0 1 0,0 0 1,0 0-1,0 0 0,7 0 1,3 0-32,0 1 1,-1 1 0,1 0 0,0 1-1,0 0 1,-1 1 0,0 1 0,1 0-1,-1 1 1,-1 0 0,1 1 0,16 10-1,-17-9-119,4 1 44,0 2 0,16 11 0,-29-19-142,0 1 0,0-1-1,0 1 1,0 0 0,0 0 0,-1 0 0,1 0-1,-1 0 1,0 1 0,0-1 0,0 1-1,-1-1 1,1 1 0,-1 0 0,2 7-1,-3-9-9,0 0-1,0 0 0,0 0 0,0 1 1,-1-1-1,1 0 0,-1 0 0,1 0 1,-1 0-1,0 0 0,0 0 1,0 0-1,0 0 0,0-1 0,0 1 1,-1 0-1,1 0 0,-1-1 0,1 1 1,-1-1-1,1 1 0,-1-1 0,0 0 1,0 0-1,0 0 0,0 0 0,-2 1 1,-8 3 17,0 0 0,0 0 0,-20 3 1,11-3-31,4 1 30,12-4-11,-1 0 0,0 0 0,0 0 0,0-1 0,-11 1-1,30 12-100,-8-10 13,1 0 0,-1-1-1,1 0 1,0 0 0,-1 0-1,1-1 1,0 0 0,9 2-1,57 10-746,-49-10 488,40 7-475,-59-11 580,8-9-4649,-2 4 2276,-5 0-2749,2-4-2796</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4.992"/>
    </inkml:context>
    <inkml:brush xml:id="br0">
      <inkml:brushProperty name="width" value="0.035" units="cm"/>
      <inkml:brushProperty name="height" value="0.035" units="cm"/>
    </inkml:brush>
  </inkml:definitions>
  <inkml:trace contextRef="#ctx0" brushRef="#br0">172 182 5380,'-8'-24'1711,"6"19"-63,3 2-21,0-9 363,-1 0 0,0 0 0,0 0 1,-1 0-1,-6-22 0,7 32-1840,-1 1 0,1 0-1,-1-1 1,0 1-1,1 0 1,-1 0 0,0 0-1,0 0 1,0 0-1,0 0 1,0 0 0,0 0-1,0 0 1,-2-1 0,2 2-58,0 0 0,0-1 1,1 1-1,-1-1 1,0 1-1,1-1 1,-1 0-1,0 1 0,1-1 1,-1 0-1,1 1 1,-1-1-1,1 0 1,-1 0-1,1 1 0,0-1 1,-1 0-1,0-1 1,3 0 30,0 0-1,-1 0 1,1 1 0,0-1 0,-1 1 0,1 0-1,0-1 1,0 1 0,0 0 0,0 0 0,1 0-1,-1 0 1,0 1 0,3-1 0,10-2 47,-1 2 0,1 0 0,-1 1 1,26 3-1,-7-2-10,-5 0 31,0 2 1,56 12-1,-62-10-201,1 1-1,-1 0 1,21 10-1,-37-13-25,-1-1 0,1 1 0,-1 0-1,0 0 1,0 1 0,0-1 0,-1 1-1,1 0 1,-1 1 0,0-1 0,0 1-1,-1-1 1,1 1 0,-1 0 0,0 1 0,4 8-1,-6-11 5,-1 0-1,1 0 0,-1 0 1,1-1-1,-1 1 0,0 0 1,0 0-1,-1 0 0,1 0 1,-1 0-1,1 0 0,-1-1 1,0 1-1,0 0 0,0 0 1,-2 2-1,-24 36-358,23-36 321,-10 12-218,-1-2 0,0 0 1,-1 0-1,-1-2 0,0 0 1,-26 15-1,2-5-802,-79 31-1,85-40-292,1-3 0,-2 0 0,1-2 0,-56 6 1,64-15-3965,-1-5-3274</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5.334"/>
    </inkml:context>
    <inkml:brush xml:id="br0">
      <inkml:brushProperty name="width" value="0.035" units="cm"/>
      <inkml:brushProperty name="height" value="0.035" units="cm"/>
    </inkml:brush>
  </inkml:definitions>
  <inkml:trace contextRef="#ctx0" brushRef="#br0">1 314 10261,'75'-38'3192,"-40"19"-394,55-21 1,-54 26-2272,-1-1 1,-1-2-1,-1-1 1,58-43-1,-87 59-468,-1-1 0,0-1 0,0 1 0,0 0 0,0-1 0,-1 0 0,5-6 0,-2 1 82,-5 7-75,1 0 0,-1-1 0,0 1-1,0-1 1,0 1 0,0-1 0,0 1 0,-1-1 0,1 1 0,-1-1 0,0 1-1,1 0 1,-3-4 0,1 4 22,0 1 1,0 0-1,0-1 0,0 1 0,-1 0 0,1 0 1,0 0-1,-1 1 0,1-1 0,-1 0 0,1 1 1,0 0-1,-1-1 0,1 1 0,-1 0 1,1 0-1,-1 1 0,1-1 0,-1 0 0,-2 2 1,-53 13 844,51-13-807,-6 3 11,1-1 0,0 2 0,0-1-1,1 1 1,0 1 0,0 0 0,0 1-1,1 0 1,0 1 0,0 0 0,1 0-1,1 1 1,0 0 0,0 1 0,0-1-1,2 2 1,-1-1 0,1 1-1,1 0 1,-5 16 0,9-24-153,0 0 0,1-1 0,-1 1-1,1 0 1,0 0 0,0 0 0,0 0 0,1-1 0,-1 1 0,1 0-1,0 0 1,0-1 0,0 1 0,1 0 0,-1-1 0,1 1-1,0-1 1,3 4 0,0 0-203,0 1 0,1-2 0,0 1 0,0 0 0,1-1 0,9 7 0,-5-6-297,0-1 0,0 0 0,1 0 0,0-1 0,0 0 0,1-1 0,-1-1 0,1 0 0,0-1 0,14 1 0,-2-1-1696,0-2 0,1 0-1,-1-2 1,31-5-1,-18-3-5231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5.550"/>
    </inkml:context>
    <inkml:brush xml:id="br0">
      <inkml:brushProperty name="width" value="0.035" units="cm"/>
      <inkml:brushProperty name="height" value="0.035" units="cm"/>
    </inkml:brush>
  </inkml:definitions>
  <inkml:trace contextRef="#ctx0" brushRef="#br0">74 474 7545,'-51'-29'2251,"49"27"-1918,0 0 1,0 0 0,0 0-1,0-1 1,1 1 0,-1 0-1,1-1 1,0 1 0,0-1 0,0 1-1,0-1 1,0 0 0,0 1-1,1-1 1,-1 0 0,1 0-1,0 0 1,0-2 0,-1-6 898,1 9-1115,0 1 0,0-1 0,1 0 0,-1 1 0,0-1 1,1 0-1,0 1 0,-1-1 0,1 1 0,0-1 1,0 1-1,0-1 0,-1 1 0,2 0 0,-1-1 0,0 1 1,0 0-1,0 0 0,1 0 0,-1 0 0,0 0 1,1 0-1,-1 0 0,1 0 0,-1 1 0,4-2 1,6-5 397,-7 5-382,-1 0 1,1 0 0,0 1-1,0-1 1,0 1 0,0 0 0,0 0-1,0 0 1,0 0 0,0 1-1,0 0 1,1 0 0,-1 0-1,8 1 1,58 15 602,-69-16-714,14 4 115,0 1-1,-1 1 1,1 0-1,-1 0 1,-1 1-1,19 13 1,-25-15-130,-1 1-1,0-1 1,-1 1 0,1 0 0,-1 0 0,-1 1-1,1-1 1,-1 1 0,0 0 0,0 0-1,-1 1 1,0-1 0,-1 1 0,3 8 0,-3-7-8,0 0 1,0-1 0,-1 1 0,-1 0 0,1 0 0,-1 0-1,-2 14 1,0-17 57,1 0 0,-1 0 0,0-1 0,0 1-1,0-1 1,-1 0 0,0 1 0,0-1 0,-1 0 0,1-1-1,-1 1 1,-5 4 0,8-8-5,0 0-1,0 0 1,0 0-1,0 0 1,0 0 0,0-1-1,0 1 1,0 0-1,0-1 1,0 1 0,-1-1-1,1 1 1,0-1-1,0 0 1,-1 1 0,1-1-1,0 0 1,-1 0-1,1 0 1,0 0 0,-1 0-1,1 0 1,0-1-1,0 1 1,-1 0 0,1-1-1,0 1 1,0 0-1,-2-2 1,1 1 15,0-1 1,0 1-1,0-1 1,0 0-1,0 1 1,0-1-1,0 0 1,1 0-1,-1 0 1,1 0-1,0-1 1,0 1-1,-1 0 1,1-1-1,1 1 0,-2-3 1,-1-10 29,1 0-1,0 0 1,1-1 0,1 1-1,0 0 1,1-1 0,1 1-1,0 0 1,1 0 0,0 0-1,2 0 1,0 1 0,0 0-1,9-17 1,13-20-1497,1 1 0,50-65 0,-73 109 1147,48-66-4168,-15 26-1551,15-7-5948</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9.018"/>
    </inkml:context>
    <inkml:brush xml:id="br0">
      <inkml:brushProperty name="width" value="0.035" units="cm"/>
      <inkml:brushProperty name="height" value="0.035" units="cm"/>
    </inkml:brush>
  </inkml:definitions>
  <inkml:trace contextRef="#ctx0" brushRef="#br0">217 23 13641,'0'-23'12895,"-1"25"-11046,-2 3-1606,0 1 0,0-1 0,0 0 0,1 1 1,0 0-1,1 0 0,-1-1 0,1 1 0,0 0 1,0 0-1,1 0 0,0 0 0,0 0 0,0 0 0,2 7 1,-1 23 247,-12 89-491,3-39 0,-32 173 0,12-102 0,-14 94 34,-20 150-224,58-374-613,2 0 1,3 53-1,0-74 317,-1 1-1,1-1 0,0 0 1,1 1-1,0-1 0,0 0 1,0 0-1,0 0 0,1 0 1,0 0-1,0-1 0,1 1 1,0-1-1,0 0 0,0 0 1,0 0-1,10 7 0,-13-11 159,0 0 1,1 0-1,-1 0 0,0-1 0,1 1 0,-1 0 0,0-1 0,1 1 0,-1-1 1,1 0-1,-1 1 0,1-1 0,-1 0 0,1 0 0,-1 0 0,1 0 1,-1 0-1,1 0 0,-1-1 0,1 1 0,-1 0 0,1-1 0,-1 1 0,0-1 1,1 0-1,-1 1 0,0-1 0,3-2 0,34-15-8623</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9.251"/>
    </inkml:context>
    <inkml:brush xml:id="br0">
      <inkml:brushProperty name="width" value="0.035" units="cm"/>
      <inkml:brushProperty name="height" value="0.035" units="cm"/>
    </inkml:brush>
  </inkml:definitions>
  <inkml:trace contextRef="#ctx0" brushRef="#br0">80 52 9713,'-11'-10'1604,"-30"-22"3166,39 31-3620,0 0-1,-1 0 1,1 0-1,0 0 1,0 0-1,-1 0 1,1 0-1,0 1 0,-5-1 1,37 1-503,0 1 1,43 8-1,-62-7-617,0 1-1,0 0 1,0 1-1,-1-1 1,1 2 0,-1 0-1,0 0 1,0 1-1,12 9 1,-21-14-29,1 1 0,-1-1 0,1 1 0,-1-1-1,1 1 1,-1 0 0,0-1 0,0 1 0,0 0 0,0 0 0,0 0 0,0 0 0,-1 0-1,1 0 1,-1 0 0,1 0 0,-1 0 0,0 0 0,0 0 0,0 0 0,0 0-1,0 0 1,0 0 0,0 1 0,-1-1 0,1 0 0,-1 0 0,1 0 0,-1 0-1,0 0 1,0-1 0,0 1 0,0 0 0,0 0 0,0 0 0,-3 2 0,-4 6-37,-1-1 1,1 0 0,-1-1-1,-16 12 1,23-19 24,-70 57-1508,28-20-2645,42-36 2269,5-2-157,5-2 990,1 0 1,-1-1-1,-1 1 0,15-8 1,5-2-3201,7 0-3219</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9.487"/>
    </inkml:context>
    <inkml:brush xml:id="br0">
      <inkml:brushProperty name="width" value="0.035" units="cm"/>
      <inkml:brushProperty name="height" value="0.035" units="cm"/>
    </inkml:brush>
  </inkml:definitions>
  <inkml:trace contextRef="#ctx0" brushRef="#br0">236 35 9433,'-2'-3'2646,"-11"-20"-254,12 14 2915,-21 10-3268,16 0-1884,1 0-1,0 0 1,0 1 0,0-1 0,1 1 0,-1 0 0,0 1 0,1-1 0,-1 1 0,1 0-1,-7 6 1,1-1 44,0 1-1,1 1 0,-13 16 1,9-4-300,1 1 0,1 0 0,1 0 0,0 1 0,2 0 0,-6 31 0,13-51 47,0 0-1,0 0 1,0 0 0,1-1-1,0 1 1,0 0 0,0 0-1,0 0 1,0 0-1,2 6 1,-1-9 32,-1 1 0,1 0 0,0 0 1,0-1-1,-1 1 0,1-1 0,1 1 0,-1-1 0,0 1 0,0-1 1,0 0-1,1 1 0,-1-1 0,0 0 0,1 0 0,3 2 0,-1-2 31,1 1-1,0-1 0,0 0 0,0 0 1,0-1-1,0 1 0,-1-1 1,1 0-1,0-1 0,0 1 0,0-1 1,0 0-1,0 0 0,0 0 1,5-3-1,2 0 16,19-7 496,53-10 1,-63 14-804,-7 3-1923,-1 4-7469,3 2 833</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0.017"/>
    </inkml:context>
    <inkml:brush xml:id="br0">
      <inkml:brushProperty name="width" value="0.035" units="cm"/>
      <inkml:brushProperty name="height" value="0.035" units="cm"/>
    </inkml:brush>
  </inkml:definitions>
  <inkml:trace contextRef="#ctx0" brushRef="#br0">4 324 15553,'0'0'97,"0"0"-1,0 0 1,0 0-1,0 0 1,0 0-1,0 0 1,-1 0-1,1 0 1,0 0-1,0 0 1,0 0-1,0 0 1,0 0-1,0 0 1,-1 0-1,1 1 1,0-1-1,0 0 1,0 0-1,0 0 1,0 0-1,0 0 1,0 0-1,0 0 1,-1 0-1,1 0 0,0 0 1,0 0-1,0 1 1,0-1-1,0 0 1,0 0-1,0 0 1,0 0-1,0 0 1,0 0-1,0 0 1,0 1-1,0-1 1,0 0-1,0 0 1,0 0-1,0 0 1,0 0-1,0 0 1,0 1-1,0-1 1,0 0-1,0 0 1,0 0-1,0 0 1,0 0-1,0 0 1,0 0-1,0 1 0,0-1 1,0 0-1,0 0 1,1 0-1,-1 0 1,0 0-1,0 0 1,0 0-1,0 0 1,15 5 6576,3 0-6174,1 1-1,-1 0 1,-1 2 0,1 0 0,-1 0-1,28 21 1,-38-25-551,-1 1 0,-1 0-1,1 0 1,-1 1-1,1 0 1,-2 0 0,1 0-1,-1 0 1,0 1 0,0 0-1,0 0 1,-1 0 0,0 0-1,-1 0 1,0 1 0,0-1-1,0 1 1,-1-1 0,1 16-1,-3-14-36,0 0 0,-1 0 0,0-1-1,0 1 1,-1-1 0,0 1 0,0-1-1,-1 0 1,-9 14 0,12-19 14,-1-5 51,-4-5 67,5 6-36,0 1 0,0-1 0,0 0 0,0 0-1,1 0 1,-1 0 0,0 0 0,1 0 0,-1 0 0,1 0 0,-1 0 0,1 0 0,-1-1 0,1 1 0,0 0 0,-1 0 0,1 0-1,0-1 1,0 1 0,0 0 0,0 0 0,0 0 0,0-1 0,1 1 0,-1 0 0,0 0 0,0 0 0,1 0 0,-1-1 0,1 1-1,0-2 1,10-24-147,1 0-1,2 1 0,0 0 0,2 1 1,0 0-1,24-25 0,-2 7-1254,2 2 0,57-45 0,-63 59 92,0 2 0,2 1 0,1 2 1,1 1-1,1 2 0,0 2 0,1 1 0,1 3 0,1 1 0,60-10 1,-77 18 1995,-19 2 210,0 1 0,0 0 0,1 0 0,-1 0 0,1 1 0,-1 0 1,11 1-1,-43 17 2662,2-1-2029,-1-1-639,0 2-1,-40 39 0,29-17-1038,2 2-1,2 1 1,-28 52-1,55-83 183,16-13 388,-4-1-324,4-2 236,-1 0-1,1-1 1,-1 0 0,0-1 0,0 0-1,11-10 1,28-15 1547,5 3 68,-51 28-1979,0 0 0,0 0 0,-1 1 1,1-1-1,0 0 0,0 1 0,0 0 1,-1-1-1,1 1 0,0 0 0,-1 1 0,1-1 1,3 3-1,-3-2-256,-1-1-1,-1 1 1,1 0-1,0 0 1,0 0-1,-1 0 1,1 1-1,-1-1 1,0 0-1,1 1 1,-1-1 0,0 1-1,-1-1 1,1 1-1,0-1 1,0 5-1,1 46-6652,-2-21-1561,2-15-638</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0.609"/>
    </inkml:context>
    <inkml:brush xml:id="br0">
      <inkml:brushProperty name="width" value="0.035" units="cm"/>
      <inkml:brushProperty name="height" value="0.035" units="cm"/>
    </inkml:brush>
  </inkml:definitions>
  <inkml:trace contextRef="#ctx0" brushRef="#br0">115 3 7657,'-41'-3'11589,"9"9"-6317,-9-3 2721,64 18-7743,-18-17-244,5 6-6,-1 1 1,0-1-1,-1 1 1,0 1-1,-1-1 0,-1 1 1,10 22-1,-9-15-3,0 0 0,-1 1 0,-1-1 0,3 29 0,-7-32-155,-1-1 0,-1 1 0,-4 21 0,0 20-321,6-59 480,0-1 0,1 0 1,-1 0-1,1 1 0,0-1 0,0 1 1,0-1-1,4-2 0,9-13 48,-14 16-49,25-42 33,2 2-1,1 0 1,42-43-1,-70 84-24,5-6-27,0 1 1,0 0-1,1 0 0,0 1 0,0-1 1,0 1-1,0 1 0,1-1 1,11-4-1,-18 10 10,0-1 1,0 0-1,0 1 0,0-1 1,-1 0-1,1 1 1,0-1-1,0 1 0,-1 0 1,1-1-1,0 1 0,0 0 1,-1-1-1,1 1 1,-1 0-1,1-1 0,-1 1 1,2 2-1,-2-2-14,3 2-39,0 1 0,-1 0-1,0 0 1,1 0 0,-2 0-1,1 0 1,0 1 0,-1-1-1,0 1 1,1 7 0,2 42-356,-4-53 414,0 0 0,0 0 1,1 0-1,-1 0 0,0 0 0,1 0 0,-1-1 0,0 1 0,1 0 0,-1 0 0,1 0 0,0 0 0,-1-1 0,1 1 0,0 0 0,-1-1 0,1 1 0,0 0 0,0-1 0,-1 1 0,1-1 0,0 1 0,0-1 0,0 1 0,0-1 0,0 0 0,0 1 0,0-1 0,0 0 0,0 0 0,0 0 0,0 0 0,0 0 1,0 0-1,0 0 0,0 0 0,0 0 0,0 0 0,-1-1 0,1 1 0,2-1 0,18-11 189,0-2 1,-1 0-1,32-29 1,-35 27 71,1 1 0,1 0 0,0 2 0,28-15 0,-22 16-2,-11 5-191,0 0 1,0 1-1,1 0 0,17-3 1,-28 8-78,1 0 1,0 1-1,-1 0 1,1 0 0,0 0-1,-1 0 1,1 1-1,0-1 1,-1 1-1,1 0 1,-1 1-1,1-1 1,-1 1 0,0 0-1,1 0 1,-1 0-1,0 1 1,4 2-1,3 5-932,0 0 1,-1 1-1,10 12 0,14 16-4530,-29-35 3924,-1 0 0,0 0-1,1 0 1,0-1 0,0 0 0,6 3 0,4 2-7919</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1.030"/>
    </inkml:context>
    <inkml:brush xml:id="br0">
      <inkml:brushProperty name="width" value="0.035" units="cm"/>
      <inkml:brushProperty name="height" value="0.035" units="cm"/>
    </inkml:brush>
  </inkml:definitions>
  <inkml:trace contextRef="#ctx0" brushRef="#br0">8 969 11569,'5'2'4482,"7"-7"-1875,23-15-678,-13 7-1117,27-12 587,-24 13-674,-1-1-1,27-20 1,-47 30-589,-1 0 0,1 0 0,0-1 0,-1 0 0,0 0 0,0 0-1,0 0 1,0 0 0,-1 0 0,0-1 0,1 0 0,-2 1 0,1-1 0,0 0-1,-1 0 1,0 0 0,0 0 0,-1 0 0,1-8 0,-1 11-103,0 0 1,0 1-1,0-1 0,0 0 1,0 1-1,-1-1 1,1 0-1,0 1 1,-1-1-1,0 0 0,1 1 1,-1-1-1,0 1 1,0-1-1,1 1 0,-1-1 1,0 1-1,0 0 1,-1 0-1,1-1 0,0 1 1,-2-1-1,1 1-2,-1 0 0,1 0 0,0 0 0,0 0 0,-1 1 0,1-1 0,0 1-1,-1 0 1,1 0 0,-1 0 0,1 0 0,-1 0 0,-3 1 0,-3 1 15,0 0-1,1 1 1,-1 0 0,1 0-1,0 1 1,0 0 0,-9 6 0,4 0-26,0 1 1,1 0 0,0 1 0,1 0-1,0 0 1,1 2 0,1-1-1,0 1 1,1 0 0,0 1 0,1 0-1,1 0 1,0 1 0,-4 22-1,9-34-79,0-1-1,1 1 0,-1 0 0,1-1 1,0 1-1,0 0 0,1-1 0,-1 1 1,1 0-1,-1-1 0,1 1 1,1-1-1,-1 1 0,0-1 0,1 1 1,-1-1-1,1 0 0,0 0 0,3 4 1,0-2-119,-1 0 0,1-1 0,-1 1 1,1-1-1,0 0 0,1 0 0,-1-1 1,1 0-1,7 4 0,-3-4-43,1 0 0,-1-1-1,0 0 1,1-1 0,-1 0 0,1 0-1,-1-1 1,1-1 0,-1 1 0,1-2-1,-1 0 1,1 0 0,12-4 0,9-5-359,0-1 0,54-29 0,-58 25 508,-1-2-1,-1-1 1,0-1 0,-2-1 0,0-1 0,-2-1-1,0-1 1,-1-1 0,-2-1 0,-1 0-1,23-44 1,-4-6 683,-3-2 0,-4 0 0,24-97 0,-18-9 2403,-20 87-881,-10 74-741,-3 32-476,-4 39-88,-29 161 273,1-18-3189,17-102-158,-3 25-2637,14-98 1771,1 1-1,3 22 1,3-6-8069</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1.311"/>
    </inkml:context>
    <inkml:brush xml:id="br0">
      <inkml:brushProperty name="width" value="0.035" units="cm"/>
      <inkml:brushProperty name="height" value="0.035" units="cm"/>
    </inkml:brush>
  </inkml:definitions>
  <inkml:trace contextRef="#ctx0" brushRef="#br0">0 181 10121,'2'-1'335,"0"0"1,0 0-1,0 0 0,-1 0 1,1 1-1,0-1 1,0 1-1,0-1 0,0 1 1,0 0-1,0 0 1,0 0-1,1 0 0,-1 0 1,0 0-1,0 1 1,0-1-1,0 1 0,-1-1 1,1 1-1,2 1 0,25 3 1328,17-6-976,0-2 0,-1-2 1,1-2-1,-1-2 0,-1-1 1,68-27-1,-102 32-551,0 0 0,0 0 0,-1-1 0,0-1 0,10-9 0,-7 6 161,-11 10-262,0-1 0,0 1 0,0-1 0,0 0 0,-1 0 0,1 1-1,0-1 1,0 0 0,-1 0 0,1 0 0,0 0 0,-1 0 0,1 0 0,-1 0-1,1 0 1,-1 0 0,1 0 0,-1 0 0,0 0 0,0 0 0,1 0 0,-1-1-1,0 1 1,0 0 0,0 0 0,0 0 0,0 0 0,-1 0 0,1-1 0,0 1-1,0 0 1,-1 0 0,1 0 0,-1 0 0,1 0 0,-1 0 0,1 0 0,-1 0-1,0 0 1,-1-1 0,0 0 27,0 0 1,0 1-1,0-1 0,0 1 0,0 0 0,0-1 1,-1 1-1,1 0 0,0 1 0,-1-1 0,1 0 0,-1 1 1,1-1-1,-1 1 0,1-1 0,-1 1 0,1 0 1,-4 1-1,-3 0 4,1 1 1,-1 1-1,1-1 1,0 1-1,0 1 1,0 0-1,0 0 1,1 0-1,0 1 1,0 0-1,0 0 1,0 1-1,1 0 1,0 0-1,0 1 1,0-1-1,1 1 1,0 1-1,1-1 1,-1 0-1,-5 17 1,4-10-150,1 0 1,0 1 0,1-1 0,1 1 0,0 0 0,1 0 0,1 0 0,0 0 0,1 0-1,1 1 1,4 25 0,-3-29-354,1-1 1,0 0-1,0 0 0,1 0 0,1 0 0,0 0 0,12 18 0,-13-24-130,0 0 0,1-1 0,-1 1 0,1-1-1,0 0 1,8 5 0,-7-5-520,1 0-1,0-1 0,-1 0 1,1-1-1,1 1 1,7 1-1,37 3-9048</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1.594"/>
    </inkml:context>
    <inkml:brush xml:id="br0">
      <inkml:brushProperty name="width" value="0.035" units="cm"/>
      <inkml:brushProperty name="height" value="0.035" units="cm"/>
    </inkml:brush>
  </inkml:definitions>
  <inkml:trace contextRef="#ctx0" brushRef="#br0">0 464 11545,'0'0'10660,"1"3"-9203,4 16-685,1 0 1,1-1 0,1 1 0,19 31-1,-13-24-353,16 41 0,-12-14-508,-3 1 1,-1 0 0,-3 1 0,4 63-1,-15-102-121,0 0 0,0 0 0,-2 0-1,0 0 1,-7 24 0,8-32 98,0-5 264,4-35 195,1 0 0,1 1 1,2 0-1,1 0 0,16-39 0,-14 37-155,19-48-71,2 0 0,4 3 0,84-138 1,-82 162-1177,80-92 0,-78 106-848,1 1 0,71-51 0,-100 82 570,0 0 1,1 1-1,0 1 0,0-1 0,1 2 0,16-5 0,27-3-7994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2.435"/>
    </inkml:context>
    <inkml:brush xml:id="br0">
      <inkml:brushProperty name="width" value="0.035" units="cm"/>
      <inkml:brushProperty name="height" value="0.035" units="cm"/>
    </inkml:brush>
  </inkml:definitions>
  <inkml:trace contextRef="#ctx0" brushRef="#br0">1 766 12853,'2'-4'473,"0"-1"0,0 1 0,0 0 0,1-1 0,0 1 0,0 0 0,0 0 0,0 1 0,1-1 0,-1 1 0,1 0 0,0-1 0,7-3 0,4-1 307,0 1 1,29-10-1,-5 3 411,534-182 3244,-343 123-3867,867-309 743,-1091 379-1547,0 2 0,0-1-1,0 0 1,1 1 0,-1 0-1,0 1 1,11 0 0,-13 0 83,-38 31-6672,12-11-2075,9-11 331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2.682"/>
    </inkml:context>
    <inkml:brush xml:id="br0">
      <inkml:brushProperty name="width" value="0.035" units="cm"/>
      <inkml:brushProperty name="height" value="0.035" units="cm"/>
    </inkml:brush>
  </inkml:definitions>
  <inkml:trace contextRef="#ctx0" brushRef="#br0">135 12 12857,'-4'-2'780,"1"1"0,-1-1 0,0 1-1,0-1 1,1 1 0,-1 0 0,0 1 0,0-1-1,0 1 1,0-1 0,-7 2 0,10-1-799,-2 0 1865,2 4 170,-16 56 1338,-16 115 1,26-110-3589,-12 175-3120,18-208 2692,2 0-1,2-1 0,0 1 1,3-1-1,12 46 1,-13-63-1471,1 1 1,0-1-1,1-1 1,12 18-1,7 3-9424</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3.430"/>
    </inkml:context>
    <inkml:brush xml:id="br0">
      <inkml:brushProperty name="width" value="0.035" units="cm"/>
      <inkml:brushProperty name="height" value="0.035" units="cm"/>
    </inkml:brush>
  </inkml:definitions>
  <inkml:trace contextRef="#ctx0" brushRef="#br0">37 350 10633,'-9'25'12574,"6"-23"-12293,1 1 0,0-1 0,0 0 0,0 1 0,0-1 0,0 1 0,1-1 0,-1 1 0,-1 4 0,1-2-167,1 0-1,0 0 1,0 0 0,0 0-1,1 0 1,0 0 0,0 0-1,0 0 1,1 0 0,-1 0-1,1 0 1,0 0 0,1 0-1,-1 0 1,5 8 0,-4-8-107,1 0-1,-1 1 1,1-1 0,1-1 0,-1 1 0,1 0 0,0-1 0,0 0 0,0 1 0,0-2-1,1 1 1,9 6 0,-2-5-86,-1-1-1,1 0 1,0 0-1,1-2 1,-1 1-1,1-1 1,-1-1-1,1 0 1,-1-1-1,1-1 1,-1 0-1,19-3 1,-7-1 13,0-1 1,0-1 0,0-1 0,-1-1 0,27-15-1,-40 18 258,0 0-1,0-1 1,-1 0-1,0 0 1,0-1-1,-1 0 1,0 0-1,0-1 1,-1 0-1,0-1 0,-1 1 1,9-17-1,-3 11 440,-11 14-600,0 1 0,0-1 0,-1 0 0,1 1 0,0-1 0,0 0 0,-1 0 0,1 0 0,-1 1 0,1-1 0,-1 0 0,1 0 0,-1 0 0,1 0 0,-1 0 0,0 0 0,1-1 0,22 33 276,-18-23-295,0-1 0,1 1-1,0-1 1,0 0 0,1-1-1,0 1 1,0-1 0,0-1-1,1 1 1,0-1 0,0-1-1,0 1 1,1-1 0,-1-1-1,1 0 1,0 0 0,0 0-1,0-1 1,0-1 0,1 0-1,-1 0 1,0 0 0,15-2-1,0-2-7,-1-1 0,0-1 0,-1-1-1,1-1 1,-1-1 0,33-17 0,-21 7-2,-1-2 0,-1-2 0,38-33-1,26-25 11,-91 77-10,-1 0 0,0 1 0,1 0-1,0-1 1,-1 2 0,1-1 0,0 1 0,0-1 0,0 1 0,0 0 0,0 1 0,0-1 0,0 1 0,7 1-1,107 16-2,-111-16 22,0-1 1,0-1-1,1 1 0,-1-2 0,0 1 0,0-1 1,0 0-1,-1-1 0,1 1 0,7-5 0,11-7 252,36-25-1,-45 27-116,0 1-1,0 0 0,1 2 0,26-11 0,-38 18-134,1 1 0,-1-1 0,1 1 0,-1 0 0,1 1-1,-1-1 1,1 1 0,-1 1 0,1-1 0,-1 1-1,1 0 1,-1 0 0,0 1 0,1 0 0,-1 0-1,0 1 1,10 5 0,-6-1-21,0 0 0,0 0 0,-1 1 0,14 15 0,-16-15 0,1 0 0,0 0 0,1-1 0,0 0 0,16 9 0,-23-15 0,-1 0 0,1 0 0,-1 0 0,1 0 0,-1 0 0,1-1 0,0 1 0,-1-1 0,1 1 0,0-1 0,0 0 0,-1 1 0,1-1 0,0 0 0,0 0 0,-1 0 0,1 0 0,0-1 0,0 1 0,0 0 0,-1-1 0,1 0 0,0 1 0,-1-1 0,1 0 0,-1 0 0,3-1 0,0 0 0,5-5 0,0 0 0,-1 0 0,1-1 0,-1 0 0,-1 0 0,1-1 0,-1 0 0,-1 0 0,0-1 0,5-10 0,-2 4 0,1 1 0,15-18 0,6-8 0,-21 29 0,-10 11 0,0 1 0,0 0 0,0-1 0,1 1 0,-1 0 0,0-1 0,1 1 0,-1 0 0,0-1 0,1 1 0,-1 0 0,0-1 0,1 1 0,-1 0 0,0 0 0,1 0 0,-1-1 0,1 1 0,-1 0 0,1 0 0,-1 0 0,0 0 0,1 0 0,-1 0 0,1 0 0,-1 0 0,1 0 0,-1 0 0,1 0 0,-1 0 0,0 0 0,1 0 0,-1 0 0,1 0 0,-1 1 0,0-1 0,1 0 0,-1 0 0,1 0 0,-1 1 0,0-1 0,1 0 0,-1 1 0,0-1 0,1 0 0,-1 1 0,0-1 0,0 0 0,1 1 0,-1-1 0,0 0 0,0 1 0,1-1 0,-1 1 0,0-1 0,0 1 0,0-1 0,0 0 0,0 1 0,0-1 0,0 1 0,0 0 0,9 14-486,-5-7-402,0-1 0,0 0-1,0 0 1,1-1 0,0 0-1,0 0 1,1 0 0,0 0-1,0-1 1,9 7-1,-8-10-4360,3-4 2812,-5 1 190,17 0-7345</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3.555"/>
    </inkml:context>
    <inkml:brush xml:id="br0">
      <inkml:brushProperty name="width" value="0.035" units="cm"/>
      <inkml:brushProperty name="height" value="0.035" units="cm"/>
    </inkml:brush>
  </inkml:definitions>
  <inkml:trace contextRef="#ctx0" brushRef="#br0">1 120 10009,'15'-65'2020,"-8"50"-324,-1-2 744,1 6-1615,2-1-305,7 15-1612,3 3-569,-3 5-2595,0 1-3261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4.211"/>
    </inkml:context>
    <inkml:brush xml:id="br0">
      <inkml:brushProperty name="width" value="0.035" units="cm"/>
      <inkml:brushProperty name="height" value="0.035" units="cm"/>
    </inkml:brush>
  </inkml:definitions>
  <inkml:trace contextRef="#ctx0" brushRef="#br0">0 402 11229,'0'0'66,"1"1"1,-1-1-1,0 0 0,0 0 1,0 1-1,1-1 0,-1 0 1,0 0-1,0 0 0,1 1 1,-1-1-1,0 0 0,0 0 1,1 0-1,-1 0 0,0 0 1,0 1-1,1-1 0,-1 0 1,0 0-1,1 0 0,-1 0 1,0 0-1,1 0 0,-1 0 1,0 0-1,1 0 0,-1 0 1,0 0-1,1 0 0,-1-1 1,0 1-1,0 0 0,1 0 1,-1 0-1,0 0 0,1 0 1,-1-1-1,0 1 0,0 0 1,1 0-1,-1 0 0,0-1 1,1 1-1,-1-16 2404,0 5 7129,2 0-8481,-2 10-1058,0-1 0,0 1 1,0 0-1,0 0 0,0 0 0,0 0 0,0 0 0,0 0 0,1-1 0,-1 1 0,0 0 0,1 0 1,-1 0-1,1 0 0,-1 0 0,1 0 0,-1 0 0,1 0 0,0 0 0,1-1 0,32-9 401,42-19-1,20-7-229,-94 36-236,1 0 0,0 1 0,0-1 0,-1 1 0,1 0-1,0 0 1,0 0 0,0 0 0,-1 0 0,1 0 0,0 1-1,0 0 1,-1-1 0,1 1 0,0 0 0,-1 0 0,1 0-1,-1 1 1,1-1 0,3 3 0,1 2-126,-1 1 1,1-1-1,-1 1 0,9 14 1,7 6-470,-19-23 492,5 5-253,1 0-1,0 0 1,0-1 0,20 13-1,-25-19 300,1 0 0,0 0 0,0 0 0,0-1 0,0 1 0,0-1 0,0 0 0,0-1 0,0 1 1,0-1-1,0 0 0,0-1 0,1 1 0,7-3 0,-1 0 26,1 0-1,-1-1 1,0-1 0,-1 0 0,1-1 0,-1 0 0,0-1 0,0 0-1,-1-1 1,0 0 0,0 0 0,-1-1 0,15-18 0,-7 5 172,-1 0 0,-1-1 0,-1 0 0,-2-1 0,15-37 0,-23 50-63,0-1 0,0 0 0,2-21 0,-6 30-68,1 0 0,-1 0 0,0 0 0,0 0 0,0 0-1,0 0 1,0 0 0,-1 0 0,1 0 0,-1 0 0,0 0 0,0 0 0,0 0 0,0 0 0,0 0 0,-1 0 0,1 1 0,-4-5 0,3 6-5,1 0 0,-1 0 0,0 0 1,0 0-1,0 1 0,0-1 0,1 1 1,-1-1-1,0 1 0,0 0 0,0-1 1,0 1-1,0 0 0,0 1 0,0-1 1,0 0-1,0 0 0,0 1 0,0-1 0,0 1 1,1 0-1,-1-1 0,0 1 0,0 0 1,1 0-1,-1 0 0,-1 2 0,-8 4-94,0 0-1,-16 16 1,22-19 62,0 1 1,1 0-1,-1 0 0,1 0 1,0 0-1,1 0 0,-1 1 0,1-1 1,0 1-1,-4 11 0,22-7 298,-3-4 3083,-8-1-3295,-1-1 0,0 0 0,1 1 1,-2 0-1,1-1 0,-1 1 0,1 0 1,-1 0-1,-1 1 0,1-1 0,-1 0 1,0 0-1,0 1 0,0 6 0,1 16 41,-3 44-1,1-48-16,19 303 146,-8-218-437,-4 122 0,-9-179 111,-3 0 0,-2-1 0,-18 67 0,18-93 77,0-2-1,-2 1 1,-1-1 0,-1 0-1,0-1 1,-2 0-1,-1-1 1,-31 37 0,35-48 76,-1 0 1,0 0 0,0-2 0,-1 1-1,-1-1 1,-23 11 0,33-18-13,0 0 0,0 1 0,0-1-1,-1-1 1,1 1 0,0 0 0,-1-1 0,1 0 0,-1 0 0,1 0 0,0 0 0,-1 0 0,-4-2 0,6 2-30,0 0 0,1-1 0,-1 0 1,1 1-1,-1-1 0,0 0 0,1 0 0,0 0 1,-1 0-1,1 0 0,0 0 0,-1-1 0,1 1 0,0 0 1,0-1-1,0 1 0,0-1 0,0 1 0,0-1 1,1 1-1,-1-1 0,0 1 0,1-1 0,-1 0 1,1-1-1,-1-6-29,0 0-1,1 1 1,0-1 0,0 0 0,1 1-1,1-1 1,-1 1 0,1-1 0,1 1-1,-1-1 1,6-9 0,6-11-616,31-48-1,-38 66 451,331-459-12097,-265 379 7542</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4.335"/>
    </inkml:context>
    <inkml:brush xml:id="br0">
      <inkml:brushProperty name="width" value="0.035" units="cm"/>
      <inkml:brushProperty name="height" value="0.035" units="cm"/>
    </inkml:brush>
  </inkml:definitions>
  <inkml:trace contextRef="#ctx0" brushRef="#br0">38 52 10581,'0'0'73,"1"0"-1,-1 0 1,0 0 0,1-1 0,-1 1-1,1 0 1,-1 0 0,0 0-1,1-1 1,-1 1 0,1 0 0,-1-1-1,0 1 1,0 0 0,1-1 0,-1 1-1,0 0 1,1-1 0,-1 1-1,0 0 1,0-1 0,0 1 0,1-1-1,-1 1 1,0-1 0,0 1 0,0-1-1,0 1 1,0 0 0,0-1-1,0 1 1,0-2 0,-17 6 4010,7-2 874,7-4-2391,1 0-2159,1 1-1,-1-1 1,1 1-1,-1-1 1,1 1-1,0-1 1,-1 0 0,1 0-1,-1-3 1,11-14-1149,-7 15-4015</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7.077"/>
    </inkml:context>
    <inkml:brush xml:id="br0">
      <inkml:brushProperty name="width" value="0.035" units="cm"/>
      <inkml:brushProperty name="height" value="0.035" units="cm"/>
    </inkml:brush>
  </inkml:definitions>
  <inkml:trace contextRef="#ctx0" brushRef="#br0">62 82 10561,'-26'-48'14033,"24"49"-13791,-1 0 0,0 0-1,1 0 1,-1 0 0,0 0-1,0 0 1,0-1 0,0 0-1,-3 1 1,5-1-69,1 1-114,-1 0 0,1-1-1,-1 1 1,1 0-1,0 0 1,-1 0 0,1 0-1,0 0 1,0 0-1,-1 0 1,1 0 0,0 0-1,0 0 1,0 0-1,0 0 1,0 0 0,1 0-1,-1 2 1,0-3 41,0 13 79,1-1 0,0 1 1,0-1-1,2 0 0,-1 1 0,1-1 0,1 0 1,0-1-1,12 23 0,-11-25-150,1-1 0,0 0 0,0 0 0,1 0 0,0-1 0,0 0 0,1 0 0,0-1 0,0 0 0,0 0 0,1-1 0,15 7 0,-9-6-59,0-1 0,1 0 0,-1-1 0,1-1 0,0 0 0,0-1 0,0-1 0,0 0-1,0-1 1,0-1 0,20-4 0,-16 2 3,-1-2 0,0 0 0,0-1 0,-1-1 0,0 0 0,0-2 0,-1 0 0,30-20 0,-38 21 82,0 0-1,0-1 0,11-14 1,14-14 331,-33 37-372,-1-1 0,1 1 0,-1-1-1,1 1 1,0-1 0,-1 1 0,1 0 0,0-1 0,0 1 0,-1 0 0,1 0 0,0-1 0,0 1 0,0 0-1,-1 0 1,1 0 0,0 0 0,0 0 0,0 0 0,-1 0 0,1 0 0,0 0 0,0 1 0,-1-1-1,1 0 1,0 0 0,0 1 0,2 1 15,-1-1 0,1 1 0,-1 0 0,0-1 0,0 1 0,0 0 0,0 1-1,2 2 1,6 9 52,-1 0-1,8 18 0,-9-16-51,8 12-25,-2 1-1,-1 0 1,-1 1-1,-2 0 1,-1 1 0,-1 1-1,-2-1 1,-1 1-1,1 34 1,-5-20-438,-2 0 0,-2 1-1,-2-1 1,-1 0 0,-22 71 0,17-83-30,-1-1 1,-2 0-1,-1-1 0,-2 0 0,-1-2 0,-1 0 0,-46 54 0,57-75 294,-12 8-65,5-6 152,15-11 85,0 0 0,0 0-1,0-1 1,0 1 0,0 0-1,0 0 1,0 0 0,0 0 0,0 0-1,0 0 1,0 0 0,0 0-1,0 0 1,0-1 0,0 1-1,0 0 1,0 0 0,0 0 0,0 0-1,0 0 1,0 0 0,0 0-1,0 0 1,0 0 0,0 0-1,-1-1 1,1 1 0,0 0 0,0 0-1,0 0 1,0 0 0,0 0-1,0 0 1,0 0 0,0 0-1,0 0 1,0 0 0,-1 0 0,1 0-1,0 0 1,0 0 0,9-30 23,2 0 0,0 1 0,2 1 1,26-42-1,-14 24-12,191-297 26,-183 297-21,1 2 0,2 1 0,2 2 0,2 2 0,1 1 0,2 3 0,1 1 0,2 2 0,99-51 0,-126 76 49,1 0 0,0 1 0,0 1 0,1 1 0,21-2 0,-33 9 123,-7-1-163,0-1-1,0 1 0,-1-1 1,1 1-1,-1 0 1,1 0-1,-1-1 0,0 1 1,1 0-1,-1 0 1,0 0-1,1 5 0,-1-2 4,0 0 0,-1 0 0,1 1 0,-1-1 0,0 0 0,-2 7 0,2-10-33,1 0 0,-1 0 0,0 0 0,0 0 0,1 0 0,-1 0 0,1 0 0,0-1 0,-1 1 0,1 0 0,0 0 0,0-1-1,0 1 1,0 0 0,1-1 0,-1 1 0,0-1 0,1 1 0,-1-1 0,3 2 0,-2-1-136,0-3-215,-1 0 318,1 0 0,-1 0 0,0 1 0,0-1 1,0 0-1,0 0 0,0 0 0,0 0 0,0 0 0,0 0 1,0 0-1,0 0 0,0-1 0,-1 1 0,1 0 1,-1-1-1,1 1 0,0-3 0,-1 2 14,0 0 0,-1 0 0,1 0 0,-1 0 0,0 0 0,0 0 0,1 0 0,-1 0 0,0 0 0,0 1 0,-1-1 0,1 0 0,0 1 0,-3-3 0,-1-1-16,-1-1 0,0 1 0,0 0 0,0 1 0,-1 0-1,-13-7 1,14 8 44,-1 0 0,1 0 0,1-1-1,-1 0 1,1 0 0,-1 0-1,1-1 1,0 0 0,-8-9 0,12 12-5,0 0 1,1 0 0,-1 0-1,0 0 1,1 0 0,-1 1-1,1-1 1,0 0 0,-1 0-1,1 0 1,0 0 0,0 0-1,0 0 1,1 0 0,-1 0-1,0 0 1,1 0 0,-1 0-1,1 0 1,0 0 0,0 0-1,0 0 1,0 1 0,0-1-1,0 0 1,0 1 0,2-3 0,4-4-3,-1 1 0,2 0 0,-1 0 0,9-5 0,8-4-24,0 1 1,1 2-1,0 0 1,33-11-1,-4 2-47,-51 20 65,1 1 1,-1-1-1,1 1 1,-1 0-1,1 1 0,-1-1 1,1 1-1,-1-1 1,1 1-1,0 0 1,-1 0-1,8 2 0,-10-2 7,-1 0 0,0 1 1,1 0 0,-1 0-1,0-1 1,1 1-1,-1 0 1,0-1 0,0 1-1,0 0 1,0 0-1,0-1 1,1 1-1,-1 0 1,-1 0 0,1 0-1,0-1 1,0 1-1,0 0 1,0 0 0,0-1-1,-1 2 1,1-1 1,-14 73 63,10-62-57,1-1 0,1 1 0,0 0 0,1 0-1,0 18 1,2-28-12,-1-1 0,0 1 1,1 0-1,0 0 0,-1-1 0,1 1 0,0 0 0,0-1 0,0 1 0,0-1 0,0 1 0,0-1 0,1 0 1,-1 1-1,0-1 0,1 0 0,-1 0 0,1 0 0,-1 0 0,1 0 0,0 0 0,-1 0 0,4 0 0,1 1-25,-1 0 0,1-1 0,0 0-1,12 1 1,-6-2 7,0-1 0,0 0 1,0-1-1,0 0 0,0-1 0,0 0 0,0-1 0,-1-1 0,1 1 0,17-12 1,8-6 409,53-43 0,-83 59-254,58-49 1864,-63 54-1661,-6 21-834,2-13-83,1 1 0,-1 0 0,1 0-1,1 0 1,-1 0 0,2 0 0,1 13-1,-1-16-662,0 0-1,0-1 0,1 1 1,-1-1-1,1 0 0,1 1 0,-1-1 1,6 8-1,4 4-6609</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7.359"/>
    </inkml:context>
    <inkml:brush xml:id="br0">
      <inkml:brushProperty name="width" value="0.035" units="cm"/>
      <inkml:brushProperty name="height" value="0.035" units="cm"/>
    </inkml:brush>
  </inkml:definitions>
  <inkml:trace contextRef="#ctx0" brushRef="#br0">0 178 11025,'0'0'2298,"2"2"-340,35 40 2143,-24-29-3720,-1 1 1,0 0 0,-1 0 0,0 2 0,-1-1-1,-1 1 1,10 25 0,-14-26-278,0 1 0,-1 1 1,-1-1-1,0 1 0,-1-1 0,-1 1 0,-1 25 0,-1-31-55,-1 0-1,1 0 1,-2-1-1,1 1 1,-2-1-1,1 1 1,-1-1 0,-1 0-1,0 0 1,0-1-1,-1 0 1,-9 12-1,13-19 59,-1 1-1,1-1 1,-1 0 0,0 1-1,1-1 1,-1 0-1,0-1 1,-1 1 0,1 0-1,0-1 1,-5 2-1,-2 1 361,8-4-370,0 0-1,0 0 1,0-1 0,0 1 0,0 0 0,0-1 0,0 0-1,0 1 1,0-1 0,0 0 0,0 0 0,0 0 0,0 0-1,1 0 1,-1 0 0,0 0 0,1-1 0,-1 1 0,1-1-1,-2-1 1,3-3-22,0 1-1,1 0 1,-1 0-1,1 0 1,0 0-1,1 0 1,-1 0-1,1 0 1,0 0-1,0 0 1,5-6-1,-4 5-10,16-32 101,3 2-1,42-58 0,87-96-2125,-22 43-1795,-84 101 47,1 5-3347,-31 32-2608</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8.403"/>
    </inkml:context>
    <inkml:brush xml:id="br0">
      <inkml:brushProperty name="width" value="0.035" units="cm"/>
      <inkml:brushProperty name="height" value="0.035" units="cm"/>
    </inkml:brush>
  </inkml:definitions>
  <inkml:trace contextRef="#ctx0" brushRef="#br0">16 56 7689,'3'-11'8960,"-11"15"-2730,1 1-5777,3-3 2346,5 2-1882,6 32 566,14 44-1,-16-62-1354,17 86 508,-15-66-531,-5-10-103,-2-25-14,0 0 0,0 0 1,0 1-1,0-1 0,0 0 1,1 0-1,-1 0 0,1 0 1,0 0-1,0 0 0,0 0 1,0 0-1,1 0 0,-1 0 1,1 0-1,0-1 0,0 1 1,0-1-1,0 1 0,3 2 1,-3-4-6,0 0-1,0 0 1,0 0 0,0-1 0,0 1-1,0-1 1,0 1 0,1-1 0,-1 0-1,0 0 1,0 0 0,0 0 0,1 0-1,-1 0 1,0-1 0,0 1 0,0-1-1,0 1 1,4-2 0,40-22-52,-36 18 22,9-5 11,22-14-42,1 3 1,47-19 0,-75 36 71,0 0 0,-1 1 0,1 1 0,1 0 0,-1 1 1,0 1-1,1 0 0,-1 1 0,1 0 0,-1 1 0,20 4 0,-16-1 11,1-1 0,1 0 0,-1-2-1,0 0 1,1-1 0,20-3 0,-13-2 8,0 0 0,0-2 0,45-18 0,-5-4 21,-33 14-4,60-19 0,-90 33-29,1 0-1,-1 0 1,0 1-1,0-1 1,1 1-1,-1 1 0,0-1 1,1 0-1,-1 1 1,0 0-1,0 0 0,0 0 1,7 3-1,1 2-34,-2 0 1,1 1-1,13 10 0,-18-11 10,0-1 0,0 0 0,1-1 0,0 0 0,0 0 0,0 0 0,0-1 0,1 0 0,0 0 1,-1-1-1,16 3 0,-10-5 7,0-1 1,0-1 0,0 0 0,0 0 0,-1-1-1,1-1 1,19-8 0,-5 0 130,-1-1 0,36-22 0,-48 24 70,-1 0-1,16-17 1,-1 1 100,-27 25-215,3 3-70,0 0-1,0 0 0,0 0 0,0 1 0,0-1 0,0 1 0,-1 0 0,1 0 0,0 0 1,-1 0-1,0 1 0,0-1 0,0 1 0,0 0 0,4 4 0,-3-2-45,1-1 0,0 0 0,0 0 0,0 0 0,9 5 0,-4-6-58,1 0 0,-1-1 0,1 1 0,-1-2 0,1 0 0,-1 0 0,1-1 0,0 0 0,-1-1 0,12-2-1,-1 1-62,-5 1 92,-1-1 1,1-1 0,-1 0 0,0-1 0,0-1-1,-1 0 1,0-1 0,1 0 0,-2-1-1,20-13 1,-30 18 66,-1 0-1,1 0 0,-1-1 1,0 1-1,1-1 1,-1 1-1,0-1 0,0 0 1,-1 0-1,1 1 0,-1-2 1,1 1-1,-1 0 1,0 0-1,0 0 0,1-5 1,-2 7-7,0-1 1,0 0 0,0 1 0,0-1-1,-1 0 1,1 1 0,0-1-1,-1 0 1,1 1 0,-1-1 0,1 0-1,-1 1 1,0-1 0,0 1-1,0 0 1,0-1 0,0 1 0,0 0-1,0-1 1,0 1 0,0 0-1,-1 0 1,1 0 0,0 0-1,-1 0 1,1 0 0,-1 0 0,1 1-1,-1-1 1,0 0 0,1 1-1,-1-1 1,-3 1 0,-16-5-450,-1 1 0,0 2-1,0 0 1,-42 2 0,-93 18-5172,127-13 3386,-23-4-5120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9.252"/>
    </inkml:context>
    <inkml:brush xml:id="br0">
      <inkml:brushProperty name="width" value="0.035" units="cm"/>
      <inkml:brushProperty name="height" value="0.035" units="cm"/>
    </inkml:brush>
  </inkml:definitions>
  <inkml:trace contextRef="#ctx0" brushRef="#br0">359 923 10953,'3'-2'461,"-1"0"0,1 0 1,0 0-1,-1-1 0,0 1 0,1-1 1,-1 0-1,0 0 0,-1 0 0,1 0 1,0 0-1,-1 0 0,0 0 0,1 0 1,-1 0-1,-1-1 0,1 1 0,0-6 0,0 6 1520,-10-29 2698,8 29-3620,-1 2-830,0-1 0,0 1 0,0 0 0,-1 0 0,1 0 0,0 0 0,-1 0 0,1 1 0,-5-2 0,-1 5-105,0-1 0,0 1 0,0 1 0,1-1 0,-1 1 0,1 1 0,0-1 1,0 1-1,-9 8 0,13-10-80,-44 34 434,-55 57 1,84-75-568,0 1 0,1 1 0,1 1 0,2 0 0,-16 31 0,29-52 47,0 1 0,0 0 1,0-1-1,0 1 0,1-1 1,-1 1-1,1 0 0,-1-1 1,1 1-1,0 0 0,-1 0 0,1-1 1,0 1-1,0 0 0,0 0 1,0-1-1,1 1 0,-1 0 0,0 0 1,1-1-1,-1 1 0,2 2 1,0-2-12,-1-1 1,0 0 0,1 0-1,-1 0 1,1 0 0,-1 0 0,1 0-1,0 0 1,-1 0 0,1-1-1,0 1 1,-1-1 0,1 1 0,0-1-1,0 0 1,0 0 0,3 1-1,6-2-141,0 1-1,0-1 1,0-1-1,0 0 1,14-5-1,-6 1 142,0-1 0,0-1 0,-1 0 0,0-2 0,0 0 0,-1-1 0,0-1 0,-1 0-1,-1-1 1,0-1 0,0-1 0,-1 0 0,-1 0 0,-1-1 0,0-1 0,-2 0 0,1-1 0,-2 0 0,-1-1 0,9-24-1,4-27 174,-4-1-1,14-102 1,-3-148 488,-24 251-312,-1 45-192,-1 19-58,-1-1-1,0 1 0,-1-1 0,0 0 1,0 1-1,0-1 0,0 0 0,-1 1 1,-2-9-1,-12 50 342,-13 82 103,-25 220 0,50-303-518,0 1 0,5 57 0,-2-84-3,1 0 0,1 0 1,-1 0-1,1 0 1,0-1-1,1 1 1,0-1-1,0 1 1,1-1-1,-1 0 1,2 0-1,-1-1 1,1 1-1,0-1 0,0 0 1,8 7-1,-5-8-14,0 0 0,0 0-1,1 0 1,-1-1 0,1-1-1,0 1 1,1-2-1,-1 1 1,0-1 0,1-1-1,-1 1 1,1-1 0,12-1-1,1-1-26,0-1 0,0 0 0,0-2 0,32-9-1,-27 4 48,0-2-1,0-1 0,-1-1 0,-1-1 1,0-1-1,-1-1 0,-1-2 1,28-24-1,-4-4 88,-3-1 0,66-88 1,-103 125-31,27-40 245,-32 46-236,-1-1 1,0 1-1,0-1 1,0 1-1,0-1 1,-1 0-1,1 0 1,-1 0-1,0-8 1,-25 23 108,15-5-123,-1 1-1,1 1 1,0 0-1,1 0 1,-1 0-1,1 1 1,-11 15-1,1 1 30,-26 43 0,39-58-49,1-1-1,-1 1 1,2 1-1,-1-1 1,1 1-1,1-1 1,-1 1-1,2 0 0,-1 0 1,2 0-1,-1 14 1,2-19-13,-1 0-1,1-1 1,0 1 0,0 0 0,1 0 0,-1-1 0,1 1 0,0 0 0,0-1-1,1 0 1,-1 0 0,1 1 0,0-2 0,0 1 0,0 0 0,1 0-1,-1-1 1,1 0 0,0 0 0,0 0 0,0 0 0,0-1 0,0 1-1,9 2 1,3 1-78,1-1 0,-1-1 0,1-1 0,-1 0 0,1-1 0,0-1 0,21-1 0,1-3-140,0-1-1,38-9 1,-58 9 44,0-1-1,-1-1 1,0 0-1,0-1 1,-1-1-1,0-1 1,0 0 0,-1-1-1,21-17 1,-25 16 65,0 0 0,-1-1 1,0-1-1,0 0 0,-2 0 0,0-1 1,0 0-1,-1 0 0,-1-1 0,0 0 1,4-17-1,20-67 538,20-108 1,-50 193-134,0-1 0,0 1 0,-2-1 0,0 1 0,-4-22-1,0-25 735,-2 14-252,7 42-414,-7 20 269,1 5-326,1 1 0,0 0 0,-3 36 0,1-4-23,-7 29-14,-1-5-2860,-5 106 0,20-174 1812,0 1 1,1 0-1,0-1 1,0 1-1,6 16 1,-5-18-1260,1 0 0,1 0 0,8 14 0,9 10-9410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9.399"/>
    </inkml:context>
    <inkml:brush xml:id="br0">
      <inkml:brushProperty name="width" value="0.035" units="cm"/>
      <inkml:brushProperty name="height" value="0.035" units="cm"/>
    </inkml:brush>
  </inkml:definitions>
  <inkml:trace contextRef="#ctx0" brushRef="#br0">57 52 11809,'-28'-9'2592,"21"-5"8105,-2 5-9549,-4 1 81,26 2-5150,3 0 1329</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8.993"/>
    </inkml:context>
    <inkml:brush xml:id="br0">
      <inkml:brushProperty name="width" value="0.035" units="cm"/>
      <inkml:brushProperty name="height" value="0.035" units="cm"/>
    </inkml:brush>
  </inkml:definitions>
  <inkml:trace contextRef="#ctx0" brushRef="#br0">43 385 5368,'0'0'4568,"-2"2"-3665,-8 7-175,-10 2 4555,10-4 1305,34-11-6481,101-30 595,37-8-368,730-133 254,-618 125-518,392-55-329,-642 103-169,-1 1 1,0 1 0,38 4-1,-90 9-1711,-73 27-2019,29-21-2365,29-11-943</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9.210"/>
    </inkml:context>
    <inkml:brush xml:id="br0">
      <inkml:brushProperty name="width" value="0.035" units="cm"/>
      <inkml:brushProperty name="height" value="0.035" units="cm"/>
    </inkml:brush>
  </inkml:definitions>
  <inkml:trace contextRef="#ctx0" brushRef="#br0">134 12 9809,'8'-12'3615,"-9"23"1979,-8 15-797,3-11-5335,-16 39 1956,3 1 0,-17 76 0,-6 119-6144,35-140-4837,7-53-695</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9.647"/>
    </inkml:context>
    <inkml:brush xml:id="br0">
      <inkml:brushProperty name="width" value="0.035" units="cm"/>
      <inkml:brushProperty name="height" value="0.035" units="cm"/>
    </inkml:brush>
  </inkml:definitions>
  <inkml:trace contextRef="#ctx0" brushRef="#br0">1 29 10801,'0'0'12344,"0"3"-11212,-1 1-954,1 1 0,0-1 0,0 0 0,1 1 0,-1-1 0,1 0 0,0 0 1,0 0-1,0 0 0,1 0 0,-1 0 0,1 0 0,0 0 0,0 0 0,5 5 0,5 8 55,2-1 0,15 15 1,-14-15 5,20 23 61,-1 1 0,51 80 1,-70-95-313,-1 2 0,-1 0 0,-2 0 0,0 1 0,-2 0 1,8 43-1,-15-59-14,-1 0 1,0 1-1,0-1 1,-2 21-1,1-30 27,-1 1 0,1-1-1,-1 1 1,0-1-1,0 1 1,0-1-1,0 0 1,0 1 0,-1-1-1,0 0 1,1 0-1,-1 0 1,0 0-1,-1 0 1,1 0 0,0-1-1,-1 1 1,1-1-1,-1 0 1,-6 4-1,8-5 0,0 0-1,-1-1 1,1 1-1,0 0 1,-1-1-1,1 0 1,-1 1-1,1-1 1,-1 0-1,1 1 1,-1-1-1,1 0 1,-1 0 0,1 0-1,-1-1 1,1 1-1,-1 0 1,1 0-1,-1-1 1,1 1-1,-1-1 1,1 1-1,0-1 1,-1 0-1,-1-1 1,0-1 2,1 1 1,-1-1 0,1 1 0,0-1-1,0 0 1,1 0 0,-1 0 0,1 0-1,-1 0 1,1 0 0,-1-4-1,-1-6 3,0 0-1,1 0 0,0 0 0,0-23 0,4 20-139,0 0-1,1 0 1,0 1 0,1-1-1,1 1 1,0 0 0,12-22-1,60-93-1824,-77 130 1959,21-31-939,3 1 1,0 1 0,2 1-1,1 1 1,1 2-1,46-33 1,-35 31-2178,0 2 0,68-30 0,-38 30-3736</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0.051"/>
    </inkml:context>
    <inkml:brush xml:id="br0">
      <inkml:brushProperty name="width" value="0.035" units="cm"/>
      <inkml:brushProperty name="height" value="0.035" units="cm"/>
    </inkml:brush>
  </inkml:definitions>
  <inkml:trace contextRef="#ctx0" brushRef="#br0">388 1 6973,'-24'9'2460,"0"1"0,0 1 0,-24 16 1,15 0-1876,1 1 1,-56 62-1,32-30-501,0 1-414,54-59 660,28-23 400,-21 16-539,-3 3-125,0-1 1,1 1-1,0 0 0,-1 0 1,1 0-1,0 0 0,0 0 1,0 1-1,0-1 0,0 1 1,0 0-1,0 0 0,1 0 1,-1 0-1,0 1 0,1-1 0,-1 1 1,0 0-1,1 0 0,-1 0 1,0 0-1,1 1 0,-1 0 1,0-1-1,1 1 0,-1 0 1,4 2-1,7 3 52,-1 0 1,0 1-1,0 0 1,0 1-1,15 13 1,43 28 172,15 1 1,-73-43-241,1-1 0,0 0 0,0-1 1,0-1-1,0 0 0,1-1 0,0 0 0,-1-1 0,1-1 0,0 0 0,0-1 0,19-3 1,-14 0 193,-1-2 1,1 0-1,-1-1 1,0 0-1,-1-2 1,1 0-1,28-19 1,-21 9 345,-1-2 1,-1 0-1,-1-1 1,22-28-1,30-26 1294,-49 47-1270,-23 25-270,0 5-187,-1 0-178,0 0 0,1-1 1,-1 2-1,0-1 0,0 0 0,0 0 1,-1 1-1,1-1 0,0 1 0,-1-1 1,0 1-1,1 0 0,-1-1 0,0 1 1,0 3-1,1 4-498,-1 0-1,0 1 1,-1 13 0,0-12-175,3 48-4943,1-20-2918,-1-19-2505</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0.194"/>
    </inkml:context>
    <inkml:brush xml:id="br0">
      <inkml:brushProperty name="width" value="0.035" units="cm"/>
      <inkml:brushProperty name="height" value="0.035" units="cm"/>
    </inkml:brush>
  </inkml:definitions>
  <inkml:trace contextRef="#ctx0" brushRef="#br0">11 41 11129,'6'-12'1532,"-16"-2"-252,4 0 324,38 22-3084,15 10 68,-18 2-2276,3 2-2293</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0.553"/>
    </inkml:context>
    <inkml:brush xml:id="br0">
      <inkml:brushProperty name="width" value="0.035" units="cm"/>
      <inkml:brushProperty name="height" value="0.035" units="cm"/>
    </inkml:brush>
  </inkml:definitions>
  <inkml:trace contextRef="#ctx0" brushRef="#br0">0 79 9753,'10'-26'10646,"-20"-5"-2056,12 42-8451,0-1 0,0 1 0,1 0 0,1-1 0,6 16 0,2 5-47,-6-7-110,6 46 0,2 4-291,-5-4 70,-8-67 256,1-4 24,3-1 3,-1 0 0,0 0-1,0-1 1,1 0-1,-2 0 1,1 0 0,0 0-1,-1 0 1,6-7-1,29-43 268,-5 7 54,-18 28-313,15-19 363,1 2-1,45-39 1,-66 66-346,-1 0 1,1 1-1,0 0 0,1 1 0,-1 0 1,1 0-1,1 1 0,-1 1 1,1 0-1,-1 0 0,1 1 0,0 1 1,25-2-1,-27 4-74,0 1-1,0 1 1,0 0 0,0 0-1,0 1 1,0 0 0,-1 0 0,1 2-1,-1-1 1,0 1 0,0 0-1,-1 1 1,1-1 0,-1 2-1,8 7 1,11 14-156,-1 1-1,38 52 1,-24-28-210,45 41-5078,-23-34-4767,-52-51 7765,23 19-8276</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6.542"/>
    </inkml:context>
    <inkml:brush xml:id="br0">
      <inkml:brushProperty name="width" value="0.035" units="cm"/>
      <inkml:brushProperty name="height" value="0.035" units="cm"/>
    </inkml:brush>
  </inkml:definitions>
  <inkml:trace contextRef="#ctx0" brushRef="#br0">45 1 8397,'-38'125'1860,"35"-82"-452,0 0-276,3 3-220,3-3 4,0 8-424,4 4-804,5 2-804,-2 6-2844,3 2-2785</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7.554"/>
    </inkml:context>
    <inkml:brush xml:id="br0">
      <inkml:brushProperty name="width" value="0.035" units="cm"/>
      <inkml:brushProperty name="height" value="0.035" units="cm"/>
    </inkml:brush>
  </inkml:definitions>
  <inkml:trace contextRef="#ctx0" brushRef="#br0">9 0 4168,'0'0'13226,"0"4"-12030,2 16 47,-2 0 1,0 0-1,-5 30 0,1 26 4,3 0 1,10 91-1,0 32-6081,-3-77-4409,0-61-1001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8.135"/>
    </inkml:context>
    <inkml:brush xml:id="br0">
      <inkml:brushProperty name="width" value="0.035" units="cm"/>
      <inkml:brushProperty name="height" value="0.035" units="cm"/>
    </inkml:brush>
  </inkml:definitions>
  <inkml:trace contextRef="#ctx0" brushRef="#br0">336 24 5909,'-13'-9'12339,"0"3"-5809,-6 0-4095,-21 4-4095,36 2 2839,-5 0-1070,0 0 0,0 1 1,0 1-1,0-1 0,1 2 0,-1-1 1,1 1-1,-1 0 0,1 1 0,0 0 1,0 0-1,1 1 0,-1 0 0,1 0 1,0 1-1,0-1 0,1 2 1,-1-1-1,1 1 0,1 0 0,0 0 1,0 0-1,0 1 0,-5 11 0,0 4-136,0 0 0,2 0 0,1 1 0,1 1 0,0-1 0,2 1 0,-1 31 0,3-1-2175,6 66-1,7-3-7487,-2-44-2478</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0.286"/>
    </inkml:context>
    <inkml:brush xml:id="br0">
      <inkml:brushProperty name="width" value="0.035" units="cm"/>
      <inkml:brushProperty name="height" value="0.035" units="cm"/>
    </inkml:brush>
  </inkml:definitions>
  <inkml:trace contextRef="#ctx0" brushRef="#br0">0 619 4452,'0'0'5154,"3"0"-4583,0 0-448,0 1 1,0-1-1,-1 1 1,1-1-1,0 1 0,0 0 1,-1 0-1,1 0 1,-1 0-1,1 1 0,-1-1 1,1 1-1,-1-1 1,0 1-1,0 0 1,0 0-1,0 0 0,0 0 1,2 3-1,24 34 589,-2 1-1,-1 1 0,23 53 1,-6-11-428,-17-37-224,2-2-1,2 0 1,2-2-1,41 42 1,-49-60-43,2-1 0,0-1-1,1-2 1,1 0 0,1-2 0,1-1 0,48 21 0,-29-20-160,0-3 0,1-2 0,0-2 0,1-2 0,79 5 0,256-16-1646,-317-1 1473,153-7-250,-1-9 1,-1-10 0,251-67 0,-366 69 497,157-46 2,123-49 317,425-78-1,-204 113-247,1-2 173,-565 81-124,68-23 0,-91 25-34,0-2-1,-1 0 1,0-1-1,0-1 1,29-23 0,-38 25-43,-1 1-1,-1-1 1,1-1 0,-1 1 0,-1-1 0,0 0 0,0-1 0,-1 1 0,0-1-1,5-19 1,-6 19-13,0 0-1,1 0 1,0 0-1,0 0 1,1 1-1,1-1 0,-1 1 1,1 1-1,15-17 1,65-41-32,-18 15 19,-22 8 55,-30 27-30,33-24 0,11 4 13,-43 27 25,-1-1 1,0 0 0,17-15-1,-32 24-11,1-1-1,0 0 0,-1 1 0,0-1 0,1 0 1,-1 1-1,0-1 0,0 0 0,0 0 0,0 0 1,0 0-1,-1 0 0,1 0 0,0-1 0,-1 1 0,0 0 1,1 0-1,-1 0 0,0 0 0,0-1 0,0 1 1,-1 0-1,1 0 0,0 0 0,-1 0 0,0-3 1,0 2-19,-20 1-104,18 2 98,1-1 1,-1 1 0,0 0-1,0-1 1,1 1 0,-1 0-1,0 1 1,1-1 0,-1 0-1,0 1 1,-3 1 0,-10 3-2,13-4 44,0 0-6,-10 3 427,-1-1-1,-23 3 1,38-4-431,1 0 1,-1 0-1,0 0 0,0 0 1,0 0-1,0 0 1,-1 0-1,1 1 0,-1-1 1,1 4-1,-2-1-16,-1-1 0,-1 1 0,1 0 1,0-1-1,-1 1 0,0-1 0,0 0 0,0 0 0,-1 0 0,-7 7 0,-7 8-34,12-11-2,-13 16-404,-38 37-1,-43 33-3020,19-16-986</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0.731"/>
    </inkml:context>
    <inkml:brush xml:id="br0">
      <inkml:brushProperty name="width" value="0.035" units="cm"/>
      <inkml:brushProperty name="height" value="0.035" units="cm"/>
    </inkml:brush>
  </inkml:definitions>
  <inkml:trace contextRef="#ctx0" brushRef="#br0">1 1 5424,'45'34'1052,"58"33"-1,-26-19-373,-3 4 0,-2 3 0,-2 2 0,-3 4 0,102 119 0,-157-166-600,-1 1 0,0 0 0,-2 0 0,1 1 0,-2 1 1,0 0-1,-1 0 0,5 20 0,-10-28-62,0 0 0,0 0 0,-1 0 1,-1 0-1,1 0 0,-2 0 0,1 0 0,-1 0 1,0-1-1,-1 1 0,0 0 0,-1 0 1,1-1-1,-2 1 0,1-1 0,-1 0 0,0 0 1,-9 11-1,0-3-141,0-1-1,-1-1 1,-1 0 0,0-1 0,-1-1-1,0 0 1,-34 17 0,-2-2-1111,-78 28 1,43-24-1409,3 1-861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1.294"/>
    </inkml:context>
    <inkml:brush xml:id="br0">
      <inkml:brushProperty name="width" value="0.035" units="cm"/>
      <inkml:brushProperty name="height" value="0.035" units="cm"/>
    </inkml:brush>
  </inkml:definitions>
  <inkml:trace contextRef="#ctx0" brushRef="#br0">577 1 5869,'0'0'1140,"-4"0"-175,-6 0-724,0 0 0,0 0-1,0 1 1,0 1 0,0 0 0,0 0-1,1 1 1,-1 0 0,1 1 0,-1 0-1,1 0 1,0 1 0,1 1 0,-9 5 0,-18 15 306,2 0 0,-30 32 0,33-28-406,2 1 1,1 1-1,1 2 1,2 0-1,2 2 1,1 0 0,1 2-1,2 0 1,2 1-1,2 0 1,1 2 0,3-1-1,-9 63 1,17-86-142,1 0 0,1 0 0,1 0 1,1-1-1,0 1 0,1 0 0,0-1 0,2 1 1,0-1-1,12 27 0,-7-24 9,1-1 0,1 0 1,0-1-1,1 0 0,1-1 0,1 0 0,27 23 1,-6-12-50,0-2 0,2-2 0,1-1 0,1-2 0,0-2 0,1-1 0,73 18 0,-25-14-425,0-4 0,104 7 0,188-16-5272,-215-11 888</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1.560"/>
    </inkml:context>
    <inkml:brush xml:id="br0">
      <inkml:brushProperty name="width" value="0.035" units="cm"/>
      <inkml:brushProperty name="height" value="0.035" units="cm"/>
    </inkml:brush>
  </inkml:definitions>
  <inkml:trace contextRef="#ctx0" brushRef="#br0">48 1 4600,'-48'25'-1324</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5.927"/>
    </inkml:context>
    <inkml:brush xml:id="br0">
      <inkml:brushProperty name="width" value="0.035" units="cm"/>
      <inkml:brushProperty name="height" value="0.035" units="cm"/>
    </inkml:brush>
  </inkml:definitions>
  <inkml:trace contextRef="#ctx0" brushRef="#br0">1 0 2724,'6'57'860,"-2"-37"-232,-1 3-112,6-3-92,1 3-71,-7-3-37,0 3-60,10-3-108,9 14-28,0-11-28,-6 3-20,3-1-44,0 1-92,-3 0-364,-6 0-1369,9-4 533</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6.127"/>
    </inkml:context>
    <inkml:brush xml:id="br0">
      <inkml:brushProperty name="width" value="0.035" units="cm"/>
      <inkml:brushProperty name="height" value="0.035" units="cm"/>
    </inkml:brush>
  </inkml:definitions>
  <inkml:trace contextRef="#ctx0" brushRef="#br0">1 415 2916,'42'-7'539,"-40"7"-516,0-1-1,0 0 1,0 1 0,-1-1 0,1 0 0,0 0-1,0 0 1,-1 0 0,1 0 0,-1 0-1,1-1 1,-1 1 0,0 0 0,1-1-1,-1 1 1,0-1 0,0 0 0,2-2-1,-2 1-37,6-7 194,0 0 0,1 0 0,0 0 0,12-10 0,-15 16-75,-1-1 0,1-1 0,-1 1-1,0-1 1,0 0 0,0 1 0,-1-2 0,0 1 0,0 0 0,-1-1-1,1 1 1,-2-1 0,1 0 0,-1 1 0,0-1 0,0 0-1,-1 0 1,1 0 0,-2 0 0,1 0 0,-1 0 0,-2-8-1,1 3-325,0 1 0,-1 0 0,-1 0 0,1 0 0,-2 0 0,0 1 0,0 0 0,-1 0 0,0 0 0,0 0 0,-1 1 0,-14-14 0,-1 5-1063</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6.579"/>
    </inkml:context>
    <inkml:brush xml:id="br0">
      <inkml:brushProperty name="width" value="0.035" units="cm"/>
      <inkml:brushProperty name="height" value="0.035" units="cm"/>
    </inkml:brush>
  </inkml:definitions>
  <inkml:trace contextRef="#ctx0" brushRef="#br0">87 408 5549,'-7'-10'2459,"-1"0"1,-1 1 0,-18-16 0,21 19 279,3 5-1861,-23-8 1333,313-36 483,-172 30-2238,113-16 119,1573-193 1498,-1742 217-2032,5-1 26,0 3 0,1 2-1,85 8 1,-148-5-70,0 0-1,-1 0 1,1 0-1,0 0 1,-1 1 0,1-1-1,0 1 1,-1-1 0,1 1-1,0-1 1,-1 1 0,1 0-1,-1 0 1,1 0 0,-1 0-1,0 0 1,1 0 0,-1 0-1,0 0 1,0 1 0,0-1-1,0 0 1,0 1 0,0-1-1,0 1 1,0-1 0,0 1-1,-1-1 1,1 1 0,-1 0-1,1-1 1,-1 1 0,0 0-1,1 0 1,-1-1 0,0 1-1,0 2 1,-1 0-49,0 0 0,0 0 0,0 1-1,0-1 1,-1 0 0,0 0 0,0 0 0,0 0 0,0-1 0,0 1 0,-1 0-1,0-1 1,-3 3 0,-34 32-1469,-64 45 0,-22 18-3569,59-42-2553,51-43-63</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6.829"/>
    </inkml:context>
    <inkml:brush xml:id="br0">
      <inkml:brushProperty name="width" value="0.035" units="cm"/>
      <inkml:brushProperty name="height" value="0.035" units="cm"/>
    </inkml:brush>
  </inkml:definitions>
  <inkml:trace contextRef="#ctx0" brushRef="#br0">318 40 7329,'-26'-5'2351,"21"4"-123,3-2-97,-11-25 1622,12 25-779,-2 5-1625,0 0-1140,0 0 0,0 0 0,1 0-1,-1 0 1,1 1 0,-1-1 0,1 1 0,0-1 0,0 1 0,0 0 0,0 0 0,0 0 0,1 0 0,-1 0 0,1 0 0,0 1 0,-2 4 0,-28 141 1920,-13 51-1431,-46 168-5468,41-121-2865,39-176 2419,6-7-2882</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7.205"/>
    </inkml:context>
    <inkml:brush xml:id="br0">
      <inkml:brushProperty name="width" value="0.035" units="cm"/>
      <inkml:brushProperty name="height" value="0.035" units="cm"/>
    </inkml:brush>
  </inkml:definitions>
  <inkml:trace contextRef="#ctx0" brushRef="#br0">1 47 10313,'13'-37'7169,"15"27"-4111,-17 11-2882,1-1 0,-1 2 1,0 0-1,1 0 0,-1 1 1,0 0-1,0 1 0,-1 0 1,1 1-1,16 9 0,1 4 83,0 0 0,38 33 0,-55-41-225,-1 0-1,0 1 0,0 0 1,-1 1-1,-1 0 1,0 0-1,0 1 0,-1 0 1,-1 0-1,0 0 1,-1 1-1,-1 0 0,0 0 1,-1 0-1,0 1 1,-1-1-1,0 19 1,-2-24-32,0 0 0,-1-1 0,0 1 0,-1 0 0,0-1 1,-1 1-1,1-1 0,-1 0 0,-1 0 0,0 0 1,0 0-1,-1 0 0,1-1 0,-2 0 0,1 0 0,-1 0 1,-10 9-1,14-14 1,-1-1 1,1 1-1,0-1 0,0 0 1,-1 0-1,1 0 0,-1 0 1,1 0-1,-1 0 0,1 0 1,-1-1-1,0 1 0,1-1 1,-1 0-1,0 0 0,1 0 1,-1 0-1,1 0 0,-1-1 1,0 1-1,1-1 0,-4-1 1,0 0 20,0 0-1,0-1 1,0 0 0,1 0 0,-1 0-1,-8-7 1,13 9-15,0-1 0,0 1 0,0 0 0,0-1 0,0 1 0,0 0 0,0-1 0,0 1 0,0-1 0,1 0 0,-1 1 0,1-1 0,-1 1 0,1-1 0,0 0 0,0 1 0,0-1 0,0 0 0,0 0 0,0 1 0,0-1 0,0 0 0,0 1 0,2-4 0,-1-3 26,2-7-51,0 0-1,2 1 0,-1-1 0,2 1 1,0 0-1,0 0 0,1 1 1,1 0-1,0 0 0,1 1 1,1 0-1,0 1 0,18-17 0,-1 3-387,1 2 0,1 1 0,1 2 0,53-28 0,-51 32-448,2 1 0,-1 2 1,2 2-1,0 1 0,45-7 0,-41 11-1964,1 3 0,57 1 0,-56 4-2787</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7.627"/>
    </inkml:context>
    <inkml:brush xml:id="br0">
      <inkml:brushProperty name="width" value="0.035" units="cm"/>
      <inkml:brushProperty name="height" value="0.035" units="cm"/>
    </inkml:brush>
  </inkml:definitions>
  <inkml:trace contextRef="#ctx0" brushRef="#br0">299 120 8173,'-1'0'77,"1"0"0,-1 0 0,0-1 0,1 1 0,-1-1 0,1 1 0,-1 0 0,0-1 0,1 1 0,-1-1 0,1 1 0,-1-1 0,1 0 1,0 1-1,-1-1 0,1 1 0,0-1 0,-1 0 0,1 1 0,0-1 0,0 0 0,-1 1 0,1-1 0,0 0 0,0 0 0,0 1 0,0-1 0,0 0 0,10-24 2930,29-21 2300,-31 39-4597,-6 4 30,0 1 57,6-11-403,-8 13-377,1 0 0,-1 0 1,0 0-1,0 0 0,0 0 1,0 0-1,0-1 0,1 1 1,-1 0-1,0 0 0,0 0 0,0 0 1,0 0-1,0 0 0,0-1 1,0 1-1,1 0 0,-1 0 1,0 0-1,0 0 0,0-1 0,0 1 1,0 0-1,0 0 0,0 0 1,0 0-1,0-1 0,0 1 0,0 0 1,0 0-1,0 0 0,0 0 1,0-1-1,0 1 0,0 0 1,0 0-1,0 0 0,0 0 0,-1-1 1,1 1-1,0 0 0,0 0 1,0 0-1,0 0 0,0 0 1,0-1-1,0 1 0,-1 0 0,1 0 1,0 0-1,0 0 0,-17 3 53,1 0 0,0 1-1,0 1 1,1 1-1,0 0 1,-1 1-1,2 0 1,-1 1 0,1 1-1,-23 19 1,8-4-45,1 2-1,1 1 1,-38 50 0,63-75-28,0 0-1,1 1 0,-1-1 1,0 1-1,1 0 1,0-1-1,0 1 0,0 0 1,0 0-1,0-1 1,0 1-1,1 0 0,-1 0 1,1 0-1,0 0 1,0 0-1,0 4 0,1-6 3,-1 1 0,1-1 0,0 1 1,-1-1-1,1 0 0,0 1 0,0-1 0,0 0 0,0 0 0,0 0 0,1 0 0,-1 0 0,0 0 0,0 0 0,1 0 0,-1 0 0,0-1 0,1 1 0,-1 0 0,1-1 0,-1 1 0,1-1 0,-1 0 0,1 1 0,-1-1 0,1 0 0,-1 0 1,1 0-1,0 0 0,-1 0 0,1 0 0,-1-1 0,3 1 0,32-6-14,1-1-1,-1-2 1,40-14 0,7-2 18,73-22 196,-141 44-192,1 0 1,0 0-1,0 2 0,0 0 1,-1 1-1,1 0 0,30 5 1,-19 0-23,0-1 1,30 0-1,-45-5 12,0 1 0,0-1 0,0-1 0,0 0-1,0-1 1,0 0 0,16-7 0,-9 2 70,-1-2 0,0 0 0,32-24 0,-38 25 108,-9 7 413,-5 6-674,-2 7-377,0 0 0,0 1 0,-3 18 1,6 5-3115,1-31 2488,1 1-1,0-1 1,0 0 0,0 0 0,1 0 0,2 5 0,5 8-6980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7.768"/>
    </inkml:context>
    <inkml:brush xml:id="br0">
      <inkml:brushProperty name="width" value="0.035" units="cm"/>
      <inkml:brushProperty name="height" value="0.035" units="cm"/>
    </inkml:brush>
  </inkml:definitions>
  <inkml:trace contextRef="#ctx0" brushRef="#br0">1 9 6189,'19'-9'2900,"-13"23"-2808,7 3-500,-13 12-2913,0 0 853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8.034"/>
    </inkml:context>
    <inkml:brush xml:id="br0">
      <inkml:brushProperty name="width" value="0.035" units="cm"/>
      <inkml:brushProperty name="height" value="0.035" units="cm"/>
    </inkml:brush>
  </inkml:definitions>
  <inkml:trace contextRef="#ctx0" brushRef="#br0">0 105 7541,'0'0'11942,"2"3"-11483,2 6-263,0 0-1,-1 1 0,0 0 0,3 15 0,-5-16-118,1 0 0,1 0 0,0 0 0,0 0 1,0 0-1,1 0 0,9 14 0,-11-22-66,0 1-1,-1-1 1,1 1 0,0-1 0,0 1 0,0-1 0,0 0 0,0 0 0,0 0 0,0 0-1,0-1 1,0 1 0,1-1 0,-1 1 0,0-1 0,1 1 0,-1-1 0,0 0-1,0 0 1,1 0 0,-1-1 0,0 1 0,1-1 0,-1 1 0,0-1 0,0 1 0,0-1-1,0 0 1,3-2 0,7-2 97,0-1 0,-1-1 0,22-15 0,-3-3 499,45-51 0,-34 33 296,-30 32-522,-1 1 1,1 0 0,1 0-1,0 1 1,1 1 0,-1 0-1,17-7 1,-28 15-359,0 0 0,0 0 0,0 0 0,-1 0 0,1 1 0,0-1-1,0 0 1,-1 1 0,1-1 0,0 0 0,-1 1 0,1-1 0,0 1 0,-1-1 0,1 1 0,0 0 0,-1-1-1,1 1 1,-1 0 0,1-1 0,-1 1 0,0 0 0,1-1 0,-1 2 0,2 1 56,6 10-11,-2 1 0,0-1 0,0 1 0,-1 0 0,-1 0 0,0 1 0,2 23 0,4 8-474,1 0-379,-6-20-139,1-1 0,2 1 0,0-1 0,13 24 0,9 7-3089,-7-19-1419,6 4-4987</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9.546"/>
    </inkml:context>
    <inkml:brush xml:id="br0">
      <inkml:brushProperty name="width" value="0.035" units="cm"/>
      <inkml:brushProperty name="height" value="0.035" units="cm"/>
    </inkml:brush>
  </inkml:definitions>
  <inkml:trace contextRef="#ctx0" brushRef="#br0">134 341 7673,'-24'-2'505,"-82"-2"10727,103 4-10406,7-2-149,33-15-148,1 1 0,1 2 0,53-12-1,128-17 204,-158 32-512,1089-142 1506,-813 115-1628,-263 29-490,1 4 0,117 5 0,-186 1 145,1 0 0,0 0 0,0 1 1,0 0-1,-1 0 0,1 0 0,-1 1 1,9 5-1,-15-7 49,1 0 0,-1 0 0,1 0 0,-1 0 0,1 0 0,-1 1 0,0-1 0,1 1 0,-1-1 0,0 0 0,0 1 0,0 0 1,0-1-1,0 1 0,0 0 0,-1 0 0,1-1 0,-1 1 0,1 0 0,-1 0 0,0 0 0,1 0 0,-1-1 0,0 1 0,0 0 0,0 0 0,0 0 0,-1 0 0,1 0 0,-1 0 0,1-1 0,-1 1 0,1 0 0,-1 0 1,0-1-1,0 1 0,0 0 0,-2 2 0,-15 27-4417,-1 1-2473</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9.765"/>
    </inkml:context>
    <inkml:brush xml:id="br0">
      <inkml:brushProperty name="width" value="0.035" units="cm"/>
      <inkml:brushProperty name="height" value="0.035" units="cm"/>
    </inkml:brush>
  </inkml:definitions>
  <inkml:trace contextRef="#ctx0" brushRef="#br0">257 72 10945,'6'-33'2270,"-6"32"-2072,0-1 0,0 1 1,0 0-1,0 0 1,0 0-1,0-1 1,-1 1-1,1 0 1,0 0-1,0 0 1,-1 0-1,1 0 1,-1 0-1,1-1 1,-1 1-1,1 0 1,-1 0-1,0 1 0,0-1 1,1 0-1,-1 0 1,-2-1-1,-4-10 4718,3 14-3588,-5 7-995,0 0 0,0 0 0,1 0 0,0 1 1,1 0-1,0 1 0,1 0 0,0 0 0,-8 22 0,-3 14 151,-11 55 0,27-101-477,-71 433-4466,46-237-1609,16-114 323,6 0-3328</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0.324"/>
    </inkml:context>
    <inkml:brush xml:id="br0">
      <inkml:brushProperty name="width" value="0.035" units="cm"/>
      <inkml:brushProperty name="height" value="0.035" units="cm"/>
    </inkml:brush>
  </inkml:definitions>
  <inkml:trace contextRef="#ctx0" brushRef="#br0">1 350 7709,'47'-9'1922,"-30"6"-951,-1 0 0,1-1 0,15-7 0,-12 3-386,30-11 377,-1-2-1,-1-3 1,86-56 0,-128 75-843,0 0 0,-1 0 0,0-1 0,9-12 0,-6 8-22,-8 8-79,1 0-1,-1 0 0,0 0 1,0 1-1,1-1 1,-1 0-1,0 0 1,-1 0-1,1 0 1,0 0-1,-1 0 1,1 0-1,0 1 1,-1-1-1,0 0 1,0 0-1,1 1 0,-1-1 1,-2-2-1,1 3 3,0-1 0,-1 0 0,1 1 0,-1 0 0,1-1 0,-1 1 0,0 0 0,1 0 0,-1 1 0,0-1 0,0 0 0,0 1 0,0 0 0,1 0 0,-1 0 0,0 0 0,0 0 0,-5 1 0,-50 14 264,56-15-270,-16 7 75,1 2-1,0-1 0,0 2 0,0 0 0,2 1 0,-1 1 0,1 0 0,1 1 0,0 1 0,1 0 1,0 0-1,2 2 0,-13 19 0,19-28-56,0 1 0,1-1 0,0 1 1,0 1-1,1-1 0,0 0 0,1 1 0,0 0 0,0-1 0,0 1 1,1 0-1,1 0 0,-1 0 0,2 10 0,1-11-15,-1 0 0,1 0-1,0-1 1,1 1 0,0-1 0,0 0-1,1 1 1,0-2 0,0 1 0,0 0-1,1-1 1,0 0 0,0 0-1,1 0 1,0-1 0,9 8 0,-2-5-3,0 0 1,0-1 0,0 0-1,1-1 1,0-1 0,1 0-1,-1-1 1,1 0 0,24 2-1,-4-2 4,0-2 0,0-2 0,37-3 0,-44 0-11,-1-1 0,1-1 0,-2-1 0,1-2 0,-1 0 0,0-2 1,43-23-1,-53 24 19,0-1 0,0-1 1,-1-1-1,-1 0 1,0-1-1,0 0 0,-1-1 1,-1-1-1,-1 0 1,0 0-1,-1-1 0,10-19 1,1-16 414,-3-1 0,20-83 1,-17 56 463,-21 79-895,1-1 1,-1 1 0,1-1 0,0 1 0,-1-1-1,1 1 1,0 0 0,-1-1 0,1 1 0,0 0 0,0 0-1,0-1 1,-1 1 0,1 0 0,0 0 0,0 0-1,-1 0 1,1 0 0,0 0 0,0 0 0,0 0-1,-1 1 1,1-1 0,1 1 0,-1-1 20,3 1-12,-1 0-1,1 0 1,-1 0 0,1 0 0,-1 1-1,0 0 1,0 0 0,0 0-1,0 0 1,0 0 0,0 0 0,0 1-1,-1-1 1,1 1 0,2 3 0,36 53 210,-33-47-153,1 3-54,0 1 1,-1 1 0,-1 0 0,-1 0-1,0 0 1,-1 1 0,-1 0 0,0 0-1,-2 0 1,0 0 0,-1 0-1,-1 1 1,0-1 0,-1 0 0,-8 33-1,4-28-114,-1-1-1,-1 0 0,-1 0 1,0-1-1,-2 0 0,-1 0 1,-1-1-1,0-1 1,-1 0-1,-1 0 0,-1-1 1,-19 16-1,2-6-1130,-49 31 0,55-41-345,11-6-448,9-7-2467,16-19-147,14-16-1822</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0.482"/>
    </inkml:context>
    <inkml:brush xml:id="br0">
      <inkml:brushProperty name="width" value="0.035" units="cm"/>
      <inkml:brushProperty name="height" value="0.035" units="cm"/>
    </inkml:brush>
  </inkml:definitions>
  <inkml:trace contextRef="#ctx0" brushRef="#br0">126 1 12061,'-2'10'1170,"-1"0"1,0 0-1,-1-1 0,-6 14 0,-6 17 1113,-10 40 958,11-38-1774,-15 72 1,22-55-1639,2 0 0,3 0 0,9 116-1,-4-145-465,12 115-3483,-11-121 2949,8 40-2774,4-24-1462,6-10-2015</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0.671"/>
    </inkml:context>
    <inkml:brush xml:id="br0">
      <inkml:brushProperty name="width" value="0.035" units="cm"/>
      <inkml:brushProperty name="height" value="0.035" units="cm"/>
    </inkml:brush>
  </inkml:definitions>
  <inkml:trace contextRef="#ctx0" brushRef="#br0">56 277 9753,'-53'-19'4680,"52"18"-4524,1 0 1,0 0 0,-1 0 0,1 0 0,0 0-1,-1 0 1,1 0 0,0 0 0,0 0 0,0 0-1,0 0 1,0 0 0,0 0 0,1 0 0,-1 0 0,0 0-1,0 0 1,1 0 0,-1 0 0,0 0 0,1 0-1,0-1 1,-1 1 73,2-3-35,1 0 0,-1 0 0,1 0 0,-1 1 0,1-1 0,0 1 0,1-1 0,-1 1 0,0 0 0,1 0 0,0 1 0,0-1 0,0 1 0,0-1 0,0 1 0,6-2 0,12-4 337,0 1 1,24-5 0,-31 9-327,366-76 1322,4 25-3886,-191 43-1317,-116 8 616,-23 4-1958,-9 11-2806</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1.986"/>
    </inkml:context>
    <inkml:brush xml:id="br0">
      <inkml:brushProperty name="width" value="0.035" units="cm"/>
      <inkml:brushProperty name="height" value="0.035" units="cm"/>
    </inkml:brush>
  </inkml:definitions>
  <inkml:trace contextRef="#ctx0" brushRef="#br0">29 155 5733,'-24'0'1627,"19"0"72,9 1 34,7 0-770,73 9 3707,-42-6-3389,50-2-1,1471-88 4753,-1296 69-5250,94-8 73,335-18 1105,-688 43-1941,20-2 158,0 2 0,30 3 0,-100 17-68,-34 11-2504,73-30 1174,13 14-4609,-9-14 5518,0 1-1,0-1 0,-1 0 0,1 0 0,0 0 0,0 0 0,0 0 1,0 0-1,1 0 0,-1 0 0,0 0 0,0-1 0,0 1 0,1 0 1,-1-1-1,0 1 0,1-1 0,-1 1 0,1-1 0,-1 0 0,0 0 1,1 0-1,-1 1 0,1-1 0,-1-1 0,1 1 0,1 0 0,40 0-7812</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4.489"/>
    </inkml:context>
    <inkml:brush xml:id="br0">
      <inkml:brushProperty name="width" value="0.035" units="cm"/>
      <inkml:brushProperty name="height" value="0.035" units="cm"/>
    </inkml:brush>
  </inkml:definitions>
  <inkml:trace contextRef="#ctx0" brushRef="#br0">0 49 12669,'1'-27'1221,"-1"18"2054,-1-4 5279,13 24-6197,0 5-1789,0 0-1,-1 0 1,0 2 0,-2-1 0,10 24 0,33 98 654,-22-46-1167,77 268-48,-102-336-7,1 0 0,2-1 0,0 0 0,2 0 0,0 0 0,2-2 0,17 28 0,-27-47 0,1 0 0,-1 1 0,1-1 0,0 0 0,0 0 0,0 0 0,1 0 0,-1-1 0,1 0 0,-1 1 0,1-1 0,0 0 0,0-1 0,0 1 0,0-1 0,0 0 0,0 1 0,0-2 0,0 1 0,0-1 0,1 1 0,-1-1 0,0 0 0,0 0 0,1-1 0,-1 0 0,0 1 0,0-1 0,0-1 0,0 1 0,0 0 0,0-1 0,0 0 0,0 0 0,-1 0 0,5-4 0,3-3 0,0 0 0,-1-1 0,0 0 0,-1-1 0,0 0 0,12-20 0,37-80 0,-48 90 0,19-39-17,-12 20-181,1 2 1,3 1-1,0 0 0,42-52 1,-32 55-2171,53-49 1,-68 70 899,0 1 0,20-10 0,-24 15-597,0 1-1,1 0 1,24-7 0,23 0-9313</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4.786"/>
    </inkml:context>
    <inkml:brush xml:id="br0">
      <inkml:brushProperty name="width" value="0.035" units="cm"/>
      <inkml:brushProperty name="height" value="0.035" units="cm"/>
    </inkml:brush>
  </inkml:definitions>
  <inkml:trace contextRef="#ctx0" brushRef="#br0">298 260 9181,'7'-6'1166,"0"1"1,0-1-1,0-1 0,9-11 1,-10 11-469,1 1 1,-1 0-1,1 1 1,1-1 0,-1 1-1,10-4 1,-7 4-300,-1-1 0,0 0 0,12-12 0,-18 16-325,-1 0 0,0 0 0,0 0-1,-1-1 1,1 1 0,0-1 0,-1 1 0,1-1-1,-1 0 1,0 0 0,0 1 0,0-1-1,0 0 1,-1 0 0,1-4 0,-1 1 107,0 0 0,-1 0 0,0 0 0,0 0 0,0 0 0,-4-9 0,4 12-97,-1 0-1,0 0 1,0 1 0,0-1-1,0 1 1,0 0 0,0-1 0,-1 1-1,1 0 1,-1 0 0,1 0-1,-1 1 1,0-1 0,0 1-1,0-1 1,0 1 0,0 0 0,0 0-1,0 0 1,0 1 0,0-1-1,-1 1 1,-5-1 0,-6 0 154,-1 1 1,1 0-1,-24 3 0,23 0-113,-1 1-1,1 1 1,0 1-1,0 0 1,0 0-1,1 2 0,0 0 1,0 1-1,1 0 1,1 1-1,-1 1 1,1 0-1,1 1 1,0 0-1,1 1 1,0 0-1,1 0 1,1 1-1,0 1 1,1 0-1,0 0 1,-5 18-1,10-26-99,1 1-1,1-1 0,-1 1 1,1-1-1,0 1 1,1 0-1,0 0 1,0-1-1,1 1 0,0 0 1,0 0-1,1-1 1,0 1-1,0-1 1,1 0-1,0 1 1,0-1-1,0 0 0,9 11 1,-4-8-105,0 0-1,0-1 1,1 0 0,1-1-1,-1 0 1,1 0 0,1-1 0,-1 0-1,1-1 1,0 0 0,19 6-1,9 1-1083,0-1 0,0-3 0,2-1-1,-1-2 1,70 2 0,-60-8-2790,0-2 0,59-11 0,-56 5-3512</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5.459"/>
    </inkml:context>
    <inkml:brush xml:id="br0">
      <inkml:brushProperty name="width" value="0.035" units="cm"/>
      <inkml:brushProperty name="height" value="0.035" units="cm"/>
    </inkml:brush>
  </inkml:definitions>
  <inkml:trace contextRef="#ctx0" brushRef="#br0">0 83 14093,'0'0'7594,"5"1"-6472,7 2-907,0 1-1,-1 0 1,1 1-1,-1 0 1,0 1-1,0 0 1,0 1-1,-1 0 1,0 0-1,0 1 1,-1 0-1,0 1 1,-1 0-1,0 1 1,0 0-1,-1 0 1,0 0-1,7 16 0,-7-11-85,-1 0-1,-1 0 0,0 0 0,-1 1 1,-1 0-1,0 0 0,-1 0 0,-1 0 1,0 0-1,-1 0 0,-3 25 0,2-37 1720,1-5-1801,1 0-1,-1 0 1,0 0-1,1 0 1,-1 0-1,1 0 0,-1 0 1,1 0-1,0 0 1,-1 1-1,1-1 1,0 0-1,-1 0 1,1 1-1,0-1 0,1 0 1,6-7 101,25-40-26,-19 25-772,28-33 0,-13 23-468,3-4-1183,1 2-1,47-39 1,-65 62 1499,1-1-423,0 0-1,0 2 1,1 0 0,0 1 0,26-12-1,2-3 7035,-39 59-4142,-4-26-1589,1 1 0,0-1 1,0 0-1,0 0 1,1-1-1,0 1 0,1-1 1,-1 0-1,2 0 0,-1 0 1,1-1-1,0 0 1,0 0-1,0 0 0,1-1 1,0 0-1,0 0 1,1-1-1,-1 0 0,1 0 1,14 5-1,-11-5-65,0-1 0,1 0 0,-1 0 0,0-1 0,1-1 0,0 0 0,-1 0 0,1-1 0,-1-1 0,1 0 1,0 0-1,-1-1 0,0-1 0,1 0 0,-1-1 0,11-4 0,-14 3 109,0 1-1,-1-1 1,0 0 0,14-12-1,-18 14 42,0 0 0,-1 0-1,1 0 1,0 0-1,-1 0 1,0-1 0,0 1-1,0-1 1,0 0-1,-1 1 1,1-1 0,-1 0-1,2-7 1,-2-4 953,2-1 0,0 1 0,8-27 0,-10 39-152,1 7-730,3 5-172,0 2 0,-2-1-1,1 0 1,-1 1 0,-1 0 0,0 0-1,0 0 1,0 19 0,-1-16-12,4 73 72,-4 1 0,-20 172 0,-57 159-197,68-379 79,-74 297-506,58-260 177,-3-1 0,-47 93 0,67-154 261,-1-1 1,-1 0-1,0 0 1,-1 0-1,0-1 1,-18 16-1,27-28 60,0 0-1,0 0 1,0 0-1,0 0 1,0 0-1,-1-1 1,1 1-1,0 0 1,0-1-1,-1 1 1,1-1-1,0 1 1,-1-1-1,1 0 1,-1 0-1,1 1 1,0-1-1,-1 0 1,1 0-1,-1 0 1,1-1-1,-1 1 1,1 0-1,0 0 1,-1-1-1,1 1 1,0-1-1,-1 1 1,1-1-1,0 0 1,-1 0-1,1 1 1,0-1-1,0 0 1,0 0-1,0 0 1,-2-2-1,1 0 0,-1 0-1,1 0 1,0 0-1,0-1 1,0 1-1,0-1 1,0 1 0,1-1-1,0 0 1,0 0-1,0 0 1,-1-7-1,1-25-6,1 0 0,3 0-1,1 0 1,9-39 0,3 7-48,28-76-1,-28 103-141,2 0 0,2 2 0,2 0-1,1 1 1,2 1 0,1 1 0,35-36-1,-11 21-1126,2 2 0,2 3 0,101-68 0,-125 95 489,101-65-3687,-40 37-1512,-6 11-3016</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6.452"/>
    </inkml:context>
    <inkml:brush xml:id="br0">
      <inkml:brushProperty name="width" value="0.035" units="cm"/>
      <inkml:brushProperty name="height" value="0.035" units="cm"/>
    </inkml:brush>
  </inkml:definitions>
  <inkml:trace contextRef="#ctx0" brushRef="#br0">325 136 9621,'15'-39'2673,"-5"-11"4946,-9 45-7253,1-22 2296,-2 26-2608,0 0 0,-1 1 1,1-1-1,0 0 0,-1 0 0,1 1 0,-1-1 1,1 0-1,0 1 0,-1-1 0,0 0 0,1 1 1,-1-1-1,1 1 0,-1-1 0,0 1 1,1-1-1,-1 1 0,0-1 0,1 1 0,-1 0 1,0 0-1,0-1 0,1 1 0,-1 0 0,0 0 1,0 0-1,0-1 0,1 1 0,-1 0 0,0 0 1,0 0-1,0 1 0,0-1 0,1 0 1,-1 0-1,-1 1 0,-6 1 71,0 0 0,0 1 1,0 0-1,0 0 0,0 1 0,1 0 0,-13 8 1,-49 41 359,49-37-590,0 1-1,1 0 0,1 2 0,0 0 0,1 1 1,2 1-1,0 0 0,-22 43 0,36-61 57,0 0 0,0 1 0,1-1 0,-1 1 0,1 0 0,-1-1 0,1 1 0,0-1 0,1 1 0,-1 0 0,0-1 0,1 1 0,0-1 0,0 1-1,0-1 1,0 0 0,1 1 0,-1-1 0,1 0 0,3 5 0,-2-4 13,-1-1 0,1 0-1,0 1 1,0-1 0,0 0-1,0 0 1,0-1 0,0 1 0,1-1-1,0 0 1,-1 1 0,1-2-1,0 1 1,0 0 0,0-1-1,0 0 1,6 2 0,0-2 21,1-1 0,0 0 0,0 0 0,-1-1-1,1-1 1,0 0 0,-1 0 0,0-1 0,1 0 0,-1-1 0,0 0 0,10-6 0,-7 3 214,0-1 1,-1-1 0,0 0 0,-1-1-1,0 0 1,0 0 0,-1-1 0,9-14-1,-15 19 34,-1-1 1,1 0-1,-2 0 0,1 0 0,-1 0 0,0 0 0,-1-1 0,0 1 0,0-1 1,0 1-1,-2-14 0,5-28 1206,-3 46-957,12 30-162,-6-6-239,-1 1-1,-1 0 0,5 43 0,-2 75 29,-6-85-70,1 46-26,-3 0 0,-16 111 1,10-170-20,-2 0 0,-1 0 0,-2-1 0,-2 0 0,-2-1 1,-2-1-1,-34 61 0,43-87 15,-1 0 1,-1-1-1,0 0 0,-1 0 1,0-2-1,-13 12 0,22-20-9,0-1-1,0 1 1,0 0-1,0-1 1,-1 1-1,1-1 1,0 0-1,-1 0 1,1 0-1,-1 0 1,1 0-1,-1-1 1,0 1-1,1-1 1,-1 0-1,0 1 1,1-1-1,-1 0 1,1 0-1,-1-1 1,0 1-1,1-1 1,-1 1-1,0-1 1,1 0-1,-1 0 1,1 0-1,0 0 1,-1 0-1,1-1 1,0 1-1,0-1 1,0 1-1,0-1 1,0 0-1,0 0 1,0 0-1,0 0 1,1 0-1,-3-4 1,-1-3-22,0 0 1,0 0-1,1-1 0,0 1 1,0-1-1,1 0 1,1 0-1,-1 0 1,0-12-1,2 3-105,1 1 1,0 0-1,2-1 1,0 1-1,0-1 0,2 1 1,0 0-1,11-26 0,-4 19-211,0 0 0,2 1 0,1 1 0,1 0 0,21-25 0,4 4-561,0 3 0,3 1 0,2 2 0,87-57 0,115-50-1635,-26 18 1761,-196 110 1079,-1 0 0,31-29 0,-44 35 182,-1 1 0,0-1 0,-1-1 0,0 0 0,-1 0 0,12-25 0,-13 9 1442,-6 25-1202,-1 1-151,-1-17-75,-2 15 10,-7 27 247,0 2-678,0-1 9,2 0 0,0 0 0,-4 28 0,9-41-67,2-1 0,-1 1 0,2 0 1,-1 0-1,1 0 0,1-1 0,0 1 0,1 0 0,0-1 0,4 15 0,-5-23-20,0 1 0,0 0-1,1-1 1,-1 1 0,1-1-1,0 1 1,-1-1 0,1 0 0,0 0-1,0 1 1,0-1 0,1-1-1,-1 1 1,0 0 0,1-1-1,-1 1 1,1-1 0,4 2-1,-2-1 0,-1-2-1,0 1 1,1 0-1,-1-1 0,1 0 1,-1 0-1,0 0 0,1 0 1,-1-1-1,1 0 1,5-2-1,-1 1 5,-1-1 0,0-1 1,0 0-1,0 0 0,0 0 0,0-1 0,-1 0 1,0-1-1,0 1 0,0-1 0,9-11 0,-14 13-3,0 1-1,0-1 0,0 0 0,-1 0 0,1 0 0,-1 0 0,0 0 0,0 0 1,-1-1-1,1 1 0,-1 0 0,0-8 0,0 4-3,-1-1 0,0 1 0,-1-1 0,0 1 0,-3-9 0,2 7-46,-2 0 0,1 0 0,-1 0 1,-1 1-1,1-1 0,-2 2 0,1-1 0,-1 1 0,-1 0 1,-15-14-1,17 18-384,0-1 0,0 1 0,-1 1 0,1-1 0,-1 1 0,1 0 1,-1 1-1,0 0 0,0 0 0,0 0 0,0 1 0,-1 0 0,1 0 0,0 1 0,-1 0 1,-13 2-1,20-1-217,-1-1 1,1 1-1,-1 0 1,1 1-1,-1-1 1,1 0-1,-1 0 1,1 1-1,0-1 1,0 0 0,0 1-1,0-1 1,0 1-1,0 0 1,0-1-1,0 3 1,7 12-7537</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6.766"/>
    </inkml:context>
    <inkml:brush xml:id="br0">
      <inkml:brushProperty name="width" value="0.035" units="cm"/>
      <inkml:brushProperty name="height" value="0.035" units="cm"/>
    </inkml:brush>
  </inkml:definitions>
  <inkml:trace contextRef="#ctx0" brushRef="#br0">137 23 9449,'0'0'151,"1"-1"0,-1 1-1,1-1 1,-1 0 0,1 1 0,-1-1 0,1 0 0,-1 1 0,0-1-1,1 0 1,-1 0 0,0 1 0,0-1 0,0 0 0,1 0 0,-1 1 0,0-1-1,0 0 1,0 0 0,0 0 0,0 1 0,-1-1 0,1 0 0,0 0-1,0 0 1,-1 0 0,-18-2 3882,8 4-3620,8-1 970,-16 6 949,14-4-2136,0 1-1,0 0 0,0 0 0,1 0 0,0 1 1,-1-1-1,1 1 0,0 0 0,1 0 1,-1 1-1,1-1 0,0 1 0,0-1 0,0 1 1,1 0-1,0 0 0,-3 9 0,0-1-33,2-1-1,-1 1 0,2 0 0,0 0 0,0 0 1,1 23-1,1-27-136,1 0 0,-1 0 1,2 0-1,-1 0 1,2 0-1,-1 0 0,1-1 1,0 1-1,1-1 0,0 0 1,0 0-1,1 0 1,0-1-1,0 1 0,1-1 1,10 10-1,-7-10-81,1 0-1,0-1 0,0 0 1,1-1-1,0 0 1,0-1-1,0 0 1,0 0-1,16 2 1,-23-5 49,0-1 0,0 1 0,0-1 0,0 0 0,0 0 0,0 0 0,0 0 0,0 0 0,0-1 0,-1 0 0,1 0 0,0 0 0,0 0 0,-1-1 0,1 0 0,0 1 0,-1-1 0,0 0 0,1-1 0,-1 1 0,0-1 0,0 1 0,0-1 0,-1 0 0,1 0 0,-1 0 0,1 0 0,-1-1 0,0 1 0,2-5 0,-3 3 4,1 0 1,-1 0-1,0 0 0,-1 0 1,1 0-1,-1 1 1,0-1-1,0 0 0,-1 0 1,0 0-1,1 0 0,-1 0 1,-1 0-1,-2-6 0,-3-7 8,0 2 0,-15-25-1,14 28-139,0 1 0,-1 0 0,0 0 0,-1 1 0,-1 0 0,-19-16 0,21 20-509,0 1 0,0 0-1,-20-8 1,22 11-376,-1 0 0,0 0 0,0 1 0,0 1 0,-14-2 0,4 1-4141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7.169"/>
    </inkml:context>
    <inkml:brush xml:id="br0">
      <inkml:brushProperty name="width" value="0.035" units="cm"/>
      <inkml:brushProperty name="height" value="0.035" units="cm"/>
    </inkml:brush>
  </inkml:definitions>
  <inkml:trace contextRef="#ctx0" brushRef="#br0">470 503 12621,'1'-7'601,"-1"0"0,0 0 0,0 0 1,0 0-1,-1 0 0,-1 0 0,1 0 0,-1 0 0,0 1 0,0-1 0,-5-9 0,5 13-355,-1 0-1,1-1 1,-1 1-1,1 0 1,-1 0-1,0 0 0,0 1 1,0-1-1,0 1 1,0 0-1,-1-1 1,1 1-1,-1 1 1,0-1-1,1 1 0,-1-1 1,0 1-1,0 0 1,0 0-1,0 1 1,0-1-1,-4 1 1,-3 0-123,1 1 1,-1 0-1,0 1 1,1 0 0,-1 1-1,1 0 1,0 1-1,-1 0 1,2 0 0,-1 1-1,1 0 1,-1 1-1,1 0 1,1 1 0,-15 13-1,-8 10 75,2 2 0,-41 55 0,60-74-248,1 1 0,1 1 0,0 0 1,0 0-1,2 0 0,0 1 0,1 0 0,-5 24 0,10-35-5,-1-1 1,1 1-1,1 0 1,-1-1 0,1 1-1,-1-1 1,1 1-1,1-1 1,-1 1-1,1-1 1,-1 0-1,1 0 1,0 0-1,1 0 1,-1 0-1,6 6 1,1 5-162,-7-13 192,0 1 1,0-1-1,0 0 1,0 0-1,1 0 1,-1 0-1,1 0 1,-1 0-1,1-1 1,0 1-1,-1-1 1,1 0-1,0 0 1,0 0-1,0 0 1,0 0-1,0-1 1,0 0-1,0 1 1,0-1-1,0 0 1,0 0-1,0 0 1,0-1-1,0 1 1,0-1-1,4-1 1,5-1-15,-1 0 1,0-1-1,1 0 0,-2-1 1,1-1-1,11-6 0,-3-2 72,-1 0 1,-1-1-1,0 0 0,-1-2 0,-1 0 0,-1 0 0,0-1 0,-1-1 0,-1-1 0,-1 0 0,-1 0 0,0-1 0,11-38 1,0-18 399,-3 0 0,12-124 0,-27 178-377,1-12 165,2-7 383,0-46-1,-16 110-325,-3 22-353,2 1-1,2 1 0,2 0 1,-1 67-1,4-49-2835,-19 96 0,15-125-2136,-5 54 0,11-24-4770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7.761"/>
    </inkml:context>
    <inkml:brush xml:id="br0">
      <inkml:brushProperty name="width" value="0.035" units="cm"/>
      <inkml:brushProperty name="height" value="0.035" units="cm"/>
    </inkml:brush>
  </inkml:definitions>
  <inkml:trace contextRef="#ctx0" brushRef="#br0">147 386 12805,'-1'-1'508,"0"0"0,1 0 0,-1 0 0,0-1-1,0 1 1,0 0 0,0 0 0,0 1 0,0-1 0,0 0 0,0 0 0,0 0-1,0 1 1,0-1 0,-1 1 0,1-1 0,-2 0 0,2 1-264,0 0 1,1 0-1,-1 0 1,0 0 0,1 0-1,-1 1 1,0-1-1,1 0 1,-1 0 0,0 1-1,1-1 1,-1 0-1,1 1 1,-1-1-1,0 1 1,1-1 0,-1 1-1,1-1 1,-1 2-1,-12 24-854,4 2 1347,2 0 0,-8 54 0,-15 64 185,16-87-713,-11 55 190,25-111-232,12-19-136,5-10-25,0 0 0,-2-1 0,21-50 0,-5 8 3,127-254 4,-158 321-12,77-151 309,-66 134-206,1 0-1,1 1 1,0 1 0,1 0-1,28-25 1,-41 40-80,1 1-1,0 0 1,0 0-1,0 0 1,-1 0-1,1 0 1,0 0-1,0 0 1,0 1-1,0-1 1,0 1-1,0 0 1,1-1-1,-1 1 1,0 0-1,0 0 1,0 0-1,0 0 1,0 1-1,0-1 1,0 0-1,0 1 1,0 0-1,0-1 1,0 1-1,0 0 1,0 0-1,0 0 1,0 0-1,-1 1 1,1-1-1,0 0 1,-1 1-1,1-1 1,1 2-1,2 3 32,0 0 0,0 0 0,-1 0 0,1 0 0,-2 1 0,1 0-1,0-1 1,3 12 0,3 24 14,-2 1-1,-1 1 1,1 86-1,-6-78-61,2 148-859,1 26-1297,-1-176 1460,2 0 0,17 69 0,-17-99-859,0-2 1,11 24-1,11 8-6952,-6-19-3072</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8.557"/>
    </inkml:context>
    <inkml:brush xml:id="br0">
      <inkml:brushProperty name="width" value="0.035" units="cm"/>
      <inkml:brushProperty name="height" value="0.035" units="cm"/>
    </inkml:brush>
  </inkml:definitions>
  <inkml:trace contextRef="#ctx0" brushRef="#br0">1 235 11157,'140'-53'3746,"-81"36"-1941,1 2-1,84-10 0,-47 9-1023,-36 7-367,-34 6-231,1-2 0,0 0 1,-1-2-1,32-13 0,30-21 67,-86 40-216,-4 8-36,-1 0 5,0-1 0,0 1 1,-1 0-1,1-1 0,-1 1 0,-1-1 1,1 0-1,-1 0 0,-9 10 0,-1 4-17,0 2 4,2-1 0,0 2 1,-15 41-1,26-61-10,0 1 0,0 0-1,0 0 1,0-1 0,1 1 0,0 0-1,-1 0 1,1-1 0,1 1-1,-1 0 1,1 0 0,-1 0 0,1-1-1,0 1 1,0 0 0,1-1 0,-1 1-1,1-1 1,0 0 0,-1 1 0,2-1-1,-1 0 1,0 0 0,1 0 0,-1 0-1,1-1 1,0 1 0,0-1 0,0 1-1,0-1 1,0 0 0,6 3-1,5 0-66,0 1 0,0-2-1,0 0 1,0-1 0,1 0-1,23 1 1,2-3 37,0-2 1,0-1-1,-1-2 1,1-2-1,-1-1 1,-1-3-1,60-21 1,-81 24 123,0 0 0,0-1 0,-1-1 0,0 0 0,26-22 0,64-66 346,-42 35 141,-49 51-476,-9 5 283,-19 11-170,9-3-187,0 1-1,0-1 1,0 1-1,0 0 1,1 0 0,-1 0-1,1 0 1,0 1-1,0 0 1,0-1 0,-3 7-1,-25 50 67,27-52-58,1-2-21,0 1-1,1-1 0,-1 0 0,2 1 0,-1-1 1,1 1-1,0 0 0,0-1 0,0 1 0,1 0 1,0 0-1,1-1 0,0 1 0,0 0 0,3 12 1,-2-16-20,-1 1 1,1-1 0,0 1 0,0-1 0,0 0 0,1 1-1,-1-1 1,1 0 0,0-1 0,-1 1 0,1 0 0,6 3-1,-3-3-25,0 0 0,-1 0 0,1-1 0,0 0 0,1 0 0,-1 0 0,0-1 0,0 0 0,13 0 0,11 1-125,-10 0 40,0-1 0,1-1 0,-1-1 0,29-6 0,-13 1 68,-1-2 0,1-2 0,-2-1 0,0-2 1,0-1-1,60-35 0,-66 28 174,0 0 0,-1-2 0,43-47 0,-39 38 83,60-56 637,-73 77-710,-18 11-115,1 0 0,-1 0 0,1 0 0,-1 0 0,0 0 0,1 0 0,-1 0 0,1 0 0,-1 0 0,1 0 0,-1 1 1,0-1-1,1 0 0,-1 0 0,0 0 0,1 0 0,-1 1 0,0-1 0,1 0 0,-1 0 0,0 1 0,1-1 0,-1 0 0,0 1 0,1-1 0,-1 1 0,2 2 21,-1 0 0,0 1 0,0-1 0,0 1 0,-1-1 0,1 1 0,-1 5 0,2 8-11,3 14 45,-5-22-44,2 1-1,0-1 1,0 0 0,0 1 0,5 8 0,-5-13-13,1-1 0,0 1 0,0-1 0,0 0 0,0 0 0,1 0 1,0 0-1,0-1 0,0 1 0,0-1 0,0 0 0,7 3 0,-2-1 1,1-1-1,-1-1 0,1 1 0,-1-1 0,1-1 0,0 0 0,0 0 0,0-1 0,15 0 0,-8-1 5,-1-1-1,1-1 1,-1 0 0,1-1-1,18-6 1,-12-1 243,0 0 1,-1-1-1,31-21 1,-51 30 34,4 37-2701,-9-9-428,0 2-4505,3-11-1810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9.592"/>
    </inkml:context>
    <inkml:brush xml:id="br0">
      <inkml:brushProperty name="width" value="0.035" units="cm"/>
      <inkml:brushProperty name="height" value="0.035" units="cm"/>
    </inkml:brush>
  </inkml:definitions>
  <inkml:trace contextRef="#ctx0" brushRef="#br0">1 91 9037,'8'-13'323,"-4"7"210,-1-1 0,2 1-1,-1-1 1,1 1-1,0 0 1,0 1-1,0-1 1,1 1-1,0 0 1,0 0-1,0 1 1,9-5-1,-12 8-362,1 1 0,-1 0 0,0 0-1,0 0 1,1 1 0,-1-1-1,0 1 1,0 0 0,0 0-1,0 0 1,0 0 0,0 0-1,0 0 1,0 1 0,0 0-1,0-1 1,-1 1 0,1 0-1,-1 1 1,1-1 0,2 4 0,6 4-15,-2 1 1,1 0 0,-1 0 0,-1 1-1,0 0 1,-1 0 0,0 1 0,-1 0-1,0 0 1,7 27 0,-10-29-110,-1 1 0,-1-1 0,0 1 0,0-1 0,-1 1 0,0-1 0,-1 1 0,-1-1 0,0 1 0,0-1 1,-1 0-1,0 0 0,-1 0 0,-7 14 0,-26 48 850,37-72-826,-1 0 0,1 0 0,-1 0-1,0 0 1,0 0 0,0 0-1,1 0 1,-1 0 0,0 0-1,0-1 1,0 1 0,0 0 0,0-1-1,0 1 1,-2 0 0,-4 4 1399,10-12-1406,0 0 0,1 0-1,0 0 1,0 0 0,0 0 0,1 1 0,0 0 0,1 0 0,-1 0 0,11-7 0,10-8-510,37-21 1,-33 22-3,195-115-2005,-51 33 1159,-169 99 1282,-1 0 0,-1 0 0,1 0 1,0-1-1,-1 0 0,0 1 0,1-1 1,2-7-1,-4 9 47,-6 2-3,-3 2-58,0 0 0,0 0 0,1 0 0,-1 1 0,0 0 0,1 0 0,0 1 1,-1 0-1,2 0 0,-1 0 0,0 1 0,1 0 0,0 0 0,0 0 0,0 1 0,1-1 1,-5 9-1,-6 10-1214,1 1 0,1 1 1,-11 31-1,22-53 1084,0 1-1,1-1 1,0 0 0,0 1-1,0-1 1,1 0 0,0 1-1,0-1 1,0 1 0,0-1-1,0 1 1,1-1 0,1 6-1,0-8 273,0-1 0,1 1 0,-1-1 0,0 0 0,0 0 0,1 0 0,-1 0 0,0 0 0,1-1 0,-1 1 0,1-1 0,-1 0 0,4 1 0,2-1 465,-1 0-1,1-1 0,0 0 0,13-3 0,29-3 1355,-41 7-1818,-1 1 0,1-1 0,0 2 0,-1-1 0,1 1 0,-1 1 0,0 0 0,9 3 0,-12-4-137,0 0 0,0-1 0,0 1 0,1-1-1,-1-1 1,0 1 0,1-1 0,-1 0 0,0 0 0,0 0 0,1-1-1,-1 0 1,0 0 0,0 0 0,0-1 0,0 1 0,0-1-1,8-5 1,-3 2 63,-1-1 0,0 0 0,0 0 0,0-1-1,0 0 1,-1-1 0,10-13 0,3-5 146,-12 13-111,1 0-1,1 0 1,0 1 0,0 1 0,1 0 0,0 1 0,16-10 0,-26 18-43,-16 33-30,-7-7-11,18-20-3,-1-1 1,1 1 0,0 0 0,-1 0-1,2 0 1,-1 0 0,1 0 0,-1 0-1,1 1 1,-3 9 0,5 4-24,1-16 26,0-1-1,1 1 0,-1 0 0,0-1 0,1 1 0,0-1 1,-1 0-1,1 1 0,0-1 0,0 0 0,0 0 1,0 0-1,0 0 0,0-1 0,0 1 0,0-1 1,0 1-1,0-1 0,0 1 0,1-1 0,1 0 0,51 0-110,-43-1 95,27-1-15,1-3 0,0-1 0,-1-2 0,0-2 1,69-27-1,-96 32 88,-1-1 1,-1-1 0,15-10-1,-21 14-43,-1 1 26,35-9-15,-13 2 5,13 0 624,58-20 1,-93 27-88,-14 18-103,6-10-355,-9 14 119,1 1 0,1 0 0,1 1-1,1 0 1,2 1 0,-13 44 0,-37 215 622,2-9-934,45-239-22,0 1 0,-2-2 1,-2 0-1,-1 0 0,-35 52 1,40-70 89,0 0 0,-1-1 0,-1 0 0,0-1 0,-1 0 0,0-1 0,-17 10 0,28-20 32,-1 0 1,1-1 0,-1 0-1,0 1 1,1-1 0,-1 0-1,0-1 1,1 1-1,-1-1 1,0 0 0,0 0-1,-4 0 1,6 0 5,1 0-1,-1 0 1,1 0 0,0-1-1,-1 1 1,1 0 0,-1-1-1,1 1 1,-1-1-1,1 1 1,0-1 0,-1 0-1,1 1 1,0-1 0,0 0-1,0 0 1,-1 0 0,1 0-1,0 0 1,0 0 0,0 0-1,1 0 1,-1-1 0,0 1-1,0 0 1,1-1-1,-1 1 1,0 0 0,1-1-1,-1 1 1,1-3 0,1-5 6,0 1 0,1 1-1,0-1 1,1 0 0,0 0 0,0 1 0,0-1 0,8-9 0,-11 16-21,14-22-161,0 1 0,2 0 1,28-30-1,61-52-1312,-101 100 1398,241-204-5265,-73 83-2592,-92 72 83</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9.716"/>
    </inkml:context>
    <inkml:brush xml:id="br0">
      <inkml:brushProperty name="width" value="0.035" units="cm"/>
      <inkml:brushProperty name="height" value="0.035" units="cm"/>
    </inkml:brush>
  </inkml:definitions>
  <inkml:trace contextRef="#ctx0" brushRef="#br0">26 92 9457,'-25'11'6048,"31"-22"-4359,7-1 1935,-7-2-2796,4-3 352,5 6-1008,1 2-272,-3-8-2060,3 5-192</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2.607"/>
    </inkml:context>
    <inkml:brush xml:id="br0">
      <inkml:brushProperty name="width" value="0.035" units="cm"/>
      <inkml:brushProperty name="height" value="0.035" units="cm"/>
    </inkml:brush>
  </inkml:definitions>
  <inkml:trace contextRef="#ctx0" brushRef="#br0">38 266 9293,'-32'10'1740,"26"-8"5891,105-34-4484,480-60-1304,-544 87-1780,705-69 438,-437 48-413,-183 20-227,-116 6 64,-28-17-6701,20 8 72,9-8-924</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9.415"/>
    </inkml:context>
    <inkml:brush xml:id="br0">
      <inkml:brushProperty name="width" value="0.035" units="cm"/>
      <inkml:brushProperty name="height" value="0.035" units="cm"/>
    </inkml:brush>
  </inkml:definitions>
  <inkml:trace contextRef="#ctx0" brushRef="#br0">619 26 6977,'0'0'9767,"-1"-3"-8660,1 2-901,0 0-1,0-1 1,0 1-1,-1-1 1,1 1-1,0 0 1,-1 0 0,1-1-1,-1 1 1,0 0-1,1 0 1,-1-1-1,0 1 1,0 0 0,-1-2-1,0 3-38,1 0 0,0 0 0,-1 0 0,1 0 0,0 0-1,-1 1 1,1-1 0,0 0 0,0 1 0,-1-1 0,1 0 0,0 1 0,0 0-1,-2 0 1,-12 5-793,-56 26 733,1 2 0,2 3 0,-77 57 0,116-75-102,-1 0 13,1 0 1,2 3-1,0 0 1,-29 31-1,54-50-17,0-1 1,0 1-1,0 0 0,0-1 1,0 1-1,1 0 0,0 0 1,-1 0-1,1 0 0,0 0 1,1 0-1,-1 1 0,0-1 1,1 4-1,0-6 4,0 1 1,0-1-1,0 1 1,1-1-1,-1 0 1,1 1-1,-1-1 1,1 0-1,-1 1 1,1-1-1,0 0 1,0 1 0,0-1-1,0 0 1,0 0-1,0 0 1,0 0-1,0 0 1,0 0-1,0 0 1,0 0-1,1-1 1,-1 1-1,0 0 1,0-1-1,1 1 1,-1-1-1,1 1 1,-1-1-1,1 0 1,1 1-1,10 0 6,-1 0-1,1-1 0,0-1 1,21-3-1,-26 3 5,26-5 316,-1-1 0,63-22 0,61-35 2117,6-2 1141,-162 66-3557,0 0 1,0 0 0,0 0-1,0 0 1,-1 0 0,1 0-1,0 0 1,0 1 0,0-1-1,0 0 1,0 0 0,-1 1-1,1-1 1,0 1 0,0-1-1,-1 0 1,1 1-1,0 0 1,-1-1 0,1 1-1,0-1 1,-1 1 0,1 0-1,0 1 1,9 14 233,-10-10-220,0 0 1,0 0-1,-1 0 1,0 0-1,0 0 1,0 0-1,-1 0 1,-3 8-1,-20 46 94,22-54-138,-19 41-523,-41 93-3548,28-42-6975,31-77 5596,8-5-2963</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9.728"/>
    </inkml:context>
    <inkml:brush xml:id="br0">
      <inkml:brushProperty name="width" value="0.035" units="cm"/>
      <inkml:brushProperty name="height" value="0.035" units="cm"/>
    </inkml:brush>
  </inkml:definitions>
  <inkml:trace contextRef="#ctx0" brushRef="#br0">142 0 12053,'0'0'5967,"0"3"-4327,-4 7-913,1-1 1,-2 1-1,0-1 1,0 0-1,0 0 0,-1 0 1,-9 9-1,-22 37 672,27-36-1089,1 0 0,1 0 1,1 1-1,1 1 0,-7 32 0,12-46-260,0 1 0,0 0 0,0 0 0,1 0 0,1 0 0,-1-1-1,1 1 1,0 0 0,1 0 0,0-1 0,0 1 0,1-1-1,-1 1 1,2-1 0,-1 0 0,1 0 0,9 12 0,-10-15-41,1 0-1,0-1 1,0 1 0,1-1 0,-1 0 0,1 0 0,-1-1-1,1 1 1,0-1 0,0 0 0,0 0 0,0-1 0,1 1-1,-1-1 1,0-1 0,1 1 0,-1 0 0,0-1-1,1 0 1,-1-1 0,0 1 0,1-1 0,-1 0 0,0 0-1,8-3 1,-6 1-8,1 1-1,-1-1 1,-1 0-1,1-1 0,0 0 1,-1 0-1,1 0 1,-1-1-1,-1 0 1,1 0-1,-1 0 0,1-1 1,-2 0-1,1 0 1,0 0-1,-1-1 1,4-8-1,-4 5 1,0-1 0,-1-1 0,0 1-1,-1 0 1,0-1 0,-1 1 0,0-1 0,-1 1 0,0-1-1,-2-12 1,1 17-4,0-1-1,-1 1 0,0 0 1,0 0-1,-1 0 0,0 0 1,0 0-1,0 0 0,-1 1 0,0-1 1,0 1-1,-1 0 0,0 1 1,0-1-1,0 1 0,-9-7 1,7 7-270,0 0 1,-1 1 0,1 0 0,-1 0 0,0 1-1,0 0 1,0 0 0,0 1 0,-1 0-1,-10-1 1,16 3-140,0 0 0,-1 0 0,1 0 0,-1 0 0,1 1-1,0-1 1,-1 1 0,1 0 0,0 0 0,0 0 0,0 0 0,-4 3 0,4-2-248,1 0 0,0 0 1,-1 0-1,1 0 0,0 0 1,0 0-1,0 1 0,1-1 0,-1 1 1,1-1-1,-1 1 0,1 0 1,0 0-1,0-1 0,-1 7 1,0 12-7271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0.087"/>
    </inkml:context>
    <inkml:brush xml:id="br0">
      <inkml:brushProperty name="width" value="0.035" units="cm"/>
      <inkml:brushProperty name="height" value="0.035" units="cm"/>
    </inkml:brush>
  </inkml:definitions>
  <inkml:trace contextRef="#ctx0" brushRef="#br0">204 34 6641,'-1'0'135,"0"0"1,0 0-1,-1 0 1,1 0 0,0 0-1,0 0 1,0 0-1,0-1 1,0 1-1,-1 0 1,1-1 0,0 1-1,0-1 1,0 1-1,0-1 1,0 0 0,0 1-1,1-1 1,-2-1-1,2 1 51,0 0 0,0 0 0,0-1 0,0 1 0,0 0 0,0 0 0,1 0 0,-1 0-1,0 0 1,1 0 0,-1-1 0,1 1 0,0 0 0,-1 0 0,1 0 0,0 0 0,2-3 5653,-19 3-4511,14 1-1235,-1-1 0,0 1 0,1 0 0,-1 0 0,1 0-1,-1 0 1,1 1 0,-1-1 0,1 1 0,0-1 0,-1 1 0,1 0 0,-1 0 0,1 0 0,0 0 0,0 1-1,0-1 1,-4 3 0,-2 3 31,1-1-1,-1 1 0,1 1 1,1 0-1,0 0 1,0 0-1,0 0 0,1 1 1,-6 12-1,10-18-110,0 0 0,-1 1 1,1-1-1,1 0 0,-1 0 0,0 1 0,1-1 0,0 0 1,0 1-1,0-1 0,0 0 0,0 1 0,1-1 0,-1 0 1,1 1-1,0-1 0,0 0 0,0 0 0,0 0 0,1 0 0,-1 0 1,1 0-1,0 0 0,0 0 0,0 0 0,0-1 0,0 1 1,1-1-1,-1 0 0,1 0 0,0 0 0,3 2 0,6 4 10,2-1 0,-1 0-1,1 0 1,25 6 0,-37-12-26,0-1 0,0 1 0,0-1 0,0 0 0,1 0 0,-1 0 0,0 0 0,0 0 0,0-1 0,3 0 0,7 0 126,-22-22-153,8 18 31,-1 1-1,0-1 1,0 1-1,0-1 0,-1 1 1,1 0-1,-1 0 1,0 1-1,0-1 0,-7-4 1,-50-26 51,24 15-131,13 7-29,18 9-196,-1-1 0,1 1 0,0-1 0,-8-6 0,13 9-813</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0.394"/>
    </inkml:context>
    <inkml:brush xml:id="br0">
      <inkml:brushProperty name="width" value="0.035" units="cm"/>
      <inkml:brushProperty name="height" value="0.035" units="cm"/>
    </inkml:brush>
  </inkml:definitions>
  <inkml:trace contextRef="#ctx0" brushRef="#br0">674 1 9441,'-1'1'378,"1"0"0,-1-1 0,0 1 0,0 0 0,0-1 0,0 1 0,0-1 0,0 1 0,0-1 0,0 1 0,0-1 0,0 0 0,0 1 0,0-1 0,0 0 0,0 0 0,0 0 0,0 0 0,0 0 0,0 0 0,0 0 0,-2 0 0,-27 5 2563,22-1-2402,1 0 1,-1 1-1,1-1 1,0 1-1,0 1 0,0-1 1,1 1-1,-9 11 0,-46 64 2308,35-45-2003,-69 87 797,-63 87-1707,19 11-6450,113-180 3950,1 0-1336,13-13-1783,7-6-3858</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0.630"/>
    </inkml:context>
    <inkml:brush xml:id="br0">
      <inkml:brushProperty name="width" value="0.035" units="cm"/>
      <inkml:brushProperty name="height" value="0.035" units="cm"/>
    </inkml:brush>
  </inkml:definitions>
  <inkml:trace contextRef="#ctx0" brushRef="#br0">57 20 9009,'0'0'168,"0"-1"0,0 0 0,0 0 0,0 1 0,0-1 0,0 0 0,0 0 0,0 1 0,0-1 0,0 0 0,0 0 0,1 1 0,-1-1 0,0 0 0,1 1 0,-1-1 0,0 0 0,1 1 0,-1-1 0,1 0 0,-1 1 1,1-2-1,3 3 2923,-6 11-1557,0-9-1367,1 0 1,0 0 0,0 0-1,1 1 1,-1-1-1,1 0 1,-1 1-1,1-1 1,0 0-1,1 1 1,-1-1-1,0 0 1,1 1 0,0-1-1,0 0 1,0 0-1,0 1 1,0-1-1,1 0 1,-1 0-1,1 0 1,3 4-1,-3-4-122,1-1-1,0 1 1,0 0-1,1-1 1,-1 1-1,0-1 1,1 0-1,0 0 0,-1-1 1,1 1-1,0-1 1,0 1-1,0-1 1,0 0-1,0-1 0,0 1 1,0-1-1,5 0 1,-2 0 31,1 0 1,-1 0 0,0-1-1,0 0 1,0 0-1,0-1 1,0 0 0,0 0-1,-1 0 1,1-1-1,0 0 1,-1-1 0,0 0-1,0 1 1,0-2-1,-1 1 1,1-1 0,5-6-1,-10 11-64,-1-1 1,1 0-1,-1 0 0,1 0 1,-1 0-1,1 0 0,-1 0 1,1 0-1,-1 0 0,0 0 0,0 0 1,1 0-1,-1 0 0,0 0 1,0 0-1,0 0 0,0 0 1,0 0-1,0 0 0,0 0 0,-1 0 1,1 0-1,0 0 0,-1 0 1,1 0-1,0 0 0,-1 0 1,1 0-1,-1 0 0,0 1 0,1-1 1,-1 0-1,0 0 0,1 0 1,-1 1-1,0-1 0,0 0 1,1 1-1,-3-2 0,-2-1-15,0-1 1,-1 1-1,1 0 1,0 1-1,-9-4 0,2 3-176,-1 0 0,1 0-1,-1 1 1,0 1 0,0 0-1,0 1 1,-14 1 0,-46 8-4262,53-4-1379,-1 2-3629</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0.881"/>
    </inkml:context>
    <inkml:brush xml:id="br0">
      <inkml:brushProperty name="width" value="0.035" units="cm"/>
      <inkml:brushProperty name="height" value="0.035" units="cm"/>
    </inkml:brush>
  </inkml:definitions>
  <inkml:trace contextRef="#ctx0" brushRef="#br0">702 27 11497,'-35'-26'10739,"19"37"-8213,15-10-2419,-1 1 0,0-1 0,1 1 1,-1-1-1,1 1 0,0 0 0,-1 0 0,1-1 0,0 1 0,0 0 0,0 0 0,0 0 0,1 0 0,-1 0 0,0 5 0,-4 35 501,4-26-356,-6 67 632,-34 144-1,-5-71-1770,35-129 409,0 0 0,-1-1 0,-27 40-1,6-19-1020,-1-2-1,-3-2 1,-2-1 0,-1-1-1,-3-3 1,0-1-1,-74 46 1,44-41-2415</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1.302"/>
    </inkml:context>
    <inkml:brush xml:id="br0">
      <inkml:brushProperty name="width" value="0.035" units="cm"/>
      <inkml:brushProperty name="height" value="0.035" units="cm"/>
    </inkml:brush>
  </inkml:definitions>
  <inkml:trace contextRef="#ctx0" brushRef="#br0">488 87 6321,'-5'-9'1159,"0"-1"1,1 1-1,-6-20 1,4 12 81,5 14-506,-1 2-488,0 0 1,0 0-1,0 0 1,0 0-1,-1 0 1,1 0-1,0 0 1,0 1-1,-1-1 1,1 1-1,-3 0 1,-2 4-38,1 0 1,0 0 0,0 1-1,1 0 1,0 0 0,0 1 0,0 0-1,0-1 1,-4 10 0,-37 67 1345,32-55-1134,-41 93 2025,-57 180 0,111-295-2410,-44 125 982,-36 183 0,75-283-1106,2 1 1,1 0-1,2 0 0,1 0 0,1 0 0,2 0 1,1 0-1,10 40 0,-8-52-97,0-1 0,1 0 0,0-1 0,2 1 0,0-2 0,1 1 0,0-1-1,2-1 1,0 0 0,0 0 0,1-1 0,1-1 0,1 0 0,28 19 0,-14-15-413,1-1 1,1-1-1,1-2 1,0-1-1,0-1 0,55 9 1,1-5-3316,119 4 0,-25-12-4521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9.959"/>
    </inkml:context>
    <inkml:brush xml:id="br0">
      <inkml:brushProperty name="width" value="0.035" units="cm"/>
      <inkml:brushProperty name="height" value="0.035" units="cm"/>
    </inkml:brush>
  </inkml:definitions>
  <inkml:trace contextRef="#ctx0" brushRef="#br0">534 147 6365,'-1'-8'945,"1"0"0,0 1 0,0-1 1,1 0-1,-1 1 0,3-10 0,16-64 5546,-18 79-4461,-6 5-1945,1-1 1,0 1-1,1 0 0,-1 1 1,1-1-1,-1 1 0,-4 6 1,5-7-36,-66 86 182,-61 104 1,87-127-186,-9 13-10,5 1 0,-67 152 0,100-194-29,1 2 0,2-1 1,-8 59-1,16-70-8,1-1 1,1 1 0,1 0-1,2 0 1,9 53 0,-3-46 44,59 227-8,-61-243-28,2 0 0,0-1 0,1 0 0,0-1 0,18 24-1,-19-31 0,0 0 0,1-1 0,0 0 0,1 0 0,0-1 0,0-1 0,1 0 0,-1 0 0,20 8-1,-15-9 27,0 0 0,1-1 0,-1-1-1,1-1 1,0 0 0,0-1-1,18 0 1,-21-2-160,-1 0 1,1-1-1,-1 0 1,1-1-1,-1-1 1,0 0-1,0 0 0,0-1 1,17-9-1,-28 12-113,1 0-1,0 0 0,-1 0 0,1-1 0,-1 1 0,0-1 1,0 1-1,1-1 0,-1 1 0,0-1 0,0 0 0,0 1 1,0-3-1,4-5-2092,2-1-3505,4-2-1776</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0.598"/>
    </inkml:context>
    <inkml:brush xml:id="br0">
      <inkml:brushProperty name="width" value="0.035" units="cm"/>
      <inkml:brushProperty name="height" value="0.035" units="cm"/>
    </inkml:brush>
  </inkml:definitions>
  <inkml:trace contextRef="#ctx0" brushRef="#br0">222 86 9953,'-2'-14'2273,"1"11"-152,0-1-230,-3-9 1203,0 0-1,-12-25 2396,5 57-4318,-13 35-350,-25 76-1,28-70-607,-43 150 180,56-174-542,1-1 1,3 1-1,0 1 0,2 37 1,3-67 55,-1 0 1,1 0-1,0 1 0,1-1 1,-1 0-1,1 0 1,1 0-1,0-1 0,0 1 1,0 0-1,0-1 1,1 0-1,0 0 0,1 0 1,-1 0-1,1-1 1,0 0-1,0 0 0,1 0 1,-1 0-1,1-1 1,0 0-1,1 0 0,-1-1 1,1 0-1,-1 0 1,14 4-1,-3-2-119,0-1-1,0-1 1,0 0-1,1-2 1,-1 0 0,1 0-1,-1-2 1,28-3 0,-11-2-30,0-1 1,-1-2-1,44-16 1,-35 6 182,74-45 0,-115 63 71,2 0 43,-1 0 0,1 0 0,-1 1 0,1-1 0,-1 1 0,1-1 0,-1 1 0,1 0 0,-1 0 0,5 1 0,0-1 127,-8 0-175,1 0-1,0 0 0,0 0 0,0 0 0,0 0 0,0 0 1,0 0-1,0 0 0,0 0 0,0 1 0,0-1 0,0 0 1,0 0-1,0 0 0,0 0 0,0 0 0,0 0 1,0 0-1,0 0 0,0 0 0,0 1 0,0-1 0,0 0 1,0 0-1,0 0 0,0 0 0,0 0 0,0 0 0,0 0 1,0 0-1,0 0 0,0 1 0,0-1 0,0 0 0,0 0 1,0 0-1,0 0 0,0 0 0,0 0 0,0 0 1,0 0-1,0 0 0,1 0 0,-1 0 0,0 0 0,0 0 1,0 0-1,0 1 0,0-1 0,0 0 0,0 0 0,0 0 1,0 0-1,0 0 0,1 0 0,-1 0 0,0 0 1,0 0-1,0 0 0,0 0 0,-4 10 175,-37 117 1205,38-113-1290,0 0 0,1 0 0,0 0 0,2 0 0,-1 0 0,2 0 0,2 23 1,-1-33-76,-1 1-1,1-1 1,-1 0 0,1 0 0,1 0 0,-1 0 0,1 0 0,-1 0 0,1-1 0,0 1 0,0-1 0,0 0-1,1 0 1,-1 0 0,1 0 0,0-1 0,0 1 0,0-1 0,0 0 0,0 0 0,0-1 0,1 1 0,-1-1-1,7 2 1,-9-3-12,-1 0 0,0 0-1,0 0 1,1 0-1,-1 0 1,0 0 0,0 0-1,1 0 1,-1 0 0,0 0-1,0-1 1,0 1 0,1-1-1,-1 1 1,0-1-1,0 1 1,1-2 0,4 0 21,-3 1-18,0-1-1,0 1 1,0 0 0,0-1 0,0 0 0,0 1 0,0-1 0,0 0-1,-1-1 1,1 1 0,-1 0 0,1-1 0,-1 1 0,0-1 0,0 0-1,0 0 1,-1 0 0,1 0 0,0 0 0,-1 0 0,0 0 0,0-1-1,0 1 1,0 0 0,-1-1 0,1-3 0,0-8 15,0-1-1,-2 1 1,0-1 0,-4-22 0,4 33-23,-3-12-70,0 0-1,-2 0 1,0 1 0,-1-1-1,-11-19 1,16 33-106,1 0 1,0-1 0,-1 1-1,2 0 1,-1-1 0,0 1-1,1-1 1,-1-7 0,1 8-114,0 0 0,0 0 0,-1 0 0,1 0 0,-1 0 1,0 0-1,0 1 0,0-1 0,-2-5 0,-3-4-1124</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1.003"/>
    </inkml:context>
    <inkml:brush xml:id="br0">
      <inkml:brushProperty name="width" value="0.035" units="cm"/>
      <inkml:brushProperty name="height" value="0.035" units="cm"/>
    </inkml:brush>
  </inkml:definitions>
  <inkml:trace contextRef="#ctx0" brushRef="#br0">58 52 9625,'13'-9'2358,"-18"17"388,-2 2-1318,6-8 107,-8 8 828,8-10-2250,0 1-1,0-1 0,0 1 1,1 0-1,-1-1 0,0 1 1,0 0-1,0-1 0,0 1 1,1 0-1,-1 0 1,0 0-1,1 0 0,-1 0 1,1 0-1,-1 0 0,1 0 1,-1 2-1,-12 62 2014,-6 47-739,17-59-1057,2-52-327,0-1 0,1 1 0,-1 0 0,1-1-1,-1 1 1,1-1 0,-1 1 0,1-1 0,0 1 0,-1-1 0,1 1 0,-1-1-1,1 0 1,0 1 0,-1-1 0,1 0 0,0 0 0,0 1 0,-1-1 0,1 0-1,0 0 1,0 0 0,1 1 8,4 0 1,-1 1-1,1-1 0,0 0 0,-1 0 0,1 0 0,0-1 0,0 0 1,-1 0-1,1-1 0,11-1 0,59-20-4,-45 11 40,-27 11-31,0 0 0,0-1 0,0 1-1,0 1 1,1-1 0,-1 1 0,0-1 0,0 1 0,0 0 0,0 1-1,0-1 1,0 1 0,-1 0 0,1 0 0,0 0 0,4 4-1,-3-2 19,-1 0 27,1-1 0,-1 1-1,1-1 1,-1 1 0,1-1 0,0-1-1,0 1 1,1-1 0,-1 1-1,0-2 1,1 1 0,-1 0 0,1-1-1,0 0 1,-1-1 0,12 1 0,-10-2 24,0 1 1,-1-1 0,1 0 0,-1-1-1,1 0 1,-1 0 0,0 0 0,1-1-1,-1 0 1,-1 0 0,1 0 0,0-1-1,-1 0 1,1 0 0,8-9 0,-11 9-41,0 0 0,0-1 1,0 1-1,0-1 1,-1 0-1,1 1 0,-1-1 1,-1 0-1,1-1 0,-1 1 1,1 0-1,-1 0 0,-1-1 1,1 1-1,-1 0 1,0-1-1,0 1 0,-1 0 1,0-1-1,-2-9 0,-14-41-25,9 32-749,-8-40-1,15 57-931,0 0-1,1-1 1,0 1 0,0 0 0,2-14-1,11 24-13894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1.225"/>
    </inkml:context>
    <inkml:brush xml:id="br0">
      <inkml:brushProperty name="width" value="0.035" units="cm"/>
      <inkml:brushProperty name="height" value="0.035" units="cm"/>
    </inkml:brush>
  </inkml:definitions>
  <inkml:trace contextRef="#ctx0" brushRef="#br0">200 17 11629,'-5'-4'788,"4"3"-448,0 0 0,0-1 0,0 1 1,0 0-1,0 0 0,-1 0 0,1 0 1,0 1-1,-1-1 0,1 0 0,-3-1 1,-7 15 3499,7-7-3149,-16 23 639,1 0 0,1 1 0,2 1 0,-14 37 0,21-46-1085,-1 2-793,1 0 0,2 0 0,0 1 0,2 0 0,-4 45 0,7-52-1440,1 0-1,1 0 1,0 0-1,5 24 1,-5-38-662</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1.691"/>
    </inkml:context>
    <inkml:brush xml:id="br0">
      <inkml:brushProperty name="width" value="0.035" units="cm"/>
      <inkml:brushProperty name="height" value="0.035" units="cm"/>
    </inkml:brush>
  </inkml:definitions>
  <inkml:trace contextRef="#ctx0" brushRef="#br0">4 380 7693,'6'-32'436,"-4"24"-223,-1-1 0,0 1 0,0-1 0,-1 0 1,0 1-1,0-1 0,-1 0 0,-3-13 0,3 2 1024,0 0 0,2 0 0,0 0 0,1 0 0,1 0-1,0 0 1,2 0 0,8-21 0,-12 38-1079,0 0 0,0 0 1,0 0-1,0 0 0,1 0 0,0 0 0,-1 1 0,1-1 0,0 1 0,0-1 0,0 1 0,1 0 0,-1-1 0,0 1 1,1 1-1,0-1 0,-1 0 0,1 0 0,0 1 0,0 0 0,0 0 0,0-1 0,0 2 0,0-1 0,0 0 1,0 1-1,0-1 0,0 1 0,1 0 0,-1 0 0,0 0 0,0 0 0,0 1 0,1-1 0,4 3 0,0-1-76,-1 0-1,0 1 0,0 0 0,1 1 0,-2 0 0,1 0 0,0 0 1,-1 1-1,0-1 0,0 2 0,0-1 0,-1 1 0,8 10 1,-5-3-35,-1 1 0,0 0 0,-1 0 0,-1 0 0,0 1 0,-1 0 0,4 23 0,-2 11-753,1 49 1,-13 52-1661,5-140 2237,0 0 1,0-1 0,-1 1 0,0-1 0,0 0-1,-6 13 1,0 3-91,6-21 200,1-1-1,-1 1 0,0-1 0,0 0 0,0 0 0,0 0 1,-1 0-1,1 0 0,-1 0 0,0-1 0,0 1 0,-3 2 1,-45 26-63,21-14 26,-21 13-6,33-19-14,0 0-1,-29 23 1,46-34 72,0 1 0,0-1 0,0 1 0,0 0 0,1-1 0,-1 1 0,0 0 1,0 0-1,1-1 0,-1 1 0,1 0 0,-1 0 0,1 0 0,-1 0 0,1 0 0,-1 0 0,1 0 1,0 0-1,0 0 0,-1 0 0,1 0 0,0 0 0,0 1 0,1-2 2,-1 1-1,1 0 1,-1-1-1,1 1 1,0-1-1,-1 1 1,1-1 0,0 0-1,-1 1 1,1-1-1,0 0 1,0 1-1,0-1 1,-1 0-1,1 0 1,0 0-1,0 0 1,0 0-1,-1 0 1,1 0 0,1 0-1,4 0 3,0 0 0,0-1 1,0 0-1,0 0 0,0 0 0,8-4 0,12-6 27,-20 9-23,0 0 0,0 0 1,-1-1-1,1 0 0,-1 0 0,9-7 0,-10 6 21,0 1-1,1 0 1,-1 1-1,1-1 1,0 1-1,-1-1 1,1 2-1,0-1 1,1 0-1,9-1 1,50-1 215,-60 4-219,-4 1-21,0 0 0,1 0 0,-1 0-1,0 0 1,0 0 0,0 0-1,0 0 1,0 0 0,0 0-1,0 0 1,0 1 0,0-1 0,-1 0-1,1 1 1,0-1 0,-1 1-1,1-1 1,-1 0 0,0 1-1,1-1 1,-1 3 0,-7 7-6,5-6 5,-1 0 0,0-1 1,0 0-1,0 0 0,0 0 0,-1 0 1,1 0-1,-1 0 0,-9 5 0,-97 59-1368,61-39-2822,10-6-3456</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1.880"/>
    </inkml:context>
    <inkml:brush xml:id="br0">
      <inkml:brushProperty name="width" value="0.035" units="cm"/>
      <inkml:brushProperty name="height" value="0.035" units="cm"/>
    </inkml:brush>
  </inkml:definitions>
  <inkml:trace contextRef="#ctx0" brushRef="#br0">58 43 10729,'-25'3'2556,"15"-14"2361,-3-1-2781,4 4 3356,25-1-8900,0 3 764,-4 15-3237,1 0-5032</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0.302"/>
    </inkml:context>
    <inkml:brush xml:id="br0">
      <inkml:brushProperty name="width" value="0.035" units="cm"/>
      <inkml:brushProperty name="height" value="0.035" units="cm"/>
    </inkml:brush>
  </inkml:definitions>
  <inkml:trace contextRef="#ctx0" brushRef="#br0">197 13 11133,'-1'0'362,"-1"1"0,1-1 0,-1 0 0,1 1 0,-1-1-1,1 0 1,-1 0 0,1 0 0,-1 0 0,1-1 0,-1 1 0,1 0 0,-1-1 0,1 1 0,-1-1 0,1 1-1,0-1 1,-1 0 0,1 1 0,0-1 0,-1 0 0,1 0 0,-2-2 0,-3-1-450,4 4 292,0 0-1,0 0 1,0 1-1,0-1 1,0 0-1,0 1 1,0 0-1,1-1 1,-1 1-1,0 0 1,0 0-1,0 0 1,1 0-1,-1 0 1,-2 2-1,2-2 151,-4 4 54,0 0 1,0 0 0,0 0-1,0 1 1,1 0-1,0 0 1,0 0-1,1 0 1,-6 12 0,-3 7 444,-11 36 0,13-32-614,8-21-802,0 1 0,1-1 1,0 1-1,1-1 0,0 1 0,0 14 0,1 1-4249,2 1-3796,-1-8-420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0.455"/>
    </inkml:context>
    <inkml:brush xml:id="br0">
      <inkml:brushProperty name="width" value="0.035" units="cm"/>
      <inkml:brushProperty name="height" value="0.035" units="cm"/>
    </inkml:brush>
  </inkml:definitions>
  <inkml:trace contextRef="#ctx0" brushRef="#br0">0 14 10353,'0'0'2352,"22"-2"-360,1-4 2173,-11 3-3377,4 0-288,6 3-3532,-2 3-2025</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1.016"/>
    </inkml:context>
    <inkml:brush xml:id="br0">
      <inkml:brushProperty name="width" value="0.035" units="cm"/>
      <inkml:brushProperty name="height" value="0.035" units="cm"/>
    </inkml:brush>
  </inkml:definitions>
  <inkml:trace contextRef="#ctx0" brushRef="#br0">220 20 8301,'12'-11'2988,"-22"6"651,-5 1 2980,11 5-5571,0-1-823,-1 1 1,1 0 0,0 0-1,0 0 1,0 1-1,0 0 1,0 0-1,0 0 1,0 0 0,0 0-1,1 1 1,-1-1-1,1 1 1,0 0 0,-5 5-1,2 1 131,0-1 0,0 1 0,1 0 0,0 1 1,-7 18-1,5-7 146,0 1 1,-3 29 0,5-27-206,-11 38 0,-16 39-2997,26-78-11,-1-2-8642,1-3 658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1.158"/>
    </inkml:context>
    <inkml:brush xml:id="br0">
      <inkml:brushProperty name="width" value="0.035" units="cm"/>
      <inkml:brushProperty name="height" value="0.035" units="cm"/>
    </inkml:brush>
  </inkml:definitions>
  <inkml:trace contextRef="#ctx0" brushRef="#br0">10 12 9805,'-9'-11'3420,"18"19"-13661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1.734"/>
    </inkml:context>
    <inkml:brush xml:id="br0">
      <inkml:brushProperty name="width" value="0.035" units="cm"/>
      <inkml:brushProperty name="height" value="0.035" units="cm"/>
    </inkml:brush>
  </inkml:definitions>
  <inkml:trace contextRef="#ctx0" brushRef="#br0">287 27 9617,'15'-6'5769,"-22"-1"1213,-2 2-8010,6 3 1115,1 1-1,-1 0 1,1 0-1,-1 0 1,1 1-1,-1-1 1,1 0-1,-1 1 1,0 0-1,1 0 1,-1 0 0,0 0-1,1 0 1,-1 0-1,0 1 1,1-1-1,-1 1 1,-4 1-1,-1 1 78,-1 1-1,1-1 0,-13 10 0,-15 11-58,-60 53-1,90-70-140,-1 0-1,1 1 1,0 0 0,1 0-1,0 0 1,0 1-1,-7 17 1,11-23 12,1 0 94,0-2-75,0 0 0,-1 0 0,1 1 0,0-1 0,0 0 0,1 0-1,-1 0 1,0 1 0,0-1 0,1 0 0,-1 0 0,0 0-1,1 0 1,-1 0 0,1 0 0,-1 0 0,1 0 0,0 0-1,-1 0 1,1 0 0,0 0 0,0 0 0,0 0 0,0 0-1,0-1 1,0 1 0,0 0 0,1 0 0,1 0 9,1-1 0,-1 0 1,0 0-1,0 0 0,0 0 0,1 0 1,-1 0-1,0-1 0,0 0 0,0 1 1,5-3-1,71-17-57,-76 20 64,9 1-1,1 1 0,-1 1-1,1 0 1,-1 1-1,0 0 1,0 1-1,-1 0 1,1 1 0,11 7-1,-12-7-1,-8-4 0,18-5-5,-17 2-3,-1 0 0,0 0 0,0-1 0,0 1 1,0-1-1,0 0 0,0 1 0,0-1 0,0-1 0,-1 1 0,1 0 0,-1-1 0,0 1 0,1-1 0,-1 0 0,0 1 1,-1-1-1,1 0 0,2-5 0,0-2 20,1-1 0,-1 1 1,-1-1-1,4-20 1,-4 18 335,0 1 1,1 0-1,10-23 1,-13 33 230,0-1-33,4-15-218,-5 18-305,0 0 0,0-1 0,0 1 0,0 0 0,0-1 0,0 1 0,0 0 0,0-1-1,0 1 1,0 0 0,0-1 0,0 1 0,1 0 0,-1-1 0,0 1 0,0 0 0,0 0 0,1-1 0,-1 1 0,0 0-1,0 0 1,0-1 0,1 1 0,-1 0 0,0 0 0,1 0 0,-1-1 0,0 1 0,0 0 0,1 0 0,-1 0-1,0 0 1,1 0 0,0 0 0,3 3 31,1 1-1,-1 0 1,0 0 0,0 0-1,0 0 1,-1 1 0,1-1-1,-1 1 1,0 0-1,-1 0 1,1 0 0,-1 1-1,0-1 1,0 1 0,0-1-1,-1 1 1,0-1 0,0 1-1,-1 0 1,1 0-1,-1-1 1,-1 10 0,-2-7-49,1 0 0,-1-1 0,0 0 0,-1 0-1,0 0 1,0 0 0,0 0 0,-1-1 0,0 0 0,0 0 0,-9 8 0,-8 6-834,-37 25 0,54-41 534,1-1-254,0 0 1,0-1-1,0 1 0,0-1 1,-1 0-1,1 0 0,-1-1 1,1 1-1,-1-1 0,0 0 1,1 0-1,-9 0 0,-12-4-7532</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2.375"/>
    </inkml:context>
    <inkml:brush xml:id="br0">
      <inkml:brushProperty name="width" value="0.035" units="cm"/>
      <inkml:brushProperty name="height" value="0.035" units="cm"/>
    </inkml:brush>
  </inkml:definitions>
  <inkml:trace contextRef="#ctx0" brushRef="#br0">569 9 7657,'17'4'6533,"17"-10"-4418,2 0-1177,-18 6-702,1 2 1,0 0-1,-1 1 1,1 1-1,-1 0 0,26 11 1,-41-13-223,-1 0 1,0 0 0,0 1-1,0-1 1,0 0 0,0 1-1,0-1 1,-1 1 0,1 0 0,-1 0-1,1-1 1,-1 1 0,0 0-1,-1 0 1,1 0 0,0 0-1,0 7 1,1-1-9,8 57 208,-3-40-94,-1 0-1,-1 0 1,-2 0 0,-1 1 0,-1-1 0,-1 1 0,-1-1 0,-1 1-1,-2-1 1,0 0 0,-9 26 0,-120 292 1151,101-270-1082,4 1-1,2 0 0,4 2 0,-20 132 1,36-167 59,-1 52 0,6-88-199,1 23 63,0-27-114,1 8 11,0 1 0,-1 0 0,0-1 0,-2 15 1,1-24-1,0 0 0,1-1 1,-1 1-1,0-1 1,0 1-1,1 0 1,-1-1-1,0 1 0,0-1 1,0 1-1,0-1 1,0 0-1,0 1 1,0-1-1,0 0 1,1 0-1,-1 0 0,-2 0 1,1 1 17,-9 2 31,-1-1 0,0 0 1,0-1-1,0 0 1,0 0-1,0-1 0,-15-3 1,-20 1 1,-123-7-1575,116 4 339,-10 0-1985,21 5-2463,-2 2-4383</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4.109"/>
    </inkml:context>
    <inkml:brush xml:id="br0">
      <inkml:brushProperty name="width" value="0.035" units="cm"/>
      <inkml:brushProperty name="height" value="0.035" units="cm"/>
    </inkml:brush>
  </inkml:definitions>
  <inkml:trace contextRef="#ctx0" brushRef="#br0">21 16 5993,'0'0'1524,"-2"-1"-144,1 0-1338,-16-12 5886,43 16-2837,-20-2-3601,95 14 1524,106 0 0,-142-11-826,11 1-52,2034 101 1220,-1403-100-748,-628-6-493,109-8 146,-183 8-222,-2-1 0,29-6-13,-29 6-83,-18-33-11826</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7.498"/>
    </inkml:context>
    <inkml:brush xml:id="br0">
      <inkml:brushProperty name="width" value="0.035" units="cm"/>
      <inkml:brushProperty name="height" value="0.035" units="cm"/>
    </inkml:brush>
  </inkml:definitions>
  <inkml:trace contextRef="#ctx0" brushRef="#br0">18 10 3632,'0'0'5973,"-13"-7"-5218,9 5 1632,11 4-1509,39 12-824,142 2 360,-77-9-277,277 25-151,875 60-3724,-966-78 630,4 4-1278</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8.911"/>
    </inkml:context>
    <inkml:brush xml:id="br0">
      <inkml:brushProperty name="width" value="0.035" units="cm"/>
      <inkml:brushProperty name="height" value="0.035" units="cm"/>
    </inkml:brush>
  </inkml:definitions>
  <inkml:trace contextRef="#ctx0" brushRef="#br0">785 262 11393,'24'-34'2014,"-23"34"-1893,-1-1-1,1 0 1,-1 0-1,1 0 1,0 0-1,-1 0 1,0 0-1,1 0 1,-1 0-1,0 0 1,1 0-1,-1 0 1,0-1 0,0 1-1,0 0 1,0 0-1,0 0 1,0 0-1,0 0 1,-1 0-1,1 0 1,0 0-1,-1-1 1,0 0-1,0-2 373,0-5-161,0 1 0,-1 0 0,0 0-1,-1 0 1,1 1 0,-1-1 0,-1 0 0,0 1 0,0 0 0,0 0 0,-1 0 0,0 1-1,0-1 1,-1 1 0,1 0 0,-1 1 0,-1-1 0,1 1 0,-9-5 0,3 3-92,0 0 1,-1 0 0,1 1-1,-1 1 1,-1 0 0,1 1-1,-1 0 1,1 1-1,-1 1 1,-20-2 0,12 5-137,1 1 1,0 0 0,0 1-1,0 2 1,1 0 0,0 1-1,0 1 1,0 1-1,0 0 1,2 2 0,-26 16-1,9-3-438,2 2-1,1 1 1,1 1-1,-51 59 1,81-85 326,-12 14-356,0 1 0,-14 24 0,23-34 235,1 0 0,1 0 0,-1 0 0,1 0 0,0 0 0,0 1 0,1-1-1,0 1 1,0-1 0,0 1 0,1 10 0,1-15 112,-1 0 1,1 0-1,0 0 0,-1 0 0,1 0 1,0 0-1,0 0 0,0 0 0,0-1 0,0 1 1,1 0-1,-1-1 0,1 1 0,-1-1 1,1 1-1,-1-1 0,1 0 0,0 1 1,0-1-1,-1 0 0,1 0 0,0 0 1,0-1-1,0 1 0,0 0 0,0-1 1,0 1-1,0-1 0,3 0 0,6 2 31,-1-1 0,0 0 0,0-1 0,0 0 0,15-3 0,0-2 327,0 0 0,0-2-1,41-17 1,68-40 2414,-1-1 433,-127 63-3042,0-1 0,0 1 1,0 0-1,0 0 0,1 1 0,-1 0 1,0 0-1,1 0 0,-1 1 1,13 1-1,-17-1-93,1 1 0,-1-1 0,0 1 1,0 0-1,0 0 0,0 0 0,0 0 0,-1 0 1,1 0-1,0 1 0,0-1 0,-1 0 0,1 1 1,1 2-1,-1-1-22,1 1 0,-2-1 0,1 1 0,0-1 0,-1 1 0,1 0 0,-1 0 0,0 0 0,-1 0 0,2 4 0,0 10-126,0 6-796,2 0 0,1 0 0,14 42-1,13 6-4591,-23-57 2074,0 0-1,15 20 0,7 0-7001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9.575"/>
    </inkml:context>
    <inkml:brush xml:id="br0">
      <inkml:brushProperty name="width" value="0.035" units="cm"/>
      <inkml:brushProperty name="height" value="0.035" units="cm"/>
    </inkml:brush>
  </inkml:definitions>
  <inkml:trace contextRef="#ctx0" brushRef="#br0">427 56 10557,'1'-1'153,"-1"0"0,1 0 0,-1 0 0,0 0 1,1 0-1,-1 0 0,0 0 0,0 0 0,0 0 0,1 0 0,-1 0 0,0 0 1,-1 0-1,1 0 0,0 0 0,0 0 0,0 0 0,-1 0 0,1 0 0,0 0 1,-1 0-1,1 0 0,-1 0 0,1 0 0,-1 0 0,1 0 0,-2-1 0,-24-19 4311,24 20-4260,1 0 1,0 1-1,-1-1 0,1 0 1,-1 1-1,1 0 0,-1-1 1,0 1-1,1 0 1,-1 0-1,1 0 0,-1 0 1,0 0-1,-2 0 1,-4 0 333,-1 0-208,1 0 0,-1 1 0,1 0 0,-1 0 0,1 1 0,-1-1 1,1 2-1,0 0 0,0 0 0,-9 5 0,-1 1 130,1 1 0,1 0 1,-23 19-1,22-13-252,1 0 1,0 0-1,1 1 1,1 1-1,1 1 1,0 0-1,1 1 1,1 0-1,-12 34 1,18-41-148,0 1 1,2 1 0,0-1-1,0 0 1,1 1-1,1-1 1,1 16 0,0-21-45,1 1-1,0 0 1,1-1 0,0 0 0,1 1 0,0-1 0,0 0 0,1 0 0,0 0-1,1-1 1,7 11 0,-3-7-59,1-1 1,0 0-1,1-1 0,0 0 0,1-1 0,0 0 0,0-1 1,1 0-1,0-1 0,0-1 0,0 0 0,1 0 1,0-2-1,0 1 0,1-2 0,-1 0 0,20 1 0,2-1-71,0-2 0,0-1 0,1-2 0,-1-1 0,0-2 0,35-10-1,-33 3 45,-1-1 0,0-2 0,-2-1-1,1-2 1,61-43 0,-84 51 42,0 0 1,-1-1-1,0 0 1,-1-1-1,0 0 0,0-1 1,-2 0-1,1 0 1,12-26-1,8-35-37,-29 72 40,-2 2 7,-1 0 25,1 0-1,0 1 1,-1-1 0,1 1 0,-1-1 0,1 1 0,0 0 0,-1-1 0,1 1 0,0 0 0,0 0 0,0 0 0,0 0 0,0 0 0,0 0 0,0 0 0,0 0 0,0 0 0,0 1 0,0-1-1,1 0 1,-1 1 0,0-1 0,1 0 0,-1 3 0,-8 39 19,8-36-28,-2 6 19,1 1 0,1-1 0,0 1-1,1 0 1,0-1 0,2 1 0,-1 0 0,1-1 0,1 0 0,1 1 0,0-1 0,9 21 0,-10-29-23,1 0 0,0-1 0,0 1 0,0-1 0,1 0 0,-1 0 0,1 0-1,0-1 1,0 1 0,0-1 0,1-1 0,-1 1 0,1-1 0,-1 0 0,1 0 0,9 2 0,4 0-83,1-1 0,-1-1 0,32 0 1,-20-4 35,0-1 0,0-2 1,-1-1-1,1-2 0,-2-1 1,1-1-1,34-17 0,-35 12 42,0-1-1,38-30 1,7-3-9,-54 32 40,-18 15-28,-1 1 0,1-1 0,0 0 0,-1 1 0,1 0 0,0-1 0,0 1 1,0 0-1,0 0 0,3-1 0,-2 3 14,0 1 0,0 0-1,0-1 1,0 1 0,-1 1 0,1-1 0,-1 0-1,1 1 1,-1-1 0,0 1 0,0-1 0,2 4 0,-2-3-1,0-1 1,0 0 0,1 0 0,-1 0-1,1 0 1,-1 0 0,1 0 0,0-1-1,-1 1 1,1-1 0,0 0 0,0 0 0,0 0-1,0 0 1,0 0 0,0-1 0,0 1-1,0-1 1,1 0 0,-1 0 0,0 0-1,0 0 1,0-1 0,0 1 0,0-1-1,0 0 1,6-2 0,9-3 221,-1 0 0,0-2-1,22-12 1,-30 15-34,-7 4 23,0 1-246,1 1 0,-1-1 1,0 1-1,0 0 0,0 0 0,-1 0 1,1 1-1,0-1 0,0 0 0,0 1 0,-1-1 1,1 1-1,-1-1 0,1 1 0,-1 0 0,0-1 1,0 1-1,1 0 0,-1 0 0,-1 0 0,1 0 1,0 0-1,0 0 0,-1 0 0,1 0 0,-1 1 1,0-1-1,1 0 0,-1 0 0,0 3 0,3 13-442,-1-9-270,1 0 0,0 0 0,1 0 0,0 0 0,1-1 0,-1 1 1,8 7-1,-6-7-1772,0-2 1,1 1 0,12 10 0,10 6-7106</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00.630"/>
    </inkml:context>
    <inkml:brush xml:id="br0">
      <inkml:brushProperty name="width" value="0.035" units="cm"/>
      <inkml:brushProperty name="height" value="0.035" units="cm"/>
    </inkml:brush>
  </inkml:definitions>
  <inkml:trace contextRef="#ctx0" brushRef="#br0">1 234 8581,'24'-51'4310,"-23"50"-4049,1 0 1,0 0 0,-1 1 0,1-1 0,0 0 0,0 0-1,0 1 1,-1-1 0,1 1 0,0 0 0,0 0 0,0-1-1,0 1 1,0 0 0,0 1 0,0-1 0,3 1 0,1 1-55,0 1-1,0-1 1,-1 1 0,1 1 0,-1-1 0,0 1 0,0 0 0,0 0 0,0 1 0,0-1 0,-1 1 0,0 0 0,5 8 0,4 7 215,0 0 1,12 29 0,-17-28-262,-1 1 0,-1 0 0,-1 1 0,0-1-1,-2 1 1,1 45 0,-4-58 26,1-1 0,-2 0 0,1 1 0,-1-1-1,-1 0 1,0 1 0,0-1 0,-1 0-1,0 0 1,0 0 0,-1-1 0,0 1-1,-1-1 1,-9 12 0,13-18 1047,0-21-442,1 16-785,1 0 0,-1-1 0,0 1 1,1 0-1,0 0 0,0 0 0,0 1 0,0-1 0,0 0 0,0 0 0,1 0 0,-1 1 0,1-1 0,4-4 0,35-36-672,-21 24 177,34-34-1316,3 2 0,1 2 0,3 3 0,83-48 0,48-17 799,-112 60 3270,-78 49-1292,-14 13-283,-144 162-421,142-158-642,1 1 0,1 0 0,1 0 0,0 2-1,1-1 1,-10 27 0,21-43 368,-1 1 0,1-1 0,1 1 0,-1-1-1,0 0 1,0 1 0,0-1 0,1 0 0,-1 0-1,1 0 1,-1 0 0,1 0 0,-1 0 0,1 0 0,-1-1-1,1 1 1,3 0 0,1-1 83,1 0-1,-1 0 1,0-1-1,1 0 1,-1 0-1,0 0 1,1-1-1,6-3 1,11-2 462,31-11 1051,92-41 0,-139 55-1536,1 1 0,0 1 0,0 0 0,-1 0 0,2 0 0,-1 1 0,0 1 0,0 0 0,0 0 0,0 1 0,0 0 0,0 0 0,0 1 0,9 3 0,45 4-684,-52-8 578,0-1 0,1 0 0,-1-1-1,0-1 1,1 1 0,-1-2 0,0 0 0,13-5 0,-17 5 130,0 0 1,-1 0-1,1-1 0,-1 0 1,0 0-1,0 0 0,-1-1 1,1 0-1,-1 0 0,0-1 1,0 1-1,-1-1 0,7-11 0,-4 3 572,0 0 0,-1 0-1,0-1 1,6-31-1,-10 37-409,3-12 505,0 0 0,1 1 0,12-26 0,-16 43-403,-1 1-195,0 0-98,0 1-1,0-1 1,0 0-1,0 1 1,0-1 0,1 1-1,-1-1 1,1 1-1,-1 0 1,1-1 0,-1 1-1,1 0 1,0 0-1,0 0 1,-1 0 0,1 1-1,0-1 1,0 0-1,0 1 1,0-1-1,0 1 1,0 0 0,2 0-1,8-3-27,-10 3-10,-1 0 0,1 0 0,-1-1-1,1 2 1,0-1 0,-1 0 0,1 0 0,-1 0-1,1 1 1,-1-1 0,1 1 0,-1-1-1,3 2 1,8 3 49,25 4-23,-33-8-15,12 6-29,-15-6 4,1 0 1,0 0-1,-1 0 0,1 0 1,-1 0-1,1 0 0,-1 1 1,0-1-1,0 1 0,0-1 0,1 1 1,-1-1-1,-1 1 0,1 0 1,0-1-1,0 1 0,-1 0 1,1 0-1,-1 0 0,1-1 1,-1 1-1,0 0 0,1 0 1,-1 0-1,0 0 0,-1 0 1,1 2-1,-2 5 5,0 0 0,0 0 0,-1 0 1,-5 13-1,-4 13 3,11-32 34,8 9 175,-6-11-213,-1 0 0,1-1 0,-1 1 0,1 0 0,0 0 0,-1 0 0,1 0 0,0 0 0,0-1-1,0 1 1,-1 0 0,1-1 0,0 1 0,0 0 0,0-1 0,0 0 0,2 2 0,6-5-7,-8 2 8,2 0 9,1-1 0,-1 1 0,1-1 0,-1 0 0,0 0 0,0 0 0,0 0 0,0-1 0,0 1 0,0-1 0,-1 0 0,3-3 0,24-38 420,-25 38-399,-2 0-19,2-18-16,-3 7 2,-4 22 0,-5 10 0,1 0 0,-8 18 0,-55 242 0,48-174 0,-4 0 0,-52 125 0,53-167-152,-3-2 0,-3-1 0,-2-2 1,-2-1-1,-2-1 0,-3-2 0,-80 77 0,106-115-34,-2 0-1,1-1 0,-2 0 0,-25 12 1,40-22 145,0 0 0,-1 0-1,1 0 1,0 0 0,0 0 0,-1 0 0,1-1 0,0 1-1,-1-1 1,1 1 0,-1-1 0,1 0 0,0 0 0,-1 0 0,1-1-1,-1 1 1,1 0 0,0-1 0,-1 1 0,1-1 0,0 0 0,0 0-1,-1 0 1,1 0 0,0 0 0,0-1 0,0 1 0,0-1 0,1 1-1,-1-1 1,0 1 0,0-1 0,1 0 0,-1 0 0,1 0 0,0 0-1,0 0 1,-1 0 0,1 0 0,1-1 0,-2-1 0,1-7-264,-1 1 0,2-1 1,0 1-1,0-1 1,1 1-1,0 0 0,1-1 1,0 1-1,0 0 0,1 0 1,1 0-1,0 0 1,0 1-1,1-1 0,11-16 1,5-5-1053,2 2 1,0 1-1,37-33 1,-13 17-2733,74-52 1,-18 24-3342</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00.771"/>
    </inkml:context>
    <inkml:brush xml:id="br0">
      <inkml:brushProperty name="width" value="0.035" units="cm"/>
      <inkml:brushProperty name="height" value="0.035" units="cm"/>
    </inkml:brush>
  </inkml:definitions>
  <inkml:trace contextRef="#ctx0" brushRef="#br0">162 158 10829,'4'-17'2420,"-20"2"-188,0 1 329,0 5-233,0 1-228,-6-4-312,3 4-336,3-4-360,0 1-219,7 2-365,-4 1-640,10-9-2281,-1 0-3027</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5.781"/>
    </inkml:context>
    <inkml:brush xml:id="br0">
      <inkml:brushProperty name="width" value="0.035" units="cm"/>
      <inkml:brushProperty name="height" value="0.035" units="cm"/>
    </inkml:brush>
  </inkml:definitions>
  <inkml:trace contextRef="#ctx0" brushRef="#br0">51 386 4900,'1'-2'1086,"0"0"-778,0 1 0,0 0 0,-1 0-1,1-1 1,-1 1 0,1 0 0,-1-1 0,0 1 0,0-1 0,1 1 0,-1 0 0,0-1 0,0 1-1,0-1 1,-1-1 0,0 1-60,0 1 0,0 0 0,0-1-1,0 1 1,0 0 0,-1 0 0,1 0-1,-1 0 1,1 0 0,0 0 0,-1 0 0,-2 0-1,4 0-123,-1 1-1,0 0 0,1 0 0,-1-1 1,1 1-1,-1 0 0,1-1 1,-1 1-1,1 0 0,-1-1 0,1 1 1,0-1-1,-1 1 0,1-1 1,0 1-1,-1-1 0,1 1 0,0-1 1,-1 1-1,1-1 0,0 1 0,0-1 1,0 1-1,0-1 0,-1-1 1,1 1 146,0 1 1,0-1-1,0 0 1,0 0-1,-1 0 1,1 1 0,0-1-1,-1 0 1,1 0-1,0 1 1,-1-1-1,1 0 1,-1 1-1,1-1 1,-1 0 0,0 1-1,0-2 1,-19-16 5475,21 21-4836,8 16-311,1 0-1,1-1 1,1-1 0,23 28 0,9 15 119,38 79-622,111 256-1,-166-333-96,-14-35 1,3 11 0,1-1 0,44 65 0,-60-100 0,0 0 0,1 0 0,-1-1 0,0 1 0,1-1 0,-1 1 0,1-1 0,0 0 0,0 1 0,-1-1 0,1 0 0,0 0 0,0 0 0,0 0 0,0-1 0,0 1 0,0-1 0,0 1 0,0-1 0,1 1 0,-1-1 0,0 0 0,0 0 0,0 0 0,0 0 0,0-1 0,0 1 0,1-1 0,-1 1 0,0-1 0,0 0 0,0 1 0,0-1 0,0 0 0,-1 0 0,1-1 0,2 0 0,2-3 0,1 0 0,-1 0 0,-1-1 0,1 0 0,-1 0 0,0 0 0,0 0 0,6-13 0,11-25 4,-2-1-1,-3-2 1,15-54-1,24-152-21,-25 107-43,-18 87-1213,2 0 1,3 1-1,2 1 0,3 1 0,46-82 0,-53 113 145,-4 4-1073,29-37 0,-36 52 1052,1-1 0,0 1 0,1 1 0,-1-1 0,10-5 0,25-11-8492</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6.060"/>
    </inkml:context>
    <inkml:brush xml:id="br0">
      <inkml:brushProperty name="width" value="0.035" units="cm"/>
      <inkml:brushProperty name="height" value="0.035" units="cm"/>
    </inkml:brush>
  </inkml:definitions>
  <inkml:trace contextRef="#ctx0" brushRef="#br0">290 255 10605,'0'0'96,"-1"-1"0,1 1 1,-1-1-1,1 0 0,-1 0 0,1 1 1,-1-1-1,1 0 0,0 0 0,0 0 1,-1 1-1,1-1 0,0 0 0,0 0 0,0 0 1,0 0-1,0 1 0,0-1 0,0 0 1,0 0-1,0 0 0,0 0 0,1 1 1,-1-1-1,0 0 0,0 0 0,1 0 0,-1 1 1,1-1-1,-1 0 0,0 0 0,1 1 1,0-1-1,-1 1 0,1-1 0,-1 0 1,1 1-1,1-2 0,-1 2 46,-1-1 0,1 1 0,0-1 0,-1 0 0,1 1 0,-1-1 0,1 0 0,0 0 0,-1 0 0,0 1 0,1-1 0,-1 0 0,0 0 0,1 0 0,-1 0 0,0 0 1,0 0-1,1-1 0,-1-2 294,6-6 354,0 0 0,1 1 0,-1 0 0,14-13 1,-12 13-206,0-1 0,-1 1 1,11-17-1,-17 23-436,1-1 1,-1 1-1,0 0 1,1 0-1,-2-1 0,1 1 1,0-1-1,-1 1 0,1-1 1,-1 1-1,0-1 1,0 1-1,0-1 0,-1 1 1,1-1-1,-3-5 0,3 8-102,-1-1-1,0 0 1,0 1-1,0-1 0,-1 0 1,1 1-1,0-1 1,-1 1-1,1 0 0,0-1 1,-1 1-1,0 0 1,1 0-1,-1 0 1,0 0-1,1 0 0,-1 1 1,0-1-1,0 0 1,0 1-1,0-1 0,0 1 1,0 0-1,0 0 1,1 0-1,-1 0 0,0 0 1,0 0-1,0 0 1,0 0-1,0 1 0,-2 0 1,-8 1 76,0 1-1,1 0 1,-22 9 0,14-2-53,0 0 1,0 1 0,1 1 0,0 1 0,1 1 0,1 0-1,0 1 1,1 0 0,1 2 0,0 0 0,1 0 0,1 1-1,1 1 1,0 0 0,1 0 0,-7 22 0,15-34-93,-1 0 1,1 0-1,1 0 1,-1 0-1,1 1 1,0-1-1,1 0 1,0 1-1,0-1 1,0 1-1,1-1 1,0 1-1,1-1 1,0 0-1,0 0 1,0 0-1,1 0 1,0 0-1,0 0 1,1-1-1,0 0 1,0 1-1,0-1 1,8 7-1,-2-3-210,1-1-1,0 0 1,1-1 0,0 0-1,0-1 1,0 0-1,1-1 1,0-1-1,0 0 1,1 0-1,0-1 1,13 2-1,28 3-1141,0-3-1,1-2 1,-1-2-1,58-6 1,-13-6-3950,134-31 1,-164 24-165</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6.710"/>
    </inkml:context>
    <inkml:brush xml:id="br0">
      <inkml:brushProperty name="width" value="0.035" units="cm"/>
      <inkml:brushProperty name="height" value="0.035" units="cm"/>
    </inkml:brush>
  </inkml:definitions>
  <inkml:trace contextRef="#ctx0" brushRef="#br0">38 262 7657,'-38'-11'11711,"50"21"-10188,9 7-1040,0 2 0,0 0-1,30 39 1,-44-48-430,-1-1 0,1 1 0,-2 1-1,1-1 1,-1 1 0,-1 0 0,0 1 0,-1-1 0,0 1 0,0-1 0,1 23 0,-4-26-13,0-1 1,0 1-1,-1 0 1,0 0-1,0-1 1,-1 1-1,0-1 1,-1 1-1,1-1 1,-1 0-1,0 0 1,-1 0-1,0 0 1,0 0-1,-1-1 1,1 0-1,-1 0 1,-10 9-1,14-15 12,-1 1-1,1 0 1,-1-1 0,1 1-1,-1-1 1,0 1 0,1-1-1,-1 0 1,1 0 0,-1 0-1,0 0 1,1 0 0,-1 0-1,0 0 1,1 0-1,-1-1 1,0 1 0,1-1-1,-1 1 1,1-1 0,-1 0-1,1 1 1,-1-1 0,1 0-1,0 0 1,-1 0-1,1 0 1,0 0 0,0 0-1,-1-1 1,0-1 0,-1 0 22,1 1 0,-1-1 0,1 0 0,0 0 0,0-1 1,0 1-1,1 0 0,-1-1 0,1 1 0,-1-1 0,1 1 0,0-1 1,1 1-1,-1-1 0,1 0 0,-1-5 0,3-8-39,1 1 0,1 0-1,0-1 1,1 2 0,1-1-1,0 0 1,1 1 0,1 1 0,17-26-1,-3 8-676,1 2-1,2 1 1,38-34-1,-21 25-1148,2 2 0,1 2 0,1 2-1,70-36 1,-100 61 1271,0 0 0,1 1 0,0 1-1,0 0 1,24-3 0,-39 9 641,-1 1-1,0-1 0,0 0 1,1 0-1,-1 1 1,0-1-1,0 0 0,-1 1 1,1-1-1,0 1 1,0-1-1,-1 1 1,1-1-1,-1 1 0,1 0 1,-1-1-1,0 1 1,1 0-1,-1 1 0,-1 0 50,-4 10 614,0 0 0,1 0 1,1 1-1,-3 18 0,6-28-712,0 0 1,-1 0-1,2 0 1,-1 0-1,0 0 1,1 0 0,0 0-1,0 0 1,0 0-1,0 0 1,1 0-1,-1-1 1,1 1-1,0-1 1,0 1 0,0-1-1,1 0 1,-1 1-1,1-1 1,6 5-1,1-1-20,1 0 0,0-1 0,0 0-1,0-1 1,1 0 0,0-1 0,0 0 0,0-1-1,0 0 1,1-1 0,13 1 0,19 0 52,75-4 0,-74-2-37,58-10-1,-87 10 16,-1-1-1,0-1 1,1 0-1,-2-1 1,1-1-1,26-15 1,-38 19 37,-1 1 0,1-1 1,-1 0-1,1 0 1,-1 0-1,0-1 0,0 1 1,0-1-1,-1 0 0,1 0 1,-1 0-1,0 0 0,0 0 1,0 0-1,-1 0 1,0-1-1,1 1 0,-1-1 1,-1 1-1,1-1 0,-1 1 1,0-1-1,0-7 1,-1 6 70,0 0 1,0 0 0,-1 0 0,0 0 0,0 1 0,0-1 0,-1 1 0,1 0 0,-1-1 0,-1 1-1,1 0 1,-1 1 0,0-1 0,0 1 0,0-1 0,0 1 0,-1 1 0,-5-5 0,9 8-163,0-1-1,1 1 1,-1-1 0,0 1 0,0-1 0,0 1 0,0-1 0,0 1 0,0 0 0,0 0 0,0-1-1,0 1 1,0 0 0,0 0 0,0 0 0,0 0 0,0 0 0,0 1 0,0-1 0,0 0-1,0 0 1,0 1 0,0-1 0,0 0 0,0 1 0,0-1 0,0 1 0,0-1 0,0 1 0,0 0-1,1-1 1,-1 1 0,0 0 0,1-1 0,-1 1 0,0 0 0,1 0 0,-1 0 0,0 1 0,-1 2 17,0 0 0,0 0 0,0 0 0,1 0 0,-1 1 0,1-1 0,0 1 0,0-1 0,0 5 0,6 356 826,2-90-732,-12-113-564,-8-1 1,-7 0-1,-65 255 1,69-353 179,-4 0 0,-29 65 1,40-109 160,-1 0 1,0-1 0,-1 0-1,-1-1 1,-1-1-1,0 1 1,-1-2-1,-1 0 1,0-1 0,-25 18-1,37-31 84,1 1-1,-1-1 1,1 0-1,-1 0 0,1 0 1,-1-1-1,0 1 1,1-1-1,-1 1 0,0-1 1,1 0-1,-1 0 1,0 0-1,0 0 1,1-1-1,-1 1 0,0-1 1,1 1-1,-1-1 1,1 0-1,-1 0 1,1 0-1,-1-1 0,1 1 1,0 0-1,-1-1 1,1 0-1,0 1 0,0-1 1,0 0-1,0 0 1,1 0-1,-1 0 1,1 0-1,-1-1 0,1 1 1,-1-1-1,1 1 1,0 0-1,0-1 1,1 0-1,-1 1 0,0-1 1,0-3-1,-2-24 11,1 0-1,2 0 0,1 0 1,1 0-1,2 0 1,13-56-1,4 14-191,48-113 1,-31 102-679,4 1 0,3 3 0,104-137 0,-79 130-2371,99-94 0,-87 105-2493,1 11-3456</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7.667"/>
    </inkml:context>
    <inkml:brush xml:id="br0">
      <inkml:brushProperty name="width" value="0.035" units="cm"/>
      <inkml:brushProperty name="height" value="0.035" units="cm"/>
    </inkml:brush>
  </inkml:definitions>
  <inkml:trace contextRef="#ctx0" brushRef="#br0">466 96 9013,'-1'-5'343,"1"2"0,0 1 0,0-1 0,-1 0 0,1 0 0,-1 0-1,0 1 1,1-1 0,-1 0 0,-1 1 0,1-1 0,-3-3 0,3 4 1646,-1-10 1153,2 11-3002,0 0 0,0 0 0,0-1 0,0 1 0,0 0 0,0 0 0,0-1 0,0 1 0,0 0 0,-1 0 0,1 0 0,0 0 0,-1-1 0,1 1 0,-1 0 0,1 0 0,-2-1 0,-1 0-7,-1-1 0,1 1 0,-1 0 0,0 1 0,1-1 0,-1 0-1,0 1 1,0 0 0,0 0 0,0 0 0,0 1 0,0-1 0,0 1 0,0 0 0,-1 0 0,1 1 0,0-1 0,0 1 0,0 0 0,0 0 0,0 0 0,1 0-1,-1 1 1,0 0 0,-6 3 0,-10 6 52,0 1-1,0 1 0,1 0 1,1 1-1,-27 27 1,34-29-169,1 0 0,-1 1 0,2 0 0,0 1 0,0 0 0,2 0 0,-1 1 0,2 0 1,-5 16-1,10-27-32,0 0 1,0-1 0,1 1 0,-1 0-1,1 0 1,0-1 0,0 1 0,0 0-1,1 0 1,0-1 0,-1 1 0,1 0 0,0-1-1,1 1 1,-1-1 0,1 1 0,-1-1-1,1 1 1,0-1 0,0 0 0,1 0-1,-1 0 1,0 0 0,1-1 0,0 1-1,0-1 1,0 1 0,0-1 0,5 3-1,-1-1-10,1 0 0,0 0 0,0-1-1,0 0 1,0 0 0,1-1 0,-1 0 0,1 0-1,-1-1 1,1 0 0,16-1 0,-8-1 219,-1-1 0,-1 0 1,1-1-1,0-1 1,-1 0-1,1-1 1,-1-1-1,-1-1 0,1 0 1,-1-1-1,0 0 1,-1-1-1,0 0 1,0-1-1,-1-1 0,-1 0 1,1-1-1,9-14 1,-1 0 638,-7 9-43,0-1 0,-1 0-1,10-23 1,-18 36-758,-2 9-23,-2 13-16,0-17 8,-5 281 0,4-105 0,-29 225 0,19-333 0,-2-2 0,-4 0 0,-2-1 0,-38 84 0,41-113 0,-2-1 0,-2-2 0,0 0 0,-3 0 0,0-2 0,-3-1 0,0-1 0,-1-2 0,-33 26 0,44-40 0,-1-1 0,-32 17 0,45-26 0,-1-1 0,0 0 0,0 0 0,0 0 0,0-1 0,-1 1 0,1-1 0,0 0 0,-1-1 0,1 1 0,0-1 0,-1 0 0,1-1 0,0 1 0,-9-3 0,11 2 0,0 0 0,1-1 0,-1 1 0,1-1 0,0 0 1,-1 1-1,1-1 0,0 0 0,0 0 0,0-1 0,0 1 0,1 0 0,-1-1 0,1 1 0,-1-1 0,1 0 1,0 1-1,0-1 0,0 0 0,0 0 0,0 1 0,1-1 0,-1 0 0,1 0 0,0 0 0,0-4 1,0-11-14,1 1 0,0 0 0,6-22 1,-7 34 3,10-43-130,2 0 0,2 1 0,1 1 0,39-77-1,-22 64-29,2 2 0,80-101 0,-16 47-51,5 5 1,170-136-1,-12 30 47,-233 189 122,0 2 1,2 1-1,47-24 1,-75 44 48,0 0 0,1 0 0,-1 1 0,0-1 0,0 1 0,0 0 0,1-1-1,-1 1 1,0 0 0,0 0 0,0 1 0,0-1 0,0 0 0,-1 1 0,1-1 0,2 3 0,5 6 2,-1 1-1,0-1 1,-1 2-1,0-1 1,6 15-1,-6-12 1,1 1-1,0-1 0,14 16 1,-2-7 4,1 0 0,1-2 0,32 24 0,-42-35 4,1-2-1,1 1 1,-1-2-1,2 0 1,-1-1-1,1 0 0,-1-1 1,18 4-1,-22-8-3,0 0-1,1-1 1,-1 0-1,0 0 1,0-1-1,0 0 1,0-1-1,0 0 1,-1 0-1,1-1 1,16-8-1,-20 8 12,0 1-1,-1-2 1,1 1 0,-1-1-1,1 0 1,-1 0-1,0 0 1,-1-1 0,1 1-1,-1-1 1,0-1 0,0 1-1,-1 0 1,1-1-1,-1 0 1,0 0 0,-1 0-1,1 0 1,-1 0-1,0 0 1,-1-1 0,0 1-1,0-1 1,0 1 0,-1-1-1,0 1 1,0-1-1,0 1 1,-1-1 0,0 1-1,0-1 1,-1 1-1,0 0 1,0 0 0,0 0-1,-1 0 1,-5-9 0,-4-3 6,-2 0 1,0 0-1,-1 2 1,0 0 0,-2 0-1,0 2 1,0 0 0,-2 0-1,1 2 1,-1 1 0,-1 0-1,-35-13 1,4 5-760,-1 2 1,0 3-1,-1 2 0,-56-5 1,99 16-85,1 0-1,0 1 1,-15 2 0,11-1-2585,-2-1-3763</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8.015"/>
    </inkml:context>
    <inkml:brush xml:id="br0">
      <inkml:brushProperty name="width" value="0.035" units="cm"/>
      <inkml:brushProperty name="height" value="0.035" units="cm"/>
    </inkml:brush>
  </inkml:definitions>
  <inkml:trace contextRef="#ctx0" brushRef="#br0">30 67 11477,'-3'-3'623,"0"0"0,0 0 0,0 0 0,0 0 0,0 0 0,1-1 0,-5-7 0,5 8 2879,9 17 4223,7 20-7048,-1 0 0,-2 1-1,-1 0 1,6 43 0,-14-61-592,2 0 0,0-1-1,0 0 1,2 1 0,0-2-1,1 1 1,0-1 0,1 0-1,19 25 1,-22-36-65,0 1-1,0-1 1,1-1 0,-1 1 0,1-1-1,0 0 1,0 0 0,11 3 0,-5-1 1,-7-3-12,0-1 0,1 0 0,-1 0 0,0 0 0,0 0 0,0-1 0,1 0 0,-1 0 0,0-1 0,0 1 0,1-1 0,-1 0 0,0 0 0,6-3 0,5-2 17,0-1-1,22-12 0,-36 18-22,4-2 8,0-1 0,-1 1 1,1-1-1,-1 0 1,0 0-1,0-1 0,0 1 1,0-1-1,-1 0 1,0-1-1,0 1 0,0-1 1,-1 0-1,0 1 0,0-2 1,0 1-1,-1 0 1,0 0-1,0-1 0,1-7 1,-2 4 3,-1 0 0,0 0 0,-1 0 0,0 0 0,0 0 0,-1 0 0,0 1 1,-1-1-1,0 0 0,-1 1 0,0 0 0,-8-15 0,0 5-513,0 0 0,-1 0-1,-1 1 1,-27-27 0,32 36 190,1 2 0,-1-1 0,-1 1 1,1 0-1,-1 1 0,0 0 0,-1 1 0,1 0 0,-1 1 1,-22-6-1,31 9-41,-1 1 0,1 0 0,-1 0 0,1 1 1,-1-1-1,1 0 0,-1 1 0,1-1 0,0 1 0,-1 0 1,1 0-1,0 0 0,0 0 0,-1 0 0,-2 3 0,4-3-288,0 0 0,-1 0-1,1 0 1,0 0-1,-1 0 1,1 1 0,0-1-1,0 1 1,0-1 0,0 1-1,0-1 1,0 3 0,1 15-9402</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8.407"/>
    </inkml:context>
    <inkml:brush xml:id="br0">
      <inkml:brushProperty name="width" value="0.035" units="cm"/>
      <inkml:brushProperty name="height" value="0.035" units="cm"/>
    </inkml:brush>
  </inkml:definitions>
  <inkml:trace contextRef="#ctx0" brushRef="#br0">659 881 10585,'-7'-1'557,"0"-1"0,1 0 0,-1 0 0,1-1 0,-1 0 0,1 0 0,0 0 0,0-1 0,0 0 0,1 0 0,-10-9-1,14 13-482,-4-4 404,-1 0 0,0 1 0,0-1 1,-1 2-1,1-1 0,0 1 0,-1-1 1,0 2-1,1-1 0,-1 1 0,0 0 0,0 1 1,-9-1-1,0 2-37,0 0 0,1 1 1,-1 0-1,-23 7 0,17-1-176,1 0 0,-1 1 0,2 1 0,-1 1 0,1 1 0,1 1 0,0 0 0,-24 24 0,23-18-152,0 1 1,2 1-1,1 1 1,0 0-1,2 1 1,-22 43-1,33-58-120,1 0 1,0 0-1,0 0 1,1 1-1,0-1 0,0 1 1,1-1-1,0 1 0,1 9 1,0-15-8,0 1 1,1-1-1,-1 1 1,1-1 0,0 0-1,0 1 1,0-1-1,0 0 1,1 1-1,-1-1 1,1 0 0,0 0-1,0 0 1,0-1-1,0 1 1,0 0-1,1-1 1,-1 1 0,1-1-1,0 0 1,0 0-1,-1 0 1,1 0-1,5 2 1,0-1-11,0-1-1,0 0 1,1 0-1,-1 0 1,0-1-1,1-1 1,-1 1 0,0-1-1,1-1 1,-1 1-1,0-2 1,1 1-1,-1-1 1,0 0-1,0-1 1,0 0 0,10-5-1,1-1 10,-1-1 0,-1-1 0,1 0 0,-2-2 0,30-27 0,-23 16 19,-2-1 0,-1-1 0,-1-1 0,-1-1 0,-2-1 0,0 0 0,-2-1 0,-2 0 0,12-41 0,-1-17 90,-3-1 0,8-98-1,-5-111 715,-12 110 85,-10 164-644,-1 20 48,-1 8-3,-15 84 339,-9 133 1,13-92-717,12-127 50,-30 321-4377,27-215-319,6 0-3583,5-28-3756</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2.769"/>
    </inkml:context>
    <inkml:brush xml:id="br0">
      <inkml:brushProperty name="width" value="0.035" units="cm"/>
      <inkml:brushProperty name="height" value="0.035" units="cm"/>
    </inkml:brush>
  </inkml:definitions>
  <inkml:trace contextRef="#ctx0" brushRef="#br0">400 99 10065,'11'-24'2080,"-9"19"-79,-3 4-1804,0 1 0,1-1 0,-1 0 1,1 0-1,-1 0 0,1 1 0,-1-1 0,1 0 0,0 0 1,-1 0-1,1 0 0,0 0 0,0 0 0,-1 0 0,1 0 0,0 0 1,0 0-1,0-1 0,-4-16 2220,2 15-2184,0 1 1,0-1-1,0 1 1,0-1 0,-1 1-1,1 0 1,-1 0 0,1 0-1,-1 1 1,1-1 0,-1 0-1,0 1 1,0 0-1,0 0 1,0 0 0,0 0-1,0 0 1,0 0 0,0 1-1,-5-1 1,-6 2 6,0 1 0,0 0 0,1 1 1,-1 0-1,1 1 0,-1 0 0,1 1 0,0 1 0,1 0 0,0 0 1,0 2-1,-20 14 0,16-9-106,1 0 0,1 1 1,-1 1-1,2 0 0,0 0 0,1 2 0,1 0 1,-12 22-1,20-32-109,0 0 0,0 0 0,1 0 0,0 0 0,0 0 0,0 1 0,1-1 0,0 0 0,1 1 0,0-1 0,0 1 0,0-1 0,1 0 0,0 1 0,1-1 0,2 8 0,-1-5-8,1-1 1,1 0-1,0 0 1,0 0-1,0-1 1,1 1-1,1-1 1,-1-1-1,1 1 1,0-1 0,12 9-1,132 85 98,-107-74-133,-2 1 1,63 54 0,-99-76 0,1 1 0,-1 0 0,0 0 0,0 0 1,-1 1-1,0 0 0,-1 0 0,1 0 0,-2 1 0,1-1 1,2 10-1,-5-11 4,1 0 1,-2 0 0,1 0 0,-1 0-1,1 0 1,-2 0 0,1 0 0,-1 0-1,0-1 1,-1 1 0,0 0 0,0 0-1,0-1 1,-6 12 0,-1-2-15,0 0 1,0-1 0,-25 27 0,31-37 27,-2 0 1,1-1 0,0 0 0,-1 0 0,0 0 0,0 0 0,0-1-1,-1 0 1,1 0 0,-1 0 0,1-1 0,-1 0 0,0 0 0,-11 2-1,16-4 2,-1 0 1,1 0-1,-1 0 0,1-1 0,-1 1 0,1 0 0,-1-1 0,1 1 0,-1-1 0,1 1 0,-1-1 0,1 0 0,0 0 0,-1 0 0,1 0 0,0 0 1,0 0-1,0 0 0,-1 0 0,1 0 0,0 0 0,1 0 0,-1-1 0,0 1 0,0 0 0,0-1 0,1 1 0,-1-1 0,1 1 0,-1-1 1,1 1-1,0-1 0,-1-1 0,0-5 8,0 0 1,0 0-1,0 0 0,2-15 1,1 7-2,1 1 0,0-1 0,1 1 0,12-30 0,31-55-157,-44 92 117,30-50-1132,52-70 0,-39 61-120,-12 19-1073,52-54 0,2 10-3641,-49 59 1084,-3 4-2694</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051"/>
    </inkml:context>
    <inkml:brush xml:id="br0">
      <inkml:brushProperty name="width" value="0.035" units="cm"/>
      <inkml:brushProperty name="height" value="0.035" units="cm"/>
    </inkml:brush>
  </inkml:definitions>
  <inkml:trace contextRef="#ctx0" brushRef="#br0">270 30 7813,'-4'-2'823,"-16"-8"345,13-1 4449,-16 6-2819,16 4-2543,1 1 0,-1 0 0,1 0 0,-1 1 0,1 0 0,-1 0 0,1 0 0,0 1 0,0 0 0,-1 0 0,1 1 0,1 0-1,-1 0 1,0 0 0,1 1 0,-1-1 0,1 1 0,0 1 0,0-1 0,1 1 0,-5 5 0,-1 2-2,0-1 1,1 2-1,1-1 0,0 1 1,1 0-1,0 1 0,-9 27 0,14-31-181,0 1 0,0-1 0,1 0 0,0 0 0,1 1 0,0-1 0,1 0 0,0 0-1,1 1 1,0-1 0,4 11 0,2 0 3,1-2 1,1 1-1,1-1 1,1 0-1,22 27 0,-19-27-69,-1 1 0,0 1 0,17 36 0,-29-49-33,0-1 1,-1 1-1,0 0 0,0 0 0,-1 0 1,0-1-1,0 1 0,0 0 0,-1 0 1,-1 0-1,1-1 0,-1 1 0,-1-1 1,1 1-1,-6 9 0,4-9-186,0-1 1,-1 0-1,0 0 0,0-1 0,-1 1 1,0-1-1,-11 9 0,-47 29-5829,58-44 2162,-4-12 675,-3-2-5747</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192"/>
    </inkml:context>
    <inkml:brush xml:id="br0">
      <inkml:brushProperty name="width" value="0.035" units="cm"/>
      <inkml:brushProperty name="height" value="0.035" units="cm"/>
    </inkml:brush>
  </inkml:definitions>
  <inkml:trace contextRef="#ctx0" brushRef="#br0">0 35 9057,'7'-14'9789,"12"11"-8653,3 0-372,3 0-160,-2-3-292,11 6-372,-5 0-492,12-3-664,20 3-416,-17-2-345,-22 4-583,16-2-1388,23 3-2785</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443"/>
    </inkml:context>
    <inkml:brush xml:id="br0">
      <inkml:brushProperty name="width" value="0.035" units="cm"/>
      <inkml:brushProperty name="height" value="0.035" units="cm"/>
    </inkml:brush>
  </inkml:definitions>
  <inkml:trace contextRef="#ctx0" brushRef="#br0">88 55 9001,'-22'0'1886,"18"0"1542,2 2-1873,-5 7-1277,1-1 0,0 1 0,0 0 0,1 1-1,0 0 1,1-1 0,0 2 0,0-1 0,1 0 0,0 1 0,1-1-1,-1 12 1,3-17-182,-1-1 0,1 1 0,0 0 0,0 0 0,0-1 0,1 1 0,0 0 0,0-1-1,0 1 1,0-1 0,1 1 0,0-1 0,0 1 0,0-1 0,0 0 0,1 0 0,-1 0 0,1 0-1,0-1 1,0 1 0,1-1 0,-1 0 0,1 0 0,-1 0 0,1 0 0,0 0 0,0-1 0,0 0-1,8 3 1,-3-1-95,1 0-1,0-1 0,-1-1 1,1 1-1,0-2 0,0 1 1,0-1-1,0-1 0,0 0 1,0 0-1,1-1 0,-1-1 1,-1 1-1,1-2 0,0 1 0,0-1 1,-1-1-1,1 1 0,-1-2 1,13-7-1,-20 10 5,0 1-1,0-1 1,-1 0-1,1 0 1,0 0-1,-1 0 1,0 0-1,1 0 1,-1 0-1,0 0 1,0 0-1,0-1 1,0 1-1,-1 0 1,1-1-1,-1 1 1,1-1-1,-1 1 1,0-1-1,0 1 1,0 0-1,0-1 1,0 1-1,-1-1 1,0-3 0,-1-2 18,0 1 0,0-1 0,-1 1 1,0 0-1,0 0 0,0 0 1,-6-7-1,-4-5 66,-1 1-1,-1 1 0,-34-31 1,38 38-614,0 1 1,-1 1-1,0 0 1,0 0-1,-1 1 1,0 1-1,-17-7 1,27 12-1901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677"/>
    </inkml:context>
    <inkml:brush xml:id="br0">
      <inkml:brushProperty name="width" value="0.035" units="cm"/>
      <inkml:brushProperty name="height" value="0.035" units="cm"/>
    </inkml:brush>
  </inkml:definitions>
  <inkml:trace contextRef="#ctx0" brushRef="#br0">452 7 12757,'-1'0'405,"1"-1"0,-1 0 1,0 1-1,0-1 0,0 1 0,0-1 0,0 1 0,0-1 0,0 1 0,0 0 1,1 0-1,-1-1 0,0 1 0,0 0 0,-1 0 0,1 0 0,0 0 1,0 0-1,0 0 0,0 0 0,-1 1 0,-21 12 2214,16-6-2344,1 0 1,0 0 0,0 0 0,-5 10 0,-19 36 1271,-32 83-1,19-39-815,-141 382-3936,175-454 2734,-3 9-456,2 0 0,-7 38 1,16-59 74,-1 0 1,2 0 0,1 22 0,-1-27-385,2 0-1,-1 0 1,1 0-1,0 0 1,1 0-1,6 14 1,6 3-6756</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914"/>
    </inkml:context>
    <inkml:brush xml:id="br0">
      <inkml:brushProperty name="width" value="0.035" units="cm"/>
      <inkml:brushProperty name="height" value="0.035" units="cm"/>
    </inkml:brush>
  </inkml:definitions>
  <inkml:trace contextRef="#ctx0" brushRef="#br0">137 1 10769,'0'0'1878,"-3"2"-132,-5 3-1167,-1 1 0,1 0-1,1 1 1,-1 0 0,1 0-1,0 1 1,1 0 0,0 0-1,-8 13 1,9-12-434,0 0 1,1 1 0,0-1-1,1 1 1,0 0 0,0 0-1,1 0 1,0 0 0,1 1-1,0-1 1,1 0 0,0 1-1,0-1 1,1 0-1,4 18 1,-3-23-122,-1-1-1,1 1 1,0-1 0,0 0 0,0 0-1,1 0 1,-1 0 0,1 0-1,0-1 1,0 1 0,1-1 0,-1 1-1,1-1 1,-1 0 0,1-1-1,0 1 1,0-1 0,0 1 0,0-1-1,1-1 1,-1 1 0,1 0-1,-1-1 1,1 0 0,5 1 0,-4-2-6,-1 1 0,1-1 0,-1 0 1,1 0-1,0 0 0,-1-1 1,1 0-1,-1 0 0,1 0 1,-1-1-1,1 0 0,-1 0 0,0 0 1,0 0-1,0-1 0,0 0 1,0 0-1,-1-1 0,1 1 1,6-9-1,-9 11-4,0-1 1,-1 0-1,0 0 0,1 0 1,-1 0-1,0 0 1,0 0-1,0 0 1,0 0-1,0 0 0,-1-1 1,1 1-1,-1 0 1,1-1-1,-1 1 0,0 0 1,0-1-1,0 1 1,0 0-1,0-1 1,-1 1-1,0-3 0,-1 0 1,0 1 0,0 0 0,0 0-1,-1 0 1,1 0 0,-1 0 0,0 0-1,0 1 1,0 0 0,-7-5 0,-2-2-194,-2 0 0,1 2 0,-1 0 1,0 0-1,-20-7 0,25 12-590,1 0 0,-1 0-1,0 1 1,0 0 0,-14 0 0,-4 3-5679,8 2-2437</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4.210"/>
    </inkml:context>
    <inkml:brush xml:id="br0">
      <inkml:brushProperty name="width" value="0.035" units="cm"/>
      <inkml:brushProperty name="height" value="0.035" units="cm"/>
    </inkml:brush>
  </inkml:definitions>
  <inkml:trace contextRef="#ctx0" brushRef="#br0">1103 3 12093,'-8'-2'11417,"7"16"-9235,5 23-1193,2-1 0,12 43 0,7 33 95,-19-54-946,-1 1 0,-4-1-1,-2 1 1,-2 0 0,-3-1-1,-3 0 1,-2 0 0,-30 90-1,1-35-739,-6-2 0,-5-2 1,-78 124-1,92-172-243,-2-2 1,-3-2-1,-2-2 1,-3-2 0,-1-1-1,-3-3 1,-3-3-1,-1-1 1,-70 42 0,-67 19-7719,105-61-21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4.678"/>
    </inkml:context>
    <inkml:brush xml:id="br0">
      <inkml:brushProperty name="width" value="0.035" units="cm"/>
      <inkml:brushProperty name="height" value="0.035" units="cm"/>
    </inkml:brush>
  </inkml:definitions>
  <inkml:trace contextRef="#ctx0" brushRef="#br0">201 1 11205,'0'0'5531,"-3"3"-4021,-4 6-960,0 0 0,0 1 0,1 1 0,1-1 0,-1 1 0,2-1 1,-5 15-1,-22 90 1657,21-74-1577,-24 125 1116,-17 254 1,47-386-1646,-13 322 521,18-317-616,2-1 0,2 1 1,1-1-1,2 0 0,1 0 0,2-1 1,18 41-1,-19-59-86,0 0-1,1-1 1,1 0 0,1 0-1,1-2 1,0 1 0,30 25-1,-22-24-115,1-1 0,1-1-1,0-1 1,1-1 0,36 14-1,-12-11-259,1-1-1,1-3 1,0-2-1,0-2 1,1-2-1,63-1 1,-26-7-850,0-3 1,-1-5 0,151-34 0,-202 35 849,77-18-3435,182-67 1,-270 84 3130,180-67-6772</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5.561"/>
    </inkml:context>
    <inkml:brush xml:id="br0">
      <inkml:brushProperty name="width" value="0.035" units="cm"/>
      <inkml:brushProperty name="height" value="0.035" units="cm"/>
    </inkml:brush>
  </inkml:definitions>
  <inkml:trace contextRef="#ctx0" brushRef="#br0">35 29 5016,'0'1'190,"1"-1"-1,-1 0 0,0 1 0,0-1 0,0 1 0,0-1 0,0 0 0,0 1 0,0-1 0,0 1 0,0-1 0,0 1 0,0-1 0,0 0 0,0 1 0,0-1 0,0 1 0,-1-1 0,1 0 0,0 1 0,0-1 1,0 1-1,-1-1 0,1 0 0,0 1 0,0-1 0,-1 0 0,1 1 0,0-1 0,-1 0 0,1 0 0,0 1 0,-1-1 0,1 0 0,-1 0 0,1 0 0,0 0 0,-1 1 0,1-1 0,-1 0 0,0 0 0,-9-4 4492,2-1-5778,8 4 766,-2 0 2198,-4-31-10733</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2.107"/>
    </inkml:context>
    <inkml:brush xml:id="br0">
      <inkml:brushProperty name="width" value="0.035" units="cm"/>
      <inkml:brushProperty name="height" value="0.035" units="cm"/>
    </inkml:brush>
  </inkml:definitions>
  <inkml:trace contextRef="#ctx0" brushRef="#br0">1 27 2972,'70'-6'616,"-23"-8"-840,-5 11-776,2 0 288</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2.249"/>
    </inkml:context>
    <inkml:brush xml:id="br0">
      <inkml:brushProperty name="width" value="0.035" units="cm"/>
      <inkml:brushProperty name="height" value="0.035" units="cm"/>
    </inkml:brush>
  </inkml:definitions>
  <inkml:trace contextRef="#ctx0" brushRef="#br0">1 3 6857,'12'9'632,"1"-1"-176,9-8-80,1-2-184,8 2-252,17 0-456,-10-9-452,10 6-1069,6-3 89</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7.701"/>
    </inkml:context>
    <inkml:brush xml:id="br0">
      <inkml:brushProperty name="width" value="0.035" units="cm"/>
      <inkml:brushProperty name="height" value="0.035" units="cm"/>
    </inkml:brush>
  </inkml:definitions>
  <inkml:trace contextRef="#ctx0" brushRef="#br0">128 6 11185,'0'0'4273,"3"0"-2415,26-5 1847,-27 4-2047,-3 4-173,-1 1-1099,0-1 1,0 1-1,0 1 0,1-1 0,-1 0 1,1 0-1,0 0 0,1 1 0,-1-1 0,1 1 1,0 7-1,8 57 1609,0-7-857,-8-24-1071,-2 1-1,-2-1 0,-1-1 1,-2 1-1,-22 67 0,-51 210-8636,56-192 297,19-96 4538,-1 16-5033</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7.902"/>
    </inkml:context>
    <inkml:brush xml:id="br0">
      <inkml:brushProperty name="width" value="0.035" units="cm"/>
      <inkml:brushProperty name="height" value="0.035" units="cm"/>
    </inkml:brush>
  </inkml:definitions>
  <inkml:trace contextRef="#ctx0" brushRef="#br0">480 29 9257,'-13'-17'2456,"1"6"-340,-11 17-212,4-4-283,-9 7-241,-17 5-292,10 3-212,-6 3-168,-3 6-136,2 6-92,4 2-188,0 0-288,10 6-592,-4 3-824,13 0-712,3-3-3437,10 0-4524</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8.091"/>
    </inkml:context>
    <inkml:brush xml:id="br0">
      <inkml:brushProperty name="width" value="0.035" units="cm"/>
      <inkml:brushProperty name="height" value="0.035" units="cm"/>
    </inkml:brush>
  </inkml:definitions>
  <inkml:trace contextRef="#ctx0" brushRef="#br0">1 1 14533,'27'2'3315,"-1"2"0,44 10 0,-43-6-1889,0 2-1,30 14 1,-11 0-474,-1 3-1,68 52 1,-55-33-1162,-2 1 0,58 64 0,-82-74-1589,31 46 0,-41-50-2055,33 67 0,-30-46-2593,1 0-3796</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8.891"/>
    </inkml:context>
    <inkml:brush xml:id="br0">
      <inkml:brushProperty name="width" value="0.035" units="cm"/>
      <inkml:brushProperty name="height" value="0.035" units="cm"/>
    </inkml:brush>
  </inkml:definitions>
  <inkml:trace contextRef="#ctx0" brushRef="#br0">47 163 11077,'-1'-25'701,"-7"-84"7021,8 105-5880,-11-21 3042,5 38-4470,2 0 1,0 0-1,0 0 0,1 1 1,1-1-1,-1 22 1,3 92 946,2-58-802,-2-47-515,9 284 952,-5-260-860,3 0 0,1 0 0,2-1 0,26 70 0,-27-96-136,-1 0 0,2 0 0,1-1 0,0 0 0,1-1 0,1 0 0,1-1 0,0-1 0,1 0 0,0 0 0,1-2 0,1 0 0,0-1 0,1-1 0,0 0 0,1-2 0,0 0 0,1-1 0,0 0 0,0-2 0,0-1 0,1 0 0,31 2 0,-12-4-106,-1-2 0,0-2 0,0-1 0,75-15 0,-92 12 39,1-1-1,-1-1 1,0-1-1,-1-1 1,0 0-1,0-2 1,-1-1-1,-1 0 1,31-26-1,-42 31-1,0-1-1,-1 0 0,1-1 1,-1 1-1,-1-1 0,0-1 1,0 1-1,-1-1 0,0 0 1,-1-1-1,0 1 0,-1-1 1,0 1-1,2-13 0,-4 14 24,0 1 0,-1-1 1,0 0-1,-1 0 0,0 0 0,0 0 0,-1 0 0,0 1 0,0-1 0,-1 1 0,0 0 0,-1-1 0,0 1 0,0 1 0,0-1 1,-1 0-1,-10-11 0,-7-3-46,0 1 0,-1 1 1,-1 1-1,-27-16 0,23 16 68,21 14 32,-1-1 0,1 0 0,0 0 0,-10-12 1,16 17-8,0 0 0,0 0 0,0-1 0,0 1 0,0 0 0,0-1 0,0 1 1,1-1-1,-1 1 0,0-1 0,1 0 0,-1 1 0,1-1 0,0 1 1,-1-1-1,1 0 0,0 1 0,0-1 0,0 0 0,0 1 0,1-1 1,-1 0-1,0 1 0,1-1 0,-1 1 0,1-1 0,-1 1 0,1-1 0,0 1 1,-1-1-1,1 1 0,2-2 0,5-5 18,1 0 0,0 1 0,0 0 0,1 0 0,0 1 0,0 1 0,0 0 0,1 0 0,0 1 1,0 0-1,0 1 0,0 0 0,1 1 0,18-1 0,-5 0 97,0 2-1,1 1 1,-1 1 0,0 1-1,45 10 1,-55-8-55,-2 0 0,1 0 0,0 1 0,-1 1 0,0 0 0,0 1 0,-1 1 0,1 0 0,-2 0 0,1 1 0,-1 1 0,-1 0 0,0 0 0,0 1 0,-1 0 0,0 1 0,-1 0-1,0 0 1,-1 1 0,-1 0 0,0 0 0,0 0 0,-2 1 0,6 23 0,-3-4 27,-2 0 0,-2 0 1,0 47-1,-13 103-841,0 2-4155,10-169 4276,0 24-3914,9 1-3642,11 0-1944</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9.232"/>
    </inkml:context>
    <inkml:brush xml:id="br0">
      <inkml:brushProperty name="width" value="0.035" units="cm"/>
      <inkml:brushProperty name="height" value="0.035" units="cm"/>
    </inkml:brush>
  </inkml:definitions>
  <inkml:trace contextRef="#ctx0" brushRef="#br0">69 428 12957,'1'-3'2128,"8"-8"8,0 0-1,0 0 0,19-17 1,77-51 1221,-15 11-2358,-55 39-693,-16 15-123,-1-2-1,30-32 1,-45 44-160,0 0 0,-1 0 0,0 1 1,0-2-1,0 1 0,0 0 1,-1 0-1,1-1 0,-1 1 0,0 0 1,0-1-1,-1 1 0,1-7 1,-1 9-20,0 1 1,0-1 0,-1 0 0,1 0-1,0 1 1,-1-1 0,1 0-1,-1 0 1,1 1 0,-1-1 0,0 1-1,0-1 1,0 0 0,0 1 0,0-1-1,0 1 1,0 0 0,0-1-1,0 1 1,-1 0 0,1 0 0,-1 0-1,1 0 1,-1 0 0,1 0 0,-1 0-1,0 1 1,1-1 0,-1 0-1,0 1 1,1-1 0,-1 1 0,-3 0-1,-6-1 42,0 0-1,0 1 0,0 0 0,0 1 1,0 1-1,1 0 0,-1 0 0,0 1 1,1 0-1,-13 6 0,8-2 54,0 1 0,1 1 0,1 0 0,-1 0 0,1 1 0,-15 16-1,8-5 84,2 1 0,0 1 0,1 1 0,1 0 0,2 1 0,0 0-1,-16 44 1,23-49-128,0 0-1,2-1 1,0 2-1,1-1 1,2 0-1,0 1 1,1 0-1,2 33 1,0-43-38,1-1 1,0 1 0,1-1-1,0 1 1,0-1 0,1 0 0,1 0-1,0 0 1,0-1 0,1 0-1,0 0 1,0 0 0,1-1-1,0 0 1,1 0 0,-1 0 0,2-1-1,11 8 1,-6-6-285,1 0 0,0-1-1,0-1 1,1 0 0,26 6 0,-18-7-830,1-1 1,-1-1-1,1-2 1,0 0-1,47-4 1,-20-4-1332,0-3-1,-1-1 1,0-3-1,61-24 1,-48 14-7013</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9.604"/>
    </inkml:context>
    <inkml:brush xml:id="br0">
      <inkml:brushProperty name="width" value="0.035" units="cm"/>
      <inkml:brushProperty name="height" value="0.035" units="cm"/>
    </inkml:brush>
  </inkml:definitions>
  <inkml:trace contextRef="#ctx0" brushRef="#br0">24 51 12833,'-24'-31'2553,"24"30"-2402,0 1 1,0-1-1,0 1 0,0-1 0,0 1 0,0-1 1,0 1-1,1-1 0,-1 1 0,0-1 1,0 1-1,0-1 0,0 1 0,1-1 1,-1 1-1,0-1 0,0 1 0,1-1 0,-1 1 1,0 0-1,1-1 0,-1 1 0,0 0 1,1-1-1,-1 1 0,1 0 0,-1-1 1,1 1-1,-1 0 0,1 0 0,-1-1 0,1 1 1,0-1 189,0 1 0,0-1 0,0 1 0,0-1 0,0 1 0,0-1 0,0 1 0,1-1 0,-1 1 0,0 0 0,0 0 0,0 0 0,0 0 0,3 0 0,25 11 530,0 2 1,-1 1-1,-1 2 1,38 27-1,-48-30-720,-1 1-1,-1 0 1,0 1-1,-1 1 1,0 0-1,-2 1 1,20 34 0,-24-37-107,-1 0 1,-1 1 0,-1-1 0,0 1 0,-1 0 0,0 1 0,-1-1 0,-1 1 0,0-1-1,-1 1 1,-2 24 0,1-39-33,0 0-1,0 0 1,0-1-1,0 1 1,0 0-1,-1 0 1,1-1-1,0 1 0,0 0 1,0 0-1,-1-1 1,1 1-1,0 0 1,-1-1-1,1 1 1,-1 0-1,1-1 1,-1 1-1,1-1 1,-1 1-1,1-1 1,-2 1-1,2-1 2,-1 0 1,0 0-1,0 0 0,1-1 1,-1 1-1,0 0 0,1-1 1,-1 1-1,0 0 0,1-1 1,-1 1-1,1-1 0,-1 1 0,1-1 1,-1 1-1,1-1 0,-1 0 1,1 1-1,-1-1 0,1 0 1,0 1-1,-1-1 0,1 0 1,0 1-1,0-1 0,-1 0 1,1 1-1,0-2 0,-1-6 33,0-1 0,0 1 0,1 0-1,0 0 1,0-1 0,1 1-1,0 0 1,0 0 0,1 0 0,4-12-1,-2 6-23,-1 2-22,0 1 0,1 0 0,0 0 0,1 0 0,0 0 0,1 1 0,0 0 0,0 0 0,1 0 0,11-11 0,-13 17 0,-1-1 0,1 1 0,0 0 0,1 0 0,-1 1 0,0 0 0,1 0 0,0 0 0,0 0 0,0 1 0,0 0 0,0 0 0,0 1 0,1 0 0,-1 0 0,0 0 0,1 1 0,-1 0 0,0 0 0,9 2 0,-6-1-22,0 1 1,0 1-1,0-1 1,0 2-1,0-1 0,0 1 1,-1 1-1,0-1 0,0 1 1,0 1-1,0 0 1,-1 0-1,0 0 0,0 1 1,-1 0-1,0 0 1,0 0-1,0 1 0,8 17 1,1 7-246,-1 1 0,-2 0 0,16 71 0,-12-45-130,-1 5-1863,-10-36-1408,15 42 1,-10-52-3203,7-4-4551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9.922"/>
    </inkml:context>
    <inkml:brush xml:id="br0">
      <inkml:brushProperty name="width" value="0.035" units="cm"/>
      <inkml:brushProperty name="height" value="0.035" units="cm"/>
    </inkml:brush>
  </inkml:definitions>
  <inkml:trace contextRef="#ctx0" brushRef="#br0">6 176 11729,'0'0'90,"-1"0"1,1 0-1,0 1 0,-1-1 1,1 0-1,0 0 0,0 1 1,-1-1-1,1 0 0,0 0 1,-1 1-1,1-1 0,0 0 1,0 1-1,0-1 0,-1 0 1,1 1-1,0-1 0,0 1 1,0-1-1,0 0 0,0 1 1,0-1-1,0 1 1,0-1-1,0 0 0,0 1 1,0-1-1,0 1 0,0-1 1,0 0-1,0 1 0,0-1 1,0 1-1,0-1 0,1 0 1,-1 1-1,0-1 0,0 0 1,1 1-1,19 8 2380,26-5 156,-21-5-2184,-1-1 1,1-2-1,0 0 0,-1-1 1,0-2-1,0 0 0,0-2 0,-1-1 1,-1 0-1,1-2 0,20-14 0,-40 24-403,-1 0-1,1 0 0,-1 0 1,0 0-1,0 0 0,0-1 0,0 1 1,0 0-1,0-1 0,-1 0 1,1 1-1,-1-1 0,1 0 0,-1 0 1,0 0-1,0 0 0,-1 0 1,1 0-1,-1 0 0,1 0 0,-1-5 1,0 6-12,-1 0-1,1 0 1,-1 0 0,0 0 0,0 0 0,0 0-1,0 0 1,0 0 0,0 0 0,0 0 0,0 0 0,-1 1-1,1-1 1,-1 1 0,0-1 0,1 1 0,-1-1-1,0 1 1,0 0 0,0 0 0,1 0 0,-1 0-1,0 0 1,-1 0 0,1 1 0,0-1 0,0 1 0,0-1-1,-4 1 1,-1-1 36,0 1 0,1 0-1,-1 0 1,0 1 0,1 0 0,-1 0 0,0 0-1,1 1 1,-1 0 0,1 0 0,0 1-1,0 0 1,0 0 0,0 0 0,0 1-1,1-1 1,0 2 0,-1-1 0,2 0-1,-1 1 1,0 0 0,-4 6 0,-3 6 122,0 0 0,1 0 0,1 1 1,0 0-1,1 1 0,-6 22 0,3-9 99,2 2 0,1-1 0,-5 39 0,12-56-215,1-1-1,1 1 1,0-1 0,1 0-1,1 1 1,1-1 0,0 0-1,0 0 1,2 0 0,5 14-1,-4-15-100,0 0 0,1-1 0,12 17 0,-16-25-119,1 0 0,0 0 0,1 0 0,-1-1 0,1 0 0,0 0 0,0 0 0,0 0 0,0-1 0,1 0 0,0 0 0,11 4 0,-5-4-457,0 0-1,0-1 1,0-1 0,0 0 0,0-1 0,0 0 0,19-3 0,85-20-9746,-47 4-1466</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2.481"/>
    </inkml:context>
    <inkml:brush xml:id="br0">
      <inkml:brushProperty name="width" value="0.035" units="cm"/>
      <inkml:brushProperty name="height" value="0.035" units="cm"/>
    </inkml:brush>
  </inkml:definitions>
  <inkml:trace contextRef="#ctx0" brushRef="#br0">22 317 13821,'-2'0'188,"0"-1"0,1 0 1,-1 0-1,0 1 0,1-1 0,-1 0 0,1-1 0,-1 1 0,1 0 0,0 0 0,-1-1 0,-1-2 0,4 4 48,-1-1-1,0 0 1,1 0-1,-1 1 0,1-1 1,0 0-1,-1 1 0,1-1 1,-1 1-1,1-1 0,0 1 1,-1-1-1,1 1 0,0-1 1,0 1-1,0-1 1,-1 1-1,1 0 0,1-1 1,21-12 5504,-17 11-5381,0-1 0,0 1-1,1 0 1,-1 0-1,1 1 1,-1 0 0,1 0-1,-1 0 1,1 1-1,0 0 1,10 2-1,74 11 1164,-85-12-1451,26 6-50,-1 1 0,0 2 0,-1 1 0,0 1 1,-1 1-1,0 2 0,-2 1 0,50 37 0,-61-41-23,-1 1 0,-1 1 0,0 0 0,-1 0 0,-1 2 0,0-1 0,-1 2 0,0-1 0,-2 2 0,0-1-1,0 1 1,-2 0 0,-1 1 0,0 0 0,5 29 0,-10-27 2,0 0 0,-2-1 0,-4 34 0,4-41 0,-8 34 0,9-65 0,10-37 2,3 0 0,3 1 0,29-70 0,-11 47-22,70-115 1,-87 165-615,2 1 0,0 1 1,2 1-1,0 1 1,2 0-1,0 2 0,28-19 1,-30 25-928,1 2 1,0 0-1,39-15 1,-41 20-695,0 2 1,1 0-1,-1 1 1,40-3-1,-20 7-4913</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3.061"/>
    </inkml:context>
    <inkml:brush xml:id="br0">
      <inkml:brushProperty name="width" value="0.035" units="cm"/>
      <inkml:brushProperty name="height" value="0.035" units="cm"/>
    </inkml:brush>
  </inkml:definitions>
  <inkml:trace contextRef="#ctx0" brushRef="#br0">413 782 8745,'-10'-2'1475,"13"1"-539,8-4 6317,-34 10-4457,5-1-2165,-1 1 0,2 1 0,-1 1 0,1 0 0,0 2 0,0 0 0,-24 17 0,13-5-259,2 0 1,0 2-1,-30 34 1,42-40-256,0 0 1,-21 36-1,31-45-160,-1 1 1,1-1-1,1 1 1,0-1-1,0 1 1,0 0-1,1 0 0,1 0 1,-1 12-1,2-19 30,-1-1 1,1 1-1,0 0 0,1-1 0,-1 1 0,0 0 0,0-1 0,1 1 1,-1 0-1,1-1 0,-1 1 0,1-1 0,0 1 0,0 0 1,0-1-1,0 0 0,0 1 0,2 1 0,-2-2 7,0 0 0,0-1 0,0 1 0,1-1 0,-1 1 0,0-1-1,1 1 1,-1-1 0,0 0 0,1 0 0,-1 0 0,1 0 0,-1 0 0,0 0 0,1 0 0,-1 0-1,1 0 1,0-1 0,9-2 26,-1-1 0,-1 0 0,1 0 0,17-12 0,-10 6 110,14-7 183,-17 10-80,0-1 0,25-8-1,-35 14-182,1 1 0,-1 0 0,1 0 0,-1 1-1,1-1 1,-1 1 0,1 0 0,-1 0 0,1 1 0,-1-1 0,1 1-1,-1 0 1,8 2 0,5 5 65,0-1 0,1-1 0,0-1 0,1 0 0,-1-2-1,1 0 1,0-1 0,37-1 0,-25-4-89,1-2 0,-1-1-1,0-2 1,-1-1 0,0-1 0,0-2-1,-1-1 1,-1-1 0,0-1-1,26-20 1,-32 19-20,0-1-1,-1-1 1,-1-1-1,-1-1 1,0 0 0,-2-2-1,-1 0 1,0-1-1,-2 0 1,0-1-1,-2-1 1,11-28-1,2-25 10,-4-1-1,13-94 1,7-164-95,-38 306 50,-1 14-10,-2 28 5,-1 10 32,-1 23 8,3-1-1,1 1 1,3-1-1,1 0 1,2 0-1,23 68 1,-23-88 2,1-1 1,2 0 0,0-1-1,1 0 1,0-1 0,2 0-1,1-1 1,0 0-1,1-2 1,1 0 0,1 0-1,1-2 1,35 24-1,-34-27-13,0-1-1,0-1 0,1-1 0,1 0 0,-1-2 1,1-1-1,1 0 0,-1-2 0,27 3 0,-35-7 25,0 0 0,0 0 0,0-1 0,0-1 0,-1-1 0,1 1 0,-1-2-1,0 0 1,0-1 0,0 0 0,0-1 0,-1 0 0,0-1 0,0-1 0,-1 0 0,16-14-1,-17 14 70,-4 3 111,0-1 0,0 1 1,0-1-1,-1 0 0,1 0 1,-2-1-1,1 1 1,4-10-1,-9 16-197,0 0 0,0 0-1,0 0 1,0 0 0,0 0 0,0 0-1,0 0 1,0 0 0,0-1 0,0 1 0,0 0-1,0 0 1,0 0 0,0 0 0,-1 0-1,1 0 1,0 0 0,0 0 0,0 0 0,0 0-1,0 0 1,0 0 0,0 0 0,0 0-1,0 0 1,0 0 0,0 0 0,0 0 0,0 0-1,0 0 1,0-1 0,0 1 0,0 0-1,0 0 1,0 0 0,-8 10 6,-10 16-14,11-7-474,0 0-1,0 1 1,2-1-1,1 1 1,0 0 0,1 0-1,2 1 1,0 33 0,2-49-235,-1-1 0,1 1 0,0 0 0,0-1 0,1 1 0,3 8 0,10 10-7836,0-13-3335</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3.171"/>
    </inkml:context>
    <inkml:brush xml:id="br0">
      <inkml:brushProperty name="width" value="0.035" units="cm"/>
      <inkml:brushProperty name="height" value="0.035" units="cm"/>
    </inkml:brush>
  </inkml:definitions>
  <inkml:trace contextRef="#ctx0" brushRef="#br0">16 23 7793,'-16'-23'3864,"26"43"-3884,9 11-592,-7-19-896,1 16-1300,12 24-917</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4.025"/>
    </inkml:context>
    <inkml:brush xml:id="br0">
      <inkml:brushProperty name="width" value="0.035" units="cm"/>
      <inkml:brushProperty name="height" value="0.035" units="cm"/>
    </inkml:brush>
  </inkml:definitions>
  <inkml:trace contextRef="#ctx0" brushRef="#br0">1 1132 10849,'23'-40'4207,"-19"34"-3302,0 1 1,0-1-1,-1 0 0,0 0 0,0 0 0,2-7 1,-2 6-459,0 1 0,0 0 1,1-1-1,0 1 1,0 1-1,1-1 1,-1 1-1,1-1 0,0 1 1,1 1-1,-1-1 1,1 1-1,0 0 0,0 0 1,12-5-1,-2 1 88,1 1-1,0 1 0,1 0 1,-1 1-1,23-3 1,-22 5-448,0 1 1,1 1 0,-1 1-1,1 1 1,-1 0 0,1 1 0,32 9-1,-44-9-66,-1 0-1,0 1 0,1-1 1,-1 1-1,0 1 0,-1-1 1,1 1-1,0 0 0,-1 1 1,8 8-1,-10-9-15,0 0 1,0 0-1,0 1 0,-1-1 0,1 1 1,-1-1-1,0 1 0,-1 0 0,1 0 1,-1 0-1,0 0 0,0 0 0,-1 1 1,0-1-1,0 9 0,-2 5-5,-1 0 0,-10 33 0,0 3 0,12-51 0,0 1 0,0-1 0,0 1 0,0-1 0,1 1 0,0-1 0,0 0 0,0 1 0,1-1 0,-1 1 0,1-1 0,0 1 0,0-1 0,0 0 0,1 1 0,0-1 0,0 0 0,0 0 0,0 0 0,0-1 0,1 1 0,0 0 0,3 2 0,-5-4-24,1-1-1,-1 0 1,1 0 0,-1 1 0,1-1-1,-1 0 1,0 1 0,0 0 0,1-1-1,-1 1 1,0 0 0,-1-1-1,1 1 1,0 0 0,0 0 0,-1 0-1,1 0 1,-1 0 0,0-1 0,1 1-1,-1 0 1,0 0 0,0 0-1,0 0 1,-1 0 0,1 3 0,-1-3-72,-1 6-64,0 0-1,-1-1 1,0 0 0,-1 0-1,1 0 1,-1 0 0,-1 0-1,1-1 1,-1 0-1,-9 9 1,-60 54-1181,-4-8 318,75-58 890,6-4 7,-1 0 108,1 0 1,0 0 0,0 0-1,-1 0 1,1 0 0,-1-1 0,0 1-1,1-1 1,2-2 0,3-2 3,194-128 140,235-145-161,-308 181 207,-123 93-100,-1 0-1,0 0 1,0 0-1,-1-1 1,0 0 0,0 0-1,0 0 1,4-10-1,-1 3 54,-7 11-110,0 0-1,1 0 1,-1 0 0,0 0-1,0 0 1,-1 0 0,1 0 0,0 0-1,-1 0 1,1 0 0,-1 0-1,1 1 1,-1-1 0,0 0-1,0 0 1,0 1 0,0-1-1,0 0 1,0 1 0,0-1 0,-1 1-1,-1-2 1,2 2-6,-1 0 0,0 0 0,0 0 0,0 0 0,0 1 0,0-1 0,0 0-1,0 1 1,0 0 0,0-1 0,0 1 0,0 0 0,0 0 0,0 0 0,0 1 0,0-1 0,0 0 0,0 1 0,0-1 0,0 1 0,0 0 0,0-1-1,-2 2 1,-1 0 1,0 1-1,1-1 0,-1 1 1,0 0-1,1 0 0,0 0 0,0 1 1,-5 4-1,6-5-21,1 0 0,0 0 1,0-1-1,0 1 0,0 0 0,0 1 0,1-1 0,-1 0 1,1 0-1,0 1 0,0-1 0,0 1 0,0-1 0,1 1 1,-1-1-1,1 1 0,0-1 0,0 1 0,0-1 0,1 1 0,-1-1 1,1 1-1,0-1 0,0 1 0,0-1 0,0 1 0,1-1 1,-1 0-1,1 0 0,0 0 0,0 0 0,0 0 0,0 0 1,1-1-1,-1 1 0,1 0 0,-1-1 0,1 0 0,0 0 1,0 0-1,0 0 0,0 0 0,4 1 0,17 7-309,1 0 0,1-2-1,0-1 1,0-1 0,0-1 0,51 2-1,1-2-263,-1-3-1,102-12 0,-136 5 614,-1-2-1,0-1 1,-1-3-1,0-1 1,72-33-1,-100 39 171,-1-1-1,0 0 1,-1-1-1,0 0 1,0-1-1,0 0 0,-1-1 1,-1 0-1,1 0 1,9-15-1,-16 19-113,0 1-1,0 0 1,0-1-1,-1 0 1,1 0 0,-2 0-1,1 0 1,0 0-1,-1 0 1,0 0-1,-1 0 1,1 0-1,-1-1 1,0 1-1,-1 0 1,0 0-1,0 0 1,0-1-1,0 1 1,-1 0 0,0 0-1,-1 1 1,1-1-1,-6-9 1,7 14-73,0 0 0,0 0 0,0 0 0,0-1 0,0 1 0,0 0 0,-1 0 0,1 0 0,0 1 0,0-1 0,-1 0 0,1 0 0,-1 1 0,1-1 0,-1 1 0,1-1 0,-1 1 0,1 0 0,-1-1 0,1 1 0,-1 0 0,1 0 0,-1 0 0,1 0 0,-1 0 0,-2 1 0,-7-1 36,-4 1-16,-1 1-1,1 0 1,0 1 0,-1 0 0,1 1 0,1 1 0,-1 1 0,1 0 0,0 0-1,0 2 1,-19 13 0,13-7-80,0 0 0,1 2 0,1 0-1,0 1 1,1 1 0,-24 33 0,40-49 6,-1 1-1,1-1 1,0 1 0,0-1 0,0 1 0,0-1 0,0 1 0,0 0 0,1 0 0,0-1 0,-1 1-1,1 0 1,0 0 0,0-1 0,0 1 0,1 0 0,-1 0 0,1-1 0,-1 1 0,1 0 0,0-1-1,0 1 1,0-1 0,0 1 0,1-1 0,-1 1 0,1-1 0,2 4 0,-1-3-50,0 0 1,0 1-1,0-1 0,1-1 1,-1 1-1,1-1 1,0 1-1,-1-1 0,1 0 1,0 0-1,0 0 0,0-1 1,1 0-1,-1 1 1,0-2-1,0 1 0,8 0 1,5-2 17,0 0 0,0-2-1,-1 0 1,1-1 0,-1 0 0,0-1 0,0-1 0,-1-1 0,1 0 0,-1-1 0,-1-1 0,0 0-1,0-1 1,-1 0 0,0-1 0,-1-1 0,0 0 0,0-1 0,-2 0 0,0 0 0,9-16 0,-4 4 312,-2 0 1,0-1-1,-2-1 1,0 0-1,-2 0 1,-1-1-1,-2-1 1,0 1-1,-2-1 1,1-45 0,-19-117 1037,0 5 652,5 4 215,10 288-2511,-19 163 0,3-89-790,11-112-1337,-1 12-1863,2-2-3763,2-8-4787</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4.430"/>
    </inkml:context>
    <inkml:brush xml:id="br0">
      <inkml:brushProperty name="width" value="0.035" units="cm"/>
      <inkml:brushProperty name="height" value="0.035" units="cm"/>
    </inkml:brush>
  </inkml:definitions>
  <inkml:trace contextRef="#ctx0" brushRef="#br0">41 1 18094,'-34'9'3274,"27"-7"-310,9 1-280,1 0-2489,-1 0-1,1 0 0,-1 1 0,0-1 0,0 1 1,-1 0-1,1 0 0,-1-1 0,1 1 0,-1 0 0,0 0 1,0 7-1,-3 52 2308,-1-16-1778,2 27-710,4 105 16,-1-154-70,1-1 0,1 1-1,1-1 1,1 0-1,10 24 1,-4-18-1610,2-2-1,18 30 1,-21-41-2064,1-1 1,17 19 0,3 0-9781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4.842"/>
    </inkml:context>
    <inkml:brush xml:id="br0">
      <inkml:brushProperty name="width" value="0.035" units="cm"/>
      <inkml:brushProperty name="height" value="0.035" units="cm"/>
    </inkml:brush>
  </inkml:definitions>
  <inkml:trace contextRef="#ctx0" brushRef="#br0">33 167 13341,'-30'-73'5344,"30"72"-5008,-1-1 0,1 0 0,-1 1 0,1-1 0,0 1 0,0-1 0,-1 0 1,1 1-1,1-1 0,-1 1 0,0-1 0,1-2 0,0 1 9,0-1 1,0 1-1,1-1 1,-1 1-1,1 0 1,0 0-1,0-1 1,1 1-1,-1 0 1,5-4-1,-2 3-65,0 1-1,0 0 1,1 0-1,-1 0 1,1 1-1,-1-1 1,1 1 0,0 1-1,0-1 1,0 1-1,0 0 1,8 0-1,7 0 255,40 3 0,-46 0-517,-1 1 1,0 1 0,1 0 0,-2 0 0,1 1 0,0 1 0,-1 1 0,0 0-1,-1 0 1,0 1 0,0 1 0,0 0 0,-1 1 0,-1 0 0,0 0 0,0 1-1,-1 1 1,0-1 0,-1 2 0,0-1 0,-1 1 0,0 0 0,-1 0 0,-1 1-1,4 14 1,16 137-1931,-9-42 257,-15-120 1534,17-15 26,-11 6 157,-1-1-1,0 0 0,-1-1 0,0 1 1,0-1-1,0 0 0,-1 0 1,-1 0-1,1-1 0,3-14 1,15-29 356,-1 16-188,1 1 0,1 0 0,3 2 0,0 2-1,2 0 1,59-50 0,-73 70-116,0 1-1,0 0 1,1 1-1,1 1 1,-1 0-1,1 1 1,1 1-1,30-8 1,-40 13-75,1-1 0,0 2 0,0-1 0,0 1 0,0 0 0,0 1 0,0 0 0,-1 0 1,1 0-1,0 1 0,-1 1 0,1-1 0,-1 1 0,0 0 0,1 1 0,-2 0 0,1 0 1,0 0-1,-1 1 0,0 0 0,9 9 0,-5-4-73,-1 1-1,0 0 1,-1 1-1,0 0 1,-1 0 0,-1 1-1,1 0 1,-2 0-1,5 14 1,0 13-400,10 72 0,-5-15-246,-11-78-14,1-1 0,1 0 0,1 0-1,0-1 1,16 28 0,-16-34-452,0 0 0,1 0 0,15 14 0,-16-18-399,1 0 1,0 0 0,0-1 0,0-1 0,12 7 0,25 6-8303</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5.072"/>
    </inkml:context>
    <inkml:brush xml:id="br0">
      <inkml:brushProperty name="width" value="0.035" units="cm"/>
      <inkml:brushProperty name="height" value="0.035" units="cm"/>
    </inkml:brush>
  </inkml:definitions>
  <inkml:trace contextRef="#ctx0" brushRef="#br0">43 1 14357,'0'0'2299,"-10"11"1844,7-7-3801,-1 1 0,1 0 1,-1 0-1,1 1 1,1-1-1,-1 1 0,1-1 1,0 1-1,0 0 1,1-1-1,0 1 1,0 0-1,0 0 0,0 0 1,1 0-1,0 0 1,1 0-1,1 11 0,2 4 69,1-1-1,0-1 0,1 1 1,12 24-1,-8-23-229,0 0 0,1-1 1,1 0-1,1-1 0,1-1 0,1 0 0,19 19 0,-22-26-130,0-1-1,1 0 1,0-1-1,0 0 1,1-1-1,0-1 1,1 0-1,0-1 1,0 0 0,0-1-1,19 3 1,-27-7-42,0 0 1,0-1-1,0 0 1,0 0-1,0 0 1,0-1-1,-1 0 1,1 0-1,0-1 1,8-3 0,-13 5-8,1-1 1,-1 0 0,1 0 0,-1-1-1,0 1 1,1 0 0,-1-1 0,0 1 0,0-1-1,0 0 1,0 0 0,0 0 0,-1 0 0,1 0-1,0 0 1,-1 0 0,0-1 0,1 1 0,-1-1-1,0 1 1,0-1 0,0 1 0,-1-1 0,1 1-1,-1-1 1,1 0 0,-1 1 0,0-4 0,-1-6-2,-1-1 1,-1 1 0,0-1-1,0 1 1,-1 0 0,-1 1-1,0-1 1,0 1 0,-2 0-1,1 0 1,-1 0 0,-1 1-1,1 0 1,-17-15 0,-9-6-259,-1 2 0,-67-45-1,72 55-1290,-49-25-1,65 39-347,1 0 0,-1 0 0,-24-5 0,30 11-4659,-11 9-4076</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5.851"/>
    </inkml:context>
    <inkml:brush xml:id="br0">
      <inkml:brushProperty name="width" value="0.035" units="cm"/>
      <inkml:brushProperty name="height" value="0.035" units="cm"/>
    </inkml:brush>
  </inkml:definitions>
  <inkml:trace contextRef="#ctx0" brushRef="#br0">497 1218 14213,'-4'-6'435,"0"1"0,0 0 0,-1-1 0,1 2 0,-1-1 0,0 0 0,0 1 0,-1 0 0,1 0 0,-1 1 0,0 0 0,0 0-1,0 0 1,0 0 0,-1 1 0,1 0 0,-14-2 0,5 2 249,1-1-1,-1 2 1,0 0-1,0 1 0,0 1 1,0 0-1,-22 4 1,23-1-470,1 0 1,-1 1-1,1 1 1,0 0-1,1 0 0,-1 1 1,1 1-1,1 0 1,0 1-1,0 0 0,0 0 1,1 1-1,1 1 1,0 0-1,-14 20 1,17-21-198,0 1 1,0-1-1,1 1 1,0 0 0,1 1-1,1-1 1,-1 1-1,2-1 1,0 1-1,0 0 1,1 0 0,1 0-1,0 0 1,0 0-1,1 0 1,1 0 0,0 0-1,7 21 1,-8-28-52,1-1 1,0 1-1,0-1 1,1 0 0,-1 0-1,1 0 1,0 0-1,0 0 1,0-1-1,0 1 1,1-1-1,0 0 1,-1 0-1,1 0 1,0 0-1,1-1 1,-1 0-1,0 0 1,1 0-1,-1 0 1,1-1-1,-1 1 1,1-1 0,0 0-1,0-1 1,-1 1-1,1-1 1,0 0-1,0 0 1,0-1-1,-1 1 1,1-1-1,5-1 1,2 0-5,-4 0 14,0 1 0,0-2 0,0 1 0,0-1 0,0 0 0,-1 0 0,1-1 0,8-5 0,7-7-19,0 0 1,-1-2-1,0-1 1,-2 0 0,0-2-1,-1 0 1,17-26-1,-16 14 28,-2-1 0,-1-1 0,-2-1 0,-1 0 0,13-59 0,24-192-43,-34 139 86,-6 0-1,-11-200 0,0 336-17,-1 1 0,0-1 0,-1 0-1,-1 0 1,-5-16 0,8 28-9,0-1 0,1 1 0,-1 0-1,0 0 1,0 0 0,-1 0 0,1-1 0,0 1 0,0 0-1,0 0 1,0 0 0,0 0 0,0 0 0,0-1 0,0 1-1,0 0 1,0 0 0,0 0 0,0 0 0,0 0 0,-1-1-1,1 1 1,0 0 0,0 0 0,0 0 0,0 0 0,0 0-1,0 0 1,-1 0 0,1 0 0,0-1 0,0 1 0,0 0-1,0 0 1,0 0 0,-1 0 0,1 0 0,0 0 0,0 0-1,0 0 1,0 0 0,-1 0 0,1 0 0,0 0 0,0 0-1,0 0 1,0 0 0,-1 0 0,1 1 0,0-1 0,0 0-1,0 0 1,0 0 0,0 0 0,-1 0 0,1 0 0,0 0-1,0 0 1,0 0 0,0 1 0,0-1 0,0 0 0,-1 0-1,1 0 1,0 0 0,0 0 0,0 1 0,0-1 0,-7 20 56,-2 31 29,7-12-25,2 0-1,5 48 0,0-20 1,31 279 165,-26-288-211,3-2 0,3 0 0,2 0 1,25 52-1,-36-94-46,0 0 0,1-1 0,0 0 0,1 0 0,1-1 0,0 0 0,0-1 1,1 0-1,1 0 0,16 11 0,-18-16-12,0 0 1,0 0-1,1-1 1,-1-1-1,1 0 1,0 0-1,0-1 1,1 0-1,-1-1 0,0 0 1,1-1-1,0-1 1,-1 1-1,17-3 1,-11-1 15,0 0 0,0-1 1,-1-1-1,1 0 1,-1-1-1,0-1 0,-1 0 1,0-2-1,0 1 0,0-2 1,-1 0-1,-1-1 1,24-24-1,-18 15 10,-1-2-1,-1 0 1,-1-1 0,-1-1 0,-1 0-1,-2-1 1,18-47 0,-28 66 13,12-32 21,17-80-1,-28 107 17,-2 0 0,0 0-1,0-1 1,-1 1 0,0 0 0,-1-1-1,0 1 1,-1 0 0,-1 0-1,1 0 1,-2 0 0,-4-11 0,7 20-18,0 0-1,0 0 1,0 0 0,0 0 0,0 1 0,-1-1-1,1 0 1,-1 1 0,1-1 0,-1 1 0,1-1 0,-1 1-1,0 0 1,0-1 0,0 1 0,0 0 0,0 0 0,0 1-1,0-1 1,0 0 0,0 1 0,0-1 0,0 1-1,0 0 1,-1-1 0,1 1 0,0 0 0,0 1 0,0-1-1,0 0 1,-1 0 0,1 1 0,0-1 0,-3 2 0,-1 1 8,0-1 1,0 1 0,0 0 0,1 1 0,-1-1 0,1 1 0,0 0-1,0 0 1,0 1 0,-6 8 0,-3 5 20,2 1-1,0 0 1,1 0-1,1 2 1,1-1 0,0 1-1,-5 23 1,10-26-24,0 0 0,1 0 1,1 0-1,0 0 0,2 0 0,0 0 1,1 1-1,0-1 0,8 32 0,-7-43-15,1 5 2,0-1 1,0 1-1,1-1 0,0 0 1,1 0-1,1 0 0,0 0 0,0-1 1,1 0-1,8 9 0,-5-9-29,1 0-1,1-1 1,-1 0 0,1-1-1,1-1 1,0 0 0,0 0-1,0-2 1,0 1 0,1-2-1,0 0 1,0 0 0,0-2-1,1 1 1,-1-2-1,1 0 1,-1-1 0,23-2-1,-13 0 0,-1-2-1,0 0 0,1-1 0,-2-2 0,1 0 1,-1-2-1,0 0 0,-1-1 0,0-2 0,32-22 0,-21 8 0,-2-2-1,-1 0 1,-1-2-1,-2-1 1,-1-2-1,-1 0 1,-2-1-1,-1-1 1,24-59-1,6-34-2,51-194-1,-86 266 52,15-63 208,7-28 580,-36 144 175,-4 10-464,-91 508-209,90-480-1102,2-1-1,0 1 1,6 37-1,-2-49-692,0-1 1,2 1-1,1-1 0,0 0 0,17 35 1,4-13-5214,7-1-4159</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5.992"/>
    </inkml:context>
    <inkml:brush xml:id="br0">
      <inkml:brushProperty name="width" value="0.035" units="cm"/>
      <inkml:brushProperty name="height" value="0.035" units="cm"/>
    </inkml:brush>
  </inkml:definitions>
  <inkml:trace contextRef="#ctx0" brushRef="#br0">114 92 12197,'-35'-25'2648,"26"7"253,-1 4-281,-6 6-308,-3-4 3633,7 4-5545,-1 2-588</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3.944"/>
    </inkml:context>
    <inkml:brush xml:id="br0">
      <inkml:brushProperty name="width" value="0.035" units="cm"/>
      <inkml:brushProperty name="height" value="0.035" units="cm"/>
    </inkml:brush>
  </inkml:definitions>
  <inkml:trace contextRef="#ctx0" brushRef="#br0">844 12 7345,'-37'5'1750,"35"-5"-1630,1 1 0,-1-1 1,1 0-1,-1 0 0,1 0 1,-1 0-1,1 0 0,-1 0 1,1-1-1,-1 1 0,1 0 1,0-1-1,-1 1 0,1-1 0,-1 1 1,1-1-1,0 0 0,-2-1 1,-4-1 272,-4 0 101,-1 1 1,0 1 0,1 0-1,-1 1 1,0 0-1,-23 4 1,6-2-119,6 1-117,0 2-1,0 0 1,-25 10-1,22-7-82,-9-2 281,33-7-396,-1 1 0,1 0 0,-1-1 1,1 1-1,-1-1 0,1 0 0,0 0 0,-1 0 1,-3-2-1,2 2 44,2 0 291,-1-1-216,1 1-136,0-1 1,0 1 0,0 0-1,0 0 1,0 0 0,0 0-1,0 0 1,-1 0-1,1 0 1,0 1 0,-1-1-1,1 1 1,0 0 0,-1-1-1,1 1 1,0 0-1,-5 1 1,4 0 1,1 0 0,0 0 0,-1 0 0,1 1-1,0-1 1,0 0 0,0 1 0,0 0 0,0-1 0,0 1 0,1 0 0,-1 0-1,0 0 1,1 0 0,0 0 0,-1 0 0,1 1 0,0-1 0,-1 3 0,-32 92 788,-87 380 689,26 8-1112,63-330-346,-24 168 82,55-303-75,0-1 1,0 1 0,2 0-1,1 0 1,0 0 0,2-1-1,0 1 1,11 31 0,-12-42-30,1-1 0,0 1 0,0-1 0,1 0 1,0 0-1,1 0 0,-1 0 0,2-1 1,-1 0-1,1-1 0,0 1 0,0-1 0,0 0 1,1-1-1,0 0 0,0 0 0,1-1 1,-1 0-1,1 0 0,10 2 0,-4-3 153,0 0 0,0-1 0,0 0 0,0-1 0,0-1 0,0-1 0,0 0 0,24-5 0,4-4 291,66-26 0,-15 4-1132,-72 25-103,37-11-4720,-51 17-3594,18-2 397</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6.829"/>
    </inkml:context>
    <inkml:brush xml:id="br0">
      <inkml:brushProperty name="width" value="0.035" units="cm"/>
      <inkml:brushProperty name="height" value="0.035" units="cm"/>
    </inkml:brush>
  </inkml:definitions>
  <inkml:trace contextRef="#ctx0" brushRef="#br0">1 74 11405,'1'-6'724,"0"0"0,1 0 0,0 1 0,0-1 0,0 0-1,0 1 1,1-1 0,0 1 0,0 0 0,1-1 0,6-6 4956,1 14-4334,-10-2-1264,0 0 0,0 0 0,0 0 1,0 0-1,0 0 0,0 0 0,0 0 0,0 0 0,0 1 1,0-1-1,0 0 0,0 1 0,0-1 0,0 1 0,0-1 1,0 1-1,0-1 0,-1 1 0,3 1 0,-3 0-41,-1 4 140,1-1 0,1 1 0,-1-1 0,1 1 0,0 0 0,0-1 0,0 0 0,3 6 0,-3-9-145,-1 0 0,0-1-1,1 1 1,-1 0 0,0 0-1,0 0 1,0-1-1,0 1 1,0 0 0,0 0-1,-1-1 1,0 3 0,-1 15 220,2 6-120,1-7-63,-1 0 0,-1 0-1,-3 19 1,-4 6-53,2 0 0,2 1 0,2 0-1,1 0 1,3-1 0,1 1 0,11 45 0,-13-81-35,2 0 0,-1 0 1,1-1-1,0 1 0,1-1 1,-1 1-1,2-1 0,-1 0 1,8 8-1,-10-12 10,0-1 0,1 0 0,-1 0 0,1 0 0,-1 0 0,1-1 0,0 1 0,-1-1 0,1 0 0,0 1 0,0-1 0,0 0 0,0-1 0,0 1 0,1 0 0,-1-1 0,0 0 0,0 0 0,0 0 0,0 0 0,0 0 0,1-1 0,-1 1 0,0-1 0,0 0 0,4-1 0,14-8-6,-1 0 0,0-1 0,0-2 0,-2 0 0,1 0 0,-1-2 0,17-18 0,38-29-50,-71 60 59,1 0-1,-1 0 0,1 0 1,0 0-1,-1 0 0,1 1 1,0-1-1,0 1 0,0 0 1,0 0-1,1 0 1,-1 0-1,0 0 0,0 1 1,0 0-1,1-1 0,-1 1 1,0 0-1,0 1 0,1-1 1,-1 0-1,0 1 1,0 0-1,5 1 0,-4 1 1,0 0-1,0 0 1,0 0-1,-1 0 0,0 1 1,1 0-1,-1-1 1,0 1-1,0 0 1,-1 1-1,0-1 1,1 0-1,-1 1 1,-1-1-1,3 7 0,10 33-3,-9-26 8,1 0-1,0 0 1,2 0-1,0-1 1,0 0-1,2-1 1,14 20-1,-20-32-1,-1-1-1,1-1 0,0 1 0,0 0 1,0-1-1,0 0 0,0 0 1,0 0-1,1-1 0,-1 1 0,1-1 1,-1 0-1,1 0 0,-1-1 0,1 1 1,0-1-1,-1 0 0,1 0 0,0-1 1,-1 1-1,8-3 0,-6 2 2,-1 0 0,0 0 1,1-1-1,-1 0 0,0 0 0,0 0 0,0-1 0,0 0 0,0 0 0,-1 0 0,1 0 0,-1-1 1,0 0-1,0 0 0,0 0 0,-1 0 0,1-1 0,2-5 0,-2 2 2,-1 0 0,-1-1-1,1 0 1,-1 1 0,-1-1 0,0 0 0,0 0-1,-1 0 1,0 0 0,0 1 0,-1-1 0,0 0-1,-1 0 1,0 0 0,-3-9 0,-5-9-16,0 0 1,-2 2 0,-21-37-1,-1 16 12,28 40-289,0 0 1,1-1-1,0 0 0,0 0 0,1-1 0,0 1 1,-6-16-1,8 17-509,0 1 1,-1 0-1,1 0 0,-1 1 1,0-1-1,-6-6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7.264"/>
    </inkml:context>
    <inkml:brush xml:id="br0">
      <inkml:brushProperty name="width" value="0.035" units="cm"/>
      <inkml:brushProperty name="height" value="0.035" units="cm"/>
    </inkml:brush>
  </inkml:definitions>
  <inkml:trace contextRef="#ctx0" brushRef="#br0">31 71 10333,'0'0'6082,"-9"11"-3273,5-3-2424,1 0 0,0 0 0,0 0 0,1 0 0,0 0-1,0 1 1,1-1 0,0 1 0,0-1 0,1 1 0,0-1-1,3 15 1,-3 24 214,-2-26-422,1-1 0,1 1 0,1 0 0,1-1 0,1 1 1,5 23-1,-7-41 25,2-4-46,6-5-1,-1 0 1,0 0-1,0-1 1,13-14-1,24-20 307,-41 39-449,0 0 0,1 0 1,-1 0-1,0 0 1,1 1-1,-1 0 1,0 0-1,1 0 1,-1 1-1,1-1 0,0 1 1,-1 0-1,1 1 1,-1-1-1,1 1 1,-1 0-1,8 2 1,7 3 8,1 1 1,28 14 0,-41-18-22,21 10-110,-1-1 0,1-2 1,56 13-1,-69-21 80,0 1 0,0-2 1,1 0-1,-1-1 0,0-1 0,0 0 0,0-1 1,0-1-1,24-7 0,-36 9 48,1 0 0,-1 0 0,0 0 0,0 0 0,0-1 0,0 1 0,0-1 0,-1 0 0,1 0 1,-1 0-1,1 0 0,-1 0 0,1-1 0,-1 1 0,0-1 0,0 1 0,0-1 0,-1 0 0,1 0 0,-1 0 0,1 0 0,-1 0 0,0 0 0,0 0 0,1-5 0,-2 2 33,0 0 0,-1 1 0,1-1 1,-1 0-1,0 1 0,0-1 0,-1 1 0,0-1 0,0 1 0,0 0 0,-1 0 1,1 0-1,-1 0 0,-4-5 0,-7-10-11,-4-5 59,2-1-1,-15-30 1,28 49-582,0 0 0,0 0-1,1 0 1,0 0 0,0 0 0,0 0-1,1-1 1,0 1 0,1 0 0,-1-1 0,2 1-1,-1-1 1,1 1 0,1-8 0,4-4-3307</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8.076"/>
    </inkml:context>
    <inkml:brush xml:id="br0">
      <inkml:brushProperty name="width" value="0.035" units="cm"/>
      <inkml:brushProperty name="height" value="0.035" units="cm"/>
    </inkml:brush>
  </inkml:definitions>
  <inkml:trace contextRef="#ctx0" brushRef="#br0">1 220 13141,'5'-6'448,"-2"3"-146,0 0 1,-1 0-1,0 0 0,1 0 0,-1 0 0,0 0 0,-1-1 1,1 1-1,-1-1 0,1 1 0,-1-1 0,0 0 0,1-6 1,-2 9-90,0 0 1,0 0 0,0 0-1,0 0 1,0 0 0,1 0-1,-1 0 1,0 1 0,1-1-1,-1 0 1,0 0 0,1 0-1,-1 0 1,1 0 0,0 0-1,-1 1 1,1-1 0,0 0-1,-1 1 1,1-1 0,0 0-1,0 1 1,0-1 0,-1 1-1,1-1 1,0 1 0,0-1-1,0 1 1,0 0 0,0 0-1,0-1 1,0 1 0,0 0-1,0 0 1,0 0 0,0 0-1,0 0 1,1 0 0,2 0-12,-1 1 0,1-1 0,0 0 0,-1 1 0,1 0 1,-1 0-1,1 0 0,3 2 0,-2 2-41,0-1-1,0 1 1,0 0 0,-1 1 0,0-1-1,0 1 1,0 0 0,0 0 0,-1 0-1,0 1 1,4 11 0,-2-5 119,13 35 232,-2 1 0,19 101-1,-24-95-160,2 0-1,24 65 0,-26-90-350,-3-9 0,17 35 0,-22-51 0,-1 0 0,1-1 0,0 0 0,0 0 0,1 0 0,-1 0 0,1 0 0,0 0 0,0-1 0,0 0 0,0 0 0,0 0 0,6 3 0,-6-6 0,-1 1 0,0 0 0,0-1 0,1 1 0,-1-1 0,0 0 0,1 0 0,-1 0 0,0-1 0,1 1 0,-1-1 0,0 0 0,0 0 0,1 0 0,-1 0 0,0-1 0,0 1 0,0-1 0,-1 0 0,1 1 0,3-4 0,6-5 0,0 0 0,-1 0 0,14-17 0,-5 1 0,-1 0 0,-1 0 0,-1-2 0,15-35 0,45-124 0,-60 141 0,7-17-292,35-86-1951,-47 124 1517,1 0 0,1 0 0,27-35 1,-8 28-3709,-9 16-2709,-6 8-5625</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8.369"/>
    </inkml:context>
    <inkml:brush xml:id="br0">
      <inkml:brushProperty name="width" value="0.035" units="cm"/>
      <inkml:brushProperty name="height" value="0.035" units="cm"/>
    </inkml:brush>
  </inkml:definitions>
  <inkml:trace contextRef="#ctx0" brushRef="#br0">382 57 12545,'-27'-41'2755,"14"30"1599,-5 7-2767,15 4-773,0-1-595,0 2 1,1-1-1,-1 0 1,0 0-1,1 1 0,-1-1 1,0 1-1,1 0 1,-1 0-1,1 0 1,-1 0-1,1 1 1,-1-1-1,1 1 1,-3 1-1,2-1 91,-10 7 20,0 1 0,0 1 0,1 0 0,1 0 1,0 1-1,-11 14 0,-54 88 557,24-33-666,40-63-199,0 1 0,-13 26 0,24-41 16,4-5-8,19-10 226,-1-1 0,29-20 0,-42 27-133,1-1 0,-1 1 1,0 0-1,1 1 0,0 0 1,0 1-1,1-1 0,-1 2 1,1-1-1,-1 1 0,1 1 1,0 0-1,12 0 0,-13 2-162,-1-1 0,0 2-1,0-1 1,0 1-1,0 0 1,0 1-1,-1 0 1,1 0-1,-1 1 1,0 0-1,0 0 1,0 1 0,0 0-1,-1 0 1,10 10-1,14 13-3994,49 37-1,-76-62 3052,1-1 0,0 1-1,0-1 1,0 0-1,1 0 1,4 1-1,7 4-2239,29 14-6909</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8.667"/>
    </inkml:context>
    <inkml:brush xml:id="br0">
      <inkml:brushProperty name="width" value="0.035" units="cm"/>
      <inkml:brushProperty name="height" value="0.035" units="cm"/>
    </inkml:brush>
  </inkml:definitions>
  <inkml:trace contextRef="#ctx0" brushRef="#br0">6 86 11313,'-6'8'3994,"10"-26"-304,-3 11-3157,-1 7-508,0 0 0,0 0 0,0-1 0,0 1 0,0 0 0,1 0 0,-1 0-1,0 0 1,0 0 0,0 0 0,0 0 0,0-1 0,0 1 0,0 0-1,0 0 1,0 0 0,0 0 0,0 0 0,0 0 0,0 0 0,0 0-1,0 0 1,1-1 0,-1 1 0,0 0 0,0 0 0,0 0 0,0 0 0,0 0-1,0 0 1,0 0 0,0 0 0,1 0 0,-1 0 0,0 0 0,0 0-1,0 0 1,0 0 0,0 0 0,0 0 0,1 0 0,-1 0 0,0 0-1,0 0 1,0 0 0,0 0 0,0 0 0,0 0 0,0 0 0,0 0 0,1 0-1,-1 0 1,0 0 0,0 1 0,0-1 0,0 0 0,0 0 0,6 1 192,0 1 0,-1-1 1,1 1-1,0 0 1,-1 1-1,0-1 1,0 1-1,1 0 0,-2 1 1,1-1-1,0 1 1,-1 0-1,0 0 1,1 0-1,-2 1 0,1-1 1,0 1-1,4 9 1,0 0-153,-1 0-1,0 1 1,-1-1 0,-1 1 0,0 1 0,-1-1 0,-1 1 0,-1 0 0,0-1 0,0 1-1,-3 30 1,-9 68-1051,10-113 973,0 1 1,0-1-1,-1 0 1,1 1-1,0-1 1,-1 1-1,1-1 1,-1 0-1,0 1 1,1-1 0,-1 0-1,0 0 1,0 1-1,-1 0 1,-2-3 73,3-10 41,5-30 642,15-99 1068,-16 124-1681,1 0 0,1 0 0,1 0 0,0 1 0,1 0 0,14-22 0,-14 27-187,1 1 1,0-1-1,1 1 0,0 1 1,0 0-1,1 0 1,0 1-1,0 0 1,12-6-1,7-1-1593,1 0-1,40-11 1,-23 13-2174,-18 7-1778,-7 4-4832</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8.868"/>
    </inkml:context>
    <inkml:brush xml:id="br0">
      <inkml:brushProperty name="width" value="0.035" units="cm"/>
      <inkml:brushProperty name="height" value="0.035" units="cm"/>
    </inkml:brush>
  </inkml:definitions>
  <inkml:trace contextRef="#ctx0" brushRef="#br0">115 9 9281,'2'-9'11061,"-12"14"-7506,-12 16-1205,9 6-983,1 1-1,1-1 0,-12 56 1,16-49-3524,-3 49 0,6-58-455,3-19 820,-1-1 0,2 1 0,-1 0 0,1 0 0,0 12 0,3 2-9259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9.023"/>
    </inkml:context>
    <inkml:brush xml:id="br0">
      <inkml:brushProperty name="width" value="0.035" units="cm"/>
      <inkml:brushProperty name="height" value="0.035" units="cm"/>
    </inkml:brush>
  </inkml:definitions>
  <inkml:trace contextRef="#ctx0" brushRef="#br0">1 1 11497,'22'6'4528,"0"-6"-6336,-3 0-2284,-6 14-3049</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9.322"/>
    </inkml:context>
    <inkml:brush xml:id="br0">
      <inkml:brushProperty name="width" value="0.035" units="cm"/>
      <inkml:brushProperty name="height" value="0.035" units="cm"/>
    </inkml:brush>
  </inkml:definitions>
  <inkml:trace contextRef="#ctx0" brushRef="#br0">273 23 9865,'-7'-8'869,"-1"0"577,1 1 7425,-64 68-4239,50-44-4364,0 0 1,-25 28-1,-44 79 251,88-122-390,18-13 478,0-5 354,0 0 0,23-29 0,-26 29-475,-11 14-122,5 10-1233,-1 0 1,0 1-1,0 0 1,-1 0 0,0 0-1,6 16 1,-10-23 95,-1 1 0,1 0-1,-1 0 1,1 0 0,-1 0 0,0 0-1,0 0 1,0 0 0,-1-1 0,0 6-1,-1 9-3562,8 5-5235</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9.634"/>
    </inkml:context>
    <inkml:brush xml:id="br0">
      <inkml:brushProperty name="width" value="0.035" units="cm"/>
      <inkml:brushProperty name="height" value="0.035" units="cm"/>
    </inkml:brush>
  </inkml:definitions>
  <inkml:trace contextRef="#ctx0" brushRef="#br0">1 11 10341,'16'3'2407,"-13"-3"1533,4-9-1151,-6 9-2727,-1-1 0,0 1 1,1 0-1,-1-1 0,0 1 0,1 0 0,-1-1 1,0 1-1,1 0 0,-1 0 0,1-1 0,-1 1 0,1 0 1,-1 0-1,1 0 0,-1 0 0,1 0 0,-1 0 1,1 0-1,-1-1 0,0 1 0,1 0 0,-1 1 0,1-1 1,-1 0-1,1 0 0,-1 0 0,1 0 0,-1 0 1,1 0-1,-1 1 0,1-1 0,-1 0 0,0 0 0,1 1 1,-1-1-1,1 1 0,14 21 1001,-12-13-861,0 0 0,0 0 0,0 0 0,0 12 1,-2-4 50,-1 1 0,-1 0 0,-5 23 0,6-38 1662,6-23-1135,-4 12-625,1 0 1,-1 0-1,2 0 0,-1 1 0,1-1 1,0 1-1,1 0 0,0 0 0,0 1 0,11-12 1,-3 5 139,27-24 323,-38 37-599,0 0 0,0 0 0,0 0 0,0 0 0,0 0 0,0 0 0,0 0 0,0 1 0,0-1 0,0 1 0,0-1 0,0 1 0,0 0 0,0 0 0,0 0 0,0 0 0,2 1-1,1 5-178,-1 1-1,1-1 0,-1 0 0,-1 1 1,1 0-1,1 8 0,3 4-762,7 18-1998,-4-9-1208,0-10-4133,-2-10-1977</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0.022"/>
    </inkml:context>
    <inkml:brush xml:id="br0">
      <inkml:brushProperty name="width" value="0.035" units="cm"/>
      <inkml:brushProperty name="height" value="0.035" units="cm"/>
    </inkml:brush>
  </inkml:definitions>
  <inkml:trace contextRef="#ctx0" brushRef="#br0">113 3 8449,'15'-2'7555,"-27"23"-240,5-11-8338,-20 33 2952,-24 41-240,44-71-1443,2-1 0,-8 25 0,12-32-200,-1 1-1,1-1 1,0 1-1,1-1 1,-1 1-1,1-1 1,0 1-1,1-1 1,-1 1-1,3 7 0,-2-10-86,1-1-1,-1 1 1,1 0-1,0 0 1,0-1-1,0 1 1,0-1-1,1 1 1,-1-1-1,1 0 1,-1 0-1,1 0 0,0-1 1,0 1-1,0 0 1,0-1-1,0 0 1,0 0-1,0 0 1,0 0-1,0 0 1,0-1-1,1 1 1,-1-1-1,6 0 0,1 0-159,1 1 0,-1-2 0,0 0 0,1 0 0,-1-1 0,0 0 0,11-4 0,-16 4 161,0 0-1,-1 0 1,1 0 0,-1 0-1,1-1 1,-1 0-1,0 0 1,0 0-1,0-1 1,-1 1 0,1-1-1,-1 0 1,0 0-1,0 0 1,0 0 0,-1 0-1,1-1 1,-1 1-1,0-1 1,2-7-1,-4 11 82,-1-1-1,0 1 0,1-1 0,-1 1 0,0-1 1,0 1-1,1-1 0,-1 1 0,-1-1 0,1 1 1,0 0-1,0 0 0,0 0 0,0 0 0,-1 0 1,1 0-1,-1 0 0,1 0 0,-1 0 0,-1 0 1,-26 13 298,28-12-333,1 0 0,0 0 0,0 0 0,0 0 0,-1 0 0,1 0 1,0 0-1,0 0 0,0 0 0,0 0 0,-1 1 0,1-1 0,0 0 0,0 0 0,0 0 0,0 0 0,0 0 0,0 1 1,0-1-1,-1 0 0,1 0 0,0 0 0,0 1 0,0-1 0,0 0 0,0 0 0,0 0 0,0 0 0,0 1 1,0-1-1,0 0 0,0 0 0,0 0 0,0 1 0,0-1 0,0 0 0,0 0 0,0 1 0,0 11-30,1 0 0,0 0 0,1 0 0,5 22-1,-5-28-175,0-1 0,0 0-1,0 0 1,1 0 0,0 0 0,-1 0-1,2-1 1,-1 1 0,1-1 0,-1 0-1,1 0 1,0 0 0,8 5-1,-7-6-491,0 1 0,1-1-1,-1 0 1,1 0-1,0-1 1,11 4 0,21-5-5994,-15-6-909</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0.869"/>
    </inkml:context>
    <inkml:brush xml:id="br0">
      <inkml:brushProperty name="width" value="0.035" units="cm"/>
      <inkml:brushProperty name="height" value="0.035" units="cm"/>
    </inkml:brush>
  </inkml:definitions>
  <inkml:trace contextRef="#ctx0" brushRef="#br0">680 46 6277,'-9'-1'571,"8"0"-410,-1 0 1,1 1-1,-1 0 1,0-1-1,1 1 1,-1 0-1,1 0 1,-1 0-1,0 0 1,1 0-1,-1 0 1,0 0-1,1 1 1,-1-1-1,1 1 1,-1-1-1,0 1 1,1-1-1,-5 4 3275,7-4-3317,0 0-1,-1 0 1,1 0 0,-1 0-1,1-1 1,0 1 0,-1 0-1,1 0 1,-1-1 0,1 1 0,-1 0-1,1-1 1,-1 1 0,1 0-1,-1-1 1,1 1 0,-1-1-1,1 1 1,0-2 0,-1 1-8,1 0 1,0 1 0,0-1-1,0 0 1,0 0 0,-1 0 0,1 1-1,0-1 1,0 1 0,1-1-1,-1 0 1,0 1 0,0 0-1,0-1 1,0 1 0,2-1-1,55-8 1602,-30 4-760,56-3 0,-46 0-602,-34 7-174,15 4-81,-16-3-84,0 1 0,1 0 0,-1 0 0,0 0 0,0 1 0,1-1 0,-1 1 0,0 0 0,-1-1 1,1 1-1,0 1 0,0-1 0,-1 0 0,1 1 0,-1-1 0,0 1 0,0 0 0,0-1 0,0 1 0,0 0 1,-1 0-1,1 0 0,-1 1 0,0-1 0,0 0 0,0 1 0,1 4 0,1 8 16,0 1 0,-1-1 0,-1 0 0,-1 29 0,-4-4 147,-2-1 0,-17 63-1,3-19 172,-23 77 163,6-28-136,-52 156-103,19-121-259,41-106 4,-35 116 1,61-164-17,1 0 0,0 0 0,2-1 1,-1 1-1,2 0 0,0 0 0,1 0 0,0 0 1,5 16-1,-3-13 252,-1 0 1,-1 0 0,0 1-1,-1 24 1,-2-36-99,0-1 0,0 1 0,0-1-1,-1 0 1,0 0 0,0 0 0,0 0 0,-1 0 0,0 0 0,0 0 0,0-1-1,-5 5 1,-6 8 581,-31 24 0,13-11-68,18-16-507,11-9-131,-1-1 0,0 0 0,0 1 0,-1-1 0,0-1 0,1 1-1,-1-1 1,0 0 0,0 0 0,-1 0 0,1-1 0,-1 1 0,1-1-1,-1-1 1,0 1 0,0-1 0,1 0 0,-12 0 0,-20 0-1279,1-1 0,-1-3-1,-61-11 1,55 0-1592,-15-3-5035,7 10-3881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3.203"/>
    </inkml:context>
    <inkml:brush xml:id="br0">
      <inkml:brushProperty name="width" value="0.035" units="cm"/>
      <inkml:brushProperty name="height" value="0.035" units="cm"/>
    </inkml:brush>
  </inkml:definitions>
  <inkml:trace contextRef="#ctx0" brushRef="#br0">1 280 7581,'-1'-5'8920,"11"3"-5702,25 4-4434,-18 0 2055,480-14 168,-3-33-1192,-431 39 198,873-108-14,-464 52 378,-262 39 560,418 8 0,-402 37-177,-169-16-700,-21-5-29,-33-1-29,-6 0-1613,-43-3-3372,11-2-1297,5 1-1142</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8.309"/>
    </inkml:context>
    <inkml:brush xml:id="br0">
      <inkml:brushProperty name="width" value="0.035" units="cm"/>
      <inkml:brushProperty name="height" value="0.035" units="cm"/>
    </inkml:brush>
  </inkml:definitions>
  <inkml:trace contextRef="#ctx0" brushRef="#br0">0 19 6401,'500'-15'1574,"820"12"911,-655 7-1265,-191 10 1514,-464-14-2596,12 3 577,-24 2-360,-14 4-130,-56 10 672,70-18-771,2 0-117,-1 0 1,1-1 0,0 1-1,-1 0 1,1-1 0,-1 1-1,1-1 1,-1 1 0,1-1-1,-1 1 1,1-1 0,-1 1-1,1-1 1,-1 0 0,0 1-1,1-1 1,-1 0 0,0 1-1,1-1 1,-1 0 0,0 0 0,1 1-1,-1-1 1,-1 0 0,-5 3 192,20 3-73,2-2-45,1-2 1,-1 0-1,1-1 0,0-1 1,25-2-1,-2 1 40,-36 1-111,17 3-364,-20-3 336,1 0-1,-1-1 1,1 1 0,-1 0-1,1 0 1,-1 0 0,1 0-1,-1 0 1,1 0 0,-1 0-1,1 0 1,-1 0-1,1 1 1,-1-1 0,1 0-1,-1 0 1,1 0 0,-1 0-1,1 1 1,-1-1 0,1 0-1,-1 0 1,0 1 0,1-1-1,-1 0 1,0 1 0,1-1-1,-1 1 1,0-1 0,1 0-1,-1 1 1,0-1 0,0 1-1,1-1 1,-1 1 0,0-1-1,0 1 1,-21 19-759,-35 16 114,54-34 501,-15 3 178,7 0-1130,2-4-2730,5-15-3801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9.167"/>
    </inkml:context>
    <inkml:brush xml:id="br0">
      <inkml:brushProperty name="width" value="0.035" units="cm"/>
      <inkml:brushProperty name="height" value="0.035" units="cm"/>
    </inkml:brush>
  </inkml:definitions>
  <inkml:trace contextRef="#ctx0" brushRef="#br0">0 961 6653,'3'-2'428,"0"1"0,0-1-1,0 1 1,0 0 0,0 0 0,0 0 0,6-1 0,10 7-276,1 0-1,0-2 1,1 0-1,-1-2 1,0 0-1,1-1 1,-1-1-1,1-1 0,-1-1 1,21-5-1,41-18-52,-2-3 0,139-71 0,141-106-523,-344 196 388,428-281-2558,-240 154 135,33-17-1083</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9.419"/>
    </inkml:context>
    <inkml:brush xml:id="br0">
      <inkml:brushProperty name="width" value="0.035" units="cm"/>
      <inkml:brushProperty name="height" value="0.035" units="cm"/>
    </inkml:brush>
  </inkml:definitions>
  <inkml:trace contextRef="#ctx0" brushRef="#br0">41 1186 5965,'-41'0'6816,"47"-31"-6024,20-29-132,15 3-116,16-15-116,23-19-104,21-12-84,26-17-528,29-6-448,18 0-408,17-8-852,6 0-1420,3 2-1789</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9.639"/>
    </inkml:context>
    <inkml:brush xml:id="br0">
      <inkml:brushProperty name="width" value="0.035" units="cm"/>
      <inkml:brushProperty name="height" value="0.035" units="cm"/>
    </inkml:brush>
  </inkml:definitions>
  <inkml:trace contextRef="#ctx0" brushRef="#br0">16 1009 9245,'-15'23'2668,"24"-49"-1712,16-17-304,7 3 36,22-11-132,22-15-132,23-17-96,25-14-120,19-15-468,28-10-400,16-4-548,13-6-2724,10-2-2749</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8.375"/>
    </inkml:context>
    <inkml:brush xml:id="br0">
      <inkml:brushProperty name="width" value="0.035" units="cm"/>
      <inkml:brushProperty name="height" value="0.035" units="cm"/>
    </inkml:brush>
  </inkml:definitions>
  <inkml:trace contextRef="#ctx0" brushRef="#br0">111 275 7249,'-1'2'193,"-1"0"0,1 0 0,0 0 0,-1 0 0,0 0 0,1 0 0,-1 0 0,0 0 0,0-1 1,0 1-1,0-1 0,0 1 0,0-1 0,-1 0 0,1 0 0,0 0 0,-1 0 0,1 0 0,-1-1 0,1 1 0,-1-1 1,1 0-1,-1 1 0,1-1 0,-1 0 0,-3-1 0,-29 5 4132,20-3-1742,37-11-876,-18 8-1748,54-20 1323,0 3-1,76-15 1,127-11 186,-214 38-1233,1254-134 2323,-1053 120-2243,-65 12-29,-199 18-187,-27 5-679,-80 15 1,67-17-396,8 0-441,-44 8-1280,30-11-8093,45-9 966</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4.111"/>
    </inkml:context>
    <inkml:brush xml:id="br0">
      <inkml:brushProperty name="width" value="0.035" units="cm"/>
      <inkml:brushProperty name="height" value="0.035" units="cm"/>
    </inkml:brush>
  </inkml:definitions>
  <inkml:trace contextRef="#ctx0" brushRef="#br0">173 342 11993,'-14'3'1001,"0"0"-1,0-1 1,0-1-1,0 0 1,-24-2-1,-11 0 3373,33 2-1771,38 5-283,7-4-1825,0-1 1,-1-1 0,1-1-1,41-7 1,-16 2-154,576-82 1239,-248 31-1191,916-117 12,-1232 164-484,-32 4-88,0 1-1,0 2 1,0 2 0,68 5-1,-99-4-414,-5 3-317,-3 4 597,-1 0-1,0-1 0,0 0 0,0-1 0,-1 1 0,1-1 0,-1-1 0,-1 1 0,1-1 0,-1 0 0,1-1 0,-1 0 0,0 0 1,0 0-1,0-1 0,-9 1 0,-64 8-3919,7-9-4004,51-2-1158</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4.376"/>
    </inkml:context>
    <inkml:brush xml:id="br0">
      <inkml:brushProperty name="width" value="0.035" units="cm"/>
      <inkml:brushProperty name="height" value="0.035" units="cm"/>
    </inkml:brush>
  </inkml:definitions>
  <inkml:trace contextRef="#ctx0" brushRef="#br0">464 29 11597,'-34'-5'2210,"33"5"-2021,-1 0 0,1-1 0,0 1 0,0 0 0,0-1 1,-1 1-1,1-1 0,0 1 0,0-1 0,0 0 0,0 1 1,0-1-1,0 0 0,0 0 0,0 0 0,0 0 0,1 0 1,-1 0-1,-1-2 0,1 3-42,1-1 0,0 1-1,-1-1 1,1 0 0,0 1 0,-1-1 0,1 1 0,-1-1-1,1 1 1,-1-1 0,1 1 0,-1 0 0,1-1 0,-1 1-1,0 0 1,1-1 0,-1 1 0,1 0 0,-1 0 0,0 0-1,1-1 1,-1 1 0,0 0 0,3 20 3125,0-13-3031,0-1 1,1 1 0,0-1 0,1 0-1,0 0 1,-1-1 0,2 1 0,-1-1-1,1 1 1,6 5 0,64 51 1000,-41-36-710,179 161 1421,-170-145-1605,-3 2-1,62 87 1,-86-106-271,0 1 1,-2 1-1,-2 1 0,0 0 1,-2 0-1,-1 1 0,-1 0 0,7 55 1,-11-43-60,-2-1 0,-2 0-1,-2 0 1,-1 1 0,-2-1 0,-12 41 0,-1-15-373,-3-1-1,-4-1 1,-2-1-1,-2-1 1,-4-1 0,-2-2-1,-67 87 1,61-97-464,-1-2 0,-3-2 0,-1-2 0,-69 49 0,-50 18-3285,-8-11-3703,50-34-2996</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4.618"/>
    </inkml:context>
    <inkml:brush xml:id="br0">
      <inkml:brushProperty name="width" value="0.035" units="cm"/>
      <inkml:brushProperty name="height" value="0.035" units="cm"/>
    </inkml:brush>
  </inkml:definitions>
  <inkml:trace contextRef="#ctx0" brushRef="#br0">480 648 5593,'10'-9'630,"0"0"1,-1-1-1,-1 0 1,0-1-1,12-20 1,-19 29-449,-1-1 1,1 1 0,-1-1 0,0 1 0,0-1 0,0 0 0,-1 1 0,1-1 0,-1 1 0,1-1-1,-1 1 1,0-1 0,-1-3 0,0 2 149,-2-7 48,0 0 0,-1 0 0,-1 1 0,0 0 0,0 0 0,-1 0 0,0 1 0,-1 0 0,0 0 0,0 0 0,-1 2 0,-13-11 0,-12-5 682,-1 2 1,-47-22-1,9 5 267,61 31-1094,-13-8 814,1 2 0,-2 0 0,0 2 0,-50-15 0,55 20-516,17 5 1604,9 3-1201,21 6-727,0-2 0,1 0 0,-1-1 0,48 1 0,117-7 637,-134-1-780,1183-92-66,-845 55 0,-142 13 0,218-16 0,-440 40-496,1 2 0,35 4 0,-64-4 278,-1 1 0,1-1 0,0 1 0,-1-1 0,1 1 0,-1 0 0,1 0 0,-1 0-1,0 0 1,0 0 0,4 3 0,-6-4 103,1 1-1,-1-1 0,1 1 0,-1-1 1,0 1-1,1 0 0,-1-1 1,0 1-1,1-1 0,-1 1 0,0 0 1,0-1-1,0 1 0,1 0 1,-1-1-1,0 1 0,0 0 0,0-1 1,0 1-1,0 0 0,0-1 0,0 1 1,0 0-1,-1-1 0,1 1 1,0 1-1,-2 1-261,0-1 0,0 1 0,0 0 0,0-1 1,0 1-1,0-1 0,-1 0 0,1 0 0,-1 0 0,0 0 1,1 0-1,-1 0 0,0-1 0,-4 2 0,-46 20-6098,-9 4-3951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4.804"/>
    </inkml:context>
    <inkml:brush xml:id="br0">
      <inkml:brushProperty name="width" value="0.035" units="cm"/>
      <inkml:brushProperty name="height" value="0.035" units="cm"/>
    </inkml:brush>
  </inkml:definitions>
  <inkml:trace contextRef="#ctx0" brushRef="#br0">220 27 10477,'-1'0'230,"1"1"-1,-1 0 1,0-1-1,0 0 1,0 1 0,0-1-1,0 1 1,0-1 0,0 0-1,0 0 1,0 0-1,0 1 1,0-1 0,0 0-1,0 0 1,0-1-1,0 1 1,0 0 0,-1 0-1,1 0 1,0-1 0,1 1-1,-1 0 1,0-1-1,0 1 1,0-1 0,0 1-1,0-1 1,0 0 0,0 1-1,1-1 1,-1 0-1,0 1 1,0-1 0,1 0-1,-1 0 1,1 0 0,-1 0-1,1 0 1,-1 0-1,1 1 1,-1-3 0,-4-4 202,4 6-265,0 0 0,1 1 0,-1-1-1,0 1 1,0-1 0,0 1 0,0-1 0,0 1-1,0 0 1,0-1 0,0 1 0,0 0 0,0 0-1,0 0 1,0 0 0,0 0 0,0 0 0,0 0-1,0 0 1,-1 0 0,-1 0 382,0 0-355,0 1 0,0-1 0,0 0 0,1 1 0,-1 0 0,0 0 0,0 0 0,0 0 0,1 0 0,-1 1 0,1-1 0,-1 1-1,1-1 1,-1 1 0,1 0 0,0 0 0,0 0 0,0 1 0,0-1 0,0 0 0,0 1 0,1-1 0,-2 4 0,-6 8 395,1 1 0,-11 28 0,5-4-535,3 0-1,1 1 1,2 0 0,1 1-1,-1 63 1,15 211-8813,-4-255 5904,5 27-3697,9-6-3877</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5.134"/>
    </inkml:context>
    <inkml:brush xml:id="br0">
      <inkml:brushProperty name="width" value="0.035" units="cm"/>
      <inkml:brushProperty name="height" value="0.035" units="cm"/>
    </inkml:brush>
  </inkml:definitions>
  <inkml:trace contextRef="#ctx0" brushRef="#br0">1 122 12193,'0'-7'530,"0"0"0,0 0 0,1 1 1,0-1-1,0 0 0,0 0 0,1 1 0,0-1 0,3-6 0,-3 10-178,-1 0 0,1 0 0,0 0 0,0 0-1,0 1 1,0-1 0,0 0 0,1 1 0,-1 0-1,1-1 1,-1 1 0,1 0 0,0 0 0,0 1 0,0-1-1,0 0 1,0 1 0,0 0 0,0 0 0,1 0-1,5-1 1,-1 2-127,1 1-1,-1 0 0,1 0 0,-1 1 1,1 0-1,-1 0 0,0 1 1,0 0-1,0 0 0,0 1 0,14 9 1,-15-9-76,20 12-1,1 2 0,-2 0 0,-1 2 1,0 1-1,-2 0 0,0 2 1,-1 1-1,-2 1 0,0 0 0,-2 2 1,-1 0-1,24 50 0,-30-51-221,-1-1-1,0 2 1,-2-1-1,-2 1 1,0 0-1,-2 0 1,0 1-1,-2-1 1,-2 1-1,0 0 1,-2-1-1,0 1 1,-2-1-1,-2 1 0,-8 26 1,12-49 75,0 0 0,0 1-1,-1-1 1,0 0 0,-5 6 0,4-5 94,3-6-68,0-1 1,0 0 0,0 0-1,0 0 1,0 0-1,0 0 1,0 0 0,1 0-1,-1 0 1,0 0 0,1-1-1,-1 1 1,0 0-1,0-2 1,0-4 8,0 1 0,0 0 0,1-1 0,-1 1 0,2-1 0,-1 1 0,1-1 0,-1 1 0,2-1 0,-1 1 0,3-8 0,6-13 56,15-32 0,-20 48-74,12-24-189,1 0 1,1 2-1,2 0 1,1 1 0,2 1-1,54-54 1,-30 42-1022,1 2 1,3 2-1,1 3 0,81-43 1,-79 52-1835,0 3 1,91-26-1,-88 37-1313,-1 8-2138</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5.508"/>
    </inkml:context>
    <inkml:brush xml:id="br0">
      <inkml:brushProperty name="width" value="0.035" units="cm"/>
      <inkml:brushProperty name="height" value="0.035" units="cm"/>
    </inkml:brush>
  </inkml:definitions>
  <inkml:trace contextRef="#ctx0" brushRef="#br0">372 20 8789,'2'-3'1982,"-2"2"-1819,1 1 1,-1 0-1,0 0 0,1 0 1,-1-1-1,0 1 0,1 0 1,-1-1-1,0 1 0,0 0 1,0-1-1,1 1 0,-1 0 1,0-1-1,0 1 1,0 0-1,0-1 0,0 1 1,0 0-1,1-1 0,-1 1 1,0-1-1,0 1 0,0 0 1,0-1-1,0 1 0,-1 0 1,1-1-1,0 1 0,0-1 1,0 1-1,0 0 0,0-1 1,0 1-1,-1 0 0,1-1 1,0 1-1,0 0 0,0-1 1,-1 1-1,1 0 0,0 0 1,-1-1-1,1 1 0,0 0 1,0 0-1,-1-1 1,1 1-1,0 0 0,-1 0 1,1 0-1,-1 0 0,1 0 1,0-1-1,-1 1 0,1 0 1,-1 0-1,-33 8 1758,-40 27-2195,31-10 205,2 3 0,-48 39 0,1 10-1067,107-79 1645,-13 2-401,48-10 510,-39 7-364,1 0 0,24-1-1,-34 4-209,-1 1 0,0-1 0,1 1 0,-1 0 0,0 0 0,0 0 0,0 1 0,1 0 0,-2 0 0,1 0 0,8 5 0,0 4 32,0 0 0,0 0 0,-1 1 0,0 1 0,-2 0 0,15 21 0,-14-18-46,2 1 0,0-2 0,20 19 0,-27-29-23,0 0 0,0-1 0,1 0-1,0 0 1,0 0 0,0-1 0,0 0 0,0 0-1,1-1 1,-1 0 0,1 0 0,12 1 0,-1-3 22,1 0 0,0-1 0,-1-1 0,1 0 0,-1-2 0,0 0 0,0-2 0,0 0 0,30-14 0,-17 4 346,-1-1 0,0-1 0,-1-2 0,42-36 0,-47 32 310,-1-1 0,37-52 0,17-19 1030,-78 96-1716,0 0 0,1 0 0,-1 0 0,0 0 0,0 0 0,0 0 1,0 0-1,0 0 0,1 0 0,-1 0 0,0 0 0,0 0 0,0 0 0,0 0 0,1 0 1,-1 0-1,0 0 0,0 0 0,0 0 0,0 0 0,0 1 0,1-1 0,-1 0 0,0 0 1,0 0-1,0 0 0,0 0 0,0 0 0,0 0 0,0 1 0,0-1 0,1 0 0,-1 0 1,0 0-1,0 0 0,0 0 0,0 1 0,0-1 0,0 0 0,0 0 0,0 0 0,0 0 1,0 0-1,0 1 0,0-1 0,0 0 0,0 0 0,0 0 0,0 1 0,4 17-598,3 36-1911,-5-35 829,0 12-1511,1 8-5645,3-17-1064</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5.647"/>
    </inkml:context>
    <inkml:brush xml:id="br0">
      <inkml:brushProperty name="width" value="0.035" units="cm"/>
      <inkml:brushProperty name="height" value="0.035" units="cm"/>
    </inkml:brush>
  </inkml:definitions>
  <inkml:trace contextRef="#ctx0" brushRef="#br0">32 30 9981,'-6'-12'1412,"-7"4"-332,1-1 312,21 18-1884,4-1-560,-7 4-948,4 5-1084,9 3-1169</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5.942"/>
    </inkml:context>
    <inkml:brush xml:id="br0">
      <inkml:brushProperty name="width" value="0.035" units="cm"/>
      <inkml:brushProperty name="height" value="0.035" units="cm"/>
    </inkml:brush>
  </inkml:definitions>
  <inkml:trace contextRef="#ctx0" brushRef="#br0">0 0 8377,'2'1'594,"0"0"1,0 1 0,-1-1-1,1 0 1,0 0 0,-1 1-1,1-1 1,-1 1 0,1-1-1,-1 1 1,0 0 0,0-1 0,1 3-1,9 128 3762,-6-100-3992,-2 0 1,-1 1-1,-1-1 0,-6 51 0,4-75-297,0 0 0,1 0 0,1 0 0,-1 0 0,3 12 0,-1-20 39,1 0-1,-1-1 0,1 1 0,-1-1 0,1 1 0,-1-1 0,1 0 0,-1 0 1,0 0-1,0 0 0,5-3 0,9-11 592,-1 0-1,24-33 1,6-7 255,-6 13-70,2 2-1,65-50 0,-88 77-699,0 1-1,0 0 0,1 2 1,1 0-1,0 1 0,0 1 1,1 1-1,-1 1 1,36-6-1,-47 11-197,0 1 1,0 0-1,0 0 1,-1 1 0,1 0-1,0 0 1,0 1-1,-1 1 1,1-1-1,-1 1 1,0 1-1,1-1 1,-2 2-1,1-1 1,0 1-1,-1 0 1,0 0-1,0 1 1,-1 0-1,1 0 1,-1 1-1,7 9 1,-2 0-901,0-1 0,-1 1 1,15 33-1,-14-24-3003,14 51 0,-13-33-2681,4 3-4002</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6.781"/>
    </inkml:context>
    <inkml:brush xml:id="br0">
      <inkml:brushProperty name="width" value="0.035" units="cm"/>
      <inkml:brushProperty name="height" value="0.035" units="cm"/>
    </inkml:brush>
  </inkml:definitions>
  <inkml:trace contextRef="#ctx0" brushRef="#br0">0 430 10993,'3'0'1983,"3"0"-1595,0 0-1,-1 0 1,1 0 0,0-1 0,0 0 0,-1 0-1,1 0 1,-1-1 0,1 0 0,-1 0-1,1 0 1,4-4 0,22-8 542,-1 1 1,2 1-1,-1 2 1,43-7-1,-7 0-22,592-126 2807,-408 93-3087,-155 30-449,503-88 583,-579 105-977,0 0-1,-1 2 1,1 0 0,0 2 0,0 0 0,0 1 0,26 7 0,-47-9 148,1 0 0,0 0 1,0 0-1,0 1 0,-1-1 1,1 0-1,0 0 0,0 1 1,-1-1-1,1 1 0,0-1 1,-1 1-1,1-1 0,0 1 1,-1-1-1,1 1 0,-1 0 1,1-1-1,-1 1 0,1 0 1,-1-1-1,0 1 0,1 0 1,-1 0-1,0-1 0,1 1 1,-1 0-1,0 0 0,0 0 1,0-1-1,0 1 0,0 0 1,0 0-1,0 0 0,0 0 1,0-1-1,0 1 0,0 0 1,-1 0-1,1 0 0,0-1 1,-1 2-1,0 2-254,-1-1 0,0 1 0,0-1 0,0 0 1,-1 1-1,-4 4 0,-1-1-771,0 0 1,-1-1-1,0 0 1,0-1-1,-16 8 1,7-4-1501,-38 22-7310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6.938"/>
    </inkml:context>
    <inkml:brush xml:id="br0">
      <inkml:brushProperty name="width" value="0.035" units="cm"/>
      <inkml:brushProperty name="height" value="0.035" units="cm"/>
    </inkml:brush>
  </inkml:definitions>
  <inkml:trace contextRef="#ctx0" brushRef="#br0">308 0 13161,'-41'14'2384,"22"4"489,-10 19-385,4 3-168,0 3-120,-1 8-432,-2 6-343,-1 9-225,7 5-248,-4 4-192,7 5-428,7-3-696,8 3-888,1-9-548,6 1-825,7-12-743,9-3-3261,6 3-6212</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7.427"/>
    </inkml:context>
    <inkml:brush xml:id="br0">
      <inkml:brushProperty name="width" value="0.035" units="cm"/>
      <inkml:brushProperty name="height" value="0.035" units="cm"/>
    </inkml:brush>
  </inkml:definitions>
  <inkml:trace contextRef="#ctx0" brushRef="#br0">0 323 12565,'91'-31'3875,"48"-19"256,-85 29-3431,-15 6-393,-2-1 0,1-2-1,-2-1 1,35-25 0,-1-11 63,-68 53-355,0 0 1,0 0 0,0 0-1,0-1 1,0 1 0,-1-1-1,1 1 1,1-4 0,-3 5-11,0 0 1,1 0-1,-1 0 0,0 1 1,0-1-1,0 0 1,0 0-1,0 0 0,0 1 1,0-1-1,0 0 1,0 0-1,0 0 1,0 0-1,0 1 0,-1-1 1,1 0-1,0 0 1,-1 0-1,0-1 7,0 1-1,0 0 1,0 1-1,0-1 1,-1 0 0,1 0-1,0 0 1,0 1-1,-1-1 1,1 0 0,-1 1-1,1-1 1,0 1-1,-1 0 1,1-1 0,-1 1-1,1 0 1,-1 0-1,1 0 1,-1 0 0,1 0-1,-2 1 1,-13 2 71,0 1 1,1 0-1,0 2 1,0-1 0,0 2-1,1 0 1,0 1-1,0 0 1,-23 20-1,17-12-7,1 1 0,1 1 1,0 0-1,1 1 0,-22 33 0,31-38-37,0-1 0,0 2 0,2-1-1,-1 1 1,2 0 0,0 0 0,1 0 0,-4 25 0,7-34-28,1 0-1,0 0 1,0 1 0,0-1 0,1 0 0,0 0-1,0 0 1,0 0 0,1 0 0,0 0 0,0 0-1,1-1 1,-1 1 0,1-1 0,1 1 0,-1-1 0,1 0-1,-1 0 1,1-1 0,1 1 0,-1-1 0,1 0-1,0 0 1,7 5 0,2-2-24,-1 0 0,1-1 0,0 0-1,1-1 1,-1-1 0,1 0 0,0-1 0,0 0 0,0-2-1,17 1 1,0-2-39,0-1-1,0-2 1,57-12-1,-61 9 167,-1-1 0,0-2 1,0-1-1,0 0 0,-2-3 0,1 0 0,-2-1 0,0-1 0,0-2 0,-2 0 0,0-2 0,-1 0 0,0-1 0,-2-1 1,-1-1-1,-1-1 0,16-25 0,-30 42-5,0 0 1,1 1-1,-1-1 1,2 1-1,-1 0 1,0 0-1,1 0 0,0 0 1,6-3-1,-9 7-92,0 0 1,0 0-1,0 0 0,1 0 0,-1 1 0,0-1 0,0 1 0,1 0 0,-1 0 0,0 0 0,0 0 0,1 0 0,-1 0 0,0 0 0,0 1 0,1-1 0,-1 1 0,0 0 0,0-1 0,0 1 1,0 0-1,0 0 0,0 1 0,0-1 0,0 0 0,0 1 0,-1-1 0,1 1 0,2 2 0,4 3 4,-1 0 1,-1 0-1,1 0 1,-1 1 0,-1 0-1,1 0 1,-1 1-1,7 16 1,-10-18-14,0-1 0,0 1 1,-1-1-1,1 1 1,-2 0-1,1 0 1,-1 0-1,0-1 1,0 1-1,-1 0 1,0 0-1,0-1 1,0 1-1,-3 6 1,-4 10-184,-2 0 1,0-1-1,-1-1 0,-1 0 1,-27 36-1,21-35-808,-1-1-1,-1-1 1,-1 0-1,-36 25 0,45-35-706,-10 7-992,18-17-556,11-13-2513,12-16-1167</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7.568"/>
    </inkml:context>
    <inkml:brush xml:id="br0">
      <inkml:brushProperty name="width" value="0.035" units="cm"/>
      <inkml:brushProperty name="height" value="0.035" units="cm"/>
    </inkml:brush>
  </inkml:definitions>
  <inkml:trace contextRef="#ctx0" brushRef="#br0">250 0 11653,'1'1'214,"-1"0"1,1 0-1,-1 0 1,0 0-1,1 0 1,-1 0-1,0-1 0,0 1 1,0 0-1,0 0 1,0 0-1,0 0 1,0 0-1,0 0 1,0 0-1,0 0 0,0 0 1,-1 0-1,1 0 1,0 0-1,-1 0 1,1 0-1,-1 0 0,1 0 1,-1-1-1,0 2 1,-23 21 1709,4-6-456,6 5-419,1 0 0,0 1-1,2 0 1,1 1 0,0 0-1,-8 38 1,4-19-305,-10 27 83,-37 130 330,56-178-1730,1-1 1,1 0-1,1 1 1,1 0 0,1-1-1,1 1 1,4 30-1,-3-47 143,-1 0 0,0 0 0,1 0 0,0-1 0,0 1 0,0 0 0,1-1 0,-1 1 0,7 6 0,-6-7-495,1-1 1,-1 1-1,1-1 1,0 0-1,0 0 1,0-1-1,0 1 1,1-1-1,-1 0 1,8 3-1,27 8-7945</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7.724"/>
    </inkml:context>
    <inkml:brush xml:id="br0">
      <inkml:brushProperty name="width" value="0.035" units="cm"/>
      <inkml:brushProperty name="height" value="0.035" units="cm"/>
    </inkml:brush>
  </inkml:definitions>
  <inkml:trace contextRef="#ctx0" brushRef="#br0">96 272 11417,'-51'17'2412,"29"-20"-84,9-8 205,3 2 2919,20-8-4328,15-9-212,17 12-288,21-3-648,10-3-696,10-9-664,15-2-824,7-12-684,6 6-2929,10 5-4948</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25.290"/>
    </inkml:context>
    <inkml:brush xml:id="br0">
      <inkml:brushProperty name="width" value="0.035" units="cm"/>
      <inkml:brushProperty name="height" value="0.035" units="cm"/>
    </inkml:brush>
  </inkml:definitions>
  <inkml:trace contextRef="#ctx0" brushRef="#br0">498 312 4108,'0'-8'868,"0"-1"0,-1 1 0,0 0 0,0-1-1,-1 1 1,0 0 0,-1 0 0,-5-14-1,2 7-863,0-1 611,1-1 1,0 0-1,2 0 0,0-1 0,-1-25 0,4 40-563,0 0 0,0-1 0,-1 1 0,1 0 0,-1 0 0,1-1 1,-1 1-1,0 0 0,0 0 0,0 0 0,-1 0 0,1 0 0,-1 0 0,0 0 0,1 0 1,-1 1-1,0-1 0,-1 1 0,1-1 0,0 1 0,-6-4 0,4 4-18,0 0-1,0 1 1,0-1-1,0 1 1,-1 0 0,1 0-1,0 0 1,-1 0-1,1 1 1,-1 0-1,1 0 1,-1 0-1,1 0 1,0 1-1,-1 0 1,-5 1 0,1 0-8,0 0 1,0 1 0,0 0 0,0 1 0,1-1-1,-1 2 1,1-1 0,0 1 0,0 1 0,0-1-1,1 1 1,0 1 0,0-1 0,-10 14 0,-5 3 25,3-2-7,0 0 0,2 1 0,0 1-1,-17 31 1,22-33 19,1 1 0,1 0 0,1 0 0,0 1 0,2 0 0,-5 29 0,10-39-31,0 0-1,1 0 0,0 0 1,1 0-1,1 0 1,0 0-1,1 0 0,0 0 1,1 0-1,0-1 1,1 1-1,1-1 0,7 15 1,-2-11-3,1 0-1,0-1 1,1 0 0,1-1 0,0-1 0,0 0 0,2 0 0,0-2 0,0 0-1,1 0 1,30 14 0,16 3-24,125 39 0,-141-52 31,26 8-18,-1 2-1,-2 4 1,72 40-1,-121-57-12,0 1-1,0 1 0,-1 0 1,-1 2-1,-1 0 0,0 1 1,-1 0-1,-1 2 0,-1 0 1,0 0-1,-2 1 0,0 1 0,18 44 1,-21-37-5,-2 1 0,0 0 0,-2 0-1,-1 1 1,-2 0 0,-1-1 0,-1 1 0,-1 0 0,-2 0 0,-1-1 0,-1 0 0,-15 46 0,-1-9-44,-4-1 1,-2-2-1,-4-1 1,-49 78-1,-13-4-42,-162 185-1,244-309 80,-10 15 96,20-25 52,3-6-86,6-9-46,0 0 1,1 1-1,0 0 1,1 0-1,0 1 1,18-16-1,-27 26-9,0 0 0,-1 1-1,1-1 1,0 1 0,-1-1-1,1 0 1,0 1 0,0-1-1,0 1 1,-1 0 0,1-1 0,0 1-1,0 0 1,0-1 0,0 1-1,0 0 1,0 0 0,0 0-1,-1 0 1,1 0 0,0 0 0,0 0-1,0 0 1,0 0 0,0 0-1,0 1 1,0-1 0,0 0 0,-1 1-1,1-1 1,0 0 0,0 1-1,0-1 1,-1 1 0,1-1-1,0 1 1,0 0 0,-1-1 0,1 1-1,0 0 1,-1-1 0,1 1-1,-1 0 1,1 0 0,-1-1-1,0 1 1,1 0 0,-1 0 0,0 0-1,1 0 1,-1 0 0,0 0-1,0 0 1,0 1 0,3 8 3,-1 1 0,-1 0 0,1 20 0,-2 116-4,-37 275 1,-64 144 73,59-347-23,-119 797 165,136-765-122,12 0 0,19 274 0,5-392-26,56 255 1,-40-287-50,4-1 0,5-2 1,48 96-1,-59-148-10,2-1 0,1-1 0,3-1 0,47 50 0,-12-24-132,110 88 0,-147-131-108,-20-17-323,1-1-1,-1 0 1,2-1-1,18 12 1,-7-15-4543,-14-4 3285,18 3-5433</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2.435"/>
    </inkml:context>
    <inkml:brush xml:id="br0">
      <inkml:brushProperty name="width" value="0.035" units="cm"/>
      <inkml:brushProperty name="height" value="0.035" units="cm"/>
    </inkml:brush>
  </inkml:definitions>
  <inkml:trace contextRef="#ctx0" brushRef="#br0">8 35 12393,'-1'0'89,"1"-1"0,-1 1 0,1-1 0,-1 1 0,1-1-1,-1 1 1,1-1 0,0 1 0,-1-1 0,1 1 0,0-1 0,-1 0 0,1 1 0,0-1-1,0 0 1,-1 1 0,1-1 0,0 0 0,0 1 0,0-1 0,0 0 0,0 1-1,0-2 1,11-4 1533,-9 6-1394,-1 0 0,0 0 1,0-1-1,1 1 0,-1-1 0,0 1 0,0-1 1,1 0-1,-1 1 0,0-1 0,0 0 1,0 0-1,0 0 0,0 0 0,0 0 0,0 0 1,0-1 1446,15 19 1465,-14-15-3040,0-1 1,-1 0 0,1 1 0,-1-1-1,1 1 1,-1 0 0,0-1 0,1 1-1,-1 0 1,0 0 0,0 0 0,0 0-1,-1 0 1,2 2 0,14 39 985,2 0 0,45 77 0,-15-31-506,67 175 314,-69-152-629,70 125-1,-106-219-208,0-1 0,2 0 0,0-1 0,0 0 0,1-1-1,1-1 1,18 15 0,-25-24-22,0 0-1,0-1 0,0 0 0,0-1 1,1 1-1,-1-1 0,1-1 1,0 1-1,0-2 0,0 1 1,0-1-1,0 0 0,0 0 1,0-1-1,0 0 0,0-1 0,1 0 1,-1 0-1,0-1 0,12-3 1,3-4-34,-1 0 1,1-1 0,-2-2 0,1 0-1,-2-1 1,1-1 0,-2-1 0,30-30-1,9-14 0,60-82-1,21-65-1461,-31 43-778,-83 129 1567,2 1 1,48-46-1,-59 63-332,65-53-3674,-69 59 2167,2 2 0,20-11 0,19-1-8331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2.731"/>
    </inkml:context>
    <inkml:brush xml:id="br0">
      <inkml:brushProperty name="width" value="0.035" units="cm"/>
      <inkml:brushProperty name="height" value="0.035" units="cm"/>
    </inkml:brush>
  </inkml:definitions>
  <inkml:trace contextRef="#ctx0" brushRef="#br0">356 189 9765,'30'-12'2344,"-25"9"1778,14-8-1046,24-13-654,-30 17-1665,0 0 0,-1 0-1,15-13 1,-23 18-588,-1-1-1,-1 0 1,1 0-1,0 0 1,-1-1-1,1 1 1,-1 0-1,0-1 1,0 0-1,-1 1 1,1-1-1,-1 0 1,1 0-1,-1 0 1,0 0-1,0-4 1,-1 7-134,0-1 1,0 1 0,0 0 0,-1 0 0,1 0 0,0-1 0,-1 1 0,1 0 0,0 0 0,-1 0 0,1 0 0,-1 0 0,0 0 0,1 0 0,-1 0 0,0 0 0,0 0 0,0 0 0,1 0 0,-1 0-1,0 1 1,0-1 0,0 0 0,0 1 0,0-1 0,0 0 0,-1 1 0,1 0 0,-2-1 0,-2-1 33,1 1 1,0 0-1,-1 0 1,1 1-1,-1-1 0,0 1 1,1 0-1,-5 1 0,-12 2 74,0 1 0,0 2 0,1 0 0,0 1 0,0 1 0,1 1 0,0 1 0,1 0 0,0 1 0,0 1 0,-22 20 0,14-8-15,0 0 0,2 2 1,1 0-1,1 2 0,1 1 1,-21 37-1,35-52-90,0 0 0,1 0 0,0 1 0,1-1 0,1 1 0,0 1 0,1-1 0,1 0 0,0 1 1,2 31-1,0-40-79,1 1 1,0 0-1,1 0 1,0 0-1,0-1 1,0 1-1,1-1 1,0 0 0,1 0-1,-1 0 1,2 0-1,-1 0 1,1-1-1,0 0 1,0 0-1,0 0 1,1-1 0,0 1-1,0-1 1,0-1-1,1 1 1,0-1-1,10 5 1,7 0-514,0 0-1,1-2 1,0-1-1,0-1 1,0-1 0,1-1-1,-1-1 1,29-2 0,78-9-3720,-6-9-3497,-27-2-3596</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2.982"/>
    </inkml:context>
    <inkml:brush xml:id="br0">
      <inkml:brushProperty name="width" value="0.035" units="cm"/>
      <inkml:brushProperty name="height" value="0.035" units="cm"/>
    </inkml:brush>
  </inkml:definitions>
  <inkml:trace contextRef="#ctx0" brushRef="#br0">1 215 11429,'0'0'9646,"2"-2"-7903,1 0-1506,1 1 0,-1-1 0,1 1 0,0 0 0,-1 0 0,1 0-1,0 0 1,0 1 0,0-1 0,0 1 0,-1 0 0,6 1 0,52 7 847,-43-4-703,17 2 42,-1 1 1,1 2-1,40 17 0,-64-22-358,0 1 0,0 1 0,-1-1 0,1 2 0,-1-1 0,0 1 0,-1 1 0,0 0 0,0 0 1,-1 1-1,0 0 0,0 1 0,6 11 0,-12-18-46,-1 1 0,1-1 1,-1 1-1,0-1 1,-1 1-1,1 0 0,-1 0 1,1-1-1,-1 1 0,0 0 1,0 0-1,-1 0 1,1-1-1,-1 1 0,0 0 1,0-1-1,0 1 0,-3 6 1,3-7 244,1-8-144,3-6-142,0 0 1,0-1-1,1 1 0,0 0 1,1 1-1,1-1 1,0 1-1,0 0 0,0 0 1,16-16-1,9-8-1666,52-44-1,53-26-4100,-38 41-2669,-38 25-1415</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3.416"/>
    </inkml:context>
    <inkml:brush xml:id="br0">
      <inkml:brushProperty name="width" value="0.035" units="cm"/>
      <inkml:brushProperty name="height" value="0.035" units="cm"/>
    </inkml:brush>
  </inkml:definitions>
  <inkml:trace contextRef="#ctx0" brushRef="#br0">445 4 11597,'-7'7'846,"0"0"1,1 1-1,-1 0 0,2 0 1,-1 0-1,1 1 0,-7 15 1,10-20-695,1 0 0,0 0 1,0 1-1,1-1 0,-1 0 1,1 0-1,-1 1 0,2-1 1,-1 0-1,0 0 0,1 1 1,-1-1-1,1 0 0,1 0 1,-1 0-1,0 0 0,1 0 1,0 0-1,0 0 0,4 6 1,0-2-114,0-1 0,0 0 0,0 0 0,1-1 0,0 0 0,0 0 0,0 0 0,1-1 0,0 0 0,0 0 0,0-1 0,1 0 0,0-1 0,-1 0 0,15 3 0,-7-3-55,0-1-1,0 0 1,1-1 0,-1-1 0,0-1-1,0 0 1,1-1 0,17-5 0,-19 5 127,0-2 1,-1 0-1,0-1 1,0 0-1,0-1 1,-1 0 0,1-1-1,-2-1 1,1 0-1,-1-1 1,0 0-1,-1-1 1,0 0-1,0-1 1,16-22 0,-23 26 266,-1 1 1,1 0 0,-2-1-1,1 0 1,-1 0 0,0 0 0,0 0-1,0 0 1,-1 0 0,-1 0 0,1-1-1,-1 1 1,0 0 0,-1-1 0,-1-6-1,2 10 1619,-1 8-1625,-16 205 196,-1 7-834,-147 833-1392,147-961 1594,-42 122 0,49-180 63,-1 0 0,-2-1 0,0 0 0,-2-2 0,-1 1 0,-2-2 0,-32 37 0,41-54 7,0 0 0,-1 0 1,-1-1-1,1 0 0,-1-1 0,0 0 0,-1-1 0,1-1 1,-1 0-1,0 0 0,-1-1 0,1-1 0,-1 0 0,1-1 1,-1-1-1,0 0 0,-23-2 0,25 1 40,0-2 0,1 1 0,-1-2 0,1 1 0,-1-2 0,1 1 0,0-1 0,0-1 0,1 0 0,-1-1 0,1 0 0,0 0 0,1-1 0,0-1-1,0 1 1,0-1 0,1-1 0,0 0 0,1 0 0,0 0 0,-7-13 0,8 10-7,0 0 1,1-1-1,0 0 0,1 0 0,0 0 0,1-1 1,1 1-1,0-1 0,0-17 0,3 10-12,0 0 0,1 0 0,1 0 0,1 0 0,11-30 0,-1 13-92,2 0-1,1 2 0,2 0 0,2 1 0,46-60 1,-21 41-503,3 3 0,1 1 0,3 3 0,2 2 0,2 3 0,94-54 0,20 5-4310,204-79 0,-207 102-1130,5 7-3316</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4.538"/>
    </inkml:context>
    <inkml:brush xml:id="br0">
      <inkml:brushProperty name="width" value="0.035" units="cm"/>
      <inkml:brushProperty name="height" value="0.035" units="cm"/>
    </inkml:brush>
  </inkml:definitions>
  <inkml:trace contextRef="#ctx0" brushRef="#br0">904 135 11189,'-11'-23'1212,"5"10"303,-1 0 0,0 0 0,-14-19-1,18 29-1298,0-1-1,0 1 0,-1 0 1,1 0-1,-1 0 0,1 0 1,-1 1-1,0-1 0,0 1 1,0 0-1,0 0 1,-1 1-1,1-1 0,0 1 1,-1 0-1,-6-1 0,-7 1 43,0 2-1,0-1 0,1 2 0,-1 1 0,0 0 1,1 1-1,0 0 0,0 2 0,0 0 0,0 1 0,-29 18 1,23-12-212,1 2 0,1 0 1,1 1-1,0 1 0,1 1 1,1 1-1,-28 37 0,42-50-100,-1 1-1,1 0 0,0 0 1,1 0-1,0 1 0,0-1 0,0 1 1,1 0-1,0-1 0,1 1 1,0 0-1,0 0 0,0 0 1,1 0-1,1 0 0,-1 0 0,1 0 1,1 0-1,2 12 0,-1-13 17,0 0 0,0 0-1,0-1 1,1 1 0,0-1-1,1 0 1,-1 0 0,1 0-1,0-1 1,0 1 0,1-1-1,0 0 1,0-1 0,0 0-1,0 0 1,1 0 0,-1 0-1,1-1 1,0 0 0,0-1-1,8 2 1,-5-1 122,0 0 0,1-1-1,-1-1 1,1 0 0,-1 0 0,1-1 0,-1-1 0,1 1-1,-1-2 1,0 1 0,1-2 0,-1 1 0,0-1 0,0-1-1,-1 0 1,1 0 0,-1-1 0,1 0 0,10-9 0,-17 12 52,-1 0 1,0 0 0,0 0-1,0-1 1,0 1-1,-1-1 1,1 1 0,0-1-1,-1 0 1,0 0 0,0 1-1,0-1 1,0 0 0,0 0-1,0-4 1,-1-46 1461,0 10-121,0 40-1040,4-19 415,-3 21-737,-6 15 25,-2 15-23,0 0 1,3 0-1,-3 51 0,-4 25 16,-10 5-166,-59 182 1,53-218-114,-3-2 1,-3 0 0,-54 84-1,52-99 26,-3-1 0,-2-2 0,-3-2 0,-51 50 0,78-89 94,-1 0 0,-24 13 0,40-25 20,0 0 1,-1 0 0,1 0-1,-1 0 1,1 0 0,-1 0 0,1-1-1,-1 1 1,0 0 0,1-1-1,-1 0 1,0 1 0,0-1 0,1 0-1,-1 0 1,0 0 0,0 0-1,1 0 1,-1 0 0,-2-1 0,3 0-3,0 1 0,0-1 1,0 0-1,1 0 0,-1 0 1,0 0-1,1 0 1,-1 0-1,1 0 0,-1 0 1,1 0-1,-1 0 0,1 0 1,0 0-1,-1 0 1,1 0-1,0-1 0,0 1 1,0 0-1,0 0 0,0 0 1,0-2-1,1-8-73,1-1-1,0 1 0,1-1 1,5-13-1,13-27-556,2 1 1,3 1 0,40-60-1,-32 56 138,263-371-2197,37 29 1618,-317 377 1054,1 2 0,1 0-1,26-18 1,-42 33 30,0-1 0,0 1 0,0 0-1,0 0 1,0 0 0,1 1 0,-1-1-1,1 1 1,-1 0 0,1 0 0,-1 0 0,1 0-1,0 1 1,-1-1 0,1 1 0,0 0-1,0 0 1,-1 1 0,1-1 0,0 1 0,-1-1-1,1 1 1,0 0 0,-1 1 0,1-1-1,-1 0 1,0 1 0,1 0 0,-1 0 0,0 0-1,0 0 1,0 1 0,0-1 0,-1 1 0,1-1-1,-1 1 1,4 5 0,6 9 1,-1 1 1,-1 1-1,0-1 1,-1 2-1,7 23 1,-10-29 0,-4-8-6,5 16 19,2-1 0,0 0 0,2-1 0,18 27 0,-25-41-17,1 0-1,0-1 1,0 0 0,0 0-1,0 0 1,1-1 0,0 1-1,0-1 1,1-1 0,-1 1-1,0-1 1,1 0 0,0-1-1,0 0 1,0 0 0,0 0-1,0-1 1,11 1 0,-5-1 4,-1-1 0,0-1 0,0 0 0,0 0 0,1-1 0,-1-1 0,-1 0 0,1 0 0,0-2 0,13-6 0,-19 8-3,1 0-1,-1-1 1,0 0 0,0 0-1,-1-1 1,1 0-1,-1 0 1,0 0-1,0-1 1,-1 1-1,1-1 1,-1 0 0,-1 0-1,1-1 1,-1 1-1,0-1 1,-1 0-1,4-13 1,-4 7-9,-1 0 0,0 0 1,-1 0-1,0 0 0,-1 0 1,-1 0-1,0 0 0,-1 0 0,0 1 1,-1-1-1,0 1 0,-1 0 1,-1 0-1,0 0 0,-13-19 0,7 13-40,-1 1 0,0 1 0,-1 0 0,-1 1 0,-1 0 0,0 2 0,-1 0 0,-34-21 0,42 29-163,0-1 0,0 0 0,1 0 0,-1-1 0,1 0 0,-11-13 0,22 17-50,-1 1-1,1-1 1,-1 1 0,1 0-1,0 0 1,0 0 0,5-3-1,14-4-767</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4.880"/>
    </inkml:context>
    <inkml:brush xml:id="br0">
      <inkml:brushProperty name="width" value="0.035" units="cm"/>
      <inkml:brushProperty name="height" value="0.035" units="cm"/>
    </inkml:brush>
  </inkml:definitions>
  <inkml:trace contextRef="#ctx0" brushRef="#br0">171 44 13405,'-54'-38'4977,"51"37"-4550,0 0 0,0 0-1,0 0 1,0 1 0,0-1-1,0 1 1,-1 0-1,1 0 1,0 0 0,-4 0-1,-2 1 527,5-2 293,2 4-218,-4 5-745,0 0 0,1 0 0,0 1 0,1 0 0,-1 0 0,2 0 0,-1 0 0,1 1-1,1-1 1,-3 14 0,0 17 39,-1 49 0,4-49-44,0-10-194,1 0 0,2 0 0,1 0 0,1 0 0,2 0 0,15 52 0,-17-72-70,1-1 1,0 0-1,0 0 1,1-1-1,0 1 1,1-1-1,0 0 0,0-1 1,1 1-1,12 10 1,-13-14-6,0 0-1,1 0 1,-1 0 0,1-1 0,0 0-1,0 0 1,0-1 0,0 1 0,1-2-1,-1 1 1,1-1 0,-1 0 0,1-1-1,-1 0 1,13-1 0,-7 0 6,1-1-1,-1-1 1,0 0-1,0 0 1,-1-2 0,1 1-1,-1-2 1,0 1 0,0-2-1,0 0 1,-1 0 0,0-1-1,14-13 1,-19 15-23,0 0 0,0-1 0,0 1 0,-1-1 0,0-1 1,-1 1-1,1-1 0,-1 1 0,-1-1 0,0 0 0,0-1 0,0 1 0,-1 0 0,0-1 0,-1 1 1,0-1-1,0 0 0,-1 0 0,0 1 0,0-1 0,-3-13 0,-2 5-137,0 0 1,0 1-1,-2 0 0,0 0 0,-17-27 1,6 14-581,-2 2 0,-24-27 0,35 44 219,0 1 0,-1 0 0,0 0 0,0 1 0,-1 0 0,-23-11 1,-2 4-3516,-3 6-4224,20 6-1175</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5.269"/>
    </inkml:context>
    <inkml:brush xml:id="br0">
      <inkml:brushProperty name="width" value="0.035" units="cm"/>
      <inkml:brushProperty name="height" value="0.035" units="cm"/>
    </inkml:brush>
  </inkml:definitions>
  <inkml:trace contextRef="#ctx0" brushRef="#br0">416 532 11285,'-4'-3'360,"-1"1"0,1-1 1,-1 1-1,0 0 0,0 0 0,0 0 0,0 1 1,0 0-1,0 0 0,0 0 0,0 0 0,0 1 1,0 0-1,-7 0 0,-6 1 603,0 1 0,1 1-1,-21 5 1,23-3-806,1 0 1,-1 1-1,2 1 0,-1 0 1,1 1-1,0 1 0,0 0 0,1 1 1,0 0-1,1 1 0,0 0 0,1 0 1,0 1-1,1 1 0,0 0 0,1 0 1,1 0-1,0 1 0,0 1 0,2-1 1,0 1-1,-6 23 0,11-31-145,0-1 0,0 1 0,0-1 0,0 1 0,1 0 0,0-1 0,1 0 1,-1 1-1,1-1 0,1 0 0,-1 0 0,7 11 0,-7-13-32,1 0 0,-1 0 1,1 0-1,0 0 0,0-1 1,1 1-1,-1-1 0,1 0 1,0 0-1,-1 0 0,1 0 1,1-1-1,-1 0 0,0 1 1,1-2-1,-1 1 0,1 0 1,4 0-1,1-1-1,1 0-1,-1-1 1,0 0 0,1 0 0,-1-2-1,0 1 1,0-1 0,0 0-1,0-1 1,0-1 0,0 1 0,-1-1-1,0-1 1,1 0 0,-2 0 0,1-1-1,-1 0 1,0 0 0,0-1 0,0 0-1,6-9 1,-1 1 56,-1 0 0,0 0 0,-1-2 0,-1 1 0,-1-2 0,0 1 0,-1-1 0,-1 0 0,-1-1 0,6-28 0,-3-7 529,-2-2-1,-3 1 0,-2-1 0,-3 1 1,-2-1-1,-2 1 0,-3 0 1,-3 0-1,-26-82 0,37 136-531,0 1 0,0-1 0,0 1 0,0-1 0,0 0-1,-1 1 1,1-1 0,0 1 0,0 0 0,-1-1 0,1 1-1,0-1 1,0 1 0,-1-1 0,1 1 0,-1-1 0,1 1-1,0 0 1,-1-1 0,1 1 0,-1 0 0,1 0 0,-1-1-1,1 1 1,-1 0 0,1 0 0,-1-1 0,1 1 0,-1 0 0,1 0-1,-1 0 1,0 0 0,-14 12 402,-7 27-53,16-19-263,1 1 0,1-1 1,1 1-1,-1 28 0,5 86-591,7-8-1575,0 121-7763,-10-175 3377,7-1-3762</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2.238"/>
    </inkml:context>
    <inkml:brush xml:id="br0">
      <inkml:brushProperty name="width" value="0.035" units="cm"/>
      <inkml:brushProperty name="height" value="0.035" units="cm"/>
    </inkml:brush>
  </inkml:definitions>
  <inkml:trace contextRef="#ctx0" brushRef="#br0">597 14 10773,'-7'-3'400,"-1"1"0,1 0 1,-1 0-1,0 0 0,1 1 0,-1 0 0,0 1 1,0 0-1,1 0 0,-1 1 0,0-1 1,0 2-1,1-1 0,-1 1 0,0 0 0,1 1 1,-14 6-1,-6 4 256,0 2 1,1 0 0,-32 25-1,23-13-290,2 1 1,0 2-1,-47 55 0,63-63-270,0 0 0,2 1 1,1 1-1,0 0 0,2 1 0,-18 51 0,28-69-89,1-1-1,-1 0 1,1 0 0,1 0-1,-1 1 1,1-1-1,0 0 1,0 1-1,1-1 1,0 0-1,0 0 1,0 1-1,1-1 1,0 0-1,0 0 1,1-1-1,0 1 1,0 0-1,0-1 1,0 1 0,1-1-1,0 0 1,5 5-1,-5-7-3,0-1 0,0 1 0,0-1-1,0 0 1,0 1 0,1-2 0,-1 1 0,1-1 0,-1 1-1,1-1 1,0 0 0,-1-1 0,1 1 0,0-1 0,8-1-1,-3 2 7,0-1 98,0 1 0,-1-2-1,1 1 1,0-2 0,-1 1 0,1-1-1,-1-1 1,0 1 0,1-2 0,-1 1-1,-1-1 1,1-1 0,0 1 0,-1-1-1,12-10 1,0-4 861,0-1-1,-1 0 1,32-46 0,-44 56-584,-1 1 50,0 0 1,1 0-1,0 1 1,1-1-1,0 2 1,0-1-1,15-9 1,-22 17-414,0 1-1,0-1 1,0 0 0,0 1-1,0-1 1,0 1 0,0 0-1,0-1 1,0 1 0,0 0-1,-1-1 1,1 1-1,0 0 1,0 0 0,-1 0-1,1 0 1,0 1 0,0-1-17,2 3-4,0 0 0,0 0 0,-1 0 0,0 0 0,0 1 0,0-1 0,0 1 0,0 0 0,-1 0 0,1 4 0,5 55 0,-6-49 0,3 47-876,-2-21-1553,10 60-1,-4-46-8983,-2-24-1222</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2.602"/>
    </inkml:context>
    <inkml:brush xml:id="br0">
      <inkml:brushProperty name="width" value="0.035" units="cm"/>
      <inkml:brushProperty name="height" value="0.035" units="cm"/>
    </inkml:brush>
  </inkml:definitions>
  <inkml:trace contextRef="#ctx0" brushRef="#br0">565 93 9357,'1'-2'163,"0"1"0,0-1 1,0 1-1,0-1 0,0 0 0,0 1 1,0-1-1,0 0 0,0 0 1,-1 0-1,1 0 0,-1-2 0,0 4-41,0-1 0,0 0 0,-1 1 0,1-1 0,0 1 0,-1-1 0,1 1 0,-1-1 0,1 1 0,-1-1 0,1 1 0,-1-1 0,1 1 0,-1-1 0,0 1 0,1 0 0,-1-1 0,1 1 0,-1 0 0,-1-1 0,-1 0 320,0-1 1,1 1 0,-1-1 0,0 0 0,1 0-1,-1 0 1,1 0 0,-3-3 0,1 1-34,0 0 1,0 0-1,-1 1 1,1 0-1,-1 0 1,0 0-1,0 1 1,0 0-1,0-1 1,0 2 0,0-1-1,-1 1 1,1 0-1,-1 0 1,1 0-1,-1 1 1,-8 0-1,1 0-41,-1 1 0,1 0-1,0 1 1,-1 0 0,-21 8-1,14 0-113,0 0 1,0 1-1,1 1 0,1 1 0,0 1 0,1 0 1,0 2-1,2 0 0,-1 1 0,2 0 0,-23 35 0,24-32-158,1 2-1,1-1 1,0 2-1,2 0 0,1 0 1,-11 41-1,18-55-112,1 1 1,-1 0-1,2 0 0,-1 0 0,1-1 1,1 1-1,0 0 0,4 17 0,-4-21-47,1 0-1,1-1 1,-1 1 0,1 0-1,0-1 1,0 1-1,1-1 1,-1 0-1,1 0 1,1-1-1,-1 1 1,0-1-1,1 0 1,10 7-1,-1-2-402,1-1 0,0-1 0,1 0 0,0-1 0,0 0 0,0-2 1,1 0-1,-1 0 0,28 1 0,-12-3-1824,35-3 1,32-7-6497,-46 2-395</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3.135"/>
    </inkml:context>
    <inkml:brush xml:id="br0">
      <inkml:brushProperty name="width" value="0.035" units="cm"/>
      <inkml:brushProperty name="height" value="0.035" units="cm"/>
    </inkml:brush>
  </inkml:definitions>
  <inkml:trace contextRef="#ctx0" brushRef="#br0">100 35 11293,'-4'-1'3085,"2"-3"-2888,-8-3 10876,-21 4-8217,29 5-2645,1-1 1,0 1-1,0 0 0,0-1 1,0 1-1,0 0 0,0 0 1,0-1-1,1 1 0,-1 0 1,0 0-1,1 3 0,-2-1 136,-7 21-55,1 1 1,2 0-1,-7 50 0,12-68-428,0-1-1,1 0 1,0 0-1,0 1 1,1-1-1,0 0 1,0 0 0,0 0-1,1 0 1,0 0-1,1 0 1,0 0-1,0-1 1,0 1-1,6 8 1,-3-8-306,0 0 1,1 0-1,-1-1 0,1 1 0,0-2 1,1 1-1,-1-1 0,1 0 0,0-1 1,17 8-1,-8-7-143,-1 1-1,1-2 1,0 0 0,1-1-1,-1-1 1,1-1 0,-1 0-1,1-1 1,-1-1 0,1 0-1,-1-2 1,22-5 0,-17 1 273,0-1-1,0-1 1,-1-1 0,0-1 0,0-1 0,-1 0 0,-1-2 0,0 0-1,-1-1 1,-1-1 0,0-1 0,14-18 0,-9 10 680,2-3 1043,30-45-1,-50 65-802,1 0 0,-2-1 0,1 0 0,-2 0 0,1 0 0,1-11-1,3-10 7707,-9 31-8246,-1-1 1,1 1-1,0 0 1,-1 0-1,1-1 1,0 1-1,0 1 0,-1-1 1,1 0-1,0 0 1,0 1-1,0-1 1,1 1-1,-1 0 0,0 0 1,0 0-1,1-1 1,0 1-1,-1 1 1,1-1-1,0 0 0,0 0 1,0 0-1,0 1 1,0-1-1,0 0 1,0 4-1,-2 4 24,1 0 1,0 1-1,0-1 1,0 21-1,2-27-87,1 1 0,-1-1-1,1 1 1,0 0 0,1-1-1,-1 1 1,1-1 0,0 0-1,0 0 1,0 1 0,0-1-1,1 0 1,-1-1 0,1 1-1,0 0 1,1-1 0,-1 0-1,0 0 1,1 0 0,0 0-1,0 0 1,0-1 0,0 1-1,0-1 1,0 0 0,0-1-1,6 3 1,0-1-38,-1-1 0,1 1 0,-1-1 0,1-1 0,0 0 1,0 0-1,-1-1 0,1 0 0,0-1 0,0 0 0,0 0 0,11-4 1,-4-2 40,0 0-1,0 0 1,-1-2 0,0 0 0,-1-1 0,0-1 0,0 0 0,-1-1 0,-1 0 0,24-28 0,-18 22 172,-13 15-64,-12 12-123,0-1-581,0 1 0,1 1 0,0-1 0,0 1 0,1-1 0,-5 22 0,-9 19-5402,3-13-1202,2-5-4800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4.341"/>
    </inkml:context>
    <inkml:brush xml:id="br0">
      <inkml:brushProperty name="width" value="0.035" units="cm"/>
      <inkml:brushProperty name="height" value="0.035" units="cm"/>
    </inkml:brush>
  </inkml:definitions>
  <inkml:trace contextRef="#ctx0" brushRef="#br0">303 30 6393,'0'0'1825,"0"-3"-68,1-13 947,-1 15-2398,0 1 0,0-1 0,0 1 0,-1-1 0,1 1 0,0-1 0,0 1 1,0-1-1,-1 1 0,1-1 0,0 1 0,-1 0 0,1-1 0,0 1 0,-1-1 0,1 1 0,0 0 0,-1-1 0,1 1 0,-1 0 0,1-1 1,-1 1-1,1 0 0,-1 0 0,1 0 0,-1-1 0,0 1 0,-19 4 5713,2 5-7851,0 3 2226,0 0 0,1 2 0,0 0 0,1 1 0,1 1 0,-27 34 0,24-24-176,0 0 0,2 2 1,1 0-1,-13 37 0,24-56-181,1 1 0,0-1-1,1 1 1,0-1 0,0 1-1,1 0 1,1 0-1,-1 0 1,2 10 0,0-14-71,0-1 1,0 1-1,1 0 0,0-1 1,0 1-1,0-1 1,1 0-1,-1 1 0,1-1 1,0 0-1,1-1 1,-1 1-1,1 0 0,0-1 1,0 0-1,9 7 1,2-1-340,-1-1 0,2-1 1,-1 0-1,1-1 0,0-1 1,1 0-1,-1-1 0,1-1 1,0-1-1,32 3 1,2-4-2130,0-2 1,74-9 0,-58 0-3079,-1-4-3334</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4.855"/>
    </inkml:context>
    <inkml:brush xml:id="br0">
      <inkml:brushProperty name="width" value="0.035" units="cm"/>
      <inkml:brushProperty name="height" value="0.035" units="cm"/>
    </inkml:brush>
  </inkml:definitions>
  <inkml:trace contextRef="#ctx0" brushRef="#br0">89 32 8081,'2'-1'774,"1"1"1,-1-1-1,0 0 1,0 1 0,1-1-1,-1 0 1,0-1-1,0 1 1,0 0 0,0 0-1,0-1 1,0 0-1,-1 1 1,1-1-1,2-3 1,5-5 4851,-24 24-4191,11-10-1305,0-1 1,0 1-1,1-1 0,-1 1 0,1 0 0,-5 9 0,-7 12 99,2 1-1,0 0 1,2 1-1,1 0 1,-12 53-1,21-74-242,0 0-1,0 0 0,1 0 1,0 0-1,0 0 0,0 0 0,1 0 1,0 0-1,0 0 0,0 0 0,1-1 1,0 1-1,0 0 0,1-1 1,-1 1-1,6 6 0,-4-7-101,1 1 0,0 0 0,1-1 0,-1 0 0,1 0 0,0-1-1,1 0 1,-1 0 0,1 0 0,-1-1 0,12 4 0,1 0-196,1-2 1,0-1-1,0 0 1,0-1-1,0-2 0,1 0 1,-1-1-1,33-4 1,-31 1 130,1-1 1,-1-1 0,0-1-1,0-1 1,34-15 0,-44 16 136,-1-1 1,1 0 0,-1-1-1,0 0 1,-1 0-1,0-1 1,0-1-1,-1 0 1,0 0 0,14-22-1,0-8 1191,19-49 0,-41 87-579,-4 2-451,-1 1 0,0-1 0,1 1-1,-1 0 1,0 0 0,1 0-1,-1 0 1,1 1 0,-1-1 0,1 1-1,0 0 1,0 0 0,0 0-1,0 1 1,0-1 0,0 1 0,1 0-1,-1-1 1,1 1 0,0 0-1,0 0 1,0 1 0,0-1-1,0 0 1,-2 7 0,-3 9 74,1-1-1,1 1 1,-5 34 0,6-29-173,3-14-514,0-1-1,0 1 1,1 0 0,1 0-1,-1 0 1,4 13 0,0 3-1599,-1 3-914</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5.198"/>
    </inkml:context>
    <inkml:brush xml:id="br0">
      <inkml:brushProperty name="width" value="0.035" units="cm"/>
      <inkml:brushProperty name="height" value="0.035" units="cm"/>
    </inkml:brush>
  </inkml:definitions>
  <inkml:trace contextRef="#ctx0" brushRef="#br0">13 52 10769,'-1'1'581,"0"0"0,0 0 1,0-1-1,0 1 0,0 0 0,0 0 1,1 0-1,-1 0 0,0 0 0,1 0 1,-1 0-1,0 1 0,1-1 0,0 0 1,-1 2-1,2 18 3050,2-13-3489,1-1 0,-1 1 1,10 12-1,-7-9 757,7 10-428,-4-7-270,-1 0 1,0 1 0,-1 0 0,0 0 0,-1 0 0,-1 1-1,0 0 1,3 25 0,-5-18-385,-2 1 1,0-1-1,-4 32 0,1-43 95,0 0 1,0-1-1,-1 1 1,-1-1-1,0 0 0,0 0 1,-1 0-1,-11 17 1,1-11 58,15-17 37,0 0 0,0 0 1,-1 0-1,1 0 1,0 0-1,0 0 1,0 0-1,-1 0 1,1 0-1,0 0 0,0 0 1,-1 0-1,1 0 1,0 0-1,0 0 1,0 0-1,-1 0 1,1 0-1,0-1 1,0 1-1,0 0 0,0 0 1,-1 0-1,1 0 1,0 0-1,0 0 1,0-1-1,0 1 1,-1 0-1,1 0 0,0 0 1,0 0-1,0-1 1,0 1-1,0 0 1,0 0-1,0 0 1,0-1-1,0 1 0,-1 0 1,1 0-1,0 0 1,0-1-1,0 1 1,0-44 752,0 40-756,1-3 49,0 0 0,0 0 0,1 0-1,0 0 1,0 0 0,1 1 0,5-12 0,32-46 172,-23 39-160,100-140-1521,-81 119-1683,63-58-1,-92 96 1930,1 2 0,0-1-1,0 1 1,0 0 0,1 0 0,14-6 0,18-1-7387</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5.482"/>
    </inkml:context>
    <inkml:brush xml:id="br0">
      <inkml:brushProperty name="width" value="0.035" units="cm"/>
      <inkml:brushProperty name="height" value="0.035" units="cm"/>
    </inkml:brush>
  </inkml:definitions>
  <inkml:trace contextRef="#ctx0" brushRef="#br0">303 20 8161,'-22'-17'2438,"21"17"-2217,0-1 0,0 1 1,-1-1-1,1 1 0,0 0 0,0 0 0,-1-1 1,1 1-1,0 0 0,-1 0 0,1 0 1,0 0-1,-1 1 0,1-1 0,0 0 0,-1 1 1,1-1-1,0 0 0,0 1 0,-1-1 0,1 1 1,0 0-1,-2 1 0,-4 1 1811,-8 3-1664,0 2 1,1-1 0,-1 2 0,2-1-1,-1 2 1,2 0 0,-1 1 0,1 0-1,1 1 1,0 0 0,1 0 0,0 1-1,-9 16 1,-1-2-242,16-23-106,0 0-1,1 1 1,-1-1 0,1 1 0,0 0 0,0 0 0,0 0 0,1 0 0,0 0 0,0 1 0,-2 9 0,4-14 16,0 0 1,-1 0-1,1 0 0,0 0 0,0 1 0,0-1 1,0 0-1,1 0 0,-1 0 0,0 0 1,0 0-1,1 0 0,-1 0 0,1 0 0,-1 0 1,1 0-1,-1 0 0,1 0 0,-1 0 1,1 0-1,0 0 0,0 0 0,-1-1 0,1 1 1,0 0-1,0-1 0,0 1 0,0 0 0,0-1 1,0 1-1,0-1 0,0 1 0,0-1 1,0 0-1,1 1 0,3-1 203,1 0 0,-1-1 0,0 1 0,0-1 0,1 0-1,7-3 1,-8 3 18,0-1 0,0 1 0,1 0 0,-1 0 0,10 1 0,4 2-938,1 2 0,-1 0 0,30 11 0,-13 0-4048,-1 5-3821,-11-7-517</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6.022"/>
    </inkml:context>
    <inkml:brush xml:id="br0">
      <inkml:brushProperty name="width" value="0.035" units="cm"/>
      <inkml:brushProperty name="height" value="0.035" units="cm"/>
    </inkml:brush>
  </inkml:definitions>
  <inkml:trace contextRef="#ctx0" brushRef="#br0">210 32 11021,'0'-2'158,"0"1"1,-1-1-1,1 0 0,-1 1 0,1 0 1,-1-1-1,1 1 0,-1-1 0,0 1 1,0 0-1,0-1 0,0 1 1,0 0-1,0 0 0,0 0 0,0 0 1,-1 0-1,1 0 0,0 0 0,-1 0 1,1 0-1,0 1 0,-1-1 0,1 1 1,-1-1-1,1 1 0,-1-1 1,-2 1-1,1 0 128,0 0 0,0 0 0,0 0 0,0 1 0,0-1 0,0 1 1,0 0-1,0 0 0,0 0 0,0 0 0,0 1 0,1-1 0,-1 1 0,0 0 0,-3 2 1,1 0-53,0 1 1,0 0-1,1-1 1,0 1 0,-1 1-1,2-1 1,-1 0-1,1 1 1,-1 0 0,1 0-1,1 0 1,-1 0 0,1 1-1,-2 9 1,3-9-224,1-1 0,-1 0 0,1 1 0,0-1 0,1 0 0,0 1 0,0-1 0,0 0 0,0 0 0,1 1 0,0-1 0,1 0 0,-1-1 0,1 1 0,0 0 1,1-1-1,-1 0 0,1 0 0,0 0 0,0 0 0,1 0 0,-1-1 0,10 7 0,-4-4-105,0-1 1,0-1-1,0 1 1,1-2-1,0 1 1,0-1-1,0-1 0,0 0 1,1-1-1,-1 0 1,1 0-1,-1-2 1,1 1-1,0-1 1,-1-1-1,13-2 1,-14 2 134,-1-1 0,1-1 0,-1 1 0,0-1 0,1-1 0,-2 0 0,1 0 0,0-1 0,-1 0 0,0 0 0,0-1 0,0 0 0,-1-1 0,0 1 0,0-1 0,0-1 0,-1 1 0,-1-1 0,9-14 0,-9 13 124,4-8 665,-1 0 0,10-29 0,-18 44-694,0-1 0,0 1 1,0 0-1,0-1 0,0 1 0,-1-1 0,1 1 0,-1 0 0,0-1 0,0 1 0,-2-5 0,1 1 4135,4 8-3668,-1 0-583,1 0-2,1 1 1,-1-1-1,0 1 0,0 0 0,0 0 0,0 0 0,0 0 1,-1 0-1,1 0 0,-1 1 0,0-1 0,0 0 1,0 1-1,0-1 0,-1 1 0,1-1 0,-1 1 0,0-1 1,0 1-1,-1 3 0,-2 23-18,-1 1 0,-1-2 0,-11 35 0,-37 91 0,17-50 0,-81 388-772,44-155 207,71-331 532,-31 108-443,28-103 420,1 0 0,-2 0 0,1-1 0,-2 0 0,1 0 0,-17 19 0,21-28 52,0 0 0,0-1 0,0 1 0,0-1 0,0 1 0,-1-1 0,1 0 0,-1 0 0,1 0 0,-1 0 1,1 0-1,-1-1 0,1 1 0,-1-1 0,0 0 0,1 0 0,-1 0 0,-3 0 0,2 0 32,-1-1 1,1 0-1,0 0 0,-1 0 0,1 0 0,0 0 1,0-1-1,0 0 0,-7-4 0,6 3 22,1-1-1,-1 0 1,1 0-1,0 0 1,0 0-1,0 0 1,0-1 0,1 0-1,0 0 1,0 0-1,0 0 1,1 0-1,-1-1 1,-1-7-1,2 4 20,0-1-1,1 1 0,0-1 0,0 0 1,1 0-1,0 1 0,4-21 1,1 5 17,2-1 0,1 0 1,1 1-1,1 1 0,21-38 1,0 10-252,1 2 0,57-67 0,-72 95 52,35-39-1006,3 1 0,2 3 1,2 3-1,72-50 1,66-25-4222,12 19-3576,-98 58-187</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6.131"/>
    </inkml:context>
    <inkml:brush xml:id="br0">
      <inkml:brushProperty name="width" value="0.035" units="cm"/>
      <inkml:brushProperty name="height" value="0.035" units="cm"/>
    </inkml:brush>
  </inkml:definitions>
  <inkml:trace contextRef="#ctx0" brushRef="#br0">1 55 11389,'12'-12'12113,"11"4"-12185,-4 2-436,0-3-844,0 4-908,6-4-3489,-3 3-4828</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0.445"/>
    </inkml:context>
    <inkml:brush xml:id="br0">
      <inkml:brushProperty name="width" value="0.035" units="cm"/>
      <inkml:brushProperty name="height" value="0.035" units="cm"/>
    </inkml:brush>
  </inkml:definitions>
  <inkml:trace contextRef="#ctx0" brushRef="#br0">83 72 9421,'0'0'2371,"-2"-3"-178,-1-5-809,0 1-1,0-1 1,1 0-1,0 0 1,0 0-1,0-13 7935,11 41-8175,-5-6-1140,-1 0 0,-1 0 0,0 1 0,-1-1 1,0 0-1,-1 1 0,-3 20 0,-21 102-8,8-67 5,3-14 0,-7 58 0,15-68 18,2 1 1,2-1-1,2 0 1,12 75-1,-10-101-51,1 0 0,2-1 0,0 0 0,1 0 1,0 0-1,2-1 0,0 0 0,1-1 0,1 0 0,0-1 0,2 0 0,0 0 0,17 15 0,-13-17-729,0-1 0,0-1 0,1 0-1,1-2 1,0 0 0,35 13 0,-3-6-5046,78 14 0,-30-13-6655</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0.949"/>
    </inkml:context>
    <inkml:brush xml:id="br0">
      <inkml:brushProperty name="width" value="0.035" units="cm"/>
      <inkml:brushProperty name="height" value="0.035" units="cm"/>
    </inkml:brush>
  </inkml:definitions>
  <inkml:trace contextRef="#ctx0" brushRef="#br0">779 112 12961,'-5'-7'501,"4"5"-262,-1 0 1,0 0 0,1 0-1,0 0 1,-1 0 0,1-1-1,0 1 1,0 0-1,1-1 1,-1 1 0,0-1-1,1 1 1,-1-1-1,1 1 1,0-6 0,-2-7 3532,1 12-3492,-1 1 0,1-1 0,-1 1 0,1 0 0,-1-1 0,0 1 0,0 0 0,0 0 0,0 0 0,-4-2 0,-1 0-39,-1 1 1,1 0-1,-1 1 0,0 0 0,0 0 0,1 0 1,-2 1-1,1 0 0,0 1 0,0 0 0,0 0 1,0 1-1,0 0 0,0 0 0,0 0 0,0 1 1,-15 6-1,0 2-68,1 0 0,0 2 1,0 0-1,-31 25 0,24-16-39,2 2-1,-32 32 1,49-44-167,1 0-1,-1 1 1,2-1 0,0 2 0,0-1 0,1 1-1,0 0 1,-6 19 0,12-25-46,0-1 0,0 0 0,0 0 0,1 1 0,0-1 0,0 0 0,0 1 0,1-1 0,0 0 0,0 0 0,1 1 0,0-1 0,0 0 0,0 0 0,1-1 0,-1 1 0,2 0 0,-1-1 0,0 0-1,1 0 1,0 0 0,0 0 0,1 0 0,-1-1 0,1 0 0,0 0 0,0 0 0,1-1 0,-1 1 0,1-1 0,-1-1 0,1 1 0,0-1 0,0 0 0,0 0 0,0-1 0,1 1 0,-1-1 0,0-1 0,0 1 0,1-1 0,-1 0 0,1-1 0,-1 0 0,0 0 0,0 0 0,0 0 0,9-4 0,33-19 675,-44 22-481,0-1-1,-1 0 0,1 0 1,-1-1-1,0 1 0,1-1 1,-1 0-1,-1 1 0,1-1 1,-1-1-1,1 1 0,-1 0 1,0 0-1,-1-1 0,1 1 0,1-10 1,2-3 224,0 5-213,34-90 2253,-34 92-2179,-1 1-1,2 0 1,-1 1 0,1-1-1,0 1 1,1 0 0,0 0-1,14-11 1,-20 18-200,0 0 0,0 0 0,0 0 0,1 1 0,-1-1 0,0 0 0,1 1 0,-1-1 0,1 1 0,-1-1 0,0 1 0,1-1 0,-1 1 0,1 0 0,-1 0 0,1 0 0,-1 0 0,1 0 0,-1 0 0,1 0 0,-1 1 0,1-1 0,-1 0 0,0 1 0,1-1 0,-1 1 0,2 0 0,0 2 0,0-1 0,-1 0 0,1 1 0,0 0 0,-1-1 0,0 1 0,0 0 0,1 0 0,-2 1 0,4 5 0,1 7 0,0-1 0,-1 1 0,-1 0 0,3 20 0,-1 28 0,-3 1 0,-2 0 0,-4 0 0,-2-1 0,-3 0 0,-28 110 0,17-106 0,-3-1 0,-3-1 0,-3-1 0,-3-2 0,-52 81 0,75-131-21,0-1 1,-1 0-1,-1 0 1,0-1-1,-1-1 1,0 1-1,0-2 1,-1 1-1,-16 8 1,21-14-25,0-1 0,0 0 0,1-1 0,-2 0 0,1 0 1,0 0-1,0-1 0,-1 0 0,1 0 0,0-1 0,-1 0 0,1 0 1,-1-1-1,1 0 0,0 0 0,0-1 0,-1 0 0,1 0 0,0-1 0,-11-5 1,4 0-698,1 0 1,-1-1 0,1-1 0,1 0 0,-1 0-1,2-1 1,-16-19 0,13 12-1687,0 0-1,1-1 0,2-1 1,-17-34-1,13 7-8134</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1.307"/>
    </inkml:context>
    <inkml:brush xml:id="br0">
      <inkml:brushProperty name="width" value="0.035" units="cm"/>
      <inkml:brushProperty name="height" value="0.035" units="cm"/>
    </inkml:brush>
  </inkml:definitions>
  <inkml:trace contextRef="#ctx0" brushRef="#br0">145 49 12157,'-19'-48'14857,"19"51"-14534,-1 1 0,0-1 0,1 1-1,-1-1 1,-1 1 0,1-1 0,-3 4-1,-2 9 119,-26 74-7,10-31 297,-24 108-1,42-150-660,2-1-1,0 1 1,1 0-1,0 0 1,2 0 0,0 0-1,0 0 1,2-1-1,0 1 1,1 0-1,9 22 1,-11-34-70,0 0 0,0 0 0,1-1 0,-1 1 0,1-1 0,1 0 0,-1 0 0,0 0 0,1 0 0,0 0 0,0-1 0,0 1 0,0-1 0,1 0 0,-1-1 0,1 1 0,0-1 0,-1 0 0,1 0 0,0 0 0,0-1 0,1 0 0,-1 0 0,0 0 0,0 0 0,0-1 0,1 0 0,-1 0 0,0 0 0,7-2 0,-4 1 0,-1-1 0,0 0 0,0 0 0,0-1 0,-1 0 0,1 0 0,-1-1 0,1 1 0,-1-1 0,0-1 0,0 1 0,-1-1 0,1 0 0,-1 0 0,0-1 0,-1 0 0,1 1 0,-1-1 0,0-1 0,-1 1 0,4-10 0,-2 1 0,-1-1 0,0 0 0,-1 0 0,-1 0 0,0-20 0,-5-81 0,0 85-471,0-1-1,-2 1 1,-2-1-1,-1 2 1,-1-1 0,-17-36-1,25 65-143,-1 0 0,-1 0-1,1 0 1,0 0 0,-1 0-1,1 1 1,-7-6 0,4 4-1333,-2 2-3536,-5 5 2820,10-2 997,-20 7-8131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1.622"/>
    </inkml:context>
    <inkml:brush xml:id="br0">
      <inkml:brushProperty name="width" value="0.035" units="cm"/>
      <inkml:brushProperty name="height" value="0.035" units="cm"/>
    </inkml:brush>
  </inkml:definitions>
  <inkml:trace contextRef="#ctx0" brushRef="#br0">191 38 9137,'4'-10'960,"1"-2"276,-4 3 6780,-3 7-7739,-1 1 0,1 1 0,-1-1-1,1 0 1,-1 0 0,1 1 0,-1 0 0,1-1-1,-1 1 1,-4 0 0,4 2-114,-1 0 0,1-1 0,-1 1 0,1 1 0,0-1 0,0 0 0,0 1 0,0 0 0,0-1 0,0 1 0,1 0 0,0 0 0,-3 5 0,-23 45 796,25-44-893,0 0-1,0 0 1,2 1 0,-1-1 0,1 1-1,0-1 1,1 1 0,0-1 0,1 1-1,0-1 1,0 1 0,1-1-1,0 1 1,1-1 0,0 0 0,0 0-1,1-1 1,0 1 0,1-1-1,10 15 1,-11-18-52,1 0 1,0 0-1,1 0 0,-1-1 0,1 0 0,0 0 1,0-1-1,0 1 0,0-1 0,1-1 1,-1 1-1,12 2 0,-15-4-8,0 0 0,0 0 0,1 0 0,-1-1 0,0 1 0,1-1 0,-1 0 0,1 0 0,-1 0-1,0 0 1,1-1 0,-1 1 0,0-1 0,1 0 0,-1 0 0,0 0 0,0 0 0,0-1 0,0 1 0,0-1 0,0 0 0,0 0 0,0 0 0,-1 0 0,1-1 0,2-2 0,-3 2-1,-1 1 1,0-1-1,0 1 1,0 0-1,-1-1 1,1 0 0,-1 1-1,1-1 1,-1 1-1,0-1 1,0 0 0,0 1-1,0-1 1,0 1-1,-1-1 1,1 0 0,-1 1-1,0-1 1,0 1-1,0-1 1,-2-3 0,-3-6 1,-1 0 1,0 1 0,-9-11-1,9 13-10,-7-8-131,-1 0 1,-1 0 0,-1 2 0,0 0 0,0 0 0,-2 2 0,-26-15 0,22 15-3272,-34-12-1,51 25-2869,-4 7-4101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1.931"/>
    </inkml:context>
    <inkml:brush xml:id="br0">
      <inkml:brushProperty name="width" value="0.035" units="cm"/>
      <inkml:brushProperty name="height" value="0.035" units="cm"/>
    </inkml:brush>
  </inkml:definitions>
  <inkml:trace contextRef="#ctx0" brushRef="#br0">939 110 10365,'1'0'204,"1"-1"1,-1 0-1,1 0 1,-1 0-1,1 1 1,-1-1-1,0-1 1,1 1-1,-1 0 1,0 0-1,0 0 1,0-1-1,0 1 1,0 0-1,0-1 1,0 1-1,0-1 1,0-1-1,1-30 6123,-2 21-4977,0 10-1043,0 1 1,0-1-1,0 0 0,-1 1 1,1-1-1,-1 1 1,1-1-1,-1 1 1,1-1-1,-1 1 1,0-1-1,-1-1 0,-3-13 2607,-17 12-461,19 4-2411,0 1 1,1-1-1,-1 1 1,0-1 0,0 1-1,0 0 1,0 0 0,1 0-1,-1 1 1,0-1 0,1 0-1,-1 1 1,1 0-1,0 0 1,-1 0 0,1 0-1,0 0 1,0 0 0,-2 4-1,-7 8 138,1 1-1,-10 20 0,1-2-92,-122 180-87,-146 237 0,-80 237-6556,356-660 4588,0-3-2763,13-7-11797</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2.220"/>
    </inkml:context>
    <inkml:brush xml:id="br0">
      <inkml:brushProperty name="width" value="0.035" units="cm"/>
      <inkml:brushProperty name="height" value="0.035" units="cm"/>
    </inkml:brush>
  </inkml:definitions>
  <inkml:trace contextRef="#ctx0" brushRef="#br0">10 0 11861,'1'1'121,"0"0"0,0-1 0,-1 1-1,1 0 1,0 0 0,0 0 0,-1 0 0,1 0 0,0 0-1,-1 0 1,1 0 0,-1 0 0,1 0 0,-1 0 0,0 0 0,1 0-1,-1 0 1,0 2 0,-15 11 2656,11-12-2344,2 0 836,2 1-279,1 2-810,-1 1 0,1-1 0,0 0 0,0 1 0,0-1 0,1 0-1,-1 0 1,1 0 0,1 0 0,-1 0 0,1 0 0,0-1 0,0 1 0,4 4-1,-1-2-70,0-1 0,1 0-1,-1 0 1,1-1-1,0 0 1,1 0-1,-1-1 1,10 4-1,-13-7-89,1 0 0,-1 0-1,0 0 1,1-1-1,-1 0 1,1 0-1,-1 0 1,1 0-1,7-2 1,-6 1 5,-3 0 2,0 1-1,0 0 1,0-1 0,-1 0 0,1 0-1,0 0 1,-1 0 0,1 0 0,0 0 0,-1-1-1,1 1 1,-1-1 0,0 1 0,0-1-1,1 0 1,-1 0 0,0 0 0,-1-1 0,1 1-1,0 0 1,-1-1 0,1 1 0,-1-1 0,1 1-1,-1-1 1,0 0 0,0 1 0,-1-1-1,1 0 1,-1 0 0,1 0 0,-1 0 0,0-4-1,0 3 1,0 0 0,-1-1 1,1 1-1,-1 0 0,0 0 0,0 0 0,-1 0 0,1 0 0,-1 0 0,0 0 0,0 0 1,0 1-1,0-1 0,-1 1 0,1-1 0,-1 1 0,0 0 0,0 0 0,0 0 0,-1 0 1,-6-4-1,4 5-214,1-1 1,-1 1 0,0 0 0,0 1-1,0-1 1,0 1 0,0 0 0,0 1-1,-12-1 1,11 2-1494,1-1-1,0 1 1,0 0 0,0 1 0,-11 3-1,0 3-8335</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2.587"/>
    </inkml:context>
    <inkml:brush xml:id="br0">
      <inkml:brushProperty name="width" value="0.035" units="cm"/>
      <inkml:brushProperty name="height" value="0.035" units="cm"/>
    </inkml:brush>
  </inkml:definitions>
  <inkml:trace contextRef="#ctx0" brushRef="#br0">1296 234 6605,'-1'-11'675,"1"9"-515,0 0 0,0 0 1,0 0-1,0 0 1,-1 0-1,1 0 1,0 0-1,-1 0 1,0 0-1,1 0 1,-1 1-1,0-1 1,0 0-1,0 0 1,0 1-1,0-1 1,-1 1-1,1-1 1,0 1-1,-4-3 1,3 2 203,0 0 0,-1 0 0,1 0 0,1 0 0,-1 0 0,0-1 0,0 1 0,1-1 0,-2-3 1,-15-18 2603,-22-18 301,33 33-2489,-2-1 0,1 2 0,-1-1 1,0 1-1,-20-13 0,24 18-408,-2-1-23,1 0 0,-1 1 0,1 0 0,-10-3 0,15 6-269,0-1-1,0 1 1,0 0 0,0 0-1,0-1 1,0 1-1,0 0 1,-1 0-1,1 0 1,0 0-1,0 0 1,0 0-1,0 0 1,0 1 0,-1-1-1,1 0 1,0 1-1,0-1 1,0 1-1,0-1 1,0 1-1,0-1 1,0 1-1,0 0 1,0-1 0,0 1-1,1 0 1,-1 0-1,0 0 1,0 0-1,1 0 1,-1-1-1,0 1 1,1 0 0,-1 2-1,-1 4 119,1 0 0,0-1 0,0 1 0,0 0 0,2 12 0,-2-12-110,1 48 346,2 1-1,11 68 1,-12-120-434,37 298 0,-33-233 0,-3 0 0,-9 97 0,-2-95-56,-3 0 1,-4-2-1,-2 1 0,-3-2 0,-4-1 1,-2-1-1,-3-1 0,-3-1 1,-2-2-1,-4-2 0,-2-1 0,-2-2 1,-3-3-1,-2-1 0,-98 83 1,115-112-1143,-1-2 1,-1-1 0,-63 29 0,28-22-4717,-74 21 1,40-18-6363</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4.735"/>
    </inkml:context>
    <inkml:brush xml:id="br0">
      <inkml:brushProperty name="width" value="0.035" units="cm"/>
      <inkml:brushProperty name="height" value="0.035" units="cm"/>
    </inkml:brush>
  </inkml:definitions>
  <inkml:trace contextRef="#ctx0" brushRef="#br0">695 144 7669,'-7'-6'5013,"-21"-19"100,-19-22-2271,41 41-2683,1 0 0,-1 0 0,0 1-1,0 0 1,-1 0 0,1 0 0,-1 1 0,0 0 0,-1 0 0,1 0 0,-9-2 0,11 5-137,-1-1 0,1 1 0,0 0-1,-1 1 1,1-1 0,-1 1 0,1 0-1,0 1 1,-1-1 0,1 1 0,-1 0 0,1 0-1,0 1 1,0 0 0,0 0 0,0 0-1,-8 5 1,0 1-14,1 0 0,0 1 0,1 1-1,0 0 1,0 1 0,1 0 0,0 0 0,1 1-1,-10 17 1,-2 6 68,1 0-1,2 1 1,-22 64-1,12-18 51,-30 95 171,22-34-162,-34 283-1,62-350-24,2 96 0,7-158 143,0 0 0,1-1 0,0 1 1,1 0-1,1-1 0,5 16 0,-7-25-159,0 0-1,0 0 1,0 0-1,0-1 1,0 1-1,1-1 0,0 1 1,0-1-1,0 0 1,0 0-1,0-1 1,0 1-1,1 0 0,-1-1 1,1 0-1,0 0 1,0 0-1,-1 0 0,1-1 1,1 0-1,-1 1 1,0-1-1,6 0 1,18 2 8,1-2 0,-1-1 1,0-1-1,30-5 1,-36 2-530,4 0-1129,0 0 0,-1-2 0,0-1 0,0 0-1,-1-2 1,39-20 0,-31 9-4021,3 0-3297</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5.228"/>
    </inkml:context>
    <inkml:brush xml:id="br0">
      <inkml:brushProperty name="width" value="0.035" units="cm"/>
      <inkml:brushProperty name="height" value="0.035" units="cm"/>
    </inkml:brush>
  </inkml:definitions>
  <inkml:trace contextRef="#ctx0" brushRef="#br0">66 52 9329,'14'-37'9191,"-6"23"-4148,-9 18-3862,-25 94 1375,-20 87-795,40-155-1829,2 1 0,1-1 0,1 1 0,3 33 0,2-49-195,0 0 1,1 0-1,1 0 0,1 0 0,0-1 0,1 0 1,0 0-1,1-1 0,10 13 0,-15-22 201,-1-1 1,1 0-1,1 1 0,-1-1 1,0-1-1,1 1 0,-1 0 1,1-1-1,0 0 0,0 0 1,0 0-1,0 0 0,0-1 0,0 1 1,1-1-1,-1 0 0,0-1 1,1 1-1,-1-1 0,1 1 1,-1-1-1,0-1 0,6 0 1,3 0 22,0-1 0,0-1 0,-1 0 0,1-1 0,-1 0 0,17-8 0,-17 6 145,-8 3-33,0 1 1,1 0-1,-1 0 0,0 0 0,1 1 1,6-2-1,-10 3-43,1 0-1,0 0 1,-1 0 0,1 1 0,0-1-1,-1 0 1,1 0 0,0 1 0,-1 0-1,1-1 1,-1 1 0,1 0-1,-1-1 1,1 1 0,-1 0 0,1 0-1,-1 0 1,0 0 0,0 0 0,1 1-1,1 1 1,29 39 456,-25-32-438,0 0-1,0-1 1,1 0 0,0 0-1,1-1 1,0 0-1,0 0 1,1-1 0,15 9-1,-10-10-48,-1 0 0,1-1 0,0-1-1,0 0 1,1-1 0,-1-1 0,1 0 0,0-1 0,-1-1-1,20-1 1,-15-1-16,-1-1-1,1-1 0,-1 0 1,0-1-1,0-2 0,-1 0 1,29-15-1,-44 21 24,0-1 0,0 0 0,0 0 0,0 0-1,0 0 1,0 0 0,-1 0 0,0-1 0,1 1 0,-1-1 0,0 0 0,0 0 0,0 0-1,0 0 1,-1 0 0,2-4 0,-2 4 0,-1 1-1,1-1 1,-1 0 0,0 0-1,0 0 1,0 1 0,0-1-1,-1 0 1,1 0 0,-1 0-1,1 1 1,-1-1 0,0 0-1,0 1 1,0-1 0,-2-2-1,-2-2-3,1 1-1,-1-1 1,-1 1-1,1 0 1,-1 0-1,0 0 1,-1 1-1,1 0 1,-1 1-1,0-1 1,0 1-1,-9-3 0,-2 0-177,0 1 0,0 0-1,-1 2 1,0 0 0,-34-2-1,-10 3-2861,6 0-3212,38 1 1028,2-1-2862</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5.649"/>
    </inkml:context>
    <inkml:brush xml:id="br0">
      <inkml:brushProperty name="width" value="0.035" units="cm"/>
      <inkml:brushProperty name="height" value="0.035" units="cm"/>
    </inkml:brush>
  </inkml:definitions>
  <inkml:trace contextRef="#ctx0" brushRef="#br0">0 17 9625,'7'-17'3540,"3"24"611,-3-1-3475,-5-4 696,-2-2-1240,1 0 0,0 1 0,0-1 0,-1 1 0,1-1 0,0 1-1,-1-1 1,1 1 0,0 0 0,-1-1 0,1 1 0,-1 0-1,1 0 1,-1-1 0,1 1 0,-1 0 0,0 0 0,1 0 0,-1-1-1,0 1 1,0 1 0,7 22 823,-6-20-624,1 8-60,0 0 0,-1 0 0,0 0 0,-1 0 0,0 0 0,-3 15 0,0 8 91,3-8-329,5 41 0,0-24-251,-5-40 203,1 0-1,-1 0 0,1 0 0,0 0 0,1 0 0,-1 0 1,1 0-1,-1-1 0,1 1 0,0-1 0,1 1 0,-1-1 1,0 0-1,4 4 0,-5-7 11,0 1 1,0-1-1,0 1 0,0-1 0,0 0 1,0 1-1,0-1 0,0 0 0,0 0 1,0 0-1,1 0 0,-1 0 1,0 0-1,0 0 0,0 0 0,0 0 1,2-1-1,0 1-7,10-1 57,0-1-1,0 0 1,0-1 0,-1 0-1,16-6 1,-14 4 25,0 1 1,0 0 0,1 1-1,14-1 1,-2 5-21,-1 0 0,1 2 0,-1 1 0,0 1 0,0 1 0,45 17 0,-63-20-18,-1-1 1,1 0-1,0-1 0,-1 0 0,1 0 1,0-1-1,0 1 0,-1-2 0,1 1 0,0-1 1,0 0-1,-1-1 0,1 0 0,-1 0 1,1-1-1,8-4 0,-15 6 23,1-1 0,-1 1-1,0-1 1,1 0 0,-1 1-1,0-1 1,0 0 0,-1 0 0,1 0-1,0 0 1,0 0 0,-1 0 0,0 0-1,1 0 1,-1 0 0,0-4 0,0 6-46,1-8 148,-2 0 0,1 0-1,-1 0 1,0 0 0,-1 0-1,1 0 1,-7-14 0,-27-55 211,11 27-634,18 34-1083,1 0 1,-6-26 0,7 17-2769,0 1-3285</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6.227"/>
    </inkml:context>
    <inkml:brush xml:id="br0">
      <inkml:brushProperty name="width" value="0.035" units="cm"/>
      <inkml:brushProperty name="height" value="0.035" units="cm"/>
    </inkml:brush>
  </inkml:definitions>
  <inkml:trace contextRef="#ctx0" brushRef="#br0">308 60 12781,'-18'-44'6847,"12"30"-4368,5 12-835,-9 19 1095,7-8-2378,0-1-1,1 1 1,-1-1 0,2 1-1,-1 0 1,1 0 0,0 15 0,-1 1 58,-17 94 1055,-69 223 0,80-314-1450,-14 29-120,16-45 65,1 0-1,0 1 1,1 0-1,0-1 0,1 1 1,-2 22-1,18-49 83,-10 11-61,33-35-88,-23 24 61,1-1 0,25-18-1,-33 28 29,1 1 0,0 0 0,0 0 0,0 0-1,0 1 1,1 1 0,-1-1 0,1 1 0,0 0-1,8 0 1,-4 0-28,1 1 0,-1 1 0,1 0 0,-1 1 0,22 3-1,-27-2-27,-1-1-1,0 1 1,1 1-1,-1-1 1,0 1-1,0 0 0,0 1 1,-1-1-1,1 1 1,-1 0-1,0 1 1,0-1-1,4 7 1,-6-8 28,0 0 0,0 0 0,-1 0 0,0 1 1,1-1-1,-1 1 0,-1 0 0,1-1 1,0 1-1,-1 0 0,0 0 0,0 0 1,0 0-1,0 0 0,-1 0 0,0 0 1,0 1-1,0-1 0,0 0 0,0 0 1,-2 6-1,0-5 17,-1 1 1,1-1 0,-1 0-1,0 0 1,0-1 0,0 1-1,-1-1 1,1 1-1,-1-1 1,0 0 0,-1 0-1,1-1 1,-1 1-1,1-1 1,-8 3 0,0 2-24,0-1 0,-1-1 0,1 0 0,-1-1-1,0-1 1,-16 4 0,-146 29-3166,102-29-2405,61-8 3340,0 1 0,0 1 0,-20 4 0,17 3-6442</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6.461"/>
    </inkml:context>
    <inkml:brush xml:id="br0">
      <inkml:brushProperty name="width" value="0.035" units="cm"/>
      <inkml:brushProperty name="height" value="0.035" units="cm"/>
    </inkml:brush>
  </inkml:definitions>
  <inkml:trace contextRef="#ctx0" brushRef="#br0">99 0 15497,'0'0'8041,"0"4"-5749,-23 101 4341,-7 3-6619,13-48-1632,6-29-1579,3-6-1734,2-1-3313,3-4-3259</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6.631"/>
    </inkml:context>
    <inkml:brush xml:id="br0">
      <inkml:brushProperty name="width" value="0.035" units="cm"/>
      <inkml:brushProperty name="height" value="0.035" units="cm"/>
    </inkml:brush>
  </inkml:definitions>
  <inkml:trace contextRef="#ctx0" brushRef="#br0">0 12 9365,'19'-12'3472,"-6"24"-5224,-3 5-1532,9-6-1533</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7.085"/>
    </inkml:context>
    <inkml:brush xml:id="br0">
      <inkml:brushProperty name="width" value="0.035" units="cm"/>
      <inkml:brushProperty name="height" value="0.035" units="cm"/>
    </inkml:brush>
  </inkml:definitions>
  <inkml:trace contextRef="#ctx0" brushRef="#br0">353 0 8533,'-18'10'9896,"-21"13"-7267,-30 16-2002,29-13-151,-46 36 1,13-7-766,45-30-63,29-23 400,-1-1 0,1 1 0,0-1 0,0 1 0,0-1 1,0 0-1,0 1 0,0-1 0,0 0 0,0 0 0,0 0 0,1 0 1,-1 0-1,0 0 0,1 0 0,-1 0 0,1-1 0,1 2 0,37-7 1219,-38 6-1111,-1 0 0,1-1 1,-1 1-1,1 0 0,-1 0 1,1 0-1,-1 1 0,0-1 1,1 0-1,-1 0 0,0 1 1,0-1-1,0 1 0,0-1 0,0 1 1,-1-1-1,1 1 0,0 1 1,0 5 31,1 0 0,0 0 0,0 0 0,0 0 1,1-1-1,0 0 0,1 1 0,0-1 0,0 0 0,5 7 0,-3-13-95,8-2-81,-1-2 1,0 1-1,0-2 0,0 0 0,0 0 1,0-1-1,-1-1 0,0 0 0,21-15 1,-8 0 55,-2-1 0,-1 0 0,0-2-1,21-32 1,-25 31 354,1 1-1,1 1 0,1 1 1,34-27-1,-52 47-406,0-1 1,0 1 0,0 0-1,1 0 1,-1 0-1,1 0 1,0 1 0,-1-1-1,1 1 1,0 0-1,0 0 1,0 0-1,0 1 1,0-1 0,0 1-1,0 0 1,0 0-1,0 1 1,0-1-1,-1 1 1,1-1 0,0 1-1,0 1 1,0-1-1,0 0 1,-1 1-1,1 0 1,-1 0 0,1 0-1,-1 0 1,0 1-1,0-1 1,0 1-1,4 4 1,-2-1 3,0 0 0,0 0 0,-1 1 0,0-1 0,-1 1 0,1 0 0,-1 0 0,-1 0 0,1 0 1,-1 1-1,-1-1 0,1 1 0,-1-1 0,0 1 0,-1-1 0,0 1 0,-1 8 0,-1-2-114,-2 0 0,1-1-1,-2 0 1,0 0 0,0 0 0,-1 0 0,-1-1 0,0 0-1,0 0 1,-2-1 0,1 0 0,-1 0 0,-15 12 0,9-9-137,-1 0 1,-1-2-1,0 0 1,0-1 0,-1 0-1,-1-2 1,0 0-1,-26 8 1,34-14-608,1 0 0,0-1-1,0-1 1,-1 1 0,1-2 0,-22 0 0,24-1-860,1 0 0,-1-1 0,0 0 0,0 0 0,-11-5 1,3-2-8603</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7.569"/>
    </inkml:context>
    <inkml:brush xml:id="br0">
      <inkml:brushProperty name="width" value="0.035" units="cm"/>
      <inkml:brushProperty name="height" value="0.035" units="cm"/>
    </inkml:brush>
  </inkml:definitions>
  <inkml:trace contextRef="#ctx0" brushRef="#br0">1282 1 14633,'0'0'7880,"2"2"-5793,7 7-1381,-1 0 0,0 0 0,-1 1 0,0 0 0,0 1 0,-1-1 0,-1 1 1,5 14-1,30 99 888,-35-108-1398,7 31-190,-2 0-1,-1 1 1,-3 0-1,0 55 1,-6-72-7,-2 1 0,-1-1 0,-1 0 1,-2 0-1,-1-1 0,-1 1 1,-19 42-1,12-39 1,-3 0 0,0-2 0,-2 0 0,-2-1 0,-1-1 0,-37 39 0,11-22-632,-63 45 1,-5 5-157,116-96 787,1-1 0,-1 1 0,0 0 0,1-1 0,-1 1 0,0 0 0,0-1 0,0 1 0,1-1 0,-1 1 0,0-1 0,0 0 0,0 1 0,0-1 0,0 0 0,0 0 0,0 0 0,0 1 0,0-1 0,0 0 0,1 0 0,-3-1 0,2 1 4,0-1 0,-1 0 0,1 0 0,0 0 0,0 0 0,0 0 0,0 0 1,0 0-1,0 0 0,0 0 0,1 0 0,-1-1 0,-1-1 0,1 2-2,0 1-1,0 0 0,0 0 1,0-1-1,0 1 1,0 0-1,-1 0 0,1 0 1,0 0-1,0 0 1,0 1-1,0-1 1,0 0-1,-2 1 0,1-1-1,-22 3 11,0 1-1,0 0 1,1 2 0,-37 14-1,-87 47-4,99-43-256,-100 35 0,102-46-249,10-1-667,0-1 0,-1-3 0,0-1 0,-63 4 1,48-18-3092,22-1-2847</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26.753"/>
    </inkml:context>
    <inkml:brush xml:id="br0">
      <inkml:brushProperty name="width" value="0.035" units="cm"/>
      <inkml:brushProperty name="height" value="0.035" units="cm"/>
    </inkml:brush>
  </inkml:definitions>
  <inkml:trace contextRef="#ctx0" brushRef="#br0">36 498 4276,'-29'-2'1339,"23"1"2935,29 7-2922,9-4-983,1-1-1,45-4 1,-13 0-152,5839-240 1394,-4550 126-2293,-1008 62-1051,-123 3-2489,-109 22-332</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6.775"/>
    </inkml:context>
    <inkml:brush xml:id="br0">
      <inkml:brushProperty name="width" value="0.035" units="cm"/>
      <inkml:brushProperty name="height" value="0.035" units="cm"/>
    </inkml:brush>
  </inkml:definitions>
  <inkml:trace contextRef="#ctx0" brushRef="#br0">32 0 13945,'0'0'7242,"0"4"-5046,-2 18-978,2 0 1,1 1 0,0-1-1,2 0 1,0 0-1,8 24 1,7 50-370,-12-22-847,-3 0 0,-8 99 0,-31 147-3,28-263 1,-18 253-6423,25-302 5108,1 0 0,0 0 0,1 0 0,-1 0 0,2 0 0,-1 0 0,1 0 0,4 12 0,14 12-10210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7.250"/>
    </inkml:context>
    <inkml:brush xml:id="br0">
      <inkml:brushProperty name="width" value="0.035" units="cm"/>
      <inkml:brushProperty name="height" value="0.035" units="cm"/>
    </inkml:brush>
  </inkml:definitions>
  <inkml:trace contextRef="#ctx0" brushRef="#br0">61 649 10065,'1'-22'464,"0"12"-168,0 0-1,-1 0 0,0 0 1,-1 0-1,0 0 1,-1 0-1,0 0 0,0 1 1,-1-1-1,-4-9 1,-2 0 476,2-1 1,0 0 0,1 0 0,1-1 0,1 0-1,1 0 1,0 0 0,2 0 0,2-32 0,0 41-521,0 1 1,2 0-1,-1 0 1,1 0-1,1 0 1,0 0-1,0 1 1,1-1 0,1 1-1,0 0 1,0 1-1,1 0 1,0 0-1,0 0 1,1 1 0,0 0-1,1 0 1,0 1-1,13-8 1,-3 4-90,0 1 0,1 1 1,0 1-1,0 1 0,1 0 1,0 2-1,0 0 1,0 2-1,1 0 0,-1 1 1,1 2-1,0 0 0,22 3 1,-9 1-79,-1 2 1,1 1 0,-1 1 0,-1 2 0,0 2 0,0 0 0,42 25-1,-52-24-154,-1 1 1,0 1-1,-1 0 0,0 2 0,-2 1 0,0 0 0,29 37 0,-38-40-64,0-1 1,-1 2-1,0 0 0,-1 0 0,-1 0 0,-1 1 1,0 0-1,-1 0 0,-1 0 0,-1 1 0,0 0 1,0 24-1,-4-17-16,0 1 1,-2 0 0,-1-1-1,-1 0 1,-1 0 0,-1 0-1,-1-1 1,-1 0 0,-18 33-1,-6 1-88,-3-2 0,-58 72 0,50-66 71,43-61 161,1 0 0,-1 1-1,1-1 1,-1 0 0,1 1 0,-1-1 0,1 1 0,0-1-1,-1 1 1,1-1 0,0 1 0,0-1 0,0 0 0,0 1-1,0-1 1,1 1 0,-1-1 0,0 1 0,1-1 0,-1 1-1,1-1 1,-1 0 0,1 1 0,0-1 0,0 0 0,-1 0-1,1 0 1,0 1 0,0-1 0,0 0 0,0 0 0,1 0-1,0 1 1,3 1 12,0 1 0,0-1 1,0 0-1,1 0 0,-1-1 0,11 4 0,155 38-129,12 5 69,-161-42 71,174 65-235,-174-63 154,-1 2 0,0 1 0,-1 0 0,0 2 1,-1 0-1,27 26 0,-41-35 47,0 0 1,0 1-1,-1-1 1,1 1-1,-1 0 1,-1 0 0,1 1-1,-1-1 1,0 1-1,-1 0 1,0 0-1,0 0 1,2 10-1,-4-11 7,0 1 0,0-1 1,-1 1-1,1-1 0,-1 0 0,-1 1 0,1-1 0,-1 0 0,0 0 0,-1 1 0,1-2 1,-1 1-1,-1 0 0,-6 10 0,-6 4-5,-1-1 1,0-1-1,-2 0 0,0-1 1,-1-1-1,0-1 0,-1-1 1,-1-1-1,-28 13 0,-25 7-3,-119 36-1,127-49-163,0-4 0,-1-2 0,0-3 0,-1-3 0,0-4 0,0-2 0,-105-11 0,156 7-377,0-1 1,0-1 0,-23-8 0,33 9-957,-1-1 0,1 0 1,0 0-1,-13-10 0,5 3-7687</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7.527"/>
    </inkml:context>
    <inkml:brush xml:id="br0">
      <inkml:brushProperty name="width" value="0.035" units="cm"/>
      <inkml:brushProperty name="height" value="0.035" units="cm"/>
    </inkml:brush>
  </inkml:definitions>
  <inkml:trace contextRef="#ctx0" brushRef="#br0">525 41 13965,'-3'-3'125,"0"0"175,0 0 0,0-1 0,0 2 0,0-1 0,-1 0 0,0 1 0,1-1 0,-1 1 0,0 0 0,0 0 0,0 1 0,0-1 0,0 1 0,-1 0 0,1 0 0,0 0 0,-1 1 0,1-1 0,0 1 0,-8 0 0,-8 3 269,1 0 0,0 2 0,0 0 0,0 1-1,0 0 1,1 2 0,0 0 0,1 1 0,-21 15 0,15-8-339,1 2 0,0 0 0,2 2 0,0 0 0,-32 46 0,44-55-379,1 1 1,1 1-1,0-1 0,0 1 0,1 0 1,-4 19-1,1 2-748,-3 44 0,10-74 816,0 0 1,1-1 0,0 1 0,0 0 0,0-1 0,0 1 0,0 0 0,1-1-1,0 1 1,0 0 0,0-1 0,0 1 0,0-1 0,1 0 0,-1 1 0,1-1-1,3 4 1,-3-5 66,0-1 0,0 1 0,1 0 1,-1-1-1,1 0 0,-1 1 0,1-1 0,-1 0 0,1 0 0,0-1 0,0 1 0,-1-1 0,1 1 0,0-1 0,0 0 0,0 0 0,-1 0 0,1 0 1,0 0-1,0-1 0,0 0 0,3-1 0,14-4 208,-1-1 0,0-1 0,0 0 0,-1-2 0,25-17 0,-16 11 429,46-22 1,-55 31-284,35-10 0,-47 15-404,0 1 0,1 0 0,-1 0 0,0 1 0,0 0 0,1 0 0,-1 0 0,0 1 0,1 0 0,7 3 0,53 20-1828,3 1-1955,1-6-4143,-27-8-545</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7.893"/>
    </inkml:context>
    <inkml:brush xml:id="br0">
      <inkml:brushProperty name="width" value="0.035" units="cm"/>
      <inkml:brushProperty name="height" value="0.035" units="cm"/>
    </inkml:brush>
  </inkml:definitions>
  <inkml:trace contextRef="#ctx0" brushRef="#br0">623 1092 9177,'2'-7'437,"1"-5"418,-1 0 0,0 0 0,-1 0 0,0-1 0,-1-15 0,-1 23-475,0 1 0,0-1 0,0 0 0,-1 0 0,0 0 0,1 1 0,-2-1 0,1 1 0,-1 0 0,1 0 0,-1-1 0,0 2 0,0-1 1,-1 0-1,1 1 0,-1-1 0,-5-3 0,0 0 26,-1 1 1,1 0-1,-1 0 1,0 1-1,-1 1 1,1-1-1,-1 2 0,0-1 1,0 1-1,0 1 1,0 0-1,0 1 1,-1 0-1,-17 1 1,15 1-160,1 1 1,-1 1-1,1 0 0,-1 0 1,1 2-1,0 0 0,0 0 1,1 1-1,0 0 0,0 1 1,-21 17-1,11-6-134,0 1-1,2 2 1,0 0-1,2 1 1,0 1-1,2 1 1,0 0-1,2 1 1,0 0-1,2 1 1,1 1-1,-12 42 1,21-62-188,1 0 0,-1 0 1,1 0-1,0 0 0,1 0 1,0 0-1,0 0 0,1 0 0,-1 0 1,2 0-1,-1 0 0,1 0 0,3 9 1,-4-13-9,1 1 1,0 0-1,1-1 1,-1 0 0,1 1-1,-1-1 1,1 0-1,0 0 1,0-1-1,0 1 1,1-1 0,-1 1-1,0-1 1,1 0-1,0 0 1,-1 0-1,1-1 1,0 1 0,0-1-1,0 0 1,0 0-1,0-1 1,0 1-1,5-1 1,3 1-107,1-1 0,-1 0-1,1-1 1,0-1 0,-1 0 0,0-1 0,1 0-1,-1 0 1,-1-2 0,1 1 0,0-2-1,-1 1 1,0-1 0,15-12 0,-12 7 128,-1-1 1,0 0-1,0-1 1,-2 0-1,1 0 1,-2-2-1,0 1 0,-1-1 1,14-30-1,0-10 247,-3 0-1,-2-2 1,-3 0 0,-2-1-1,-3-1 1,5-111-1,-14-22 1211,-27-212 0,24 379-1037,-11-47-1,7 60-47,2 12-86,-7 23 49,5 1-159,0 1 0,2-1 0,-2 41 1,3 84-71,4-101-175,-1-12-265,5 264-3636,16-100-7329,-3-103-1426</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9.088"/>
    </inkml:context>
    <inkml:brush xml:id="br0">
      <inkml:brushProperty name="width" value="0.035" units="cm"/>
      <inkml:brushProperty name="height" value="0.035" units="cm"/>
    </inkml:brush>
  </inkml:definitions>
  <inkml:trace contextRef="#ctx0" brushRef="#br0">267 464 13969,'1'0'161,"0"-1"-1,0 0 0,0 1 0,0-1 1,0 0-1,0 0 0,0 0 0,0 1 1,-1-1-1,1 0 0,0 0 0,-1 0 1,1 0-1,0 0 0,-1 0 1,0-1-1,1 1 0,-1 0 0,1 0 1,-1 0-1,0 0 0,0 0 0,0-1 1,0 1-1,0 0 0,0 0 0,0 0 1,0-1-1,0 1 0,0 0 1,-1 0-1,1 0 0,0 0 0,-1 0 1,1-1-1,-1 1 0,0 0 0,1 0 1,-1 0-1,0 0 0,1 0 0,-1 1 1,0-1-1,-1-1 0,1 2 7,0 0 0,-1 0 0,1 1 0,0-1 0,0 0 0,0 1 0,0-1 0,0 1 0,0-1 0,0 1 0,0 0 0,1-1 0,-1 1 0,0 0 0,0 0 0,0-1 0,0 2-1,0-1 103,-4 4 0,0 1-1,1-1 1,0 1 0,0-1-1,0 1 1,1 0 0,-1 1-1,2-1 1,-5 11 0,-13 68 1118,13-54-1013,-150 787 2731,146-757-3322,-5 103 0,16-161 202,0 0-1,0 0 1,1-1-1,-1 1 1,1 0 0,-1 0-1,1 0 1,0-1-1,0 1 1,0 0-1,3 4 1,-4-7 11,1 1 1,-1-1-1,1 1 1,-1-1-1,1 1 1,0-1-1,-1 1 0,1-1 1,0 0-1,-1 1 1,1-1-1,0 0 1,-1 0-1,1 0 1,0 1-1,0-1 0,-1 0 1,1 0-1,0 0 1,0 0-1,-1 0 1,1 0-1,0 0 1,0-1-1,-1 1 0,1 0 1,0 0-1,0-1 1,-1 1-1,1 0 1,0-1-1,-1 1 1,1 0-1,0-1 0,-1 1 1,1-1-1,-1 1 1,1-1-1,-1 1 1,1-1-1,0-1 1,10-9-19,-1 0 0,0-1 1,-1 0-1,0 0 0,-1-1 1,-1-1-1,9-19 0,35-109-38,-38 103 47,106-365-64,-9 26 8,29 14 136,-134 353-62,51-101 159,-47 97-104,0 0-1,1 1 1,1 1-1,0 0 1,14-13-1,-22 23-29,-1 1 0,1-1 1,-1 1-1,1 0 0,0 0 0,0 0 0,0 0 0,0 1 0,0-1 0,1 1 0,-1 0 0,0 0 1,1 0-1,-1 0 0,1 1 0,-1-1 0,1 1 0,-1 0 0,1 0 0,-1 0 0,1 0 0,-1 1 1,1-1-1,-1 1 0,0 0 0,1 0 0,-1 1 0,0-1 0,0 0 0,1 1 0,-1 0 0,0 0 1,-1 0-1,1 0 0,0 0 0,-1 1 0,1-1 0,-1 1 0,0-1 0,4 7 0,4 4-10,-1 0-1,-1 0 0,0 1 0,-1 0 1,10 29-1,16 81-41,-29-108 21,100 616 1,-96-571 0,9 82-362,26 166-2074,-30-242 1499,3 0 0,36 96 0,-42-139-347,0-1 0,2 0 0,16 24 0,-19-35-774,0 0-1,1-1 0,19 18 1,17 5-8746</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9.731"/>
    </inkml:context>
    <inkml:brush xml:id="br0">
      <inkml:brushProperty name="width" value="0.035" units="cm"/>
      <inkml:brushProperty name="height" value="0.035" units="cm"/>
    </inkml:brush>
  </inkml:definitions>
  <inkml:trace contextRef="#ctx0" brushRef="#br0">0 742 12605,'49'-34'1592,"1"3"-1,1 1 1,91-37 0,174-48 803,-222 84-2069,-20 6-100,197-73 240,-94 29-365,185-84-86,-353 148-24,-1-1-1,0 0 1,0 0-1,0 0 0,7-9 1,-1 3 29,-12 10-5,33-26 363,-35 27-373,1 1 0,-1 0 1,0 0-1,0 0 0,0-1 1,0 1-1,1 0 0,-1 0 0,0 0 1,0 0-1,0 0 0,1 0 1,-1-1-1,0 1 0,0 0 1,0 0-1,1 0 0,-1 0 1,0 0-1,0 0 0,1 0 0,-1 0 1,0 0-1,0 0 0,1 0 1,-1 0-1,0 0 0,0 0 1,0 0-1,1 0 0,-1 1 1,0-1-1,0 0 0,1 0 0,-1 0 1,0 0-1,0 0 0,0 0 1,0 1-1,1-1 0,-1 0 1,0 0-1,0 0 0,0 1 0,0-1 1,1 0-1,-1 0 0,0 0 1,0 1-1,0-1 0,0 0 1,0 0-1,0 0 0,0 1 1,0-1-1,0 0 0,0 0 0,0 1 1,0-1-1,0 0 0,0 1 1,-8 23 118,-21 31 58,-9 2 56,-60 100 155,84-131-338,2 0 0,0 0-1,2 1 1,-9 38 0,17-59-58,0 1-1,1 0 1,0 0 0,0-1-1,1 1 1,0 0 0,0 0 0,1 0-1,0 0 1,0-1 0,0 1-1,1 0 1,0-1 0,1 1-1,-1-1 1,1 0 0,0 0 0,1 0-1,-1 0 1,1 0 0,0-1-1,1 1 1,-1-1 0,1-1-1,0 1 1,1 0 0,-1-1 0,1 0-1,-1-1 1,1 1 0,0-1-1,1 0 1,-1 0 0,0-1-1,1 0 1,-1 0 0,9 1 0,15 1-116,1 0 1,0-2 0,-1-1 0,1-2 0,48-7 0,151-40-273,-172 33 347,-1-3 0,-1-2 0,-1-3 0,-1-2 0,-1-2 0,69-48-1,-102 60 67,0-1 0,-1-1 0,-1-1 0,-1-1 0,0 0-1,-1-1 1,22-38 0,-33 46 64,0-1 0,0 0-1,-1-1 1,-1 1 0,0-1-1,1-26 1,0 8 324,-3 29-48,-1-17 744,-1 17-970,1 1 0,0-1 0,-1 1 0,1-1 0,-1 1 0,1-1 1,-1 1-1,0-1 0,0 1 0,-1 0 0,1 0 0,0-1 0,-1 1 1,1 0-1,-4-3 0,3 3 315,-5-5 201,7 6-633,0 1-1,0-1 1,-1 0 0,1 1 0,0-1 0,-1 0 0,1 1 0,-1-1 0,1 1 0,-1-1-1,1 1 1,-1-1 0,1 1 0,-1-1 0,0 1 0,1 0 0,-1-1 0,0 1 0,1 0-1,-1-1 1,0 1 0,1 0 0,-1 0 0,0 0 0,1 0 0,-1-1 0,0 1 0,0 0-1,0 0 1,-5 4 75,1 0-1,-1 1 0,1-1 0,0 1 0,1 0 1,-1 0-1,1 0 0,0 1 0,-6 10 1,-29 63 233,33-66-243,-3 7-16,1 1 0,1 0 0,1 0-1,1 1 1,0 0 0,2-1-1,-1 25 1,4-37-92,-1-1-1,2 0 1,-1 1-1,1-1 0,0 0 1,1 0-1,0 0 1,0 0-1,1 0 1,0 0-1,0 0 1,1-1-1,0 0 1,1 1-1,-1-2 1,1 1-1,0 0 1,1-1-1,0 0 1,0 0-1,13 9 0,-3-6-309,0-1-1,0 0 0,1-2 0,0 0 0,1 0 0,-1-2 1,1 0-1,0-1 0,20 1 0,7-2-1211,0-2 0,68-8 0,-69 1-251,0-1-1,45-15 0,26-15-5060,-48 15-630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0.164"/>
    </inkml:context>
    <inkml:brush xml:id="br0">
      <inkml:brushProperty name="width" value="0.035" units="cm"/>
      <inkml:brushProperty name="height" value="0.035" units="cm"/>
    </inkml:brush>
  </inkml:definitions>
  <inkml:trace contextRef="#ctx0" brushRef="#br0">180 70 6089,'-29'-7'1379,"24"6"-510,1-1 0,-1 0 0,1 0 0,-1 0 0,1 0 0,-1-1 1,1 1-1,0-1 0,0 0 0,1-1 0,-5-4 0,6 7 333,-16-20 4805,6 18-5384,11 2-478,-1 1-1,1-1 1,-1 1-1,1 0 1,-1-1-1,0 1 0,1 0 1,-1 0-1,1 0 1,-1 0-1,0 0 0,1 0 1,-1 0-1,0 1 1,1-1-1,-1 0 0,1 1 1,-3 1-1,2-1-66,1 0 0,0 0 0,-1 0 0,1 1 0,0-1 0,-1 0-1,1 1 1,0-1 0,0 1 0,0-1 0,1 1 0,-1 0 0,0-1 0,0 1 0,1 0-1,-1 1 1,-5 34 384,4-21-214,-1 10-84,1 1 0,1-1 0,2 0-1,0 0 1,2 0 0,11 46 0,-13-62-174,2-1 0,-1 0 1,1-1-1,0 1 0,1 0 1,0-1-1,0 0 0,1 0 1,0 0-1,1 0 0,0-1 1,0 0-1,0 0 0,1-1 1,0 1-1,0-2 0,9 7 1,-7-7-91,2 0-1,-1 0 1,0-1 0,1 0-1,0-1 1,0 0 0,0-1-1,0 0 1,0-1 0,0 0-1,1 0 1,-1-1 0,21-3-1,-12 0-5,-1-1-1,0-1 1,0 0-1,0-1 0,0-2 1,-1 1-1,0-2 0,31-20 1,-37 20 117,-1 1 0,0-1 0,-1-1 0,1 0 1,-2-1-1,0 1 0,0-2 0,-1 1 0,0-1 0,-1-1 1,-1 1-1,0-1 0,5-17 0,18-97 1362,-28 122-921,-11 26-16,2 1-624,2 0 1,1 0 0,1 1-1,1-1 1,0 1 0,2 33-1,2-18-1827,2 1 0,2-1-1,10 41 1,-12-67 38,0 0 0,1-1 0,0 0 1,11 21-1,10 5-7315</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1.666"/>
    </inkml:context>
    <inkml:brush xml:id="br0">
      <inkml:brushProperty name="width" value="0.035" units="cm"/>
      <inkml:brushProperty name="height" value="0.035" units="cm"/>
    </inkml:brush>
  </inkml:definitions>
  <inkml:trace contextRef="#ctx0" brushRef="#br0">0 38 10541,'22'14'1581,"-1"2"1,-1 1-1,0 0 1,28 33-1,-32-31-1011,-1 1 0,-1 1 0,0 0 0,19 44 0,-26-47-505,0-1 1,-1 1-1,-1 0 0,0 1 1,-2-1-1,0 1 1,-1 0-1,-1 0 1,0 0-1,-2 0 0,0 0 1,-1 0-1,-1-1 1,-1 1-1,-1-1 1,-8 22-1,5-21 81,-2 1 1,0-1-1,-1 0 0,-1-1 1,-1-1-1,-18 21 0,29-36 420,-2-25 807,4 14-1268,0 0 0,1 0 0,0 0 0,0 0 0,1 0 0,0 1 1,1-1-1,0 0 0,0 1 0,0 0 0,1 0 0,1 0 0,5-9 0,12-14-259,47-52-1,-45 55-233,18-19-1203,2 2-1,2 2 1,2 2-1,2 2 1,1 2 0,2 3-1,91-45 1,-139 76 1493,17-8-664,0 1 0,1 1-1,0 1 1,45-9 0,-52 15 1484,-13 1 1238,-5 3-968,-6 2-287,-13 7 824,1 1 0,-21 15 0,34-21-1365,0 0-1,1 0 1,0 1-1,0 0 1,0 0 0,1 0-1,0 1 1,0-1 0,-4 11-1,3-5-77,2-5-31,0 0 0,0 1 0,1-1 0,0 1 0,-3 15 0,5-15-101,0 0 0,1-1 0,0 1 0,1 0 0,-1 0-1,2-1 1,-1 1 0,1 0 0,1-1 0,4 11 0,-6-16 65,0-1 0,1 1 1,-1-1-1,1 0 0,0 0 1,0 0-1,0 0 0,0 0 1,0 0-1,0 0 0,0 0 1,1-1-1,-1 1 0,0-1 1,1 0-1,0 0 0,-1 0 0,1 0 1,0 0-1,-1 0 0,1-1 1,0 1-1,0-1 0,-1 0 1,1 0-1,0 0 0,0 0 1,0-1-1,-1 1 0,1-1 1,0 1-1,0-1 0,-1 0 1,1 0-1,2-2 0,135-37 1367,-75 20-1488,-44 14-183,-1 0-1,0-1 1,-1-1 0,36-20 0,62-38 1246,-110 62-811,1-1 0,-1 2 0,0-1 0,9-2 0,5-2 27,-3 1-127,1 1 0,-1 1 0,1 1 1,0 0-1,26 0 0,-7-1-17,18-6-87,-53 10 92,0 0 0,0-1-1,0 1 1,-1-1-1,1 0 1,0 0-1,-1 0 1,1 0-1,-1 0 1,0 0 0,0-1-1,1 1 1,-2-1-1,4-4 1,-2 3 120,-1 2 214,-2 1-329,1 0 1,-1 0-1,1 1 0,-1-1 0,1 0 1,0 1-1,-1-1 0,1 0 1,0 1-1,0-1 0,-1 1 1,1-1-1,0 1 0,0-1 1,0 1-1,1-1 0,-1 1 161,0 0-1,0-1 0,0 1 0,0 0 0,0-1 1,0 1-1,-1-1 0,1 0 0,0 1 1,0-1-1,0 0 0,-1 1 0,1-1 0,0 0 1,-1 0-1,1 0 0,0-1 0,-2 0-146,-1 0 0,1 1 0,-1-1 0,0 0 0,0 1 0,0-1 0,0 1 1,0 0-1,0 0 0,-2-1 0,3 2-27,0 1 0,-1-1 0,1 1 0,0 0 0,0 0 0,0-1 0,0 1 0,0 0 0,0 0 0,0 0 0,0 0 0,1 0 0,-1 0 0,0 0 0,0 0 0,1 1 0,-1-1 0,0 2 0,-14 32 413,11-24-269,-3 8 43,1 0 0,0 1 0,-3 32-1,7-45-190,1 11 13,0 0-1,1-1 1,0 1-1,2 0 1,4 25-1,-5-40-10,2 11 63,-1-12 85,1-6-44,6-19 22,9-41-136,-15 53-41,21-63-16,-23 71 31,0-5 14,-1 1-1,1-1 1,0 1 0,5-15 0,-4 18-16,-1 0 1,0 1 0,0-1-1,-1 0 1,1 0 0,-1 0-1,1 0 1,-1 1-1,0-1 1,-1 0 0,1 0-1,-1 0 1,1 0-1,-1 0 1,0 1 0,-3-7-1,3 7-44,1 0 90,0-16 255,0 19-271,-1 0 1,1-1-1,0 1 1,0 0 0,0-1-1,-1 1 1,1 0-1,0-1 1,0 1-1,-1 0 1,1 0-1,0-1 1,-1 1-1,1 0 1,0 0 0,-1-1-1,1 1 1,0 0-1,-1 0 1,1 0-1,-1 0 1,1 0-1,0 0 1,-1 0 0,1 0-1,0 0 1,-1 0-1,-2 0 3,1 1 1,0-1-1,0 1 0,0 0 0,0 0 0,0 0 1,0 0-1,0 1 0,0-1 0,1 0 1,-1 1-1,0-1 0,1 1 0,-3 2 0,-3 6-22,1 1-1,-1-1 1,2 1 0,-1 0-1,2 1 1,-1-1-1,2 1 1,-1 0-1,2 0 1,-1 0-1,0 14 1,3-19-25,0 0 0,0 0 0,0 0 1,0 0-1,1 0 0,0-1 0,1 1 0,0 0 0,0-1 1,0 1-1,1-1 0,0 1 0,0-1 0,0 0 0,1 0 0,0-1 1,0 1-1,1-1 0,-1 0 0,1 0 0,0 0 0,1-1 1,-1 0-1,1 0 0,0 0 0,0 0 0,0-1 0,7 2 0,3 2-65,1-1-1,1 0 0,-1-2 0,1 0 0,-1-1 0,1-1 0,0 0 1,0-1-1,32-4 0,-10-1-205,-1-2-1,1-2 1,71-23 0,-92 24 281,0-1 0,-1-1 0,0 0 0,-1-1 0,0-1 0,0-1 0,-1 0 0,-1-1 0,0-1 0,15-17 0,-13 7 370,0 0 0,-2-2 1,-1 1-1,0-2 0,-2 0 0,-1 0 0,10-41 1,-21 57-285,-3 10-50,-4 10-40,6-9 17,-5 9 1,0 1 0,0 0 0,1 0 0,0 0 0,1 0 0,0 1 0,-3 14 0,-13 85 0,14-73 0,-36 360 0,-12 67 0,26-328 0,-5-1 0,-96 246 0,115-349-64,-1-2 0,-2 0 0,-1 0 0,-2-2 0,0 0-1,-2-2 1,-1 0 0,-1-1 0,-48 38 0,57-52 14,-1-1 0,0 0-1,-1-2 1,0 1 0,0-2-1,-1 0 1,0-1 0,-24 4-1,27-7 32,0-2 0,0 0 0,0 0-1,-1-2 1,1 0 0,0 0 0,0-2-1,1 0 1,-1 0 0,0-1-1,-19-9 1,29 11-11,-1-1-1,0 0 0,1 0 1,0 0-1,0 0 1,0-1-1,0 0 1,0 0-1,1-1 0,-1 1 1,1-1-1,-6-8 1,8 9-74,0 0 0,1 0 0,-1 0 0,1 0 0,0 0 0,0-1 0,0 1 0,0 0 0,1-1 0,0 1 0,0 0 0,0-1 0,0 1 0,1-1 0,-1 1 0,1 0 0,0 0 0,3-8 0,6-11-604,1 0 1,1 1 0,0 1 0,2 0 0,0 0-1,2 2 1,24-25 0,138-117-4738,-146 135 4416,90-70-4425,17 1-3045</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1.804"/>
    </inkml:context>
    <inkml:brush xml:id="br0">
      <inkml:brushProperty name="width" value="0.035" units="cm"/>
      <inkml:brushProperty name="height" value="0.035" units="cm"/>
    </inkml:brush>
  </inkml:definitions>
  <inkml:trace contextRef="#ctx0" brushRef="#br0">246 198 14661,'-11'-3'479,"7"2"-252,1 0 0,-1 0 0,1 0 0,-1 0 0,1-1 0,0 1 0,0-1 0,0 0 0,0 0 0,0 0 0,0 0 0,0 0 0,1-1-1,-4-2 1,3 1 283,0 1-1,-1 0 0,0 0 0,1 0 0,-1 0 1,0 0-1,-1 1 0,1 0 0,-8-3 1,-46-12 3657,33 11-2298,23 5-1731,-5 0 263,1-1-1,0 0 0,0-1 0,0 1 1,-7-5-1,12 7-393,1-1 0,-1 1 0,0-1 0,1 1 0,-1-1 0,1 1 0,-1-1 0,1 1 0,-1-1 0,1 0 1,-1 1-1,1-1 0,0 0 0,-1 1 0,1-1 0,0 0 0,-1 0 0,1 1 0,0-1 0,0 0 0,0-1 0,0 1-79,1 0 0,-1-1 0,0 1 0,1 0 0,0 0 0,-1 0-1,1 0 1,0 0 0,-1-1 0,1 1 0,0 1 0,0-1 0,0 0 0,0 0 0,0 0-1,0 0 1,2-1 0,8-4-959,0-1 0,0 2 0,1-1 0,-1 2 0,21-6 0,30-5-8314,-20 8-3210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9.962"/>
    </inkml:context>
    <inkml:brush xml:id="br0">
      <inkml:brushProperty name="width" value="0.035" units="cm"/>
      <inkml:brushProperty name="height" value="0.035" units="cm"/>
    </inkml:brush>
  </inkml:definitions>
  <inkml:trace contextRef="#ctx0" brushRef="#br0">287 26 7289,'-4'-8'2139,"5"-1"5875,8 3-1956,1 3-4151,-13 3-1045,-13 0-180,0 1 0,0 1-1,1 0 1,-24 6 0,30-6-612,1 1-1,0 1 1,0-1 0,0 1 0,0 0-1,1 1 1,-1 0 0,1 0 0,1 1 0,-7 6-1,1 1 33,0 0 0,1 0 0,1 1-1,0 0 1,1 1 0,1 0-1,-12 30 1,17-35-44,-1 1 0,2-1-1,0 1 1,0 0 0,1 0 0,0 0 0,1-1-1,0 1 1,0 0 0,2 0 0,-1 0 0,1 0-1,5 13 1,1-1-26,2-1 0,1-1 1,0 1-1,2-2 0,0 0 0,1 0 0,1-2 0,1 1 0,0-2 0,21 17 0,26 17 132,113 70 0,-118-84-146,0 0-18,-26-18 0,0 2 0,-2 0 0,51 47 0,-79-65 0,1 0 0,0 0 0,-1-1 0,1 2 0,-1-1 0,0 0 0,0 0 0,0 1 0,-1-1 0,1 1 0,-1-1 0,0 1 0,0 0 0,0-1 0,0 1 0,-1 0 0,1 0 0,-1 0 0,0 0 0,0-1 0,0 1 0,-1 0 0,0 0 0,1 0 0,-1-1 0,-1 1 0,-1 5 0,-1-3 0,0 0 0,0 0 0,0-1 0,-1 1 0,1-1 0,-1 0 0,-1-1 0,1 1 0,-1-1 0,0 0 0,0 0 0,0-1 0,0 0 0,-11 4 0,-10 2-247,1-1-1,-2-1 1,1-2 0,-1-1-1,1-1 1,-1-1 0,0-1-1,0-2 1,0-1-1,0-1 1,-31-8 0,49 9-218,0-1 1,0 0 0,0 0 0,1-1-1,-1-1 1,1 0 0,-17-11 0,23 13 55,-1 0 1,1 0-1,0 0 1,0-1-1,1 1 1,-1-1-1,1 1 0,0-1 1,-2-4-1,2 4-330,1 0-1,0 0 0,0 0 1,0 0-1,0 0 0,1 0 0,0 0 1,-1 0-1,2 0 0,0-8 1,9-33-10140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0.153"/>
    </inkml:context>
    <inkml:brush xml:id="br0">
      <inkml:brushProperty name="width" value="0.035" units="cm"/>
      <inkml:brushProperty name="height" value="0.035" units="cm"/>
    </inkml:brush>
  </inkml:definitions>
  <inkml:trace contextRef="#ctx0" brushRef="#br0">1 247 11741,'41'-49'2148,"-25"23"-252,3 1-127,9-1-413,1 3-448,6-3-192,9 6-144,1 6-180,5-3-320,11 3-508,-1 8-480,4 6-496,2 3-320,-5 0-417,-7 2-2163,0 4-3317</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0.432"/>
    </inkml:context>
    <inkml:brush xml:id="br0">
      <inkml:brushProperty name="width" value="0.035" units="cm"/>
      <inkml:brushProperty name="height" value="0.035" units="cm"/>
    </inkml:brush>
  </inkml:definitions>
  <inkml:trace contextRef="#ctx0" brushRef="#br0">385 0 8241,'-10'2'734,"1"1"1,-1 0 0,1 0-1,0 0 1,0 1-1,0 1 1,0 0 0,1 0-1,0 0 1,0 1-1,0 1 1,-12 13 0,-7 9 1492,-42 61 0,56-72-1752,-7 10 22,1 1-1,2 1 0,1 1 1,1 1-1,2 0 1,1 0-1,1 1 1,-11 66-1,20-82-386,0 0 0,2 0-1,0-1 1,1 1 0,0 0-1,2 0 1,0-1 0,9 30-1,-7-33-60,0-1 0,1-1 0,0 1 0,1-1 0,1 0 0,-1 0 0,2-1 0,-1 0 1,1-1-1,1 0 0,0 0 0,16 11 0,-12-11-21,1-1 0,0-1-1,0 0 1,1-1 0,0-1 0,0 0 0,0-1 0,0-1 0,1 0 0,0-1 0,-1-1 0,1-1 0,0 0 0,-1-1 0,1-1 0,27-6 0,-32 5-24,-1 0 0,1 0 0,-1-1 0,0-1 0,0 0 1,0 0-1,0-1 0,-1 0 0,0-1 0,-1-1 0,1 1 1,-1-1-1,-1-1 0,1 1 0,-2-2 0,1 1 0,-1-1 0,-1 0 1,0 0-1,0-1 0,-1 0 0,0 0 0,6-21 0,-9 17-2,0-1 0,0 0 0,-2 0 0,0 0 0,-1 0 0,0 1-1,-1-1 1,-1 0 0,-1 1 0,0-1 0,-1 1 0,0 0 0,-1 1 0,-12-21-1,-1 2-26,-1 1 0,-2 1-1,0 2 1,-54-54 0,38 46-574,-79-59 0,95 81-224,-2 0-1,1 2 1,-2 0 0,1 2 0,-35-12 0,52 21-172,0 1 0,1-1 0,-1 1 0,0 0 0,0 0 0,0 1 0,0 0 0,1 0 0,-1 1 0,-7 1 0,13-2 510,0 1-1,1-1 1,-1 0-1,0 1 1,1-1 0,-1 0-1,0 1 1,1-1-1,-1 1 1,1-1 0,-1 1-1,1-1 1,-1 1-1,1-1 1,0 1 0,-1 0-1,1-1 1,-1 2-1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0.889"/>
    </inkml:context>
    <inkml:brush xml:id="br0">
      <inkml:brushProperty name="width" value="0.035" units="cm"/>
      <inkml:brushProperty name="height" value="0.035" units="cm"/>
    </inkml:brush>
  </inkml:definitions>
  <inkml:trace contextRef="#ctx0" brushRef="#br0">349 117 10329,'-26'-10'1963,"25"10"-1842,1-1 0,-1 0 0,1 1 0,-1-1 0,1 0 0,0 1 0,-1-1 0,1 0 0,0 1 0,0-1 0,-1 0 0,1 0-1,0 1 1,0-1 0,0 0 0,0 0 0,0 0 0,0 1 0,0-1 0,0 0 0,1 0 0,-1 1 0,0-1 0,0 0-1,1 0 1,-1 1 0,0-1 0,1 0 0,-1 1 0,0-1 0,1 0 0,-1 1 0,2-2 0,1-6 2272,-24-59 4022,20 67-6339,0-1 0,0 0 0,0 1-1,0-1 1,0 1 0,0-1 0,-1 1-1,1 0 1,0-1 0,0 1 0,0 0 0,0 0-1,0 0 1,-1 0 0,1 0 0,-1 0-1,-2 0 133,-1-1-62,0 1 0,-1 0-1,1 0 1,0 0 0,-1 0 0,1 1 0,0 0 0,-1 0 0,1 0 0,-9 5-1,-40 22 575,44-22-528,-2 0-99,1 1 0,-1 1 0,2-1 0,-1 2 0,1 0 0,0 0 0,1 0 0,0 1 0,1 1 0,0-1 0,0 2 0,1-1 0,1 1 0,-9 22 0,14-30-88,0 1 0,0 0 0,0 0 0,1 0-1,0 0 1,0 0 0,0 0 0,1-1 0,0 1 0,0 0 0,0 0 0,0-1 0,1 1 0,0 0 0,0-1 0,0 0 0,0 1 0,1-1-1,0 0 1,0 0 0,0 0 0,0-1 0,0 1 0,1-1 0,-1 0 0,1 1 0,6 2 0,-1-1-52,0 0 1,0-1-1,0 0 1,1-1-1,0 0 0,0-1 1,0 1-1,0-2 1,0 0-1,0 0 1,13-1-1,-5 0-17,-1-1 0,1-1 0,-1-1 0,1-1 0,27-9 0,-39 12 54,-1-1 0,0 0 0,0 0-1,0-1 1,-1 1 0,1-1 0,0 0 0,-1 0 0,0-1-1,0 1 1,0-1 0,0 0 0,-1 0 0,1 0 0,-1-1-1,0 1 1,0-1 0,0 0 0,-1 1 0,0-1 0,0 0-1,0-1 1,-1 1 0,1 0 0,-1 0 0,0-1 0,-1 1-1,1 0 1,-1-1 0,0 1 0,-2-11 0,0 7-78,0 0 1,0 1 0,-1-1 0,0 1 0,0-1-1,-1 1 1,0 0 0,-1 0 0,0 1-1,-8-11 1,3 6-437,0 2 0,0-1-1,-1 1 1,0 1 0,-18-12 0,25 19-14,0-1 1,-1 1 0,0-1-1,1 1 1,-1 1-1,0-1 1,0 1 0,-7-2-1,9 3-485,-1 0-1,1 0 0,-1 0 1,1 0-1,-1 1 0,1-1 0,-5 2 1,-11 4-8351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1.092"/>
    </inkml:context>
    <inkml:brush xml:id="br0">
      <inkml:brushProperty name="width" value="0.035" units="cm"/>
      <inkml:brushProperty name="height" value="0.035" units="cm"/>
    </inkml:brush>
  </inkml:definitions>
  <inkml:trace contextRef="#ctx0" brushRef="#br0">478 20 13789,'0'-1'128,"0"0"-1,0 0 1,0 0-1,0 0 0,-1 0 1,1 0-1,0 1 1,-1-1-1,1 0 1,0 0-1,-1 0 0,1 0 1,-1 0-1,0 1 1,1-1-1,-1 0 1,0 1-1,1-1 0,-1 0 1,0 1-1,0-1 1,1 1-1,-1-1 1,-1 0-1,0 2 173,1 0 1,-1-1-1,1 1 0,-1 0 1,1 0-1,-1 0 1,1 0-1,0 0 0,0 0 1,-1 0-1,-1 3 0,-5 5 365,-4 5 426,1 0 1,1 1-1,0 0 0,1 1 1,1-1-1,-11 29 0,-9 15 320,-140 296 1395,126-248-4939,-39 157 0,74-237 1331,-19 93-3721,19-41-1598,11-47 459,7-8-3080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1.346"/>
    </inkml:context>
    <inkml:brush xml:id="br0">
      <inkml:brushProperty name="width" value="0.035" units="cm"/>
      <inkml:brushProperty name="height" value="0.035" units="cm"/>
    </inkml:brush>
  </inkml:definitions>
  <inkml:trace contextRef="#ctx0" brushRef="#br0">114 1 10773,'0'0'3958,"-4"2"-2341,-1 0-1361,-1 1 0,1 0 0,0 0 0,0 0 0,0 1 0,1 0 0,-1 0 0,1 0 0,0 0 0,0 1 0,1-1 0,-1 1 0,1 0 0,0 1 0,-4 7 0,3 0-115,0 0 0,0 0 1,2 1-1,-1-1 0,2 1 1,0 0-1,0 0 0,2-1 1,-1 1-1,2 0 0,0-1 1,0 1-1,1-1 0,1 1 0,1-1 1,6 15-1,-8-23-119,0-1 0,1 1 0,-1-1 0,1 0 0,0 0 0,0 0 0,0 0 0,0-1 0,1 0 0,-1 0 0,1 0 0,0 0 0,0-1 0,0 0 0,0 0 0,1 0 0,-1-1 0,0 1 0,1-1 0,-1-1 0,7 1 0,-8 0 15,-1-1 1,1 0 0,-1 0 0,1 0 0,-1 0 0,0 0 0,1-1 0,-1 1 0,1-1 0,-1 0 0,0 0 0,0-1 0,1 1-1,-1-1 1,0 1 0,0-1 0,-1 0 0,1 0 0,0 0 0,0-1 0,-1 1 0,0 0 0,1-1 0,-1 0 0,0 0 0,0 1 0,0-1-1,-1 0 1,1-1 0,-1 1 0,0 0 0,1 0 0,-2 0 0,2-6 0,-1 3 2,0-1 1,-1 0-1,0 1 0,-1-1 1,1 0-1,-1 1 1,0-1-1,-1 1 0,0-1 1,0 1-1,-4-9 0,1 4 112,-1 1 0,0 1-1,-1-1 1,0 1 0,0 0-1,-9-8 1,-3-1-546,-38-27 1,-21-6-4670,53 35 1672</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1.597"/>
    </inkml:context>
    <inkml:brush xml:id="br0">
      <inkml:brushProperty name="width" value="0.035" units="cm"/>
      <inkml:brushProperty name="height" value="0.035" units="cm"/>
    </inkml:brush>
  </inkml:definitions>
  <inkml:trace contextRef="#ctx0" brushRef="#br0">1109 16 12197,'-8'-6'-105,"-8"-4"7127,15 11-6815,0-1 0,0 0 0,0 1 0,1-1 0,-1 0 0,0 1 0,1-1 0,-1 1 0,0-1 0,1 1 0,-1-1 0,0 1 0,1-1 0,-1 1 0,1 0 0,-1-1 0,1 1 0,-1 0 0,1 0 0,0-1 0,-1 1 0,1 0 0,0 0 0,0 0 0,-1 1 0,-1 5 129,0 1-1,0 0 0,1 0 0,-1 0 1,2 0-1,-1 0 0,2 14 1,11 63 1339,-5-35-923,15 126 835,-1 186 0,-22-300-1601,-2 1-1,-4-1 1,-1 0-1,-4 0 0,-2-2 1,-37 98-1,27-100-604,-3-1 1,-2-1-1,-3-2 0,-2-1 0,-78 92 0,79-108-341,-2-3 0,-2 0 0,-1-2 0,-1-2 0,-1-2 0,-2-2 0,-1-1 0,-52 21 0,36-22-3534,-122 29-1,55-28-3857</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2.055"/>
    </inkml:context>
    <inkml:brush xml:id="br0">
      <inkml:brushProperty name="width" value="0.035" units="cm"/>
      <inkml:brushProperty name="height" value="0.035" units="cm"/>
    </inkml:brush>
  </inkml:definitions>
  <inkml:trace contextRef="#ctx0" brushRef="#br0">559 72 8841,'0'-1'86,"-1"1"0,0 0 1,0-1-1,0 1 0,0-1 1,1 1-1,-1-1 0,0 0 1,1 1-1,-1-1 0,0 0 1,1 1-1,-1-1 0,1 0 1,-1 0-1,1 0 0,0 0 1,-1 1-1,1-1 0,0 0 1,-1 0-1,1 0 0,0 0 1,0 0-1,0 0 0,0 0 1,0 0-1,0 0 0,0 1 1,0-1-1,0 0 0,0 0 1,1-2-1,1 1 449,1-1 0,-1 0-1,1 1 1,-1 0 0,1 0-1,0 0 1,0 0 0,3-2 0,9-5 706,-13 8 485,-18-5-408,12 4-1194,1 1 0,-1 1 0,0-1 1,0 0-1,1 1 0,-1 0 0,0 0 0,0 0 0,0 0 1,1 1-1,-1-1 0,0 1 0,1 0 0,-1 0 0,0 0 1,1 1-1,-1-1 0,1 1 0,-4 2 0,-7 5 387,0 1-1,1 0 1,-13 13 0,18-16-265,-20 21 303,1 1 0,2 1 1,0 1-1,2 2 0,2 0 1,-25 52-1,9-6 1089,-48 155 0,58-140-1638,3 2 0,4 0 0,5 1 0,4 1 0,3 194 0,11-246-227,2 0 0,2 0 0,3 0-1,1-1 1,2-1 0,30 68 0,-28-80-83,2 0-1,2-1 1,1-1 0,1-1-1,1-1 1,1-1 0,2-1 0,0-1-1,33 24 1,-18-21-1456,0-1-1,60 29 1,31 3-4776,52 9-6707</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4.616"/>
    </inkml:context>
    <inkml:brush xml:id="br0">
      <inkml:brushProperty name="width" value="0.035" units="cm"/>
      <inkml:brushProperty name="height" value="0.035" units="cm"/>
    </inkml:brush>
  </inkml:definitions>
  <inkml:trace contextRef="#ctx0" brushRef="#br0">75 112 5140,'0'-1'104,"1"1"-1,-1-1 0,1 1 0,-1-1 1,0 1-1,1-1 0,-1 1 0,0-1 0,1 0 1,-1 1-1,0-1 0,0 0 0,1 1 0,-1-1 1,0 0-1,0 1 0,0-1 0,0 0 0,0 1 1,0-1-1,0 0 0,0 0 0,0 1 0,-1-1 1,1 0-1,0 1 0,0-1 0,0 0 0,-1 1 1,1-1-1,0 1 0,-1-1 0,1 1 1,-1-1-1,0-1 0,0 2 502,1-1 0,-1 0 0,0 0 0,1 0 0,-1 0 0,1 0 0,-1 0 0,1 0 0,0 0 0,-1 0 0,1 0 0,0 0 0,0 0 0,-1 0 0,1-1 0,3-32 2449,-3 31 14,-6-9-1536,5 10-1372,0 1 0,0-1 0,0 1-1,0-1 1,-1 1 0,1 0 0,0 0 0,-1 0 0,1-1 0,-1 1 0,1 1 0,-1-1 0,0 0 0,1 0 0,-1 0 0,0 1-1,-2-1 1,0-1-461,1 1 2737,-6 24-1427,3 3-916,1 0 1,1 0 0,-1 39-1,5 84 77,1-103-159,19 275-11,-14-280 0,2 0 0,2 0 0,1 0 0,3-1 0,29 62 0,-34-84 0,2-1 0,0 0 0,1-1 0,1 0 0,0-1 0,1 0 0,0-1 0,1 0 0,1-2 0,0 0 0,1 0 0,0-2 0,1 0 0,0-1 0,1-1 0,22 7 0,-8-5 0,1-2 0,0-2 0,1-1 0,0-1 0,-1-2 0,1-1 0,0-2 0,58-10 0,-36 3-1655,-1-3 0,81-27-1,-114 30 824,0-1-1,-1-2 0,-1 0 0,0-1 1,0-1-1,-1-1 0,-1-1 0,28-27 1,-6-2-5842,-5 1-3975</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4.867"/>
    </inkml:context>
    <inkml:brush xml:id="br0">
      <inkml:brushProperty name="width" value="0.035" units="cm"/>
      <inkml:brushProperty name="height" value="0.035" units="cm"/>
    </inkml:brush>
  </inkml:definitions>
  <inkml:trace contextRef="#ctx0" brushRef="#br0">64 0 10825,'0'0'4387,"14"4"-247,-10-1-3717,1 0 0,-1 0-1,1 0 1,-1 0 0,0 1-1,-1 0 1,1 0 0,0 0-1,-1 0 1,0 0-1,0 1 1,4 9 0,7 8 536,38 50 1023,32 50-289,-71-100-1501,-1 0 1,-1 1-1,-2 0 0,8 24 1,-12-29-131,0 1 1,-1-1-1,-2 0 1,1 1-1,-2 0 1,-1-1-1,0 1 0,-1 0 1,-1-1-1,-1 1 1,0-1-1,-2 0 1,0 0-1,-1 0 1,-8 17-1,-1-3-401,-1 0-1,-2-1 1,-38 51-1,45-69-250,1-1 1,-2 0-1,0-1 0,0 0 0,-1 0 1,0-1-1,0-1 0,-2-1 0,1 0 1,-21 9-1,-1-5-2812,14-6-2208</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5.068"/>
    </inkml:context>
    <inkml:brush xml:id="br0">
      <inkml:brushProperty name="width" value="0.035" units="cm"/>
      <inkml:brushProperty name="height" value="0.035" units="cm"/>
    </inkml:brush>
  </inkml:definitions>
  <inkml:trace contextRef="#ctx0" brushRef="#br0">0 1 14749,'0'0'9371,"0"4"-7601,8 124 2683,22 70-2493,-16-116-1777,32 174-5180,-43-239 3543,1 0 1,9 29-1,-9-37-1030,0 0 0,0 0-1,9 13 1,3 1-7723</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5.361"/>
    </inkml:context>
    <inkml:brush xml:id="br0">
      <inkml:brushProperty name="width" value="0.035" units="cm"/>
      <inkml:brushProperty name="height" value="0.035" units="cm"/>
    </inkml:brush>
  </inkml:definitions>
  <inkml:trace contextRef="#ctx0" brushRef="#br0">1 489 10353,'0'0'6463,"4"-1"-5366,113-21 1477,17-4-1902,-86 12-543,1-2 0,65-31 1,-88 34-28,0-2 1,0 0-1,-2-2 1,0-1-1,34-33 1,-49 42 66,-2-1-1,1-1 1,-1 1-1,-1-1 1,0 0-1,-1-1 1,0 1-1,6-20 1,-4 12 355,-6 14-242,0 0 1,1 0-1,-2 0 1,1 0 0,-1 0-1,1 0 1,-1 0-1,-1 0 1,1 0-1,-1 0 1,0 0-1,0 0 1,0 0-1,-1 0 1,1 0-1,-1 1 1,-5-9-1,6 11-184,-1 36 1526,1-2-1438,-4 322 1562,15-175-5289,16-4-6480,-16-139 3668,2-8-3692</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5.497"/>
    </inkml:context>
    <inkml:brush xml:id="br0">
      <inkml:brushProperty name="width" value="0.035" units="cm"/>
      <inkml:brushProperty name="height" value="0.035" units="cm"/>
    </inkml:brush>
  </inkml:definitions>
  <inkml:trace contextRef="#ctx0" brushRef="#br0">13 1 14753,'13'11'2969,"-26"32"-417,10-32-404,-3 18-356,2-3-408,11 5-320,5 12-391,1-12-641,6 1-853,3-4-635,-3-8-560,4-3-604,2 1-3449,-12-10-5332</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5.624"/>
    </inkml:context>
    <inkml:brush xml:id="br0">
      <inkml:brushProperty name="width" value="0.035" units="cm"/>
      <inkml:brushProperty name="height" value="0.035" units="cm"/>
    </inkml:brush>
  </inkml:definitions>
  <inkml:trace contextRef="#ctx0" brushRef="#br0">29 72 11841,'-29'-40'6313,"35"23"-5765,1 2-600,15 18-868,16 6-825,-3-1-2927,-3 4-3657</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6.375"/>
    </inkml:context>
    <inkml:brush xml:id="br0">
      <inkml:brushProperty name="width" value="0.035" units="cm"/>
      <inkml:brushProperty name="height" value="0.035" units="cm"/>
    </inkml:brush>
  </inkml:definitions>
  <inkml:trace contextRef="#ctx0" brushRef="#br0">585 289 11205,'-3'-2'2345,"-2"-3"-1167,0 0 0,0-1 0,1 0 0,0 0 0,-8-13 0,11 17-997,0 0 0,-1 0-1,1 0 1,-1 1 0,0-1 0,1 0 0,-1 1-1,0 0 1,0-1 0,0 1 0,0 0 0,0 0 0,0 0-1,0 0 1,-1 0 0,1 1 0,0-1 0,0 1 0,-1-1-1,-3 1 1,-47 3 770,48-2-787,-14 2 57,1 2 1,0 0-1,0 1 0,0 1 1,1 0-1,0 2 1,-31 19-1,16-5 15,1 1-1,-50 49 1,69-61-168,1 0 0,0 1 1,-11 18-1,20-28-69,1-1 0,-1 1 0,1 0 0,0 0 0,0-1 0,0 1 0,0 0-1,0 0 1,1 0 0,-1 0 0,1 4 0,0-6-10,0 0-1,0 0 1,1 0-1,-1 1 1,1-1-1,-1 0 1,0 0-1,1 0 1,0 0-1,-1 0 1,1 0-1,0 0 1,-1 0-1,1 0 1,0 0-1,0-1 1,0 1-1,0 0 1,0-1-1,0 1 1,0 0-1,0-1 1,0 1-1,0-1 1,0 1-1,0-1 1,0 0-1,2 1 1,6 1-33,0 0 1,0-1-1,0 0 1,0-1 0,0 0-1,1 0 1,-1-1-1,0 0 1,0 0 0,0-1-1,-1 0 1,1-1-1,0 0 1,-1 0-1,0-1 1,13-7 0,-7 2 207,-1-1 0,1 0 0,-2 0 1,1-2-1,-1 1 0,-1-2 0,0 1 0,11-20 1,-11 17 619,0 1 0,1-1 0,19-16 1,-29 29-344,12 16 53,-9-8-492,-1 0 1,0 1-1,0-1 1,-1 1-1,0 0 1,0 0-1,-1 1 1,0-1-1,3 14 1,-1 10-5,1 34 0,-3-30 1,1 73 1,-19 180 0,9-225-214,-3-2-1,-3 1 1,-2-1 0,-3-1-1,-27 60 1,31-91 89,0 1 0,-2-2-1,-2 0 1,-30 38 0,35-50 77,-1 0 1,-1-1-1,-1-1 0,0 0 1,0-1-1,-1-1 0,-35 18 0,49-28 47,0-1-1,1 1 0,-1-1 0,0 0 0,0 0 1,0 0-1,0-1 0,1 1 0,-1-1 0,0 1 1,0-1-1,0 0 0,0 0 0,0-1 0,0 1 0,0 0 1,0-1-1,0 0 0,0 0 0,0 0 0,1 0 1,-1 0-1,0 0 0,1-1 0,-1 1 0,1-1 1,-1 0-1,1 0 0,0 0 0,-1 0 0,1 0 1,0 0-1,1-1 0,-1 1 0,0-1 0,1 1 0,-1-1 1,1 0-1,0 1 0,0-1 0,0 0 0,0 0 1,0 0-1,1 0 0,-1 0 0,1 0 0,0 0 1,0-5-1,2-10-36,1 1 1,0 0 0,1 0-1,0 1 1,2-1-1,0 1 1,15-28 0,-14 27-46,45-83-1334,90-132 1,-118 195 1122,164-234-1407,-28 42 764,-74 103 675,140-230 2044,-180 274-180,-45 80-643,2 6-882,0 0 0,0 1 1,-1-1-1,1 1 1,-1 0-1,-1 0 0,1 0 1,-1 0-1,0 0 1,0 0-1,1 9 0,0-3 19,11 73 229,21 109 38,-20-131-799,3 0 1,3-1 0,38 81-1,-53-132 284,0-1-1,0 0 0,11 13 0,-15-21 144,0 1 0,0 0 0,1 0 0,-1-1 0,1 1 0,-1-1 0,1 0 0,0 1 0,0-1-1,0 0 1,-1 0 0,1 0 0,0 0 0,0 0 0,0 0 0,0-1 0,0 1 0,1-1 0,-1 0 0,0 1 0,0-1-1,0 0 1,0 0 0,3 0 0,-3-1 36,-1 0-1,1 0 0,0 0 1,0 0-1,-1 0 0,1 0 1,0 0-1,-1-1 0,0 1 1,1-1-1,-1 1 0,0-1 1,1 1-1,-1-1 0,0 0 1,0 0-1,0 1 0,1-5 1,10-37 403,-10 33-305,5-18 309,1 1 0,1 0 0,25-50 0,-26 62-139,1 0 0,1 0 0,0 1-1,1 1 1,0 0 0,1 0 0,23-19 0,-30 29-289,0-1 1,0 1-1,0 0 1,0 1 0,0-1-1,1 1 1,-1 0-1,1 1 1,0-1-1,0 1 1,-1 0 0,1 1-1,0-1 1,0 1-1,0 0 1,0 1 0,-1-1-1,1 1 1,0 0-1,0 1 1,-1-1-1,1 1 1,-1 0 0,1 1-1,4 2 1,12 8-8,0 0 0,-1 2 0,-1 0-1,25 26 1,-35-32 1,105 86-4165,-99-84 3021,1-1 1,-1-1-1,1-1 0,1 0 0,35 10 0,-2-3-6021,5 1-4425</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6.992"/>
    </inkml:context>
    <inkml:brush xml:id="br0">
      <inkml:brushProperty name="width" value="0.035" units="cm"/>
      <inkml:brushProperty name="height" value="0.035" units="cm"/>
    </inkml:brush>
  </inkml:definitions>
  <inkml:trace contextRef="#ctx0" brushRef="#br0">1 426 12621,'1'-5'587,"3"-25"1486,-3 8 3339,3 22-2371,14 1-1514,-12 0-1140,-1 1 0,0 0 0,1 0 0,-1 0 0,0 1 0,0-1 0,0 1 0,0 0 0,-1 1 0,8 6 0,41 46 2177,-41-43-2310,42 57-106,-2 3 0,77 146 0,36 54-161,-146-246 13,8 13 0,2-2 0,1 0 0,2-2 0,50 43 0,-77-74 0,0-1 0,0 0 0,0-1 0,1 0 0,0 0 0,0 0 0,0 0 0,0-1 0,0 0 0,0 0 0,1-1 0,-1 1 0,1-1 0,-1-1 0,1 1 0,-1-1 0,1-1 0,-1 1 0,1-1 0,-1 0 0,0 0 0,1-1 0,-1 0 0,0 0 0,0 0 0,0-1 0,0 0 0,0 0 0,-1-1 0,1 1 0,-1-1 0,0 0 0,0-1 0,-1 1 0,8-9 0,3-7 0,-1 0 0,0-2 0,-2 1 0,0-1 0,14-41 0,30-120 0,-47 150 4,27-102-191,98-244 0,-23 162-4834,-42 115 126,-52 81 2022,1 0 0,28-24 1,10 2-8007</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7.243"/>
    </inkml:context>
    <inkml:brush xml:id="br0">
      <inkml:brushProperty name="width" value="0.035" units="cm"/>
      <inkml:brushProperty name="height" value="0.035" units="cm"/>
    </inkml:brush>
  </inkml:definitions>
  <inkml:trace contextRef="#ctx0" brushRef="#br0">409 16 12745,'-3'-4'550,"3"3"-453,0 0 0,-1 1 0,1-1 0,0 0-1,-1 1 1,1-1 0,-1 0 0,1 1 0,-1-1 0,0 1 0,1-1 0,-1 1 0,1-1 0,-1 1 0,0-1 0,1 1 0,-1 0 0,-1-1 0,-9 5 4492,8-3-4127,0 0 1,-1-1-1,1 1 1,0-1-1,0 0 1,-1 0-1,-5 0 1,-13 1 417,11 2-638,-1 1 0,1 0 0,-1 1 0,2 1 0,-1-1 0,0 2 1,1-1-1,0 2 0,1-1 0,-1 1 0,2 1 0,-16 18 0,-4 8-454,2 2 0,-23 42 0,47-76 168,-12 21-415,1 0 0,1 1 0,0 0 0,-13 48 0,26-72 476,0-1-1,0 0 1,0 0-1,-1 0 1,1 0-1,0 0 0,0 0 1,0 0-1,0 0 1,-1 0-1,1 0 1,0 0-1,0 0 1,0-1-1,-1 1 1,1 0-1,0-1 0,1 0 1,4-3 202,0-1 0,0 1 0,-1-1 0,1 0 0,-1-1 0,-1 1 0,1-1 0,-1 0 0,0 0 0,6-11 0,-4 6 276,1 0 0,0 1 0,10-11 0,-10 13-161,1 1 0,0 0 0,0 0 0,0 1 0,1 0 0,0 0 0,0 1 0,10-4 0,-13 7-300,-1 1 0,0 0 0,0-1 0,1 2 0,-1-1 0,0 1 0,1 0 0,-1 0-1,0 0 1,1 1 0,-1 0 0,0 0 0,0 0 0,1 1 0,-1 0 0,9 4 0,-4-1-269,-1 1 0,0 0 0,1 1 0,-2 0 0,13 12 0,6 7-1214,-20-21 1053,62 53-5567,-26-15-3547,-12-9-1541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7.569"/>
    </inkml:context>
    <inkml:brush xml:id="br0">
      <inkml:brushProperty name="width" value="0.035" units="cm"/>
      <inkml:brushProperty name="height" value="0.035" units="cm"/>
    </inkml:brush>
  </inkml:definitions>
  <inkml:trace contextRef="#ctx0" brushRef="#br0">17 96 13521,'-15'-54'2576,"14"53"-2435,1 0 1,0 0 0,0 0-1,0 0 1,0 0-1,0 0 1,0 0-1,0 0 1,0 0 0,0 0-1,0-1 1,0 2-1,1-1 1,-1 0-1,0 0 1,1 0 0,-1 0-1,0 0 1,1 0-1,0 0 1,-1 0-1,1 0 1,-1 1 0,1-1-1,0 0 1,0 1-1,-1-1 1,1 0-1,0 1 1,0-1 0,0 1-1,0-1 1,0 1-1,1-1 1,1 0 183,0 1 0,0-1 1,0 1-1,-1 0 0,1 0 0,0 0 1,0 0-1,0 0 0,4 2 0,9 2-21,-1 2 0,0-1 0,-1 2 0,1 0 0,-1 1 0,-1 0-1,1 2 1,-2-1 0,1 1 0,-1 1 0,-1 0 0,0 1 0,0 0 0,-1 0 0,16 28-1,-13-17-285,-1 0-1,0 0 0,-2 1 0,-1 0 0,0 1 0,-2 0 0,-1 0 0,-1 1 0,2 31 0,-7-41-43,0 0 0,-1-1 1,0 1-1,-1 0 0,-1 0 0,-1-1 0,0 0 0,-1 1 0,0-2 0,-1 1 0,-1-1 0,-10 17 0,14-27 37,1-1-1,-1 1 1,0-1 0,0 0-1,0 0 1,0 0 0,-1 0-1,1-1 1,-1 1 0,-5 2-1,6-3 26,3-2-18,-1-1-1,0 1 0,0 0 0,1 0 1,-1-1-1,1 1 0,-1 0 0,0-1 1,1 1-1,-1-1 0,1 1 0,-1-1 1,1 1-1,-1-1 0,1 1 0,-1-1 1,1 1-1,0-1 0,-1 1 0,1-1 1,0 0-1,-1 1 0,1-1 0,0-1 1,-1 2 26,0-3 0,0 0 0,0 1 0,0-1 0,0 0-1,1 0 1,-1 0 0,1 0 0,-1 0 0,1 0-1,0 0 1,0 0 0,1 0 0,0-5 0,12-40 233,-10 38-224,11-31-173,1 2-1,2 0 1,2 1-1,1 1 0,44-60 1,-31 54-1352,3 2 1,0 2-1,3 1 1,44-33 0,-65 57-826,37-20 0,-7 11-6395</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7.678"/>
    </inkml:context>
    <inkml:brush xml:id="br0">
      <inkml:brushProperty name="width" value="0.035" units="cm"/>
      <inkml:brushProperty name="height" value="0.035" units="cm"/>
    </inkml:brush>
  </inkml:definitions>
  <inkml:trace contextRef="#ctx0" brushRef="#br0">32 0 10505,'-32'12'3436,"64"2"1281,-29 12-3605,10 14-316,0-15-164,-4 4-196,1 2-300,-7-13-600,6 7-904,1 4-736,-1-1-3201,-2-5-4240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7.803"/>
    </inkml:context>
    <inkml:brush xml:id="br0">
      <inkml:brushProperty name="width" value="0.035" units="cm"/>
      <inkml:brushProperty name="height" value="0.035" units="cm"/>
    </inkml:brush>
  </inkml:definitions>
  <inkml:trace contextRef="#ctx0" brushRef="#br0">4 158 9953,'0'-66'2688,"-4"55"-228,4-18-339,4 1 935,2 16-2040,3 1-76,11 19-1160,14 7-664,-11 5-840,8 5-524,1 4-2825,0 5-4028</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8.099"/>
    </inkml:context>
    <inkml:brush xml:id="br0">
      <inkml:brushProperty name="width" value="0.035" units="cm"/>
      <inkml:brushProperty name="height" value="0.035" units="cm"/>
    </inkml:brush>
  </inkml:definitions>
  <inkml:trace contextRef="#ctx0" brushRef="#br0">365 76 11469,'-1'1'106,"1"-1"0,-1 0 0,0 0 0,1 1 0,-1-1 0,0 0 0,1 0 0,-1 0 0,0 0 0,0 0 0,1 0-1,-1 0 1,0 0 0,1 0 0,-1 0 0,0 0 0,0 0 0,1 0 0,-1-1 0,0 1 0,1 0 0,-1 0 0,0-1 0,1 1 0,-1-1 0,0 1 0,1 0 0,-1-1 0,1 1 0,-1-2 0,-8-22 2580,9 22-2455,0 0-1,-1 0 0,1 0 0,-1 0 0,1 0 0,-1 0 1,0 0-1,0 0 0,0 0 0,0 1 0,0-1 0,0 0 1,0 0-1,-1 1 0,1-1 0,-1 1 0,-1-2 0,-4 0 28,1 1-1,-1 0 0,0 0 1,0 0-1,0 1 0,0 0 1,0 1-1,0-1 0,-1 2 1,1-1-1,0 1 0,0 0 1,0 0-1,0 0 0,0 1 1,0 1-1,1-1 1,-1 1-1,1 0 0,-1 0 1,1 1-1,-11 8 0,7-5-295,0 1-1,1 0 1,0 0-1,1 1 1,0 0 0,0 1-1,0-1 1,2 2-1,-1-1 1,1 1-1,1 0 1,-8 21-1,10-24-76,-11 42-1427,-10 61-1,24-109 1516,0 0 0,1 0 0,-1-1 0,1 1 0,0 0 0,-1 0 0,1-1 0,0 1 0,0 0 0,0-1 0,0 1 0,1-1 0,-1 0 0,0 1-1,1-1 1,2 2 0,-3-1 4,-1-2 29,0 0 0,1 0 1,-1 0-1,0 0 0,0 0 1,0 1-1,0-1 0,0 0 1,1 0-1,-1 0 0,0 0 1,0 0-1,0 0 0,1 0 0,-1 0 1,0 0-1,0 0 0,0 0 1,1 0-1,-1 0 0,0 0 1,0 0-1,1 0 0,-1 0 1,0 0-1,0 0 0,0 0 0,1 0 1,-1 0-1,0 0 0,0 0 1,0 0-1,0 0 0,1 0 1,-1-1-1,0 1 0,0 0 1,0 0-1,0 0 0,1 0 1,-1 0-1,0-1 0,75-44 5566,-73 44-3522,2 2-2170,1-1 0,0 1 0,-1 0 0,1 0 0,0 0 0,-1 1 1,0-1-1,1 1 0,-1 0 0,0 1 0,0-1 0,6 5 1,26 24-5193,-5-6-4531,-12-10-1672</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8.441"/>
    </inkml:context>
    <inkml:brush xml:id="br0">
      <inkml:brushProperty name="width" value="0.035" units="cm"/>
      <inkml:brushProperty name="height" value="0.035" units="cm"/>
    </inkml:brush>
  </inkml:definitions>
  <inkml:trace contextRef="#ctx0" brushRef="#br0">10 34 13401,'-4'-10'777,"0"-3"226,2 2 3594,3 12-4469,-1-1 0,0 1 0,1-1-1,-1 1 1,0-1 0,1 1 0,-1-1-1,1 1 1,-1-1 0,0 0-1,1 1 1,-1-1 0,1 0 0,-1 1-1,1-1 1,0 0 0,-1 1 0,1-1-1,-1 0 1,1 0 0,-1 0-1,1 0 1,0 0 0,0 1-15,1-1 0,-1 0-1,0 1 1,0-1 0,0 0 0,0 1 0,0-1 0,0 1 0,-1-1 0,1 1-1,0 0 1,0-1 0,0 1 0,0 0 0,-1 0 0,1 0 0,0-1-1,0 3 1,6 24 406,-2 0-1,-1 0 1,-1 1-1,-1-1 0,-2 1 1,-5 51-1,4-69-464,1-4-24,0 0 0,0 0-1,0 0 1,1 0 0,-1 0 0,1 0-1,1 0 1,3 10 0,-5-15-26,0-1 0,1 1 0,-1 0 0,0 0 0,1 0 0,-1-1 0,0 1 0,1 0 0,-1-1 0,1 1 0,-1 0 0,1-1 0,0 1 0,-1-1 0,1 1 1,0-1-1,-1 1 0,1-1 0,0 1 0,-1-1 0,1 0 0,0 1 0,0-1 0,0 0 0,-1 0 0,2 1 0,0-2 10,0 1-1,0-1 1,-1 1 0,1-1-1,0 0 1,0 1-1,-1-1 1,1 0 0,0 0-1,-1-1 1,0 1-1,1 0 1,1-2 0,1-1 39,0 0 0,-1-1-1,1 1 1,-1-1 0,0 0 0,-1 1 0,4-8 0,11-18 304,-12 23-303,54-69 1456,-52 69-1378,-1 0-1,1 0 1,0 1-1,1 0 1,-1 1 0,1 0-1,0 0 1,9-4-1,-15 8-131,0 0 0,0 1 0,0-1 0,0 1 0,0-1 0,0 1 0,0 0 0,1 0 0,-1 0 0,0 0 0,0 0 0,0 1 0,0-1 0,0 0 0,0 1 0,0 0 0,0-1 0,3 3 0,-2-1 0,1 0 0,-1 1 0,1-1 0,-1 1 0,0 0 0,0 0 0,0 0 0,4 7 0,2 5 0,-1 1 0,0 0 0,9 25 0,-14-31 0,9 16-2837,1 0-1,0-1 1,29 39-1,-29-50-4130,-1 0-4497</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8.894"/>
    </inkml:context>
    <inkml:brush xml:id="br0">
      <inkml:brushProperty name="width" value="0.035" units="cm"/>
      <inkml:brushProperty name="height" value="0.035" units="cm"/>
    </inkml:brush>
  </inkml:definitions>
  <inkml:trace contextRef="#ctx0" brushRef="#br0">162 52 9357,'-1'-26'1137,"1"18"5484,4 28 3024,16-39-8234,-21 18-1353,-1-1-5,1 0 0,-1 0 0,0 0 0,0 1 0,0-1 0,0 1 0,0-1 0,0 1 0,-3-1 1450,1 3-1158,-1 1-220,-1 1 1,1-1-1,0 1 0,0 0 0,0 0 1,0 1-1,1-1 0,0 1 0,-1 0 1,-4 7-1,2-2 10,1 0 1,1 1-1,-1-1 1,2 1-1,-5 12 0,5-11-130,-41 119 19,41-113-25,1 0 0,0 1 0,1-1 0,0 0 0,3 35 0,0-46-194,-1-1 0,1 0 0,1 0 1,-1 1-1,1-1 0,0 0 0,0 0 0,0-1 0,1 1 0,-1 0 1,1-1-1,0 1 0,1-1 0,-1 0 0,9 7 0,-2-3-516,0-1-1,1 0 1,-1-1-1,2 0 1,15 6-1,-21-10 142,1-1-1,-1 1 0,0-2 0,1 1 0,-1-1 0,0 0 1,1 0-1,-1 0 0,1-1 0,-1 0 0,0-1 0,10-2 1,-8 2-292,26-9-4631,-3-1-3128</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9.235"/>
    </inkml:context>
    <inkml:brush xml:id="br0">
      <inkml:brushProperty name="width" value="0.035" units="cm"/>
      <inkml:brushProperty name="height" value="0.035" units="cm"/>
    </inkml:brush>
  </inkml:definitions>
  <inkml:trace contextRef="#ctx0" brushRef="#br0">1 166 8665,'0'0'12600,"4"0"-12160,-3 0-424,10 1 222,1-2 0,-1 0 1,19-3-1,-25 3-173,-1 0 1,0-1-1,0 0 0,0 1 0,0-1 1,0-1-1,0 1 0,0-1 0,-1 1 0,1-1 1,-1 0-1,0 0 0,5-7 0,-4 7-6,-1-1 0,0 1 0,0-1-1,-1 0 1,1-1 0,-1 1-1,0 0 1,0-1 0,0 1-1,-1-1 1,1 1 0,-1-1-1,1-6 1,-8-41 478,5 52-531,0-1 0,1 1 1,-1-1-1,0 1 0,0-1 0,0 1 0,1-1 0,-1 1 0,0 0 0,0-1 0,0 1 0,0 0 0,0 0 0,0 0 1,0 0-1,1 0 0,-1 0 0,0 0 0,0 0 0,-1 0 0,1 0 11,-2 0 3,1 0 1,-1 1-1,1-1 0,0 1 1,0-1-1,-1 1 0,1 0 0,0 0 1,0 0-1,0 0 0,0 0 1,0 0-1,0 0 0,0 1 1,0-1-1,0 1 0,0 0 1,1-1-1,-1 1 0,1 0 0,-1 0 1,-1 3-1,-4 7 91,1 0 1,-10 24-1,11-22-4,-1 0-39,0 0 0,2 0 0,0 1 0,0 0 0,1 0 0,-1 25 0,4-31-132,0 0 0,1 0 0,0-1 0,1 1 0,-1 0 0,2-1 0,-1 1 0,1-1 0,0 0 0,1 0 0,0 0 0,8 12 0,-10-18-121,1 1 0,-1-1 0,1 1 1,-1-1-1,1 0 0,0 0 0,0 0 0,0 0 0,1 0 1,-1-1-1,0 0 0,0 1 0,1-1 0,6 1 0,1 0-758,1-1 0,-1 1 0,13-2 0,-16 0-180,1-1-1,-1-1 1,0 0-1,0 0 0,0 0 1,13-7-1,-12 6-399,29-11-5203</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20.034"/>
    </inkml:context>
    <inkml:brush xml:id="br0">
      <inkml:brushProperty name="width" value="0.035" units="cm"/>
      <inkml:brushProperty name="height" value="0.035" units="cm"/>
    </inkml:brush>
  </inkml:definitions>
  <inkml:trace contextRef="#ctx0" brushRef="#br0">670 103 5685,'2'-13'531,"-1"-12"3111,19 23-1622,13-2-448,1-2 0,-1-1 0,47-16 0,-45 12-178,13-1 18,-46 13-1384,-1 0-1,1 0 1,-1 0 0,1 0-1,-1 0 1,0 0 0,1 0-1,-1 0 1,0 1 0,0-1-1,0 0 1,0 1 0,0-1-1,1 3 1,1 0 51,15 23 190,0 1-1,-2 2 1,-1-1 0,14 41-1,0-1 320,-19-43-327,-1 1 1,-2 0-1,-1 1 1,4 33-1,-1-1 93,-4-17-168,-2 0 0,-2 0 0,-2 0-1,-8 51 1,4-46-89,-8 82-15,-7 118 835,19-213-627,3 0-1,0 0 1,3-1 0,0 1-1,12 36 1,-12-57-222,-1 1 1,-1 0 0,-1-1-1,0 1 1,-1 1 0,0-1 0,-1 0-1,-1 0 1,0 0 0,-1 0-1,-1 0 1,0-1 0,-1 1 0,-1-1-1,0 1 1,-1-2 0,-1 1-1,-15 25 1,-108 149 95,93-130 107,2 1 0,3 1 0,-40 107 0,-13 26 185,64-147-219,9-18-95,-20 32 0,27-52-128,1-1 1,-1-1-1,-1 1 0,1-1 1,-1 0-1,0 0 0,0 0 1,-1-1-1,-9 6 0,-3-1-598,0-1 0,0 0-1,-1-2 1,0-1-1,0 0 1,-1-1 0,0-1-1,1-1 1,-1-1-1,0-1 1,-37-3 0,-133-7-10281,78 11-768</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20.923"/>
    </inkml:context>
    <inkml:brush xml:id="br0">
      <inkml:brushProperty name="width" value="0.035" units="cm"/>
      <inkml:brushProperty name="height" value="0.035" units="cm"/>
    </inkml:brush>
  </inkml:definitions>
  <inkml:trace contextRef="#ctx0" brushRef="#br0">627 95 5797,'-1'0'100,"-1"0"1,1 0 0,0 1 0,0-1 0,0-1-1,0 1 1,-1 0 0,1 0 0,0 0 0,0-1-1,0 1 1,0 0 0,0-1 0,0 1-1,0-1 1,0 1 0,0-1 0,0 0 0,0 1-1,0-1 1,0 0 0,0 0 0,0 1 0,1-1-1,-1 0 1,0 0 0,0 0 0,1 0 0,-1 0-1,1 0 1,-1 0 0,1-1 0,0 1 0,-1 0-1,1 0 1,0 0 0,0 0 0,0 0 0,0-1-1,0 1 1,0 0 0,0 0 0,0-1 0,0 1 0,-1 0 1,1 0-1,-1 1 1,1-1 0,-1 0-1,1 0 1,-1 1 0,0-1-1,1 1 1,-1-1-1,0 1 1,1-1 0,-1 1-1,0-1 1,0 1 0,1-1-1,-1 1 1,-2-1-1,2 1 176,-12-8 151,0 1 0,0 1 0,0 0 0,-1 1 0,0 0 0,0 1 0,0 1 0,-1 0 0,1 1 1,-18 0-1,27 2-383,0 0-1,0 0 1,0 1 0,0 0 0,0 0 0,0 0 0,0 0 0,0 1 0,1 0 0,-1 0 0,1 0 0,-1 1 0,1-1 0,0 1 0,0 0 0,0 0 0,0 1 0,1-1 0,-1 1 0,1 0 0,0-1 0,0 2 0,0-1 0,-4 9-1,-1 6 134,0 1-1,2 0 1,0 1-1,-5 36 0,0 1 197,-201 907 1539,177-700-1774,31-216-90,3 1 0,2 0-1,10 65 1,-8-97 24,0 0 0,1-1 1,1 1-1,1-1 1,0 0-1,1 0 0,1 0 1,1-1-1,0-1 0,1 1 1,0-1-1,2-1 1,-1 0-1,2-1 0,0 0 1,25 19-1,-18-19 190,0 0-1,1-2 1,1 0 0,0-1-1,0-2 1,1 0 0,0-1-1,24 4 1,-20-7-225,0-1 1,37-1-1,-25-4-1851,48-7 0,-43 0-494,5 0-4322,-6 2-3330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6.214"/>
    </inkml:context>
    <inkml:brush xml:id="br0">
      <inkml:brushProperty name="width" value="0.035" units="cm"/>
      <inkml:brushProperty name="height" value="0.035" units="cm"/>
    </inkml:brush>
  </inkml:definitions>
  <inkml:trace contextRef="#ctx0" brushRef="#br0">36 50 13077,'1'-2'198,"0"1"0,-1 0 0,1 0-1,0 0 1,-1-1 0,1 1 0,0 0-1,-1-1 1,0 1 0,1-1 0,-1 1-1,0 0 1,0-1 0,1 1 0,-1-1 0,0 1-1,-1-1 1,1 1 0,0 0 0,0-1-1,-1 1 1,1-1 0,0 1 0,-1 0-1,1-1 1,-1 1 0,0 0 0,0 0 0,1-1-1,-1 1 1,0 0 0,0 0 0,0 0-1,-3-3 5174,1 7-3931,2-1-1197,-2 2 50,0-1 0,1 1 1,-1-1-1,1 1 0,0 0 1,0 0-1,1 0 0,-1 0 1,1 0-1,0 1 1,0-1-1,0 0 0,0 8 1,2 332 744,30 6-367,-15-181-575,-10-111-2799,20 90 1,-21-127 1338,1 0-1,1 0 1,1-1 0,1 0 0,1 0 0,0-1 0,21 26 0,0-9-12101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6.700"/>
    </inkml:context>
    <inkml:brush xml:id="br0">
      <inkml:brushProperty name="width" value="0.035" units="cm"/>
      <inkml:brushProperty name="height" value="0.035" units="cm"/>
    </inkml:brush>
  </inkml:definitions>
  <inkml:trace contextRef="#ctx0" brushRef="#br0">27 245 7857,'-21'-28'2387,"20"26"-2019,0-1 1,0 1 0,1 0-1,-1 0 1,1 0 0,-1-1-1,1 1 1,0 0-1,0-1 1,0 1 0,0 0-1,0-1 1,0 1 0,1 0-1,-1 0 1,1-1 0,0 1-1,0 0 1,-1 0 0,1 0-1,1 0 1,1-4 0,0 0 433,1 0-464,-1 1 0,1-1-1,0 1 1,0-1 0,1 1-1,0 1 1,0-1 0,0 1 0,0-1-1,1 1 1,-1 1 0,1-1-1,0 1 1,0 0 0,1 1-1,-1-1 1,0 1 0,1 0 0,11-1-1,9-1 168,0 0 0,0 2-1,43 2 1,-45 1-363,0 1 1,0 1-1,0 2 1,-1 0-1,1 2 0,-1 0 1,-1 2-1,1 0 1,24 16-1,-30-15-150,-2 1 1,1 0-1,-2 1 0,0 1 1,0 0-1,-1 2 1,-1-1-1,0 2 0,-1-1 1,-1 2-1,0 0 0,9 20 1,-12-20-82,-1 1 0,0-1 0,-1 1 0,-2 1-1,1-1 1,-2 1 0,-1 0 0,0-1 0,-1 1 0,-1 0 0,-1 0 0,-1 0 0,0 0 0,-2-1 0,-8 30 0,9-37 24,-1-1 0,0 1 0,0-1 0,-10 15 0,13-23 60,0 0 0,0-1 0,0 1 0,0 0 0,0-1 0,-1 1 0,1-1 0,-1 0 0,1 1-1,-1-1 1,1 0 0,-1 0 0,0 0 0,0 0 0,1 0 0,-1 0 0,0-1 0,0 1 0,0 0 0,0-1 0,0 0 0,0 1 0,0-1 0,0 0 0,0 0 0,0 0 0,0 0 0,0-1 0,0 1 0,0 0 0,0-1 0,-3-1 0,3 0-1,-1 0 1,1 0-1,0 0 0,0-1 0,0 1 1,0-1-1,0 0 0,1 1 0,-1-1 1,1 0-1,-1 0 0,1 0 0,0 0 0,0 0 1,1 0-1,-1-4 0,0-2 25,0-1 0,1 0 1,1 0-1,0 0 0,0 1 0,1-1 0,0 1 0,0-1 1,8-17-1,-1-2 24,8-27 104,2 1 1,3 2 0,35-66-1,-42 93-6,1 1-1,1 0 1,1 1-1,1 1 1,1 1 0,1 1-1,1 0 1,29-20-1,-42 35-78,1 0-1,0 0 0,0 1 1,0 0-1,0 1 1,1 0-1,0 1 0,0 0 1,0 0-1,0 2 0,0-1 1,0 1-1,0 1 0,1 0 1,-1 0-1,0 1 0,0 1 1,0 0-1,0 0 1,0 1-1,0 1 0,0 0 1,-1 0-1,0 1 0,0 0 1,0 1-1,-1 0 0,1 0 1,-2 1-1,1 1 1,-1-1-1,8 10 0,-2-1 1,-2 1 0,0 1-1,-1 0 1,0 0 0,-2 1-1,0 0 1,7 25 0,34 146-463,-5 55-2836,-12-53-1777,-10-107 921,-2-32-1690,7 5-4923</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6.993"/>
    </inkml:context>
    <inkml:brush xml:id="br0">
      <inkml:brushProperty name="width" value="0.035" units="cm"/>
      <inkml:brushProperty name="height" value="0.035" units="cm"/>
    </inkml:brush>
  </inkml:definitions>
  <inkml:trace contextRef="#ctx0" brushRef="#br0">67 6 13589,'0'-1'82,"0"1"-1,0 0 0,0 0 1,0 0-1,0-1 0,0 1 1,0 0-1,-1 0 0,1 0 1,0-1-1,0 1 0,0 0 1,0 0-1,0 0 0,0-1 1,0 1-1,-1 0 0,1 0 1,0 0-1,0 0 0,0 0 1,-1 0-1,1-1 0,0 1 1,0 0-1,0 0 0,0 0 1,-1 0-1,1 0 0,0 0 1,0 0-1,-1 0 0,1 0 1,0 0-1,0 0 0,0 0 1,-1 0-1,1 0 1,0 0-1,0 0 0,-1 0 1,1 0-1,0 0 0,0 0 1,0 0-1,-1 0 0,1 1 1,0-1-1,0 0 0,0 0 1,0 0-1,-1 0 0,1 0 1,0 1-1,0-1 0,-3 17 2138,0 8-305,-3-12-1598,2 1 0,0-1 0,0 1-1,2 0 1,-1 0 0,2 0 0,0 0 0,1 0 0,0 0 0,1 1 0,0-1 0,1 0 0,1 0 0,1-1 0,-1 1 0,2-1 0,0 1 0,1-1 0,7 12 0,-7-14-296,1-1 0,-1 0-1,2-1 1,0 1 0,0-2 0,0 1 0,1-1 0,0 0 0,1-1 0,0 0 0,0 0 0,0-1 0,1-1 0,0 1 0,0-2 0,0 0 0,1 0 0,0-1 0,-1 0 0,1-1 0,0-1 0,18 1 0,-15-2-27,0-1 1,-1-1 0,0 0-1,1-1 1,-1-1 0,0 0 0,0-1-1,17-9 1,-28 13 6,0-1-1,0 0 1,0 1 0,0-1-1,-1 0 1,1 0-1,-1-1 1,0 1 0,1 0-1,-1-1 1,0 1 0,0-1-1,-1 0 1,1 0-1,-1 0 1,1 1 0,-1-2-1,0 1 1,0 0 0,0 0-1,0 0 1,-1 0-1,1-1 1,-1 1 0,0 0-1,0 0 1,0-1 0,0 1-1,-1 0 1,1 0-1,-1 0 1,0-1 0,0 1-1,0 0 1,0 0 0,-3-4-1,-1-4 3,-1 0 0,0 1 0,-1 0 0,0 0-1,-1 0 1,0 1 0,0 1 0,-15-13 0,-1 3-253,-1 2-1,0 1 1,-1 0 0,-1 2 0,0 2 0,-1 0 0,0 2 0,-1 0 0,0 2 0,-42-4-1,0 11-5685,66 0 2512,18 14-10467</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7.743"/>
    </inkml:context>
    <inkml:brush xml:id="br0">
      <inkml:brushProperty name="width" value="0.035" units="cm"/>
      <inkml:brushProperty name="height" value="0.035" units="cm"/>
    </inkml:brush>
  </inkml:definitions>
  <inkml:trace contextRef="#ctx0" brushRef="#br0">168 1162 11081,'-59'-25'6863,"57"26"-6688,-1-1-1,1 1 0,-1-1 0,1 1 0,-1 0 1,1 0-1,-1 0 0,1 0 0,0 1 0,-1-1 1,1 0-1,0 1 0,-4 3 0,0 2-35,0 0 1,1 0-1,-1 0 0,1 0 0,1 1 0,-1 0 0,2 0 0,-1 0 1,1 0-1,-4 16 0,1-1 17,2 0-1,1-1 1,-1 27 0,4-38-124,1 1 1,0-1-1,1 1 1,1-1 0,-1 0-1,2 0 1,-1 0-1,2 0 1,-1-1-1,2 1 1,10 16-1,-12-22-25,0 1 0,1-1 0,-1 0-1,1 0 1,0 0 0,1 0-1,-1-1 1,1 0 0,8 5-1,-10-8-7,0 1 0,0 0-1,1-1 1,-1 0 0,0 0-1,1 0 1,-1 0 0,1-1-1,-1 0 1,0 0 0,1 0-1,-1 0 1,1-1-1,-1 1 1,8-3 0,-1-1-4,1 0 0,-1-1-1,0 0 1,-1 0 0,1-1 0,-1 0 0,0-1 0,-1-1 0,1 1 0,-1-1-1,-1-1 1,0 0 0,0 0 0,-1 0 0,0-1 0,0 0 0,-1-1 0,7-15-1,-2-3 7,-1 0 1,-1 0-1,-2 0 0,-1-1 0,-1 0 0,-1-1 0,-2 1 0,-2-39 0,-6-30 58,-23-114 1,20 153-39,-7-32 283,-31-108 1,47 200-296,0-1 1,0 1 0,0-1 0,0 1 0,0-1 0,0 1 0,0-1 0,-1 0 0,1 1 0,0-1 0,0 1 0,0-1 0,-1 1 0,1-1 0,0 1 0,0-1 0,-1 1 0,1 0 0,0-1 0,-1 1 0,1-1 0,-1 1 0,1 0 0,-1-1 0,1 1 0,-1 0 0,1-1 0,-1 1 0,0 0 0,-7 17 249,6-7-201,0-1 1,0 1 0,1 1 0,1-1 0,-1 0 0,2 0 0,1 10 0,14 79 235,-8-55-173,10 51 119,4-2-1,56 152 1,-71-229-222,0-1 0,1 0 0,0-1 0,1 1 0,0-2 0,2 1 0,-1-1-1,2-1 1,-1 0 0,2 0 0,21 15 0,-22-19-5,1-1 1,0 0-1,0-1 0,0 0 0,1-1 1,0 0-1,0-2 0,0 1 0,0-2 1,0 1-1,1-2 0,-1 0 0,25-2 1,-22-1-26,1 0-1,-1 0 1,0-2 0,0 0 0,0-1-1,-1-1 1,0-1 0,0 0 0,0-1-1,-1 0 1,0-2 0,-1 1 0,0-2 0,0 0-1,-1-1 1,-1 0 0,0 0 0,0-2-1,-2 1 1,1-2 0,-2 1 0,0-1 0,-1-1-1,0 1 1,-1-1 0,4-18 0,-9 30 0,-1-1-1,-1 0 1,1 0 0,-1 0 0,0 0 0,0 0 0,0 0 0,-2-9-1,2 14 13,0 0-1,0 0 1,0 0-1,0-1 0,0 1 1,0 0-1,0 0 0,0 0 1,0 0-1,0 0 1,0 0-1,0-1 0,0 1 1,-1 0-1,1 0 0,0 0 1,0 0-1,0 0 1,0 0-1,0 0 0,0 0 1,0 0-1,0-1 1,0 1-1,-1 0 0,1 0 1,0 0-1,0 0 0,0 0 1,0 0-1,0 0 1,0 0-1,-1 0 0,1 0 1,0 0-1,0 0 0,0 0 1,0 0-1,0 0 1,0 0-1,-1 0 0,1 0 1,0 0-1,0 0 1,0 0-1,0 0 0,0 0 1,0 0-1,-1 0 0,1 1 1,0-1-1,0 0 1,0 0-1,0 0 0,0 0 1,-6 2 7,1-1 0,-1 1-1,1 0 1,-1 0 0,1 1 0,0 0 0,0 0 0,0 0 0,1 1 0,-1-1 0,1 1 0,0 0 0,0 0-1,0 1 1,0-1 0,1 1 0,-5 8 0,3-4 18,0 1-1,1-1 1,1 1-1,0 0 1,0 0 0,1 0-1,0 0 1,0 0-1,1 19 1,1-23-17,0-1 0,0 1 0,0-1-1,1 0 1,0 0 0,0 1 0,1-1 0,-1 0 0,1 0 0,0 0 0,0 0 0,1-1 0,0 1 0,-1 0 0,2-1-1,-1 0 1,0 0 0,1 0 0,6 6 0,-3-6-46,0 1 0,0-1 0,1-1 0,-1 1 0,1-2 0,0 1 0,0-1-1,0 0 1,0 0 0,0-1 0,0 0 0,12 0 0,2-2-98,0 0 0,-1-2 0,1 0 0,0-2 1,-1 0-1,0-1 0,0-1 0,-1-2 0,0 1 0,0-2 0,27-19 0,-22 13 77,-1-1-1,-1-2 1,-1 0-1,-1-1 0,0-2 1,-2 0-1,0-1 1,17-29-1,-23 28 60,-1 0 0,-1-1 1,-1 0-1,-2 0 0,0-1 0,-2 0 0,-1-1 0,-1 0 1,-1 1-1,-1-38 0,-5-27 325,-26-153 1,27 231-285,-3-31 380,-3 1-1,-2 0 0,-1 0 1,-3 1-1,-20-45 0,30 79-276,-1 0 0,1 0-1,-2 1 1,1-1-1,-1 1 1,0 0 0,-8-7-1,13 14-113,0-1 0,0 1 0,0-1 0,1 1 0,-1-1 0,0 1 0,0 0-1,0-1 1,0 1 0,0 0 0,0 0 0,0 0 0,0 0 0,0 0 0,0 0 0,0 0 0,0 0 0,0 0-1,0 0 1,1 1 0,-1-1 0,0 0 0,0 0 0,0 1 0,0-1 0,0 1 0,0-1 0,1 1 0,-1-1-1,0 1 1,0 0 0,1-1 0,-1 1 0,0 0 0,1-1 0,-1 1 0,1 0 0,-1 0 0,1 0 0,-1 1-1,-17 37 485,10-2-223,1 1 0,2 1 0,2-1 0,2 63 0,1-43-135,4 285-2023,16-115-5173,-9-148-222,1-3-4891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7.964"/>
    </inkml:context>
    <inkml:brush xml:id="br0">
      <inkml:brushProperty name="width" value="0.035" units="cm"/>
      <inkml:brushProperty name="height" value="0.035" units="cm"/>
    </inkml:brush>
  </inkml:definitions>
  <inkml:trace contextRef="#ctx0" brushRef="#br0">0 9 14805,'13'-9'3157,"3"12"-517,3 6-232,-3 2-188,-1 1-348,-5 8-259,-1 22-325,-5-4-288,-1 4-188,-3 4-388,-3 3-588,-1 2-660,1-2-844,3-1-604,0 1-969,-3 0-3835,3-7-6934</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8.090"/>
    </inkml:context>
    <inkml:brush xml:id="br0">
      <inkml:brushProperty name="width" value="0.035" units="cm"/>
      <inkml:brushProperty name="height" value="0.035" units="cm"/>
    </inkml:brush>
  </inkml:definitions>
  <inkml:trace contextRef="#ctx0" brushRef="#br0">19 89 11501,'-19'-54'2052,"26"37"-420,-4 5-355,13 6-513,3 6-444,3 6-520,13 14-672,6 0-441,-6 12-719,0 2-1776,3 14-2529</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8.324"/>
    </inkml:context>
    <inkml:brush xml:id="br0">
      <inkml:brushProperty name="width" value="0.035" units="cm"/>
      <inkml:brushProperty name="height" value="0.035" units="cm"/>
    </inkml:brush>
  </inkml:definitions>
  <inkml:trace contextRef="#ctx0" brushRef="#br0">226 388 11333,'-2'-3'288,"0"1"0,0-1 0,0 0 0,1 1 0,-1-1 0,1 0-1,0 0 1,0 0 0,0 0 0,0 0 0,0 0 0,1-1 0,-1 1 0,1 0 0,0 0 0,0 0 0,0-1 0,1 1-1,-1 0 1,2-5 0,0-30 2590,-2 15-1685,0 0 0,1 0 1,1 0-1,1 0 0,2 1 0,0-1 0,1 1 0,13-30 1,-19 49-1165,1 0 0,1 1 0,-1-1 0,0 1 0,1-1 0,-1 1 1,1-1-1,0 1 0,0 0 0,0 0 0,0 0 0,0 0 1,0 0-1,0 0 0,1 1 0,-1-1 0,1 1 0,-1-1 1,1 1-1,0 0 0,-1 0 0,1 0 0,0 1 0,0-1 1,-1 1-1,1-1 0,0 1 0,0 0 0,0 0 0,0 0 1,0 0-1,0 1 0,-1-1 0,1 1 0,0 0 0,0 0 0,-1 0 1,4 1-1,6 3 50,-1 1 0,1 0 1,-2 0-1,1 1 0,-1 1 0,0-1 1,11 12-1,-16-14-79,5 4 0,-1 0 0,1 1 0,-2 0 0,1 0 0,-2 1 0,1 1 0,-1-1 0,-1 1 0,0 0 0,-1 0 0,7 22 0,22 106 0,-32-125 0,-1-1 0,0 0 0,0 1 0,-2-1 0,1 1 0,-2-1 0,0 0 0,-1 0 0,-6 18 0,1-10 0,-1-1 0,-1 0 0,-1-1 0,-16 23 0,2-8-1078,0-1 0,-3-2 0,-40 39-1,39-45-831,-1-1 0,0-1 0,-2-2 0,-1-1 0,-1-2 0,-65 27-1,29-21-10188</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9.370"/>
    </inkml:context>
    <inkml:brush xml:id="br0">
      <inkml:brushProperty name="width" value="0.035" units="cm"/>
      <inkml:brushProperty name="height" value="0.035" units="cm"/>
    </inkml:brush>
  </inkml:definitions>
  <inkml:trace contextRef="#ctx0" brushRef="#br0">338 335 12957,'-9'-30'903,"6"21"-310,1-1-1,0 0 0,0 0 0,1 0 1,0 0-1,1-13 0,-1 15 298,0-1-1,0 0 0,-1 1 1,0-1-1,-1 1 1,1 0-1,-2 0 0,-4-9 1,6 11-392,-1 1 0,0 0 0,0 0 0,-1 0 0,1 0 0,-1 1-1,0-1 1,-1 1 0,1 0 0,-1 0 0,1 1 0,-10-6 0,12 8-486,0 1 0,-1-1 0,1 1 1,0-1-1,-1 1 0,1 0 0,0 0 0,-1 0 0,1 0 0,0 1 0,-1-1 0,1 1 0,0-1 0,0 1 0,-1 0 0,1-1 0,0 1 0,0 0 0,0 1 0,0-1 0,0 0 0,0 1 1,0-1-1,-2 3 0,-2 2-15,0 0-1,0 0 1,1 1 0,0 0 0,-8 12 0,-9 24 3,3 1 0,1 1 0,2 0 0,2 2 0,-11 62 0,15-54 0,3 1 0,2 1 0,3 99 0,4-131 0,0 1 0,2-1 0,0 0 0,2 0 0,1-1 0,1 0 0,1 0 0,1 0 0,1-1 0,23 36 0,-25-47 0,0-1 0,1 0 0,0 0 0,1-1 0,0-1 0,0 1 0,1-2 0,1 0 0,-1 0 0,23 9 0,-17-11 0,-1 0 0,1-1 0,0 0 0,0-2 0,1 0 0,-1-1 0,32-1 0,-18-3 0,0-2 0,-1-1 0,1-1 0,-1-2 0,-1-1 0,1-1 0,-2-2 0,1-1 0,42-26 0,-56 29 0,0-1 0,-1-1 0,0 0 0,-1-1 0,0 0 0,-1-1 0,0-1 0,-1 0 0,-1-1 0,-1 0 0,0 0 0,-1-1 0,8-20 0,-10 16 0,0-1 0,-2 0 0,0 1 0,-2-2 0,0 1 0,-1 0 0,-1 0 0,-2-1 0,0 1 0,-1 0 0,-5-23 0,-1 11 0,-2 1 0,-1 0 0,-1 0 0,-2 2 0,-1-1 0,-2 2 0,-1 0 0,-1 1 0,-32-37 0,24 35 0,-1 2 0,-1 1 0,-1 1 0,-1 2 0,-2 1 0,0 1 0,-66-32 0,79 45-374,-1 1 0,-21-5 0,33 11 98,1 2 0,-1-1 0,1 1 0,-1 0 0,1 1 0,-1 0 0,1 0 0,-14 3 0,20-3 37,0 1 0,1-1 0,-1 0 1,0 1-1,1-1 0,-1 1 0,1 0 0,-1 0 1,1-1-1,-1 1 0,1 0 0,-1 0 0,1 0 1,0 0-1,-1 1 0,1-1 0,0 0 0,0 1 1,0-1-1,0 0 0,0 1 0,0-1 1,-1 4-1,2-2-340,-1 0-1,1-1 1,0 1 0,0 0 0,0 0 0,0 0 0,0 0 0,0-1 0,1 1-1,0 0 1,-1 0 0,1-1 0,0 1 0,3 4 0,23 32-11180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9.678"/>
    </inkml:context>
    <inkml:brush xml:id="br0">
      <inkml:brushProperty name="width" value="0.035" units="cm"/>
      <inkml:brushProperty name="height" value="0.035" units="cm"/>
    </inkml:brush>
  </inkml:definitions>
  <inkml:trace contextRef="#ctx0" brushRef="#br0">0 175 16706,'33'-48'5923,"-31"44"-3368,21 10 1498,-17-3-3919,-1 1-1,0 0 1,0 0 0,0 0-1,-1 1 1,1-1-1,-1 1 1,0 0-1,-1 0 1,1 1-1,-1-1 1,0 1 0,0 0-1,2 5 1,6 20 600,12 44-1,-18-57-674,25 109-59,16 162 0,-35-212 0,-10-68 0,1 1 0,0-1 0,1 1 0,0-1 0,0 0 0,1 0 0,1 0 0,-1-1 0,1 1 0,10 12 0,-14-19 0,1-1 0,-1 1 0,0-1 0,1 0 0,-1 1 0,1-1 0,-1 0 0,1 0 0,0 0 0,-1 0 0,1 0 0,0 0 0,0-1 0,-1 1 0,1 0 0,0-1 0,0 0 0,0 1 0,0-1 0,0 0 0,0 0 0,0 0 0,0 0 0,0 0 0,0 0 0,0-1 0,-1 1 0,1-1 0,0 1 0,0-1 0,0 0 0,0 0 0,1-1 0,4-2 0,0 0 0,0-1 0,0 0 0,-1 0 0,0-1 0,9-9 0,2-8 0,0-2 0,-2 1 0,-1-2 0,-1 0 0,17-48 0,-23 56 0,182-470-1805,-156 405-964,-10 23-2605,-8 20-4502,-8 25-83</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9.944"/>
    </inkml:context>
    <inkml:brush xml:id="br0">
      <inkml:brushProperty name="width" value="0.035" units="cm"/>
      <inkml:brushProperty name="height" value="0.035" units="cm"/>
    </inkml:brush>
  </inkml:definitions>
  <inkml:trace contextRef="#ctx0" brushRef="#br0">19 347 9417,'18'-8'1001,"-13"5"-529,0 1 0,0 0 0,0 0 0,0 1 0,1-1 0,-1 1 0,11-1 0,-12 2-46,0-1 0,0 0 0,0-1 0,0 1-1,-1-1 1,1 1 0,0-1 0,-1 0 0,1-1 0,4-3 0,32-29 2429,-27 23-2152,-5 2-79,0 0 0,0 0-1,-1 0 1,0-1 0,-1 0 0,0 0 0,-1-1 0,0 0 0,3-15 0,-7 25-569,1-3 75,-1 0 0,0-1-1,0 1 1,0 0-1,0-1 1,-1 1 0,0-1-1,0 1 1,0-1-1,-1 1 1,0 0 0,0-1-1,0 1 1,-1 0-1,0 0 1,-4-9 0,5 12-81,-1 0 1,1 0-1,-1 0 1,1 0-1,-1 0 1,0 0-1,0 0 1,0 1-1,0-1 1,0 1-1,-1-1 1,1 1-1,0 0 1,-1 0-1,1 0 1,-1 0 0,1 0-1,-1 0 1,1 1-1,-1-1 1,0 1-1,1 0 1,-1 0-1,1 0 1,-1 0-1,0 0 1,1 1-1,-1-1 1,1 1-1,-1 0 1,0-1-1,1 1 1,0 0-1,-1 0 1,1 1-1,-3 1 1,-5 2-50,0 1 0,1 0 0,-1 1 0,1-1 0,1 2 0,-1-1 0,1 1 0,1 1 0,0 0 0,-12 18 0,10-13 0,2 1 0,0-1 0,1 1 0,0 1 0,1-1 0,1 1 0,-3 21 0,5-19 0,0 0 0,1 0 0,1 1 0,0-1 0,2 0 0,0 0 0,1 0 0,1 0 0,0 0 0,2 0 0,0-1 0,1 0 0,0 0 0,16 24 0,-14-30-240,0 0 1,1-1-1,0-1 0,1 1 1,0-1-1,1-1 1,-1 0-1,1-1 0,1 0 1,0-1-1,0 0 0,0-1 1,23 5-1,9 1-1286,0-2-1,87 5 0,14-13-3241,-48-10-2371,-25-2-2802</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0.193"/>
    </inkml:context>
    <inkml:brush xml:id="br0">
      <inkml:brushProperty name="width" value="0.035" units="cm"/>
      <inkml:brushProperty name="height" value="0.035" units="cm"/>
    </inkml:brush>
  </inkml:definitions>
  <inkml:trace contextRef="#ctx0" brushRef="#br0">13 555 11729,'-4'6'916,"-2"4"-45,4-3 6041,12 3-3364,9 12-2693,-1 1 1,0 0-1,-2 2 0,-1 0 1,19 44-1,-27-52-756,-1 1 0,0 0 0,-2 0 0,0 0 0,-1 1-1,0-1 1,-2 1 0,0 0 0,-1-1 0,-3 21 0,1-32-208,2 4 589,10-28 157,93-212 678,-62 131-2565,106-183 0,-118 237 118,98-144-3842,-98 152-288,40-41 0,-22 34-5143</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0.878"/>
    </inkml:context>
    <inkml:brush xml:id="br0">
      <inkml:brushProperty name="width" value="0.035" units="cm"/>
      <inkml:brushProperty name="height" value="0.035" units="cm"/>
    </inkml:brush>
  </inkml:definitions>
  <inkml:trace contextRef="#ctx0" brushRef="#br0">235 804 11725,'7'-30'479,"7"-28"1928,6-61-1,-10 54 410,20-72 0,-9 37-614,-12 55-817,2-1 0,19-51 0,-20 64-445,-7 25-603,-1 0-1,1 0 1,0 0 0,1 0 0,-1 0 0,2 1 0,4-8-1,-9 15-333,0 0-1,0 0 0,0 0 0,0-1 1,0 1-1,0 0 0,0 0 0,0 0 1,0 0-1,1-1 0,-1 1 0,0 0 1,0 0-1,0 0 0,0 0 1,0-1-1,1 1 0,-1 0 0,0 0 1,0 0-1,0 0 0,0 0 0,1 0 1,-1-1-1,0 1 0,0 0 0,0 0 1,1 0-1,-1 0 0,0 0 0,0 0 1,0 0-1,1 0 0,-1 0 0,0 0 1,0 0-1,0 0 0,1 0 1,-1 0-1,0 0 0,0 0 0,0 0 1,1 1-1,-1-1 0,0 0 0,0 0 1,0 0-1,0 0 0,1 0 0,-1 0 1,0 0-1,0 1 0,0-1 0,0 0 1,0 0-1,1 0 0,-1 0 1,0 1-1,0-1 0,0 0 0,0 0 1,0 0-1,0 1 0,0-1 0,0 0 1,0 0-1,0 0 0,0 1 0,0-1 1,3 24-35,-3-24 32,-3 66 0,-1 0 0,-21 93 0,15-98 0,-145 689 0,1-11 0,84-236 0,56-349 0,9 196 0,7-301 0,2 0 0,2-1 0,2 0 0,20 67 0,-23-99 0,1 0 0,0-1 0,1 1 0,1-1 0,0 0 0,1-1 0,1 0 0,0-1 0,1 0 0,0 0 0,1-1 0,1-1 0,0 0 0,0 0 0,1-1 0,16 8 0,-21-14 0,0 0 0,0 0 0,0-1 0,0 0 0,0-1 0,1 0 0,-1-1 0,1 0 0,-1 0 0,1-1 0,-1 0 0,1-1 0,-1 0 0,1 0 0,-1-1 0,1 0 0,-1-1 0,0 0 0,0 0 0,0-1 0,-1-1 0,1 1 0,-1-1 0,0 0 0,9-8 0,-3 0 0,0 1 0,-1-2 0,0 0 0,-1 0 0,0-1 0,-1-1 0,-1 0 0,-1 0 0,0-1 0,-1 0 0,-1-1 0,5-18 0,-4 6-69,-2 0 1,-1 0-1,-2-1 1,-1 1-1,-1-1 0,-1 1 1,-2-1-1,-1 1 1,-12-49-1,4 38-43,-1 0-1,-2 2 1,-2-1-1,-2 2 1,-1 0 0,-35-50-1,-116-127-369,49 70 207,116 138 242,0 0 0,0-1 0,0 0 0,1 0 0,0 0 0,0 0 0,1-1 0,0 1 0,1-1 0,-3-13 0,5 17 12,0-1 1,0 0-1,0 1 0,0-1 1,1 0-1,0 0 0,0 1 1,1-1-1,0 1 0,0-1 1,0 1-1,0 0 0,1 0 1,0 0-1,0 0 0,0 0 1,6-5-1,13-14-48,1 2 0,1 0 0,1 2 0,41-27 0,119-59-139,-144 84 178,41-22 6,352-173 494,-432 215-453,1 1 0,0 0 0,0 0-1,0 0 1,0 0 0,0 0 0,0 1 0,0-1 0,0 1 0,0 0 0,0 0 0,0 0 0,0 0 0,0 0 0,1 1 0,-1 0 0,0-1 0,0 1 0,-1 0-1,1 0 1,0 1 0,0-1 0,0 1 0,4 2 0,-5-1 1,1 0-1,-1 0 1,0 0 0,0 1-1,0-1 1,0 0 0,0 1-1,-1 0 1,1-1-1,-1 1 1,0 0 0,0-1-1,-1 1 1,1 0 0,-1 0-1,0 0 1,0 7-1,-4 21 36,0 0 0,-17 57 0,-3 22-946,17-64-1140,1 50-1,7-49-2363,4 4-4294,1-12-841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034"/>
    </inkml:context>
    <inkml:brush xml:id="br0">
      <inkml:brushProperty name="width" value="0.035" units="cm"/>
      <inkml:brushProperty name="height" value="0.035" units="cm"/>
    </inkml:brush>
  </inkml:definitions>
  <inkml:trace contextRef="#ctx0" brushRef="#br0">89 169 12653,'-48'-51'2200,"39"25"-383,-1 0-165,4 6-580,-4 6 364,7-3-1176,0 3-524,32 14-2292,-1 2 139,-2 7-2211,18 11-3613</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235"/>
    </inkml:context>
    <inkml:brush xml:id="br0">
      <inkml:brushProperty name="width" value="0.035" units="cm"/>
      <inkml:brushProperty name="height" value="0.035" units="cm"/>
    </inkml:brush>
  </inkml:definitions>
  <inkml:trace contextRef="#ctx0" brushRef="#br0">82 49 13909,'-8'-16'1140,"-9"-16"6171,6 69-2165,9 22-3208,2-27-752,-23 416 951,2-179-2137,22-124-3945,26 69-9060,-17-164 172</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509"/>
    </inkml:context>
    <inkml:brush xml:id="br0">
      <inkml:brushProperty name="width" value="0.035" units="cm"/>
      <inkml:brushProperty name="height" value="0.035" units="cm"/>
    </inkml:brush>
  </inkml:definitions>
  <inkml:trace contextRef="#ctx0" brushRef="#br0">1 263 12001,'18'-15'666,"-14"11"-426,0 1 0,0-1 0,1 1 0,-1 0 0,1 0-1,0 1 1,-1 0 0,1-1 0,0 2 0,7-3 0,83-29 2164,93-47 1,-153 64-2207,84-38 317,-101 46-360,1 1 1,0 1-1,33-6 1,-50 12-130,1 0 0,-1 0 0,1 0 1,-1 1-1,1-1 0,-1 1 0,0-1 0,1 1 0,-1 0 1,0 0-1,1 0 0,-1 0 0,0 0 0,0 0 0,0 1 1,0-1-1,0 1 0,0-1 0,0 1 0,-1 0 0,1 0 1,0 0-1,-1 0 0,0 0 0,1 0 0,-1 0 0,0 0 1,1 3-1,2 5 70,0 1 0,-1-1 1,0 1-1,3 16 0,1 34-211,-3-1-1,-2 1 1,-3 0 0,-14 103-1,11-58-3871,2-37-3747,2-46 326</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732"/>
    </inkml:context>
    <inkml:brush xml:id="br0">
      <inkml:brushProperty name="width" value="0.035" units="cm"/>
      <inkml:brushProperty name="height" value="0.035" units="cm"/>
    </inkml:brush>
  </inkml:definitions>
  <inkml:trace contextRef="#ctx0" brushRef="#br0">1 107 11125,'13'-8'804,"0"0"-1,0 0 1,1 1 0,0 1 0,0 0-1,1 1 1,-1 1 0,19-3-1,290-34 3170,-298 38-3863,-14 2-59,0 0-1,1 0 1,-1 1-1,12 1 0,-20-1-44,1 1 0,0 0-1,0 0 1,-1 0 0,1 0 0,-1 1-1,1-1 1,-1 1 0,0 0-1,0 0 1,1 0 0,-1 1-1,-1-1 1,1 1 0,0-1-1,3 6 1,40 60-1859,-15-19-8082,-21-32 1917</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870"/>
    </inkml:context>
    <inkml:brush xml:id="br0">
      <inkml:brushProperty name="width" value="0.035" units="cm"/>
      <inkml:brushProperty name="height" value="0.035" units="cm"/>
    </inkml:brush>
  </inkml:definitions>
  <inkml:trace contextRef="#ctx0" brushRef="#br0">1 178 10969,'47'-77'1684,"-34"54"-260,3 0-272,-7 3-208,1 0 93,6 12-1377,0 2-589,0 15-6247,-1-1 1395</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2.696"/>
    </inkml:context>
    <inkml:brush xml:id="br0">
      <inkml:brushProperty name="width" value="0.035" units="cm"/>
      <inkml:brushProperty name="height" value="0.035" units="cm"/>
    </inkml:brush>
  </inkml:definitions>
  <inkml:trace contextRef="#ctx0" brushRef="#br0">0 18 10221,'3'-3'365,"11"-9"1164,-13 11-1457,-1 1 0,0 0-1,1 0 1,-1 0 0,0-1 0,1 1 0,-1 0-1,1 0 1,-1 0 0,0 0 0,1 0 0,-1 0-1,1 0 1,-1 0 0,0 0 0,1 0 0,-1 0-1,1 0 1,-1 0 0,0 0 0,1 0 0,-1 1-1,0-1 1,1 0 0,-1 0 0,1 0 0,-1 1-1,0-1 1,1 0 0,-1 0 0,0 1 0,0-1-1,1 0 1,-1 1 0,2 1 1718,0-1-285,5 3-1082,-1 1 0,0-1-1,0 1 1,0 0 0,0 1 0,-1-1-1,0 1 1,0 0 0,-1 0 0,5 8-1,-1 1-225,-1 0 0,0 1 0,-1 0 0,7 27-1,9 74 112,-13-63-332,-6-54 28,-1 0 1,1-1-1,-1 1 0,1-1 1,0 1-1,-1-1 0,1 0 1,-1 0-1,5-2 0,0-2 67,0-1 1,0 0-1,0-1 0,0 0 0,7-10 0,22-22 298,128-92 2171,-162 130-2522,0 0 0,-1 0 0,1 0 0,0 0 0,-1 0 0,1 0 0,0 0 0,0 0 0,0 1 0,0-1 0,0 1-1,0-1 1,0 1 0,0 0 0,0 0 0,0 0 0,0 0 0,0 0 0,0 0 0,0 1 0,0-1 0,-1 0 0,1 1 0,0 0 0,0-1 0,0 1 0,0 0 0,0 0 0,-1 0 0,1 0 0,-1 1 0,1-1 0,0 0 0,-1 1 0,0-1 0,1 1 0,-1-1 0,2 4 0,4 6 34,0 0 0,0 1 0,-1 1 1,7 20-1,-7-17-49,-3-9-33,0 1 0,0-1 0,0 1 0,1-1 0,0 0 0,1-1 0,0 1 0,0-1 0,0 0 0,0 0 0,1 0 0,8 6 0,-13-12 16,0 1 0,0-1-1,0 1 1,0-1 0,0 0-1,0 0 1,0 0 0,0 1-1,0-1 1,0 0 0,0 0 0,0 0-1,0-1 1,0 1 0,0 0-1,0 0 1,0 0 0,2-1-1,1-1-27,0 2 26,0 0 0,-1-1 0,1 0 0,-1 0 0,1 0 0,-1 0 0,1-1 0,-1 1 0,0-1 0,0 0 0,0 0 0,0 0 0,0 0 0,0-1 0,0 1 0,-1-1 0,1 0 0,-1 1 0,0-1 0,0 0 0,0-1 0,0 1 0,-1 0 0,1 0 0,-1-1 0,1 1 0,-1-1 0,0 1 0,0-7 0,3-11-47,-2 0 1,0 1-1,-2-1 1,-1-22-1,0 12-273,1 28 76,-4 4 39,-1 0 126,1 0 20,1-1 1,-1 1 0,1 0-1,0 1 1,-1-1 0,1 0-1,0 1 1,0 0 0,0 0-1,0 0 1,0 0 0,1 0 0,-1 0-1,-3 5 1,5-6 59,-15 17-420,1 1 0,1 1 0,-16 26 0,-7 5 5003,39-48-4194,1 5-297,1-1 0,-2 1-1,1 0 1,-1 0 0,0 0 0,-1 0 0,0 0 0,0 1 0,-1-1-1,-1 16 1,-3 11 51,-11 44-1,8-44-54,-6 22-20,-3 0-1,-28 71 1,-60 104-294,74-168 89,-75 131-142,66-129 235,-56 132 0,81-176 114,13-20-28,-1 0 0,1-1 0,0 1 0,-1 0 0,1 0 0,0 0 0,0 0 0,0 0 0,1 0 0,-1 0 0,0 3 0,-19-11 379,18 5-373,0 0 0,0-1 1,0 1-1,-1-1 0,2 1 1,-1-1-1,0 0 0,0 0 1,0 0-1,1 0 0,-1 0 1,1 0-1,-1 0 0,1 0 1,0-1-1,0 1 0,0 0 1,0-1-1,1 1 0,-1-1 1,0 1-1,1-1 1,0 1-1,0-5 0,-2-10 84,2 0 0,2-24 1,-2 34-114,2-8-53,0 0 0,1 0 0,0 0 0,2 0 0,-1 1-1,2 0 1,11-22 0,6-4-964,32-41-1,-45 66 681,20-25-1409,2 0 0,1 3 0,52-47 0,-59 61-709,1 2 0,2 1 0,36-19-1,-5 9-5386</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2.805"/>
    </inkml:context>
    <inkml:brush xml:id="br0">
      <inkml:brushProperty name="width" value="0.035" units="cm"/>
      <inkml:brushProperty name="height" value="0.035" units="cm"/>
    </inkml:brush>
  </inkml:definitions>
  <inkml:trace contextRef="#ctx0" brushRef="#br0">93 101 11625,'-19'-3'2008,"-1"0"-112,5 0-279,-1-2 823,6-1-1536,-2-3-60,18-14-2300,3-2-460,1 13-3429,-1 1-4288</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3.554"/>
    </inkml:context>
    <inkml:brush xml:id="br0">
      <inkml:brushProperty name="width" value="0.035" units="cm"/>
      <inkml:brushProperty name="height" value="0.035" units="cm"/>
    </inkml:brush>
  </inkml:definitions>
  <inkml:trace contextRef="#ctx0" brushRef="#br0">295 3438 6117,'-164'57'2924,"45"-16"2282,108-40-3724,23-8-407,37-17 105,519-194 1905,25 31-2114,-127 53-541,79-16-96,72-19-55,75-11-11,60-9 133,1368-287 498,17 60-190,-863 187-401,1106-210-56,-1873 333-406,-90 7-46,-87 12-91,-85 10-72,-82 9-52,-160 67 400,15-8-112,-1 0 1,25-18 0,-40 25 86,1 0-1,0 0 1,-1 0-1,1-1 1,-1 1-1,1-1 0,-1 0 1,0 1-1,0-1 1,-1 0-1,1 0 1,0 0-1,-1 0 1,0-1-1,0 1 1,0 0-1,0-1 1,0 1-1,0-7 1,-2 7-6,1 1 1,0-1-1,-1 0 0,0 1 1,0-1-1,1 1 0,-2-1 1,1 1-1,0 0 0,0-1 1,-1 1-1,1 0 0,-1 0 1,0 0-1,1 0 0,-1 0 1,0 0-1,0 1 1,-5-3-1,-1-2-104,-1 1 0,0 0 1,-1 1-1,-11-4 0,-30-8-681,0 3-1,-71-10 0,-111-2-2402,202 22 2626,-105-8-4133,10 4-2828</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4.009"/>
    </inkml:context>
    <inkml:brush xml:id="br0">
      <inkml:brushProperty name="width" value="0.035" units="cm"/>
      <inkml:brushProperty name="height" value="0.035" units="cm"/>
    </inkml:brush>
  </inkml:definitions>
  <inkml:trace contextRef="#ctx0" brushRef="#br0">130 329 6333,'-21'-17'1443,"20"17"-1356,1-1 1,-1 1-1,0 0 0,0 0 1,0 0-1,1-1 0,-1 1 1,0 0-1,0 0 0,0 0 1,1 0-1,-1 1 1,0-1-1,0 0 0,0 0 1,1 0-1,-1 1 0,0-1 1,0 0-1,1 1 0,-1-1 1,0 0-1,0 1 0,1-1 1,-1 1-1,-1 1 0,1-2 185,-8 4 570,0-1-1,-1 0 0,-17 3 1,-1 0 517,25-5 926,12-1-1828,363-34 550,-138 11-880,-118 12-70,829-76-1154,-2-24-3887,-636 70 987,-7 8-2005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4.488"/>
    </inkml:context>
    <inkml:brush xml:id="br0">
      <inkml:brushProperty name="width" value="0.035" units="cm"/>
      <inkml:brushProperty name="height" value="0.035" units="cm"/>
    </inkml:brush>
  </inkml:definitions>
  <inkml:trace contextRef="#ctx0" brushRef="#br0">1 529 10045,'12'-43'2004,"4"14"-376,16 4-304,19-4-284,15-2-363,20-1-53,25-5-120,23 3-276,24-6-332,20-3-528,19 0-537,16-6-367,6 1-2676,3 2-3225</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0.963"/>
    </inkml:context>
    <inkml:brush xml:id="br0">
      <inkml:brushProperty name="width" value="0.035" units="cm"/>
      <inkml:brushProperty name="height" value="0.035" units="cm"/>
    </inkml:brush>
  </inkml:definitions>
  <inkml:trace contextRef="#ctx0" brushRef="#br0">169 573 8377,'-122'31'5931,"76"-19"2500,56-15-7445,0-1-1,0 1 0,16-11 0,17-5-274,451-122 3048,-286 87-3061,538-140 306,10 32-1578,-621 143-428,-119 17 550,0 2 0,-1 0 0,1 1 0,0 0 0,0 1 0,18 6 0,-31-8 153,-1 1 0,0 0 0,1-1-1,-1 1 1,0 0 0,0 0 0,0 1 0,0-1 0,0 0 0,0 1-1,0-1 1,0 1 0,-1 0 0,1 0 0,-1-1 0,1 1 0,-1 0 0,0 0-1,2 3 1,-2-3-288,-1 0-1,1 0 1,-1 0 0,0 0-1,1 0 1,-1 0-1,0 0 1,0-1-1,0 1 1,-1 0 0,1 0-1,0 0 1,-1 2-1,-6 17-10333</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1.136"/>
    </inkml:context>
    <inkml:brush xml:id="br0">
      <inkml:brushProperty name="width" value="0.035" units="cm"/>
      <inkml:brushProperty name="height" value="0.035" units="cm"/>
    </inkml:brush>
  </inkml:definitions>
  <inkml:trace contextRef="#ctx0" brushRef="#br0">172 1 14141,'-57'80'3417,"35"-49"-329,6 3-64,-3 6-276,3 0-487,0 3-405,6 6-356,4-1-768,0 9-732,3-2 0,6 5 0,3-9-232,4 1-2164,2-10-949,7 7-367,7 3-3093,2-7-6488</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1.649"/>
    </inkml:context>
    <inkml:brush xml:id="br0">
      <inkml:brushProperty name="width" value="0.035" units="cm"/>
      <inkml:brushProperty name="height" value="0.035" units="cm"/>
    </inkml:brush>
  </inkml:definitions>
  <inkml:trace contextRef="#ctx0" brushRef="#br0">1 346 11565,'3'0'2328,"14"-7"-626,-1 0 0,0-1-1,20-13 1,20-11-48,51-20-30,150-98-1,-255 148-1570,0 0 1,0 1-1,0-1 1,0 0-1,0 0 0,0-1 1,-1 1-1,1 0 1,-1-1-1,0 1 0,1 0 1,-1-1-1,0 0 1,1-3-1,-2 5-29,0 0 0,0 0-1,0 0 1,0 0 0,0 0 0,0-1 0,0 1-1,0 0 1,0 0 0,0 0 0,-1 0 0,1 0 0,0 0-1,-1 0 1,1 0 0,-1 0 0,1 1 0,-1-1-1,1 0 1,-1 0 0,0 0 0,0 0 0,1 1-1,-1-1 1,0 0 0,0 1 0,0-1 0,1 1 0,-1-1-1,0 1 1,0-1 0,0 1 0,0-1 0,0 1-1,0 0 1,0 0 0,0-1 0,0 1 0,-2 0 0,-9-1 58,1 1 1,-1 0 0,0 0 0,0 1 0,0 1 0,0 0 0,1 0 0,-1 2 0,1-1 0,0 1 0,0 1 0,0 0 0,-18 12 0,2-1 8,1 2 0,1 1 0,1 1 0,-25 27 0,34-31-36,0 1 1,1 0-1,1 2 0,-18 31 0,27-43-45,0 1-1,1-1 1,0 0-1,0 1 1,1 0-1,0-1 1,0 1-1,1 0 1,0 0 0,0 0-1,1 0 1,0 0-1,1 1 1,0-1-1,0 0 1,2 8-1,-1-12-14,-1 0-1,1 1 1,0-1 0,1 0-1,-1 0 1,1 0-1,-1 0 1,1 0-1,1-1 1,-1 1 0,0-1-1,1 0 1,-1 0-1,7 4 1,-3-3-34,1-1 1,-1 1-1,1-1 1,-1-1-1,1 0 1,0 0-1,15 2 1,1-2-92,0-2 0,0 0 0,0-2 0,41-8 0,-39 5 139,-1-1 0,-1-1 0,1-1 0,-1-2 0,-1 0 1,0-2-1,0 0 0,-1-2 0,-1 0 0,0-1 0,-1-1 0,0-1 0,-2-1 1,33-40-1,-45 51 37,20-28 380,1 1 0,2 2 0,64-56 1,-83 81-320,1-1 0,0 1 0,1 1 0,-1 0 0,1 0 0,1 2 0,18-6-1,-22 8-63,0 0 0,1 1 0,-1 1-1,0-1 1,1 1 0,-1 1 0,0 0-1,1 0 1,-1 1 0,0 0 0,16 6-1,-19-6-22,0 1-1,0 0 1,0 0 0,0 1-1,-1-1 1,1 1-1,-1 1 1,0-1 0,0 1-1,0 0 1,-1 0-1,0 0 1,0 0 0,0 1-1,0 0 1,-1 0-1,0 0 1,0 0-1,-1 0 1,0 0 0,0 1-1,0-1 1,-1 1-1,0 0 1,0-1 0,-1 13-1,0-4-1,-1 1 0,-1-1 0,0 1-1,-1-1 1,0 0 0,-2 0 0,0 0 0,0-1-1,-1 1 1,-14 22 0,6-15-4,-1-1 0,-1-1 0,-1 0 0,-1-1 0,-1-1 1,-37 29-1,-4-6-630,-72 37 1,50-31-928,67-39 207,0 0 1,0-1-1,-17 5 1,32-12 1224,-1 0 1,1 0 0,-1 1 0,1-1 0,0 0 0,-1 0 0,1 0 0,0 1 0,-1-1 0,1 0 0,-1 0 0,1 0-1,0 0 1,-1 0 0,1 0 0,-1 0 0,1 0 0,-1 0 0,1 0 0,0 0 0,-1 0 0,1 0 0,-1 0 0,1-1-1,0 1 1,-1 0 0,1 0 0,-1 0 0,1-1 0,0 1 0,-1 0 0,7-13-2672,24-17-2507,-27 27 4540,34-30-8258</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1.809"/>
    </inkml:context>
    <inkml:brush xml:id="br0">
      <inkml:brushProperty name="width" value="0.035" units="cm"/>
      <inkml:brushProperty name="height" value="0.035" units="cm"/>
    </inkml:brush>
  </inkml:definitions>
  <inkml:trace contextRef="#ctx0" brushRef="#br0">58 1 13633,'-6'54'3065,"-4"-8"-157,1-12-200,2 6-32,1 0-404,0 0-355,-1 6-369,4 2-316,0 6-424,6 1-808,0-4 0,0-2 0,7-4-708,3-7-1256,2-4-624,5-6-761,2-5-3755,3-6-6966</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1.979"/>
    </inkml:context>
    <inkml:brush xml:id="br0">
      <inkml:brushProperty name="width" value="0.035" units="cm"/>
      <inkml:brushProperty name="height" value="0.035" units="cm"/>
    </inkml:brush>
  </inkml:definitions>
  <inkml:trace contextRef="#ctx0" brushRef="#br0">111 558 13457,'-79'-12'3125,"60"10"-281,6-4 2128,20-14-3056,18-12-379,7 12-321,15-2-224,20-10-252,12-2-664,23-3-656,9-12-864,10-5-497,6-9-947,16 3-180,15 3-3141,4 0-5552</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8.427"/>
    </inkml:context>
    <inkml:brush xml:id="br0">
      <inkml:brushProperty name="width" value="0.035" units="cm"/>
      <inkml:brushProperty name="height" value="0.035" units="cm"/>
    </inkml:brush>
  </inkml:definitions>
  <inkml:trace contextRef="#ctx0" brushRef="#br0">258 243 10269,'-19'-5'14817,"15"-2"-10423,-4-3-3703,5 7-688,-1 0 0,1 0 0,-1 0 0,0 1 0,0-1 0,0 1 0,0 0 1,0 0-1,0 0 0,-8-2 0,-15-2 45,0 2 1,-47-3-1,70 7 40,-18-3 97,3 3-37,15 0 55,9-1 88,499-44 1202,488-75-1484,-977 117 10,35 0-140,-10 6-1643,-36-3 186,-7 2-483,-10 4-1226,-1-1 0,0 0 0,-17 4 0,-15 1-7843</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8.613"/>
    </inkml:context>
    <inkml:brush xml:id="br0">
      <inkml:brushProperty name="width" value="0.035" units="cm"/>
      <inkml:brushProperty name="height" value="0.035" units="cm"/>
    </inkml:brush>
  </inkml:definitions>
  <inkml:trace contextRef="#ctx0" brushRef="#br0">125 20 12513,'-2'-2'474,"0"0"-1,-1 0 1,1 1 0,-1-1-1,1 1 1,-1-1-1,0 1 1,1 0 0,-1 0-1,0 0 1,-5 0-1,8 0-354,-1 1-1,1 0 1,-1 0-1,0-1 1,1 1 0,-1 0-1,1 0 1,-1 0-1,0 0 1,1 0-1,-1 0 1,1 0-1,-1 0 1,0 0-1,1 0 1,-1 0-1,1 0 1,-1 0-1,0 1 1,1-1 0,-1 0-1,1 0 1,-1 1-1,1-1 1,-1 0-1,0 1 1,1-1-1,0 0 1,-1 1-1,1-1 1,-1 1-1,1-1 1,-1 1-1,1-1 1,0 1 0,-1-1-1,1 1 1,0 0-1,0-1 1,0 1-1,-1-1 1,1 1-1,0 0 1,0-1-1,0 1 1,0-1-1,0 1 1,0 0-1,0-1 1,0 2 0,9 54 2012,-3 0 0,-2 1 1,-5 88-1,-6-74-2792,-28 119 0,-2 11-1810,33-170 1809,2-1 0,1 1 0,2-1 0,7 51 0,6-26-7756,9 2-5844</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9.021"/>
    </inkml:context>
    <inkml:brush xml:id="br0">
      <inkml:brushProperty name="width" value="0.035" units="cm"/>
      <inkml:brushProperty name="height" value="0.035" units="cm"/>
    </inkml:brush>
  </inkml:definitions>
  <inkml:trace contextRef="#ctx0" brushRef="#br0">105 15 10197,'-17'0'3487,"0"-1"0,-20-3 0,35 4-3038,0 0-1,-1 0 1,1 0-1,-1 0 1,1 0 0,-1 1-1,1-1 1,0 1 0,-1 0-1,-3 1 1,2 0 293,5 0-392,0 0 0,-1 0 0,1 0 0,0 0 1,0 0-1,1-1 0,-1 1 0,0 0 0,1-1 0,2 3 0,65 60 1539,-45-43-1877,0 1-1,-2 1 0,0 1 0,27 39 1,-37-43-398,-1 0 0,-1 1 0,-1 0 1,0 0-1,-2 1 0,-1 1 0,6 32 0,-10-41 203,0 0 0,-2 1-1,1-1 1,-2 0-1,0 0 1,0 1-1,-1-1 1,-1 0-1,-1 0 1,0-1-1,0 1 1,-13 24-1,16-38 217,0 1-1,1-1 1,-1 1-1,0-1 1,0 1-1,0-1 1,0 1-1,0-1 0,0 0 1,1 1-1,-1-1 1,0 0-1,0 0 1,0 0-1,0 0 0,0 0 1,0 0-1,0 0 1,0 0-1,0 0 1,0 0-1,-1-1 0,0 0 86,0 2-74,1-1 1,0 0 0,-1-1-1,1 1 1,0 0-1,-1 0 1,1-1-1,0 1 1,-1 0-1,1-1 1,0 1 0,0-1-1,0 0 1,-1 1-1,1-1 1,0 0-1,0 0 1,0 0 0,0 0-1,0 0 1,0 0-1,-1-1 1,1-1 32,0 1 0,0-1 1,0 1-1,0-1 0,1 1 0,-1-1 1,1 0-1,-1 1 0,1-1 0,0-5 1,1-6 185,1 0 0,1 0 1,6-21-1,-7 26-183,6-17-9,2 0 0,0 0 0,2 1 1,0 1-1,2 0 0,1 0 0,1 2 0,0 0 0,22-22 0,-9 14-977,2 2-1,1 0 0,0 2 1,2 2-1,47-26 1,-63 40 21,72-37-4049,-26 26-2036,-7 13-3061</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9.439"/>
    </inkml:context>
    <inkml:brush xml:id="br0">
      <inkml:brushProperty name="width" value="0.035" units="cm"/>
      <inkml:brushProperty name="height" value="0.035" units="cm"/>
    </inkml:brush>
  </inkml:definitions>
  <inkml:trace contextRef="#ctx0" brushRef="#br0">528 1 12193,'-5'2'203,"-3"3"316,0-1-1,-1 0 1,0 0-1,0-1 1,0 0 0,0 0-1,-11 1 1,3-1 425,1 1 0,-1 1 1,1 0-1,-22 11 0,-14 5 905,19-9-1208,0 0 0,1 2 0,0 2 0,2 1 0,0 1 0,-42 33 1,51-25-399,19-24-22,7-3-124,20-6-45,-1-1 1,1-1-1,25-14 1,-24 10 14,0 2 0,1 1 0,40-10 1,-43 17-40,0 2 0,-1 1 1,1 1-1,0 0 0,0 2 1,28 7-1,40 4-16,-60-10 145,-1-3 0,0 0 0,0-2 0,1-1 0,-1-2 0,0-1 0,-1-1 0,1-2 0,-1-1 0,-1-1-1,1-2 1,-2-1 0,44-26 0,10-17 1560,-68 47-1717,-11 10 0,-5 8 0,-8 17 0,6-14 0,1-5-99,1 0-1,0-1 1,0 2-1,1-1 1,0 0-1,0 0 1,0 0-1,2 12 1,-3 12-3758,2-27 2373,-1 1 0,1-1 0,-1 0 0,1 1 0,1-1 0,-1 0 0,1 0 0,1 8 0,7 13-10191</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9.577"/>
    </inkml:context>
    <inkml:brush xml:id="br0">
      <inkml:brushProperty name="width" value="0.035" units="cm"/>
      <inkml:brushProperty name="height" value="0.035" units="cm"/>
    </inkml:brush>
  </inkml:definitions>
  <inkml:trace contextRef="#ctx0" brushRef="#br0">1 0 11969,'0'0'5705,"6"26"-7410,10 11 109,0-9-2536,3 1-3125</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9.904"/>
    </inkml:context>
    <inkml:brush xml:id="br0">
      <inkml:brushProperty name="width" value="0.035" units="cm"/>
      <inkml:brushProperty name="height" value="0.035" units="cm"/>
    </inkml:brush>
  </inkml:definitions>
  <inkml:trace contextRef="#ctx0" brushRef="#br0">26 11 11601,'-3'-1'5667,"-16"-8"-1197,19 9-4355,0 0-1,0 0 1,0 0 0,-1 0-1,1 0 1,0 0-1,0 1 1,0-1 0,0 0-1,-1 0 1,1 0 0,0 0-1,0 0 1,0 1 0,0-1-1,0 0 1,0 0 0,-1 0-1,1 1 1,0-1 0,0 0-1,0 0 1,0 0 0,0 1-1,0-1 1,0 0-1,0 0 1,0 0 0,0 1-1,0-1 1,0 0 0,0 0-1,0 0 1,0 1 0,0-1-1,0 0 1,0 0 0,0 0-1,0 1 1,1-1 0,-1 0-1,0 0 1,0 0-1,0 1 1,20 38 6997,-8-20-8383,-8-8 1275,-1-1 0,0 1 0,0 0 0,-1 0 0,0 0 0,-1 0 0,0 0 0,-1 0 0,-2 14 0,-2 16-37,-12 46 0,8-45-79,7-39 54,11 5 72,-8-7-9,0-1 0,-1 1 0,1-1 0,0 0-1,-1 1 1,1-1 0,0 0 0,-1 0 0,1 0-1,0 0 1,-1-1 0,1 1 0,0 0 0,-1-1-1,1 1 1,0-1 0,-1 1 0,1-1 0,-1 0 0,1 0-1,-1 1 1,1-1 0,-1 0 0,2-2 0,36-31 82,-33 29-84,41-39-3,2 2 0,72-48 0,-100 77 0,0 0 0,0 1 0,1 2 0,1 0 0,0 1 0,0 2 0,0 0 0,1 1 0,34-3 0,-52 9 0,1-1 0,-1 1 0,1 1 0,-1-1 0,0 1 0,1 0 0,-1 0 0,0 1 0,0 0 0,1 0 0,-1 0 0,-1 1 0,1 0 0,0 0 0,-1 0 0,0 1 0,8 6 0,-6-2 0,1 0 0,-2 1 0,1 0 0,-1 1 0,0-1 0,-1 1 0,0 0 0,-1 0 0,5 15 0,12 33-4107,-15-42 815,1-1 1,1 1-1,18 27 0,2-11-9217</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0.045"/>
    </inkml:context>
    <inkml:brush xml:id="br0">
      <inkml:brushProperty name="width" value="0.035" units="cm"/>
      <inkml:brushProperty name="height" value="0.035" units="cm"/>
    </inkml:brush>
  </inkml:definitions>
  <inkml:trace contextRef="#ctx0" brushRef="#br0">32 49 12873,'-32'-34'12961,"48"28"-13953,3 0-740,-3 6-892,3-2-3453</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2.571"/>
    </inkml:context>
    <inkml:brush xml:id="br0">
      <inkml:brushProperty name="width" value="0.035" units="cm"/>
      <inkml:brushProperty name="height" value="0.035" units="cm"/>
    </inkml:brush>
  </inkml:definitions>
  <inkml:trace contextRef="#ctx0" brushRef="#br0">219 118 11217,'-34'9'638,"4"1"1196,-1-3 0,-45 7 1,29-8 2682,61-3-681,82-4-1610,812-61 860,-580 36-2693,440-30-1222,-749 51-1716,-26-1-4170,-15 0-1020,10 3 6086,-8 2-7310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2.807"/>
    </inkml:context>
    <inkml:brush xml:id="br0">
      <inkml:brushProperty name="width" value="0.035" units="cm"/>
      <inkml:brushProperty name="height" value="0.035" units="cm"/>
    </inkml:brush>
  </inkml:definitions>
  <inkml:trace contextRef="#ctx0" brushRef="#br0">64 1 10709,'-8'2'857,"-1"-1"1,1 1-1,-1-2 0,1 1 0,-14-2 7054,23 3-7636,-1-1 0,0 1 0,1-1 0,-1 0 0,1 1 0,0-1 0,-1 0 1,1 0-1,0 0 0,0 1 0,-1-1 0,3 1 0,1 3 281,5 4-162,0 0 1,1-1-1,0 0 1,1-1-1,0 0 1,0 0 0,1-1-1,-1-1 1,25 9-1,10 5 337,130 58-232,91 44-68,-187-81-369,93 64-1,-149-88-61,-2 1 0,0 1 0,-1 0 0,0 2 0,-2 0 0,30 42 0,-41-51 0,-1 0 0,-1 1 0,0-1 0,-1 1 0,0 1 0,-1-1 0,0 1 0,-1 0 0,-1-1 0,0 2 0,0-1 0,-1 0 0,-1 0 0,0 0 0,-1 0 0,-4 22 0,-1-14 0,0-1 0,-1 0 0,-2 0 0,0-1 0,0 0 0,-2-1 0,0 0 0,-2 0 0,-15 17 0,-10 7 0,-2-1 0,-54 42 0,26-30-1966,-2-3 0,-120 64-1,-164 58-9091,346-168 10803,-57 26-12316</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2.995"/>
    </inkml:context>
    <inkml:brush xml:id="br0">
      <inkml:brushProperty name="width" value="0.035" units="cm"/>
      <inkml:brushProperty name="height" value="0.035" units="cm"/>
    </inkml:brush>
  </inkml:definitions>
  <inkml:trace contextRef="#ctx0" brushRef="#br0">67 109 12913,'-7'-23'3452,"-15"18"-95,3 2 8472,10-9-10657,-1 4-1128,16-12-4416,4 6 2323,3 2-5663,-1 1-7938</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7.905"/>
    </inkml:context>
    <inkml:brush xml:id="br0">
      <inkml:brushProperty name="width" value="0.035" units="cm"/>
      <inkml:brushProperty name="height" value="0.035" units="cm"/>
    </inkml:brush>
  </inkml:definitions>
  <inkml:trace contextRef="#ctx0" brushRef="#br0">159 10 12773,'0'0'5656,"-2"-2"-3218,-2 0-2186,3 1-32,0 1-1,1-1 0,-1 1 1,0-1-1,0 1 1,0-1-1,0 1 0,1 0 1,-1-1-1,0 1 1,0 0-1,0 0 0,0-1 1,0 1-1,0 0 1,0 0-1,0 0 0,-1 0 1,1 2-10,0-1 0,0 1 1,0-1-1,1 1 0,-1-1 0,0 1 1,1 0-1,-1-1 0,1 1 1,0 0-1,0-1 0,0 1 0,-1 0 1,2 2-1,-3 220 2882,3-70-1859,-5-44-2338,-5 0-1,-5 0 1,-29 109 0,18-146-2992,18-55 598,0 1-1,-8 35 1,13-5-7268</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8.323"/>
    </inkml:context>
    <inkml:brush xml:id="br0">
      <inkml:brushProperty name="width" value="0.035" units="cm"/>
      <inkml:brushProperty name="height" value="0.035" units="cm"/>
    </inkml:brush>
  </inkml:definitions>
  <inkml:trace contextRef="#ctx0" brushRef="#br0">1 107 11385,'0'-5'537,"1"1"-1,0-1 1,0 1-1,1 0 1,-1-1 0,1 1-1,0 0 1,0 0 0,0 0-1,1 0 1,0 1-1,-1-1 1,1 1 0,0-1-1,7-4 1,-4 4-37,0 0 0,0 0 1,0 0-1,1 1 0,0 0 1,-1 1-1,1-1 0,0 1 1,8-1-1,6 0 38,0 2 0,0 0 0,0 1 1,0 1-1,0 0 0,22 6 0,-12-1-272,-1 2-1,0 0 0,-1 2 0,0 1 1,-1 2-1,0 1 0,-1 1 1,50 36-1,-64-41-229,0 2-1,-1-1 1,-1 2 0,0-1-1,-1 1 1,0 1 0,15 27-1,-20-29-64,0 0 0,0 0 0,-1 1 0,-1-1-1,0 1 1,-1 0 0,0 0 0,-1 0 0,0 0 0,-1 0-1,-2 14 1,0-12-42,0-1 0,-1 1-1,-1-1 1,0 1 0,-1-1-1,-1 0 1,-10 18 0,3-10-36,-1-1 0,-1-1 0,-26 28-1,38-45 98,-1 0-1,1 0 0,-1 0 0,1-1 0,-1 1 1,0-1-1,0 0 0,0 0 0,-6 2 0,8-6 7,1 1 0,-1-1-1,1 1 1,0-1 0,0 0-1,0 1 1,0-1 0,0 0-1,0 0 1,0 0 0,0 0-1,1 0 1,-1-3 0,2-4 2,1-1 1,1 1-1,0 0 1,0 0 0,0 0-1,1 1 1,1-1-1,0 1 1,10-14-1,-5 6-1,27-42 18,2 1-1,50-54 0,-69 89 77,1 0 0,1 2 0,0 1 0,2 1 0,0 0 0,1 2 0,38-18-1,-57 31-32,1 0-1,0 0 0,-1 1 1,1 0-1,0 1 0,0 0 1,0 0-1,1 0 0,-1 1 1,0 0-1,0 0 0,0 0 1,0 1-1,0 1 0,12 2 1,-11 0 15,-1-1 1,1 1 0,-1 0 0,-1 0 0,1 1-1,0 0 1,-1 0 0,0 0 0,0 1-1,-1 0 1,0 0 0,0 1 0,7 11 0,-2-1-53,-2 1 1,0 0 0,-1 0 0,-1 0-1,-1 1 1,0 0 0,-2 0-1,3 35 1,-3 15-101,-8 75 0,4-128 51,-8 116-1727,-3 148-7724,16-214 2538,8 0-4509</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8.646"/>
    </inkml:context>
    <inkml:brush xml:id="br0">
      <inkml:brushProperty name="width" value="0.035" units="cm"/>
      <inkml:brushProperty name="height" value="0.035" units="cm"/>
    </inkml:brush>
  </inkml:definitions>
  <inkml:trace contextRef="#ctx0" brushRef="#br0">79 85 13445,'-1'-1'236,"-1"0"0,1 0 0,0 0-1,-1 0 1,1 0 0,-1 0 0,1 1 0,-1-1-1,0 0 1,1 1 0,-1 0 0,1-1 0,-1 1-1,0 0 1,1 0 0,-1 0 0,0 0 0,1 0-1,-1 0 1,0 0 0,1 0 0,-1 1 0,0-1-1,1 1 1,-1-1 0,1 1 0,-1 0 0,1-1 0,-3 3-1,-1-1 394,5-2-473,-1 1 1,0-1-1,0 1 1,1-1-1,-1 1 1,1 0-1,-1-1 1,1 1-1,-1 0 1,1 0-1,-1 0 1,1-1-1,-1 1 1,1 0 0,0 0-1,0 0 1,-1 0-1,1 0 1,0-1-1,0 1 1,0 0-1,0 2 1,0-1 357,-7 38 1184,2 1 1,2-1-1,2 48 0,1-71-1337,1 1-334,0 1 0,0-1 0,2 0 0,0 0 0,1 0 0,1-1 0,1 1 0,0-1 0,1 0 0,15 25 0,-17-34-25,0-1 0,0 0 0,0 0 0,1-1 1,0 0-1,1 0 0,-1 0 0,1 0 0,0-1 1,0 0-1,1-1 0,-1 0 0,1 0 0,0 0 0,0-1 1,1-1-1,-1 1 0,0-1 0,1 0 0,0-1 0,-1 0 1,1-1-1,0 1 0,8-2 0,-7 0-2,0 0 0,0-1 0,-1 0 0,1 0 0,-1-1 0,1 0 0,-1-1 0,0 0 0,0 0 0,-1-1 0,1 0 0,-1-1 0,0 0 0,-1 0 0,1-1 0,-1 0 0,-1 0 0,1 0 0,-1-1 0,0 0 0,-1 0 0,0-1 0,6-13 0,-5 7 0,0 0 0,-2 0 0,0-1 0,0 0 0,-2 0 0,0 0 0,0 0 0,-2 0 0,0 0 0,-1 0 0,0 0 0,-2 0 0,-6-27 0,5 28-5,0 1-1,-1 0 1,0 0 0,-2 0-1,1 1 1,-2 0-1,1 0 1,-2 1 0,0 0-1,0 0 1,-1 1 0,0 0-1,-1 1 1,-1 0-1,1 1 1,-27-16 0,22 16-751,-2 1 1,-29-10 0,40 16 18,1 1 0,-1-1 1,1 1-1,-1 1 1,0-1-1,1 1 1,-1 0-1,0 1 0,1-1 1,-1 1-1,-7 2 1,12-2 152,1 0 0,-1-1 0,0 1 0,1 0 0,-1 0 0,1 0 0,-1 0 0,1 0 0,-1 0 0,1 1 0,-2 0 0,-18 24-10995</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9.423"/>
    </inkml:context>
    <inkml:brush xml:id="br0">
      <inkml:brushProperty name="width" value="0.035" units="cm"/>
      <inkml:brushProperty name="height" value="0.035" units="cm"/>
    </inkml:brush>
  </inkml:definitions>
  <inkml:trace contextRef="#ctx0" brushRef="#br0">371 898 13337,'-12'-7'865,"10"6"-665,0-1 0,0 1 0,0 0 0,0 0 0,0-1 1,0 1-1,0-1 0,1 1 0,-1-1 0,1 0 0,-1 0 0,1 0 0,-1 0 1,1 0-1,0 0 0,0 0 0,0 0 0,0-1 0,0 1 0,0-4 0,1 5-53,0 0 0,-1 0 0,1 0-1,0 0 1,-1 0 0,1 0-1,0 0 1,-1 0 0,1 1 0,-1-1-1,1 0 1,-1 0 0,0 0 0,1 1-1,-1-1 1,0 0 0,0 1 0,1-1-1,-1 1 1,0-1 0,0 1-1,0-1 1,0 1 0,0-1 0,-1 1-1,-2-1 278,0 0-1,0 0 0,0 0 0,0 1 1,0 0-1,-8 0 0,4 1-107,0 0-1,0 0 0,0 1 0,0 0 1,0 0-1,0 1 0,-10 4 1,5 3-138,-1-1 1,1 2 0,0-1 0,1 2-1,1 0 1,0 0 0,0 1 0,1 0-1,-13 24 1,11-17-119,2 2-1,0 0 0,1 0 1,2 1-1,0 0 1,-4 24-1,10-41-107,0 1-1,1 0 1,-1 0-1,1 0 1,1 0-1,-1 0 1,1 0-1,1-1 1,-1 1-1,1 0 1,0-1-1,1 1 1,-1-1-1,6 10 1,-6-13-5,0 0 0,0 0 1,1 0-1,-1-1 1,1 1-1,-1-1 0,1 1 1,0-1-1,0 0 0,0 0 1,0 0-1,0 0 0,1-1 1,-1 1-1,0-1 0,1 0 1,-1 0-1,1 0 0,0 0 1,-1-1-1,1 1 0,0-1 1,-1 0-1,1 0 0,-1 0 1,1-1-1,4 0 1,6-2 0,0-1 1,-1-1-1,1 1 1,-1-2 0,0 0-1,0-1 1,-1 0 0,1-1-1,-2 0 1,1-1-1,-1 0 1,-1-1 0,0 0-1,0-1 1,9-13 0,-3 1 52,-1-2 0,-1 0 0,-1-1 0,-1 0 0,-1-1 0,11-46 0,5-40 83,-5-1 0,-5 0 0,4-230 0,-21 329-31,1 7-25,-1 0 1,0 0 0,0 0 0,-1 1-1,0-1 1,0 0 0,-1 0-1,-4-12 1,-3 31 160,2 4-109,0 1 0,2 0 0,0 1 0,-4 20 0,-1 5 43,-8 41 55,4 1 0,-4 110 0,15-151-117,-1 2-10,3 1-1,1-1 1,3 0 0,1 0-1,17 71 1,-19-108-47,0 0 1,1 0-1,0-1 0,0 1 0,1-1 1,0 0-1,1 0 0,-1 0 0,1 0 1,1-1-1,-1 0 0,1 0 0,0 0 1,0-1-1,1 0 0,10 7 1,-8-8-31,0 0 1,1 0 0,0-1-1,-1 0 1,1 0 0,0-1-1,0-1 1,0 1 0,0-2-1,1 1 1,-1-2 0,0 1-1,12-3 1,6-2-180,1-2-1,-1-1 1,0-1-1,-1-1 1,0-1-1,-1-2 1,0-1-1,-1 0 1,-1-2-1,0-1 1,-1-1-1,-1-1 1,-1-1-1,-1-1 1,0 0 0,-2-2-1,27-41 1,-41 55 122,1 0 0,-1-1 0,-1 0 0,0 0 0,3-19 1,-5 27 70,-1 0 1,0 0-1,0 0 1,0 0-1,0 0 1,0 1-1,0-1 1,0 0 0,-1 0-1,1 0 1,-1 0-1,1 0 1,-1 1-1,0-1 1,0 0-1,-1-2 1,0 3 12,1 0 0,0 0-1,0 1 1,-1-1 0,1 0 0,-1 1 0,1-1 0,0 1-1,-1 0 1,1-1 0,-1 1 0,1 0 0,-1 0 0,1 0-1,-1 0 1,1 0 0,-1 0 0,1 1 0,-1-1 0,1 0-1,0 1 1,-1-1 0,1 1 0,0-1 0,-3 2 0,-5 2 3,0 1 1,1 0-1,-1 1 1,1 0-1,0 0 1,1 0 0,-1 1-1,1 0 1,1 1-1,-1-1 1,1 2-1,-9 15 1,13-18 0,0 0 1,0 0-1,0 1 1,1-1-1,-1 1 1,2-1-1,-1 1 1,1-1-1,0 1 0,0 0 1,1-1-1,0 1 1,0-1-1,0 1 1,1-1-1,3 8 1,-2-10-10,0 0 1,0 0-1,0-1 1,0 1-1,1-1 1,-1 0-1,1 0 1,0 0 0,0 0-1,0-1 1,0 0-1,0 0 1,1 0-1,-1 0 1,1-1-1,-1 1 1,1-1 0,-1 0-1,1 0 1,0-1-1,0 0 1,6 0-1,11 0-65,-1-1 0,1-1 0,32-7 0,-35 4 54,-1 0-1,0-1 1,0-1-1,-1-1 0,0 0 1,0-1-1,-1-1 1,0-1-1,-1 0 1,15-14-1,-12 9 31,-1-1 0,-1-1-1,-1-1 1,-1 0 0,0 0-1,-2-2 1,17-34 0,-13 16 204,-2-1 0,-1-1 0,-3 0 0,9-63 0,1-169 1878,-20 271-2077,6-71 779,-2 45-181,-2 0 1,-3-43-1,-3 53 350,4 18-954,0 0 0,0 0-1,0 0 1,-1 0 0,1 0 0,0 0 0,0-1-1,0 1 1,0 0 0,0 0 0,-1 0 0,1 0 0,0 0-1,0 0 1,0 0 0,0 0 0,-1 0 0,1 0 0,0 0-1,0 0 1,0 0 0,0 0 0,-1 0 0,1 0 0,0 0-1,0 0 1,0 0 0,0 0 0,-1 0 0,1 0-1,0 0 1,0 0 0,0 1 0,0-1 0,0 0 0,-1 0-1,1 0 1,0 0 0,0 0 0,0 0 0,0 0 0,0 1-1,0-1 1,0 0 0,-1 0 0,-12 32 637,-116 497-248,39-156-7088,85-352 5675,-2 4-1658,1 0-1,2 0 1,-3 35-1,11 17-8745</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0.171"/>
    </inkml:context>
    <inkml:brush xml:id="br0">
      <inkml:brushProperty name="width" value="0.035" units="cm"/>
      <inkml:brushProperty name="height" value="0.035" units="cm"/>
    </inkml:brush>
  </inkml:definitions>
  <inkml:trace contextRef="#ctx0" brushRef="#br0">252 303 13309,'0'0'155,"0"-1"0,1 0-1,-1 1 1,0-1 0,0 1-1,0-1 1,0 0 0,0 1-1,0-1 1,0 1 0,0-1-1,0 0 1,0 1 0,0-1-1,0 1 1,-1-1-1,1 0 1,0 1 0,0-1-1,-1 1 1,1-1 0,0 1-1,-1-1 1,1 1 0,-1-1-1,1 1 1,0-1 0,-1 1-1,1 0 1,-1-1 0,1 1-1,-1 0 1,1-1 0,-1 1-1,0 0 1,1-1 0,-1 1-1,1 0 1,-1 0 0,1 0-1,-1 0 1,0 0 0,1 0-1,-1 0 1,0 0 0,1 0-1,-1 0 1,1 0 0,-1 0-1,0 0 1,1 0 0,-1 0-1,1 1 1,-1-1 0,0 1-1,-1-1 88,1 1-1,-1-1 0,1 1 1,-1 0-1,1-1 0,-1 1 0,1 0 1,0 0-1,-1 0 0,1 0 1,0 1-1,0-1 0,0 0 0,0 0 1,0 1-1,0-1 0,0 0 1,0 1-1,1-1 0,-1 1 0,0-1 1,1 1-1,-1 2 0,-11 92 1428,-4-2-1,-30 96 1,30-126-1669,-72 245 0,63-245 0,23-52 0,5-9 0,7-8 0,-10 5 0,5-3 0,0 0 0,-1 0 0,1-1 0,-1 1 0,0-1 0,0 0 0,-1 0 0,1 0 0,5-9 0,26-51 0,-25 44 0,33-69 0,43-125 0,13-102 0,-44 136 0,-43 142 0,42-115 0,-54 152 0,0 0 0,1 0 0,-1-1 0,1 1 0,-1 0 0,1 0 0,0 0 0,-1 0 0,1 0 0,0 0 0,0 0 0,0 0 0,0 0 0,-1 0 0,1 1 0,0-1 0,1 0 0,-1 1 0,0-1 0,0 0 0,0 1 0,0 0 0,0-1 0,1 1 0,-1 0 0,0-1 0,0 1 0,2 0 0,-1 0 0,0 1 0,-1-1 0,1 1 0,0 0 0,-1 0 0,1 0 0,-1 0 0,1 0 0,-1 0 0,1 0 0,-1 0 0,0 0 0,1 1 0,-1-1 0,0 0 0,2 3 0,2 5 0,0-1 0,-1 1 0,0 0 0,0 1 0,-1-1 0,2 13 0,11 65 0,-10-49 0,12 107 0,-6 0 0,-13 264 0,5-189-1610,0-176-115,1-1-1,19 67 1,-21-98-472,1-1-1,1 1 0,10 18 1,13 14-12010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0.730"/>
    </inkml:context>
    <inkml:brush xml:id="br0">
      <inkml:brushProperty name="width" value="0.035" units="cm"/>
      <inkml:brushProperty name="height" value="0.035" units="cm"/>
    </inkml:brush>
  </inkml:definitions>
  <inkml:trace contextRef="#ctx0" brushRef="#br0">1 438 12357,'186'-64'4934,"89"-27"-957,-200 70-3440,736-225 1086,-801 243-1433,-3 0 158,0 1 1,0 0-1,0 0 1,0 1-1,11-2 0,-20 5-236,0-1 0,0 1 0,1-1 0,-1 1 0,1 0 0,-1-1 0,1 1 0,0 0 0,-1 0 0,1 0 0,-1 2 0,-3 5 176,-45 58 486,4 1 0,-62 123-1,102-179-746,1 0 0,0 1-1,1 0 1,1 0-1,0 0 1,0 0 0,1 0-1,1 1 1,0 18 0,2-26-27,-1 1 1,1-1 0,0 0-1,0 0 1,1 1 0,0-1 0,0 0-1,0-1 1,1 1 0,0 0-1,0-1 1,0 1 0,1-1 0,0 0-1,0 0 1,0-1 0,1 1-1,-1-1 1,1 0 0,0 0 0,0 0-1,7 3 1,2-1-52,1 0 1,0-1-1,0 0 0,0-1 1,0-1-1,1-1 0,-1 0 0,1-1 1,-1 0-1,1-1 0,0-1 1,26-5-1,-9 0-28,0-2 1,0-1-1,0-1 1,56-28-1,-67 26 55,-2-1 0,0 0 0,0-1 0,-1-2 0,-1 0-1,-1 0 1,24-30 0,-2-5-26,50-86-1,-84 129 34,-2 4 2,0 0 0,-1 0 0,0 0 0,0 0 0,0 0 1,0-1-1,1-6 0,-3 10 15,0 0-1,0 0 1,0-1 0,0 1-1,0 0 1,0 0 0,0 0-1,-1-1 1,1 1 0,0 0-1,-1 0 1,1 0-1,-1 0 1,1 0 0,-1 0-1,0 0 1,1 0 0,-1 0-1,-1-1 1,2 1-1,-1 1 1,0 0-1,0-1 1,1 1-1,-1 0 1,0 0-1,0-1 0,0 1 1,1 0-1,-1 0 1,0 0-1,0 0 0,0 0 1,0 0-1,1 0 1,-1 0-1,0 1 0,0-1 1,0 0-1,-1 1 1,-1 1 7,-1-1 0,1 1 0,0 0 1,-1 1-1,1-1 0,0 0 0,0 1 0,1 0 1,-1 0-1,-3 5 0,1 0-100,0-1 1,1 2-1,0-1 1,1 0-1,0 1 0,0 0 1,1-1-1,0 1 0,0 0 1,1 0-1,0 0 1,1 0-1,1 17 0,0-20-230,0 0-1,0 1 1,0-1-1,1-1 0,0 1 1,0 0-1,1 0 1,-1-1-1,1 1 0,1-1 1,-1 0-1,1 0 1,-1 0-1,1-1 0,1 1 1,-1-1-1,1 0 1,0 0-1,-1 0 0,11 5 1,-3-2-670,8 3-1686,-2-5-2059,19-1-4298</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0.899"/>
    </inkml:context>
    <inkml:brush xml:id="br0">
      <inkml:brushProperty name="width" value="0.035" units="cm"/>
      <inkml:brushProperty name="height" value="0.035" units="cm"/>
    </inkml:brush>
  </inkml:definitions>
  <inkml:trace contextRef="#ctx0" brushRef="#br0">64 18 4700,'-35'-17'2317,"29"31"-1965,-1 3-284,-9-17-4521</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1.197"/>
    </inkml:context>
    <inkml:brush xml:id="br0">
      <inkml:brushProperty name="width" value="0.035" units="cm"/>
      <inkml:brushProperty name="height" value="0.035" units="cm"/>
    </inkml:brush>
  </inkml:definitions>
  <inkml:trace contextRef="#ctx0" brushRef="#br0">20 17 6485,'-19'1'4577,"24"-10"-1085,1 2-5237,-4 5 1016,-12 14-8367</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1.543"/>
    </inkml:context>
    <inkml:brush xml:id="br0">
      <inkml:brushProperty name="width" value="0.035" units="cm"/>
      <inkml:brushProperty name="height" value="0.035" units="cm"/>
    </inkml:brush>
  </inkml:definitions>
  <inkml:trace contextRef="#ctx0" brushRef="#br0">398 88 8541,'24'-24'2772,"-19"20"2187,-7-7-1041,-5-6-2272,4 11-595,3 5-910,-1 0 0,1 0 0,-1 0 0,1 0 0,-1 1 0,1-1 0,-1 0 0,0 0-1,0 1 1,1-1 0,-1 1 0,0-1 0,0 0 0,0 1 0,0-1 0,1 1-1,-1 0 1,0-1 0,-2 1 0,0-2 342,-1 0-233,0 0 0,-1 1 0,1 0 0,0-1 0,0 2-1,-1-1 1,1 0 0,0 1 0,-1 0 0,1 0 0,-1 0 0,1 0 0,0 1 0,-1-1 0,1 1 0,0 1 0,-1-1 0,1 0 0,0 1 0,-7 4 0,-1 0-31,0 0 1,0 2 0,1-1-1,0 1 1,-16 15-1,0 4-215,1 2 0,1 1 0,-32 50 0,45-61-4,1 1-1,1 0 1,1 1 0,1 0-1,0 1 1,2-1-1,-6 32 1,11-41-7,0-1 1,0 1-1,1-1 0,1 1 0,0-1 1,0 1-1,1-1 0,1 0 1,0 0-1,0 0 0,1 0 0,0 0 1,1-1-1,0 0 0,1 0 0,0 0 1,9 10-1,-4-8-52,-1-1-1,1 0 1,1-1 0,-1-1-1,2 0 1,0 0 0,0-1-1,0-1 1,1 0 0,0-1 0,0 0-1,20 4 1,-5-3-1215,-1-2 0,1-2 0,0 0 0,1-2 0,-1-1 0,0-1 0,0-2 0,0-1 0,-1-1 0,1-1 0,43-16 1,-57 15 59,-1 0 1,0-1-1,0 0 1,0-1 0,-1-1-1,21-19 1,-1-6-3897</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1.791"/>
    </inkml:context>
    <inkml:brush xml:id="br0">
      <inkml:brushProperty name="width" value="0.035" units="cm"/>
      <inkml:brushProperty name="height" value="0.035" units="cm"/>
    </inkml:brush>
  </inkml:definitions>
  <inkml:trace contextRef="#ctx0" brushRef="#br0">124 84 9261,'-3'-1'251,"1"-1"0,-1 0 1,1 0-1,0 0 0,0-1 0,0 1 1,0 0-1,0-1 0,0 1 1,1-1-1,-1 0 0,1 0 0,0 1 1,0-1-1,0 0 0,0 0 0,0 0 1,1 0-1,-1 0 0,1 0 1,0 0-1,0-9 5052,-1 10-5004,0 1 0,0 0 0,0-1 0,0 1 0,-1 0 0,1 0-1,0 0 1,-1 0 0,1 0 0,0 0 0,-1 0 0,-3-1 0,3 4-157,0-1 0,0 1 0,1 0 0,-1 0-1,0 0 1,0 0 0,1 0 0,0 0 0,-1 1 0,1-1 0,0 0-1,0 1 1,0-1 0,-1 5 0,1-4-29,-7 22 681,1 1-1,-7 48 1,5-22-329,5-33-336,2 0 0,0 1 0,1-1 0,1 22 0,1-31-168,0 0 0,1 0-1,0 0 1,0 0 0,1-1-1,0 1 1,1-1-1,0 1 1,6 9 0,-7-16-5,-1 0 0,1 0 0,0 0 0,0-1 0,0 1 0,0-1 0,0 0 0,1 1 0,-1-1 0,1-1 0,0 1 0,-1-1 0,1 1 0,0-1 1,0 0-1,0 0 0,0 0 0,6-1 0,0 1-6,-1-1-1,0 0 1,0 0 0,0-1 0,0 0-1,0-1 1,9-3 0,-8 2 81,-1-1 1,0 0-1,0-1 1,0 0-1,-1 0 1,1-1-1,-1 0 1,0-1-1,-1 1 1,0-2-1,0 1 1,0-1-1,7-11 1,55-64 1896,-67 80-1557,1 4-261,-1 0-115,1 0-75,-1-1 1,0 1-1,0 0 1,0 0-1,0 0 1,0 0 0,0 0-1,0 1 1,0-1-1,0 1 1,0-1 0,-1 1-1,1 0 1,0-1-1,-1 1 1,0 0 0,1 0-1,-1 0 1,0 0-1,0 0 1,0 0 0,0 1-1,-1-1 1,1 0-1,0 4 1,24 67-5248,0-22-4953,-7-16 11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2.305"/>
    </inkml:context>
    <inkml:brush xml:id="br0">
      <inkml:brushProperty name="width" value="0.035" units="cm"/>
      <inkml:brushProperty name="height" value="0.035" units="cm"/>
    </inkml:brush>
  </inkml:definitions>
  <inkml:trace contextRef="#ctx0" brushRef="#br0">0 10 13305,'1'-1'198,"0"0"-1,0 0 1,1 0 0,-1 1-1,0-1 1,1 0-1,-1 1 1,0-1 0,1 1-1,-1-1 1,0 1-1,1-1 1,-1 1 0,1 0-1,-1 0 1,1 0-1,-1 0 1,1 0 0,-1 0-1,1 0 1,-1 0-1,0 1 1,1-1 0,-1 1-1,1-1 1,-1 1-1,0-1 1,1 1 0,-1 0-1,0-1 1,0 1-1,1 0 1,-1 0 0,1 1-1,3 3 297,0 1-1,0-1 0,0 0 1,-1 1-1,6 9 0,75 146 3470,-74-135-3769,-1 0 0,-1 1 0,-1 0-1,-2 0 1,-1 1 0,-1 0 0,-1 0 0,-1 0-1,-3 31 1,-1-43-160,-1-1 1,0 0-1,-1-1 0,-1 1 0,0-1 1,-1 0-1,-1 0 0,0 0 1,-1-1-1,-1 0 0,-11 14 0,18-24 26,-4-12 94,6 9-151,-1 0 1,1-1 0,-1 1 0,1 0-1,-1-1 1,1 1 0,0-1 0,-1 1-1,1-1 1,-1 1 0,1 0 0,0-1-1,0 0 1,-1 1 0,1-1 0,0 1-1,0-1 1,0 1 0,-1-1 0,1 1 0,0-1-1,0 0 1,0 1 0,0-1 0,0 1-1,0-2 1,3-8 20,1 0-1,0 0 1,0 1 0,1-1-1,10-15 1,5-8-11,1-4-431,2 2 1,2 0-1,34-36 0,95-86-3134,-121 126 1660,2 1 1,73-47 0,-88 65 976,0 1 0,1 0-1,0 2 1,1 1 0,0 0-1,0 2 1,34-6 0,-52 11 827,16 4 910,4-3 6391,-23 3-6489,-1-1-656,1 1 1,-1-1 0,0 1 0,0-1 0,0 1 0,0-1-1,-1 1 1,1-1 0,-1 1 0,1-1 0,-1 0-1,0 1 1,0-1 0,0 0 0,0 1 0,-1-1 0,1 0-1,0 0 1,-1 0 0,0 0 0,1 0 0,-1-1 0,0 1-1,0 0 1,-2 1 0,-8 9 28,-125 145 72,132-152-230,1 0 0,0 1 0,0-1 0,1 1 0,-1-1 0,1 1 0,0 0-1,1 1 1,-4 11 0,6-16 85,-1 0 1,1 0-1,0 0 0,0 0 0,0-1 0,0 1 0,0 0 0,0 0 1,1 0-1,-1 0 0,1 0 0,-1 0 0,1 0 0,0 0 0,-1 0 1,1-1-1,0 1 0,0 0 0,0-1 0,1 1 0,-1-1 1,0 1-1,1-1 0,-1 1 0,1-1 0,-1 0 0,1 0 0,-1 0 1,1 0-1,0 0 0,0 0 0,-1 0 0,1-1 0,0 1 0,0 0 1,3 0-1,14 2 560,1 0 1,-1-1-1,0-1 0,25-1 1,31 1-520,-57 1-437,106 6-8745,-98-12 3893,-1-2-2819</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2.775"/>
    </inkml:context>
    <inkml:brush xml:id="br0">
      <inkml:brushProperty name="width" value="0.035" units="cm"/>
      <inkml:brushProperty name="height" value="0.035" units="cm"/>
    </inkml:brush>
  </inkml:definitions>
  <inkml:trace contextRef="#ctx0" brushRef="#br0">605 0 11761,'-16'6'2390,"0"1"1,-20 10-1,34-14-2168,-1-1 1,0 1-1,1-1 1,-1 1 0,1 0-1,0 0 1,0 0-1,0 0 1,1 0-1,-1 0 1,1 1 0,-1-1-1,1 1 1,0-1-1,0 1 1,0 3-1,1-2-153,-1 0 0,1 0 0,0 0-1,0 0 1,1 0 0,0 0 0,-1 0 0,2 0-1,-1 0 1,0-1 0,1 1 0,0 0-1,0-1 1,1 1 0,3 4 0,-2-2-188,1-1 1,0 0-1,0 0 1,0 0 0,1-1-1,0 0 1,0 0-1,8 5 1,-9-8 14,-1 0 1,1-1-1,-1 0 1,1 0-1,-1 0 0,1 0 1,0-1-1,-1 0 1,7 0-1,-7 0 17,3 0 86,0-1 0,0 1 0,0-1 1,-1-1-1,1 1 0,0-1 1,-1 0-1,1-1 0,-1 0 0,1 0 1,-1 0-1,0-1 0,-1 1 1,1-1-1,-1-1 0,7-6 0,3-5 889,-1-1 1,-1 0-1,20-34 0,-29 45-576,-4 5-268,0 1 1,1-1-1,0 0 1,-1 0-1,1 1 1,-1-1-1,1 0 1,0 1-1,-1-1 1,1 1-1,0-1 1,0 1-1,-1-1 1,1 1-1,0 0 1,0-1-1,0 1 0,0 0 1,0 0-1,-1 0 1,1-1-1,0 1 1,0 0-1,0 0 1,0 0-1,0 0 1,0 1-1,0-1 1,-1 0-1,1 0 1,0 0-1,0 1 1,0-1-1,0 0 1,0 1-1,-1-1 0,1 1 1,0-1-1,0 1 1,-1-1-1,1 1 1,0 0-1,-1-1 1,1 1-1,-1 0 1,1-1-1,-1 1 1,1 0-1,-1 0 1,1 0-1,-1-1 1,0 1-1,0 0 0,1 0 1,-1 0-1,0 1 1,3 19 128,-1 0 0,0 0 0,-2 0 0,-3 28 0,-15 98 171,1-64-364,-3-1-1,-44 113 0,-89 145-1643,112-263 1021,-61 86 1,79-130 511,-2-2 1,-1-1-1,-1-1 0,-2-1 0,-31 24 1,50-45 138,1 0 1,-1-1 0,0-1 0,0 0-1,0 0 1,-1-1 0,0 0 0,0 0-1,0-2 1,-16 3 0,22-4 44,0-1 1,-1 0 0,1 0-1,0 0 1,0-1-1,0 0 1,0 0-1,0 0 1,0 0-1,1-1 1,-1 0 0,0 0-1,1 0 1,-1-1-1,1 1 1,0-1-1,0 0 1,0 0 0,0-1-1,0 1 1,1-1-1,-1 0 1,1 0-1,0 0 1,-3-6-1,3 4 15,-1-1 0,2 0 0,-1-1 0,1 1 0,0 0 0,1-1 0,-1 1 0,1-1 0,1 1 0,0-1 0,0 0 0,0 1 0,1-1 0,0 1 0,4-14 0,1-1 32,1 1 1,2-1-1,0 2 1,13-24 0,4 3-127,1 0 0,2 2 0,2 1 0,1 2 0,51-45 0,200-146-2184,-260 210 1981,269-174-5010,-90 80-4112,-121 72 1013</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2.917"/>
    </inkml:context>
    <inkml:brush xml:id="br0">
      <inkml:brushProperty name="width" value="0.035" units="cm"/>
      <inkml:brushProperty name="height" value="0.035" units="cm"/>
    </inkml:brush>
  </inkml:definitions>
  <inkml:trace contextRef="#ctx0" brushRef="#br0">108 1 12721,'-16'74'2428,"10"-57"57,-7 12-273,1-3-412,-4-1-352,3-2-348,3 3-248,1 0-848,6-4-440,-4 7-468,4-9-624,3 0-600,3-6-5757,4 3-1300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3.055"/>
    </inkml:context>
    <inkml:brush xml:id="br0">
      <inkml:brushProperty name="width" value="0.035" units="cm"/>
      <inkml:brushProperty name="height" value="0.035" units="cm"/>
    </inkml:brush>
  </inkml:definitions>
  <inkml:trace contextRef="#ctx0" brushRef="#br0">0 46 8669,'19'-34'2060,"1"23"2232,-1 25-4404,6 14-564,-6 1-288,0 8-560,-6 6-1928,3 6-1857</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3.306"/>
    </inkml:context>
    <inkml:brush xml:id="br0">
      <inkml:brushProperty name="width" value="0.035" units="cm"/>
      <inkml:brushProperty name="height" value="0.035" units="cm"/>
    </inkml:brush>
  </inkml:definitions>
  <inkml:trace contextRef="#ctx0" brushRef="#br0">245 401 8877,'-1'-1'308,"-1"0"0,1-1 0,0 1 0,0 0 0,0-1 0,0 1 0,0 0 0,0-1 0,0 0 0,1 1 0,-1-1 0,0 1 0,1-1 0,-1 0 0,1 1 0,0-1 0,0 0 0,-1 0 0,1 1 0,0-1 0,0 0 0,1-1 1,2-52 4602,-2 42-4135,1-7-28,0 1 0,2 0 0,0 1 0,1-1 0,1 1 0,1 0 0,11-22 0,-13 30-406,0 1 0,1 0 1,0 0-1,1 0 0,-1 1 0,2 0 1,-1 0-1,1 1 0,0 0 1,1 0-1,0 1 0,0 0 0,0 0 1,15-5-1,-20 9-342,1 1 0,0 1 0,-1-1 0,1 1 0,0-1 0,-1 1 0,1 1 0,0-1 0,-1 1 0,1-1 0,-1 1 0,1 1 0,-1-1 0,1 1 0,-1-1 0,0 1 0,0 1 0,0-1 0,0 0 0,0 1 0,0 0 0,-1 0 0,1 0 0,-1 0 0,0 1 0,0-1 0,0 1 0,3 4 0,2 4 0,-1 0 0,0 0 0,-1 0 0,0 1 0,-1 0 0,0 0 0,-1 0 0,-1 1 0,0-1 0,0 1 0,-2 0 0,0 0 0,0 0 0,-2 15 0,-2-13-83,-1 0 1,0 0-1,-1 0 1,-1 0-1,0-1 1,-1 0-1,-1-1 1,0 1-1,-1-1 0,-1-1 1,0 0-1,-1 0 1,0-1-1,-14 12 1,1-4-242,0 0 1,-2-2-1,0 0 1,-1-2-1,-1-1 1,-44 17-1,60-27-637,-2-1 0,1 0-1,0-1 1,-1-1 0,1 0 0,-24 0 0,-40-9-8268,34-1-1094</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3.745"/>
    </inkml:context>
    <inkml:brush xml:id="br0">
      <inkml:brushProperty name="width" value="0.035" units="cm"/>
      <inkml:brushProperty name="height" value="0.035" units="cm"/>
    </inkml:brush>
  </inkml:definitions>
  <inkml:trace contextRef="#ctx0" brushRef="#br0">258 112 13009,'9'-60'2581,"-9"58"-2270,1-1 0,-1 1 0,0 0 0,-1 0 0,1-1 0,0 1-1,-1 0 1,1 0 0,-1 0 0,1 0 0,-1-1 0,0 1 0,0 0 0,0 0 0,0 0 0,-1 1 0,-1-4 0,-4-5 7331,5 15-6149,-16 34-989,2 0-1,1 1 0,-15 75 1,-4 11-73,18-77-579,-60 210-3850,63-204 2453,2 1 0,-5 100 0,16-146 409,0 1 1,0-1-1,1 1 0,3 13 0,-3-19 294,1-1 0,-1 1 0,1-1 0,0 1 1,0-1-1,0 0 0,4 4 0,15 14-7746</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3.966"/>
    </inkml:context>
    <inkml:brush xml:id="br0">
      <inkml:brushProperty name="width" value="0.035" units="cm"/>
      <inkml:brushProperty name="height" value="0.035" units="cm"/>
    </inkml:brush>
  </inkml:definitions>
  <inkml:trace contextRef="#ctx0" brushRef="#br0">0 308 10725,'12'-64'1659,"-10"58"-11,10-31 7177,-12 37-8792,0 0 0,0-1 0,0 1-1,1 0 1,-1 0 0,0 0 0,0 0 0,0 0 0,0 0 0,0 0 0,1-1 0,-1 1 0,0 0-1,0 0 1,0 0 0,0 0 0,1 0 0,-1 0 0,0 0 0,0 0 0,0 0 0,1 0 0,-1 0-1,0 0 1,0 0 0,0 0 0,0 0 0,1 0 0,-1 0 0,0 0 0,0 0 0,0 0 0,0 0-1,1 0 1,-1 0 0,0 1 0,0-1 0,0 0 0,1 0 0,8 13 1442,6 13-647,1-1 1,1 0-1,2-2 1,0 0-1,25 23 1,-30-33-662,1 0 0,1-1 1,0-1-1,0 0 0,1-1 0,1-1 1,-1-1-1,35 12 0,-44-19-143,0 1-1,-1-1 0,1 0 1,0-1-1,-1 0 1,1 0-1,0-1 0,-1 0 1,1 0-1,-1 0 0,1-1 1,-1 0-1,0-1 1,1 0-1,-1 0 0,10-6 1,-13 6-15,0 0 1,1 0-1,-1 0 1,0 0-1,-1-1 1,1 0-1,0 1 0,-1-1 1,0-1-1,0 1 1,0 0-1,-1-1 1,1 1-1,-1-1 1,0 0-1,0 0 1,-1 0-1,0 0 1,0 0-1,0 0 0,0 0 1,-1 0-1,1 0 1,-2-10-1,-2-2-3,0 1 0,-1-1 0,-1 1 0,0 0 0,-1 0 0,-1 1 0,0 0 0,-12-18 0,2 9-470,-1 0 0,0 1 0,-40-37 0,51 54-324,-1 0 1,0 0 0,0 1 0,0 0-1,-1 1 1,0 0 0,-13-5 0,2 1-3224,1 4-2716,18 4 6151,1 1 1,-1-1-1,0 1 1,1-1-1,-1 1 1,1-1-1,-1 1 0,1 0 1,-1-1-1,1 1 1,-1 0-1,1-1 1,-1 1-1,1 0 1,0 0-1,0-1 0,-1 1 1,1 1-1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4.373"/>
    </inkml:context>
    <inkml:brush xml:id="br0">
      <inkml:brushProperty name="width" value="0.035" units="cm"/>
      <inkml:brushProperty name="height" value="0.035" units="cm"/>
    </inkml:brush>
  </inkml:definitions>
  <inkml:trace contextRef="#ctx0" brushRef="#br0">67 43 12825,'10'-24'3117,"-10"24"-2950,0-1 0,0 1 0,1-1 0,-1 1 0,0-1 0,0 1 0,-1-1 0,1 1 0,0-1 0,0 0-1,0 1 1,0-1 0,0 1 0,0 0 0,-1-1 0,1 1 0,0-1 0,0 1 0,-1-1 0,1 1 0,0-1 0,-1 1 0,1 0 0,-1-1 0,1 1 0,0 0 0,-1-1-1,1 1 1,-1 0 0,1 0 0,-1-1 0,0 1 0,-10-5 3381,15 35-2300,-2-1 0,0 1-1,-2 0 1,-4 34 0,-23 124-351,17-128-695,-15 74-1403,26-132 1177,-1 0 0,1 0 0,-1 0 0,1 1 1,0-1-1,0 0 0,0 0 0,0 0 1,0 0-1,0 0 0,1-1 0,-1 1 1,3 2-1,-3-2-17,6 1-42,21-5 58,-1 0 0,42-11 1,-46 7 78,0 2 0,0 0 1,1 2-1,-1 0 0,31 3 1,-29 1-19,1-1 0,-1 0 0,1-2 0,-1-2 0,1 0 0,-1-1 0,42-13 0,-53 12 65,0 0 0,1-1 0,-2 0 0,1-1 0,-1 0 0,0-2 0,0 1 0,-1-1 0,-1-1 0,1 0 0,-1-1 0,-1 0 0,0-1 0,10-15 0,-16 20-98,0-1-1,-1 0 0,0-1 1,0 1-1,-1 0 0,1-1 0,-2 1 1,0-1-1,0 0 0,0-14 1,-3-9 39,-9-52 0,6 54-944,-2-48-1,5 43-2225,-2 4-3341</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5.583"/>
    </inkml:context>
    <inkml:brush xml:id="br0">
      <inkml:brushProperty name="width" value="0.035" units="cm"/>
      <inkml:brushProperty name="height" value="0.035" units="cm"/>
    </inkml:brush>
  </inkml:definitions>
  <inkml:trace contextRef="#ctx0" brushRef="#br0">972 62 7753,'0'-1'99,"1"1"1,-1-1 0,0 1 0,0 0 0,1-1-1,-1 1 1,0-1 0,0 1 0,0 0-1,1-1 1,-1 1 0,0-1 0,0 1-1,0-1 1,0 1 0,0-1 0,0 1 0,0-1-1,0 1 1,0-1 0,0 1 0,0-1-1,0 1 1,0 0 0,-1-1 0,1 1-1,0-1 1,0 1 0,0-1 0,-1 1-1,1 0 1,0-1 0,0 1 0,-1-1 0,1 1-1,0 0 1,-1-1 0,1 1 0,-1 0-1,1 0 1,0-1 0,-1 1 0,1 0-1,-1 0 1,1 0 0,-1-1 0,1 1-1,0 0 1,-1 0 0,1 0 0,-1 0 0,1 0-1,-1 0 1,0 0 0,-5-2-67,-30-16 3959,32 15-3746,0 1 1,0 0-1,0 0 1,0 0-1,0 0 1,-1 0-1,1 1 1,-7-2-1,-12 1-26,1 1 1,-1 1-1,0 1 1,1 0-1,-1 2 0,1 1 1,0 0-1,0 2 0,0 1 1,1 0-1,-34 18 0,51-23-201,0 0 1,0 1-1,0 0 0,0 0 0,1 0 0,-1 0 0,1 1 0,0-1 1,0 1-1,0 0 0,1 0 0,-1 0 0,1 0 0,0 0 0,0 1 1,1-1-1,-3 8 0,0 8 143,0-1 1,-1 41-1,0-9 81,-4-3 101,-2 0 1,-32 85-1,-51 88 279,93-219-620,-50 107 148,-66 154 217,69-149-304,-35 97 25,71-175-53,2 0 1,2 1 0,-8 74 0,16-100 58,-1 0 1,1 0-1,1 0 1,0 1-1,1-1 1,0 0-1,0-1 1,1 1-1,7 15 1,-8-22-29,0 0 0,1 1 1,-1-1-1,1 0 1,0 0-1,0-1 1,1 1-1,-1-1 0,1 0 1,0 0-1,0 0 1,0 0-1,0 0 0,0-1 1,1 0-1,-1 0 1,1 0-1,-1 0 1,1-1-1,0 0 0,-1 0 1,1 0-1,5 0 1,28 0 242,72-5 0,-10-2-151,8 4-416,64 1-5337,-138-3 2194,-14-2-3991</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8.315"/>
    </inkml:context>
    <inkml:brush xml:id="br0">
      <inkml:brushProperty name="width" value="0.035" units="cm"/>
      <inkml:brushProperty name="height" value="0.035" units="cm"/>
    </inkml:brush>
  </inkml:definitions>
  <inkml:trace contextRef="#ctx0" brushRef="#br0">204 20 6577,'-15'-10'7164,"25"5"2704,5 0-5420,-16 5-4353,0 1 0,0-1 0,0 0 1,0 0-1,1 1 0,-1-1 0,0 1 1,0-1-1,0 1 0,1-1 0,-1 1 1,0-1-1,0 1 0,1 0 0,-1-1 1,1 1-1,-1 0 0,1 0 0,-1 0 1,1-1-1,-1 1 0,1 0 0,0 0 1,-1 2-1,-4 20 1005,6-4-994,-2 0 0,0-1 1,-1 1-1,0-1 0,-2 1 0,-10 30 1,-48 107 358,48-124-445,-13 27-670,14-36-166,2 1-1,1 1 1,1 0-1,1 0 1,-6 37-1,14-57-280,0 0 0,0 0-1,0 0 1,1 0 0,-1-1-1,1 1 1,1 0 0,-1 0-1,3 5 1,0-8-4125,15-4-2817</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8.584"/>
    </inkml:context>
    <inkml:brush xml:id="br0">
      <inkml:brushProperty name="width" value="0.035" units="cm"/>
      <inkml:brushProperty name="height" value="0.035" units="cm"/>
    </inkml:brush>
  </inkml:definitions>
  <inkml:trace contextRef="#ctx0" brushRef="#br0">8 77 8505,'-1'1'415,"1"-1"0,-1 0 1,1 1-1,-1-1 0,1 1 0,0-1 1,-1 0-1,1 1 0,-1-1 0,1 1 1,0-1-1,-1 1 0,1-1 0,0 1 1,0-1-1,0 1 0,-1-1 1,1 1-1,0 0 0,0-1 0,0 1 1,0-1-1,0 1 0,0-1 0,0 2 1,11 4 2074,26-5-2253,8-3 400,43-6 73,-13-5-228,-2-3 0,86-31 0,-126 36 704,-30 10 439,18 17-73,-20-10-1476,0-1 0,-1 1 0,1 0 0,-1-1 1,-1 1-1,1 0 0,-1 0 0,0-1 0,0 1 0,-1-1 0,1 1 0,-1-1 0,-5 11 0,3-9-479,1 1 1,1 0-1,-1 0 0,1 1 1,-1 15-1,2-14-912,0-1 1,0 0-1,-5 19 0,-1-1-7631,4-10-1699</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8.758"/>
    </inkml:context>
    <inkml:brush xml:id="br0">
      <inkml:brushProperty name="width" value="0.035" units="cm"/>
      <inkml:brushProperty name="height" value="0.035" units="cm"/>
    </inkml:brush>
  </inkml:definitions>
  <inkml:trace contextRef="#ctx0" brushRef="#br0">19 21 13093,'-19'-20'6761,"38"28"-5889,0 1-236,-3 5-364,0-2-576,0 2-724,0 0-780,3-8-869,6 14-1939,-6 8-3601</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9.074"/>
    </inkml:context>
    <inkml:brush xml:id="br0">
      <inkml:brushProperty name="width" value="0.035" units="cm"/>
      <inkml:brushProperty name="height" value="0.035" units="cm"/>
    </inkml:brush>
  </inkml:definitions>
  <inkml:trace contextRef="#ctx0" brushRef="#br0">1 94 8889,'22'-17'8507,"-28"10"-5970,5 6-2326,0 1 0,0-1 1,0 0-1,1 0 0,-1 1 0,0-1 0,1 0 0,-1 0 1,0 0-1,1 0 0,-1 0 0,1 0 0,-1 0 0,1 0 1,-1 0-1,1 0 0,0-1 0,7-9 159,-5 9-223,0-1-1,-1 0 1,1 1-1,0 0 1,1-1 0,-1 1-1,0 0 1,1 0-1,-1 0 1,4-2-1,-4 3 737,-4 0-591,0 0-1779,-13-8 4382,11 6-8364</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9.246"/>
    </inkml:context>
    <inkml:brush xml:id="br0">
      <inkml:brushProperty name="width" value="0.035" units="cm"/>
      <inkml:brushProperty name="height" value="0.035" units="cm"/>
    </inkml:brush>
  </inkml:definitions>
  <inkml:trace contextRef="#ctx0" brushRef="#br0">296 0 6661,'0'0'5189,"-24"17"1243,-54 115 1608,18-28-5325,36-65-2885,-35 77-1,50-93-1033,-10 25-2561,6-15-5675,4-13-1863</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9.406"/>
    </inkml:context>
    <inkml:brush xml:id="br0">
      <inkml:brushProperty name="width" value="0.035" units="cm"/>
      <inkml:brushProperty name="height" value="0.035" units="cm"/>
    </inkml:brush>
  </inkml:definitions>
  <inkml:trace contextRef="#ctx0" brushRef="#br0">17 6 11481,'-16'-6'7397,"38"26"-7829,-3-5-1036,0-1-501,0 9-2371,16 14-3345</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0.038"/>
    </inkml:context>
    <inkml:brush xml:id="br0">
      <inkml:brushProperty name="width" value="0.035" units="cm"/>
      <inkml:brushProperty name="height" value="0.035" units="cm"/>
    </inkml:brush>
  </inkml:definitions>
  <inkml:trace contextRef="#ctx0" brushRef="#br0">308 26 9913,'10'-25'9117,"-13"26"-8191,-14 5-525,0 0 0,1 2 0,-1 0 1,2 1-1,-1 0 0,-23 21 0,8-4-218,-50 57 0,81-82-178,0 1 0,0 0 0,0-1 0,0 1-1,1 0 1,-1-1 0,0 1 0,1-1 0,0 1 0,-1-1 0,1 1-1,0-1 1,0 1 0,-1-1 0,1 0 0,0 1 0,0-1 0,1 0-1,-1 0 1,1 1 0,68 3 667,-69-5-655,1 1 0,-1-1 0,0 0 1,1 0-1,-1 0 0,0 1 1,0-1-1,1 0 0,-1 1 0,0-1 1,0 1-1,0 0 0,0-1 1,0 1-1,0 0 0,0 0 1,0 0-1,0-1 0,0 1 0,0 0 1,0 0-1,0 0 0,-1 1 1,1-1-1,0 0 0,0 2 0,0 0-11,0 0 0,0 0 0,-1 0 0,1 0 0,0 0 0,-1 0 0,0 0 0,0 4 0,-4 22-57,-1 0-1,-2-1 1,-17 49-1,4-14-267,-56 172-1257,75-231 1568,1-1-1,-1 0 1,0 1 0,-1-1 0,1 1 0,0-1 0,-1 0-1,0 0 1,0 0 0,0 0 0,0 0 0,0 0 0,-1-1-1,1 1 1,-1-1 0,0 1 0,1-1 0,-1 0 0,0 0 0,-5 2-1,6-3 195,4-5-21,11-25 36,2 0 1,1 2-1,27-38 1,70-74 149,31-46-32,-96 112 1095,59-122-1,-106 192-583,-3 7-616,-12 28-46,1 0 0,-16 63 0,-4 74-950,23-115-203,2-20 260,6-29 634,1 0 1,0-1-1,0 1 0,0 0 1,0 0-1,1 1 0,0-1 1,0 0-1,0 0 0,1 0 1,-1 0-1,3 6 0,-2-11 78,1 0 0,0 0-1,0 0 1,-1 0 0,1-1-1,0 1 1,-1 0 0,1-1 0,-1 0-1,1 1 1,0-1 0,-1 0-1,1 0 1,1-1 0,-1 1 30,14-8 610,29-22 0,-37 24-289,0 1 1,1 0-1,0 0 0,0 0 1,0 1-1,0 1 1,1 0-1,0 0 1,0 1-1,20-4 1,-27 6-283,0 1 0,0 0 0,1 0 0,-1 0 0,0 1 0,0-1 0,0 1 1,0 0-1,0 0 0,0 0 0,0 0 0,0 0 0,0 1 0,0-1 0,-1 1 0,1 0 0,-1 0 1,1 0-1,-1 0 0,1 0 0,-1 0 0,0 1 0,0-1 0,0 1 0,-1 0 0,1-1 1,1 5-1,3 6-107,-1 1 0,-1 1 1,0-1-1,3 27 0,4 10-2288,5 1-2375,7 0-5283,-2-25-763</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1.004"/>
    </inkml:context>
    <inkml:brush xml:id="br0">
      <inkml:brushProperty name="width" value="0.035" units="cm"/>
      <inkml:brushProperty name="height" value="0.035" units="cm"/>
    </inkml:brush>
  </inkml:definitions>
  <inkml:trace contextRef="#ctx0" brushRef="#br0">211 58 11249,'-1'-2'406,"0"0"-1,0-1 1,0 1-1,1 0 1,-1 0 0,1 0-1,0-1 1,-1 1-1,1 0 1,0 0 0,0-1-1,1 1 1,-1 0-1,0-1 1,1 1 0,-1 0-1,1 0 1,0 0-1,0 0 1,0-1-1,0 1 1,0 0 0,3-4 5120,-2 102-630,-1 0-3530,-3-35-1270,-2 0 1,-17 79-1,-39 117 6,25-114-92,34-143-10,-1 8 0,0 0 0,1 0 0,0 1 0,0-1 0,1 10 0,0-17 0,0 0 0,0 0 0,0 0 0,1 1 0,-1-1 0,0 0 0,1 0 0,-1 0 0,1 0 0,-1 1 0,1-1 0,-1 0 0,1 0 0,0 0 0,0 0 0,0 0 0,-1-1 0,1 1 0,0 0 0,0 0 0,0-1 0,0 1 0,0 0 0,0-1 0,1 1 0,-1-1 0,0 1 0,0-1 0,0 0 0,0 1 0,1-1 0,-1 0 0,0 0 0,0 0 0,1 0 0,-1 0 0,0 0 0,0 0 0,2-1 0,22-2 0,-1-1 0,38-11 0,-20 3 0,3 2-2,0 2 0,71-5-1,-87 12-9,1 2-1,-1 0 0,1 2 1,55 13-1,-83-16-1,-1 0 1,1 0-1,0 1 0,0-1 1,0 1-1,0 0 0,0 0 1,0-1-1,-1 1 0,1 0 1,0 1-1,-1-1 0,1 0 0,-1 0 1,1 1-1,-1-1 0,0 1 1,1-1-1,-1 1 0,0-1 1,0 1-1,0 0 0,0-1 1,-1 1-1,1 0 0,0 0 1,-1 0-1,1 0 0,-1 0 1,1 0-1,-1 0 0,0 0 1,0 0-1,0 0 0,0 0 1,0-1-1,-1 1 0,1 0 1,-2 4-1,0-1-5,0 0 1,0 1-1,-1-1 0,0 0 1,0-1-1,0 1 1,0 0-1,-1-1 1,0 0-1,0 0 0,0 0 1,-9 6-1,-14 6-32,0-1-1,-1-1 1,-1-2-1,0-1 1,-35 9-1,-7-3-21,-80 8 1,107-18-130,-1-3 0,-77-2-1,120-2 107,0 0 0,1 0 0,-1 0-1,0-1 1,0 1 0,1 0-1,-1-1 1,0 1 0,1-1-1,-1 1 1,0-1 0,1 0 0,-1 0-1,1 1 1,-1-1 0,1 0-1,0-1 1,-1 1 0,1 0-1,0 0 1,-2-3 0,3 3-5,-1-1 0,1 1-1,0-1 1,0 1 0,0-1 0,0 1 0,0 0 0,0-1-1,0 1 1,1-1 0,-1 1 0,0-1 0,1 1 0,-1-1 0,1 1-1,-1 0 1,1-1 0,0 1 0,1-2 0,7-8-714,-1 0 1,2 0-1,0 1 1,11-9 0,-17 16 419,13-12-1945,1 2 0,0 0 0,24-12 0,20-9-7555</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1.115"/>
    </inkml:context>
    <inkml:brush xml:id="br0">
      <inkml:brushProperty name="width" value="0.035" units="cm"/>
      <inkml:brushProperty name="height" value="0.035" units="cm"/>
    </inkml:brush>
  </inkml:definitions>
  <inkml:trace contextRef="#ctx0" brushRef="#br0">0 1 10609,'0'0'4036,"4"17"-2384,-1 0 761,0 6-1609,-3 0-164,6-6-324,1 0-536,-7 3-660,0 0-932,-3 3-1113,-1-3-1287,4 0-3225</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1.287"/>
    </inkml:context>
    <inkml:brush xml:id="br0">
      <inkml:brushProperty name="width" value="0.035" units="cm"/>
      <inkml:brushProperty name="height" value="0.035" units="cm"/>
    </inkml:brush>
  </inkml:definitions>
  <inkml:trace contextRef="#ctx0" brushRef="#br0">58 66 12509,'-45'-40'2088,"32"28"2809,26 7-4505,3-4-500,3 18-728,16 2-600,-6 1-669,2 8-2371,1 5-3465</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1.761"/>
    </inkml:context>
    <inkml:brush xml:id="br0">
      <inkml:brushProperty name="width" value="0.035" units="cm"/>
      <inkml:brushProperty name="height" value="0.035" units="cm"/>
    </inkml:brush>
  </inkml:definitions>
  <inkml:trace contextRef="#ctx0" brushRef="#br0">398 54 12585,'-20'-9'6144,"-14"3"-3843,28 6-1993,-1 1 0,0 0 0,1 0 0,-1 1 1,1 0-1,0 0 0,0 0 0,-11 6 0,-45 31 797,49-30-874,-12 11-333,0 0 1,2 2-1,0 1 1,1 1-1,2 1 1,0 0-1,-23 41 1,43-65 84,0 0 0,0 0 0,0 0 0,1 0 1,-1 0-1,0 0 0,0 1 0,1-1 0,-1 0 0,0 0 0,1 0 1,-1 0-1,1 0 0,0 0 0,-1-1 0,1 1 0,0 0 0,-1 0 1,1 0-1,0 0 0,0-1 0,0 1 0,0 0 0,0-1 0,0 1 1,0-1-1,1 1 0,68-8 1104,92 1-1,-129 4-1085,-1-1-1,0-1 1,0-2 0,0-1-1,-1-2 1,1-1-1,-2-1 1,0-2-1,0 0 1,30-21-1,-51 27 197,-1 1-1,0-1 1,0 0-1,-1-1 1,0 0-1,0 0 1,-1-1-1,10-17 1,-8 13 271,1 0 0,20-23 0,-22 28-160,3-2 25,0 0 1,0 0-1,1 1 1,0 1-1,16-10 1,-25 16-307,1 1 0,-1 0 1,1 0-1,-1 0 0,1 0 0,0 1 1,-1-1-1,1 0 0,0 1 1,0 0-1,-1 0 0,1 0 1,0 0-1,0 0 0,-1 1 0,1-1 1,0 1-1,-1-1 0,1 1 1,-1 0-1,1 0 0,-1 0 0,1 1 1,-1-1-1,1 0 0,-1 1 1,0 0-1,0-1 0,0 1 0,0 0 1,0 0-1,0 0 0,2 4 1,0 0-23,1 0 1,-1 1 0,-1-1 0,1 1-1,-1 0 1,0 0 0,-1 0 0,0 0-1,0 1 1,0-1 0,-1 0 0,1 15-1,-3-10 9,1 0-1,-2 0 1,0-1 0,0 1-1,-1 0 1,0-1-1,-8 18 1,1-8 3,-1 0 1,-1-1-1,-1 0 1,0-1-1,-1 0 1,-2-1-1,-33 31 1,28-31-1241,0-2-1,-1 0 1,-1-1-1,-1-1 1,-33 15-1,46-24 440,0-1-1,0-1 1,0 1-1,-1-2 0,1 1 1,-1-2-1,1 0 0,-1 0 1,0-1-1,1 0 1,-1-1-1,0 0 0,1-1 1,-19-5-1</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2.207"/>
    </inkml:context>
    <inkml:brush xml:id="br0">
      <inkml:brushProperty name="width" value="0.035" units="cm"/>
      <inkml:brushProperty name="height" value="0.035" units="cm"/>
    </inkml:brush>
  </inkml:definitions>
  <inkml:trace contextRef="#ctx0" brushRef="#br0">883 161 12733,'-1'0'108,"1"-1"-1,-1 1 0,0 0 1,1-1-1,-1 1 1,1-1-1,-1 1 0,1 0 1,-1-1-1,1 1 1,-1-1-1,1 0 1,-1 1-1,1-1 0,-1 1 1,1-1-1,0 0 1,0 1-1,-1-1 0,1 0 1,0 1-1,0-1 1,0 0-1,-1 1 0,1-1 1,0 0-1,0 1 1,0-1-1,0-1 1,1 1 123,0-1 1,-1 1 0,1-1-1,0 1 1,0 0 0,0 0 0,0-1-1,0 1 1,0 0 0,0 0 0,1 0-1,1-2 1,6-3 565,1 1-1,0-1 1,10-3 0,14-4 204,1 1 1,0 2-1,48-7 1,110-7 90,-122 17-739,130-8 313,-166 15-536,-33 0-114,-1 0 0,0 1 1,0-1-1,1 1 0,-1-1 1,0 0-1,0 1 0,0 0 1,0-1-1,0 1 0,0 0 0,0-1 1,0 1-1,0 0 0,0 0 1,1 2-1,-1-1 15,0-1 0,0 1 0,-1 0 0,1-1 0,-1 1 0,1 0 0,-1 0 1,0 0-1,0 0 0,0-1 0,0 1 0,0 0 0,0 2 0,-10 41 571,-40 109 1190,-32 107-981,8-19-363,-233 636-448,183-473 0,122-397 0,-3 15 0,-1 0 0,-1-1 0,-13 30 0,17-46 0,0 0 0,-1 0 0,1-1 0,-1 1 0,0-1 0,-1 0 0,1 0 0,-1 0 0,0-1 0,-1 1 0,1-1 0,-1-1 0,1 1 0,-1-1 0,0 0 0,-9 3 0,-26 5 0,-1-2 0,0-1 0,-1-3 0,-43 0 0,50-3 0,-197 6-4539,-88 8-8293,293-13 420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2.394"/>
    </inkml:context>
    <inkml:brush xml:id="br0">
      <inkml:brushProperty name="width" value="0.035" units="cm"/>
      <inkml:brushProperty name="height" value="0.035" units="cm"/>
    </inkml:brush>
  </inkml:definitions>
  <inkml:trace contextRef="#ctx0" brushRef="#br0">6 64 19738,'-6'-17'7072,"12"2"-6696,1 1-760,9 5-1660,3 1-72</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3.622"/>
    </inkml:context>
    <inkml:brush xml:id="br0">
      <inkml:brushProperty name="width" value="0.035" units="cm"/>
      <inkml:brushProperty name="height" value="0.035" units="cm"/>
    </inkml:brush>
  </inkml:definitions>
  <inkml:trace contextRef="#ctx0" brushRef="#br0">2 271 9761,'-2'6'6549,"6"-4"-3867,15-7-2979,-1-1 1092,390-57 2778,-233 42-2893,606-81 580,3 26-2306,-630 70-66,-152 6 997,1 0 0,0 0 0,0 1 0,-1-1 0,1 1 0,0 0 0,-1-1 0,1 1 1,-1 0-1,1 1 0,3 1 0,-5-2 50,-1-1 1,1 1 0,0-1-1,-1 1 1,1 0 0,-1-1-1,0 1 1,1 0 0,-1 0-1,0-1 1,1 1 0,-1 0-1,0 0 1,0-1 0,1 1-1,-1 0 1,0 0-1,0-1 1,0 1 0,0 0-1,0 0 1,0 0 0,0-1-1,-1 1 1,1 0 0,0 0-1,0 0 1,0-1 0,-1 1-1,1 0 1,-1-1 0,1 1-1,0 0 1,-1-1-1,1 1 1,-1 0 0,1-1-1,-1 1 1,-1 0 0,-3 4-386,-1-1 1,0 0 0,0 0-1,0 0 1,-1-1 0,1 0-1,-1 0 1,-9 2 0,1 1-562,-42 16-3336,0-2-2159</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3.858"/>
    </inkml:context>
    <inkml:brush xml:id="br0">
      <inkml:brushProperty name="width" value="0.035" units="cm"/>
      <inkml:brushProperty name="height" value="0.035" units="cm"/>
    </inkml:brush>
  </inkml:definitions>
  <inkml:trace contextRef="#ctx0" brushRef="#br0">366 63 9809,'-64'-54'6789,"62"53"-6558,0 0 0,1 0 0,-1 0 0,0 0 0,1 0-1,-1 1 1,0-1 0,0 1 0,1 0 0,-1-1 0,0 1 0,0 0 0,0 0-1,0 0 1,1 0 0,-1 0 0,0 0 0,0 1 0,0-1 0,1 1 0,-1-1-1,0 1 1,0 0 0,1 0 0,-1-1 0,0 1 0,1 0 0,-1 0 0,1 1-1,0-1 1,-1 0 0,1 0 0,0 1 0,0-1 0,-2 3 0,3 1-39,0 0 1,0 1-1,1-1 1,0 1 0,0-1-1,0 0 1,0 1 0,1-1-1,0 0 1,0 0-1,4 7 1,-4-9-81,17 34 550,2-1 0,2 0 0,36 43 0,11 16-21,-31-35-349,-2 2-1,-2 1 1,-4 2 0,28 82-1,-46-107-339,-2 0 0,-2 0 0,-1 1-1,-3 0 1,-1 1 0,-2-1 0,-2 1-1,-8 72 1,1-69-512,-3-1-1,-1 0 1,-2 0-1,-2-1 1,-2-1-1,-1-1 1,-3 0-1,-1-2 1,-2 0-1,-2-1 1,-1-2-1,-2-1 1,-43 42 0,3-14-4440,-111 76 1,44-46-5818</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8.761"/>
    </inkml:context>
    <inkml:brush xml:id="br0">
      <inkml:brushProperty name="width" value="0.035" units="cm"/>
      <inkml:brushProperty name="height" value="0.035" units="cm"/>
    </inkml:brush>
  </inkml:definitions>
  <inkml:trace contextRef="#ctx0" brushRef="#br0">153 53 10889,'0'-24'1451,"0"10"3604,-1 13-4393,-1-1 0,0 1 0,1 0 0,-1-1 0,0 1 0,0 0 0,0 0 0,0 0 0,0 0 0,-1 0 0,1 1 0,-3-1 0,0 7-199,0 0-1,0 0 1,0 1-1,0 0 1,1 0-1,0 0 1,1 1-1,0-1 1,0 1-1,-3 13 1,-1 8 337,-5 52 1,-13 336-719,15-197-166,2-87-1151,-6 119-4261,15-84-5898,4-106-185</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9.215"/>
    </inkml:context>
    <inkml:brush xml:id="br0">
      <inkml:brushProperty name="width" value="0.035" units="cm"/>
      <inkml:brushProperty name="height" value="0.035" units="cm"/>
    </inkml:brush>
  </inkml:definitions>
  <inkml:trace contextRef="#ctx0" brushRef="#br0">43 270 9661,'-6'-7'348,"3"4"-143,1 0-1,-1 1 0,1-1 0,-1 0 0,1-1 0,0 1 0,0 0 0,1-1 0,-1 1 1,1-1-1,-1 1 0,1-1 0,0 0 0,0 1 0,0-7 0,-2-17 1528,2 22-1426,0 0-1,0 0 1,0 0 0,1 0 0,0 0 0,0 0 0,0 0 0,1 0 0,-1 0 0,1 0 0,1 0-1,-1 0 1,1 0 0,3-8 0,0 6-154,0 0 1,0 1-1,1-1 0,-1 1 1,1 1-1,1-1 0,-1 1 1,1 0-1,0 0 0,0 1 1,0 0-1,1 0 0,8-3 1,-3 3-3,0 1 1,0 0-1,0 1 0,0 0 1,1 1-1,-1 0 1,22 2-1,-6 3 2,0 1-1,0 1 0,0 1 0,-1 1 1,-1 2-1,52 26 0,-58-25-127,-1 1 0,0 0 0,-2 2-1,1 1 1,-2 0 0,0 1 0,0 1 0,-2 0-1,0 1 1,-1 1 0,-1 0 0,-1 1 0,0 0 0,-2 1-1,0 0 1,-1 1 0,-2 0 0,0 0 0,-1 1-1,-1 0 1,-2 0 0,0 0 0,-1 33 0,-3-15-166,-2-1 0,-2 0 0,-1 0 1,-3 0-1,-1-1 0,-28 71 0,33-99 73,-1-1 0,1-1 0,-2 1 0,-13 16 0,19-25-22,-1-2 80,1-1 0,0 1 0,0-1-1,0 0 1,0 1 0,1-1-1,-1 0 1,0 0 0,1 0 0,-1 0-1,1 0 1,0 0 0,0 1-1,0-1 1,0 0 0,0 0 0,0 0-1,0 0 1,1-4 0,12-36-18,14-24-14,3 1-1,3 2 1,77-112-1,-78 132 70,3 2-1,1 1 1,2 1 0,2 2-1,78-55 1,-94 75 69,1 1 1,27-12 0,-44 25-61,0-1 0,0 1-1,0 1 1,1-1 0,-1 1 0,0 1 0,1 0 0,0 0 0,-1 0-1,1 1 1,10 1 0,-15 0 4,-1 0 0,1 0 0,-1 0 0,1 1 0,-1-1 0,0 1 0,0 0 0,0-1 0,0 1 0,0 1 0,0-1 0,-1 0 0,1 1 0,-1-1 0,1 1 0,-1 0 0,0 0 0,0 0 0,0 0 0,-1 0 0,1 0 0,-1 1 0,1-1 0,-1 0 1,0 1-1,-1-1 0,1 1 0,0 3 0,1 12 183,0 0 1,-1 0-1,-4 37 1,2-46-182,-9 75 314,-26 106 0,3-31-973,24-106 197,-15 121-2085,22-151 1510,2-1 1,0 0-1,2 0 0,0 0 0,9 35 1,-8-48-344,0 0 1,1-1 0,8 17 0,21 24-7143</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9.511"/>
    </inkml:context>
    <inkml:brush xml:id="br0">
      <inkml:brushProperty name="width" value="0.035" units="cm"/>
      <inkml:brushProperty name="height" value="0.035" units="cm"/>
    </inkml:brush>
  </inkml:definitions>
  <inkml:trace contextRef="#ctx0" brushRef="#br0">62 0 12869,'-5'13'1467,"0"0"-1,-1-1 1,-13 20-1,16-26-1074,0 0 0,0 1 0,1 0 0,-1 0 0,2 0 0,-1 0 1,1 0-1,0 0 0,0 13 0,-1 2 108,-1 1-163,2 0 1,0 0-1,2 0 0,0 0 1,1 0-1,2 0 0,0-1 1,2 1-1,0-1 0,12 27 1,-12-36-297,0-1 0,0 1 0,1-2 0,1 1 1,0-1-1,0 0 0,1 0 0,1-1 0,0-1 0,0 0 0,1 0 1,0-1-1,0 0 0,1-1 0,0 0 0,1-1 0,-1 0 0,16 4 1,-10-5-55,0-1 0,0 0 0,0-2 0,1 0 0,-1-1 0,1-1 0,22-3 0,-29 2 10,-1-1 0,1 0 1,-1-1-1,0 0 0,0-1 0,0 0 0,-1-1 1,0 0-1,1-1 0,-2 0 0,1 0 0,13-13 1,-19 15-6,0 0 1,0-1-1,-1 0 1,0 0-1,0 0 1,0 0-1,0-1 1,-1 1-1,0-1 1,0 0-1,0 1 1,-1-1-1,0 0 1,0 0-1,-1 0 1,1 0-1,-1 0 1,0 0-1,-1 0 1,0 0-1,-2-10 1,-1 0-30,0 1 0,-1 1 1,-1-1-1,0 1 1,-1 0-1,-1 0 1,-10-14-1,3 7-94,-2 2 0,0 0 0,-1 0 1,-1 2-1,-1 0 0,-32-21 0,9 11-1536,0 3 1,-69-28-1,65 37-2994,42 14-539</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0.289"/>
    </inkml:context>
    <inkml:brush xml:id="br0">
      <inkml:brushProperty name="width" value="0.035" units="cm"/>
      <inkml:brushProperty name="height" value="0.035" units="cm"/>
    </inkml:brush>
  </inkml:definitions>
  <inkml:trace contextRef="#ctx0" brushRef="#br0">389 797 8369,'-24'-21'3507,"18"16"-2592,0-1 0,0 1 1,-1 0-1,-11-6 0,15 10-766,0-1-1,0 1 1,0 1 0,0-1-1,0 0 1,0 1 0,0-1-1,0 1 1,0 0 0,0 0-1,0 0 1,0 1-1,-1-1 1,1 1 0,0-1-1,-3 2 1,-6 3 44,1 0 0,-1 1 1,1 0-1,0 0 0,0 1 0,1 1 0,0 0 0,0 0 1,1 1-1,0 0 0,1 1 0,-1-1 0,2 2 0,-8 12 1,-5 12 15,1 1 0,2 1 1,-14 44-1,25-64-167,1 1 0,1-1 1,1 1-1,0-1 0,1 1 0,0 23 0,3-30-28,-1 0-1,1-1 1,1 1-1,0-1 1,0 1-1,1-1 1,1 0-1,-1 0 0,2 0 1,-1 0-1,10 14 1,-11-22-16,-1 1-1,1 0 1,-1-1 0,1 0 0,0 0 0,0 0 0,0 0-1,0 0 1,0-1 0,1 1 0,-1-1 0,0 0 0,1 0-1,-1 0 1,1 0 0,-1-1 0,1 1 0,-1-1 0,1 0-1,-1 0 1,1 0 0,-1-1 0,6 0 0,0-1-2,0 1 0,0-2 0,-1 1 0,1-2 0,-1 1 0,1-1 0,-1 0 0,9-6 0,1-4 2,0-2-1,-1 0 1,-1 0 0,0-2 0,-1 0 0,-1-1 0,-1 0 0,-1-1-1,0 0 1,-2-1 0,9-25 0,3-13 9,-3-1 0,22-119-1,-32 120 13,-3 0-1,-2-67 1,-15-117-73,8 209 54,0 1-1,-2-1 0,-11-38 0,16 71 4,0 0 1,-1 0-1,1 0 0,0-1 1,-1 1-1,1 0 0,-1 0 1,0 0-1,1 0 1,-1 0-1,0 0 0,1 0 1,-1 0-1,0 0 0,0 0 1,-2-1-1,3 2 0,-1 0 1,1 0-1,-1 0 1,1 0-1,-1 0 1,1 0-1,-1 0 1,1 0-1,-1 0 1,1 0-1,-1 0 1,1 1-1,-1-1 1,1 0 0,0 0-1,-1 0 1,1 1-1,-1-1 1,1 0-1,0 1 1,-1-1-1,1 0 1,-1 1-1,1-1 1,0 0-1,0 1 1,-1 0-1,-2 3 26,0 1 1,1 0-1,-1 0 1,1 0-1,0 0 0,-1 6 1,-8 36 185,-7 93 0,14-99-148,-1 42 37,3 0 1,4 1 0,22 144 0,-21-206-130,1-1 1,1 1-1,1-1 1,1 0-1,1-1 0,1 0 1,0 0-1,21 30 1,-24-41-13,0-1 1,1 0-1,0 0 1,1-1-1,-1 0 0,1 0 1,1-1-1,-1 0 1,1-1-1,0 0 1,1 0-1,-1-1 1,1 0-1,0 0 0,0-1 1,0 0-1,0-1 1,0-1-1,1 1 1,10-1-1,1-2-23,1-1 0,-1 0 1,-1-2-1,1-1 0,0 0 0,-1-2 0,0 0 0,-1-1 0,1-1 0,30-20 0,-21 10 1,-1-1-1,-2-1 1,0-1-1,-1-1 0,-1-2 1,22-28-1,-42 45 90,1 1 0,-2-1 0,1-1 0,-1 1-1,5-17 1,-8 23-15,-1 0 1,1 0-1,-1 0 0,1 0 0,-1 0 1,0 0-1,0 0 0,0-1 1,0 1-1,0 0 0,-1 0 0,1 0 1,-1 0-1,0-2 0,0 3-2,1 0 0,-1 0 0,0 0 0,0 0 0,0 0 0,0 0 0,0 1 0,0-1 0,0 0 0,0 1 0,0-1 0,0 0 0,0 1 0,0-1 0,0 1 0,-1 0 0,1-1 0,0 1 0,0 0 0,0 0 0,-1 0 0,1 0 0,0 0 0,0 0 0,-1 0 0,0 0 0,-10 2 64,1 1 1,0-1-1,-1 2 1,2 0-1,-1 0 1,0 1-1,1 0 1,0 1-1,0 0 0,0 0 1,1 1-1,-10 9 1,3-1 27,0 0 0,0 1 1,2 1-1,0 0 0,-18 31 1,27-40-72,1 1 0,-1 0 1,2 0-1,-1 0 1,1 0-1,1 1 0,0-1 1,0 1-1,1 0 0,-1 15 1,2-20-34,1 0 0,0 0 0,-1 1 0,2-1 0,-1 0 0,1 0 0,-1 0 0,1 0 0,1-1 0,-1 1 0,1 0 0,0-1 0,0 0 1,0 1-1,0-1 0,1-1 0,-1 1 0,1 0 0,0-1 0,1 0 0,5 4 0,3 0-69,-1-1 0,1 0 0,1-1-1,-1-1 1,1 0 0,-1-1 0,1 0 0,0-1 0,0-1 0,25 0 0,-2-3-178,-1-1 0,71-15 0,-73 10 171,0-2-1,-1-1 0,0-1 1,-1-2-1,0-1 1,-1-2-1,-1-1 0,-1-1 1,0-2-1,-2 0 1,0-2-1,27-31 0,-21 15 61,-2-2-1,-2-1 0,-1-1 0,-2-2 0,-2-1 0,-3 0 0,-1-2 0,-2 0 0,-3-1 1,14-72-1,-14 45 406,-4 0 1,-2-1 0,-3-104 0,-6 179-305,0 0 1,0-1 0,0 1 0,0 0 0,-1 0-1,1-1 1,-1 1 0,0 0 0,0 0 0,-1-4 0,1 6-51,1-1 1,0 1-1,-1 0 1,1-1-1,0 1 1,-1 0 0,1-1-1,-1 1 1,1 0-1,-1-1 1,1 1-1,0 0 1,-1 0-1,1 0 1,-1 0 0,1-1-1,-1 1 1,1 0-1,-1 0 1,1 0-1,-1 0 1,1 0 0,-1 0-1,1 0 1,-1 0-1,1 0 1,-1 0-1,0 1 1,-2 0 67,0 1-1,1-1 1,0 1-1,-1 0 1,1 0-1,0 0 1,0 0 0,0 0-1,0 1 1,0-1-1,1 1 1,-1-1 0,-1 5-1,-15 32 814,3 1 0,-18 71-1,7-22-142,-41 142 327,-1 15-967,56-202-761,1 1 0,3 1 0,1-1 0,3 1 0,1 47 0,3-93 624,-1 18-929,1-1-1,1 1 1,1-1-1,4 22 1,-3-30-342,0 0 0,0-1 1,1 1-1,0-1 0,0 0 0,6 8 1,23 28-10630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1.985"/>
    </inkml:context>
    <inkml:brush xml:id="br0">
      <inkml:brushProperty name="width" value="0.035" units="cm"/>
      <inkml:brushProperty name="height" value="0.035" units="cm"/>
    </inkml:brush>
  </inkml:definitions>
  <inkml:trace contextRef="#ctx0" brushRef="#br0">257 196 10953,'-8'-22'3395,"7"18"1004,-1 6-3564,-2 2-664,0 0 0,1 0 1,0 1-1,0-1 0,0 1 0,0 0 1,1 0-1,0-1 0,0 2 0,0-1 1,1 0-1,-1 0 0,1 1 1,1-1-1,-1 9 0,-107 467 3361,68-351-3241,-15 62 27,49-127-10,5-61-253,6-5-13,4-3-33,0 0 0,0-1 0,0 1 0,-1-2 1,1 1-1,-1-1 0,-1-1 0,1 1 0,-1-1 0,0 0 0,9-14 1,10-15 10,29-51 1,-43 66-16,259-528 616,-173 333 433,-90 198-887,0 0-1,2 1 1,0 0-1,0 1 1,23-26-1,-32 41-139,-1 0 0,1 1 0,0-1 0,-1 0 0,1 1 0,0-1 0,0 0 0,-1 1 0,1-1 0,0 1 1,0-1-1,0 1 0,0 0 0,0-1 0,0 1 0,0 0 0,0-1 0,0 1 0,0 0 0,0 0 0,0 0 0,0 0 0,0 0 0,0 0 0,1 1 0,0-1 6,-1 1 0,1 0 0,-1 0 0,0 0 0,1 0 1,-1 0-1,0 0 0,0 0 0,0 1 0,0-1 0,0 0 0,0 1 0,2 2 0,0 3 80,1 0 1,-1 1-1,-1-1 0,1 1 0,1 12 1,4 63 228,-3 0 1,-8 104-1,0-37-146,2-53-2371,5-1 0,23 144 0,-22-210 1506,2 0 0,1 0 1,2-1-1,1 0 0,1-1 0,1 0 0,2-1 1,0-1-1,2 0 0,1-1 0,1-1 0,24 24 1,0-12-5032,-1-11-3164</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2.158"/>
    </inkml:context>
    <inkml:brush xml:id="br0">
      <inkml:brushProperty name="width" value="0.035" units="cm"/>
      <inkml:brushProperty name="height" value="0.035" units="cm"/>
    </inkml:brush>
  </inkml:definitions>
  <inkml:trace contextRef="#ctx0" brushRef="#br0">8 506 11525,'-1'-1'121,"0"0"0,0 0 0,1 0 0,-1 0 0,0 0 0,1 0 0,-1-1 0,1 1 0,0 0 0,-1 0 0,1 0 0,0-1 0,0 1 0,0 0 0,0-1 0,0 1 0,0 0 0,0 0 0,0-1 0,0 1 0,1 0 0,-1 0 0,1 0 1,-1-1-1,0 1 0,1 0 0,0 0 0,-1 0 0,1 0 0,0 0 0,0 0 0,-1 0 0,1 0 0,0 0 0,0 0 0,1 0 0,5-4 235,0 1 0,0-1 1,0 2-1,14-6 0,-8 3 120,103-39 1211,218-54 0,-188 60-2158,420-121-6894,-403 101 1685,-95 29 546</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2.607"/>
    </inkml:context>
    <inkml:brush xml:id="br0">
      <inkml:brushProperty name="width" value="0.035" units="cm"/>
      <inkml:brushProperty name="height" value="0.035" units="cm"/>
    </inkml:brush>
  </inkml:definitions>
  <inkml:trace contextRef="#ctx0" brushRef="#br0">590 55 8229,'-10'-5'533,"0"1"1,0 0-1,-1 1 1,1 0-1,-1 1 1,0 0-1,-13 0 0,18 1-147,2 1 113,1-1 0,0-1 0,0 1 1,-1 0-1,1-1 0,0 1 0,0-1 1,-5-4-1,-6-3 822,11 8-1173,0 0 1,0 1-1,1-1 1,-1 1-1,0 0 0,1 0 1,-1 0-1,0 0 1,0 1-1,1-1 1,-1 1-1,0-1 1,1 1-1,-1 0 1,0 0-1,1 0 0,-1 0 1,-2 3-1,-46 33 724,40-28-618,-21 18-9,1 0 0,1 2 0,2 2 0,1 0 0,2 2 0,1 0 0,1 2 0,2 1-1,1 0 1,-25 70 0,41-95-247,1 0-1,0 1 1,1-1 0,0 0-1,1 1 1,0-1-1,1 1 1,0 0-1,1-1 1,0 1 0,4 13-1,-3-18-53,0-1 0,1 1-1,-1-1 1,1 0 0,1 0 0,-1 0-1,1 0 1,0 0 0,0-1 0,1 0 0,0 0-1,0 0 1,0 0 0,0-1 0,1 0-1,-1 0 1,1 0 0,0-1 0,1 0-1,7 3 1,8 1-312,0 0 1,0-2-1,0-1 0,1-1 1,0-1-1,0 0 0,38-4 0,12-5-1591,77-17 0,-102 14 1027,0-2 1,-1-2-1,77-34 1,-103 38 776,1-1 0,-1-1 0,-1-1 0,0 0 0,-1-2 0,-1 0-1,0-1 1,-1-1 0,24-30 0,-35 37 502,-1 0-1,1 0 1,-2 0 0,1-1-1,-2 1 1,1-1 0,-2 0-1,1-1 1,-1 1 0,-1 0-1,0-1 1,-1 1 0,0 0-1,-1-1 1,0 1 0,0 0-1,-1-1 1,-1 1 0,0 0-1,-1 1 1,-7-19 0,10 27 1842,-2 4-1673,-1 2-391,1 1 1,-1-1-1,1 1 1,0-1-1,1 1 1,-1 0-1,1 0 1,0 0-1,0 0 1,0 0-1,1 0 1,0 1-1,0-1 1,-1 11 0,2-11-107,-30 108 761,20-79-666,-12 63-1,20-86-285,1 1 0,1-1-1,0 1 1,0-1 0,1 1-1,1-1 1,-1 0 0,2 1-1,6 17 1,-8-25 42,1 0 1,0 0 0,1 0-1,-1 0 1,0-1-1,1 1 1,0-1 0,0 0-1,0 1 1,0-1-1,0-1 1,1 1-1,7 4 1,-4-3-128,0-1 0,0 0 0,1 0 0,-1-1 0,1 0 0,0 0 0,10 0 0,2-1-391,1-1 0,-1 0-1,1-2 1,-1 0 0,28-7-1,-19 0-599,0-1 0,-1-1 0,-1-1 0,1-2-1,-2 0 1,44-33 0,-28 16-2780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3.201"/>
    </inkml:context>
    <inkml:brush xml:id="br0">
      <inkml:brushProperty name="width" value="0.035" units="cm"/>
      <inkml:brushProperty name="height" value="0.035" units="cm"/>
    </inkml:brush>
  </inkml:definitions>
  <inkml:trace contextRef="#ctx0" brushRef="#br0">68 1 12421,'0'0'1928,"-2"1"-130,-1 0-1547,1 1 1,0-1 0,0 1-1,0-1 1,0 1-1,1-1 1,-1 1 0,0 0-1,1 0 1,-1 0 0,1 0-1,-1 0 1,1 0-1,0 1 1,0-1 0,0 0-1,0 1 1,1-1-1,-1 0 1,0 1 0,1-1-1,0 1 1,-1 2 0,1-4-229,-13 42 1628,9-32-1332,0-1 0,1 0 0,-2 17 0,2-8-78,2 0 1,0 0 0,1 0-1,1 0 1,1 0 0,1 0-1,0 0 1,10 30 0,-9-39-217,-1-1 0,1 0 0,1 0 0,-1-1 1,2 0-1,-1 1 0,1-2 0,0 1 0,1-1 0,0 0 1,0 0-1,0 0 0,1-1 0,0-1 0,0 1 1,1-1-1,0-1 0,13 6 0,-7-5-59,0-1 0,0 0 0,0-1 0,1-1 0,-1 0 0,1-1 0,0-1 0,-1 0 0,1-2 0,0 1 0,-1-2 0,0 0 0,1-1-1,-1 0 1,23-11 0,-26 10 99,-1-1 1,0 0-1,0-1 0,0 0 0,-1-1 0,0 0 0,0 0 0,-1-1 0,0-1 0,-1 1 1,0-1-1,0-1 0,-1 1 0,0-1 0,-1-1 0,-1 1 0,0-1 0,0 0 1,4-20-1,15-54 1548,-23 82-1147,-5 27-49,-4 3-345,3-13-210,1 0-1,1 0 1,0 1 0,-1 17-1,0 46-2083,-1 37-2932,7-39-4006,1-36-1743</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4.130"/>
    </inkml:context>
    <inkml:brush xml:id="br0">
      <inkml:brushProperty name="width" value="0.035" units="cm"/>
      <inkml:brushProperty name="height" value="0.035" units="cm"/>
    </inkml:brush>
  </inkml:definitions>
  <inkml:trace contextRef="#ctx0" brushRef="#br0">1 1 13201,'4'0'339,"-1"0"0,1 0 0,-1 0 0,1 1 0,0 0 0,-1 0 0,1 0 0,-1 0 0,0 1 0,1-1 0,-1 1 0,0 0 0,0 0 0,0 0 0,0 0-1,0 0 1,0 1 0,4 5 0,3 2 171,-1 1 1,-1 0-1,13 20 0,-15-21-434,0 0 1,-1 0-1,0 1 1,0-1-1,-1 1 1,-1 0-1,1 0 1,-2 0-1,0 1 1,0-1-1,-1 0 1,0 1-1,-1 0 1,-1-1-1,0 1 1,0-1-1,-1 0 1,0 1-1,-7 18 0,3-13-110,0 0-1,-1-1 1,-1 0-1,0 0 0,-2 0 1,1-1-1,-2-1 1,0 0-1,-1 0 0,0-1 1,-21 17-1,30-28 49,3-20 81,0 16-82,-1 0 0,1 0 0,0-1 0,0 1 0,1 0 0,-1-1-1,0 1 1,1 0 0,-1 0 0,1-1 0,0 1 0,0 0 0,0 0 0,0 0 0,0 0 0,0 0 0,3-3 0,23-32-239,1 0-1,2 2 1,61-55-1,-55 59-860,1 2-1,2 2 1,70-38-1,-70 45-174,-1 2 0,2 2 0,0 1-1,56-13 1,-74 23 856,-8 1 1211,-4 4 4522,-24 16-4682,-36 34-426,35-36-483,1-1 1,0 2 0,2-1-1,-18 26 1,24-29 4,-19 35-873,24-44 1075,0 1 0,0 0 0,0 0 0,0 0 0,1 0 0,-1 0 0,1 0 0,0 0 0,0 0 0,0 0 0,0 0 0,0 0 0,2 5 0,-2-6 73,1-1 1,0 1-1,0-1 1,-1 0-1,1 1 1,0-1-1,0 0 0,0 0 1,1 0-1,-1 0 1,0 0-1,0 0 1,1 0-1,-1 0 1,0 0-1,1 0 1,-1-1-1,1 1 1,-1-1-1,1 1 1,-1-1-1,1 1 1,-1-1-1,1 0 1,-1 0-1,1 0 0,-1 0 1,1 0-1,0 0 1,-1 0-1,1-1 1,2 0-1,7-1 229,-1-1 0,1 0 0,15-7-1,-21 7-130,133-62 4514,-136 65-4573,1-1-1,0 1 0,0-1 1,0 1-1,-1 0 0,1 0 1,0 0-1,0 1 1,-1-1-1,1 1 0,0-1 1,-1 1-1,1 0 0,0 0 1,-1 0-1,1 0 0,-1 1 1,1-1-1,-1 1 1,0-1-1,0 1 0,0 0 1,0 0-1,0 0 0,2 3 1,-3-5-51,0 1 0,-1-1 0,1 1 0,0-1 0,0 1 1,0-1-1,0 1 0,0-1 0,0 0 0,0 1 0,0-1 0,0 0 1,0 0-1,0 0 0,0 0 0,0 0 0,1 0 0,3 0-2,6 3-27,-1-2 1,1 1-1,0-2 0,0 1 0,-1-1 0,1-1 0,0 0 0,18-4 0,10-5-53,37-15 0,-38 13 60,32-15 280,-67 26-154,10 2-82,0 1 0,0 0 0,0 1 1,24 8-1,-19-5-16,-14-6-3,-1 0 0,0 1-1,0-1 1,0 0 0,0-1 0,0 1 0,0-1-1,0 1 1,0-1 0,0 0 0,0 0 0,0 0-1,-1-1 1,1 1 0,0 0 0,-1-1 0,5-3-1,6-3 77,-10 6 60,-1 0-1,1 0 1,-1 0 0,0-1 0,1 1-1,-2-1 1,1 0 0,0 0 0,3-5-1,-1 0 374,-1 4-308,1-2 2355,-6 14-721,0 0-2359,-6 26 830,2 0 1,2 0-1,0 50 0,-6 47 17,-11-5-518,-6-1-1,-50 143 1,50-195-567,-2-1 1,-3-2 0,-4-1 0,-83 121-1,60-116 302,52-66 398,-1 0 1,0-1 0,0 0 0,-1 0-1,0 0 1,-11 5 0,18-10 73,-1-1-1,1 0 1,0 1 0,-1-1-1,1 0 1,-1-1 0,0 1-1,1 0 1,-1-1 0,0 1-1,1-1 1,-1 0 0,0 0-1,1 0 1,-1 0 0,0-1-1,1 1 1,-1-1 0,0 1-1,1-1 1,-5-2-1,5 2 13,-1-1-1,1-1 0,0 1 0,0 0 0,0 0 0,0-1 0,0 1 0,0-1 0,0 0 0,1 0 0,0 1 0,-1-1 1,1 0-1,0 0 0,-1-5 0,0-8 73,-1 0 1,2 0 0,0 0-1,1 0 1,3-29-1,3 9-119,2 0 0,2 1 0,0 0 1,3 0-1,1 1 0,20-35 0,10-9-841,71-95 1,-74 119-176,3 2 0,1 2 0,65-55 1,-53 57-3350,74-46 1,-39 35-4616</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5.416"/>
    </inkml:context>
    <inkml:brush xml:id="br0">
      <inkml:brushProperty name="width" value="0.035" units="cm"/>
      <inkml:brushProperty name="height" value="0.035" units="cm"/>
    </inkml:brush>
  </inkml:definitions>
  <inkml:trace contextRef="#ctx0" brushRef="#br0">83 1 12493,'4'17'2120,"-1"0"-267,-13 0-105,1 0 4,6 3-236,3-3-208,-7 6-236,4 3-196,-3 5-176,-7 18-244,7-12-44,-4 0-508,-6 52-2876,13-63 920,0 2-372,3-8-3169,3 3-4592</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5.586"/>
    </inkml:context>
    <inkml:brush xml:id="br0">
      <inkml:brushProperty name="width" value="0.035" units="cm"/>
      <inkml:brushProperty name="height" value="0.035" units="cm"/>
    </inkml:brush>
  </inkml:definitions>
  <inkml:trace contextRef="#ctx0" brushRef="#br0">1 32 11393,'19'-8'1752,"-13"-4"-312,4 1 1357,6 14-3317,6 5-589,0 6-267,10 12-592,-10-6-1656,0 6-2177</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5.820"/>
    </inkml:context>
    <inkml:brush xml:id="br0">
      <inkml:brushProperty name="width" value="0.035" units="cm"/>
      <inkml:brushProperty name="height" value="0.035" units="cm"/>
    </inkml:brush>
  </inkml:definitions>
  <inkml:trace contextRef="#ctx0" brushRef="#br0">99 98 11253,'1'0'135,"0"-1"0,-1 0 0,1 1 1,0-1-1,-1 0 0,1 0 0,-1 1 0,1-1 0,-1 0 0,1 0 1,-1 0-1,1 0 0,-1 0 0,0 0 0,0 0 0,1 0 0,-1 0 1,0 0-1,0 0 0,0 0 0,0 0 0,0 0 0,0 0 1,-1 0-1,1 0 0,0 0 0,0 0 0,-1 0 0,1 0 0,0 0 1,-1 1-1,1-1 0,-1 0 0,1 0 0,-1 0 0,0 0 0,1 1 1,-1-1-1,-1-1 0,-11-18 2376,-10-19 3946,21 37-5378,6 2-150,8 0-697,-1 0 1,0 1 0,1 1 0,-1 0 0,0 0 0,0 1 0,0 0 0,-1 1 0,1 0 0,-1 1 0,11 6 0,16 11 182,55 40 0,-76-49-352,0 0 1,-1 1-1,0 0 0,-1 2 0,-1-1 0,-1 2 0,13 19 1,-21-29-88,0 0 1,0 0 0,-1 1 0,0-1 0,0 1 0,0 0 0,-1 0-1,-1 0 1,1 0 0,-1 0 0,-1 0 0,1 0 0,-1 0 0,-1 0-1,1 0 1,-1 1 0,-1-1 0,0 0 0,0-1 0,-5 13 0,-1-5-169,-1 0 0,0 0 0,-1-1 0,-1-1 1,0 0-1,0 0 0,-2-1 0,1-1 0,-2 0 1,-27 18-1,19-16-547,0-1 0,-2-1 0,1-1 0,-1-1 0,0-1 0,-44 9 1,56-15-261,-1-1 0,1 0 0,-22 0 0,3-6-6193,12-2-2634</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6.077"/>
    </inkml:context>
    <inkml:brush xml:id="br0">
      <inkml:brushProperty name="width" value="0.035" units="cm"/>
      <inkml:brushProperty name="height" value="0.035" units="cm"/>
    </inkml:brush>
  </inkml:definitions>
  <inkml:trace contextRef="#ctx0" brushRef="#br0">248 1 13353,'-21'1'1881,"17"11"764,3-9-2347,1-1 0,-1 1 0,1-1 0,-1 1 0,0-1 0,0 0 0,0 1 0,-2 3 0,-12 12 1301,-9 15 757,-8 33 152,-40 123 0,54-130-4133,4 1 0,-11 92 0,22-132 728,-5 66-3476,6-29-2168,2-11-3321</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6.592"/>
    </inkml:context>
    <inkml:brush xml:id="br0">
      <inkml:brushProperty name="width" value="0.035" units="cm"/>
      <inkml:brushProperty name="height" value="0.035" units="cm"/>
    </inkml:brush>
  </inkml:definitions>
  <inkml:trace contextRef="#ctx0" brushRef="#br0">39 135 11773,'-3'-1'2225,"-32"-4"3166,35 26-2191,3 62-179,-4-53-2334,3 1 1,0-1-1,11 53 1,-10-74-672,-1 0 1,1 0 0,1-1 0,0 1-1,0-1 1,1 0 0,0 0 0,0-1-1,1 1 1,-1-1 0,2 0 0,-1-1 0,1 1-1,0-1 1,0-1 0,15 9 0,-9-6-148,1-2-1,-1 0 1,1 0 0,1-1 0,-1-1 0,0-1 0,19 3 0,-24-5-5,1 0-1,0-1 1,0 0-1,0-1 1,-1 0-1,1 0 1,0-1 0,-1 0-1,1-1 1,-1 0-1,0-1 1,9-4-1,-15 6 92,0 1 0,0-1-1,-1 0 1,1 0 0,-1 0 0,1 0-1,-1 0 1,0 0 0,0-1-1,0 1 1,0-1 0,0 0 0,0 0-1,-1 1 1,1-1 0,-1 0-1,0 0 1,0 0 0,1-6 0,-2 3-5,1 1 1,-1-1 0,0 0-1,-1 0 1,1 0 0,-1 1 0,-1-1-1,1 0 1,-1 1 0,-2-8 0,-3-1-26,0 0 0,0 1 0,-1-1 0,-1 1 1,0 1-1,-1 0 0,-18-17 0,-97-94-320,124 116 364,2 2 28,1 1 1,0 0-1,0 0 0,0 0 0,0 1 0,1-1 0,0 0 1,-1 1-1,1 0 0,0-1 0,1 1 0,-1 1 1,1-1-1,-1 0 0,1 1 0,0-1 0,0 1 0,0 0 1,0 1-1,0-1 0,6-1 0,13-3-10,-1 0-1,46-3 1,-67 9 12,21-3-3,0 1-1,0 1 1,0 2-1,38 4 0,-53-4 6,-1 0 0,1 1 0,-1-1 0,0 1 0,1 1 0,-1-1 0,0 1 0,0 0 0,0 1 0,-1-1 0,1 1 0,-1 0 0,0 0 0,0 1 0,-1 0 0,1 0 0,-1 0 0,0 0 0,7 12 0,-6-4 11,-1 0 0,0 0 0,-1 1 0,-1 0-1,0 0 1,0 16 0,-1-15-8,0 1 0,1 0 0,1-1 0,1 1 0,5 14 0,-7-25 2,0-1 0,0 0-1,1 0 1,0 0-1,-1 0 1,1 0-1,1 0 1,-1 0-1,0-1 1,1 0 0,0 0-1,0 0 1,0 0-1,0-1 1,0 1-1,0-1 1,1 0-1,-1 0 1,1-1 0,8 3-1,6-1 83,1-1 1,-1-1-1,1 0 0,-1-1 0,1-2 0,0 0 1,-1 0-1,0-2 0,0-1 0,0 0 1,0-1-1,-1-1 0,0-1 0,0-1 0,27-18 1,-41 24 4,0 0 1,0 0-1,-1 0 1,0 0-1,1-1 1,-1 0-1,-1 0 1,1 0-1,0 0 1,-1 0-1,0 0 1,0 0 0,0-1-1,-1 1 1,1-1-1,-1 0 1,0 1-1,0-1 1,-1 0-1,1 0 1,-1 1-1,0-1 1,-1 0-1,1 0 1,-1 1-1,0-1 1,-2-8 0,-7-22 133,9 28-347,-1 0-1,0 0 1,0 0 0,-1 0-1,-5-11 1,-55-69-3973,14 20-5817,33 40-107</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7.349"/>
    </inkml:context>
    <inkml:brush xml:id="br0">
      <inkml:brushProperty name="width" value="0.035" units="cm"/>
      <inkml:brushProperty name="height" value="0.035" units="cm"/>
    </inkml:brush>
  </inkml:definitions>
  <inkml:trace contextRef="#ctx0" brushRef="#br0">836 122 8969,'-3'-7'503,"-1"0"1,0 0 0,0 0-1,-1 1 1,0 0 0,0-1-1,0 2 1,-1-1 0,0 1-1,0 0 1,0 0 0,-1 0-1,0 1 1,0 0 0,0 1-1,-11-5 1,12 6-284,-10-3 272,0 0-1,-1 1 1,1 1-1,-33-2 1,45 5-451,0 0 1,0 0 0,0 1 0,0 0 0,0-1 0,0 1 0,1 1 0,-1-1-1,0 0 1,0 1 0,1 0 0,-1 0 0,1 0 0,-1 0 0,1 1 0,0-1-1,0 1 1,0 0 0,0 0 0,1 0 0,-1 0 0,1 0 0,0 1 0,0-1-1,-3 6 1,-82 191 1696,-20 60 2,36-80-992,-7-9-273,-26 62-64,86-185-301,2 0-1,-19 99 1,32-129-60,1 0 0,1 0 0,0 0 0,2 0 0,0 0 0,1 0 0,6 26 0,-5-34-12,0 0 1,0 0 0,1-1-1,1 1 1,0-1-1,0 0 1,1 0 0,0-1-1,0 1 1,1-2 0,0 1-1,0-1 1,1 0 0,11 9-1,4-2 39,0 0-1,1-2 0,1-1 1,0 0-1,0-2 1,1-1-1,35 6 0,193 17 282,-215-28-324,344 12 151,-199-11-2186,-130-8-1287,-50 4 984,0-10-4259,-2 6 4264,4-8-7167</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7.583"/>
    </inkml:context>
    <inkml:brush xml:id="br0">
      <inkml:brushProperty name="width" value="0.035" units="cm"/>
      <inkml:brushProperty name="height" value="0.035" units="cm"/>
    </inkml:brush>
  </inkml:definitions>
  <inkml:trace contextRef="#ctx0" brushRef="#br0">87 18 10253,'-9'-9'-299,"-3"0"9819,5 16-4096,3 5-4680,-8 40 429,2 2 0,-4 72 0,12-102-1083,-12 216-4082,12-193 1997,2-31 268,0-1 1,3 21-1,-2-31 542,0 0 1,0-1-1,0 1 0,1 0 1,-1-1-1,5 9 1,3 0-5624</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7.799"/>
    </inkml:context>
    <inkml:brush xml:id="br0">
      <inkml:brushProperty name="width" value="0.035" units="cm"/>
      <inkml:brushProperty name="height" value="0.035" units="cm"/>
    </inkml:brush>
  </inkml:definitions>
  <inkml:trace contextRef="#ctx0" brushRef="#br0">42 217 8589,'-1'0'156,"0"1"1,-1 0 0,1-1-1,-1 1 1,0-1-1,1 0 1,-1 0 0,1 1-1,-1-1 1,1 0-1,-1 0 1,0 0 0,1-1-1,-1 1 1,1 0-1,-1-1 1,1 1 0,-1 0-1,1-1 1,-1 0-1,1 1 1,-2-2 0,-3-1 422,34-15 2456,174-35 220,-132 38-2299,85-31 1,43-22 963,-145 57-961,-52 11-923,0 0 0,0 1 0,0-1 0,0 0 0,0 1 0,0 0 0,0-1 1,0 1-1,0-1 0,0 1 0,0 0 0,-1 0 0,1 0 0,0-1 0,0 1 1,-1 0-1,1 0 0,0 0 0,-1 0 0,1 1 0,1 1 75,0 1-36,1 1-1,0-1 1,-1 1 0,0 0-1,0 0 1,-1 0-1,1 0 1,-1 0 0,0 1-1,0-1 1,-1 0 0,0 9-1,-1 9 57,-6 37 0,4-36-322,-16 76-1076,8-45-1539,2 3-6436,6-30-221</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7.970"/>
    </inkml:context>
    <inkml:brush xml:id="br0">
      <inkml:brushProperty name="width" value="0.035" units="cm"/>
      <inkml:brushProperty name="height" value="0.035" units="cm"/>
    </inkml:brush>
  </inkml:definitions>
  <inkml:trace contextRef="#ctx0" brushRef="#br0">19 27 13101,'-19'-26'4673,"19"46"-3701,3-3-300,4-6-144,-1 4-484,7-1-460,12 12-532,-3-12-508,0 3-377,-9-8-367,13 5-1612,12 6-2529</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8.079"/>
    </inkml:context>
    <inkml:brush xml:id="br0">
      <inkml:brushProperty name="width" value="0.035" units="cm"/>
      <inkml:brushProperty name="height" value="0.035" units="cm"/>
    </inkml:brush>
  </inkml:definitions>
  <inkml:trace contextRef="#ctx0" brushRef="#br0">33 207 6825,'-10'-52'1236,"-3"29"-216,4 3-280,15-2-464,0-1-580,1-6-1136,-1 3-976,7 15-537</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8.535"/>
    </inkml:context>
    <inkml:brush xml:id="br0">
      <inkml:brushProperty name="width" value="0.035" units="cm"/>
      <inkml:brushProperty name="height" value="0.035" units="cm"/>
    </inkml:brush>
  </inkml:definitions>
  <inkml:trace contextRef="#ctx0" brushRef="#br0">298 22 7409,'8'-18'3653,"-8"18"-3445,0-1 1,0 1-1,0 0 1,0 0-1,0-1 1,-1 1 0,1 0-1,0 0 1,0 0-1,0 0 1,-1-1-1,1 1 1,0 0-1,0 0 1,-1 0 0,1 0-1,0 0 1,0 0-1,-1 0 1,1 0-1,0 0 1,-1 0-1,1 0 1,0 0 0,0 0-1,-1 0 1,1 0-1,0 0 1,0 0-1,-1 0 1,1 0-1,0 0 1,0 0 0,-1 0-1,1 0 1,0 0-1,-1 1 1,-21 9 7364,7 0-8001,-10 9 1091,2 1 1,0 1-1,1 1 1,1 1-1,1 1 1,2 1-1,0 0 1,1 1-1,-19 44 1,29-53-1859,1-1 0,-5 31-1,6-20-3019,1 1 0,1 39 0,5-47-9337</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8.672"/>
    </inkml:context>
    <inkml:brush xml:id="br0">
      <inkml:brushProperty name="width" value="0.035" units="cm"/>
      <inkml:brushProperty name="height" value="0.035" units="cm"/>
    </inkml:brush>
  </inkml:definitions>
  <inkml:trace contextRef="#ctx0" brushRef="#br0">16 0 11653,'-16'9'2716,"29"2"-1960,3 4-712,-3-1-800,9 12-532,7-3-2520,5 2-2525</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9.296"/>
    </inkml:context>
    <inkml:brush xml:id="br0">
      <inkml:brushProperty name="width" value="0.035" units="cm"/>
      <inkml:brushProperty name="height" value="0.035" units="cm"/>
    </inkml:brush>
  </inkml:definitions>
  <inkml:trace contextRef="#ctx0" brushRef="#br0">345 89 11325,'-20'0'924,"-1"1"0,0 2 0,1 0 0,-1 1 0,1 0 1,0 2-1,-36 16 0,37-12-420,1 1-1,0 1 1,-27 24 0,41-33-447,0 1 0,0 1 0,0-1 0,0 0 0,1 1 0,0 0 1,0 0-1,0 0 0,1 0 0,0 0 0,-1 1 0,2-1 0,-1 1 0,1-1 0,0 1 0,0-1 0,0 1 1,1 0-1,0 7 0,5 22 60,-5-33-110,1 0 1,0 0-1,-1 0 0,1 0 1,0 0-1,0-1 0,0 1 1,0 0-1,0-1 0,0 1 1,1 0-1,-1-1 0,1 1 1,-1-1-1,1 0 0,-1 0 1,1 1-1,2 0 0,30 12 40,-25-11-29,-1-1-2,1 1-1,0-1 1,0-1 0,0 0 0,0 0-1,0 0 1,14-2 0,-6 0 47,-7 1 275,1-1-1,-1 0 0,1-1 1,-1-1-1,0 1 0,0-1 1,0-1-1,0 0 0,0 0 1,-1-1-1,0-1 0,0 1 1,0-1-1,-1-1 0,16-14 1,-23 19 654,-12 19-336,-134 214-79,112-173-1378,4 2-1,-26 70 1,36-82 142,13-35 313,0 1-1,1 0 1,1 0 0,0 0-1,0 0 1,-2 30-1,6-42 326,0-1-1,0 1 1,0-1-1,0 1 1,0-1-1,0 1 1,0-1-1,1 1 1,-1-1-1,1 1 1,-1-1 0,1 1-1,-1-1 1,1 1-1,0-1 1,0 0-1,-1 0 1,1 1-1,0-1 1,0 0-1,0 0 1,1 0-1,-1 0 1,0 0-1,0 0 1,1 0-1,-1 0 1,0-1-1,1 1 1,-1 0-1,1-1 1,-1 1 0,0-1-1,1 0 1,-1 1-1,1-1 1,0 0-1,-1 0 1,1 0-1,-1 0 1,1 0-1,1-1 1,7 0-35,0-1 1,0 0 0,0-1-1,19-8 1,-27 10 52,26-12-10,-1-2 1,-1-1-1,0-1 1,-1-1-1,23-22 1,-22 19 21,42-39 54,-2-2 0,67-82 0,103-154 655,-154 190 11,-26 33 82,43-52 697,-97 124-1255,0 22 137,-2-11-359,0 0 0,-1 0 0,0 0 0,-1 0 0,1 0 0,-5 10 0,-4 19 72,2 1-34,-3 5-198,3 1 1,2 1-1,-2 71 0,8-110 68,0 0-1,1 0 0,0 0 1,0 0-1,1 0 0,-1-1 1,1 1-1,0 0 1,1-1-1,-1 0 0,6 8 1,-6-11 39,0 1 1,0-1-1,1 1 1,-1-1-1,1 0 1,0 0-1,-1 0 1,1 0-1,0 0 1,0-1-1,0 0 1,1 1 0,-1-1-1,0 0 1,0 0-1,1-1 1,-1 1-1,0-1 1,1 0-1,-1 0 1,1 0-1,3 0 1,10-2 32,-1-1 0,0 0 0,0-1 0,0-1 0,0 0 0,19-10 0,90-55 1040,-94 51-385,0 1 0,0 1 1,2 2-1,40-13 0,-67 26-587,0 0 0,0 1-1,0 0 1,1 0 0,-1 1-1,0 0 1,1 0 0,-1 0-1,0 1 1,1 0-1,-1 0 1,0 0 0,7 3-1,-10-2-53,0-1 0,-1 1-1,1 0 1,-1-1 0,1 1 0,-1 0-1,0 1 1,1-1 0,-1 0-1,0 1 1,0-1 0,-1 1 0,1-1-1,-1 1 1,1 0 0,-1 0-1,0 0 1,0 0 0,0 0 0,0 0-1,-1 0 1,1 0 0,-1 0-1,0 0 1,0 0 0,0 0 0,0 1-1,-1 3 1,-5 54-1765,-4 48-5707,9-96 6214,1-1 0,1 0 1,0 0-1,1 0 1,0 0-1,4 14 0,12 7-10734</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0.155"/>
    </inkml:context>
    <inkml:brush xml:id="br0">
      <inkml:brushProperty name="width" value="0.035" units="cm"/>
      <inkml:brushProperty name="height" value="0.035" units="cm"/>
    </inkml:brush>
  </inkml:definitions>
  <inkml:trace contextRef="#ctx0" brushRef="#br0">14 41 9609,'13'-33'2497,"-10"26"3615,-5 9-4281,-2 3-1352,1 1 1,-1 0-1,2 0 1,-1 0-1,0 0 1,1 1 0,0-1-1,1 0 1,-1 1-1,1 0 1,1-1-1,-1 1 1,1 8 0,1 16 688,8 49 1,-5-48-415,16 124 4,26 315 1397,-32-287-2155,-12-174 0,0-1 0,0 1 0,1-1 0,0 1 0,1-1 0,0 0 0,1 0 0,0-1 0,0 1 0,7 7 0,-11-14 0,1 0 0,0 0 0,0 0 0,0 0 0,0 0 0,0 0 0,0-1 0,1 1 0,-1-1 0,1 1 0,-1-1 0,1 0 0,-1 0 0,1 0 0,-1-1 0,1 1 0,0-1 0,0 1 0,-1-1 0,1 0 0,0 0 0,-1 0 0,5-1 0,-5 1 0,5-1 0,0 0 0,0-1 0,0 0 0,-1 0 0,1 0 0,-1-1 0,1 0 0,-1-1 0,0 1 0,0-1 0,0 0 0,7-8 0,8-7 0,32-38 0,8-22-506,99-171-1,-51 71-434,98-123-4262,-134 205 880,3 2-3475,-31 42-2707</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0.449"/>
    </inkml:context>
    <inkml:brush xml:id="br0">
      <inkml:brushProperty name="width" value="0.035" units="cm"/>
      <inkml:brushProperty name="height" value="0.035" units="cm"/>
    </inkml:brush>
  </inkml:definitions>
  <inkml:trace contextRef="#ctx0" brushRef="#br0">658 0 11145,'-97'22'4217,"62"-15"-2894,0 1-1,-55 21 1,32-3-408,-85 51 1,111-57-736,1 2 0,1 1 0,-51 51 0,78-72-170,1 1 1,0 0-1,-1-1 0,1 1 1,0 0-1,1 0 1,-1 0-1,0 1 1,1-1-1,0 0 0,0 1 1,0-1-1,0 0 1,0 1-1,0 6 1,1-9-6,0 0 1,1 0 0,-1 0-1,0 0 1,0 0 0,1 1-1,-1-1 1,1 0 0,-1 0 0,1-1-1,-1 1 1,1 0 0,0 0-1,-1 0 1,1 0 0,0 0-1,0-1 1,-1 1 0,1 0-1,1 0 1,1 0 6,-1 0 0,0 0 0,1 0 0,-1 0 0,1-1 0,-1 1 0,0-1 0,1 0 0,-1 0 0,1 0 0,-1 0 0,5 0 0,20-5 481,0-1 0,-1-2-1,1 0 1,-1-2-1,27-14 1,12-3 2124,-64 26-2584,0 0-1,0 1 1,-1-1 0,1 1-1,0 0 1,0-1-1,0 1 1,0 0 0,0-1-1,0 1 1,0 0 0,0 0-1,0 0 1,0 0 0,0 0-1,1 0 1,-1 0 0,0 0-1,0 1 1,0-1 0,0 0-1,0 0 1,0 1 0,-1-1-1,1 1 1,0-1 0,0 1-1,0-1 1,0 1 0,0 0-1,-1-1 1,1 1 0,0 0-1,0 0 1,-1-1-1,1 2 1,1 2-42,-1 0-1,0 1 1,0-1 0,0 0-1,-1 1 1,0-1 0,0 6-1,2 16-513,4 5-624,-3-14 362,0-1 1,9 24 0,6-5-3311,-15-31 2747,1 1-1,-1-1 1,1 0 0,0 0-1,6 4 1,28 19-8489</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0.838"/>
    </inkml:context>
    <inkml:brush xml:id="br0">
      <inkml:brushProperty name="width" value="0.035" units="cm"/>
      <inkml:brushProperty name="height" value="0.035" units="cm"/>
    </inkml:brush>
  </inkml:definitions>
  <inkml:trace contextRef="#ctx0" brushRef="#br0">1 15 9765,'5'-15'2593,"2"18"1122,10 30-364,-16-32-3471,14 31 838,-1-3-331,-1 1 0,-1 1 0,-1-1 0,8 42 0,-16-57-353,0 0 0,-1 1 0,-1-1-1,0 1 1,-1 0 0,-1 0 0,0-1 0,-1 1 0,-1-1 0,0 0 0,-7 20 0,-35 50 51,43-81 45,0-6-34,0 2-76,1-1 0,0 0 0,-1 0 0,1 0 0,0 1-1,0-1 1,0-1 0,0 1 0,0 0 0,0 0 0,0 0-1,0-1 1,-1-1 0,2 1-11,0 0 0,0 1 0,0-1 0,0 0 0,1 0 0,-1 1 0,1-1 0,-1 0 1,1 1-1,0-1 0,0 0 0,-1 1 0,1-1 0,2-1 0,14-24 81,1 2 0,1 0 0,33-34 0,78-62-1,-121 112-112,24-20-498,1 2 0,1 2-1,2 1 1,0 1 0,1 2-1,1 2 1,76-25-1,-110 42 358,1 0 0,-1 1 0,1-1 0,-1 1 0,1 1 0,-1-1 0,1 1 0,0 0 0,-1 0 0,1 1 0,-1 0 0,1 0 0,-1 0 0,1 0 0,-1 1 0,1 0 0,9 5 0,-15-6 175,1 0 0,-1-1 0,1 1 1,0 0-1,-1 0 0,0-1 1,1 1-1,-1 0 0,1 0 1,-1 0-1,0 0 0,0 0 0,1 0 1,-1 0-1,0 0 0,0-1 1,0 1-1,0 0 0,-1 2 1,1 0 55,2 12 397,-2 0 1,0 0-1,0 0 1,-2 0-1,-3 15 1,2-12-48,1 1 0,0 30 0,4-23-1319,8 41 0,6-6-7949,-9-41 1767</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0.962"/>
    </inkml:context>
    <inkml:brush xml:id="br0">
      <inkml:brushProperty name="width" value="0.035" units="cm"/>
      <inkml:brushProperty name="height" value="0.035" units="cm"/>
    </inkml:brush>
  </inkml:definitions>
  <inkml:trace contextRef="#ctx0" brushRef="#br0">0 32 9813,'0'0'1824,"7"-18"-1812,2 4-376,4 20-516,0 2-2220,9 7-1221</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1.242"/>
    </inkml:context>
    <inkml:brush xml:id="br0">
      <inkml:brushProperty name="width" value="0.035" units="cm"/>
      <inkml:brushProperty name="height" value="0.035" units="cm"/>
    </inkml:brush>
  </inkml:definitions>
  <inkml:trace contextRef="#ctx0" brushRef="#br0">349 13 8777,'-13'-8'4216,"12"7"-3988,-1 0 0,0 0 1,0 1-1,0-1 0,0 1 0,0 0 0,0-1 0,0 1 0,0 0 0,0 0 0,0 0 1,0 1-1,0-1 0,0 0 0,0 1 0,0-1 0,0 1 0,0 0 0,0 0 0,-2 1 1,-49 26 1815,35-17-1456,-14 9-231,2 2 0,0 1 1,2 1-1,-46 51 0,67-68-379,-13 21-37,21-28 60,0 1-1,0 0 1,0-1-1,0 1 0,0-1 1,0 1-1,0-1 1,0 1-1,0-1 1,1 0-1,-1 0 0,0 0 1,2 1-1,-3-1 4,7 1 50,0 0 0,0-1 0,0 0 0,0 0 0,0 0 0,0-1 0,0 0-1,0 0 1,13-5 0,-3 0 843,-1 0 0,30-18-1,-3-4 1081,-41 27-1623,-1 4-358,3 7-386,-2-7 171,-1-1 0,0 1 1,1 0-1,-1 0 0,-1 0 1,1 0-1,0 0 1,-1 0-1,1 0 0,-1 3 1,0 0-855,0 0-1,0 0 1,0 0 0,1 0 0,0 0 0,2 7 0,-1-2-2760,4 12-6730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1.568"/>
    </inkml:context>
    <inkml:brush xml:id="br0">
      <inkml:brushProperty name="width" value="0.035" units="cm"/>
      <inkml:brushProperty name="height" value="0.035" units="cm"/>
    </inkml:brush>
  </inkml:definitions>
  <inkml:trace contextRef="#ctx0" brushRef="#br0">4 12 9441,'0'0'223,"0"-1"1,0 1-1,0-1 1,1 0 0,-1 1-1,0-1 1,0 1-1,1-1 1,-1 1-1,0-1 1,1 1-1,-1-1 1,1 1-1,-1-1 1,1 1-1,-1-1 1,1 1-1,-1 0 1,1-1 0,-1 1-1,1 0 1,-1 0-1,1-1 1,0 1-1,-1 0 1,1 0-1,0 0 1,-1 0-1,1 0 1,-1 0-1,2 0 1,7 17 8495,-1 1-10275,-6-12 1634,1 1 0,-1 0-1,-1 0 1,1 0 0,-1 0 0,-1 0 0,1 0 0,-1 0 0,0 1 0,-1-1 0,-2 12-1,-2 9 48,-14 42 0,10-53-102,8-15-16,-1 0 0,1 1 0,0 0 0,0-1 0,0 1 0,0-1 0,0 1 0,-1 5 0,27-15 60,-11 0 160,-1-1 1,0 0-1,0-1 1,0 0 0,18-18-1,-17 14 338,0 1 1,1 1-1,30-18 0,-39 26-411,0 0-1,0 1 1,0-1 0,0 1 0,0 1-1,1-1 1,-1 1 0,1 0 0,-1 0-1,1 1 1,-1 0 0,8 0-1,-10 1-125,-1 0-1,0 0 0,1 0 0,-1 1 0,0-1 0,0 1 0,0 0 0,0-1 0,0 1 0,0 1 0,0-1 0,-1 0 1,1 1-1,-1-1 0,0 1 0,0 0 0,0 0 0,0 0 0,0 0 0,0 0 0,-1 0 0,1 0 0,-1 0 0,1 5 1,3 8-314,-1 0 1,0 1 0,-2-1 0,0 1 0,0 0 0,-3 30 0,-6 25-3471,-6 0-4803,10-54 5520,-1 4-8023</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1.975"/>
    </inkml:context>
    <inkml:brush xml:id="br0">
      <inkml:brushProperty name="width" value="0.035" units="cm"/>
      <inkml:brushProperty name="height" value="0.035" units="cm"/>
    </inkml:brush>
  </inkml:definitions>
  <inkml:trace contextRef="#ctx0" brushRef="#br0">136 1 11577,'0'0'1963,"0"2"-134,-1-1-1731,1 2 276,-1 1 0,1-1 0,-1 0 0,0 1 0,-1-1 1,1 0-1,-1 0 0,1 0 0,-1 0 0,0 0 1,0 0-1,0 0 0,0-1 0,-4 4 0,-5 7 202,0 0-1,1 1 0,1 1 1,0 0-1,1 0 0,0 0 1,2 1-1,-1 0 1,-6 30-1,7-21-433,2 0 0,0 0 0,2 1 0,1-1 0,0 1 0,4 25 0,-2-43-173,0-1 0,1 1-1,0 0 1,0-1 0,0 1-1,1-1 1,0 0 0,1 0-1,0 0 1,0 0 0,0 0-1,1-1 1,-1 0 0,12 11-1,-8-11-63,0 1 0,1-2-1,0 1 1,0-1 0,0 0-1,0-1 1,1 0 0,0 0 0,0-1-1,13 2 1,-4-2-8,0-1 0,1 0 1,-1-2-1,0 0 0,1-1 1,-1-1-1,0-1 0,0 0 0,0-2 1,0 0-1,30-14 0,-32 10 76,-1 0 1,0-1-1,-1-1 0,0-1 0,0 0 0,-1-1 0,-1-1 1,0 0-1,-1-1 0,-1 0 0,0 0 0,-1-1 0,-1-1 0,12-28 1,-20 44 27,-1-1 1,1 1 0,-1-1 0,0 0 0,1 1 0,-1-1 0,0 0 0,0 1-1,0-1 1,0 0 0,0 1 0,0-1 0,-1 0 0,0-2 0,1 3 5,-2-7 22,0 0-1,-1 1 1,1-1 0,-6-9 0,7 15-17,0 0 1,0 0-1,0 0 0,0 0 0,-1 1 1,1-1-1,-1 0 0,1 1 1,-1-1-1,1 1 0,-1-1 0,0 1 1,0 0-1,0-1 0,1 1 0,-1 0 1,0 0-1,-1 1 0,1-1 0,0 0 1,0 1-1,0-1 0,0 1 0,0 0 1,-1 0-1,-3 0 0,-1 1 43,0 1-1,0 0 0,-1 0 1,1 1-1,1 0 0,-1 0 0,0 0 1,1 1-1,0 0 0,0 1 1,0-1-1,0 1 0,1 0 1,-1 0-1,1 1 0,-5 7 1,8-9-31,-1 0 0,0 0 0,1 0 1,-1 0-1,1 1 0,0 0 0,1-1 1,-1 1-1,1 0 0,0-1 0,0 1 1,1 0-1,-1 0 0,1 0 1,0 0-1,0 0 0,1 0 0,-1 0 1,1-1-1,0 1 0,1 0 0,-1 0 1,1-1-1,0 1 0,4 7 0,-1-5-175,0 1 0,1-1 0,0 0 0,1-1 0,0 1 0,0-1 0,0-1 0,0 1 0,1-1 0,0 0 0,0-1 0,0 0 0,1 0 0,-1-1 0,19 4 0,8 1-2290,0-3 0,66 3 0,-50-5-1820,28 5-5493</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2.506"/>
    </inkml:context>
    <inkml:brush xml:id="br0">
      <inkml:brushProperty name="width" value="0.035" units="cm"/>
      <inkml:brushProperty name="height" value="0.035" units="cm"/>
    </inkml:brush>
  </inkml:definitions>
  <inkml:trace contextRef="#ctx0" brushRef="#br0">699 233 8689,'5'-7'769,"1"0"0,0 0 0,1 1 0,-1 0 1,1 0-1,0 0 0,8-4 0,-9 6-100,0-1 0,0 0-1,0 0 1,6-8 0,-6 6-40,1 0 0,-1 1 0,13-9 0,1 1 169,6-4 501,0 1 0,40-20-1,-55 33-1061,0 0 1,-1 0-1,1 1 0,1 0 0,-1 1 0,0 0 0,1 1 0,-1 0 0,0 1 0,20 1 1,-18 1-134,0 0 1,-1 1 0,1 0 0,-1 1-1,20 9 1,-26-10-69,0 0-1,-1 0 1,1 1-1,-1 0 1,0 0 0,0 0-1,-1 1 1,1-1-1,-1 1 1,0 0-1,0 0 1,0 1 0,-1-1-1,4 8 1,-3-1-2,0 0 0,0 1 0,-1 0 0,-1-1 0,0 1 0,-1 0 0,0 0 0,-1 0 0,0 0 0,-5 24 0,-3 7 36,-27 77-1,18-64-40,-12 42 27,-29 179 0,31 140-10,6-61 6,16-313-46,-2 0-1,-1 0 1,-3-1-1,-1 0 1,-3-1-1,-1 0 0,-2-2 1,-2 0-1,-1-1 1,-2-1-1,-2-1 1,-57 65-1,31-49 44,-85 67 0,-68 33 239,193-144-266,-41 27-10,-2-2 1,-58 28-1,12-20-3413,94-40 2870,0-1 0,0 0-1,0 0 1,0 0 0,0-1 0,0 0 0,0 0 0,-7-1 0,-27-9-8495,24 1-1218</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2.676"/>
    </inkml:context>
    <inkml:brush xml:id="br0">
      <inkml:brushProperty name="width" value="0.035" units="cm"/>
      <inkml:brushProperty name="height" value="0.035" units="cm"/>
    </inkml:brush>
  </inkml:definitions>
  <inkml:trace contextRef="#ctx0" brushRef="#br0">58 26 14165,'-29'-14'6185,"16"5"-5249,-3 6-104</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8.263"/>
    </inkml:context>
    <inkml:brush xml:id="br0">
      <inkml:brushProperty name="width" value="0.035" units="cm"/>
      <inkml:brushProperty name="height" value="0.035" units="cm"/>
    </inkml:brush>
  </inkml:definitions>
  <inkml:trace contextRef="#ctx0" brushRef="#br0">358 1 14253,'0'0'6248,"-1"4"-4361,-25 159 5030,18-73-6396,-60 429 2420,-24-157-3019,42-180-360,-26 192-1,67-312-498,-3 23-4127,-3 145 0,21-162-1684,8-7-4267</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8.462"/>
    </inkml:context>
    <inkml:brush xml:id="br0">
      <inkml:brushProperty name="width" value="0.035" units="cm"/>
      <inkml:brushProperty name="height" value="0.035" units="cm"/>
    </inkml:brush>
  </inkml:definitions>
  <inkml:trace contextRef="#ctx0" brushRef="#br0">29 1 13137,'-29'0'2032,"33"14"-299,2 6-177,3-6-412,-2 3-212,12 3-200,25 12-132,4-4-288,15-2-364,20 0-464,9 0-448,13-1-468,6-2-320,10 0-221,12-9-419,10-5-1412,9-3-2505</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8.603"/>
    </inkml:context>
    <inkml:brush xml:id="br0">
      <inkml:brushProperty name="width" value="0.035" units="cm"/>
      <inkml:brushProperty name="height" value="0.035" units="cm"/>
    </inkml:brush>
  </inkml:definitions>
  <inkml:trace contextRef="#ctx0" brushRef="#br0">1579 0 13093,'-73'12'2016,"25"-12"-79,-19 5 219,1 7-104,-17-1-136,-9 6-224,-9 3-376,-11 6-216,-2 6-223,-3 8-165,2 8-196,14 4-508,6 2-976,2 3-537,5-6-1027,2-2-1400,16 2-2137,13 7-5332</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9.100"/>
    </inkml:context>
    <inkml:brush xml:id="br0">
      <inkml:brushProperty name="width" value="0.035" units="cm"/>
      <inkml:brushProperty name="height" value="0.035" units="cm"/>
    </inkml:brush>
  </inkml:definitions>
  <inkml:trace contextRef="#ctx0" brushRef="#br0">400 0 17534,'-51'52'3092,"48"-12"-116,-10 14-220,-6 0-431,-3 6-337,0 12-360,-3 8-1160,-7 14-468,-6 3 0,3 9 0,0 0 0,0-1 0,10 4-356,2-9-2248,4-12-701,16 4 77,16-9-3624,3-12-6586</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9.482"/>
    </inkml:context>
    <inkml:brush xml:id="br0">
      <inkml:brushProperty name="width" value="0.035" units="cm"/>
      <inkml:brushProperty name="height" value="0.035" units="cm"/>
    </inkml:brush>
  </inkml:definitions>
  <inkml:trace contextRef="#ctx0" brushRef="#br0">0 259 16073,'29'-34'1138,"-4"4"1094,41-38 1,-49 54-1144,0 0 1,1 1-1,1 1 0,0 1 0,1 1 1,24-10-1,-26 13-679,1 1 0,0 1 0,0 0 0,0 1 0,1 2 0,0 0 1,20 0-1,-23 3-400,0 1 1,-1 0-1,1 1 1,0 1-1,-1 0 1,0 1-1,0 1 1,0 0-1,-1 1 1,0 1-1,0 1 1,-1 0-1,0 1 1,-1 0-1,0 1 1,0 0-1,-1 1 1,19 25-1,-17-17-11,-1 0 0,-1 0 0,-1 1 0,0 1 0,-2 0 0,0 0 0,-2 1 0,-1 0-1,0 0 1,-2 1 0,0-1 0,-1 45 0,-4-25-190,-3-1 0,-1 0 1,-2 0-1,-24 76 0,11-59-210,-2-2 0,-53 95 0,58-121 129,-1 0-1,-2-1 1,-1-1 0,-1-1-1,-33 32 1,54-60 262,0 0 1,1 0-1,-1 0 1,0 0-1,0 0 1,1 0-1,-1 0 1,0 0-1,0 0 1,1 0-1,-1 0 0,0 0 1,0-1-1,1 1 1,-1 0-1,0 0 1,1-1-1,-1 1 1,0-1-1,1 1 0,-1-1 1,0 1-1,1-1 1,-1 1-1,1-1 1,-1 1-1,0-2 1,0 1 5,0 0 1,1 0 0,-1-1-1,0 1 1,1 0-1,-1-1 1,0 1 0,1 0-1,0-1 1,-1 1 0,1-1-1,0 1 1,0-1 0,0 1-1,-1-1 1,2 1 0,-1-1-1,0 1 1,0-2 0,11-32-12,-8 28 13,26-64 6,3 1-1,3 1 0,52-76 0,-24 55 356,121-135-1,-141 181-71,1 1 0,3 2 0,101-68 0,-131 99-128,0 1 0,0 0-1,1 2 1,1 0-1,-1 1 1,1 0-1,0 2 1,0 0-1,38-1 1,-53 4-140,1 2 0,-1-1 0,1 0 0,-1 1 0,1 0-1,-1 0 1,1 0 0,-1 0 0,0 1 0,1 0 0,-1 0 0,0 0 0,0 0 0,0 1 0,-1 0 0,1 0 0,-1 0-1,1 0 1,-1 0 0,0 0 0,0 1 0,0 0 0,-1-1 0,1 1 0,-1 0 0,0 0 0,0 1 0,0-1 0,1 8-1,2 5 1,-2 0-1,0 1 1,-1-1-1,0 1 1,-3 32-1,-2-9-2,-1 0-1,-3-1 1,-21 73 0,-54 117-115,40-118-144,-76 230-6557,108-308 4562,-8 43 0,11-3-4084,11 5-5584</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9.859"/>
    </inkml:context>
    <inkml:brush xml:id="br0">
      <inkml:brushProperty name="width" value="0.035" units="cm"/>
      <inkml:brushProperty name="height" value="0.035" units="cm"/>
    </inkml:brush>
  </inkml:definitions>
  <inkml:trace contextRef="#ctx0" brushRef="#br0">99 116 13893,'0'0'9036,"-2"2"-7781,-7 9-752,1 1 0,0-1 0,1 2 0,0-1 0,1 1 0,0 0 0,1 1 0,-6 21 0,4 5-145,1 0-1,-2 44 1,6-55-214,-5 126 337,7-130-430,1 0 1,1 0-1,1 0 0,8 30 0,-8-47-48,-1-1-1,1 1 0,0-1 0,1 1 1,0-1-1,0 0 0,0-1 0,1 1 0,0-1 1,0 0-1,1 0 0,0 0 0,0-1 0,9 6 1,-7-6-27,1 0 0,-1-1 0,1 0 1,1 0-1,-1-1 0,0-1 1,1 0-1,-1 0 0,1 0 1,0-1-1,14-1 0,-1-1-22,0-1 0,0 0 0,0-2 0,-1-1-1,1-1 1,40-17 0,-46 16 36,-1 0 0,0-2 0,0 0 0,-1 0 0,-1-2 0,0 0 0,0-1 0,-1 0 0,17-20 0,-24 24 7,0 0 0,-1-1 1,0 0-1,-1 0 0,1 0 1,-2 0-1,1-1 0,-2 1 1,1-1-1,-1 0 0,1-15 1,-2 9 2,-1 0-1,-1 0 1,-1 0 0,0 1 0,0-1 0,-9-24 0,-2 3-37,-2 2 1,-1 0 0,-2 0 0,-1 2 0,-27-35 0,28 43-298,-2 0 1,0 2-1,-2 0 1,-31-25-1,41 38-190,-1 0-1,0 1 1,-1 1-1,0 0 1,0 1-1,0 1 1,-1 0-1,0 1 1,0 0 0,-20-2-1,28 5-312,-20 1-881,9 9-4980,3 8-3369</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0.621"/>
    </inkml:context>
    <inkml:brush xml:id="br0">
      <inkml:brushProperty name="width" value="0.035" units="cm"/>
      <inkml:brushProperty name="height" value="0.035" units="cm"/>
    </inkml:brush>
  </inkml:definitions>
  <inkml:trace contextRef="#ctx0" brushRef="#br0">268 1091 12093,'-21'-60'7035,"20"59"-6770,-1-1 0,1 1 0,-1 0 0,1 0 0,-1 1 0,1-1 0,-1 0 0,1 1 0,-1-1 0,0 0 0,0 1 0,1 0 0,-1-1 0,0 1 0,0 0 0,1 0 0,-1 0 0,-3 1 0,-1 0-70,-1 0-1,1 1 1,-1 0 0,1 0-1,0 1 1,0 0 0,0 0 0,0 0-1,0 1 1,1 0 0,0 0-1,0 0 1,0 0 0,0 1-1,0 0 1,1 0 0,0 0 0,-4 8-1,-8 11 239,2 2 0,-20 47 0,25-54-299,2 1 1,1 0 0,0 0 0,-4 34 0,9-45-104,0 1 0,1 0 1,0 0-1,0 0 0,1 0 0,0-1 1,1 1-1,0 0 0,1-1 1,0 1-1,7 13 0,-9-21-32,1 1 0,-1-1 0,1 0-1,0 0 1,0 0 0,0 0 0,0 0 0,0 0 0,0-1-1,0 1 1,1-1 0,-1 1 0,1-1 0,-1 0 0,1 0 0,-1 0-1,1 0 1,0 0 0,0-1 0,-1 1 0,1-1 0,0 0-1,0 0 1,0 0 0,-1 0 0,1 0 0,5-2 0,0 1-14,-1-1-1,1 0 1,-1 0 0,0-1 0,1 0 0,-1 0 0,0-1 0,11-7 0,-5 0 14,-1-1 0,1 0 1,-2-1-1,0 0 0,-1 0 0,0-1 0,-1-1 0,0 0 1,-1 0-1,-1 0 0,6-18 0,6-27 3,20-105 0,-24 93 4,32-167-66,17-264 1,-64 498 54,1 1 0,-1-1 0,0 0 1,0 1-1,-1-1 0,1 1 0,-1-1 0,0 0 1,0 1-1,0 0 0,-4-8 0,4 11 5,1 1-1,0 0 0,0-1 1,-1 1-1,1 0 1,0-1-1,-1 1 0,1 0 1,0-1-1,-1 1 1,1 0-1,0 0 0,-1-1 1,1 1-1,-1 0 1,1 0-1,0 0 1,-1 0-1,1 0 0,-1 0 1,1-1-1,0 1 1,-1 0-1,1 0 0,-1 0 1,1 0-1,-1 1 1,1-1-1,-1 0 0,1 0 1,0 0-1,-1 0 1,1 0-1,-1 0 1,1 1-1,-1-1 0,-1 2 0,0 0 0,0 0 0,0 0 0,1 0 1,-1 0-1,0 0 0,1 1 0,0-1 0,-1 0 0,0 4 0,-9 23-12,0 1 0,3-1 0,-6 34 0,6-27 37,-93 579 128,95-572-250,2 1-1,2-1 1,3 1-1,6 57 0,-5-90 22,0 1-1,1-1 1,0 0-1,0 0 1,1 0-1,1 0 0,0-1 1,0 0-1,1 0 1,1 0-1,-1 0 1,2-1-1,-1 0 0,1-1 1,0 0-1,1 0 1,0-1-1,0 0 1,1 0-1,0-1 0,14 6 1,-8-4-22,2-2-1,-1 0 1,0-1 0,1-1 0,0 0-1,0-2 1,0 0 0,29 0 0,-21-4 15,0-1-1,-1 0 1,0-2 0,0-1 0,36-14-1,-12 0-61,-1-3-1,-1-2 0,-1-2 0,-2-2 0,55-46 0,-66 47 84,0-1 0,-2-2 0,38-49 0,-57 65 140,0-1-1,-2 0 1,0-1-1,-1 0 1,0-1 0,-2 0-1,0 0 1,-1 0-1,0-1 1,2-20-1,-8 36-27,0-1-1,0 1 1,0 0-1,0-1 0,-1 1 1,1-1-1,-1 1 1,0 0-1,0-1 0,0 1 1,0 0-1,-1 0 0,0 0 1,1 0-1,-1 0 1,0 0-1,0 0 0,0 1 1,-1-1-1,1 1 1,-1-1-1,1 1 0,-1 0 1,-3-2-1,3 2-14,1 1-1,0 0 1,-1 0-1,1 0 1,-1 0-1,1 0 1,-1 0-1,1 1 1,-1-1-1,1 1 1,-1 0-1,0 0 1,1 0-1,-1 0 1,0 0-1,1 1 1,-1-1-1,1 1 1,-1-1-1,1 1 1,-1 0-1,1 0 1,-1 0-1,1 0 1,0 1-1,0-1 1,-1 1-1,1-1 1,0 1-1,-3 3 1,-1 3-4,1 0 1,0 1 0,0-1 0,1 1-1,0 0 1,0 0 0,1 1 0,0-1 0,0 1-1,2 0 1,-1-1 0,1 1 0,0 0-1,1 17 1,0-19-43,1 1-1,-1 0 0,1-1 1,1 1-1,0 0 1,0-1-1,0 1 0,1-1 1,1 0-1,-1 0 1,1 0-1,0-1 0,1 1 1,0-1-1,0 0 0,1 0 1,7 6-1,-5-6-92,0-1-1,1 0 1,-1-1-1,2 0 1,-1-1-1,0 0 0,1 0 1,0-1-1,0 0 1,0 0-1,0-1 1,0-1-1,0 0 1,14 0-1,-9-2 4,-1-1 0,1 0 0,-1-1 0,1 0 0,-1-1-1,0-1 1,-1 0 0,1-1 0,20-12 0,-15 6 89,0-1-1,-1 0 1,0-1 0,-1-1-1,-1-1 1,0 0 0,-2-2-1,23-30 1,-20 20 167,-2 0-1,-1-1 1,0 0 0,-3-1-1,13-46 1,-9 0 243,-2-1 0,-4-1 1,-3 0-1,-6-95 0,0 131-226,1 10 34,-2 0-1,-1 0 1,-1 0 0,-2 0 0,-10-38 0,14 68-157,0-1 1,1 0-1,-1 1 1,0-1 0,-1 1-1,1-1 1,0 1-1,-1 0 1,0 0 0,1-1-1,-4-2 1,3 5-22,1-1 1,0 1 0,0 0-1,-1 0 1,1 0 0,0 0 0,0 0-1,0 0 1,-1 0 0,1 1-1,0-1 1,0 0 0,0 1 0,-1-1-1,1 0 1,0 1 0,0 0-1,0-1 1,0 1 0,0 0 0,0-1-1,0 1 1,0 0 0,0 0-1,0 0 1,1 0 0,-2 2 0,-8 7 77,2 0 0,-1 1 0,1 0 1,1 1-1,0-1 0,1 1 1,-10 25-1,-26 101 274,37-119-356,-20 78-484,4 0 0,-12 145-1,29 21-5246,22-91-4657,3-78-1932</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0.873"/>
    </inkml:context>
    <inkml:brush xml:id="br0">
      <inkml:brushProperty name="width" value="0.035" units="cm"/>
      <inkml:brushProperty name="height" value="0.035" units="cm"/>
    </inkml:brush>
  </inkml:definitions>
  <inkml:trace contextRef="#ctx0" brushRef="#br0">150 29 14289,'25'-29'3093,"-44"35"-449,0 0-240,13 8 196,-1 0-255,-5 15-325,-8 17-340,5-6-292,-1 6-1084,-3 8-304,3 3 0,0 0 0,10 3 0,2-3-2112,4-2-816,0-33-825,7 18-3295,9 23-6894</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1.012"/>
    </inkml:context>
    <inkml:brush xml:id="br0">
      <inkml:brushProperty name="width" value="0.035" units="cm"/>
      <inkml:brushProperty name="height" value="0.035" units="cm"/>
    </inkml:brush>
  </inkml:definitions>
  <inkml:trace contextRef="#ctx0" brushRef="#br0">0 226 10213,'19'-123'1964,"-16"86"-404,4 23-544,2-6-44,1 0-315,9 14-1346,0 1-379,0 16-436,13 20-2308,-7 4-2513</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1.217"/>
    </inkml:context>
    <inkml:brush xml:id="br0">
      <inkml:brushProperty name="width" value="0.035" units="cm"/>
      <inkml:brushProperty name="height" value="0.035" units="cm"/>
    </inkml:brush>
  </inkml:definitions>
  <inkml:trace contextRef="#ctx0" brushRef="#br0">0 314 11221,'14'-14'472,"-1"0"406,0-1 0,-1-1 1,16-25-1,62-87 6849,-85 121-7301,0 0-1,0 0 0,1 1 0,-1 0 1,1 0-1,1 0 0,-1 1 0,1 0 1,0 0-1,0 1 0,1 0 0,-1 0 1,1 0-1,0 1 0,14-4 0,-20 7-361,1 0-1,-1 0 0,0 0 1,1 0-1,-1 1 0,0-1 0,0 1 1,1-1-1,-1 1 0,0 0 1,0 0-1,0 0 0,0 0 1,0 0-1,0 0 0,0 1 0,0-1 1,0 1-1,0-1 0,-1 1 1,1 0-1,-1 0 0,1-1 1,-1 1-1,0 0 0,1 0 0,-1 1 1,1 2-1,2 3 52,-1 0-1,0 0 1,-1 0-1,0 1 1,0-1-1,2 16 1,-4 4-45,-1-1 1,-1 1-1,-1-1 1,-1 0-1,-2 0 0,0-1 1,-13 33-1,-88 176-1093,62-144-1177,1-12-1901,23-44 144,2-1-3597,11-15-3565</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1.809"/>
    </inkml:context>
    <inkml:brush xml:id="br0">
      <inkml:brushProperty name="width" value="0.035" units="cm"/>
      <inkml:brushProperty name="height" value="0.035" units="cm"/>
    </inkml:brush>
  </inkml:definitions>
  <inkml:trace contextRef="#ctx0" brushRef="#br0">49 29 15453,'-1'-1'604,"-1"0"-1,1 0 1,0 0-1,0 0 1,-1 0-1,1 0 1,0 0-1,0 0 1,0-1-1,0 1 1,0 0-1,0-2 1,-5-9 6095,4 29-5432,-5 38-605,-2-6-415,3 2 0,3-1 1,3 86-1,2-121-282,0-1 1,0 1-1,2 0 0,0-1 1,0 0-1,1 0 1,1 0-1,0 0 0,1-1 1,1 0-1,0-1 1,1 0-1,0 0 0,0 0 1,1-1-1,1-1 1,15 12-1,-13-13-85,1 0 1,0-1-1,1 0 1,0-1-1,0-1 1,1-1-1,-1 0 1,1-1-1,0 0 1,0-2-1,1 0 1,-1 0-1,0-2 1,1 0-1,-1-1 0,0 0 1,23-6-1,-10 1 118,0-2-1,-1 0 0,-1-2 1,0-1-1,0-2 0,-1 0 1,0-2-1,45-34 0,-31 14 445,-3-1 0,-1-2-1,-1-2 1,-3-1-1,37-60 1,-77 112-442,-1 2 0,0-1 0,1 1 0,-10 20 0,7-7-63,0 1 0,2 0 0,1 1 0,1-1 0,-6 53 0,12-51-2279,1-1 0,5 44 0,-3-57-89,1 0-1,1 0 0,8 21 1,10 12-10222</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2.277"/>
    </inkml:context>
    <inkml:brush xml:id="br0">
      <inkml:brushProperty name="width" value="0.035" units="cm"/>
      <inkml:brushProperty name="height" value="0.035" units="cm"/>
    </inkml:brush>
  </inkml:definitions>
  <inkml:trace contextRef="#ctx0" brushRef="#br0">133 182 14017,'16'13'4301,"-27"-15"198,6 0-4032,0 0-1,-1 1 0,1 0 1,-1 0-1,-7 0 1,-50 11 2602,59-9-2521,1 0 35,-22 2 1049,22-4-716,18-4-513,-4 3-403,-1 0 0,0 1 0,1 0 0,-1 1 0,1 0 0,0 0 0,-1 1 0,1 1 0,-1 0 0,0 0 0,0 1 0,0 0 0,0 0 0,0 2 0,0-1 0,-1 1 0,0 0 0,0 1 0,0 0 0,-1 1 0,0-1 0,12 15 0,-10-11 0,0 1 0,-1 1 0,-1 0 0,0 0 0,-1 0 0,0 1 0,0 0 0,-2 1 0,0-1 0,0 1 0,-1 0 0,-1 1 0,0-1 0,-1 0 0,0 29 0,-5-15 0,-2-1 0,-1 0 0,-1 0 0,-19 48 0,13-37 0,4-18 0,4-14 0,4-10 0,3-9 0,5-7 0,1-1 0,0 2 0,2-1 0,0 1 0,24-32 0,77-86 0,-78 98 0,24-28 0,2 2 0,4 3 0,132-101 0,-184 155 0,0 1 0,1 0 0,0 1 0,0 0 0,0 1 0,18-5 0,-27 9 0,0 1 0,0-1 0,0 0 0,0 1 0,0 0 0,0-1 0,0 1 0,1 0 0,-1 1 0,0-1 0,0 1 0,0-1 0,0 1 0,0 0 0,0 0 0,0 0 0,0 0 0,0 1 0,-1-1 0,1 1 0,0 0 0,-1 0 0,0 0 0,1 0 0,-1 0 0,0 0 0,0 1 0,0-1 0,0 1 0,0-1 0,-1 1 0,3 4 0,0 4 0,0 1 0,-1-1 0,0 1 0,-1 0 0,-1 0 0,1-1 0,-2 1 0,-1 23 0,-17 100 0,12-106 0,0 10-743,1 1 0,1-1 0,3 1 0,4 47-1,-2-71 285,1-1 0,1 1 0,1 0 0,0-1 0,1 1-1,0-1 1,1 0 0,1-1 0,1 0 0,0 0-1,0 0 1,2-1 0,13 15 0,18 12-6968,6 0-4785</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2.679"/>
    </inkml:context>
    <inkml:brush xml:id="br0">
      <inkml:brushProperty name="width" value="0.035" units="cm"/>
      <inkml:brushProperty name="height" value="0.035" units="cm"/>
    </inkml:brush>
  </inkml:definitions>
  <inkml:trace contextRef="#ctx0" brushRef="#br0">511 864 13453,'-3'-4'381,"0"0"0,0 1-1,0-1 1,1 0 0,-1 0-1,-1-5 1,-6-19 5473,10 28-5753,-2-3 153,1 0 1,0 0-1,-1 0 1,0 1-1,0-1 1,0 1-1,0-1 0,0 1 1,0 0-1,-1 0 1,1 0-1,-1 0 1,1 0-1,-1 0 1,0 1-1,0-1 1,0 1-1,0 0 1,0 0-1,0 0 1,0 0-1,0 1 1,0-1-1,0 1 1,0 0-1,0 0 1,-1 0-1,-4 0 0,-3 1-59,0 0-1,1 1 1,-1 0-1,1 1 1,-1 0-1,1 0 1,-17 9-1,4 2-68,0 1-1,1 1 1,1 1 0,1 1-1,0 1 1,1 0 0,1 2-1,1 0 1,1 1-1,1 1 1,1 0 0,1 1-1,-10 25 1,16-32-153,0 1 0,2-1-1,0 1 1,1 0 0,1 1 0,-1 18-1,4-29 10,-1-1 0,2 1-1,-1-1 1,1 1-1,0-1 1,0 1 0,1-1-1,0 1 1,1-1-1,-1 0 1,1 0-1,0 0 1,1-1 0,0 1-1,0-1 1,1 0-1,5 7 1,-8-12-13,0 1-1,1 0 1,-1-1-1,1 0 1,-1 1 0,1-1-1,0 0 1,-1 0 0,1 0-1,0-1 1,0 1 0,0-1-1,-1 0 1,1 1-1,3-1 1,37-5-130,-32 2 129,-1 0 0,1-1 0,-1-1 0,0 0 0,0 0 0,-1-1 0,1 0 0,-1 0 0,8-8 0,9-10-46,34-39 1,-29 24 53,-2 0 1,-2-2-1,-1-2 0,-3 0 1,22-54-1,71-237-66,-26-3 212,-27 93 261,-58 231-218,-1 14 105,0 24 78,-4-22-354,1 45 144,-2 1 0,-2-1 0,-10 51 0,3-26-80,-3 36-107,-15 192-934,28-297 881,3 199-3341,11-103-713,-8-73-452,17 45 0,2-17-7226</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2.973"/>
    </inkml:context>
    <inkml:brush xml:id="br0">
      <inkml:brushProperty name="width" value="0.035" units="cm"/>
      <inkml:brushProperty name="height" value="0.035" units="cm"/>
    </inkml:brush>
  </inkml:definitions>
  <inkml:trace contextRef="#ctx0" brushRef="#br0">256 133 13757,'0'0'153,"-1"0"-1,1 0 0,-1-1 0,0 1 1,1 0-1,-1 0 0,0 0 0,1 0 1,-1 0-1,1 0 0,-1 0 1,0 0-1,1 0 0,-1 0 0,1 1 1,-1-1-1,0 0 0,1 0 0,-1 0 1,1 1-1,-1-1 0,1 0 1,-1 1-1,1-1 0,-1 0 0,0 1 1,2 14 4796,1-7-4842,0-6 145,-1 0 0,1 0 0,0 0-1,0 0 1,0 0 0,1-1 0,-1 1-1,0-1 1,0 1 0,1-1-1,-1 0 1,1 0 0,-1 0 0,1 0-1,4 0 1,7 3 95,1-1 1,0-1-1,0-1 0,1 0 0,-1-1 1,0 0-1,16-3 0,-21 1-243,1 1 0,-1-1 1,0-1-1,0 0 0,0-1 0,0 0 0,-1 0 1,1-1-1,-1 0 0,0-1 0,10-8 0,-17 13-92,0-1 0,0 0 0,0 1 0,0-1-1,-1 0 1,1 0 0,-1 0 0,1 0 0,-1 0-1,0 0 1,0-1 0,0 1 0,0 0 0,0-1-1,0 1 1,-1 0 0,1-1 0,-1 1 0,1-1-1,-1 1 1,0-1 0,0 1 0,0-1 0,-1 1-1,1-1 1,0 1 0,-1-1 0,0 1 0,0-1-1,1 1 1,-1 0 0,-1 0 0,1-1 0,0 1-1,0 0 1,-1 0 0,-3-3 0,1 0-1,-1 0-1,0 1 1,0 0 0,0 0 0,-1 0 0,1 1-1,-1 0 1,0 0 0,0 0 0,0 1 0,0-1-1,0 2 1,-12-3 0,6 3 11,0 0 1,0 1-1,0 0 1,0 1 0,1 1-1,-1 0 1,0 0-1,1 1 1,-15 6-1,9-2 45,0 1 1,1 1-1,0 0 0,0 1 0,-21 18 0,15-8 3,1 0 0,0 2 0,2 0-1,1 1 1,1 1 0,0 0-1,-17 38 1,26-46-68,1 0-1,1 1 1,0 0 0,2 1-1,-1-1 1,2 1 0,1 0-1,0 0 1,1 25 0,1-34-6,1 0 0,0 0 0,1 0 0,0 0 0,0-1 0,1 1 0,0-1 0,0 1 0,1-1 0,0 0 0,1 0 0,0-1 0,0 0 0,0 1 0,1-2 0,0 1 0,1-1 0,-1 0 0,1 0 0,14 9 0,-2-5-460,2 0 0,-1-1 1,1-1-1,1-1 0,-1 0 1,1-2-1,0-1 1,44 3-1,15-4-4751,90-9 0,-130 4 2521,91-6-9725</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3.300"/>
    </inkml:context>
    <inkml:brush xml:id="br0">
      <inkml:brushProperty name="width" value="0.035" units="cm"/>
      <inkml:brushProperty name="height" value="0.035" units="cm"/>
    </inkml:brush>
  </inkml:definitions>
  <inkml:trace contextRef="#ctx0" brushRef="#br0">0 306 12753,'1'-1'366,"-1"0"-1,1 0 1,0 0 0,-1 0-1,1 0 1,0 0 0,0 1-1,-1-1 1,1 0 0,0 0-1,0 0 1,0 1 0,0-1-1,0 1 1,0-1-1,0 1 1,0-1 0,0 1-1,0-1 1,2 1 0,-1 0-103,0 0 0,0 0-1,-1 0 1,1 0 0,0 1 0,-1-1 0,1 0 0,0 1 0,-1 0 0,1-1 0,0 1 0,2 1 0,4 4 145,0 1 1,0-1 0,14 16 0,-14-13 317,24 22-454,-2 1-1,-1 2 1,-1 1-1,-3 1 0,0 1 1,23 50-1,-41-71-417,0 0 0,-1 0 0,-1 0 0,-1 0-1,0 1 1,-1 0 0,0 0 0,-2 0-1,0 0 1,-1 0 0,-1 0 0,0 0 0,-1 0-1,-1 0 1,-1 0 0,0-1 0,-1 0-1,-1 1 1,-8 16 0,9-23 136,0-1 0,0 1 0,-1-1 0,-1 0 0,1-1 0,-1 0 0,-1 0 0,0 0-1,0-1 1,0 0 0,-1 0 0,-14 8 0,20-14 101,0 0-1,0-1 0,0 1 1,0 0-1,0-1 0,0 1 1,0-1-1,0 0 0,-1 0 0,1-1 1,0 1-1,0 0 0,0-1 1,0 0-1,0 0 0,0 0 1,0 0-1,0 0 0,1-1 1,-1 1-1,0-1 0,1 0 1,-1 1-1,1-1 0,-4-4 1,5 5-20,0 0 0,0-1 1,0 1-1,0 0 1,0-1-1,0 1 1,0-1-1,1 0 1,-1 1-1,1-1 1,-1 0-1,1 1 1,-1-1-1,1 0 1,0 1-1,0-1 0,0 0 1,0 0-1,0 1 1,0-1-1,1 0 1,0-2-1,0-8 263,2-7 20,0 0-1,1 1 1,0-1 0,2 1-1,0-1 1,16-29 0,66-103 528,-78 135-878,66-98-1493,159-182-1,-118 171-3656,6 4-4522,-68 70-2299</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3.614"/>
    </inkml:context>
    <inkml:brush xml:id="br0">
      <inkml:brushProperty name="width" value="0.035" units="cm"/>
      <inkml:brushProperty name="height" value="0.035" units="cm"/>
    </inkml:brush>
  </inkml:definitions>
  <inkml:trace contextRef="#ctx0" brushRef="#br0">0 715 8673,'16'-37'1676,"19"17"-312,-13-6-32,1-5-4,-1-1-4,-3-5-47,0-3-129,3-3-140,4-3-144,2-14-16,4-2 64,0-10 144,6 1-108,-3 2 84,-7 1-40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189"/>
    </inkml:context>
    <inkml:brush xml:id="br0">
      <inkml:brushProperty name="width" value="0.035" units="cm"/>
      <inkml:brushProperty name="height" value="0.035" units="cm"/>
    </inkml:brush>
  </inkml:definitions>
  <inkml:trace contextRef="#ctx0" brushRef="#br0">142 791 7413,'34'-49'2863,"67"-76"1,76-57 808,-85 91-981,89-113-1,-172 192-1973,0 0 0,13-25 0,-20 33-464,-1 1 0,1-1 0,-1 0 0,1 0 0,-1 1 0,0-1 0,-1 0 0,1 0 0,-1 0 0,1 0 0,-1 0 0,-1 0 0,1 0 0,0 0 0,-1 0 0,-1-6 0,2 10-219,0 0-1,-1-1 1,1 1 0,0 0-1,0-1 1,0 1-1,0 0 1,-1-1 0,1 1-1,0 0 1,0 0-1,-1-1 1,1 1-1,0 0 1,0 0 0,-1-1-1,1 1 1,0 0-1,-1 0 1,1 0-1,0 0 1,-1-1 0,1 1-1,0 0 1,-1 0-1,1 0 1,0 0 0,-1 0-1,1 0 1,-1 0-1,1 0 1,0 0-1,-1 0 1,1 0 0,-16 9 703,-14 20 168,29-27-850,-21 25 89,1 2 0,1 0 0,1 1 0,2 2 0,-18 44 0,-52 172 241,85-241-385,-256 1040 0,81 18 0,121-562 0,54-474 0,1 0 0,5 55 0,-3-76 0,0 0 0,1-1 0,0 1 0,0 0 0,0-1 0,1 1 0,1-1 0,-1 0 0,1 0 0,0 0 0,1 0 0,-1-1 0,1 0 0,1 0 0,5 6 0,-9-11 0,0 0 0,0 0 0,1 0 0,-1-1 0,0 1 0,0 0 0,1-1 0,-1 0 0,0 1 0,1-1 0,-1 0 0,0 0 0,1 0 0,-1 0 0,0-1 0,1 1 0,-1-1 0,0 1 0,0-1 0,1 0 0,1-1 0,45-22 0,-45 21 0,15-9 5,-1-1-1,0 0 1,28-30 0,42-53-77,-79 85 50,188-257-1516,-130 169 1051,-61 91 443,93-148-903,-90 140 774,0-1 1,-2 0 0,0 0-1,-1-1 1,-1 0-1,-1 0 1,4-33 0,-7 41 68,-1 0 0,-1 0 0,0 0 0,0 1 0,-1-1-1,0 0 1,-1 0 0,0 1 0,0 0 0,-1-1 0,-5-9 0,1 7-7,0 1 0,0-1 0,-1 1 1,0 1-1,-1 0 0,0 0 0,-13-9 0,-6-1-43,-1 1 1,-2 1-1,1 2 1,-2 1-1,-42-13 1,-217-72-252,290 99 407,1 1 0,0 0 0,0-1 0,0 1 0,0-1 0,0 1 0,0-1-1,0 1 1,0-1 0,1 0 0,-1 1 0,0-1 0,0 0 0,0 0 0,1 0 0,-1 0 0,0 0 0,1 0 0,-1 0 0,1 0 0,-1 0 0,1 0 0,-1 0 0,1 0 0,-1-1-1,2 0 0,-1 0 0,0 0-1,0 0 1,1 0-1,-1 1 1,1-1 0,0 0-1,-1 0 1,1 1-1,0-1 1,0 1 0,0-1-1,0 1 1,2-3-1,2-2-8,0 1-1,1-1 0,0 1 1,0 0-1,1 0 0,12-6 1,26-9-108,1 2 0,53-13 0,-31 10-184,270-78-2750,-110 36-1877,-120 34 602,35-11-4575</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361"/>
    </inkml:context>
    <inkml:brush xml:id="br0">
      <inkml:brushProperty name="width" value="0.035" units="cm"/>
      <inkml:brushProperty name="height" value="0.035" units="cm"/>
    </inkml:brush>
  </inkml:definitions>
  <inkml:trace contextRef="#ctx0" brushRef="#br0">149 0 12669,'-47'46'4541,"44"-11"-2065,-7 13-296,-6-16-256,3-1-300,4 12-352,-1-3-119,1 6-393,-1 2-300,7 1-512,-3-1-976,3-2-325,3-3-759,0-3-680,-4-3-820,-2-23-1785,9 12-4332</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498"/>
    </inkml:context>
    <inkml:brush xml:id="br0">
      <inkml:brushProperty name="width" value="0.035" units="cm"/>
      <inkml:brushProperty name="height" value="0.035" units="cm"/>
    </inkml:brush>
  </inkml:definitions>
  <inkml:trace contextRef="#ctx0" brushRef="#br0">19 54 11685,'-16'-28'2176,"13"2"2389,19 40-8770,19 9 113,-3 6-3053</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702"/>
    </inkml:context>
    <inkml:brush xml:id="br0">
      <inkml:brushProperty name="width" value="0.035" units="cm"/>
      <inkml:brushProperty name="height" value="0.035" units="cm"/>
    </inkml:brush>
  </inkml:definitions>
  <inkml:trace contextRef="#ctx0" brushRef="#br0">388 29 15225,'-29'-26'5646,"29"26"-5603,0 0 0,0 0 1,0 0-1,0-1 0,0 1 0,0 0 1,0 0-1,0 0 0,0 0 1,-1 0-1,1 0 0,0 0 1,0 0-1,0 0 0,0-1 1,0 1-1,0 0 0,0 0 1,-1 0-1,1 0 0,0 0 0,0 0 1,0 0-1,0 0 0,0 0 1,0 0-1,-1 0 0,1 0 1,0 0-1,0 0 0,0 0 1,0 0-1,0 0 0,-1 0 1,1 0-1,0 0 0,0 0 0,0 0 1,0 0-1,0 0 0,0 0 1,0 0-1,-1 1 0,1-1 1,0 0-1,0 0 0,0 0 1,0 0-1,0 0 0,0 0 1,0 0-1,0 0 0,0 1 0,-1-1 1,1 0-1,0 0 0,-7 8 676,0-1 0,0 2 0,1-1 0,0 1 0,0 0 0,1 0 0,0 0 0,-6 16 0,-23 89 1754,19-58-2075,-126 443-312,126-446-167,-10 32-1673,-21 143-1,43-207 801,-5 54-4020,4-25-1477,3 13-7363</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951"/>
    </inkml:context>
    <inkml:brush xml:id="br0">
      <inkml:brushProperty name="width" value="0.035" units="cm"/>
      <inkml:brushProperty name="height" value="0.035" units="cm"/>
    </inkml:brush>
  </inkml:definitions>
  <inkml:trace contextRef="#ctx0" brushRef="#br0">0 317 11373,'30'-12'522,"74"-24"1800,112-18 939,-94 25-2557,133-49-1,29-30 1697,-284 108-2352,0 1 0,1-1-1,-1 0 1,1 0 0,-1 0 0,1 0-1,-1 0 1,0 0 0,1 1-1,-1-1 1,0 0 0,1 0 0,-1 1-1,0-1 1,1 0 0,-1 1-1,0-1 1,1 0 0,-1 1 0,0-1-1,0 0 1,0 1 0,1-1 0,-1 0-1,0 1 1,0-1 0,0 1-1,0-1 1,0 0 0,1 2-1,2 12 504,-2-7-334,-1-1 0,0 1 0,-1 0 0,1 0 0,-1-1 0,0 1 1,-1 0-1,-3 10 0,-27 55 1042,20-47-857,-122 295 2344,107-244-3689,4 0 1,-18 106-1,38-159-261,0 0 0,2 36 1,1-48-93,1 0 0,0-1 1,1 1-1,0 0 0,1-1 1,0 1-1,7 14 0,11 12-8591</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6.170"/>
    </inkml:context>
    <inkml:brush xml:id="br0">
      <inkml:brushProperty name="width" value="0.035" units="cm"/>
      <inkml:brushProperty name="height" value="0.035" units="cm"/>
    </inkml:brush>
  </inkml:definitions>
  <inkml:trace contextRef="#ctx0" brushRef="#br0">34 84 11637,'-32'-7'2390,"32"7"-2332,0 0-1,0 0 1,0 0 0,-1 0 0,1-1 0,0 1 0,0 0 0,0 0 0,0 0 0,0 0 0,0 0 0,0-1 0,0 1 0,-1 0-1,1 0 1,0 0 0,0 0 0,0-1 0,0 1 0,0 0 0,0 0 0,0 0 0,0-1 0,0 1 0,0 0 0,0 0 0,0 0-1,0 0 1,0-1 0,0 1 0,0 0 0,0 0 0,1 0 0,-1 0 0,0-1 0,0 1 0,0 0 0,0 0 0,0 0 0,0 0-1,0 0 1,0-1 0,1 1 0,-1 0 0,0 0 0,0 0 0,0 0 0,0 0 0,1 0 0,-1 0 0,0 0 0,0-1 0,9-6 483,-9 7-381,8-5 337,0 1 0,0 0 0,1 0 0,0 1 0,0 0-1,0 1 1,0 0 0,0 0 0,0 1 0,0 0 0,19 1-1,-17-1-126,159-11 2240,104-4-306,-186 15-1425,98 10 0,-171-7-774,0 0 0,0 1 0,0 0 0,0 2 0,0-1 0,-1 2-1,0 0 1,0 1 0,16 10 0,-23-12-126,0 0 0,0 0 1,-1 1-1,0 0 0,0 1 0,-1-1 0,0 1 0,0 0 0,0 0 0,-1 1 0,0-1 0,0 1 1,-1 0-1,0 0 0,-1 0 0,1 1 0,-2-1 0,2 10 0,0 10-629,18 105-9682,-12-107 3691,6 9-4206</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6.294"/>
    </inkml:context>
    <inkml:brush xml:id="br0">
      <inkml:brushProperty name="width" value="0.035" units="cm"/>
      <inkml:brushProperty name="height" value="0.035" units="cm"/>
    </inkml:brush>
  </inkml:definitions>
  <inkml:trace contextRef="#ctx0" brushRef="#br0">1 49 11373,'31'-35'1768,"-21"21"588,12 14-2008,0 6-896,1-1-760,2 4-884,4 8-1272,18 15-1885</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6.950"/>
    </inkml:context>
    <inkml:brush xml:id="br0">
      <inkml:brushProperty name="width" value="0.035" units="cm"/>
      <inkml:brushProperty name="height" value="0.035" units="cm"/>
    </inkml:brush>
  </inkml:definitions>
  <inkml:trace contextRef="#ctx0" brushRef="#br0">1 359 13925,'0'-1'160,"0"0"-1,1 0 0,-1 0 1,1 0-1,-1 0 1,1 0-1,-1 0 0,1 0 1,0 0-1,-1 0 1,1 0-1,0 1 0,0-1 1,0 0-1,0 1 0,-1-1 1,1 0-1,0 1 1,0-1-1,0 1 0,0 0 1,0-1-1,0 1 1,0 0-1,1 0 0,-1-1 1,0 1-1,1 0 0,6-1 8004,11-5-6660,-11 4-1324,1 1 0,0 1 0,-1-1 1,1 1-1,0 1 0,-1-1 1,1 2-1,14 3 0,38 2 297,-35-8-333,0-2 0,41-9 0,-50 8-120,0 0 1,1 1-1,0 1 0,0 0 1,0 1-1,-1 2 1,1-1-1,32 7 1,-20 4-289,0 0 1,-1 3 0,53 32 0,-12-6-1406,-42-26 640,36 14 1,-53-24 785,0-1 0,0 0 1,1-1-1,-1 0 1,0 0-1,21-1 0,-14-2 123,1-1 0,-1-1-1,0-1 1,0 0 0,0-1-1,-1-1 1,0-1 0,0 0-1,0-1 1,-1-1 0,20-15-1,-18 11 226,-1-1 0,0-1 0,-1-1 0,-1 0 0,-1-1-1,0-1 1,-1 0 0,-1-1 0,10-20 0,-15 26 98,0-1 1,-1-1-1,-1 1 1,0-1-1,-1 0 1,2-18-1,-5 29-151,-1 0 0,0 0 0,0-1 1,0 1-1,0 0 0,0-1 0,-1 1 0,0 0 0,0 0 0,0-1 0,0 1 1,-1 0-1,0 0 0,1 0 0,-1 1 0,-1-1 0,1 0 0,-1 1 0,1-1 1,-1 1-1,0 0 0,0 0 0,0 0 0,-1 0 0,1 1 0,-7-5 0,4 5-16,1 0 0,-1 0 0,1 1-1,-1-1 1,0 1 0,0 0-1,0 1 1,0 0 0,1 0 0,-1 0-1,0 0 1,0 1 0,-9 2-1,2 0-4,0 1-1,1 0 0,-1 0 0,-22 13 1,16-4-251,0 1 0,1 0 0,1 2 1,0 0-1,1 1 0,1 0 0,1 1 1,0 1-1,2 0 0,-16 31 0,26-47 181,0 0 0,1-1 0,0 1 0,0 0 0,0 0 0,0 0 0,0 1 0,0-1 0,1 0 0,0 0 0,0 0 0,-1 0 0,2 1 0,-1-1 0,0 0 0,1 0 0,-1 0 0,1 0 0,0 0 0,0 0 0,0 0 0,1 0-1,-1 0 1,1 0 0,2 3 0,-2-3 56,1 0-1,-1 0 1,1-1-1,0 1 1,0-1-1,0 1 1,1-1-1,-1 0 1,1 0-1,-1-1 1,1 1-1,-1-1 1,1 0-1,0 0 1,-1 0-1,1 0 1,0-1-1,0 1 1,0-1-1,4 0 1,7-2 371,-1 0 0,1-1 0,-1-1 1,0 0-1,14-7 0,-14 5 292,1 1 0,-1 0 0,1 2 0,26-5 0,-39 8-636,1 0 0,-1 1 0,1-1 0,-1 0-1,1 1 1,-1-1 0,1 1 0,-1 0 0,0 0-1,1 0 1,-1 0 0,0 0 0,0 0 0,0 1-1,0-1 1,0 1 0,0-1 0,0 1-1,0 0 1,0 0 0,-1 0 0,1 0 0,-1 0-1,0 0 1,0 0 0,1 1 0,-1-1 0,0 0-1,-1 1 1,1-1 0,0 0 0,-1 1 0,1 2-1,2 10 54,-1 1-1,-1-1 1,0 0-1,-2 17 0,1-30-80,-4 64-3,-3 0 0,-2-1 0,-4 1 1,-23 70-1,-105 247-2014,4-13-13,106-272 1471,29-91 543,-1 1 1,1-1-1,-1 0 0,-1-1 0,0 1 1,0-1-1,0 1 0,-1-1 1,1 0-1,-7 5 0,9-10 29,0 1 0,0-1 0,0 1 0,0-1 0,0 0 0,0 0 0,0 0-1,0 0 1,-1 0 0,1-1 0,0 1 0,-1-1 0,1 1 0,0-1-1,-1 0 1,1 0 0,-1 0 0,1 0 0,0 0 0,-1-1 0,1 1 0,0-1-1,-1 1 1,1-1 0,0 0 0,0 0 0,-1 0 0,-2-2 0,1 0 22,1 1 0,0-1 1,0 0-1,0 0 0,0 0 1,0-1-1,0 1 0,1 0 1,0-1-1,0 0 0,0 1 1,-3-9-1,-13-50 318,14 39-320,0-1-1,2 0 0,1 0 0,0 0 0,2 0 0,1 0 0,5-27 1,0 18-427,2 1 0,1 0 1,1 0-1,24-46 0,-3 22-1108,1 3 0,3 0-1,2 3 1,3 1-1,46-44 1,13 2-4605,15 6-3699</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7.059"/>
    </inkml:context>
    <inkml:brush xml:id="br0">
      <inkml:brushProperty name="width" value="0.035" units="cm"/>
      <inkml:brushProperty name="height" value="0.035" units="cm"/>
    </inkml:brush>
  </inkml:definitions>
  <inkml:trace contextRef="#ctx0" brushRef="#br0">184 21 12973,'-57'5'1996,"28"-8"-255,4 3-241,3-2-204,3-1 176,3-6-1312,0 1-760,35 8-16954</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8.392"/>
    </inkml:context>
    <inkml:brush xml:id="br0">
      <inkml:brushProperty name="width" value="0.035" units="cm"/>
      <inkml:brushProperty name="height" value="0.035" units="cm"/>
    </inkml:brush>
  </inkml:definitions>
  <inkml:trace contextRef="#ctx0" brushRef="#br0">28 592 6569,'-24'-21'1731,"24"21"-1693,0-1 0,0 1 1,0 0-1,-1 0 0,1 0 0,0 0 0,0 0 1,0 0-1,-1 0 0,1-1 0,0 1 0,0 0 1,0 0-1,0 0 0,-1 0 0,1-1 0,0 1 1,0 0-1,0 0 0,0 0 0,0-1 0,0 1 1,0 0-1,0 0 0,-1-1 0,1 1 0,0 0 1,0 0-1,0 0 0,0-1 0,0 1 0,0 0 1,0 0-1,0-1 0,1 1 0,-1 0 0,0 0 0,0 0 1,0-1-1,0 1 0,0 0 0,2-6 334,0 1-109,0 0 0,0 0 0,1-1-1,-1 1 1,1 1 0,0-1 0,0 0 0,1 1 0,0-1 0,-1 1-1,1 0 1,1 1 0,7-7 0,45-23 1154,1 3 1,2 2-1,77-24 1,-28 19-882,120-20 1,278-25-741,12 23-2126,-461 50 1965,343-34-2687,57-1-1613,46 0-2434</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0.322"/>
    </inkml:context>
    <inkml:brush xml:id="br0">
      <inkml:brushProperty name="width" value="0.035" units="cm"/>
      <inkml:brushProperty name="height" value="0.035" units="cm"/>
    </inkml:brush>
  </inkml:definitions>
  <inkml:trace contextRef="#ctx0" brushRef="#br0">8 372 6105,'-1'-1'456,"0"0"1,0 0-1,1 0 1,-1 0-1,0 0 1,1 0-1,-1-1 1,1 1-1,0 0 1,-1 0 0,1-1-1,0 1 1,0 0-1,0-1 1,0 1-1,0 0 1,0-3-1,1 2-299,-1 0 0,1 0 0,0 0-1,0 1 1,0-1 0,0 0 0,0 1-1,0-1 1,0 0 0,0 1 0,2-2-1,1-1-111,1 1-1,-1-1 1,1 1-1,-1 0 1,1 0-1,0 1 0,10-4 1,73-19 550,1 5 1,165-17 0,-176 28-484,732-67 7,25-3-4985,-641 54 673,-8-1-2341</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0.747"/>
    </inkml:context>
    <inkml:brush xml:id="br0">
      <inkml:brushProperty name="width" value="0.035" units="cm"/>
      <inkml:brushProperty name="height" value="0.035" units="cm"/>
    </inkml:brush>
  </inkml:definitions>
  <inkml:trace contextRef="#ctx0" brushRef="#br0">343 415 8593,'-7'1'129,"-48"14"2517,-59 24 0,75-24-993,9-4 479,-51 28-1,67-29-1189,13-9-926,1-1-1,0 0 1,0 0 0,0 0-1,0 0 1,0 0 0,0 1-1,0-1 1,-1 0-1,1 0 1,0 0 0,0 0-1,0 1 1,0-1-1,0 0 1,0 0 0,0 0-1,0 0 1,0 1-1,0-1 1,0 0 0,0 0-1,0 0 1,0 1-1,0-1 1,0 0 0,0 0-1,0 0 1,0 0-1,0 1 1,0-1 0,1 0-1,-1 0 1,0 0-1,0 0 1,0 1 0,0-1-1,0 0 1,1 0 0,2 1 53,0 0 1,0 0 0,0 0 0,0-1 0,0 1 0,0-1 0,1 0 0,4 0 0,97-3 628,166-26 0,-165 14-534,2053-302-1649,-1821 260-848,174-35-5380,-267 48-1458</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16.884"/>
    </inkml:context>
    <inkml:brush xml:id="br0">
      <inkml:brushProperty name="width" value="0.035" units="cm"/>
      <inkml:brushProperty name="height" value="0.035" units="cm"/>
    </inkml:brush>
  </inkml:definitions>
  <inkml:trace contextRef="#ctx0" brushRef="#br0">107 1 31171,'0'6307'0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23.866"/>
    </inkml:context>
    <inkml:brush xml:id="br0">
      <inkml:brushProperty name="width" value="0.035" units="cm"/>
      <inkml:brushProperty name="height" value="0.035" units="cm"/>
    </inkml:brush>
  </inkml:definitions>
  <inkml:trace contextRef="#ctx0" brushRef="#br0">1 20 30689,'8564'0'0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33.213"/>
    </inkml:context>
    <inkml:brush xml:id="br0">
      <inkml:brushProperty name="width" value="0.035" units="cm"/>
      <inkml:brushProperty name="height" value="0.035" units="cm"/>
    </inkml:brush>
  </inkml:definitions>
  <inkml:trace contextRef="#ctx0" brushRef="#br0">67 1 30461,'0'7715'0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36.278"/>
    </inkml:context>
    <inkml:brush xml:id="br0">
      <inkml:brushProperty name="width" value="0.035" units="cm"/>
      <inkml:brushProperty name="height" value="0.035" units="cm"/>
    </inkml:brush>
  </inkml:definitions>
  <inkml:trace contextRef="#ctx0" brushRef="#br0">0 184 26733,'9959'0'0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7.822"/>
    </inkml:context>
    <inkml:brush xml:id="br0">
      <inkml:brushProperty name="width" value="0.035" units="cm"/>
      <inkml:brushProperty name="height" value="0.035" units="cm"/>
    </inkml:brush>
  </inkml:definitions>
  <inkml:trace contextRef="#ctx0" brushRef="#br0">0 5332 23927,'6681'-5332'0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1.223"/>
    </inkml:context>
    <inkml:brush xml:id="br0">
      <inkml:brushProperty name="width" value="0.035" units="cm"/>
      <inkml:brushProperty name="height" value="0.035" units="cm"/>
    </inkml:brush>
  </inkml:definitions>
  <inkml:trace contextRef="#ctx0" brushRef="#br0">1 6329 30657,'7757'-6329'0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5.476"/>
    </inkml:context>
    <inkml:brush xml:id="br0">
      <inkml:brushProperty name="width" value="0.035" units="cm"/>
      <inkml:brushProperty name="height" value="0.035" units="cm"/>
    </inkml:brush>
  </inkml:definitions>
  <inkml:trace contextRef="#ctx0" brushRef="#br0">15 1 8117,'-1'0'407,"0"1"1,0 0 0,0-1-1,0 1 1,0 0-1,0 0 1,1 0 0,-1 0-1,0-1 1,0 1-1,1 0 1,-1 0 0,0 0-1,1 0 1,-1 1 0,1-1-1,0 0 1,-1 0-1,1 0 1,0 0 0,0 0-1,0 1 1,-1-1-1,1 1 1,12 11 4247,4-3-5815,1-1 1039,1-2-1,0 0 0,0-2 1,0 0-1,1 0 1,0-2-1,35 2 1,47 1-4465,-56-7-1076,-14-1-1936</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5.603"/>
    </inkml:context>
    <inkml:brush xml:id="br0">
      <inkml:brushProperty name="width" value="0.035" units="cm"/>
      <inkml:brushProperty name="height" value="0.035" units="cm"/>
    </inkml:brush>
  </inkml:definitions>
  <inkml:trace contextRef="#ctx0" brushRef="#br0">315 0 7869,'-73'26'1784,"54"-15"-276,-9 9-308,5-3-224,11-8-184,-7 5-96,-13 21-552,13-10-592,3-2-492,-6-3-1016,-7 3-1464,7 14-1801</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6.801"/>
    </inkml:context>
    <inkml:brush xml:id="br0">
      <inkml:brushProperty name="width" value="0.035" units="cm"/>
      <inkml:brushProperty name="height" value="0.035" units="cm"/>
    </inkml:brush>
  </inkml:definitions>
  <inkml:trace contextRef="#ctx0" brushRef="#br0">6 133 12317,'-1'-2'243,"0"0"-1,0 0 1,1 1-1,-1-1 1,0 0 0,1 0-1,0 0 1,-1 0-1,1 0 1,0 0-1,0 0 1,0 0-1,0 0 1,0 0 0,1 0-1,-1 0 1,1 0-1,-1 1 1,1-1-1,0 0 1,-1 0 0,1 0-1,0 1 1,0-1-1,0 0 1,1 1-1,-1-1 1,0 1-1,0-1 1,1 1 0,-1 0-1,1-1 1,2 0-1,2-3 265,0 0 0,1 0 1,0 1-1,0 0 0,0 1 0,0-1 0,10-2 0,0 2-291,0 0 0,1 1 0,0 1 0,-1 1 0,1 0 0,21 3 0,109 19-1435,-94-12 204,9 3-556,-33-5-634,0-2 0,43 2 0,-70-7 1442,-3-1-536,-1 0 1323,1 0 0,-1-1-1,1 1 1,-1 0-1,0 0 1,1 0-1,-1 0 1,0 0-1,0 0 1,0 0-1,0 1 1,0-1-1,0 0 1,0 0-1,0 1 1,-2-2 0,-20-10 670,21 11-612,-36-21 1317,33 18-1213,1 1 1,-1 0 0,0 0-1,0 0 1,0 1 0,0-1 0,-1 1-1,1 1 1,-1-1 0,1 1-1,-1 0 1,1 0 0,-1 0-1,0 1 1,1 0 0,-12 1-1,9 1-65,-1 0 0,1 0-1,-1 0 1,1 1-1,0 1 1,0-1-1,0 2 1,0-1-1,1 1 1,-10 7-1,5-2-65,1 1-1,0 1 0,0 0 0,1 1 0,-9 13 0,-40 74-2871,24-33-3923,15-26-1770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7.171"/>
    </inkml:context>
    <inkml:brush xml:id="br0">
      <inkml:brushProperty name="width" value="0.035" units="cm"/>
      <inkml:brushProperty name="height" value="0.035" units="cm"/>
    </inkml:brush>
  </inkml:definitions>
  <inkml:trace contextRef="#ctx0" brushRef="#br0">1 27 8485,'0'0'4456,"25"-15"2180,-12 12-5885,-1 0 1,1 1-1,0 0 0,0 1 1,21 1-1,65 11 26,-63-6-1582,52 2 1,15 0-2803,-29-2-2396,-46-2 1748,-5-1-2149</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7.295"/>
    </inkml:context>
    <inkml:brush xml:id="br0">
      <inkml:brushProperty name="width" value="0.035" units="cm"/>
      <inkml:brushProperty name="height" value="0.035" units="cm"/>
    </inkml:brush>
  </inkml:definitions>
  <inkml:trace contextRef="#ctx0" brushRef="#br0">232 12 8697,'-19'-6'2020,"-3"0"-344,9 12-424,-3 3 56,3 2-216,-3 0-243,-3 12-185,-6 14-368,6-2-340,3-1-1008,0 0-609,-3 9-2711,0-3-3369</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7.901"/>
    </inkml:context>
    <inkml:brush xml:id="br0">
      <inkml:brushProperty name="width" value="0.035" units="cm"/>
      <inkml:brushProperty name="height" value="0.035" units="cm"/>
    </inkml:brush>
  </inkml:definitions>
  <inkml:trace contextRef="#ctx0" brushRef="#br0">0 1 9257,'2'0'261,"0"0"0,-1 0 0,1 1 0,-1-1 0,1 1 0,0-1 0,-1 1 0,0 0 0,1 0 0,-1-1 0,1 1 0,-1 0 0,0 0 0,1 0 0,-1 1 0,0-1 0,0 0 0,0 0 0,2 3 0,-1-1 133,0-1 1,0 0-1,0 1 0,0-1 1,0 0-1,1 0 1,-1-1-1,4 3 0,10 2 766,1-1 0,-1 0-1,1-1 1,1-1-1,19 1 1,2 2-247,44 6 468,107 21-1011,-121-18-1745,109 26-3169,-60-9-7246,-89-23 4835</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8.026"/>
    </inkml:context>
    <inkml:brush xml:id="br0">
      <inkml:brushProperty name="width" value="0.035" units="cm"/>
      <inkml:brushProperty name="height" value="0.035" units="cm"/>
    </inkml:brush>
  </inkml:definitions>
  <inkml:trace contextRef="#ctx0" brushRef="#br0">280 52 9201,'-42'-18'2052,"39"-2"1828,-13 15-2235,1-4 819,-5 12-1628,5 0-164,-4 17-128,-16 11-136,16 1-280,-4 2-572,4 6-992,0-3-944,0 9-2833,3 22-4160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8.539"/>
    </inkml:context>
    <inkml:brush xml:id="br0">
      <inkml:brushProperty name="width" value="0.035" units="cm"/>
      <inkml:brushProperty name="height" value="0.035" units="cm"/>
    </inkml:brush>
  </inkml:definitions>
  <inkml:trace contextRef="#ctx0" brushRef="#br0">0 29 9705,'0'0'8053,"4"-1"-6685,14 0-770,0 0-1,0 1 1,0 1-1,1 0 1,-1 1-1,20 6 1,113 35-3342,-119-33 1447,9 3-2153,48 8-1,-88-20 3427,0-1 0,0 0 0,0 1 0,0-1 0,0 0 0,0 0 0,1 0 0,-1 0 0,0 0 0,0 0 0,0-1 0,0 1 0,0 0 0,0-1 0,0 1 0,0 0 0,0-1 0,0 1 0,0-1 0,0 1 0,0-1 0,0 0 0,1-1 0,-2 2 54,1-1-1,-1 0 1,0 0 0,0 1 0,0-1 0,0 0-1,0 0 1,0 1 0,0-1 0,0 0 0,0 0 0,0 1-1,0-1 1,0 0 0,0 0 0,-1 1 0,1-1-1,0 0 1,-1 1 0,1-1 0,0 0 0,-1 1-1,1-1 1,-1 1 0,1-1 0,-1 0 0,1 1-1,-1-1 1,-10-11 871,-1 0-1,0 1 1,0 1-1,-1 0 1,0 1-1,-23-12 1,32 18-777,-1 1-1,0 0 1,0 1 0,0-1-1,0 1 1,0 0 0,0 0-1,0 1 1,0-1 0,0 1-1,-1 0 1,1 1 0,0-1-1,0 1 1,0 0 0,0 0-1,0 0 1,0 1-1,0 0 1,0 0 0,1 0-1,-1 1 1,1-1 0,-1 1-1,-4 5 1,-7 5-327,1 1-1,0 1 0,1 0 1,-22 32-1,28-34-1033,0-1-1,1 1 0,1 1 1,0-1-1,1 1 0,0 0 1,-5 27-1,3 24-7033</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9.329"/>
    </inkml:context>
    <inkml:brush xml:id="br0">
      <inkml:brushProperty name="width" value="0.035" units="cm"/>
      <inkml:brushProperty name="height" value="0.035" units="cm"/>
    </inkml:brush>
  </inkml:definitions>
  <inkml:trace contextRef="#ctx0" brushRef="#br0">1 152 7565,'0'-3'320,"0"0"1,0 0-1,0 1 1,0-1-1,1 0 1,-1 0-1,1 1 1,-1-1-1,1 0 1,0 1 0,0-1-1,1 1 1,-1-1-1,0 1 1,1 0-1,-1-1 1,1 1-1,3-3 1,17-32 5485,-20 32-4902,0 0 0,0 0 0,1 1 0,-1-1 0,1 0 0,6-6 0,-6 9-692,-1-1 1,1 1-1,0 0 0,0 0 1,0 1-1,0-1 1,1 0-1,-1 1 0,0 0 1,1 0-1,-1 0 0,0 0 1,1 1-1,0-1 1,-1 1-1,6 0 0,27-1 394,1 2 0,-1 2-1,53 10 1,107 35-2666,-10-2-5606,-127-32 2560,-12-2-2953</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9.437"/>
    </inkml:context>
    <inkml:brush xml:id="br0">
      <inkml:brushProperty name="width" value="0.035" units="cm"/>
      <inkml:brushProperty name="height" value="0.035" units="cm"/>
    </inkml:brush>
  </inkml:definitions>
  <inkml:trace contextRef="#ctx0" brushRef="#br0">210 18 8957,'-25'3'3804,"15"-12"-2116,1-2-36,-7 16-231,0 4-257,-3 2-276,-6 12-148,9 0-184,-3-3-128,3 6-276,6-1-580,1 7-828,2-1-820,-2 6-3177,6 3-4200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9.758"/>
    </inkml:context>
    <inkml:brush xml:id="br0">
      <inkml:brushProperty name="width" value="0.035" units="cm"/>
      <inkml:brushProperty name="height" value="0.035" units="cm"/>
    </inkml:brush>
  </inkml:definitions>
  <inkml:trace contextRef="#ctx0" brushRef="#br0">0 46 14717,'7'0'770,"-1"-1"0,0 0 0,1-1 0,-1 0 0,0 0 0,0 0 0,0 0 0,8-6 0,-7 5 31,0-1 0,0 1 0,1 1 1,-1-1-1,13-2 0,30 1 649,97 3 1,46 23-4820,-2 9-9408,-190-31 12611,-1-1 0,1 0 0,-1 0 0,1 0-1,-1 0 1,1 1 0,-1-1 0,0 0 0,0 0 0,1 0-1,-1 0 1,0 0 0,0 0 0,0 0 0,0 0 0,0 0-1,0 0 1,-1 0 0,1-1 0,0 2-105,0-20-2439</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9.895"/>
    </inkml:context>
    <inkml:brush xml:id="br0">
      <inkml:brushProperty name="width" value="0.035" units="cm"/>
      <inkml:brushProperty name="height" value="0.035" units="cm"/>
    </inkml:brush>
  </inkml:definitions>
  <inkml:trace contextRef="#ctx0" brushRef="#br0">188 6 10169,'-41'-6'1340,"25"9"3212,3 6-3687,-2 2-425,5 3 156,-9 12-128,13 6-272,-4-1-436,-3 6-740,4-2-713,-4 7-835,-6 1-1296,16 0-2553</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0.035"/>
    </inkml:context>
    <inkml:brush xml:id="br0">
      <inkml:brushProperty name="width" value="0.035" units="cm"/>
      <inkml:brushProperty name="height" value="0.035" units="cm"/>
    </inkml:brush>
  </inkml:definitions>
  <inkml:trace contextRef="#ctx0" brushRef="#br0">1 1 12445,'0'0'8229,"25"0"-8673,1 0-820,6 2-776,15 4-2953,-15 6-3956</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0.192"/>
    </inkml:context>
    <inkml:brush xml:id="br0">
      <inkml:brushProperty name="width" value="0.035" units="cm"/>
      <inkml:brushProperty name="height" value="0.035" units="cm"/>
    </inkml:brush>
  </inkml:definitions>
  <inkml:trace contextRef="#ctx0" brushRef="#br0">13 166 13661,'-9'-17'2236,"5"3"-159,8 0-221,-4-3-284,6 5-276,0 1-376,17-1-652,-1 1-476,0-3-572,26-4-856,-4 4-828,1 6-3141,5 5-4604</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1.576"/>
    </inkml:context>
    <inkml:brush xml:id="br0">
      <inkml:brushProperty name="width" value="0.035" units="cm"/>
      <inkml:brushProperty name="height" value="0.035" units="cm"/>
    </inkml:brush>
  </inkml:definitions>
  <inkml:trace contextRef="#ctx0" brushRef="#br0">1 26 7861,'10'-21'2223,"-7"16"1618,11 10-655,-13-4-2987,0 0-1,1 0 1,-1-1 0,1 1-1,-1 0 1,1-1 0,-1 1-1,1-1 1,-1 0 0,1 1-1,0-1 1,1 0 0,10 0 215,-1 2 1,0-1-1,0 1 1,-1 1-1,1 0 1,0 1-1,-1 0 0,15 8 1,11 7-361,37 28 1,-14-9-1484,-49-31 996,23 14-2647,53 23 0,-77-40 2633,1 0-1,-1 0 1,1-1 0,0-1 0,0 0-1,0 0 1,0-1 0,0 0-1,0-1 1,13-2 0,-22 2 426,1 0 1,0-1-1,0 0 1,0 0-1,-1 1 1,1-2-1,0 1 1,-1 0-1,1 0 1,-1-1-1,0 0 0,1 1 1,-1-1-1,0 0 1,0 0-1,0 0 1,0 0-1,3-5 1,-3 3 131,0 0 0,0 0 1,-1 0-1,1-1 0,-1 1 0,0 0 1,0-1-1,0 1 0,-1-1 1,0 1-1,0-7 0,0 4 146,-1 0-1,1 1 1,-2-1-1,1 0 1,-1 0-1,0 0 1,0 1 0,-1-1-1,0 1 1,0 0-1,0 0 1,-1 0-1,0 0 1,0 1-1,-9-10 1,9 12-150,0 0 0,0 1 0,0 0 0,0 0 0,0 0-1,0 0 1,-1 0 0,1 1 0,-1 0 0,1 0 0,-1 0 0,0 1 0,1-1 0,-1 1 0,0 0 0,1 0 0,-1 1 0,0-1 0,-5 3 0,-1 0 10,0 0-1,0 1 1,1 0 0,-1 1 0,1 1 0,-17 11 0,4 0-434,1 0-1,0 2 1,-32 37 0,36-34-1519,1 1-1,2 0 0,-25 46 1,7 4-5163</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51.246"/>
    </inkml:context>
    <inkml:brush xml:id="br0">
      <inkml:brushProperty name="width" value="0.035" units="cm"/>
      <inkml:brushProperty name="height" value="0.035" units="cm"/>
    </inkml:brush>
  </inkml:definitions>
  <inkml:trace contextRef="#ctx0" brushRef="#br0">121 137 3040,'0'0'3137,"-3"-1"-2826,-62-12 2162,63 13-1645,1-1-777,0 1 1,0 0-1,0 0 0,1-1 0,-1 1 1,0-1-1,1 1 0,-1-1 1,0 1-1,1-1 0,-1 1 1,0-1-1,1 1 0,-1-1 0,1 0 1,-1 1-1,0-2 0,-14-12 1916,-8 7 100,34 15 1538,23 7-647,-12-6-3745,86 19 650,1-4 0,121 10 1,-183-28-789,-24-2-18,-1-1-81,-1 0-1,1-1 1,0-1-1,35-4 1,-55 3 851,0 0 1,0 0 0,0 0-1,0-1 1,0 1-1,0-1 1,-1 0-1,1 1 1,0-1 0,0 0-1,0 0 1,-1 0-1,1 0 1,-1-1-1,1 1 1,-1 0 0,1-1-1,-1 1 1,2-3-1,-2 2 135,-1 0-1,1 0 1,-1 0-1,0 0 1,1 1 0,-1-1-1,0 0 1,0 0-1,0 0 1,-1 0-1,1 0 1,0 0-1,-1 1 1,1-1-1,-1 0 1,0 0-1,0 0 1,1 1-1,-1-1 1,0 0-1,-2-1 1,-10-15 187,0 0 1,-2 1-1,0 1 0,0 0 1,-2 1-1,0 1 0,-21-14 1,33 25-12,0 0 0,-1 0 0,1 1 0,0 0 1,-1 0-1,1 0 0,-1 1 0,0-1 1,0 1-1,1 1 0,-1-1 0,0 1 0,0 0 1,0 0-1,0 1 0,1 0 0,-1 0 1,0 0-1,1 0 0,-1 1 0,1 0 0,-1 1 1,1-1-1,-9 6 0,5-2 61,1 0 0,0 1 0,0 0-1,1 0 1,0 0 0,0 1 0,1 1 0,0-1-1,0 1 1,1 0 0,0 0 0,-7 17-1,7-9-62,0 1-1,1-1 1,0 1-1,2 0 1,0 0-1,1 1 1,2 21-1,21 128-2232,-9-84-835,0-14-826,8 2-1616</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39.478"/>
    </inkml:context>
    <inkml:brush xml:id="br0">
      <inkml:brushProperty name="width" value="0.035" units="cm"/>
      <inkml:brushProperty name="height" value="0.035" units="cm"/>
    </inkml:brush>
  </inkml:definitions>
  <inkml:trace contextRef="#ctx0" brushRef="#br0">14 62 5869,'1'0'153,"-1"0"0,0 0 1,1 0-1,-1 0 0,0 0 1,0 0-1,1 0 0,-1 0 1,0 0-1,1 0 1,-1 0-1,0-1 0,0 1 1,1 0-1,-1 0 0,0 0 1,0-1-1,0 1 0,1 0 1,-1 0-1,0 0 1,0-1-1,0 1 0,0 0 1,0 0-1,1-1 0,-1 1 1,0 0-1,0-1 0,0 1 1,0 0-1,0 0 1,0-1-1,0 1 0,0 0 1,0-1-1,0 1 0,0 0 1,0-1-1,0 1 0,0 0 1,0-1-1,-9-10 5963,7 8-7328,0 1 3063,1 1-1648,0 0-1,1-1 1,-1 1-1,0 0 1,1 0-1,-1 0 1,1-1-1,-1 1 0,1 0 1,-1-1-1,1 1 1,0 0-1,0-1 1,0 1-1,0-1 0,0 1 1,0 0-1,0-3 1,3 2-160,-1 1 0,0 0 0,1 0 0,-1 0 0,1 0 0,-1 0 0,1 1 0,0-1 0,-1 1 0,1 0 0,0 0 0,-1 0 0,1 0 0,0 0 0,-1 0 0,1 1-1,0-1 1,-1 1 0,1 0 0,-1 0 0,3 1 0,8 2 25,197 47-64,-68-22-3174,-99-20 1276,-17-2 405,-19-5-37,1 0 0,0 0-1,0 0 1,12 0 0,2-2-5388</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39.664"/>
    </inkml:context>
    <inkml:brush xml:id="br0">
      <inkml:brushProperty name="width" value="0.035" units="cm"/>
      <inkml:brushProperty name="height" value="0.035" units="cm"/>
    </inkml:brush>
  </inkml:definitions>
  <inkml:trace contextRef="#ctx0" brushRef="#br0">162 0 5985,'-38'23'1968,"22"-12"1332,0-2-1912,3 2-176,7 4-168,0-1-168,-1 3-175,1 0-185,0 9-72,3 0-280,-4 5-480,-2 15-601,2-9-391,1 0-668,-4-3-1820,4 7-2505</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0.445"/>
    </inkml:context>
    <inkml:brush xml:id="br0">
      <inkml:brushProperty name="width" value="0.035" units="cm"/>
      <inkml:brushProperty name="height" value="0.035" units="cm"/>
    </inkml:brush>
  </inkml:definitions>
  <inkml:trace contextRef="#ctx0" brushRef="#br0">147 0 4544,'-4'6'456,"-5"11"2593,-11-26-529,13 8 3499,4 5-5755,-1 0 1,1 0 0,0 1 0,1-1 0,-1 1-1,1 0 1,0-1 0,0 1 0,-2 10 0,-10 53 9,10-48-84,-28 165-1902,10-61-6150,16-80 720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0.875"/>
    </inkml:context>
    <inkml:brush xml:id="br0">
      <inkml:brushProperty name="width" value="0.035" units="cm"/>
      <inkml:brushProperty name="height" value="0.035" units="cm"/>
    </inkml:brush>
  </inkml:definitions>
  <inkml:trace contextRef="#ctx0" brushRef="#br0">55 70 7041,'13'-30'2338,"-12"29"-2110,-1 0 0,0 0 0,0 0 0,0 0 0,0 0 0,1 0 0,-1 0 0,0 0-1,-1 0 1,1 0 0,0 0 0,0 0 0,0 0 0,0 0 0,-1 0 0,1 0 0,-1 0 0,1 1 0,0-1 0,-1 0 0,0 0 0,1 0 0,-1 1 0,1-1 0,-1 0 0,0 1 0,-1-2 0,-16-10 4671,17 12-4848,-1 0 0,1-1 0,0 1 0,0 0 0,-1 0 0,1 0 0,0 0 0,-1 0 0,1 0 0,0 0 0,0 1 0,-1-1 0,1 0 0,0 1 0,0-1 0,0 1 0,-1-1 0,1 1 0,0-1 0,0 1 0,0 0 0,0 0 0,0-1 0,0 1 0,0 0 0,0 0 1,1 0-1,-1 0 0,0 0 0,0 0 0,1 0 0,-1 1 0,1-1 0,-1 0 0,1 0 0,-1 0 0,1 1 0,0-1 0,0 0 0,0 0 0,-1 2 0,0 5 54,0-1 1,0 1-1,1-1 1,0 1-1,2 11 1,1 0-165,1 0 1,1-1-1,0 1 1,2-1-1,0 0 1,1-1-1,18 30 1,29 30-3198,6-5-4768,-24-32-681</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5.850"/>
    </inkml:context>
    <inkml:brush xml:id="br0">
      <inkml:brushProperty name="width" value="0.035" units="cm"/>
      <inkml:brushProperty name="height" value="0.035" units="cm"/>
    </inkml:brush>
  </inkml:definitions>
  <inkml:trace contextRef="#ctx0" brushRef="#br0">6 37 3228,'-1'2'206,"0"1"-1,1-1 0,-1 0 1,0 0-1,0 0 0,1 0 0,0 1 1,-1-1-1,1 0 0,0 0 1,0 1-1,0-1 0,0 0 1,1 0-1,-1 0 0,1 1 1,-1-1-1,1 0 0,0 0 1,1 3-1,5 24 1457,19-55-2001,-19 19-374,0-1 1,-1 0-1,0 0 1,10-18-1,5-6-1603</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120"/>
    </inkml:context>
    <inkml:brush xml:id="br0">
      <inkml:brushProperty name="width" value="0.035" units="cm"/>
      <inkml:brushProperty name="height" value="0.035" units="cm"/>
    </inkml:brush>
  </inkml:definitions>
  <inkml:trace contextRef="#ctx0" brushRef="#br0">1 238 12341,'16'-23'5384,"14"-12"2028,-3 17-6037,258-79 2341,-193 73-7374,114-13 1,-160 34 1362,3 2-3437,-33 1 2617,17 0-5672</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278"/>
    </inkml:context>
    <inkml:brush xml:id="br0">
      <inkml:brushProperty name="width" value="0.035" units="cm"/>
      <inkml:brushProperty name="height" value="0.035" units="cm"/>
    </inkml:brush>
  </inkml:definitions>
  <inkml:trace contextRef="#ctx0" brushRef="#br0">172 18 10589,'7'-12'8833,"-26"9"-7037,0 0-220,6 9-264,-3 0-316,-3 8-180,0 0-168,6 4-244,-6 19-688,13-6-464,-4 1-576,-2-1-732,5 9-780,1 6-3029,6 2-5008</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2.342"/>
    </inkml:context>
    <inkml:brush xml:id="br0">
      <inkml:brushProperty name="width" value="0.035" units="cm"/>
      <inkml:brushProperty name="height" value="0.035" units="cm"/>
    </inkml:brush>
  </inkml:definitions>
  <inkml:trace contextRef="#ctx0" brushRef="#br0">134 100 4064,'-2'-3'1104,"-1"-2"-231,-1 0 0,0 0 1,-1 1-1,1-1 0,-10-6 0,1 0 399,11 9-601,-1 1 27,-2-1-148,0-1-1,-1 1 1,1-1 0,0 0-1,0 0 1,0 0 0,1-1-1,-8-7 1,10 9 1740,-24-10 1152,64 14-2130,0 1 1,71 15 0,-17 5-2305,0 3-4447,-12-4-4308,-59-16 1244</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2.546"/>
    </inkml:context>
    <inkml:brush xml:id="br0">
      <inkml:brushProperty name="width" value="0.035" units="cm"/>
      <inkml:brushProperty name="height" value="0.035" units="cm"/>
    </inkml:brush>
  </inkml:definitions>
  <inkml:trace contextRef="#ctx0" brushRef="#br0">91 0 7517,'-2'0'258,"1"1"0,-1-1-1,0 0 1,1 1 0,-1-1 0,0 1 0,1-1 0,-1 1 0,1 0 0,-1 0 0,1 0 0,-1 0 0,1 0-1,0 0 1,-1 0 0,1 0 0,0 1 0,0-1 0,0 0 0,0 1 0,0-1 0,0 1 0,0 1 0,-25 46 3324,22-39-2869,-2 5-338,2 0 1,0 0-1,0 1 1,2 0 0,0-1-1,0 26 1,0-5-99,1 7-1810,7 73-1,-1-39-3319,-2-41 808,3 0-1914</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2.809"/>
    </inkml:context>
    <inkml:brush xml:id="br0">
      <inkml:brushProperty name="width" value="0.035" units="cm"/>
      <inkml:brushProperty name="height" value="0.035" units="cm"/>
    </inkml:brush>
  </inkml:definitions>
  <inkml:trace contextRef="#ctx0" brushRef="#br0">0 20 10141,'8'-7'628,"0"1"323,-1-1 3911,-8 11-4483,0 1-1,1-1 1,0 0 0,0 1-1,0-1 1,1 5-1,0-7-96,0 10 99,0 0-1,2-1 0,-1 1 0,1 0 0,9 20 0,-8-23-285,25 63-1606,7-4-4181,-26-47 1150,-3 1-2619</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3.043"/>
    </inkml:context>
    <inkml:brush xml:id="br0">
      <inkml:brushProperty name="width" value="0.035" units="cm"/>
      <inkml:brushProperty name="height" value="0.035" units="cm"/>
    </inkml:brush>
  </inkml:definitions>
  <inkml:trace contextRef="#ctx0" brushRef="#br0">45 381 7169,'-44'14'4160,"60"-26"-2380,0 1-248,-4 0-188,14-9-203,-1 0-225,7 0-216,12-12-188,7 1-412,3-9-684,3-3-864,4-6-793,2-5-2127,4 3-3361</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52.083"/>
    </inkml:context>
    <inkml:brush xml:id="br0">
      <inkml:brushProperty name="width" value="0.035" units="cm"/>
      <inkml:brushProperty name="height" value="0.035" units="cm"/>
    </inkml:brush>
  </inkml:definitions>
  <inkml:trace contextRef="#ctx0" brushRef="#br0">96 4 6201,'-13'0'1414,"10"0"-68,-1 0-98,-68-3 3613,69 3-3471,5 1-1218,24 14-130,0-1 0,1-1 0,38 12 0,1 1-1545,-6-7-633,-17-6-3313,-21-5 721</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52.206"/>
    </inkml:context>
    <inkml:brush xml:id="br0">
      <inkml:brushProperty name="width" value="0.035" units="cm"/>
      <inkml:brushProperty name="height" value="0.035" units="cm"/>
    </inkml:brush>
  </inkml:definitions>
  <inkml:trace contextRef="#ctx0" brushRef="#br0">108 1 5380,'-57'45'1217,"38"-22"-225,9-8-204,-2 5-136,2 2-312,16 7-392,1 2-772,2 1-1636,7 19-589</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8.245"/>
    </inkml:context>
    <inkml:brush xml:id="br0">
      <inkml:brushProperty name="width" value="0.035" units="cm"/>
      <inkml:brushProperty name="height" value="0.035" units="cm"/>
    </inkml:brush>
  </inkml:definitions>
  <inkml:trace contextRef="#ctx0" brushRef="#br0">10 3 5124,'-10'8'891,"12"-7"-95,25-13 15731,-24 13-16394,30 6 271,60 4 0,17 2-365,-65-6-972,77 2 1,-9-8-4531,-98-1 4258,14-1-3751,5-4-2889</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8.428"/>
    </inkml:context>
    <inkml:brush xml:id="br0">
      <inkml:brushProperty name="width" value="0.035" units="cm"/>
      <inkml:brushProperty name="height" value="0.035" units="cm"/>
    </inkml:brush>
  </inkml:definitions>
  <inkml:trace contextRef="#ctx0" brushRef="#br0">181 1 7757,'-9'23'2160,"-7"-12"-272,3 1-188,4 5-312,-1 3-240,-2 0-243,-7 11-249,6-5-88,0 5-180,-3 1-352,4-1-496,-1 1-664,3-4-401,7-11-847,-3 6-1436,-1 0-2513</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8.645"/>
    </inkml:context>
    <inkml:brush xml:id="br0">
      <inkml:brushProperty name="width" value="0.035" units="cm"/>
      <inkml:brushProperty name="height" value="0.035" units="cm"/>
    </inkml:brush>
  </inkml:definitions>
  <inkml:trace contextRef="#ctx0" brushRef="#br0">1 92 10433,'44'-23'2168,"-9"9"-376,-16 5-264,10 4-331,22-7-241,-13 4-300,6 2-412,1 3-316,-7-3-484,6 4-504,-25 2-297,16-3-215,3 3-584,-19 5-1412,0 4-2081</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8.770"/>
    </inkml:context>
    <inkml:brush xml:id="br0">
      <inkml:brushProperty name="width" value="0.035" units="cm"/>
      <inkml:brushProperty name="height" value="0.035" units="cm"/>
    </inkml:brush>
  </inkml:definitions>
  <inkml:trace contextRef="#ctx0" brushRef="#br0">108 1 7629,'-19'3'3916,"13"14"-2304,-1 3-156,-2-6-252,-4 0-223,-3 6-193,4 0-144,2 9-184,1 11-440,2-6-264,7-2-668,0 2-469,3-20-451,-3 18-2296,0-4-3101</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022"/>
    </inkml:context>
    <inkml:brush xml:id="br0">
      <inkml:brushProperty name="width" value="0.035" units="cm"/>
      <inkml:brushProperty name="height" value="0.035" units="cm"/>
    </inkml:brush>
  </inkml:definitions>
  <inkml:trace contextRef="#ctx0" brushRef="#br0">1 101 12001,'28'14'2232,"-12"-20"-184,3-5-567,3 8-333,1 0-280,5 0-172,-2 3-160,9-8-196,19-1-416,-7 1-296,1 2-344,3-6-636,3 1-412,-4-3-673,-2 2-1775,0 4-3225</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176"/>
    </inkml:context>
    <inkml:brush xml:id="br0">
      <inkml:brushProperty name="width" value="0.035" units="cm"/>
      <inkml:brushProperty name="height" value="0.035" units="cm"/>
    </inkml:brush>
  </inkml:definitions>
  <inkml:trace contextRef="#ctx0" brushRef="#br0">162 38 9401,'13'-38'7602,"-17"73"-5305,2-24-2146,0 0-1,-1 0 1,0-1-1,-1 1 0,0-1 1,-7 12-1,-7 18-510,6-15-1159,0 0 1,-31 45-1,8-16-4034,13-17-1347</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381"/>
    </inkml:context>
    <inkml:brush xml:id="br0">
      <inkml:brushProperty name="width" value="0.035" units="cm"/>
      <inkml:brushProperty name="height" value="0.035" units="cm"/>
    </inkml:brush>
  </inkml:definitions>
  <inkml:trace contextRef="#ctx0" brushRef="#br0">1 290 8613,'69'-12'2280,"-37"4"-380,-3-7-288,6 4-324,-4-1-387,8-5-97,5-3-420,7-3-600,9-2-668,7-7-529,0-2-483,-1-6-1976,4 0-2645</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554"/>
    </inkml:context>
    <inkml:brush xml:id="br0">
      <inkml:brushProperty name="width" value="0.035" units="cm"/>
      <inkml:brushProperty name="height" value="0.035" units="cm"/>
    </inkml:brush>
  </inkml:definitions>
  <inkml:trace contextRef="#ctx0" brushRef="#br0">99 18 9345,'35'-17'11447,"-36"20"-12903,-2 6 828,0 0 0,-1-1 1,0 1-1,0-1 0,-1 1 1,0-1-1,0-1 0,-1 1 1,0-1-1,0 0 0,-11 9 1,-15 8-2976,-1 1-1614</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694"/>
    </inkml:context>
    <inkml:brush xml:id="br0">
      <inkml:brushProperty name="width" value="0.035" units="cm"/>
      <inkml:brushProperty name="height" value="0.035" units="cm"/>
    </inkml:brush>
  </inkml:definitions>
  <inkml:trace contextRef="#ctx0" brushRef="#br0">0 107 6501,'7'-12'2932,"-1"1"-996,16 5-1304,4 0-248,-1-2-484,23-7-452,-20-2-884,10 0-1636,0 3-1169</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821"/>
    </inkml:context>
    <inkml:brush xml:id="br0">
      <inkml:brushProperty name="width" value="0.035" units="cm"/>
      <inkml:brushProperty name="height" value="0.035" units="cm"/>
    </inkml:brush>
  </inkml:definitions>
  <inkml:trace contextRef="#ctx0" brushRef="#br0">1 81 7085,'16'-3'1632,"6"0"-320,-6-3-368,0 3-280,3-5-424,3 2-412,3 0-348,-2 1-236,-1-10-620,13-5-1276,-19 15-765</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949"/>
    </inkml:context>
    <inkml:brush xml:id="br0">
      <inkml:brushProperty name="width" value="0.035" units="cm"/>
      <inkml:brushProperty name="height" value="0.035" units="cm"/>
    </inkml:brush>
  </inkml:definitions>
  <inkml:trace contextRef="#ctx0" brushRef="#br0">271 6 7437,'-39'-5'1784,"20"10"-24,-3-2-176,6 6-120,4-6-140,-4 11-187,-3 0-185,0 6-184,-7 12-148,10-10-252,-3 7-392,3 2-616,7 1-764,-1-4-477,1 1-2539,6 5-3425</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0.120"/>
    </inkml:context>
    <inkml:brush xml:id="br0">
      <inkml:brushProperty name="width" value="0.035" units="cm"/>
      <inkml:brushProperty name="height" value="0.035" units="cm"/>
    </inkml:brush>
  </inkml:definitions>
  <inkml:trace contextRef="#ctx0" brushRef="#br0">0 9 7945,'45'-3'3880,"-26"0"-2636,3 0-236,-3 3-444,0 3-704,9-3-572,1 0-400,-4 0-600,1 0-1540,-1 3-1477</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0.353"/>
    </inkml:context>
    <inkml:brush xml:id="br0">
      <inkml:brushProperty name="width" value="0.035" units="cm"/>
      <inkml:brushProperty name="height" value="0.035" units="cm"/>
    </inkml:brush>
  </inkml:definitions>
  <inkml:trace contextRef="#ctx0" brushRef="#br0">375 124 4388,'-12'-75'2635,"-4"27"1972,-2 64-2678,-17 33-346,1 0 0,-34 71 0,16-28-908,-29 52-2124,33-45-6270,37-70 888</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0.466"/>
    </inkml:context>
    <inkml:brush xml:id="br0">
      <inkml:brushProperty name="width" value="0.035" units="cm"/>
      <inkml:brushProperty name="height" value="0.035" units="cm"/>
    </inkml:brush>
  </inkml:definitions>
  <inkml:trace contextRef="#ctx0" brushRef="#br0">61 0 3088,'-60'37'-920,"63"-19"240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542"/>
    </inkml:context>
    <inkml:brush xml:id="br0">
      <inkml:brushProperty name="width" value="0.035" units="cm"/>
      <inkml:brushProperty name="height" value="0.035" units="cm"/>
    </inkml:brush>
  </inkml:definitions>
  <inkml:trace contextRef="#ctx0" brushRef="#br0">1 91 14137,'0'0'2887,"0"4"-237,0-2-2318,1 0 1,-1 1-1,1-1 1,-1 0-1,1 0 1,0 1-1,0-1 1,-1 0-1,2 0 1,-1 0-1,0 0 1,2 2-1,0-2 5,0 1 0,0-1 0,0 0-1,0-1 1,1 1 0,-1 0 0,0-1-1,6 2 1,12 4 491,0-1-1,1-1 0,42 4 1,-36-7-966,1-1 0,47-6 0,-37-1-1547,-1-2-1,0-1 0,-1-2 1,68-29-1,-91 33 433,0 0 0,0-1-1,17-14 1,10-15-5833,-30 24 674</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652"/>
    </inkml:context>
    <inkml:brush xml:id="br0">
      <inkml:brushProperty name="width" value="0.035" units="cm"/>
      <inkml:brushProperty name="height" value="0.035" units="cm"/>
    </inkml:brush>
  </inkml:definitions>
  <inkml:trace contextRef="#ctx0" brushRef="#br0">442 1 9761,'-22'31'2004,"6"-36"24,-3-1-164,3 20-223,-9 12-257,3-3-244,-4 5-204,-2 4-180,-4-1-148,7 9-24,-1 3-336,-2 0-256,2 3-428,-2-1-652,-1-2-796,-3-3-576,10 0-2585,3 3-4004</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838"/>
    </inkml:context>
    <inkml:brush xml:id="br0">
      <inkml:brushProperty name="width" value="0.035" units="cm"/>
      <inkml:brushProperty name="height" value="0.035" units="cm"/>
    </inkml:brush>
  </inkml:definitions>
  <inkml:trace contextRef="#ctx0" brushRef="#br0">0 252 14125,'42'-28'2865,"-20"30"-349,-6-16-572,3 0-432,3 5-268,23-5-292,-7 0-744,6-3-676,7-3-396,6-3-580,7-3-616,-4 3-312,-3-5-3041,7 5-4348</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2.117"/>
    </inkml:context>
    <inkml:brush xml:id="br0">
      <inkml:brushProperty name="width" value="0.035" units="cm"/>
      <inkml:brushProperty name="height" value="0.035" units="cm"/>
    </inkml:brush>
  </inkml:definitions>
  <inkml:trace contextRef="#ctx0" brushRef="#br0">178 26 13017,'-19'-20'15494,"22"20"-14830,53-6-17,2 9-3493,-54-2 2485,0 0 1,-1 0 0,1 0 0,-1 0-1,1 1 1,-1 0 0,4 1-1,0 1-316,-8-1 421,1 0 0,0-1 1,-1 1-1,1 0 0,-1 0 0,0-1 0,0 1 0,0-1 1,0 1-1,-2 2 0,2-4 210,-3 5-106,0-1-1,0 1 1,-1-1 0,0 1-1,0-1 1,-1-1 0,1 1-1,-9 5 1,-11 9 272,-18 16 263,18-17-176,2 2 1,0 1 0,-35 41 0,39-38-1418,3-4-1765,6-5-2093,0 2-3214</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2.338"/>
    </inkml:context>
    <inkml:brush xml:id="br0">
      <inkml:brushProperty name="width" value="0.035" units="cm"/>
      <inkml:brushProperty name="height" value="0.035" units="cm"/>
    </inkml:brush>
  </inkml:definitions>
  <inkml:trace contextRef="#ctx0" brushRef="#br0">1 36 14705,'1'-2'432,"1"0"0,0 0 0,0-1 0,0 2 0,0-1 0,0 0 0,0 0 0,1 1 0,-1-1 0,0 1 0,1-1 0,-1 1-1,1 0 1,-1 0 0,1 1 0,4-2 0,4 0 352,0 1 0,-1 1 0,14 1 0,15-1 520,203-7 1189,-78 21-9623,-127-6 3461,-13-1-3482</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2.510"/>
    </inkml:context>
    <inkml:brush xml:id="br0">
      <inkml:brushProperty name="width" value="0.035" units="cm"/>
      <inkml:brushProperty name="height" value="0.035" units="cm"/>
    </inkml:brush>
  </inkml:definitions>
  <inkml:trace contextRef="#ctx0" brushRef="#br0">137 1 11421,'0'0'2132,"0"17"-196,-3 3-279,-4-6-153,-2 3-388,2 0-124,1 3-156,-3 0-160,-1 6-156,4-3-56,3 3-376,-7 2-268,4 1-520,-4-3-708,1-3-596,-4-3-721,-6 14-2063,9 0-3765</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3.055"/>
    </inkml:context>
    <inkml:brush xml:id="br0">
      <inkml:brushProperty name="width" value="0.035" units="cm"/>
      <inkml:brushProperty name="height" value="0.035" units="cm"/>
    </inkml:brush>
  </inkml:definitions>
  <inkml:trace contextRef="#ctx0" brushRef="#br0">36 4 10241,'0'0'11585,"-4"-1"-9755,-1 1-1897,-21-2 3970,26 2-3858,0 0 1,0 0-1,0 0 0,0 0 0,0 0 1,0 0-1,0 0 0,0 0 1,0 0-1,1 0 0,-1 0 0,0 0 1,0 0-1,0 0 0,0 0 0,0 0 1,0 0-1,0 0 0,0 0 0,0 1 1,0-1-1,0 0 0,0 0 0,0 0 1,0 0-1,0 0 0,0 0 1,0 0-1,0 0 0,0 0 0,0 0 1,0 0-1,0 0 0,0 0 0,0 1 1,0-1-1,0 0 0,0 0 0,0 0 1,0 0-1,0 0 0,0 0 0,0 0 1,0 0-1,0 0 0,0 0 1,0 0-1,0 0 0,0 0 0,0 1 1,0-1-1,0 0 0,0 0 0,0 0 1,0 0-1,0 0 0,0 0 0,20 8 1352,157 42 52,-52-17-3717,-86-21-1567,40 19 0,-37-11-5996,-17-8-379</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3.210"/>
    </inkml:context>
    <inkml:brush xml:id="br0">
      <inkml:brushProperty name="width" value="0.035" units="cm"/>
      <inkml:brushProperty name="height" value="0.035" units="cm"/>
    </inkml:brush>
  </inkml:definitions>
  <inkml:trace contextRef="#ctx0" brushRef="#br0">436 0 12001,'-39'26'2240,"-11"-14"-260,18 2-95,0-3-337,4 6-184,2 1-232,-9 4-208,4 7-164,-1 2-328,3 9-472,-3 6-336,10-3-604,0-3-764,3-3-620,13 3-3233,9 0-4584</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3.603"/>
    </inkml:context>
    <inkml:brush xml:id="br0">
      <inkml:brushProperty name="width" value="0.035" units="cm"/>
      <inkml:brushProperty name="height" value="0.035" units="cm"/>
    </inkml:brush>
  </inkml:definitions>
  <inkml:trace contextRef="#ctx0" brushRef="#br0">0 32 10993,'11'-27'2464,"-9"22"2679,36 8 1165,17 6-3824,-7-1-1390,319 24 2608,-3-18-9689,-271-8 1315,-31-1-4160,-57-5 7872,26 3-7793</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3.741"/>
    </inkml:context>
    <inkml:brush xml:id="br0">
      <inkml:brushProperty name="width" value="0.035" units="cm"/>
      <inkml:brushProperty name="height" value="0.035" units="cm"/>
    </inkml:brush>
  </inkml:definitions>
  <inkml:trace contextRef="#ctx0" brushRef="#br0">499 0 10629,'-60'15'2380,"16"5"-236,12-6-299,3 9-265,-2 3-340,-39 34 528,35-23-1204,0 3-368,-3 3-436,9 2-676,1-2-980,-4 3-1037,10 2-1867,9 4-3777</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4.256"/>
    </inkml:context>
    <inkml:brush xml:id="br0">
      <inkml:brushProperty name="width" value="0.035" units="cm"/>
      <inkml:brushProperty name="height" value="0.035" units="cm"/>
    </inkml:brush>
  </inkml:definitions>
  <inkml:trace contextRef="#ctx0" brushRef="#br0">11 10 6201,'0'0'7435,"-10"-9"-6873,73 49 8595,-41-27-8394,0-1 1,1-1-1,1-2 0,37 11 0,16-6-591,0-3 0,111 0 0,38-20-9369,-200 8 3249,6 1-3610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4.412"/>
    </inkml:context>
    <inkml:brush xml:id="br0">
      <inkml:brushProperty name="width" value="0.035" units="cm"/>
      <inkml:brushProperty name="height" value="0.035" units="cm"/>
    </inkml:brush>
  </inkml:definitions>
  <inkml:trace contextRef="#ctx0" brushRef="#br0">283 1 11353,'-48'25'2272,"7"10"-308,16-12-47,-1-3-573,7 0-284,3 2-204,-3 7-164,3 0-160,0 2-176,1 3-628,2-2-708,3 2-848,-2-8-740,5 2-2349,14 4-3880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4.887"/>
    </inkml:context>
    <inkml:brush xml:id="br0">
      <inkml:brushProperty name="width" value="0.035" units="cm"/>
      <inkml:brushProperty name="height" value="0.035" units="cm"/>
    </inkml:brush>
  </inkml:definitions>
  <inkml:trace contextRef="#ctx0" brushRef="#br0">0 99 11041,'0'0'2788,"4"0"230,20 0 1175,38-6 1,18-11-485,79-13-1386,34 3-2308,-139 18-1756,0 3 0,0 2-1,65 4 1,-64 7-2377,-17 5-3633,-10-1-1712</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5.061"/>
    </inkml:context>
    <inkml:brush xml:id="br0">
      <inkml:brushProperty name="width" value="0.035" units="cm"/>
      <inkml:brushProperty name="height" value="0.035" units="cm"/>
    </inkml:brush>
  </inkml:definitions>
  <inkml:trace contextRef="#ctx0" brushRef="#br0">362 0 10321,'-47'37'2304,"21"-17"-224,4 3-331,-6 3-305,5 0-312,-8-1-272,2 4-188,0 2-180,4 1-328,3 5-536,0 3-776,3-9-544,3 1-661,0 5-2207,9 0-3549</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5.640"/>
    </inkml:context>
    <inkml:brush xml:id="br0">
      <inkml:brushProperty name="width" value="0.035" units="cm"/>
      <inkml:brushProperty name="height" value="0.035" units="cm"/>
    </inkml:brush>
  </inkml:definitions>
  <inkml:trace contextRef="#ctx0" brushRef="#br0">1 115 9577,'0'0'10876,"4"-1"-8891,68-11 3048,47 3-1629,-100 8-2860,105-5 594,119-10-1612,-181 9-4135,112-27 0,-132 21 698,-12 3-3497,-11 5-1154</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5.784"/>
    </inkml:context>
    <inkml:brush xml:id="br0">
      <inkml:brushProperty name="width" value="0.035" units="cm"/>
      <inkml:brushProperty name="height" value="0.035" units="cm"/>
    </inkml:brush>
  </inkml:definitions>
  <inkml:trace contextRef="#ctx0" brushRef="#br0">153 1 10173,'-19'14'2296,"-3"0"-176,9 6-283,4 3-221,-4-3-308,3 0-248,-6 3-196,-6 17-196,10-12-128,5 4-272,7-15-448,-6 12-668,3-1-892,3-2-824,3 20-2597,-3-29-4112</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5.985"/>
    </inkml:context>
    <inkml:brush xml:id="br0">
      <inkml:brushProperty name="width" value="0.035" units="cm"/>
      <inkml:brushProperty name="height" value="0.035" units="cm"/>
    </inkml:brush>
  </inkml:definitions>
  <inkml:trace contextRef="#ctx0" brushRef="#br0">60 0 9945,'-19'69'1468,"19"-44"-304,-6 21-228,-4-12-184,4-2-188,0 2-732,3 3-528,-1 0-360,1 1-964,0-4-1208,3 6-1449</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6.520"/>
    </inkml:context>
    <inkml:brush xml:id="br0">
      <inkml:brushProperty name="width" value="0.035" units="cm"/>
      <inkml:brushProperty name="height" value="0.035" units="cm"/>
    </inkml:brush>
  </inkml:definitions>
  <inkml:trace contextRef="#ctx0" brushRef="#br0">0 75 8041,'26'12'4302,"-20"-8"-3428,1-1 0,0 0 1,-1 0-1,1 0 0,1-1 0,-1 0 0,0-1 0,13 2 1,149-6 3975,3-16-3279,-89 10-1925,113-28-3065,-91 14-1384,-63 9-2748,-21 8 30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6.664"/>
    </inkml:context>
    <inkml:brush xml:id="br0">
      <inkml:brushProperty name="width" value="0.035" units="cm"/>
      <inkml:brushProperty name="height" value="0.035" units="cm"/>
    </inkml:brush>
  </inkml:definitions>
  <inkml:trace contextRef="#ctx0" brushRef="#br0">302 0 7665,'-44'43'2144,"25"-26"-328,6 0-192,-6 3-216,-6 12-260,5-9-295,1 5-161,4-2-184,-11 8-320,4-2-636,0 2-652,3-3-397,0-2-943,3-3-1220,13-9-2257</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7.707"/>
    </inkml:context>
    <inkml:brush xml:id="br0">
      <inkml:brushProperty name="width" value="0.035" units="cm"/>
      <inkml:brushProperty name="height" value="0.035" units="cm"/>
    </inkml:brush>
  </inkml:definitions>
  <inkml:trace contextRef="#ctx0" brushRef="#br0">0 18 7609,'4'-17'8691,"-1"17"-6943,5 1-961,-1 1-1,0 0 1,0 0 0,0 0 0,0 1 0,0 0 0,11 7 0,4 0 251,0 0-1,29 7 1,-27-9-745,95 28 66,2-11-4021,-91-23-60,46-1 0,-46-1-1473,-3 0-3628</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7.866"/>
    </inkml:context>
    <inkml:brush xml:id="br0">
      <inkml:brushProperty name="width" value="0.035" units="cm"/>
      <inkml:brushProperty name="height" value="0.035" units="cm"/>
    </inkml:brush>
  </inkml:definitions>
  <inkml:trace contextRef="#ctx0" brushRef="#br0">474 10 8357,'-34'-10'2461,"32"10"-2229,1 0 0,-1 0 1,1 0-1,-1 1 1,1-1-1,-1 0 0,1 1 1,-1-1-1,1 1 1,-1-1-1,1 1 0,0 0 1,-1 0-1,1-1 1,0 1-1,0 0 0,0 0 1,0 0-1,0 0 1,0 1-1,0-1 1,0 0-1,-2 3 0,0 0 752,-7 4 119,1-1 1,-1 0-1,-19 9 0,13-7-198,1 0 0,-19 14 0,11-3-333,1 1 0,0 1 0,2 1 0,1 0-1,-32 52 1,37-51-1020,1 1 0,1 0 0,1 1 0,-8 29 0,0 7-2042,10-38-344,1 1 0,2 0 1,-5 28-1,10-5-6055</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8.604"/>
    </inkml:context>
    <inkml:brush xml:id="br0">
      <inkml:brushProperty name="width" value="0.035" units="cm"/>
      <inkml:brushProperty name="height" value="0.035" units="cm"/>
    </inkml:brush>
  </inkml:definitions>
  <inkml:trace contextRef="#ctx0" brushRef="#br0">22 84 6109,'-16'-26'7926,"15"24"-6650,1 1-1003,-1 0 0,0-1 1,1 1-1,-1 0 0,1 0 1,-1-1-1,1 1 0,0 0 1,0-1-1,0 1 0,0 0 1,-1-1-1,2 1 0,-1-1 1,0 1-1,0 0 0,0-1 1,1 1-1,-1 0 0,0 0 1,1-1-1,0 1 0,-1 0 1,1 0-1,-1 0 0,1-1 1,1 0-1,19-9 4962,-2 7-5303,97 0 3743,60 16-2742,-125-8-983,167 7-5522,-116-8-2873,-71 0 2425,-2 2-3648</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8.762"/>
    </inkml:context>
    <inkml:brush xml:id="br0">
      <inkml:brushProperty name="width" value="0.035" units="cm"/>
      <inkml:brushProperty name="height" value="0.035" units="cm"/>
    </inkml:brush>
  </inkml:definitions>
  <inkml:trace contextRef="#ctx0" brushRef="#br0">353 20 10565,'-32'-20'2376,"7"35"-256,-7 10-239,10-10-233,0 5-332,0 0-232,-1 8-232,1 6-88,3 4-252,3 4-416,-6-2-288,-3 3-556,2 3-792,8 0-580,-5-3-3437,8 0-4516</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9.215"/>
    </inkml:context>
    <inkml:brush xml:id="br0">
      <inkml:brushProperty name="width" value="0.035" units="cm"/>
      <inkml:brushProperty name="height" value="0.035" units="cm"/>
    </inkml:brush>
  </inkml:definitions>
  <inkml:trace contextRef="#ctx0" brushRef="#br0">1 43 6465,'12'-9'524,"1"4"-316,-10-10-1560,1 1-393</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0.135"/>
    </inkml:context>
    <inkml:brush xml:id="br0">
      <inkml:brushProperty name="width" value="0.035" units="cm"/>
      <inkml:brushProperty name="height" value="0.035" units="cm"/>
    </inkml:brush>
  </inkml:definitions>
  <inkml:trace contextRef="#ctx0" brushRef="#br0">0 0 5168,'0'0'11146,"1"4"-11102,5 9-174,1 0 0,0 0-1,1 0 1,0-1 0,1 0 0,0 0-1,1-1 1,20 18 0,28 34-1868,15 34-3824,-54-69 1440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8.463"/>
    </inkml:context>
    <inkml:brush xml:id="br0">
      <inkml:brushProperty name="width" value="0.035" units="cm"/>
      <inkml:brushProperty name="height" value="0.035" units="cm"/>
    </inkml:brush>
  </inkml:definitions>
  <inkml:trace contextRef="#ctx0" brushRef="#br0">1 0 7245,'0'0'6331,"1"3"-4565,2 2-1052,0 0 0,0 0-1,1 0 1,0 0 0,0 0 0,1-1-1,-1 1 1,1-1 0,5 3 0,2 3-474,2 3 434,-1 1 1,-1 0-1,0 1 1,13 21-1,25 29 230,9 5-836,-36-40-1069,2-2 0,49 44 0,-52-53 432,-11-9-302,0-1 0,1 0 0,0-1 0,15 8 0,-22-14 602,-1 0-1,1 0 1,0 0-1,0-1 0,0 0 1,0 0-1,1-1 1,-1 1-1,0-1 1,0 0-1,0 0 1,0-1-1,0 1 1,0-1-1,1 0 1,4-2-1,-4 0 129,1 1 1,-1-1-1,0 0 0,0 0 0,-1 0 0,1-1 0,-1 0 0,1 0 0,-1-1 0,0 1 0,-1-1 0,1 0 0,-1 0 1,0-1-1,0 1 0,-1-1 0,0 0 0,0 0 0,3-9 0,-1 2 155,0 0 0,-1 0 0,-1-1-1,0 1 1,-1-1 0,-1 0 0,0 0 0,-1 1 0,0-1 0,-3-19-1,1 24 156,1 0 0,-1 1-1,-1-1 1,0 1 0,0-1-1,-1 1 1,0 0-1,0 0 1,0 1 0,-1-1-1,-1 1 1,1 0 0,-1 0-1,0 1 1,-1 0-1,-13-11 1,15 15-96,0 0 0,0 0 0,0 0 0,-1 1 0,1 0 1,0 0-1,-1 0 0,1 1 0,-1-1 0,1 1 0,-1 0 0,1 1 0,-9 1 0,9-1-17,-3 0-82,0 1 0,0 1 0,0-1 0,1 1 0,0 0 0,-1 1 0,1 0-1,0 0 1,1 0 0,-1 1 0,1 0 0,0 1 0,-6 5 0,-2 4-1868,1 0 0,1 1 0,-21 33 0,16-20-3016</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8.665"/>
    </inkml:context>
    <inkml:brush xml:id="br0">
      <inkml:brushProperty name="width" value="0.035" units="cm"/>
      <inkml:brushProperty name="height" value="0.035" units="cm"/>
    </inkml:brush>
  </inkml:definitions>
  <inkml:trace contextRef="#ctx0" brushRef="#br0">0 1 6121,'54'9'1244,"-22"-4"-216,-7-5-244,1 0-132,-1 3-92,0 0-464,7 3-212,0-1-424,0-5-720,-4 3-1228,-2 3-609</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8.804"/>
    </inkml:context>
    <inkml:brush xml:id="br0">
      <inkml:brushProperty name="width" value="0.035" units="cm"/>
      <inkml:brushProperty name="height" value="0.035" units="cm"/>
    </inkml:brush>
  </inkml:definitions>
  <inkml:trace contextRef="#ctx0" brushRef="#br0">356 6 6141,'-63'-6'1796,"41"12"-268,-7-6-64,1 3-272,2-1-168,1 1-200,6 0-160,0 6-364,-4-4 136,4 4-376,3 5-392,1 1-408,2-1-204,0 0-488,0 0-2080,1 1-1973</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8.914"/>
    </inkml:context>
    <inkml:brush xml:id="br0">
      <inkml:brushProperty name="width" value="0.035" units="cm"/>
      <inkml:brushProperty name="height" value="0.035" units="cm"/>
    </inkml:brush>
  </inkml:definitions>
  <inkml:trace contextRef="#ctx0" brushRef="#br0">10 1 3984,'-10'28'88</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9.512"/>
    </inkml:context>
    <inkml:brush xml:id="br0">
      <inkml:brushProperty name="width" value="0.035" units="cm"/>
      <inkml:brushProperty name="height" value="0.035" units="cm"/>
    </inkml:brush>
  </inkml:definitions>
  <inkml:trace contextRef="#ctx0" brushRef="#br0">0 0 11321,'46'57'7324,"-5"-5"-3258,-30-37-3282,1-1 0,1 0-1,0 0 1,1-2-1,15 12 1,82 50 1040,-54-38-1103,232 160-3337,-282-192 2196,103 72-4291,-76-47 515,-5 3-3332,-16-15 25</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9.639"/>
    </inkml:context>
    <inkml:brush xml:id="br0">
      <inkml:brushProperty name="width" value="0.035" units="cm"/>
      <inkml:brushProperty name="height" value="0.035" units="cm"/>
    </inkml:brush>
  </inkml:definitions>
  <inkml:trace contextRef="#ctx0" brushRef="#br0">871 17 11761,'-26'-17'2180,"-5"37"-264,2-3-227,-3 0-173,-9 6-48,-3 6-344,-7 8-200,-6 9-196,-143 148-1800,120-123-1004,-12 4-1364,0 13-1485,-3 4-3884</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0.145"/>
    </inkml:context>
    <inkml:brush xml:id="br0">
      <inkml:brushProperty name="width" value="0.035" units="cm"/>
      <inkml:brushProperty name="height" value="0.035" units="cm"/>
    </inkml:brush>
  </inkml:definitions>
  <inkml:trace contextRef="#ctx0" brushRef="#br0">0 172 11241,'7'2'473,"-1"0"0,1 0 0,0 0 0,-1-1-1,1 0 1,0 0 0,0-1 0,0 0 0,0 0 0,12-2 0,8-3 1266,38-13 1,-8 3 567,297-46 1243,21 12-12158,-326 42 6405,22-8-4178,-41 4 778</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0.248"/>
    </inkml:context>
    <inkml:brush xml:id="br0">
      <inkml:brushProperty name="width" value="0.035" units="cm"/>
      <inkml:brushProperty name="height" value="0.035" units="cm"/>
    </inkml:brush>
  </inkml:definitions>
  <inkml:trace contextRef="#ctx0" brushRef="#br0">576 1 11797,'-20'3'1552,"-11"5"4,2 12-63,1 3-189,-4 9-244,0 5-252,-3 6-152,-3 11-116,-3 3-192,-1 6-488,1 3-568,-3 8-908,-10-8-949,0 8-2139,0 9-3693</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0.515"/>
    </inkml:context>
    <inkml:brush xml:id="br0">
      <inkml:brushProperty name="width" value="0.035" units="cm"/>
      <inkml:brushProperty name="height" value="0.035" units="cm"/>
    </inkml:brush>
  </inkml:definitions>
  <inkml:trace contextRef="#ctx0" brushRef="#br0">1 0 12085,'44'23'2144,"-15"-17"-272,9-6-219,0 0-377,-3 3-288,15-1-188,-15 4-188,10 3-200,2-1-344,1-2-468,3 3-568,3-1-656,-6 4-440,-7-1-2905,3 3-3932</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0.637"/>
    </inkml:context>
    <inkml:brush xml:id="br0">
      <inkml:brushProperty name="width" value="0.035" units="cm"/>
      <inkml:brushProperty name="height" value="0.035" units="cm"/>
    </inkml:brush>
  </inkml:definitions>
  <inkml:trace contextRef="#ctx0" brushRef="#br0">219 0 10345,'-76'60'1620,"44"-40"-52,4 3-204,-1 3-220,7-6-215,3 8-193,6 7-368,13-1-676,13 6-1285,9 3-3147,22-3-3709</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7.444"/>
    </inkml:context>
    <inkml:brush xml:id="br0">
      <inkml:brushProperty name="width" value="0.05" units="cm"/>
      <inkml:brushProperty name="height" value="0.05" units="cm"/>
      <inkml:brushProperty name="color" value="#E5F420"/>
    </inkml:brush>
  </inkml:definitions>
  <inkml:trace contextRef="#ctx0" brushRef="#br0">1 247 12433,'5'-15'476,"3"-25"6708,-8 39-7476,4-13 3884,-3 13-3341,0 1 1,0 0 0,0-1 0,0 1 0,0 0-1,0 0 1,1 0 0,-1 0 0,0 0 0,0 0 0,0 0-1,0 0 1,0 0 0,0 1 0,0-1 0,0 0-1,1 1 1,13 5 50,0 0 1,25 15-1,13 5-525,93 29-3501,-109-43 1553,1-1 0,0-3 0,0-1-1,41 2 1,-74-8 2110,-1-1 0,1 0 0,-1-1-1,0 1 1,1-1 0,-1 1 0,0-1-1,0-1 1,1 1 0,-1-1 0,0 1-1,0-1 1,-1 0 0,1 0 0,0-1-1,-1 1 1,1-1 0,4-4 0,-4 2 176,0 0 1,-1 0 0,1 0-1,-1-1 1,0 1-1,0-1 1,-1 0 0,0 0-1,0 0 1,0 0 0,1-11-1,-1 7 181,-1 0-1,-1 0 1,0 0-1,0 0 1,-1 0-1,0 0 1,0 1-1,-1-1 1,-1 0-1,0 1 1,0-1-1,0 1 1,-2 0 0,1 0-1,-1 1 1,-9-14-1,9 17-155,-1 0-1,0 0 1,0 0 0,0 0-1,-1 1 1,1 0 0,-1 1-1,0-1 1,0 1 0,-1 1-1,1-1 1,0 1 0,-1 0-1,1 1 1,-1 0 0,0 0-1,1 1 1,-1 0 0,0 0-1,0 1 1,1 0 0,-1 0-1,-12 4 1,2 0-56,1 1 0,0 0-1,0 1 1,1 1 0,0 1 0,1 0-1,0 1 1,0 0 0,-17 17 0,10-5-773,2 0 1,0 2 0,-20 32-1,-17 36-7081,22-30-2189</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7.705"/>
    </inkml:context>
    <inkml:brush xml:id="br0">
      <inkml:brushProperty name="width" value="0.05" units="cm"/>
      <inkml:brushProperty name="height" value="0.05" units="cm"/>
      <inkml:brushProperty name="color" value="#E5F420"/>
    </inkml:brush>
  </inkml:definitions>
  <inkml:trace contextRef="#ctx0" brushRef="#br0">36 12 13437,'7'-8'6914,"-13"5"-4414,-20 3-2130,19 0 842,4 0 40,3 5-1027,1-1 0,1 1-1,-1 0 1,1-1 0,0 1 0,0-1-1,0 0 1,0 0 0,1 1 0,-1-1 0,1-1-1,0 1 1,1 0 0,-1-1 0,1 0 0,-1 1-1,1-1 1,0-1 0,6 5 0,13 7 18,0-1 0,29 11 1,-51-23-213,55 23-1035,74 20-1,64 0-5666,-170-41 2055,46 2-1,-30-5-5428</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8.021"/>
    </inkml:context>
    <inkml:brush xml:id="br0">
      <inkml:brushProperty name="width" value="0.05" units="cm"/>
      <inkml:brushProperty name="height" value="0.05" units="cm"/>
      <inkml:brushProperty name="color" value="#E5F420"/>
    </inkml:brush>
  </inkml:definitions>
  <inkml:trace contextRef="#ctx0" brushRef="#br0">436 0 9153,'-30'1'2054,"-1"2"0,-34 7 0,60-9-1715,1 0 1,-1 0 0,1 1-1,-1-1 1,1 1-1,0 0 1,-1 0 0,1 1-1,0-1 1,0 1-1,1 0 1,-1 0 0,-5 6-1,8-7-253,-1 0 0,1 0 0,1 0 0,-1 0 0,0 0 0,0 0 1,1 1-1,-1-1 0,1 0 0,0 0 0,0 0 0,0 1 0,0-1 0,0 0 0,0 0 0,0 1 0,1-1 0,-1 0 0,1 0 0,0 0 0,-1 0 0,1 0 0,0 0 0,0 0 0,1 0 0,-1 0 0,0 0 0,1-1 0,-1 1 0,3 2 0,4 5 70,0-1 0,1 0 0,0 0 0,0-1-1,1 0 1,17 9 0,72 30-12,-34-17-461,34 23-756,-96-51 946,-2-1-43,0-1 176,0 1 0,0-1 0,0 0 0,0 1 0,0-1 0,0 0-1,0 0 1,0 1 0,0-1 0,0 0 0,-1 0 0,1 0 0,0 0 0,-1 0 0,1 0 0,-1 0 0,1 0 0,-1 0 0,1 0-1,-1-1 1,0 1 0,0 0 0,1 0 0,-1 0 0,0-1 0,0 1 0,0 0 0,0 0 0,0 0 0,-1 0 0,1-1 0,0 1 0,0 0-1,-2-2 1,1 1 17,-1 0 0,0 0 0,0 0 0,1 0 0,-2 0 0,1 1-1,0-1 1,0 1 0,0-1 0,-1 1 0,1 0 0,0 0 0,-1 0 0,1 0-1,-1 0 1,0 1 0,1-1 0,-1 1 0,-3-1 0,-1 1 53,-1 0 1,1 0-1,0 0 1,-1 1 0,1 0-1,-11 2 1,-4 5 33,-1 1 1,1 0 0,1 2-1,0 1 1,1 0-1,0 1 1,0 2 0,-25 24-1,2 3-805,2 2 0,-44 60 0,39-40-2171,6 1-3368,4 0-4077</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8.471"/>
    </inkml:context>
    <inkml:brush xml:id="br0">
      <inkml:brushProperty name="width" value="0.05" units="cm"/>
      <inkml:brushProperty name="height" value="0.05" units="cm"/>
      <inkml:brushProperty name="color" value="#E5F420"/>
    </inkml:brush>
  </inkml:definitions>
  <inkml:trace contextRef="#ctx0" brushRef="#br0">1 252 14773,'2'17'2025,"4"2"5455,-5-17-7047,-1-1 1,1 0 0,0 0-1,0-1 1,0 1 0,-1 0-1,1 0 1,0 0 0,0 0-1,0-1 1,0 1 0,0 0-1,2 0 1,14 2-913,102-2 2795,-1-14-3528,114-41-5988,-199 45 5660,-2-1 0,34-17 0,-54 22 1114,-1-1-1,1 0 0,-1 0 1,-1-2-1,1 1 0,-1-1 1,-1 0-1,1-1 1,9-13-1,-14 17 369,-1 0 1,0 0-1,0-1 0,0 1 1,-1-1-1,0 1 0,0-1 1,1-7-1,-2 11 130,-1 0 0,0 0 0,0 1 0,0-1 0,0 0 0,0 0 0,0 0 0,0 1 0,-1-1 0,1 0 0,-1 0 0,1 1-1,-1-1 1,1 0 0,-1 1 0,0-1 0,0 1 0,0-1 0,0 1 0,0-1 0,0 1 0,0 0 0,-1 0 0,1-1 0,0 1 0,-1 0 0,1 0 0,-1 0 0,1 0 0,-1 1 0,0-1 0,1 0 0,-1 1 0,-1-1 0,-3 0 109,0 1 1,0 0 0,0 0 0,0 1 0,0-1-1,1 1 1,-1 1 0,0-1 0,1 1-1,-8 3 1,6-2-17,-16 6 234,1 1-1,0 1 0,0 0 0,1 2 0,1 1 0,0 0 0,1 2 0,-31 32 0,-2 11-1483,-62 89-1,85-107-788,-8 13-4064,7 3-3730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8.829"/>
    </inkml:context>
    <inkml:brush xml:id="br0">
      <inkml:brushProperty name="width" value="0.05" units="cm"/>
      <inkml:brushProperty name="height" value="0.05" units="cm"/>
      <inkml:brushProperty name="color" value="#E5F420"/>
    </inkml:brush>
  </inkml:definitions>
  <inkml:trace contextRef="#ctx0" brushRef="#br0">591 140 7853,'-29'-21'1824,"27"19"-1645,1 1 1,0-1 0,-1 0-1,1 0 1,0 1-1,0-1 1,0 0-1,0 0 1,0 0-1,1 0 1,-1 0 0,0-1-1,1 1 1,0 0-1,-1 0 1,1 0-1,0 0 1,0-3-1,0 1 363,-7-71 4267,-4 93-3462,1 3-884,0 0 0,-6 24 0,-17 39 673,-36 48-271,-134 192 1,125-218-3040,36-51-743,2 2-3526,13-14-3081</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035"/>
    </inkml:context>
    <inkml:brush xml:id="br0">
      <inkml:brushProperty name="width" value="0.05" units="cm"/>
      <inkml:brushProperty name="height" value="0.05" units="cm"/>
      <inkml:brushProperty name="color" value="#E5F420"/>
    </inkml:brush>
  </inkml:definitions>
  <inkml:trace contextRef="#ctx0" brushRef="#br0">8 1 11561,'-1'0'178,"0"0"0,1 1 0,-1-1 1,1 1-1,-1-1 0,1 1 0,-1-1 0,1 1 0,0 0 0,-1-1 1,1 1-1,0-1 0,-1 1 0,1 0 0,0-1 0,0 1 0,0 0 0,0-1 1,-1 1-1,1 0 0,0 0 0,0-1 0,0 2 0,16 9 4194,-11-8-4277,23 10 2353,55 19 0,98 14-543,-109-29-1326,356 64-1927,-263-54-945,-77-12 356,125 26-7804,-129-17 361</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203"/>
    </inkml:context>
    <inkml:brush xml:id="br0">
      <inkml:brushProperty name="width" value="0.05" units="cm"/>
      <inkml:brushProperty name="height" value="0.05" units="cm"/>
      <inkml:brushProperty name="color" value="#E5F420"/>
    </inkml:brush>
  </inkml:definitions>
  <inkml:trace contextRef="#ctx0" brushRef="#br0">543 0 11253,'-82'26'1796,"40"-12"-276,-2 3-260,-1 3-251,4-5-217,-3 2-160,-4 6-536,4-3-556,6-3-596,6 6-305,0-3-395,3-6-520,17-5-1096,2 2-1721</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424"/>
    </inkml:context>
    <inkml:brush xml:id="br0">
      <inkml:brushProperty name="width" value="0.05" units="cm"/>
      <inkml:brushProperty name="height" value="0.05" units="cm"/>
      <inkml:brushProperty name="color" value="#E5F420"/>
    </inkml:brush>
  </inkml:definitions>
  <inkml:trace contextRef="#ctx0" brushRef="#br0">1 17 2704,'16'-4'1537,"1"0"0,-1 1 0,1 0 1,25 0-1,-39 3-330,15 6 1410,-6-1-1536,0 0-1,0 1 1,0 1-1,14 10 1,-16-10-790,1 0 0,0-1 0,0 0 0,0 0 0,16 4 0,-11-6-295,-1-1 0,1 0-1,1-2 1,-1 1 0,0-2-1,0 0 1,1-1 0,17-4-1,16-5-2215,61-22-1,2 0-3994,-25 14-1469</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6.540"/>
    </inkml:context>
    <inkml:brush xml:id="br0">
      <inkml:brushProperty name="width" value="0.05" units="cm"/>
      <inkml:brushProperty name="height" value="0.05" units="cm"/>
      <inkml:brushProperty name="color" value="#E5F420"/>
    </inkml:brush>
  </inkml:definitions>
  <inkml:trace contextRef="#ctx0" brushRef="#br0">1 8 8317,'0'0'23727,"2"2"-23093,18 19-625,1-2 0,0 0 0,2-2 0,0 0 0,1-1-1,1-2 1,0-1 0,1 0 0,0-2 0,43 12 0,26 2-17,168 20 0,-187-34 15,-12-1 97,50 7-2092,1-5-4607,-111-11 6139,1-1 0,-1 1 0,0-1 0,1 0 0,-1-1-1,0 1 1,1-1 0,-1 0 0,0 0 0,0 0 0,1 0 0,-1-1-1,0 0 1,4-2 0,-6 2 327,0 0 0,-1 0 0,1 0-1,-1-1 1,1 1 0,-1 0 0,0-1 0,0 1 0,0-1 0,0 1-1,-1-1 1,1 1 0,-1-1 0,1 1 0,-1-1 0,0 0 0,0 1-1,0-1 1,0 0 0,0 1 0,-1-1 0,1 1 0,-1-1-1,-2-4 1,0-7 609,-1 1 1,0 0-1,-1 0 0,-1 1 0,0-1 0,-1 1 0,0 1 0,-1-1 0,0 1 1,0 1-1,-2-1 0,1 1 0,-1 1 0,-16-12 0,17 14-43,-1 1 1,0 1-1,0-1 0,0 2 0,0-1 0,-1 2 0,0-1 0,1 1 0,-1 1 1,0 0-1,-1 1 0,1 0 0,0 0 0,0 1 0,-1 1 0,1 0 0,0 1 1,-15 3-1,-3 4-82,1 2 1,0 0 0,0 2 0,1 1-1,1 1 1,-44 34 0,-132 127-7812,154-132 2982,2 4-2512,11-7-3329</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6.746"/>
    </inkml:context>
    <inkml:brush xml:id="br0">
      <inkml:brushProperty name="width" value="0.05" units="cm"/>
      <inkml:brushProperty name="height" value="0.05" units="cm"/>
      <inkml:brushProperty name="color" value="#E5F420"/>
    </inkml:brush>
  </inkml:definitions>
  <inkml:trace contextRef="#ctx0" brushRef="#br0">7 0 15133,'29'32'3077,"-48"-15"-517,3-3-324,16 3-316,0 3-324,0 3-323,0 20-301,6-9-140,-3 0-304,4 1-436,9 2-476,-4 6-692,-2-3-160,-1-6-341,-2 3-595,2-5-436,-6-18-584,-12 34-11798</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6.966"/>
    </inkml:context>
    <inkml:brush xml:id="br0">
      <inkml:brushProperty name="width" value="0.05" units="cm"/>
      <inkml:brushProperty name="height" value="0.05" units="cm"/>
      <inkml:brushProperty name="color" value="#E5F420"/>
    </inkml:brush>
  </inkml:definitions>
  <inkml:trace contextRef="#ctx0" brushRef="#br0">126 0 9245,'-28'14'4580,"23"-12"-4025,1 0-1,-1 0 0,1 1 1,-1-1-1,1 1 0,0 0 0,0 0 1,0 0-1,0 1 0,1 0 1,-1-1-1,-5 9 0,-4 9 1481,9-15-1598,0-1-1,1 0 1,0 1-1,0 0 1,1-1-1,-3 8 1,5-11-369,-1 0 1,1 0 0,0-1 0,0 1 0,0 0 0,0 0 0,0 0-1,0 0 1,1-1 0,-1 1 0,1 0 0,-1 0 0,1-1-1,0 1 1,-1 0 0,1-1 0,0 1 0,0 0 0,0-1 0,0 0-1,1 1 1,-1-1 0,0 1 0,1-1 0,-1 0 0,2 1 0,6 4 26,-1-1 1,1 0 0,0-1 0,0 0 0,0-1 0,0 1 0,1-2 0,0 1 0,-1-1 0,1-1 0,0 0 0,16 0-1,10-2-646,1-1 0,37-8-1,101-30-5066,-72 13-1609,6 6-4517</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531"/>
    </inkml:context>
    <inkml:brush xml:id="br0">
      <inkml:brushProperty name="width" value="0.05" units="cm"/>
      <inkml:brushProperty name="height" value="0.05" units="cm"/>
      <inkml:brushProperty name="color" value="#E5F420"/>
    </inkml:brush>
  </inkml:definitions>
  <inkml:trace contextRef="#ctx0" brushRef="#br0">32 163 11065,'-13'-6'2260,"-3"0"3545,13-14-5481,3 0-536,13 0-756,22-17-812,-7 12-3065,1-4-3820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857"/>
    </inkml:context>
    <inkml:brush xml:id="br0">
      <inkml:brushProperty name="width" value="0.05" units="cm"/>
      <inkml:brushProperty name="height" value="0.05" units="cm"/>
      <inkml:brushProperty name="color" value="#E5F420"/>
    </inkml:brush>
  </inkml:definitions>
  <inkml:trace contextRef="#ctx0" brushRef="#br0">121 1 16490,'-76'17'2792,"60"-12"7737,0 1-9657,4 0-40,18-18-10633,0 1 3380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0.231"/>
    </inkml:context>
    <inkml:brush xml:id="br0">
      <inkml:brushProperty name="width" value="0.05" units="cm"/>
      <inkml:brushProperty name="height" value="0.05" units="cm"/>
      <inkml:brushProperty name="color" value="#E5F420"/>
    </inkml:brush>
  </inkml:definitions>
  <inkml:trace contextRef="#ctx0" brushRef="#br0">0 14 6949,'12'-5'562,"-10"4"-408,0 0 0,1 0 0,-1 0 0,0 0 0,0 0 0,1 0 0,-1 1 0,1-1-1,-1 1 1,0 0 0,1 0 0,-1 0 0,1 0 0,-1 0 0,1 0 0,-1 0 0,0 1 0,5 1 0,-3-1 159,0 0 0,0 0 1,0-1-1,0 1 1,0-1-1,0 0 0,0 0 1,0 0-1,0 0 1,4-2-1,-1 1 337,-4 1-396,-1 0 0,1 0 0,-1 0 0,1 0 0,-1 0 0,1 0 0,-1 1 1,1 0-1,-1-1 0,0 1 0,1 0 0,-1 0 0,0 0 0,1 0 0,-1 0 0,0 1 0,0-1 0,0 1 0,0-1 0,0 1 0,-1 0 0,1 0 0,0 0 0,1 3 0,-1-3 124,14 26 489,-15-25-1148,0 1 0,1-1 0,-1 0 0,0 1 0,1-1 0,0 0 0,0 0 0,0 0 0,0-1 0,0 1 0,0 0 0,1-1 0,-1 1 0,4 1 0,4 3-1565,1 0 0,0-1 1,12 6-1,31 11-5701</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0.463"/>
    </inkml:context>
    <inkml:brush xml:id="br0">
      <inkml:brushProperty name="width" value="0.05" units="cm"/>
      <inkml:brushProperty name="height" value="0.05" units="cm"/>
      <inkml:brushProperty name="color" value="#E5F420"/>
    </inkml:brush>
  </inkml:definitions>
  <inkml:trace contextRef="#ctx0" brushRef="#br0">721 0 11981,'-37'20'536,"12"-7"100,0 1 0,1 1 1,-28 23-1,-128 91 4118,153-113-3919,0-1 0,-2-1 0,1-2 0,-1 0 0,-32 6 0,57-17-867,1 0 0,-1 0 0,0 0 0,0 0 0,0-1 0,0 0 1,0 0-1,0 0 0,0-1 0,0 1 0,0-1 0,0 0 0,0 0 1,1 0-1,-1 0 0,0-1 0,-6-3 0,4 0-598,0 0 0,0-1 0,1 0 0,0 0-1,0 0 1,1 0 0,-8-13 0,-12-15-5534,-4 2-3899</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0.665"/>
    </inkml:context>
    <inkml:brush xml:id="br0">
      <inkml:brushProperty name="width" value="0.05" units="cm"/>
      <inkml:brushProperty name="height" value="0.05" units="cm"/>
      <inkml:brushProperty name="color" value="#E5F420"/>
    </inkml:brush>
  </inkml:definitions>
  <inkml:trace contextRef="#ctx0" brushRef="#br0">1 9 7085,'19'-8'560,"0"8"-1672,12 8-813,-12 1 301</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6.359"/>
    </inkml:context>
    <inkml:brush xml:id="br0">
      <inkml:brushProperty name="width" value="0.035" units="cm"/>
      <inkml:brushProperty name="height" value="0.035" units="cm"/>
    </inkml:brush>
  </inkml:definitions>
  <inkml:trace contextRef="#ctx0" brushRef="#br0">105 0 14041,'0'0'9378,"0"4"-7231,1 101-169,-5 174 3245,-6-125-5223,-24 273 0,20-324-436,-26 289-6903,37-318 4820,3 0-1,3 1 1,17 96 0,-5-109-9412</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6.681"/>
    </inkml:context>
    <inkml:brush xml:id="br0">
      <inkml:brushProperty name="width" value="0.035" units="cm"/>
      <inkml:brushProperty name="height" value="0.035" units="cm"/>
    </inkml:brush>
  </inkml:definitions>
  <inkml:trace contextRef="#ctx0" brushRef="#br0">0 454 14149,'19'17'1246,"0"0"1,2-1-1,-1-1 0,2-1 0,0-1 0,0-1 0,1-1 1,28 9-1,201 53 1077,253 34-4581,-64-14-1898,-367-76 3398,261 52-2124,-279-61 3166,-1-3-1,0-2 1,1-2 0,61-8-1,-100 5 128,-1-1 0,0 0 0,1-1-1,29-13 1,-39 14-131,0 0-1,0-1 1,-1 0-1,1 0 1,-1-1-1,0 0 1,-1 0-1,1 0 1,-1-1-1,0 0 1,0 0 0,-1 0-1,6-9 1,2-10 766,-1-1 0,-1 0 1,11-46-1,10-87 1125,-12 48-1282,-11 70-800,3-11 92,31-98 0,-37 135-708,1 1-1,0 0 0,1 1 1,1-1-1,0 2 0,1-1 1,1 1-1,0 0 0,0 1 1,1 0-1,16-13 0,-22 21-261,1 0 0,-1 0 0,1 0 1,0 1-1,0-1 0,0 1 0,0 1 0,0-1 0,0 1 0,0 0 0,0 0 0,1 1 0,11 1 0,36 3-11566</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9.005"/>
    </inkml:context>
    <inkml:brush xml:id="br0">
      <inkml:brushProperty name="width" value="0.035" units="cm"/>
      <inkml:brushProperty name="height" value="0.035" units="cm"/>
    </inkml:brush>
  </inkml:definitions>
  <inkml:trace contextRef="#ctx0" brushRef="#br0">81 137 10441,'0'0'17370,"18"-25"-17308,13-20 118,-29 42-95,-1-1-1,0 0 1,-1 0 0,1 0 0,-1 0 0,0 0 0,0 0 0,0 0 0,0 0 0,-2-7 0,2 6 39,-4-6 1064,-1 20-705,-2 24-45,-3 58 8,-22 146 655,-37 219-1101,64-398 0,4 62 0,2-92 0,2 1 0,1-1 0,1 0 0,10 32 0,-13-54 0,0 0 0,0-1 0,1 1 0,0 0 0,0-1 0,0 0 0,0 1 0,1-1 0,0-1 0,0 1 0,0 0 0,1-1 0,0 0 0,-1 0 0,1 0 0,1-1 0,-1 0 0,6 3 0,-4-3 0,0-1 0,0 0 0,0-1 0,0 0 0,0 0 0,1 0 0,-1-1 0,0 0 0,0-1 0,1 1 0,-1-1 0,0-1 0,0 1 0,0-1 0,7-3 0,15-6-49,-1-2 0,0-1 0,-1-1 0,45-32 0,91-89-353,-63 49 296,-59 54 363,82-53 0,-120 85-250,0-1 1,0 1-1,1 0 1,-1 0-1,0 0 1,1 0-1,-1 1 1,0-1-1,1 1 0,-1 0 1,1 0-1,-1 0 1,1 0-1,-1 1 1,1-1-1,-1 1 1,0 0-1,1 0 1,-1 0-1,5 3 1,-2-1 0,-1 1 0,1-1 0,-1 1 1,0 0-1,0 0 0,0 1 0,0-1 1,-1 1-1,7 10 0,30 51-8,-22-34 0,1-1 0,26 30 0,-38-52 0,0 0 0,1-1 0,0 0 0,0 0 0,1-1 0,0 0 0,0-1 0,1 0 0,0 0 0,16 5 0,-10-7 0,1 0 0,-1-1 0,1 0 0,-1-2 0,1 0 0,-1-1 0,1-1 0,0 0 0,-1-2 0,0 0 0,1-1 0,-1 0 0,0-1 0,-1-1 0,0-1 0,0-1 0,0 0 0,-1-1 0,19-13 0,-23 13 0,1 0 0,-1-1 0,-1 0 0,0-1 0,0 0 0,-1-1 0,0 0 0,-1 0 0,-1-1 0,9-18 0,-12 20 0,0 0 0,-1-1 0,0 1 0,0-1 0,-2 0 0,1 0 0,-1 0 0,-1 0 0,0 0 0,-1 0 0,0 0 0,-1 1 0,-6-21 0,6 25-166,0 0 0,-1 1-1,0-1 1,0 1 0,0 0 0,-1 0-1,0 0 1,0 0 0,-1 1 0,0 0-1,0 0 1,0 0 0,0 0 0,-7-4-1,2 3-485,1 1 0,-1 0-1,-1 0 1,1 1-1,0 0 1,-1 1 0,0 0-1,-15-2 1,8 3-459,0 1-1,-1 0 1,1 1 0,0 1 0,0 1 0,0 1-1,0 0 1,0 1 0,1 1 0,-29 12-1,29-7-8082</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9.362"/>
    </inkml:context>
    <inkml:brush xml:id="br0">
      <inkml:brushProperty name="width" value="0.035" units="cm"/>
      <inkml:brushProperty name="height" value="0.035" units="cm"/>
    </inkml:brush>
  </inkml:definitions>
  <inkml:trace contextRef="#ctx0" brushRef="#br0">18 54 13797,'-1'2'380,"0"0"0,1 0 0,-1 0 0,1 0-1,-1 1 1,1-1 0,0 0 0,0 0 0,0 0-1,0 0 1,0 0 0,0 0 0,1 1 0,-1-1-1,1 0 1,1 3 0,-1-2-131,-1-1 1,1 1-1,-1 0 0,1-1 0,-1 1 1,0 0-1,1 0 0,-2-1 0,1 1 1,0 0-1,0-1 0,-1 1 0,0 3 1,-1-2-1,-13 32 1559,14-34-1750,1 0 0,0 0 0,0 0 1,0 0-1,0 0 0,0 0 0,0 0 0,1 1 1,-1-1-1,1 0 0,-1 0 0,1 0 0,0 0 0,0 0 1,1 2-1,5 8 180,-3-3-206,0-1-1,1 0 1,0 0 0,1 0-1,0-1 1,0 0 0,0 0 0,11 9-1,-9-10-102,0 0-1,0-1 1,0 1-1,1-2 1,0 1-1,0-1 1,0-1-1,0 0 1,1 0-1,-1-1 0,1 0 1,0 0-1,0-1 1,13-1-1,16 1 441,1-2-1,-1-3 1,0 0-1,0-3 1,-1-1-1,0-2 1,67-26-1,-73 22-16,0-1-1,-1-2 1,0-1-1,-2-2 1,51-42 0,-78 60-308,0 0 0,0 0 0,0 0 0,0-1 0,0 1 0,0-1 0,-1 1 0,1-1 0,-1 0 1,0 1-1,0-1 0,0 0 0,0 0 0,0 0 0,0-4 0,-1 4-13,0 1 0,0 0-1,0 0 1,-1 0 0,1 0-1,-1 0 1,0-1 0,0 1-1,1 0 1,-1 0 0,0 1-1,-1-1 1,1 0 0,0 0-1,0 0 1,-4-2 0,-1-1-134,-1 0 1,0 0-1,0 0 1,0 1-1,0 0 1,-1 0-1,0 1 1,0 0-1,-10-2 1,-26-5-5408,40 10 4302,0-1 0,0 1 0,0 0 0,-1 0-1,1 1 1,0-1 0,0 1 0,-4 1 0,-4 5-10867</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0.028"/>
    </inkml:context>
    <inkml:brush xml:id="br0">
      <inkml:brushProperty name="width" value="0.035" units="cm"/>
      <inkml:brushProperty name="height" value="0.035" units="cm"/>
    </inkml:brush>
  </inkml:definitions>
  <inkml:trace contextRef="#ctx0" brushRef="#br0">194 0 11733,'-3'2'1847,"-1"1"1,1-1-1,-1 1 1,1 0-1,0 0 0,-5 6 1,-8 22 3201,13-18-5064,0 0 1,0 0-1,0 19 0,-2 8 1870,-29 150-1062,-8 58-329,41-236-470,-5 43-529,-3 0 0,-30 104 0,38-156 208,2-7-149,32-117-17,-6 17 364,-8 44 96,4 1 0,2 2 0,41-70 0,-51 102 79,1 0-1,1 1 0,2 1 0,0 1 0,1 0 0,1 2 0,1 0 0,1 1 0,27-16 0,-46 32-36,1 1-1,0-1 0,0 1 1,0 0-1,0 0 1,0 1-1,0-1 1,0 1-1,1 0 1,-1 1-1,0-1 0,1 1 1,-1 0-1,0 1 1,1-1-1,-1 1 1,0 0-1,10 3 1,-12-3-6,1 1 0,-1 0 0,0 0 0,0 0 0,0 0 0,0 0 0,-1 0 0,1 1 0,-1-1 0,1 1 0,-1 0 0,0 0 0,0 0 0,0 0 0,0 0 0,0 0 0,-1 1 1,0-1-1,0 1 0,1-1 0,-2 1 0,1-1 0,0 1 0,-1-1 0,0 1 0,0 0 0,0 5 0,-2 23 13,-2-1 0,0 0 0,-11 32-1,14-60-14,0 0 0,0 1 0,1-1 0,-1 0-1,1 1 1,-1-1 0,1 1 0,0-1-1,0 1 1,1-1 0,-1 1 0,1-1 0,0 1-1,-1-1 1,2 0 0,-1 1 0,0-1-1,1 0 1,-1 0 0,1 0 0,0 0 0,0 0-1,0 0 1,0-1 0,1 1 0,2 2-1,6 3-3,1 1-1,0-2 0,0 1 0,1-2 0,16 7 0,33 19-145,-56-28 132,0 0 0,-1 0 1,1 1-1,-1 0 0,0 0 0,-1 0 0,1 0 0,-1 1 1,0 0-1,0 0 0,-1 0 0,0 0 0,0 1 0,0-1 1,-1 1-1,0 0 0,0-1 0,0 1 0,-1 0 1,0 0-1,-1 0 0,0 0 0,0 0 0,0 0 0,-1 0 1,0 0-1,0 0 0,-1 0 0,1 0 0,-2 0 0,1-1 1,-7 13-1,-2 3 6,-2-1 1,0 0-1,-1-1 1,-32 35 0,-74 62-26,111-109 40,11-5 5,17-7 10,-15 2-18,22-8 2,0-2 0,-1-1 1,30-20-1,7-3-3,353-163 268,-396 191-242,1 0 0,-1 2 0,1 0 1,0 1-1,1 0 0,-1 2 0,1 1 0,0 0 1,0 2-1,-1 0 0,1 2 0,26 4 0,28 9-5743,-73-15 5115,0 0 0,0-1-1,0 1 1,-1-1 0,1 0 0,0 1-1,0-1 1,-1 0 0,1 0-1,0 0 1,-1 0 0,1 0 0,-1-1-1,2-1 1,1 0-2419,10-1-6442</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0.153"/>
    </inkml:context>
    <inkml:brush xml:id="br0">
      <inkml:brushProperty name="width" value="0.035" units="cm"/>
      <inkml:brushProperty name="height" value="0.035" units="cm"/>
    </inkml:brush>
  </inkml:definitions>
  <inkml:trace contextRef="#ctx0" brushRef="#br0">20 64 11041,'-10'-18'2408,"1"4"2657,15 3-4093,0-4 120,13 13-1240,-3-1-668,10 6-764,-1 2-805,4 7-2171,18 8-3553</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0.523"/>
    </inkml:context>
    <inkml:brush xml:id="br0">
      <inkml:brushProperty name="width" value="0.035" units="cm"/>
      <inkml:brushProperty name="height" value="0.035" units="cm"/>
    </inkml:brush>
  </inkml:definitions>
  <inkml:trace contextRef="#ctx0" brushRef="#br0">220 293 11597,'-60'20'2302,"55"-18"-1817,1 0-1,-1 1 1,0-1-1,1 1 1,0 0 0,0 0-1,0 0 1,0 0-1,0 1 1,-5 6-1,-8 7 1218,8-9-1171,0 0 0,0 1 1,1 0-1,1 0 0,0 0 0,0 1 0,-7 14 0,11-18-452,-1 1 1,2 0-1,-1-1 0,1 1 0,0 1 1,0-1-1,1 0 0,0 0 0,1 1 1,-1-1-1,1 0 0,1 1 0,0 7 1,0-14-83,-1 1 1,1 0 0,-1-1 0,1 1-1,-1-1 1,1 1 0,0-1-1,0 1 1,0-1 0,0 1 0,0-1-1,0 0 1,0 0 0,0 1-1,1-1 1,-1 0 0,0 0-1,1 0 1,-1 0 0,1-1 0,-1 1-1,1 0 1,-1-1 0,1 1-1,0-1 1,-1 1 0,1-1 0,0 0-1,-1 1 1,1-1 0,0 0-1,-1 0 1,1 0 0,0-1-1,-1 1 1,1 0 0,2-1 0,6-1 47,1-1 1,-1 0 0,1 0-1,14-8 1,-5 1 246,0-1 0,-1 0 0,34-29-1,50-53 969,-43 36-763,97-100 230,-33 30 172,-115 119-731,-1 0-1,1 0 1,1 1 0,-1 0 0,21-11-1,-27 17-140,-1 0 0,1 0 0,0 0 0,0 0 0,0 1 0,-1-1 0,1 1-1,0 0 1,0 0 0,0 0 0,0 0 0,0 0 0,0 1 0,-1-1 0,1 1 0,0 0-1,0 0 1,-1 0 0,1 0 0,0 0 0,-1 1 0,1-1 0,-1 1 0,0-1-1,1 1 1,-1 0 0,0 0 0,4 4 0,5 8-27,0 0 0,0 0 0,-1 1 0,-1 1 0,0-1 0,-2 1 0,1 1 0,-2 0 0,0 0 0,-1 0 0,-1 0 0,-1 1 0,0 0 0,0 24 0,-1-3-3652,-2 45 1,-1-68 1692,-1 0 0,-1-1 1,0 1-1,-1-1 0,-11 26 0,6-23-8768</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0.652"/>
    </inkml:context>
    <inkml:brush xml:id="br0">
      <inkml:brushProperty name="width" value="0.035" units="cm"/>
      <inkml:brushProperty name="height" value="0.035" units="cm"/>
    </inkml:brush>
  </inkml:definitions>
  <inkml:trace contextRef="#ctx0" brushRef="#br0">36 35 16702,'-26'-23'3084,"17"11"9573</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2.221"/>
    </inkml:context>
    <inkml:brush xml:id="br0">
      <inkml:brushProperty name="width" value="0.035" units="cm"/>
      <inkml:brushProperty name="height" value="0.035" units="cm"/>
    </inkml:brush>
  </inkml:definitions>
  <inkml:trace contextRef="#ctx0" brushRef="#br0">42 50 13117,'26'-15'2086,"-20"13"1635,-25-4-342,0 3 3077,16 3-6242,-26 3 99,26-3 2277,3 0-2588,1 1 0,-1-1-1,1 1 1,0-1 0,-1 0 0,1 1-1,-1-1 1,1 0 0,0 1-1,-1-1 1,1 0 0,0 0 0,0 0-1,-1 1 1,1-1 0,0 0-1,-1 0 1,1 0 0,1 0 0,-1 0 14,1 0-1,-1 0 1,0 0 0,0 0 0,0 0 0,1 0 0,-1 1 0,0-1 0,0 1 0,0-1 0,0 1 0,0-1 0,3 2 0,9 20-54,-12-20 350,-1-5-332,3-25 17,-2 25 294,1-12-200,-2 15-91,0-1 0,0 1 0,0-1 0,0 1 0,0 0 0,0-1 0,0 1 0,0-1 0,0 1 0,0 0 0,0-1 0,0 1 0,0-1 0,0 1 0,1 0 0,-1-1 0,0 1 0,0 0 0,0-1 0,1 1 0,-1 0 0,0-1 0,0 1 0,1 0 0,-1-1 0,0 1 0,1 0 0,-1 0 0,0 0 0,1-1 0,-1 1 0,0 0 0,1 0 0,-1 0 0,0 0 0,1-1 0,-1 1 0,1 0 0,-1 0 0,0 0 0,1 0 0,-1 0 0,1 0 0,-1 0 0,0 0 0,1 0 0,-1 0 0,1 1 0,-1-1 0,0 0 0,1 0 0,-1 0 0,0 0 0,1 0 0,-1 1 0,0-1 0,1 0 0,-1 0 0,0 1 0,1-1 0,14 15 0,-11-5 0,-1 1 0,0 0 0,0 0 0,-1 0 0,-1 0 0,0 0 0,0 15 0,1 10 0,37 297 0,-38-325-48,7 54-3170,-4-41 173,0 0 0,1 1 0,1-1 0,13 29 0,-9-34-8247</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2.537"/>
    </inkml:context>
    <inkml:brush xml:id="br0">
      <inkml:brushProperty name="width" value="0.035" units="cm"/>
      <inkml:brushProperty name="height" value="0.035" units="cm"/>
    </inkml:brush>
  </inkml:definitions>
  <inkml:trace contextRef="#ctx0" brushRef="#br0">1 632 15281,'0'-1'255,"0"1"0,0-1 0,0 1 0,1-1 0,-1 0-1,0 1 1,1-1 0,-1 1 0,0-1 0,1 1-1,-1-1 1,0 1 0,1 0 0,-1-1 0,1 1 0,-1-1-1,1 1 1,-1 0 0,1-1 0,-1 1 0,1 0 0,0 0-1,-1 0 1,1-1 0,-1 1 0,1 0 0,0 0-1,-1 0 1,1 0 0,1 0 0,36-10 2180,-14 5-821,16-8-697,0-1 0,40-21 0,-40 15-915,-1-2 1,0-2 0,-2-1-1,-1-2 1,-1-1 0,57-61-1,-79 72 23,-1 1-1,0-2 0,-1 0 0,-1 0 0,0-1 0,-2 0 0,7-20 0,-3 6 204,-3 12 350,1 1 0,0 0 0,20-27 0,-30 47-577,0-1 0,0 1 0,0 0-1,1 0 1,-1-1 0,0 1 0,0 0 0,0 0 0,1 0 0,-1-1 0,0 1 0,0 0 0,1 0 0,-1 0 0,0 0 0,1 0 0,-1-1 0,0 1 0,0 0 0,1 0 0,-1 0 0,0 0 0,1 0 0,-1 0 0,0 0-1,1 0 1,-1 0 0,0 0 0,0 0 0,1 0 0,-1 0 0,0 1 0,1-1 0,-1 0 0,0 0 0,1 0 0,8 12 8,3 20-18,-4 13 9,-2 0 0,-2 0 0,-2 1 0,-5 57 0,-5 10-1070,-2 62-3172,10-149 3305,1 1-1,2-1 1,1 0 0,10 38-1,4-17-6470,11-5-4968</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2.679"/>
    </inkml:context>
    <inkml:brush xml:id="br0">
      <inkml:brushProperty name="width" value="0.035" units="cm"/>
      <inkml:brushProperty name="height" value="0.035" units="cm"/>
    </inkml:brush>
  </inkml:definitions>
  <inkml:trace contextRef="#ctx0" brushRef="#br0">96 0 16466,'-54'9'5276,"44"5"-3268,4 1-364,-4 2-212,4-3-455,0 9-345,2-3-576,4 0-1016,4 3-445,2-6-887,4 0-620,9-5-3285,0-4-5544</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2.836"/>
    </inkml:context>
    <inkml:brush xml:id="br0">
      <inkml:brushProperty name="width" value="0.035" units="cm"/>
      <inkml:brushProperty name="height" value="0.035" units="cm"/>
    </inkml:brush>
  </inkml:definitions>
  <inkml:trace contextRef="#ctx0" brushRef="#br0">58 49 12729,'-48'-37'1928,"39"31"2685,28 3-4657,0 0-472,-6 15-584,6-4-613,-3 7-167,6 10-2164,0-2-2945</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3.415"/>
    </inkml:context>
    <inkml:brush xml:id="br0">
      <inkml:brushProperty name="width" value="0.035" units="cm"/>
      <inkml:brushProperty name="height" value="0.035" units="cm"/>
    </inkml:brush>
  </inkml:definitions>
  <inkml:trace contextRef="#ctx0" brushRef="#br0">111 268 10441,'21'12'2299,"-21"-12"-2135,0 1 1,0 0-1,0 0 1,0-1-1,0 1 1,-1 0-1,1 0 0,0-1 1,0 1-1,-1 0 1,1-1-1,0 1 1,-1 0-1,1-1 1,-1 1-1,1-1 0,-1 1 1,1-1-1,-1 1 1,1-1-1,-1 1 1,0-1-1,1 1 1,-1-1-1,0 0 0,0 1 1,-5 5 1826,-4 7-1481,1 0 0,0 0 1,2 1-1,-1 0 0,2 0 0,-10 28 0,-9 21-90,20-51-369,1 0 0,0 0-1,0 1 1,2-1 0,-1 1 0,0 15-1,3-25-48,0 0 0,0 0-1,0 0 1,1 0 0,-1 0 0,1 0-1,-1 0 1,1 0 0,0 0-1,0 0 1,0-1 0,1 1 0,2 5-1,-3-7 3,1 0-1,-1 1 1,1-1-1,0 0 1,-1 0-1,1 0 1,0 0 0,-1-1-1,1 1 1,0 0-1,0-1 1,0 1-1,0-1 1,-1 0-1,1 1 1,0-1-1,0 0 1,0 0-1,0 0 1,0-1-1,0 1 1,0 0-1,0-1 1,2 0 0,22-7 399,0-2 0,0 0 0,31-18 0,-32 14 122,1 1 0,1 2 0,0 1 1,31-8-1,-50 16-451,-1 1 1,0 0 0,1 0-1,-1 1 1,1 0 0,-1 0 0,0 1-1,1 0 1,-1 0 0,0 1 0,0 0-1,1 0 1,-2 1 0,1-1-1,0 2 1,0-1 0,-1 1 0,0 0-1,0 0 1,9 8 0,-7-4-26,-1 0 1,0 0 0,-1 1-1,1 0 1,-2 0 0,1 1 0,-1 0-1,-1-1 1,0 2 0,0-1-1,-1 0 1,3 15 0,-2-2 13,-1 0 0,-1 0 1,-1 0-1,-4 43 0,-3-22-2,-2-1 0,-2-1-1,-1 0 1,-3 0 0,-34 73-1,11-43 14,-3-1 0,-61 80 0,0-24-26,34-46-9,64-78-37,0 1 1,0-1 0,0 0-1,-1 0 1,1 0 0,-6 4-1,8-7-1,1 0-1,0 0 0,0 0 0,0 0 1,0 0-1,-1 1 0,1-1 1,0 0-1,0 0 0,-1 0 1,1 0-1,0 0 0,0 0 1,0 0-1,-1 0 0,1 0 1,0 0-1,0 0 0,0 0 1,-1 0-1,1 0 0,0 0 0,0 0 1,-1 0-1,1 0 0,0 0 1,0 0-1,0 0 0,-1 0 1,1 0-1,0-1 0,0 1 1,0 0-1,-1 0 0,1 0 1,0 0-1,0 0 0,0-1 1,3-16 2,15-19-22,1 1 0,1 1 0,26-33 1,6-9-49,111-174-200,284-467-284,-193 279 752,-251 433-192,0-1 0,0 1 0,0 0 0,1 0 0,8-8 0,-12 13-8,1 0-1,-1-1 1,0 1 0,1-1 0,0 1-1,-1 0 1,1 0 0,-1-1 0,1 1-1,-1 0 1,1 0 0,0 0 0,-1-1-1,1 1 1,-1 0 0,1 0 0,0 0-1,-1 0 1,1 0 0,-1 0 0,1 0-1,0 0 1,0 1 0,0-1-3,0 1 1,0 0-1,0 0 1,0 0-1,0-1 1,-1 1-1,1 0 1,0 0-1,-1 0 1,1 0-1,0 0 1,-1 0-1,1 1 1,-1-1-1,1 0 1,-1 2-1,8 24-20,6 41-1,-8-37-382,12 39 1,-7-36-149,1 5-677,2-1 0,21 41 0,-33-77 1158,-1 1 1,0-1 0,1 0 0,0 0-1,-1 0 1,1 0 0,0 0 0,0 0 0,0-1-1,0 1 1,0-1 0,1 1 0,-1-1-1,0 0 1,1 0 0,-1 0 0,5 1-1,-3-1 19,1 0-1,0-1 0,-1 0 0,1 0 0,-1 0 0,1 0 1,0-1-1,-1 0 0,7-1 0,5-4 72,0-1 0,0 0 1,0-1-1,15-10 0,-30 18-13,23-16 961,28-24 0,-41 30-458,1 0 0,0 1-1,0 0 1,1 1 0,0 0 0,0 1 0,1 0 0,0 2 0,0-1 0,17-3 0,-17 8-380,1 0 0,0 1 0,-1 0 0,1 1-1,0 1 1,-1 0 0,1 1 0,-1 0 0,0 1 0,0 1-1,17 8 1,34 8-2327,-55-19 1102,0-1 0,0 0 0,-1 0 0,21-2 0,69-8-10056,-46 3 350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3.783"/>
    </inkml:context>
    <inkml:brush xml:id="br0">
      <inkml:brushProperty name="width" value="0.035" units="cm"/>
      <inkml:brushProperty name="height" value="0.035" units="cm"/>
    </inkml:brush>
  </inkml:definitions>
  <inkml:trace contextRef="#ctx0" brushRef="#br0">0 378 13477,'10'1'517,"-1"0"-1,1 0 1,-1 1 0,0 1-1,1 0 1,-1 0-1,0 0 1,-1 1-1,1 1 1,-1 0-1,1 0 1,-1 0 0,-1 1-1,1 0 1,-1 1-1,0-1 1,-1 1-1,7 10 1,13 16 2601,-3 1-1,37 69 1,-51-86-2996,127 293-122,-88-190 0,-46-114 0,2 3 0,0 0 0,0 0 0,0-1 0,9 11 0,-12-17 0,0 0 0,1 0 0,-1 0 0,1-1 0,0 1 0,0-1 0,0 1 0,-1-1 0,1 0 0,0 0 0,0 0 0,1 0 0,-1 0 0,0 0 0,0 0 0,0-1 0,1 1 0,-1-1 0,0 0 0,1 1 0,-1-1 0,0 0 0,1 0 0,1-1 0,5-2 0,-1 0 0,0-1 0,0 0 0,-1 0 0,1-1 0,-1 0 0,9-8 0,-13 11 0,15-14 0,0 0 0,-1-1 0,-1-1 0,-1 0 0,0-2 0,11-20 0,63-129 0,-38 59 39,91-190-361,-111 240-511,109-198-8074,-116 213 4690,-14 25-1395,2 3-4319</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4.001"/>
    </inkml:context>
    <inkml:brush xml:id="br0">
      <inkml:brushProperty name="width" value="0.035" units="cm"/>
      <inkml:brushProperty name="height" value="0.035" units="cm"/>
    </inkml:brush>
  </inkml:definitions>
  <inkml:trace contextRef="#ctx0" brushRef="#br0">120 0 11069,'-2'4'436,"0"-1"0,0 0-1,0 1 1,1 0 0,-1-1 0,1 1 0,0 0 0,0 0-1,0-1 1,0 6 0,0-5-139,1 0 0,-1 1 0,0-1-1,-1 0 1,1 0 0,-1 0 0,0 0 0,-3 6-1,-4 4 408,0 0 0,2 0 0,0 0 0,0 1 0,-7 25 0,-14 79 961,23-97-1350,5-18-268,-1-1-1,0 0 0,1 1 1,-1-1-1,1 1 0,0-1 0,0 0 1,1 1-1,-1-1 0,1 1 1,-1-1-1,1 0 0,0 0 1,1 1-1,-1-1 0,0 0 1,1 0-1,0 0 0,-1 0 1,1 0-1,0-1 0,1 1 0,1 2 1,-1-3 39,0 0 0,0-1 0,0 1 0,-1 0 0,1-1 1,1 0-1,-1 0 0,0 0 0,0 0 0,0 0 0,1-1 0,-1 1 0,0-1 0,0 0 1,1 0-1,-1 0 0,0-1 0,1 1 0,-1-1 0,0 1 0,0-1 0,5-2 1,23-10 475,54-31 1,-40 19-2466,-33 16 919,2 0-1240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4.438"/>
    </inkml:context>
    <inkml:brush xml:id="br0">
      <inkml:brushProperty name="width" value="0.035" units="cm"/>
      <inkml:brushProperty name="height" value="0.035" units="cm"/>
    </inkml:brush>
  </inkml:definitions>
  <inkml:trace contextRef="#ctx0" brushRef="#br0">0 805 13249,'2'-10'42,"-1"-2"1196,2 0-1,-1 0 0,1 0 0,7-17 0,-9 27-1002,0 0-1,0 0 1,0 0-1,0 0 1,0 0-1,1 0 1,-1 0-1,1 0 0,-1 0 1,1 1-1,0-1 1,-1 0-1,1 1 1,0 0-1,0-1 1,0 1-1,0 0 1,1 0-1,-1 0 1,0 0-1,0 1 1,0-1-1,1 1 1,-1-1-1,0 1 1,1 0-1,-1 0 1,1 0-1,3 0 1,3 2-136,-1 0-1,1 1 1,-1 0 0,0 1 0,0-1-1,0 1 1,-1 1 0,1 0 0,-1 0 0,0 0-1,-1 1 1,1 0 0,-1 0 0,0 1-1,-1-1 1,1 1 0,-1 0 0,-1 1 0,1 0-1,-1-1 1,-1 1 0,1 0 0,-1 1-1,-1-1 1,3 13 0,-3 0-424,-1 1 0,-1 0 0,-1 0 0,-6 36 0,6-54 186,2-17 289,1 0 1,0 0-1,0 1 1,1-1-1,1 1 1,0 0-1,1 0 1,0 0-1,1 1 1,0 0-1,1 0 1,10-13-1,7-7 343,2 2-1,51-47 1,-56 58-290,1 0 1,1 1-1,0 1 0,1 1 0,1 2 1,34-15-1,-54 26-313,0 1 0,1-1 0,-1 1 0,0 1-1,1-1 1,-1 0 0,0 1 0,1 0 0,-1 1 0,0-1 0,1 1 0,-1 0 0,0 0-1,1 1 1,8 3 0,0 2-1433,0 1-1,-1 0 0,24 20 0,-2-2-4098,-34-26 5445,0 0 1,0 0 0,0 0-1,0 1 1,0-1 0,-1 0-1,1 0 1,0-1 0,0 1-1,0 0 1,0 0 0,0 0-1,0 0 1,0-1 0,0 1-1,0-1 1,0 1 0,0-1-1,2 0-414,1-1 380,0 1-1,0-1 1,0 0-1,0 0 1,0 0-1,-1-1 1,1 1-1,-1-1 1,1 0-1,-1 0 1,0 0 0,0 0-1,-1-1 1,1 1-1,-1-1 1,1 1-1,-1-1 1,2-6-1,0 3 416,-1-1-1,0 0 1,-1 0 0,0 0-1,0 0 1,-1 0-1,0-1 1,0 1-1,-1-10 1,0-63 2533,17-143 0,-15 210-2673,0-1 0,1 1 0,0 0 0,1 0 0,7-16-1,-8 24-231,0 1 0,-1 0 0,2-1 0,-1 1 0,1 1 0,0-1 0,0 0 0,0 1 0,0 0 0,1 0 0,0 0 0,0 1 0,0-1 0,10-4 0,36-5-5719</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4.847"/>
    </inkml:context>
    <inkml:brush xml:id="br0">
      <inkml:brushProperty name="width" value="0.035" units="cm"/>
      <inkml:brushProperty name="height" value="0.035" units="cm"/>
    </inkml:brush>
  </inkml:definitions>
  <inkml:trace contextRef="#ctx0" brushRef="#br0">333 6 10321,'-32'7'2117,"-1"1"1,1 1 0,0 2-1,-54 26 1,76-33-1799,0 1 1,1 0 0,0 1-1,0 0 1,0 1-1,1-1 1,0 1 0,-13 16-1,18-19-291,0-1 0,1 1 0,-1 0 0,1-1-1,0 1 1,1 0 0,-1 0 0,0 1 0,1-1 0,0 0-1,0 0 1,1 1 0,-1-1 0,1 1 0,0-1-1,0 0 1,0 1 0,0-1 0,1 0 0,0 1-1,0-1 1,0 0 0,4 9 0,-4-10-57,1 0 1,-1 0 0,1 0-1,0 0 1,0 0-1,0 0 1,0-1-1,1 1 1,-1-1 0,1 1-1,0-1 1,0 0-1,0 0 1,0 0-1,0 0 1,0-1 0,6 3-1,-3-3 6,-1 1 0,1-1 0,0-1 0,0 1 0,0-1 0,0 0 0,-1 0 0,1-1 0,0 0 0,6-1 0,1-2 86,0 0 1,0 0 0,0-2-1,-1 1 1,0-2-1,0 1 1,0-2 0,19-15-1,-18 9 532,0 0 1,-1 0-1,14-23 0,7-8 703,-31 43-1284,0 0 1,0 0 0,0 1-1,0-1 1,0 0 0,0 1-1,1-1 1,-1 1 0,1 0-1,-1 0 1,1 0 0,-1 0-1,1 0 1,-1 1-1,1-1 1,0 1 0,-1-1-1,1 1 1,0 0 0,-1 0-1,4 1 1,6 0-315,-1 2 1,0-1-1,20 9 1,2 0-650,-10-6 515,-1 0 0,1-2-1,0 0 1,-1-2 0,1 0-1,0-2 1,43-6-1,-49 4 448,1-1-1,-2-1 0,1 0 0,0-1 0,-1-1 0,0-1 1,18-11-1,-11 8 87,-22 10-208,1 1 1,0-1-1,0 0 1,0 0-1,0 0 1,-1 0 0,1 0-1,0 0 1,-1 0-1,1-1 1,-1 1-1,3-3 1,10-21-3111,-8 9-1882,-5 14 3695</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7.517"/>
    </inkml:context>
    <inkml:brush xml:id="br0">
      <inkml:brushProperty name="width" value="0.035" units="cm"/>
      <inkml:brushProperty name="height" value="0.035" units="cm"/>
    </inkml:brush>
  </inkml:definitions>
  <inkml:trace contextRef="#ctx0" brushRef="#br0">1 46 5012,'0'0'5556,"0"-2"-5289,2-6-1856,5-9 5860,-6 16-3865,-1 0-1,1 0 1,0 0 0,-1 0 0,1 0 0,0 0-1,-1 0 1,1 0 0,0 0 0,0 0-1,0 0 1,0 0 0,0 0 0,0 1 0,0-1-1,0 0 1,0 1 0,0-1 0,1 1 0,-1-1-1,0 1 1,2-1 0,-2 24 308,4 27 239,-2 0 0,-3 0 0,-10 88 0,4-74-692,4 111 1,25 56-4505,-11-126 289,1-22-2445,5-3-3920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8.014"/>
    </inkml:context>
    <inkml:brush xml:id="br0">
      <inkml:brushProperty name="width" value="0.035" units="cm"/>
      <inkml:brushProperty name="height" value="0.035" units="cm"/>
    </inkml:brush>
  </inkml:definitions>
  <inkml:trace contextRef="#ctx0" brushRef="#br0">1 523 12713,'0'0'6695,"0"3"-5140,0 7-964,1 0 0,0 1 1,0-1-1,1 0 0,1-1 0,0 1 0,0 0 0,9 17 0,-4-13-264,0-1-1,1 1 1,1-2 0,0 1-1,12 11 1,10 5-120,1-2 1,2-1 0,49 29-1,-17-19-516,2-2 0,2-4 0,0-2 0,122 29 0,-166-50 139,0-2 1,0-1-1,0-1 1,1-1 0,-1-2-1,1 0 1,28-6-1,-41 4 131,1 0 0,-1-2 0,0 0 0,0-1 0,-1 0 0,1-1 0,-1-1 0,0 0 0,-1-1 0,0 0 0,0-1 0,0-1 0,20-20 0,-15 8 78,-1 0 0,-2-1 0,0 0 0,-1-1-1,-1-1 1,-2 0 0,0-1 0,-2 0 0,-1-1-1,6-31 1,0-30-381,5-164 1,-10 90-1699,2 81-1057,3 30-4434,-7 33-2187</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8.920"/>
    </inkml:context>
    <inkml:brush xml:id="br0">
      <inkml:brushProperty name="width" value="0.035" units="cm"/>
      <inkml:brushProperty name="height" value="0.035" units="cm"/>
    </inkml:brush>
  </inkml:definitions>
  <inkml:trace contextRef="#ctx0" brushRef="#br0">305 0 12601,'-1'3'2055,"-60"103"5224,-48 90-2662,88-153-4126,2 1 1,-23 77-1,28-71-325,2 1 1,2 0-1,3 1 0,-2 64 0,9-99-211,2 0 0,-1 1-1,2-1 1,0 0 0,2 0 0,-1 0-1,9 17 1,-8-23-67,1 0 0,0 0-1,1 0 1,0-1 0,1 0 0,0 0 0,1-1 0,0 0-1,0 0 1,20 13 0,-21-16 1,1-2-1,-1 1 1,1-1 0,-1 0-1,1-1 1,0 0 0,1 0-1,-1-1 1,0-1-1,16 2 1,-11-3-1,1 0 0,0-1 0,-1-1 0,1 0 1,-1-1-1,18-5 0,2-5-40,0-1-1,-1-2 1,-1-1 0,51-36 0,171-155-198,-68 50 1155,-179 153-649,-1 0 0,1 0 0,0 1 0,0 0 1,11-4-1,-17 7-113,1 1 1,-1-1-1,1 1 1,-1 0-1,1-1 0,0 1 1,-1 0-1,1 0 1,0 0-1,-1 0 1,1 0-1,-1 0 0,1 0 1,0 1-1,-1-1 1,1 1-1,-1-1 1,1 1-1,-1-1 0,1 1 1,-1 0-1,1 0 1,-1 0-1,0 0 1,1 0-1,-1 0 1,0 0-1,0 0 0,0 0 1,0 1-1,0-1 1,1 3-1,5 9 140,-1 1 0,0 0 0,-2 1 1,5 17-1,-5-15-87,1 0 0,0 0-1,11 20 1,-13-32-88,-1 0 0,1-1 0,0 1 0,1-1 0,-1 1 1,1-1-1,0-1 0,0 1 0,0 0 0,1-1 0,-1 0 0,1 0 0,0 0 0,9 3 0,0-1-100,0-1 0,0-1 0,0 0 0,1-2 0,-1 1 0,0-1 0,1-1 1,-1-1-1,26-4 0,-19 2-39,-1-2 1,1 0-1,-1-2 1,0 0-1,-1-1 0,21-11 1,-35 16 109,-1 1 0,0-1 0,0 0 1,0 0-1,0 0 0,0-1 0,-1 1 0,1-1 1,-1 0-1,0 0 0,0 0 0,4-8 0,-7 10 15,1 0 0,-1 0 0,1 0 0,-1 0 0,0 0-1,0 0 1,0 0 0,0 0 0,0 0 0,0 0 0,0 0-1,-1 0 1,1 0 0,-1 1 0,0-1 0,1 0 0,-1 0-1,0 0 1,0 1 0,0-1 0,0 0 0,0 1 0,-1-1-1,1 1 1,0-1 0,-1 1 0,1-1 0,-1 1 0,0 0-1,1 0 1,-1 0 0,0 0 0,-3-1 0,-6-4-42,0 1-1,0 0 1,-1 1 0,0 1 0,0-1-1,0 2 1,0 0 0,-17-1-1,-106 3-1575,95 1 729,-40-1-2858,10-3-4502,63 3-223</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9.291"/>
    </inkml:context>
    <inkml:brush xml:id="br0">
      <inkml:brushProperty name="width" value="0.035" units="cm"/>
      <inkml:brushProperty name="height" value="0.035" units="cm"/>
    </inkml:brush>
  </inkml:definitions>
  <inkml:trace contextRef="#ctx0" brushRef="#br0">71 1 10405,'-26'40'3156,"21"-33"-2506,0 0-1,0 0 1,1 1 0,0-1-1,0 1 1,1 0 0,-4 11-1,4-2-313,1 0 0,1 0 0,0 0-1,1 0 1,1 1 0,0-1 0,2 0 0,0 0-1,0 0 1,2-1 0,0 1 0,9 18-1,-11-30-319,-1-1 0,1 1-1,0-1 1,1 0 0,-1 0-1,1 0 1,0 0 0,0-1-1,0 0 1,8 5-1,-9-7-8,1 0-1,-1 0 1,0-1-1,1 0 1,-1 0-1,1 0 0,0 0 1,-1 0-1,0-1 1,1 1-1,-1-1 1,6-2-1,-7 3-3,13-5 1,0-1 1,-1 0-1,21-13 0,6-2 6,-13 10 2,35-9 0,-34 12 205,34-15 0,-55 20 29,0-2 0,1 1-1,-1-1 1,-1 0 0,1-1-1,-1 0 1,0 0 0,7-8-1,-12 11-127,0 0 0,0 1-1,0-1 1,0-1 0,-1 1-1,1 0 1,-1 0 0,0-1 0,0 1-1,0 0 1,0-1 0,-1 1-1,1-6 1,-6-47 907,4 45-934,-1 0-1,2 1 1,0-14-1,0 19-631,1 1-1,1 0 1,-1 0 0,1 0-1,-1 0 1,1 0-1,1 0 1,-1 0-1,0 1 1,1-1 0,0 1-1,3-4 1,15 17-18550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9.899"/>
    </inkml:context>
    <inkml:brush xml:id="br0">
      <inkml:brushProperty name="width" value="0.035" units="cm"/>
      <inkml:brushProperty name="height" value="0.035" units="cm"/>
    </inkml:brush>
  </inkml:definitions>
  <inkml:trace contextRef="#ctx0" brushRef="#br0">155 513 13777,'-6'4'467,"4"-3"-241,0 1-1,0-1 1,0 0-1,0 0 0,0 1 1,1-1-1,-1 1 1,1-1-1,-1 1 1,1 0-1,0 0 1,-1-1-1,1 1 0,0 0 1,0 0-1,0 0 1,0 0-1,1 1 1,-2 3-1,-2 5 863,-1 0 0,0 0 0,-13 20-1,10-18 21,0 1-1,-10 26 0,4 2-430,3 0 0,2 1 0,1 0 0,3 0 1,-1 67-1,7-92-1146,2-1 0,0 0 0,1 1 0,1-2 0,0 1 0,15 31 0,-13-33-195,-5-13 543,0-1-1,0 0 0,0 0 0,0 0 0,0 0 0,0 0 1,0 0-1,1 0 0,-1-1 0,0 1 0,1-1 0,-1 1 1,0-1-1,4 0 0,-4-1 91,-1 0 1,1 1-1,0-1 1,-1 0 0,1 0-1,0 0 1,-1 0-1,1-1 1,-1 1-1,0 0 1,1-1-1,-1 1 1,0-1-1,0 1 1,0-1-1,0 1 1,0-1-1,0 0 1,1-2-1,11-38-304,-2-31 98,-2 0-1,-3-128 1,-6 115 292,16-124 0,-8 155 133,3 0-1,19-55 0,-24 91-99,2 0 0,0 0-1,1 1 1,1 1 0,0-1-1,1 2 1,1-1 0,1 2-1,18-18 1,-21 24-2,0 1-1,1 1 1,1-1-1,-1 2 1,1 0 0,25-9-1,-34 14-71,1 0-1,0 1 0,-1-1 1,1 1-1,0 0 0,-1 0 1,1 0-1,0 0 0,-1 1 1,1 0-1,-1 0 1,1 0-1,0 0 0,-1 0 1,6 3-1,-2 0 15,1 1 0,-1-1 0,0 1 0,-1 0 0,10 9 0,-7-3-7,0-1 0,-1 1 1,0 1-1,-1-1 1,0 1-1,-1 1 0,5 13 1,28 98-160,-23-65-254,44 189-1436,-57-228 1672,-1 1-1,-1-1 1,-1 1-1,-1-1 1,0 1-1,-2-1 1,0 0-1,-1 0 1,-1 0-1,-1-1 1,-9 21-1,2-10 163,-1 0 1,-2-1 0,-1-1-1,-1 0 1,-1-2-1,-24 27 1,43-53 7,0 0 1,0 0-1,0 0 1,0 0-1,1 0 1,-1 0-1,0 0 1,0 0-1,0 0 1,0 0-1,0 0 1,0 0 0,0 0-1,0 0 1,1 0-1,-1 0 1,0 0-1,0 0 1,0 0-1,0 1 1,0-1-1,0 0 1,0 0-1,0 0 1,0 0-1,0 0 1,0 0-1,0 0 1,0 0 0,1 0-1,-1 0 1,0 1-1,0-1 1,0 0-1,0 0 1,0 0-1,0 0 1,0 0-1,20-10 168,29-21-56,49-33 857,117-59 0,-201 116-568,-1 0 0,1 1 1,0 0-1,1 1 0,17-4 0,-32 9-406,0 0 0,0 0 0,0 0 0,0 0 0,0 0 0,1 0 0,-1 0 0,0 0 0,0 0 0,0 0-1,0 0 1,0 0 0,0 0 0,0 0 0,1 0 0,-1 0 0,0 0 0,0 0 0,0 0 0,0 0 0,0 0-1,0 0 1,1 0 0,-1 0 0,0 0 0,0 0 0,0 0 0,0 0 0,0 0 0,0 0 0,0 1 0,0-1-1,0 0 1,1 0 0,-1 0 0,0 0 0,0 0 0,0 0 0,0 0 0,0 0 0,0 1 0,0-1 0,0 0 0,0 0-1,0 0 1,0 0 0,0 0 0,0 0 0,0 0 0,0 1 0,0-1 0,0 0 0,0 0 0,0 0 0,0 0-1,0 0 1,0 0 0,0 0 0,0 1 0,0-1 0,0 0 0,0 0 0,-2 17 282,0 0 1,-1 0-1,0 0 1,-9 23 0,7-24-374,0 0 0,1 1 1,1 0-1,1-1 1,-1 33-1,3-44-201,1 0 0,0 0 0,0 0 0,0-1 0,1 1 1,-1 0-1,1-1 0,0 1 0,1-1 0,-1 0 0,7 8 0,-8-10-39,1 0-1,0 0 0,0 0 1,0 0-1,0 0 1,0 0-1,1-1 0,-1 1 1,0-1-1,1 0 1,-1 0-1,1 0 0,-1 0 1,1 0-1,0 0 1,-1-1-1,1 1 0,0-1 1,0 0-1,-1 0 1,1 0-1,0 0 1,4-1-1,25-7-5204,0-6-3255</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0.023"/>
    </inkml:context>
    <inkml:brush xml:id="br0">
      <inkml:brushProperty name="width" value="0.035" units="cm"/>
      <inkml:brushProperty name="height" value="0.035" units="cm"/>
    </inkml:brush>
  </inkml:definitions>
  <inkml:trace contextRef="#ctx0" brushRef="#br0">1 98 7193,'0'-43'1736,"13"29"-336,3-1-364,-1 7-292,4-1-448,16 3-500,-3 4-524,3 2-2652,16 5-1729</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0.432"/>
    </inkml:context>
    <inkml:brush xml:id="br0">
      <inkml:brushProperty name="width" value="0.035" units="cm"/>
      <inkml:brushProperty name="height" value="0.035" units="cm"/>
    </inkml:brush>
  </inkml:definitions>
  <inkml:trace contextRef="#ctx0" brushRef="#br0">261 111 11005,'-13'4'611,"1"1"0,-1 0 0,1 1 0,0 1-1,0-1 1,0 2 0,1 0 0,1 0 0,-1 1 0,1 0 0,1 1 0,-1 0 0,2 0-1,0 1 1,-13 22 0,5-1-5,0 0-55,-15 45-1,27-69-492,2 1-1,0 0 0,0 0 1,0 0-1,1 1 0,1-1 1,-1 0-1,1 0 0,1 1 0,2 10 1,-3-19-52,0 1 0,0-1 0,1 0-1,-1 1 1,1-1 0,0 1 0,-1-1 0,1 0 0,0 0 0,0 1 0,-1-1 0,1 0 0,0 0 0,0 0 0,0 0 0,1 0 0,-1 0 0,0 0-1,0 0 1,0-1 0,1 1 0,-1 0 0,0-1 0,3 1 0,0 0 27,-1 0-1,1-1 1,0 0-1,-1 0 1,1 0-1,-1 0 1,1-1 0,0 0-1,6-1 1,7-4 297,-1 0 0,1-2 0,17-10-1,-30 16-173,30-19 1179,57-46 1,3-2-244,-39 36-1006,101-45-1,-136 68-176,0 0-1,-1-1 1,0-1-1,27-24 1,-40 30 156,0-1 0,0 1 0,-1-1 0,0 0 0,0 0 0,-1-1 0,0 1 0,3-10 0,-4 10 109,1 0 0,-1 0-1,1 0 1,0 0 0,1 1-1,0-1 1,7-6 0,-9 11-114,-1 0 0,1 0 0,0 0 1,1 1-1,-1-1 0,0 1 1,0 0-1,1 0 0,-1 0 1,0 0-1,1 1 0,-1-1 1,1 1-1,-1 0 0,1 0 0,-1 0 1,1 1-1,-1-1 0,1 1 1,-1 0-1,5 1 0,6 2-17,0 1 0,0 0 0,-1 1 0,1 1 0,-1 0 0,-1 1 0,1 0 0,-1 1 0,-1 0 0,0 1 0,0 0 0,9 12 0,-13-13-23,0-1 0,0 1 0,-1 1 1,-1-1-1,1 1 0,-2 0 0,1 0 1,-2 1-1,1-1 0,-1 1 0,-1 0 1,0 0-1,0 0 0,-1 0 0,-1 0 1,0 0-1,-1 13 0,-3-3-513,0 0-1,-2 0 1,0 0 0,-1-1-1,-1 0 1,-1 0 0,-1-1 0,-1-1-1,0 1 1,-1-2 0,-1 1-1,-28 28 1,-2-6-2347,-1-3 0,-2-1 1,-78 47-1,36-29-9171</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1.350"/>
    </inkml:context>
    <inkml:brush xml:id="br0">
      <inkml:brushProperty name="width" value="0.035" units="cm"/>
      <inkml:brushProperty name="height" value="0.035" units="cm"/>
    </inkml:brush>
  </inkml:definitions>
  <inkml:trace contextRef="#ctx0" brushRef="#br0">1 43 14789,'10'-38'2519,"-9"37"-2368,-1 1-1,1-1 1,-1 1-1,1 0 1,-1-1 0,1 1-1,-1 0 1,1-1-1,-1 1 1,1 0-1,-1 0 1,1 0 0,0-1-1,-1 1 1,1 0-1,-1 0 1,1 0-1,-1 0 1,1 0-1,0 0 1,-1 0 0,1 0-1,-1 0 1,1 1-1,0-1 1,-1 0-1,1 0 1,-1 0-1,1 1 1,0-1 0,12 5 1147,-12-4-1165,0 0 1,0-1-1,0 1 0,0-1 0,0 1 0,0 0 1,0 0-1,0 0 0,-1-1 0,1 1 0,0 0 0,-1 0 1,1 0-1,0 0 0,-1 0 0,1 0 0,-1 0 1,1 2-1,2 4 299,14 23 153,-1 2 0,-1 0 0,-2 1-1,-1 0 1,-2 0 0,-1 2 0,7 57 0,4 253-513,-19-314-150,1 75-2041,31 195-1,-32-293 1969,0 0-1,0 0 1,1 0-1,0-1 1,1 1-1,0 0 1,0-1 0,1 0-1,0 0 1,0 0-1,0 0 1,1 0-1,10 10 1,-14-16 110,1 0 0,0 0 0,-1 0 0,1 0 0,0 0-1,0-1 1,0 1 0,0-1 0,0 1 0,0-1 0,0 1 0,0-1 0,0 0 0,0 0 0,0 0 0,0 0 0,0-1-1,0 1 1,0 0 0,0-1 0,0 1 0,2-2 0,6 0-90,5-2 13,1-1-1,-1 0 0,0-1 1,-1-1-1,1-1 0,-1 0 1,20-15-1,91-82-151,-56 43 435,214-204 3000,-279 263-3036,-1-1 1,1 1-1,0-1 1,0 1 0,1 0-1,-1 1 1,1-1-1,-1 1 1,1 0 0,0 0-1,0 0 1,0 1-1,0 0 1,0 0 0,0 0-1,10 0 1,-1 2 56,0 0 1,-1 2-1,1-1 1,22 9-1,14 2-3,-33-10-179,1 0 1,-1-2-1,1 0 1,-1-1-1,1 0 1,-1-2-1,1 0 1,-1-1-1,32-10 1,-21 5-82,-1-1 0,0-2 1,0-1-1,46-28 0,-71 39 71,-1 0 0,1 0-1,0 0 1,-1 0 0,1 0-1,-1-1 1,1 1 0,-1 0-1,0-1 1,0 1 0,0-1-1,1 1 1,-1-1 0,-1 0-1,1 1 1,0-1 0,0 0-1,-1 0 1,1 0 0,-1 1-1,1-1 1,-1 0 0,0 0-1,0 0 1,1 0 0,-1 0-1,-1 0 1,1 0 0,0 0-1,0 1 1,-1-1 0,1 0-1,-1 0 1,0 0 0,1 1-1,-1-1 1,-1-2 0,-1 0-1,0 1 1,0-1-1,0 0 1,0 1 0,-1 0-1,1 0 1,-1 0-1,0 0 1,0 0-1,0 1 1,0 0-1,0 0 1,-5-2 0,-12-1-270,-1 0 0,1 2 1,-1 0-1,0 1 0,0 2 1,-39 3-1,-13-1-3988,0-8-6183,55 4 1837</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1.721"/>
    </inkml:context>
    <inkml:brush xml:id="br0">
      <inkml:brushProperty name="width" value="0.035" units="cm"/>
      <inkml:brushProperty name="height" value="0.035" units="cm"/>
    </inkml:brush>
  </inkml:definitions>
  <inkml:trace contextRef="#ctx0" brushRef="#br0">8 312 10549,'0'4'2125,"1"10"-653,-1-7-870,0-1 0,0 1 0,0-1-1,-1 1 1,-2 11 0,2-11-332,-1-1 0,1 1 1,1 0-1,0-1 0,0 1 0,0-1 0,0 1 1,1 0-1,0-1 0,1 1 0,0-1 0,0 0 1,3 8-1,2 2 59,1 0 0,1-1 0,18 26-1,-25-38-306,0 0-1,0-1 0,1 0 0,-1 1 1,1-1-1,-1 0 0,1 0 0,-1 0 0,1-1 1,0 1-1,0-1 0,0 1 0,0-1 0,0 0 1,0 0-1,0-1 0,1 1 0,-1-1 1,0 1-1,0-1 0,1 0 0,-1 0 0,0 0 1,0-1-1,1 1 0,-1-1 0,0 0 1,0 1-1,5-4 0,9-3 4,-1-1 0,0 0 0,0-2 0,19-14 0,-1 1 22,-15 12-10,1 0-1,0 2 1,1 0-1,0 1 1,27-6-1,113-13 108,-152 26-128,29-5-10,-1-2 0,0-1 0,0-1 0,-1-3 0,0-1 0,64-35 0,-90 43 159,-1 0 0,0 0 0,0-1 0,0-1 1,-1 1-1,0-1 0,0-1 0,7-10 0,-13 16-89,0 0-1,0-1 0,0 0 1,0 1-1,-1-1 0,0 0 1,1 0-1,-1 1 0,-1-1 1,1 0-1,-1 0 0,1 0 1,-1 0-1,0 0 1,0 0-1,-1 0 0,1 0 1,-1 0-1,0 0 0,0 0 1,0 0-1,-1 0 0,1 1 1,-1-1-1,0 1 0,-2-4 1,-10-12 27,0 0 1,-25-25-1,-12-4-5201,49 46 2563</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2.254"/>
    </inkml:context>
    <inkml:brush xml:id="br0">
      <inkml:brushProperty name="width" value="0.035" units="cm"/>
      <inkml:brushProperty name="height" value="0.035" units="cm"/>
    </inkml:brush>
  </inkml:definitions>
  <inkml:trace contextRef="#ctx0" brushRef="#br0">29 238 11905,'-29'-20'11438,"36"68"-6817,19 23-2166,-18-52-2017,-1 0-1,6 22 1,4 43-497,-4 0 0,4 167 1,-7-191-1447,-10-62 1471,1 0 0,0 0 0,-1 0 0,1-1 0,0 1 0,0 0 0,1 0 0,-1 0 0,0 1 0,2-3 0,6-10-71,21-84-346,-25 76 386,1 0 0,0 1 0,2 0 0,0 0 0,2 1 0,0 0 0,16-22 0,-13 20 40,6-10-33,-18 31 53,0 0 1,0 0-1,0 0 0,1-1 0,-1 1 0,0 0 1,0 0-1,1 1 0,-1-1 0,1 0 0,-1 0 1,0 1-1,1-1 0,-1 1 0,1-1 1,0 1-1,-1 0 0,3-1 0,1 2 13,0 0 1,0 0-1,0 1 0,0-1 0,-1 1 1,1 0-1,-1 0 0,9 6 0,-6-4 28,-4-2 958,-9-37-754,4 11-235,2 0 0,1-1 1,0 1-1,10-44 0,34-93-3765,-38 135 1694,-1 0 0,2-29-1,-2 17-5389,-1 18-1942</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3.217"/>
    </inkml:context>
    <inkml:brush xml:id="br0">
      <inkml:brushProperty name="width" value="0.035" units="cm"/>
      <inkml:brushProperty name="height" value="0.035" units="cm"/>
    </inkml:brush>
  </inkml:definitions>
  <inkml:trace contextRef="#ctx0" brushRef="#br0">148 529 13121,'-27'-27'9123,"25"26"-7493,-1 2-333,0 0-1106,-1 0 0,1 1 0,0 0 0,0 0 0,0 0 0,0 0-1,0 0 1,0 0 0,0 1 0,1 0 0,-1-1 0,1 1 0,-3 4 0,-24 47 689,23-41-748,-1 2-85,1 1-1,1 0 1,0 0 0,1 1-1,1-1 1,-2 21 0,4-31-130,0 0 1,1 1-1,0-1 1,0 1-1,1-1 1,-1 1-1,1-1 1,1 0-1,-1 1 1,1-1-1,0 0 1,1 0-1,-1 0 1,1 0-1,1-1 1,-1 1-1,1-1 1,5 7-1,-6-10 55,-1 0 0,0-1 0,1 1 1,-1-1-1,1 1 0,-1-1 0,1 0 0,0 0 0,0 0 0,-1-1 0,1 1 0,0 0 0,0-1 0,0 0 0,0 0 1,-1 0-1,1 0 0,0 0 0,0-1 0,0 1 0,0-1 0,-1 0 0,1 1 0,0-1 0,0-1 0,4-2 1,3-1 15,0-1 1,-1-1 0,1 0 0,-1 0 0,10-12-1,-7 8-18,10-12-201,40-31 0,-60 52-232,1 4 194,0 0 1,0-1-1,0 1 1,0-1-1,0 0 1,1 0-1,5 1 0,17 7-1807,-7 6-704,-16-12 2533,-1 0 0,1-1 0,-1 0-1,1 0 1,0 0 0,0 0 0,0 0 0,0 0 0,1-1 0,-1 0 0,0 0 0,1 1-1,-1-2 1,1 1 0,4 0 0,-5-2 320,0-1 1,-1 0-1,1 0 1,-1 0-1,1 0 0,-1 0 1,0 0-1,0-1 1,3-3-1,0-1 308,3-2 289,0-1 0,-1 0 0,10-19 0,-12 19-233,1 0 0,1 0-1,0 0 1,11-12 0,-12 16-305,1 1 1,-1 0 0,1 0 0,1 0-1,-1 1 1,1-1 0,0 2 0,-1-1-1,2 1 1,-1 1 0,0-1 0,12-1-1,-15 4-99,0-1 0,0 1 0,0-1 0,1 2-1,-1-1 1,0 0 0,0 1 0,-1 0 0,1 0-1,0 1 1,0-1 0,0 1 0,-1 0 0,1 0-1,-1 0 1,1 1 0,-1 0 0,0 0 0,0 0 0,0 0-1,5 7 1,-7-8 4,5 9 233,-7-10-246,0 0 0,0 0 1,0-1-1,0 1 0,1 0 0,-1 0 0,0-1 0,1 1 1,-1 0-1,0 0 0,1-1 0,-1 1 0,1 0 0,-1-1 0,1 1 1,-1-1-1,1 1 0,0 0 0,-1-1 0,1 0 0,0 1 1,-1-1-1,2 1 0,7-5 89,-1-1 1,0 1 0,-1-2-1,1 1 1,-1-1-1,12-13 1,10-7 88,-14 13 84,2 1 0,-1 0 0,2 1 0,0 0 0,0 2 0,37-14 0,-49 21-456,0 1 1,0 0-1,0 0 1,0 1-1,0-1 1,0 1-1,0 1 1,0-1-1,10 3 1,-13-2-296,-2-4 325,-1 1 1,1-1-1,1 1 1,-1 0-1,0 0 1,0-1-1,1 1 1,0 0-1,-1 0 1,3-1-1,5-9-230,80-125-2182,-69 110 1162,1 0-1,45-44 1,-59 64 1029,0 1 1,0 0-1,1 0 1,0 1-1,0 0 1,0 0-1,0 1 1,1 0 0,0 0-1,0 1 1,0 0-1,14-2 1,6 1-382,38-1 10383,-63 5-9024,-3 0-561,0-1 0,-1 0 0,1 1 0,0-1 0,0 1 0,0 0 1,-1-1-1,1 1 0,0 0 0,0 0 0,0-1 0,0 1 0,0 0 0,0 0 0,0 0 0,0 0 0,0 0 0,1 0 1,16-2 110,4-6-1565,0 2-1,1 0 1,0 1-1,25-1 1,-31 4 409,6-1-39,-1 2-1,0 0 1,31 3-1,-50-2 1583,12 2 532,-13-2-823,-1 1-1,0-1 0,0 0 1,1 0-1,-1 0 1,0 0-1,0 0 0,1 0 1,-1 0-1,0 0 0,0 0 1,0 0-1,1-1 1,-1 1-1,0-1 0,0 1 1,0-1-1,0 1 1,1-1-1,0-1 0,19-23-1117,-14 2-6184,-7 9 395</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2.403"/>
    </inkml:context>
    <inkml:brush xml:id="br0">
      <inkml:brushProperty name="width" value="0.035" units="cm"/>
      <inkml:brushProperty name="height" value="0.035" units="cm"/>
    </inkml:brush>
  </inkml:definitions>
  <inkml:trace contextRef="#ctx0" brushRef="#br0">29 57 12921,'29'-57'13732,"-31"59"-12845,-6 5-342,6-6-470,1 0 1,-1 0-1,0 1 0,1-1 0,-1 1 0,1-1 0,0 1 0,0 0 0,-1-1 0,1 1 0,0 0 0,0 0 0,1 0 0,-1 0 0,0 0 0,1 0 0,-1 0 0,1 0 0,0 0 0,-1 4 0,-2 79 131,12 155 0,-4-171-1572,-5-30-557,-1-1-1,-2 1 1,-10 45 0,-1 18-5860,9-21-2464</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2.718"/>
    </inkml:context>
    <inkml:brush xml:id="br0">
      <inkml:brushProperty name="width" value="0.035" units="cm"/>
      <inkml:brushProperty name="height" value="0.035" units="cm"/>
    </inkml:brush>
  </inkml:definitions>
  <inkml:trace contextRef="#ctx0" brushRef="#br0">0 707 11929,'0'0'2176,"2"3"-242,6 10-561,0 0 0,1 0 0,16 15 0,-6-8-533,28 21 0,-2-7-794,56 32 0,-86-57-77,0-1 0,0 0 0,1-1 0,0 0 0,1-2 0,-1 0-1,1 0 1,0-2 0,0 0 0,0-1 0,1-1 0,-1-1 0,0 0-1,1-1 1,-1-1 0,0 0 0,0-1 0,0-1 0,0-1 0,22-10-1,-11 1 109,-1-2 0,0-1-1,-1-1 1,-1-2-1,-1 0 1,-1-1 0,0-2-1,-2 0 1,27-38-1,11-27 275,71-140 0,-40 65-198,-34 69-171,40-68-3958</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3.341"/>
    </inkml:context>
    <inkml:brush xml:id="br0">
      <inkml:brushProperty name="width" value="0.035" units="cm"/>
      <inkml:brushProperty name="height" value="0.035" units="cm"/>
    </inkml:brush>
  </inkml:definitions>
  <inkml:trace contextRef="#ctx0" brushRef="#br0">35 4 14693,'-10'-3'7766,"9"2"-7645,-1 1 1,1 0 0,0 0 0,0 1 0,0-1 0,-1 0 0,1 0 0,0 1 0,0-1-1,0 0 1,0 1 0,0-1 0,0 1 0,0-1 0,0 1 0,0 0 0,0-1 0,0 1-1,0 0 1,-1 1 0,2 2 60,0 0-1,1 0 1,-1 0 0,1 0-1,0 0 1,0-1-1,0 1 1,1 0-1,-1-1 1,4 7-1,0 2 168,20 51 749,6 18 129,72 133 1,-64-148-1021,2-2 1,61 72-1,-81-112-257,2-1 0,0 0-1,2-2 1,0 0 0,1-2 0,1-1 0,57 27 0,-56-33-160,1-1 0,0-1 0,0-2 0,1-1 0,1-1 0,-1-2 0,1-1 0,-1-2 0,1 0 0,0-2 0,-1-2 0,1 0 0,-1-3 1,0 0-1,0-2 0,-1-1 0,0-1 0,0-1 0,-1-2 0,-1-1 0,27-18 0,-40 22 130,-1 0 0,0 0 0,-1-1 0,0 0-1,-1-1 1,0-1 0,-1 0 0,0 0 0,-1-1 0,-1 0 0,0-1 0,-1 1 0,-1-2-1,0 1 1,-1-1 0,0 1 0,-2-1 0,0-1 0,0 1 0,-2 0 0,0-1-1,-1-16 1,-2 10 312,0 6 16,0 0 0,2 0 0,0-1 0,2-17 1,-1 29-179,1 0 1,-1 0-1,1 0 1,0 0-1,1 1 1,-1-1-1,1 1 1,0-1-1,1 1 0,-1 0 1,1 0-1,0 0 1,0 1-1,1 0 1,5-5-1,11-7 99,0 2-1,1 0 1,0 1-1,1 2 0,0 0 1,1 2-1,0 0 1,33-7-1,-26 10-53,-1 0 0,1 3 0,0 0 1,1 2-1,-1 1 0,45 6 0,-60-4-63,0 1 0,-1 1 0,1 0 0,-1 1 0,0 1 0,-1 0 0,1 1 0,24 16 0,-29-15-36,1 0-1,-2 1 1,1 0 0,-1 1 0,-1 0 0,1 0 0,-2 1 0,0 0-1,0 0 1,-1 0 0,6 15 0,12 41-1575,18 79 0,-7-21-6757,-24-95 2225,9 10-3656</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4.061"/>
    </inkml:context>
    <inkml:brush xml:id="br0">
      <inkml:brushProperty name="width" value="0.035" units="cm"/>
      <inkml:brushProperty name="height" value="0.035" units="cm"/>
    </inkml:brush>
  </inkml:definitions>
  <inkml:trace contextRef="#ctx0" brushRef="#br0">0 972 12957,'2'-2'2038,"41"-56"3630,28-27-2619,-58 70-2603,-2 2 6,-2 0 0,1 0 0,11-23 0,-18 29-289,1 0 1,-2 0-1,1 0 1,-1 0 0,0 0-1,0 0 1,-1-1-1,0 1 1,-1-1 0,1-7-1,-2 12-97,1-1-1,-1 1 1,0 0 0,1 0-1,-1-1 1,-1 1-1,1 0 1,0 0-1,-3-3 1,4 5-57,-1 0 0,1 1 0,-1-1-1,0 0 1,1 0 0,-1 1 0,0-1 0,1 0 0,-1 1 0,0-1-1,0 1 1,1-1 0,-1 1 0,0 0 0,0-1 0,0 1 0,0 0 0,0-1-1,1 1 1,-1 0 0,0 0 0,0 0 0,0 0 0,0 0 0,0 0-1,0 0 1,0 0 0,0 0 0,0 0 0,0 1 0,1-1 0,-1 0-1,0 1 1,0-1 0,0 0 0,0 1 0,1-1 0,-2 2 0,-8 5 28,0 2 0,1-1 0,0 1 0,1 1 1,0 0-1,0 0 0,1 0 0,1 1 0,-1 0 1,2 0-1,0 1 0,-6 15 0,2 0 3,2 0 0,0 1 0,1-1 0,-2 44-1,7-54-20,1 0 0,0 0 0,1 0-1,1 0 1,1-1 0,0 1 0,11 29-1,-13-41-28,1 0 0,1 0-1,-1-1 1,1 1-1,0 0 1,0-1-1,0 0 1,0 1-1,1-1 1,0 0 0,0-1-1,0 1 1,0-1-1,0 0 1,1 0-1,0 0 1,-1-1 0,1 1-1,0-1 1,0 0-1,0-1 1,1 1-1,-1-1 1,0 0-1,1 0 1,-1-1 0,0 1-1,7-1 1,10-2-124,0-1 0,-1-1 0,1 0 0,-1-2 0,0-1 1,0 0-1,-1-1 0,0-2 0,-1 0 0,0-1 0,0 0 1,21-19-1,-12 7 101,-1-1 1,-1-1-1,-2-1 1,0-2-1,-2 0 1,32-55-1,-42 60 710,15-48 0,-18 47-362,-8 21-56,21 4-56,-14 0-187,0 1 0,-1 0-1,1 1 1,-1 0 0,0 0-1,0 0 1,0 1 0,0 0 0,10 8-1,-8-6 8,0 0-1,0-1 0,19 8 1,-23-12-21,-1 1 0,1-2 0,-1 1 0,1 0 0,0-1 0,-1 0 0,1 0 1,-1 0-1,1-1 0,0 1 0,-1-1 0,1 0 0,-1-1 0,1 1 0,-1-1 0,0 1 1,0-2-1,0 1 0,0 0 0,5-4 0,6-6 21,-1-1-1,0 0 1,21-27 0,8-7 189,-15 21 24,0 1-1,2 2 1,0 1-1,2 1 1,59-29-1,-75 42-148,0 2-1,1 0 1,0 2 0,-1-1-1,1 2 1,1 0 0,-1 1-1,0 1 1,1 1 0,-1 0-1,0 1 1,1 1 0,-1 0-1,32 10 1,-20-2-124,-14-5-41,0 0-1,0 0 1,0-1 0,1-1 0,18 1 0,-28-5 6,0 0 1,0 0-1,0 0 1,0-1-1,0 0 1,0 0-1,-1 0 1,1-1-1,-1 0 0,1 0 1,-1 0-1,0-1 1,0 1-1,5-7 1,5-4-81,-2 0 0,0-1 0,13-19 0,-8 8 18,-1-1-1,-1-1 1,-1-1-1,-2 0 0,-1-1 1,-1 0-1,-1 0 1,5-34-1,-15 61 140,1-1-1,-1 1 0,0 0 0,1-1 1,-2 1-1,1-1 0,0 1 0,-1-1 0,1 1 1,-1 0-1,0-1 0,0 1 0,0 0 1,-1 0-1,1 0 0,-1 0 0,-3-5 0,4 7 12,0 0 0,0 0 0,0 0-1,0 1 1,0-1 0,0 0-1,0 0 1,0 1 0,0-1-1,-1 1 1,1-1 0,0 1 0,0-1-1,-1 1 1,1 0 0,0 0-1,-1 0 1,-1 0 0,1 0 12,-1 0 0,1 1 0,0-1 0,-1 1 0,1 0 0,0 0 0,-1 0 0,1 0 0,0 0 0,0 0 0,0 1 0,-4 2 0,-3 5 68,0 0 0,1 0 1,0 1-1,0 0 0,1 0 0,1 1 0,-1-1 0,2 2 1,0-1-1,0 1 0,1-1 0,0 1 0,-2 14 0,3-13-22,1 0-1,0 1 0,1-1 0,0 0 1,1 1-1,1-1 0,0 0 0,1 0 0,0 1 1,1-1-1,0-1 0,8 19 0,-9-27-94,0 0-1,0-1 0,0 1 0,1-1 1,0 1-1,-1-1 0,1 0 0,0 0 1,1 0-1,-1 0 0,0 0 0,1-1 1,0 0-1,0 1 0,4 1 0,-1-2-131,0 1-1,0-1 0,1-1 1,-1 1-1,0-1 0,1 0 0,0-1 1,7 0-1,7-2-465,0-1 1,-1-1-1,0-1 1,0 0-1,25-11 1,13-9-2997,104-59 0,-71 28-3086,-13 5-3348</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4.374"/>
    </inkml:context>
    <inkml:brush xml:id="br0">
      <inkml:brushProperty name="width" value="0.035" units="cm"/>
      <inkml:brushProperty name="height" value="0.035" units="cm"/>
    </inkml:brush>
  </inkml:definitions>
  <inkml:trace contextRef="#ctx0" brushRef="#br0">21 466 9897,'-12'-23'7743,"10"21"-6009,1 1-1504,1 0 0,-1 0 0,1 1 1,-1-1-1,1 0 0,-1 0 0,1 0 0,-1 1 1,1-1-1,0 0 0,0 0 0,-1 0 0,1 0 1,0 0-1,0 0 0,0 0 0,0 0 0,0 0 1,0 0-1,0 0 0,0 0 0,0 1 0,1-1 1,-1 0-1,1-1 0,0 1-135,0 0 0,0 0 1,0 1-1,1-1 0,-1 1 0,0-1 0,0 1 1,1 0-1,-1-1 0,0 1 0,1 0 0,-1 0 1,0 0-1,1 0 0,-1 0 0,0 0 0,1 0 1,-1 1-1,0-1 0,0 0 0,1 1 0,-1-1 1,2 1-1,3 2 2,0 0 1,1 0-1,-1 0 0,0 0 1,-1 1-1,1 0 1,-1 0-1,6 6 0,38 43 45,-39-39-256,0 0 1,-1 1-1,0 1 1,-2 0-1,1 0 0,-2 0 1,0 1-1,-1 0 1,-1 0-1,4 30 1,-6-31 88,-2 0 0,1 0 0,-2-1 1,0 1-1,-1 0 0,0-1 0,-1 1 1,-1-1-1,-1 0 0,0 0 1,-14 28-1,17-39 105,-1 0 0,1-1 0,-1 1 0,0-1 0,0 1 0,0-1 0,-4 3 0,2-2 83,0-28 578,5 12-660,1-1 1,1 1 0,0 1-1,0-1 1,1 0-1,0 0 1,1 1-1,10-19 1,54-91 50,-44 82-260,135-206-2507,-117 190 797,2 3 1,79-73 0,-6 23-2966,-41 43-2521,-62 48 1184</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4.826"/>
    </inkml:context>
    <inkml:brush xml:id="br0">
      <inkml:brushProperty name="width" value="0.035" units="cm"/>
      <inkml:brushProperty name="height" value="0.035" units="cm"/>
    </inkml:brush>
  </inkml:definitions>
  <inkml:trace contextRef="#ctx0" brushRef="#br0">108 837 9381,'-27'21'2563,"25"-19"-1372,1 0-66,-9 13 50,1 1-1,1 0 1,-7 18-1,5-2-759,0 0 0,-6 38 0,16-69-378,0 0 1,0 0-1,0 1 1,0-1-1,1 0 1,-1 0-1,0 1 1,0-1 0,1 0-1,-1 0 1,1 0-1,-1 0 1,1 0-1,-1 1 1,1-1-1,0 0 1,0 0 0,-1-1-1,1 1 1,0 0-1,0 0 1,0 0-1,0 0 1,0-1-1,0 1 1,0 0 0,0-1-1,0 1 1,0-1-1,3 1 1,30 7 1156,-1-14 555,-30 5-765,0 1-79,4-1-624,0-1-1,0 1 1,-1-1 0,1-1 0,0 1-1,-1-1 1,1 0 0,-1-1-1,0 0 1,10-7 0,54-49 170,110-122 1,-148 145-432,-3-2-1,-1-1 1,-2-1 0,-2-1 0,24-57 0,-21 22-11,-3-1 0,17-103 0,4-15-96,-43 228 83,0-12 14,17 241 854,-11-206-683,2-1 1,30 91 0,-37-135-163,1-1 1,0 0 0,0 0 0,1 0 0,0 0 0,1-1 0,12 15 0,-15-20-14,1 0 0,-1 0 0,0 0 1,1-1-1,-1 1 0,1-1 0,0 0 0,0 0 1,0 0-1,0-1 0,0 1 0,0-1 1,0 0-1,1 0 0,-1 0 0,0-1 0,1 0 1,-1 1-1,0-1 0,1-1 0,5 0 1,2-2-7,0 0 1,0-1 0,-1-1 0,0 0 0,1 0 0,15-11 0,65-51 301,-56 39 65,-34 26-440,0 1 0,0-1 0,1 1 0,-1-1 0,0 1 0,1 0 0,-1 0 0,1 0 0,-1 0 1,1 1-1,0-1 0,-1 1 0,1-1 0,0 1 0,-1 0 0,1 0 0,0 0 0,0 0 0,-1 1 0,1-1 0,4 2 0,19 12-5422,0 7-5416,-13-10-729</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5.658"/>
    </inkml:context>
    <inkml:brush xml:id="br0">
      <inkml:brushProperty name="width" value="0.035" units="cm"/>
      <inkml:brushProperty name="height" value="0.035" units="cm"/>
    </inkml:brush>
  </inkml:definitions>
  <inkml:trace contextRef="#ctx0" brushRef="#br0">1 964 10125,'7'-24'894,"7"-32"2354,-13 16 807,-1 40-3984,1-1-1,-1 0 0,1 1 1,-1-1-1,1 0 1,0 1-1,-1-1 0,1 1 1,-1-1-1,1 1 0,0-1 1,0 1-1,-1 0 1,1-1-1,0 1 0,0 0 1,-1-1-1,1 1 0,0 0 1,0 0-1,0 0 0,1 0 1,16-3 359,-13 3-351,-1 0 0,1 1 0,-1 0 0,1 0 0,-1 0 1,1 0-1,-1 1 0,0 0 0,0 0 0,0 0 1,0 0-1,0 1 0,0-1 0,-1 1 0,1 0 0,-1 0 1,4 5-1,5 6 160,-1 1 1,0 0 0,8 18 0,7 9 558,-23-38-597,0-1 0,-1 0-1,2 0 1,-1 0 0,0-1-1,1 1 1,-1-1-1,1 0 1,0 0 0,-1 0-1,1 0 1,0 0 0,0-1-1,0 0 1,1 0-1,-1 0 1,8 0 0,6 0-46,1-1 0,34-4 0,-6 0-204,-29 4-178,0 0 0,0 2 0,-1 0 0,1 1 1,0 0-1,-1 2 0,0 0 0,29 12 1,-43-15 184,1 0 0,-1 1 0,0-1 0,0 0 1,0 1-1,-1 0 0,1 0 0,0-1 1,-1 2-1,0-1 0,0 0 0,0 0 0,0 1 1,0-1-1,-1 1 0,0-1 0,1 1 0,-1 0 1,0 0-1,-1-1 0,1 1 0,-1 0 0,0 0 1,0 0-1,0 0 0,0-1 0,-1 6 0,-1 1-6,0 1 1,-1-1-1,0 1 0,0-1 0,-1 0 0,0-1 0,-1 1 0,-10 16 0,-41 47-52,32-43 238,-36 58 0,59-85-64,20-6 97,76-14-185,-92 17-96,-2-1 98,-1 0 0,1 1 0,-1-1 0,1 1 0,0-1 0,-1 1 0,1-1 0,-1 1 0,1-1-1,0 1 1,0 0 0,-1-1 0,1 1 0,0 0 0,0 0 0,-1-1 0,1 1 0,0 0 0,0 0 0,-1 0 0,2 0 0,17-6-168,15-19 84,59-58 0,177-212 141,-216 235 111,93-108 741,-64 78-200,-81 87-636,-3 8 7,-2 7-59,1 0 0,0 0 0,1 0-1,0 0 1,1 0 0,1 1 0,0-1 0,3 16-1,-3-24-51,0 1 0,0-1 0,0 0 0,0 0-1,1 0 1,0 0 0,0 0 0,0-1-1,0 1 1,1 0 0,-1-1 0,1 0 0,0 1-1,0-1 1,0-1 0,1 1 0,-1 0 0,0-1-1,1 1 1,0-1 0,0 0 0,0 0 0,0-1-1,0 1 1,0-1 0,0 0 0,6 1 0,2-1-28,0-1 1,0 0-1,0-1 0,-1 0 1,1-1-1,0 0 1,-1-1-1,19-6 1,89-45-321,-108 49 346,175-98-286,-150 80 321,-1-1 0,-2-2 0,31-31 0,-58 51 17,2-1 21,0-1 0,-1-1 0,9-10 0,-16 18-19,1 0 0,0 0 0,0 0 0,-1 0 0,1 0 1,0 0-1,-1 0 0,1 0 0,-1-1 0,1 1 0,-1 0 0,0 0 0,1 0 0,-1-1 0,0 1 0,0 0 0,0 0 0,0 0 0,0-1 0,0 1 0,0 0 1,0 0-1,-1-1 0,1 1 0,0 0 0,-1 0 0,1 0 0,-1 0 0,1 0 0,-1-1 0,0 1 0,1 0 0,-1 0 0,0 1 0,0-1 0,0 0 0,-1-1 0,0 1 4,1 0 1,-1 1-1,0-1 0,0 1 0,0-1 0,1 1 0,-1 0 0,0-1 0,0 1 0,0 0 0,0 0 0,0 0 0,0 1 0,1-1 0,-1 0 0,0 1 0,-2 0 0,-33 14 50,29-11-44,-8 5-26,1 0 0,1 1 0,0 0 1,0 2-1,1-1 0,1 1 0,0 1 0,0 0 0,1 1 0,-16 27 0,25-38-52,0 1-1,0-1 0,0 0 1,1 0-1,0 1 0,-1-1 1,1 1-1,1 0 0,-1-1 1,0 1-1,1 0 1,0 6-1,0-9 38,0 0 0,0-1 0,0 1 0,0 0 0,1 0 0,-1-1 0,0 1 0,1 0 0,-1 0 0,0-1 0,1 1 0,-1 0 0,1-1 0,-1 1-1,1-1 1,0 1 0,-1 0 0,1-1 0,-1 1 0,1-1 0,0 0 0,1 1 0,-1 0-13,1-1 1,0 1-1,0-1 0,0 0 0,0 0 0,-1 0 0,1 0 0,0 0 1,0 0-1,0-1 0,0 1 0,-1-1 0,1 1 0,2-1 0,12-5 56,1-1-1,-1-1 1,0 0 0,-1-1-1,0 0 1,-1-1-1,0-1 1,0 0-1,-1-1 1,0-1-1,-1 0 1,-1 0 0,0-1-1,-1-1 1,0 1-1,-1-2 1,-1 1-1,-1-1 1,0-1-1,-1 1 1,0-1-1,3-20 1,-5 15 453,-1-1 0,-1 1 0,-1-1 0,0 0 0,-2 0 0,-6-36 0,0 6 1501,2-1-1,1-55 1,4 108-1948,0-1 1,0 0-1,0 0 0,0 0 0,0 1 1,0-1-1,1 0 0,-1 0 0,0 1 1,1-1-1,-1 0 0,1 1 0,1-3 1,-2 4-16,0 0 1,1 0 0,-1 0-1,1 1 1,-1-1 0,1 0-1,-1 0 1,0 0-1,1 0 1,-1 0 0,1 1-1,-1-1 1,0 0 0,1 0-1,-1 1 1,0-1 0,1 0-1,-1 1 1,0-1 0,0 0-1,1 1 1,-1-1-1,0 0 1,0 1 0,1-1-1,-1 0 1,0 1 0,0-1-1,0 1 1,0 0 0,18 42 416,-12-16-1563,-1 0 0,-1 0 0,-2 0 0,0 37 0,-13 110-9546,8-151 9336,-5 46-10745</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6.121"/>
    </inkml:context>
    <inkml:brush xml:id="br0">
      <inkml:brushProperty name="width" value="0.035" units="cm"/>
      <inkml:brushProperty name="height" value="0.035" units="cm"/>
    </inkml:brush>
  </inkml:definitions>
  <inkml:trace contextRef="#ctx0" brushRef="#br0">12 95 15405,'-12'-70'6017,"15"58"-1927,14-1-1255,-14 17-2441,0 0-1,0 0 0,-1 0 1,0 0-1,0 1 1,0-1-1,0 0 0,1 9 1,-2-13-350,4 24 119,0 0-1,-1 0 1,-2 1-1,0 43 1,0 1-141,0 522-1193,-7-400 130,5-149-1927,7 65-1,-4-86-752,1-1 1,12 35-1,1-15-6751</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6.719"/>
    </inkml:context>
    <inkml:brush xml:id="br0">
      <inkml:brushProperty name="width" value="0.035" units="cm"/>
      <inkml:brushProperty name="height" value="0.035" units="cm"/>
    </inkml:brush>
  </inkml:definitions>
  <inkml:trace contextRef="#ctx0" brushRef="#br0">16 502 13525,'-16'-25'9052,"42"7"-5695,-23 18-3260,0 1 0,-1-1 0,1 1 0,0-1 0,-1 1 0,1 0-1,0 0 1,-1 0 0,1 1 0,3 2 0,6 2 126,16 8 15,-1 1 0,-1 1 0,-1 1 0,25 22 1,86 87-2495,-86-73 568,-50-52 1688,0-1 0,1 0 0,-1 0-1,0 0 1,0 1 0,1-1 0,-1 0 0,0 0 0,1 0-1,-1 0 1,0 1 0,0-1 0,1 0 0,-1 0-1,0 0 1,1 0 0,-1 0 0,0 0 0,1 0-1,-1 0 1,0 0 0,1 0 0,-1 0 0,0 0-1,1 0 1,-1 0 0,0-1 0,1 1 0,-1 0 0,0 0-1,1 0 1,-1 0 0,0-1 0,0 1 0,1 0-1,-1 0 1,0 0 0,0-1 0,1 1 0,-1 0-1,0 0 1,0-1 0,13-21 307,6-39 515,-16 50-700,7-22 423,2-1 0,1 2-1,2-1 1,35-57 0,-38 72-293,1 1 0,1 1 1,0 0-1,1 0 0,1 1 0,0 1 1,1 1-1,0 1 0,26-15 1,-36 23-203,0 1 0,0 0 0,0 0 0,1 0 1,-1 1-1,1 0 0,0 1 0,-1 0 0,1 0 1,0 0-1,0 1 0,0 0 0,0 1 0,0 0 1,-1 0-1,1 1 0,0-1 0,-1 2 0,1-1 1,-1 1-1,0 0 0,0 1 0,0-1 0,0 2 1,-1-1-1,1 1 0,-1 0 0,0 0 1,0 0-1,-1 1 0,0 0 0,0 0 0,0 0 1,-1 1-1,7 12 0,-3-2-148,0 0 0,-1 0 0,-1 1 0,7 31 1,6 76-1037,-15-90 673,1 1-1,2-1 1,15 47-1,-21-78 191,1 1 0,-1-1 1,2 0-1,-1 0 0,0 0 0,1 0 0,-1 0 1,1 0-1,0-1 0,0 1 0,1-1 0,-1 0 0,1 0 1,0 0-1,-1-1 0,1 1 0,0-1 0,8 3 1,-5-3-123,1 0 0,-1 0 1,1-1-1,0 0 1,0-1-1,-1 0 1,1 0-1,0-1 1,0 0-1,9-2 0,1-1 47,0-1 0,0-1 0,0-1-1,-1-1 1,1 0 0,-2-1-1,0-1 1,0 0 0,0-1-1,-2-1 1,1 0 0,-1-1 0,-1-1-1,16-21 1,13-22 976,-3-2 0,50-101 0,-15 26 3547,-64 116-3406,-7 11 68,1 1-1,0-1 0,0 1 1,9-10-1,-12 16-802,-1 0 0,0-1 0,0 1 0,0 0 0,1 0 0,-1 0-1,0 0 1,0 0 0,1 0 0,-1 0 0,0 0 0,0 0 0,1-1 0,-1 1-1,0 0 1,0 0 0,1 0 0,-1 0 0,0 1 0,0-1 0,1 0-1,-1 0 1,0 0 0,0 0 0,1 0 0,-1 0 0,0 0 0,0 0 0,0 0-1,1 1 1,-1-1 0,0 0 0,0 0 0,0 0 0,1 0 0,-1 1-1,0-1 1,0 0 0,0 1 0,11 15 917,9 33 1,-12-30-673,-4-12-203,0 0 0,0 0-1,0 0 1,1 0-1,0-1 1,0 1 0,1-1-1,0-1 1,0 1-1,0-1 1,1 0 0,0-1-1,0 1 1,0-1-1,11 4 1,-8-4-22,1-1 0,0 0 0,-1-1 0,1-1 0,0 1 0,0-1 0,0-1 0,0 0 0,0-1 0,18-3 0,-14 1-32,0-1 0,1 0 0,-2-1 0,1-1 0,0 0 0,-1-1 0,0 0 0,-1-1 0,0-1 0,0 0 0,-1-1 0,0 0 0,-1-1-1,0 0 1,0-1 0,9-14 0,-16 20-28,-1-1 0,0 1 0,0-1 0,0 0 0,-1 1 0,0-1 0,0 0 0,-1 0 0,0 0 0,0-1 0,-1 1 0,1 0 0,-2 0 0,1 0 0,-1 0 0,0 0 0,0 0 0,-1 0 0,0 0 0,-1 0 0,1 0 0,-1 1 0,0-1 0,-1 1 0,1 0 0,-1 0 0,-1 0 0,1 0 0,-1 1 0,0 0 0,0 0 0,-1 0 0,1 1 0,-1-1 0,0 2 0,0-1 0,0 0 0,-10-3 0,3 2-264,0 1-1,0 0 0,0 0 1,0 1-1,-1 1 0,1 0 1,-1 1-1,1 1 0,-1 0 1,0 0-1,-17 4 1,16-1-460,-54 14-2165,38-1-763,28-14 2657,-1 0-1,1 1 1,1 0-1,-1-1 0,0 1 1,-3 6-1,-3 11-9921</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7.431"/>
    </inkml:context>
    <inkml:brush xml:id="br0">
      <inkml:brushProperty name="width" value="0.035" units="cm"/>
      <inkml:brushProperty name="height" value="0.035" units="cm"/>
    </inkml:brush>
  </inkml:definitions>
  <inkml:trace contextRef="#ctx0" brushRef="#br0">236 1652 13637,'27'-65'7892,"-26"62"-6248,-4 2-257,1 0-1228,-1 0-1,1 1 0,-1-1 1,1 1-1,-1-1 0,0 1 1,1 0-1,-1 0 0,1 0 1,-1 0-1,1 1 1,-1-1-1,0 1 0,1 0 1,-1-1-1,-2 3 0,0 0-30,0 0-1,1 1 0,-1-1 0,1 1 0,0 0 1,0 0-1,1 1 0,-4 4 0,-22 35 155,2 1 0,2 0 0,2 2 0,-17 51 0,32-78-305,-9 43-1,16-59 11,0-1 0,0 1 0,0 0 0,1 0 1,0-1-1,-1 1 0,1 0 0,0 0 0,1 0 0,-1-1 0,1 1 1,0 0-1,0 0 0,0-1 0,0 1 0,1-1 0,-1 1 0,1-1 1,3 5-1,-3-7 2,0 0 1,0 0-1,0-1 1,0 1-1,0-1 1,0 1-1,0-1 0,0 0 1,0 0-1,0 0 1,0 0-1,0 0 1,0 0-1,0-1 1,0 1-1,0-1 1,0 1-1,0-1 1,0 0-1,0 0 1,0 0-1,-1 0 1,1 0-1,2-2 1,48-34-167,-28 16 145,-1-1 0,0 0 0,-2-2 0,-1-1-1,-1 0 1,-1-1 0,-2-1 0,0-1-1,-2 0 1,-1-1 0,13-43 0,-11 17 13,-2 1-1,-3-2 1,-2 1 0,-2-1 0,-3-90-1,-14-33 202,0-25 874,21 218-702,0 8-283,-1 0 0,-1 0 1,-1 1-1,-1 0 1,-1 0-1,3 39 0,9 37 1,-12-77-67,2 10-36,1-2 0,1 1 1,21 44-1,-27-68-18,1 0-1,0 0 0,0 0 1,1 0-1,0-1 0,0 0 1,0 0-1,1 0 0,0-1 1,0 1-1,0-2 1,1 1-1,0-1 0,0 0 1,0 0-1,0 0 0,1-1 1,-1-1-1,11 3 0,11-1-247,0-1 0,0-2-1,0-1 1,1-1 0,-1-1-1,0-2 1,0-1-1,0-1 1,52-19 0,-44 10 95,0-1 0,-1-1 0,-1-2 0,-1-2 0,45-35 0,-56 38 243,-2-2 1,0 0-1,-1-2 0,0 0 0,-2-1 0,-1 0 0,-1-2 0,13-27 0,-26 46 55,0 1-1,0-1 0,-1 0 0,1 0 1,-2 0-1,1 0 0,-1 0 1,0 0-1,0 0 0,0 0 0,-1-1 1,0 1-1,0 0 0,-1 0 0,0 0 1,0-1-1,-2-5 0,2 10-41,0 0-1,1 1 1,-1-1 0,-1 0-1,1 1 1,0-1 0,0 1-1,-1-1 1,1 1-1,-1 0 1,1 0 0,-1-1-1,1 1 1,-1 0 0,0 1-1,0-1 1,1 0-1,-1 0 1,0 1 0,0-1-1,0 1 1,0-1 0,0 1-1,0 0 1,1 0-1,-1 0 1,-3 0 0,0 0 35,0 1 0,0-1 0,0 1 0,0 0 0,0 0 0,0 1 1,0 0-1,-8 3 0,-1 4 53,0 0 1,1 1 0,0 0 0,0 1 0,2 1-1,-1 0 1,1 0 0,-13 22 0,18-26-102,0 1 0,1 0 0,0 1 0,1-1 0,0 1 0,0 0 0,1-1 1,0 2-1,1-1 0,0 0 0,1 0 0,0 1 0,0-1 0,2 16 0,0-21-52,0-1 1,-1 0-1,2 1 0,-1-1 0,0 0 0,1 0 0,0 0 0,0 0 1,0 0-1,0-1 0,1 1 0,-1-1 0,1 1 0,0-1 1,0 0-1,0 0 0,0 0 0,1 0 0,-1-1 0,1 1 0,0-1 1,0 0-1,0 0 0,0-1 0,0 1 0,0-1 0,0 1 0,0-1 1,9 0-1,0 0-78,0 0 1,0-1 0,0-1-1,0 0 1,-1 0 0,1-2-1,0 0 1,-1 0 0,14-6-1,19-10-77,0-2 0,-1-1 0,-1-3 0,-2-2 0,0-1 0,-2-2 0,-1-2 0,-2-2 0,-1-1 0,34-44 0,-22 17 184,-2-1 0,-4-2 0,-2-2 0,-3-2 0,47-128 0,22-129 2363,-89 245-1077,-18 73-1013,-5 16-218,-5 18-146,6 5 73,1 1 0,2 0 0,1 0 0,4 51 0,-2-64 0,1 3-472,0 0-1,1 0 1,2 0-1,0 0 1,1-1-1,1 0 1,1 0-1,1 0 1,1-1-1,1 0 1,19 29-1,-24-42-273,0-1 0,0 0 0,0-1 0,1 1 0,0-1 0,0 0 0,1-1 0,7 5 0,-7-5-706,0-1 0,1 0 0,-1 0 0,15 2 0,32 1-8687</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7.571"/>
    </inkml:context>
    <inkml:brush xml:id="br0">
      <inkml:brushProperty name="width" value="0.035" units="cm"/>
      <inkml:brushProperty name="height" value="0.035" units="cm"/>
    </inkml:brush>
  </inkml:definitions>
  <inkml:trace contextRef="#ctx0" brushRef="#br0">121 175 14253,'-38'-23'2857,"22"11"-169,-3 4-260,7-1 56,-1 4 1825,0-10-2597,4 4 324,15-9-2036,0 0 0,14 11 0,-1 1-1872,6-1-672,7 3-1009,-13-5-3727,-3 2-7254</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5.271"/>
    </inkml:context>
    <inkml:brush xml:id="br0">
      <inkml:brushProperty name="width" value="0.035" units="cm"/>
      <inkml:brushProperty name="height" value="0.035" units="cm"/>
    </inkml:brush>
  </inkml:definitions>
  <inkml:trace contextRef="#ctx0" brushRef="#br0">301 48 12053,'-3'-40'8947,"-14"34"-4947,9 4 1526,4 16-3312,0 12-2206,-1 0 0,-1-1 0,-12 34 1,-6 20-15,-27 124 6,-68 310 0,109-441-1119,0 83-1,-3 25-2313,10-162 2094,1-5-797,0 0 0,1 1 0,0-1 1,3 20-1,8 13-9957</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5.898"/>
    </inkml:context>
    <inkml:brush xml:id="br0">
      <inkml:brushProperty name="width" value="0.035" units="cm"/>
      <inkml:brushProperty name="height" value="0.035" units="cm"/>
    </inkml:brush>
  </inkml:definitions>
  <inkml:trace contextRef="#ctx0" brushRef="#br0">586 381 9981,'-20'-47'2829,"14"36"-1548,1 0 0,0-1 0,1 0 0,-3-13 0,6 21-963,0 0 0,1-1 0,0 1 0,0-1-1,0 1 1,0-1 0,1 1 0,-1 0 0,1-1-1,0 1 1,1 0 0,-1-1 0,1 1 0,0 0-1,4-7 1,4-3 99,1 1-1,1-1 0,0 2 1,1-1-1,0 2 0,0 0 1,2 0-1,-1 2 0,1 0 1,1 0-1,-1 1 0,1 1 1,24-7-1,-16 6-164,0 2 1,1 0-1,0 1 0,-1 2 0,1 1 0,0 0 1,1 2-1,47 6 0,-58-3-231,-1 0 1,0 1-1,0 0 0,0 2 1,0-1-1,-1 2 1,0 0-1,0 0 0,-1 1 1,1 1-1,-2 0 0,0 0 1,0 1-1,0 1 0,-1 0 1,-1 0-1,0 1 1,13 23-1,-13-17-29,0 0 0,-2 0 0,0 1 0,-1 0 0,-1 0 0,0 1 0,-2 0 0,0-1 0,-1 1-1,-2 0 1,0 0 0,0 0 0,-6 29 0,-3-8-278,-1-1-1,-2-1 0,-2 0 0,-1 0 1,-3-2-1,-37 62 0,2-19-1089,-111 130 1,89-126 796,-3-4-1,-3-3 1,-3-4-1,-4-3 1,-3-5 0,-156 86-1,226-139 483,-1-2 0,-45 14 0,60-22 79,-1 0 0,0 0-1,0-1 1,0 0 0,0-1 0,0 1 0,1-1 0,-1-1-1,0 0 1,0 0 0,0-1 0,-11-3 0,18 4 25,0 0 1,0 0 0,0 0-1,0 0 1,0 0 0,0 0-1,0 0 1,0-1 0,0 1-1,1 0 1,-1 0 0,0-1-1,1 1 1,-1-1-1,1 1 1,0-1 0,-1 1-1,1-1 1,0 1 0,0-1-1,0 1 1,0-1 0,0 1-1,0-1 1,0 1 0,1 0-1,-1-1 1,1 1 0,-1-1-1,1 1 1,0-3-1,1 0 48,1 0 0,0 0-1,-1-1 1,1 1-1,0 1 1,1-1-1,-1 0 1,1 1 0,0 0-1,0 0 1,0 0-1,0 0 1,7-3-1,1 0 219,0 1 0,1 0 0,24-7-1,-14 8-47,0 0 0,0 1 0,1 1 0,-1 2 0,1 0 0,-1 1 0,1 2 0,-1 0 0,0 1 0,0 2 0,0 0 0,30 13 0,-15-1-56,0 1-1,-1 2 1,0 2 0,-2 1-1,63 56 1,-33-20-29,-29-24-115,2-2-1,1-1 1,2-2-1,58 33 0,-83-57-79,1 0-1,0-1 1,0-1 0,1-1-1,-1 0 1,1-1-1,0-1 1,0-1-1,0 0 1,0-1-1,23-4 1,-10 0-26,-1-2 1,1-1-1,-1-1 0,0-2 1,47-22-1,-26 4 210,-2-3 1,-1-2-1,-1-2 1,42-41 0,-10 10 1225,-5 10 334,-72 54-1317,0 3-196,5 3-160,-5-4-15,-1 1 1,0-1-1,0 1 0,0-1 0,0 1 1,0 0-1,0 0 0,0-1 0,0 1 1,0 0-1,0 0 0,0 0 0,1 2 1,-2-2-3,0 1 1,0 0-1,1-1 1,-1 1-1,0 0 1,-1 0-1,1-1 1,0 1-1,0 0 1,-1 0-1,1-1 1,-1 1-1,0 2 1,-6 16-248,2 0 0,-5 32 0,3 34-3766,6 30-8050,6-59-897</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6.052"/>
    </inkml:context>
    <inkml:brush xml:id="br0">
      <inkml:brushProperty name="width" value="0.035" units="cm"/>
      <inkml:brushProperty name="height" value="0.035" units="cm"/>
    </inkml:brush>
  </inkml:definitions>
  <inkml:trace contextRef="#ctx0" brushRef="#br0">13 75 14749,'-13'-40'6217,"17"26"-4993,-4-6-432,6 34-1000,0-3-700,7 4-1044,6 10-88,0 4-3277,7 0-4256</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7.237"/>
    </inkml:context>
    <inkml:brush xml:id="br0">
      <inkml:brushProperty name="width" value="0.035" units="cm"/>
      <inkml:brushProperty name="height" value="0.035" units="cm"/>
    </inkml:brush>
  </inkml:definitions>
  <inkml:trace contextRef="#ctx0" brushRef="#br0">664 1312 8909,'14'-4'788,"-10"4"-364,1-1 1,-1-1-1,0 1 1,0-1-1,0 1 1,0-1-1,7-5 3597,-10 1-3490,-1 1 1,0-1 0,-1 1-1,1 0 1,-1-1-1,0 1 1,0-1-1,-1 1 1,1 0 0,-1 0-1,0 0 1,-1 0-1,1 0 1,-1 0-1,0 1 1,0-1 0,-6-5-1,4 5-305,-1-1-1,0 1 1,0 0-1,0 0 1,0 1-1,-1 0 1,1 0-1,-1 1 1,0-1-1,-1 1 1,1 1-1,-14-4 1,10 5-93,0-1 1,-1 1-1,1 1 0,-1 0 1,1 1-1,-1 0 0,-21 6 1,9 0-78,0 1-1,0 2 1,1 0 0,0 1 0,1 2 0,0 0-1,-23 19 1,16-9-12,0 2 0,1 1 1,2 2-1,-27 34 0,40-44-98,1 0 0,0 0 0,1 1 1,1 1-1,1 0 0,1 0 0,1 1 1,-8 34-1,14-48-8,-1 1 0,2 0 1,-1-1-1,1 1 0,0 0 1,1-1-1,0 1 0,0-1 1,0 1-1,1-1 0,0 1 0,1-1 1,-1 0-1,2 0 0,-1 0 1,1-1-1,6 10 0,-4-9-37,0 0 0,1-1 1,0 1-1,0-1 0,0-1 0,1 1 0,0-1 0,0-1 0,0 0 0,1 0 1,-1 0-1,1-1 0,18 4 0,-7-3-67,0-1 1,0 0 0,0-2-1,0 0 1,0-2-1,0 0 1,0-1 0,29-7-1,-23 2 48,0-1 0,-1-1 0,0-1 0,-1-1 0,43-28 0,-34 16 91,-1-1 0,-1-2 1,-1-1-1,-1-2 0,-2 0 0,-1-2 0,-1-1 0,31-53 1,-9 2 209,-4-1 0,-3-2 1,-5-2-1,40-147 0,-53 138 286,18-188-1,-36 222-225,-4 1 1,-2-1-1,-3 1 1,-14-71-1,16 118-160,0 0 1,-2 1-1,1-1 1,-8-14-1,11 28-69,0 0 0,1 0-1,-1 0 1,0 0-1,1 0 1,-1 0 0,0 0-1,0 0 1,0 1-1,0-1 1,0 0 0,0 1-1,0-1 1,0 0-1,0 1 1,0 0 0,0-1-1,-1 1 1,1-1-1,0 1 1,0 0 0,0 0-1,0 0 1,-1 0-1,1 0 1,0 0 0,0 0-1,0 0 1,-1 0-1,1 1 1,0-1 0,0 0-1,0 1 1,-2 0-1,-1 0 19,1 1-1,-1 0 0,1 0 1,-1 0-1,1 0 0,0 1 1,0-1-1,-4 5 0,1 2 26,0 0-1,1 0 1,1 1-1,-1-1 1,2 1-1,-1 0 0,1 0 1,-2 14-1,2-11-6,-28 120 428,-16 154 0,39-203-346,4 0-1,3 0 0,12 92 1,-4-126-76,3 0 0,2-1 0,2 0 0,28 63 1,-32-89-72,1-2 0,0 0 1,2 0-1,0-1 1,2-1-1,0 0 0,1-1 1,1-1-1,0 0 1,1-1-1,1-1 0,1-1 1,0-1-1,0 0 1,2-2-1,-1 0 0,1-2 1,1 0-1,0-1 1,31 6-1,-15-10-43,1-1 1,-1-1-1,1-3 1,0-1-1,-1-1 1,0-3-1,0-1 1,0-2-1,-1-2 0,66-27 1,-28 3 6,-3-2 0,0-3 0,-3-4 0,75-61 1,-115 82 67,35-37 0,-55 50-21,-2 1 1,1-2 0,-2 1 0,1-1-1,-1 0 1,-1-1 0,6-14-1,-11 24 4,0 0-1,0-1 0,0 1 1,0-1-1,-1 1 0,1 0 0,-1-1 1,1 1-1,-1-1 0,0 1 0,0-1 1,0 1-1,-1-1 0,1 1 1,-1-1-1,1 1 0,-1-1 0,0 1 1,0 0-1,0-1 0,0 1 0,0 0 1,0 0-1,-1 0 0,1 0 1,-1 0-1,1 0 0,-1 0 0,0 0 1,0 1-1,0-1 0,0 1 0,0-1 1,-2 0-1,-3-1 1,1 0 0,0 1 1,-1 0-1,1 0 0,-1 0 1,0 1-1,1 0 0,-1 0 0,0 1 1,-13 1-1,-4 2-11,-1 1 0,1 1 0,-1 1 1,2 1-1,-1 1 0,-44 22 0,50-20-93,0 0 0,1 2 0,0 0 1,1 0-1,1 2 0,0 0 0,0 1 0,-23 31 0,35-42 36,1 0-1,-1 0 1,1 0 0,0 0 0,0 1-1,0-1 1,0 0 0,1 1-1,0 0 1,0-1 0,0 1-1,0 0 1,1 0 0,0-1-1,0 1 1,0 0 0,1 0 0,-1-1-1,1 1 1,0 0 0,1-1-1,-1 1 1,1-1 0,3 8-1,-1-6-31,0 0-1,1 0 0,0-1 0,-1 1 1,2-1-1,-1 0 0,1 0 0,-1-1 1,1 0-1,0 0 0,1 0 0,-1-1 1,1 0-1,-1 0 0,13 3 0,-1-2 25,-1-1-1,0 0 1,1-2-1,0 0 1,-1-1-1,1-1 0,0 0 1,-1-2-1,1 0 1,18-5-1,4-4 272,0-2 1,-1-2-1,41-22 0,64-46 2783,-140 82-2474,-15 27-156,-9 26-152,-29 50-1,24-53-116,-22 62-1,-13 87-114,46-150-31,-18 73-137,-21 103-128,44-180 255,-47 181-398,39-169 194,-39 83 1,40-103-47,-1-1 0,-2-1 1,-45 59-1,54-80 241,-1 0-1,0-1 1,-1 0-1,0-1 1,0 0-1,-1-1 1,-1 0-1,1-1 1,-1-1-1,-1 0 1,-29 9-1,40-15 96,0 0-1,0 0 0,-1 0 1,1 0-1,0-1 0,0 0 1,-1 0-1,1 0 0,0 0 0,0-1 1,-1 0-1,1 0 0,0 0 1,0 0-1,0 0 0,0-1 0,0 0 1,0 0-1,1 0 0,-5-3 1,6 3 18,-1-1 1,1 1 0,0-1-1,0 1 1,0-1 0,0 0-1,0 1 1,1-1 0,-1 0-1,1 0 1,0 0 0,0-1-1,0 1 1,0 0 0,1 0-1,-1-1 1,1 1 0,0 0-1,0 0 1,0-1 0,0 1-1,1 0 1,-1-1 0,1 1-1,1-4 1,3-7 52,0-1 0,1 1 0,1 0 1,0 0-1,1 1 0,15-21 0,68-70 137,-81 94-185,322-305 335,24 22-431,-143 120-47,84-52-91,-155 122 221,-58 32-1,-82 69 68,-4 1 112,-1-1-161,0 1 0,0 0 0,0 0 0,0 0 0,0 1 0,0-1 0,0 1 0,0-1 0,0 1 0,0 0 0,0 0 0,-1 1-1,1-1 1,0 0 0,0 1 0,0 0 0,0 0 0,0 0 0,0 0 0,1 0 0,-1 1 0,0-1 0,-2 3 0,-11 5 209,0 2 0,-22 19 0,31-25-147,4-2-55,-32 26 564,-43 45 0,69-65-527,1 1-1,1-1 1,0 1 0,0 1-1,1-1 1,0 1-1,1 0 1,0 1 0,0-1-1,-3 15 1,8-21-78,-1 0 0,1 0 0,0 0 1,0 0-1,0 0 0,0-1 0,1 1 0,0 0 1,0 0-1,0-1 0,1 1 0,0 0 1,0-1-1,0 0 0,0 1 0,0-1 0,1 0 1,0 0-1,0 0 0,0-1 0,0 1 1,1-1-1,0 0 0,-1 1 0,1-2 1,0 1-1,0 0 0,6 2 0,4 2-165,0 0 0,1-1 0,0-1 0,0 0 0,0-1 0,0 0 0,25 1 0,20-2-1472,1-2 1,-1-3-1,100-16 1,-16-7-1890</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8.091"/>
    </inkml:context>
    <inkml:brush xml:id="br0">
      <inkml:brushProperty name="width" value="0.035" units="cm"/>
      <inkml:brushProperty name="height" value="0.035" units="cm"/>
    </inkml:brush>
  </inkml:definitions>
  <inkml:trace contextRef="#ctx0" brushRef="#br0">304 451 14485,'-2'-4'368,"-4"-5"1119,1 0 1,0-1-1,-5-15 8730,8 28-8724,-8 23-1122,2 0-1,0 0 1,-4 30 0,-5 16-112,-55 175-259,-52 201 0,101-353-1164,42-127 170,41-125 419,-14 33 428,16-24 61,127-219 0,-145 295 148,4 2 0,2 2 0,4 2 0,110-104 0,-145 152-49,2 2 0,0 0-1,1 2 1,0 0 0,43-19 0,-63 32-11,1-1-1,0 1 1,0 0 0,0 1 0,0-1-1,0 0 1,1 1 0,-1 0-1,0-1 1,0 1 0,0 1-1,0-1 1,6 1 0,-7 0-2,-1 0 1,1-1 0,0 1 0,-1 0-1,1 0 1,0 0 0,-1 0-1,1 1 1,-1-1 0,0 0-1,1 1 1,-1-1 0,0 1 0,0-1-1,0 1 1,0-1 0,1 3-1,0 1-8,-1 0-1,1 0 1,-1 0 0,0 0-1,-1 0 1,1 0-1,-1 0 1,0 0-1,0 0 1,0 0-1,-1 0 1,0 1 0,-3 8-1,-4 8-185,-1 0 0,-1 0 0,-1-1 0,0 0 1,-22 26-1,-82 89-1661,64-85 676,-110 81 0,15-13-374,-3 1 427,127-104 1010,20-14 120,-1 0 0,1 0 0,0 0-1,-1 0 1,1 1 0,0-1 0,1 1 0,-1-1-1,0 1 1,-2 5 0,4-7 10,-1 0-1,1 0 1,0 0-1,0 0 1,0 0 0,-1 0-1,1 0 1,0 0-1,1 0 1,-1 0-1,0 0 1,0 0 0,0 0-1,0 0 1,1 0-1,-1 0 1,0 0 0,1 0-1,-1-1 1,1 1-1,-1 0 1,1 0 0,0 0-1,-1 0 1,1-1-1,0 1 1,-1 0-1,1-1 1,0 1 0,0-1-1,0 1 1,1 0-1,22 11 396,1-2 0,0-1 0,0 0-1,46 7 1,45 16 918,-34 0-787,-2 4 0,147 90 0,9 7-5154,-182-109-620,63 19 1,-42-20-4032</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8.805"/>
    </inkml:context>
    <inkml:brush xml:id="br0">
      <inkml:brushProperty name="width" value="0.035" units="cm"/>
      <inkml:brushProperty name="height" value="0.035" units="cm"/>
    </inkml:brush>
  </inkml:definitions>
  <inkml:trace contextRef="#ctx0" brushRef="#br0">10 402 11169,'0'1'47,"0"-1"1,0 0-1,0 0 0,0 0 1,0 0-1,0 0 0,0 1 0,0-1 1,0 0-1,1 0 0,-1 0 1,0 1-1,0-1 0,0 0 1,0 0-1,0 0 0,0 0 0,0 1 1,0-1-1,0 0 0,-1 0 1,1 0-1,0 0 0,0 1 1,0-1-1,0 0 0,0 0 0,0 0 1,0 0-1,0 1 0,0-1 1,0 0-1,-1 0 0,1 0 0,0 0 1,0 0-1,0 0 0,0 1 1,0-1-1,-1 0 0,1 0 1,0 0-1,0 0 0,0 0 0,0 0 1,-1 0-1,1 0 0,0 0 1,0 0-1,0 0 0,0 0 1,-1 0-1,1 0 0,0 0 0,0 0 1,0 0-1,-1 0 0,1 0 1,0 0-1,0 0 0,0 0 1,-1 0-1,-3-10 1705,8 5-1176,-1 1 0,1-1 0,1 1 0,-1 0 0,0 0 0,1 0 0,0 0 0,0 1 0,0 0 0,9-4 0,153-80 4952,-11 6-3906,-135 69-1459,0-1-1,0-1 1,-1-1 0,-1-1 0,0 0 0,24-29 0,-43 44-159,0 0 0,0 0 0,0 0-1,0 0 1,0-1 0,0 1 0,0 0 0,0 0 0,0 0 0,0 0 0,0 0 0,-1 0 0,1 0 0,0 0 0,-1 0 0,0-2-1,-1 0 7,2 2-8,0-1 0,-1 1 0,1-1 0,-1 1 0,1 0 0,-1-1 0,0 1 0,0 0 1,0 0-1,1 0 0,-1-1 0,0 1 0,0 0 0,-1 0 0,1 0 0,0 1 0,0-1 0,0 0 0,-1 0 1,1 1-1,0-1 0,-1 0 0,-1 0 0,-2 0 2,1 0-1,-1 0 1,0 1 0,0 0 0,1-1-1,-1 1 1,-7 2 0,-4 0 0,0 1-1,0 1 1,-29 12 0,27-9-25,1 2 0,1 0 0,-1 0 0,2 2 0,-1 0 0,1 1 0,1 0 0,0 1 0,-18 23 0,27-30-22,1 0-1,0 0 1,0 0 0,0 0 0,1 1 0,-1 0 0,2 0 0,-1 0-1,1 0 1,0 0 0,0 0 0,1 0 0,0 1 0,0-1 0,1 0-1,0 1 1,0-1 0,1 1 0,0-1 0,0 0 0,1 1-1,0-1 1,0 0 0,1 0 0,-1 0 0,8 12 0,-1-6-83,0-1 1,1 0 0,1 0 0,0-1 0,0 0 0,1-1-1,0 0 1,1-1 0,0-1 0,0 0 0,1 0-1,0-2 1,0 0 0,26 8 0,2-3-203,0-1 0,0-2 0,1-3-1,49 2 1,-21-6 69,0-2 0,-1-3-1,1-4 1,-1-3 0,109-30-1,-135 27 222,-1-1-1,-1-2 1,0-2-1,-1-1 1,-2-3-1,0-1 1,-1-2-1,-2-1 1,58-56 0,-84 73 24,0-1 0,-1 0 0,0 0 1,-1-1-1,-1 0 0,8-16 1,-13 25 14,-1 1 1,0-1 0,0 0-1,0 1 1,-1-1 0,1 0-1,-1 0 1,1 0 0,-1 1 0,0-1-1,0 0 1,0 0 0,-1 0-1,1 0 1,-1 1 0,1-1-1,-1 0 1,0 0 0,0 1-1,0-1 1,-1 1 0,1-1 0,0 1-1,-1-1 1,0 1 0,1 0-1,-1-1 1,0 1 0,0 0-1,-1 1 1,1-1 0,0 0-1,0 0 1,-1 1 0,1 0-1,-1-1 1,0 1 0,-2-1 0,-8-3-8,0 1 0,0 0 0,0 1 0,0 0 0,-1 1 0,1 1 0,-24 0 0,-102 11-48,105-6 48,-45 8-100,1 3 0,-143 48 0,201-57 34,1 1 1,0 1-1,0 1 0,1 1 0,0 0 0,-32 25 0,48-34 65,1 0-1,0 0 0,0 0 0,0 0 0,-1 1 0,1-1 1,0 0-1,0 0 0,1 1 0,-1-1 0,0 0 0,0 1 1,1-1-1,-1 1 0,0-1 0,1 1 0,0-1 0,-1 1 1,1 0-1,0-1 0,0 1 0,0-1 0,0 1 0,0 0 1,0-1-1,0 1 0,1-1 0,-1 1 0,0 0 0,1-1 1,0 1-1,-1-1 0,1 1 0,0-1 0,-1 0 0,1 1 1,0-1-1,2 2 0,0 0 1,0 1 1,1-1 0,-1 0-1,1 0 1,0 0-1,0 0 1,0-1-1,0 0 1,1 0 0,-1 0-1,6 2 1,20 2 8,1 0-1,-1-2 1,1-2 0,0 0 0,40-5 0,152-28 522,-15-19 1639,-46 10 966,-153 37-2958,-1 2 1,1-1-1,-1 2 0,18-1 0,-24 1-140,0 0-1,-1 0 1,1 1-1,0-1 1,0 0-1,0 1 0,0-1 1,-1 1-1,1 0 1,0 0-1,-1 0 1,1-1-1,0 2 0,-1-1 1,1 0-1,-1 0 1,0 0-1,1 1 1,-1-1-1,0 0 1,0 1-1,0 0 0,0-1 1,0 1-1,0-1 1,0 1-1,-1 0 1,1 0-1,0 3 0,2 13 74,0 0 0,-2 0 0,0 0 0,-1 0 0,-3 20 0,-20 91 60,12-73-84,-30 150-1056,-101 303 0,16-168-208,80-228 822,-82 147 0,100-214 307,-1-1-1,-2-2 1,-2 0 0,-1-3-1,-67 61 1,87-89 83,-1-1 0,0-1 0,-1-1 0,1 0 0,-2-1 0,1-1 0,-1 0 0,0-1 0,-1-1 0,1-1 0,-1 0 0,-36 2 0,45-5 32,-1-1 1,1 0 0,0-1 0,-1 0-1,1 0 1,0-1 0,0-1-1,0 1 1,0-1 0,1-1 0,-1 1-1,1-2 1,0 1 0,0-1 0,0 0-1,0-1 1,1 0 0,0 0 0,0 0-1,1-1 1,0 0 0,0 0 0,1-1-1,0 0 1,0 0 0,-6-14 0,6 9-8,0-1 1,2 0-1,0 0 0,0 0 1,1 0-1,1 0 1,0 0-1,1-1 1,1 1-1,0 0 1,1 0-1,7-27 0,0 8-4,2 1 1,1 1-1,2 0 0,24-43 0,3 10-217,2 2 0,3 2 1,3 1-1,2 3 1,116-97-1,-24 42-1400,215-127 1,91-8-3355,-136 110-3339,-137 71-1170</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9.137"/>
    </inkml:context>
    <inkml:brush xml:id="br0">
      <inkml:brushProperty name="width" value="0.035" units="cm"/>
      <inkml:brushProperty name="height" value="0.035" units="cm"/>
    </inkml:brush>
  </inkml:definitions>
  <inkml:trace contextRef="#ctx0" brushRef="#br0">0 286 11329,'6'-3'624,"-1"-1"-1,-1 0 1,1 0 0,0-1-1,-1 1 1,0-1 0,0 0 0,-1 0-1,5-7 1,13-18 4621,-20 28-3606,20 6 578,-12-4-1833,-1 2-194,0 1-1,-1 0 1,1 0-1,-1 0 1,0 1-1,0 1 1,0-1-1,0 1 1,-1 0-1,0 0 1,0 1 0,0 0-1,-1 0 1,6 8-1,2 3 25,-1 1-1,-1 1 1,0 0-1,10 25 0,-13-22-181,-1-1-1,-1 1 1,-1 0-1,-1 0 1,-1 1-1,0-1 1,-2 1-1,-1-1 1,-1 1-1,-5 32 1,3-35-80,-1-1 0,-1 0 1,-1 0-1,-1 0 0,0-1 1,-2 0-1,0 0 0,-1-1 1,0 0-1,-1-1 0,-1 0 1,-18 18-1,-9-3 21,38-31 35,0 1 0,-1-1-1,1 0 1,0 0-1,0 0 1,-1 0-1,1 0 1,0 0-1,-1-1 1,1 1 0,0 0-1,0-1 1,-1 1-1,1 0 1,0-1-1,0 0 1,0 1-1,0-1 1,0 0-1,0 0 1,0 1 0,0-1-1,0 0 1,0 0-1,0 0 1,0 0-1,-1-2 1,2-4 1,0 0 0,1 1 0,0-1 0,0 0 0,0 0 0,1 0 0,0 0-1,0 1 1,6-13 0,-5 13-5,5-14-23,2 0 1,0 1 0,2 0 0,0 1 0,24-28 0,83-75-1105,-116 118 1079,536-445-12269,-430 372 6662,2 10-3091</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9.945"/>
    </inkml:context>
    <inkml:brush xml:id="br0">
      <inkml:brushProperty name="width" value="0.035" units="cm"/>
      <inkml:brushProperty name="height" value="0.035" units="cm"/>
    </inkml:brush>
  </inkml:definitions>
  <inkml:trace contextRef="#ctx0" brushRef="#br0">0 597 10129,'36'0'570,"-4"-1"520,1 0 1,50-10 0,-24 0 1178,9 1-252,-1-4 0,0-2 1,101-39-1,-140 43-1197,0-1 0,-1-2-1,47-33 1,-67 44-706,-1-2-1,1 1 1,-1-1 0,-1 0-1,1 0 1,-1 0 0,0-1-1,0 0 1,-1 0-1,0 0 1,0-1 0,-1 0-1,1 1 1,-2-1 0,1 0-1,-1 0 1,-1 0-1,1-1 1,-1-9 0,-1 13-79,0 0 0,-1 0 0,0 0 1,0 0-1,0 1 0,-1-1 0,1 0 1,-1 1-1,0-1 0,0 1 0,-1 0 0,1-1 1,-1 1-1,0 1 0,0-1 0,-1 0 1,1 1-1,-1-1 0,0 1 0,1 0 0,-2 0 1,1 1-1,0-1 0,0 1 0,-1 0 1,1 0-1,-1 0 0,-5-1 0,-3 0 4,1 0-1,-1 0 1,0 1-1,1 1 1,-1 0-1,0 0 1,0 1-1,0 1 1,-22 4 0,15 0-14,0 1 1,0 1 0,1 1 0,0 1 0,1 0 0,-1 1 0,2 1 0,0 1 0,0 0-1,1 1 1,0 1 0,2 1 0,-27 31 0,32-33-22,0 0 0,1 0-1,0 0 1,1 1 0,0 0 0,1 1-1,1-1 1,0 1 0,1 1 0,1-1 0,0 0-1,1 1 1,1-1 0,0 1 0,1-1-1,1 1 1,0 0 0,1-1 0,5 18 0,-2-16-34,1 0 0,0-1 0,1 0 0,1 0 1,0 0-1,1-1 0,1 0 0,0-1 0,1 0 1,1-1-1,21 21 0,-15-20-36,0-1 0,0 0 0,2-2 1,-1 0-1,1-1 0,1-1 0,0 0 0,30 7 0,-14-8-5,1-1-1,-1-2 1,1-2-1,0-1 1,0-2-1,0-2 1,0-1-1,0-2 1,-1-1-1,61-19 1,-48 6 44,0-1 1,-1-3-1,-2-2 1,0-1-1,-2-3 1,50-41-1,230-229 137,-122 104 257,-140 133-176,-43 41-122,0 1 1,2 0-1,0 2 1,1 0 0,36-20-1,-57 37-64,-1 1-1,1-1 1,-1 1-1,1-1 1,-1 1 0,1 0-1,0-1 1,-1 1-1,1 0 1,-1 0-1,1 0 1,0 1-1,-1-1 1,1 0 0,-1 0-1,1 1 1,-1-1-1,1 1 1,-1 0-1,1-1 1,-1 1-1,1 0 1,-1 0 0,0 0-1,0 0 1,1 0-1,-1 0 1,0 0-1,0 0 1,0 0-1,0 1 1,0-1 0,0 0-1,1 3 1,1 1-1,-1 0 0,1 1 1,-1 0-1,1-1 1,-2 1-1,1 0 0,1 11 1,-1 7 14,-1 1-1,-2-1 1,0 1 0,-2-1-1,-5 25 1,-37 120 140,38-144-103,3-11-55,-84 253-274,73-229 116,-2-1-1,-1-1 1,-2 0 0,-45 60-1,59-89 113,1 0 1,-1 0-1,-1 0 0,1-1 0,-1 1 0,-12 7 0,18-35-25,3 12 67,1 1-1,-1 0 0,2 0 0,-1 0 0,1 0 0,0 0 0,1 1 0,7-10 1,52-56-13,-52 59 9,81-77 145,4 4 0,129-90 0,-223 175-133,65-48 210,3 2 0,101-51 0,-165 95-198,1 0-1,0 1 1,0 1-1,1-1 1,-1 1-1,0 1 0,1-1 1,-1 1-1,1 1 1,0 0-1,-1 0 1,12 2-1,-14-1-9,1 1 1,-1 0-1,1 1 0,-1-1 0,0 1 0,0 0 0,0 1 1,0 0-1,-1 0 0,1 0 0,-1 0 0,0 1 0,0 0 1,-1 0-1,7 9 0,6 9 6,-2 1 0,-1 1 0,0 0 0,-2 1 0,-1 0 1,-1 1-1,-2 0 0,0 1 0,-2-1 0,4 35 0,-8-46-23,-1 1 1,-1-1-1,0 1 1,-1-1-1,-1 0 0,-1 0 1,0 1-1,-1-1 0,0-1 1,-2 1-1,1-1 1,-2 0-1,0 0 0,-1-1 1,-1 0-1,0 0 0,-1-1 1,-22 24-1,12-19-39,0-2 0,-2 0 0,0-1-1,0-1 1,-2-1 0,-30 12 0,15-10-58,-2-1 0,0-2 0,-44 7 0,79-18 85,0 0 1,0 0-1,0-1 0,0 0 1,0 0-1,-7-2 0,12 2 20,1 0 1,-1 0-1,0 0 0,1 0 0,-1 0 0,0 0 0,1 0 0,-1-1 0,1 1 0,-1 0 1,1 0-1,-1-1 0,0 1 0,1 0 0,-1-1 0,1 1 0,-1 0 0,1-1 0,0 1 1,-1-1-1,1 1 0,-1-1 0,1 1 0,0-1 0,-1 1 0,1-1 0,0 1 1,0-1-1,-1 1 0,1-1 0,0 0 0,0 1 0,0-1 0,0 1 0,0-1 0,0 0 1,0 1-1,0-1 0,0 0 0,0 1 0,0-1 0,0 1 0,0-1 0,0 0 0,1 1 1,-1-1-1,0 1 0,0-1 0,1 1 0,-1-1 0,0 1 0,1-1 0,-1 1 0,1-1 1,-1 1-1,1-1 0,23-25-19,1 1 1,1 1 0,1 1-1,52-33 1,-64 46 16,90-60 49,4 5 0,3 4 0,2 5 0,147-49-1,-255 102-23,1 1 0,-1 0 0,0 1 0,1 0 0,-1 0 0,1 0 0,-1 1 0,1 0 0,-1 0 0,1 0 0,-1 1-1,8 2 1,-10-2-4,-1 0-1,1 1 0,-1 0 1,1-1-1,-1 2 0,0-1 1,0 0-1,0 0 0,0 1 1,0 0-1,0-1 0,-1 1 1,1 0-1,-1 1 0,0-1 1,0 0-1,0 1 0,0-1 1,0 1-1,-1-1 1,2 6-1,1 10-63,0 1 1,-1 0-1,0 0 1,-2 0-1,-2 31 1,1-23-1015,4 46-1,-2-64 513,0 0 0,0 0-1,1 0 1,0-1 0,1 1-1,0-1 1,1 0 0,7 12 0,-7-13-699,1-1 0,0 1 0,0-1 1,1 0-1,0 0 0,0-1 1,9 6-1,25 12-9404</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0.106"/>
    </inkml:context>
    <inkml:brush xml:id="br0">
      <inkml:brushProperty name="width" value="0.035" units="cm"/>
      <inkml:brushProperty name="height" value="0.035" units="cm"/>
    </inkml:brush>
  </inkml:definitions>
  <inkml:trace contextRef="#ctx0" brushRef="#br0">7 38 12217,'-7'-37'8161,"23"42"-8009,9 10-684,-2 8-888,-1-1-632,6 10-2805,-2 2-3828</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0.373"/>
    </inkml:context>
    <inkml:brush xml:id="br0">
      <inkml:brushProperty name="width" value="0.035" units="cm"/>
      <inkml:brushProperty name="height" value="0.035" units="cm"/>
    </inkml:brush>
  </inkml:definitions>
  <inkml:trace contextRef="#ctx0" brushRef="#br0">90 275 12053,'-12'8'1545,"2"0"0,-1 1-1,1 1 1,-13 15 0,20-21-1164,1 0 1,-1 0 0,1 0 0,-1 0 0,1 0-1,1 1 1,-1-1 0,1 1 0,-1-1 0,1 1-1,0 0 1,1-1 0,-1 1 0,1 0 0,0 0 0,0 0-1,2 7 1,1 2-178,1 1 0,0-1 0,2-1 0,-1 1-1,2-1 1,-1 0 0,2 0 0,0-1 0,0 0 0,1 0 0,1-1-1,0 0 1,0-1 0,1 0 0,1-1 0,-1 0 0,2 0 0,-1-1-1,1-1 1,0 0 0,0-1 0,1-1 0,0 0 0,25 6 0,-32-11-183,1 1 1,-1-1 0,1 0 0,-1 0 0,0-1 0,1 0 0,-1-1-1,0 0 1,1 0 0,-1 0 0,0-1 0,0 0 0,-1 0-1,1 0 1,-1-1 0,0 0 0,1-1 0,-2 0 0,1 1 0,-1-2-1,1 1 1,-1-1 0,-1 1 0,7-10 0,0-3 40,0-1-1,0 1 1,-2-2 0,-1 1 0,0-1 0,7-32-1,-11 34-36,-1 0-1,-1 0 1,0 0-1,-2-1 0,0 1 1,-1 0-1,0 0 1,-2-1-1,0 1 1,-11-34-1,4 27-711,-1 0 0,0 0 0,-2 0 0,-1 2 0,-1 0 0,-21-26 1,27 40-1201,4 8-3124,2 1 4315,1 0 122,0 0-1,0 0 1,0 0-1,0 1 0,0-1 1,0 1-1,0-1 1,0 1-1,0 0 0,0 0 1,0-1-1,1 1 1,-1 1-1,-2 1 0,3 17-8413</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0.654"/>
    </inkml:context>
    <inkml:brush xml:id="br0">
      <inkml:brushProperty name="width" value="0.035" units="cm"/>
      <inkml:brushProperty name="height" value="0.035" units="cm"/>
    </inkml:brush>
  </inkml:definitions>
  <inkml:trace contextRef="#ctx0" brushRef="#br0">1 12 10869,'10'20'2937,"-12"-44"1124,0 16 2070,4 11-4789,45 110 2427,-39-90-3530,-1 1 0,-1-1-1,-2 1 1,0 1 0,1 42 0,-6-49-143,1-5-16,0 0 1,0 0-1,4 20 1,0-35 9,15-6 163,-1-1 1,0-1-1,-1 0 0,0-1 0,27-24 1,-9 8-57,7-2-197,0 3 0,2 1 0,0 2 0,2 2 0,0 2 0,2 2 0,0 3 0,0 1 0,1 3 0,63-6 0,-96 14-313,0 2 0,-1 0 0,1 0 0,-1 2 0,1 0 0,-1 1 0,0 0 0,0 1 0,0 1 0,0 0 0,-1 1 0,1 1 1,-2 0-1,1 1 0,-1 0 0,0 1 0,-1 1 0,0 0 0,0 0 0,-1 1 0,-1 1 0,0 0 0,0 0 0,12 22 0,24 41-10379,-21-38-575</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0.779"/>
    </inkml:context>
    <inkml:brush xml:id="br0">
      <inkml:brushProperty name="width" value="0.035" units="cm"/>
      <inkml:brushProperty name="height" value="0.035" units="cm"/>
    </inkml:brush>
  </inkml:definitions>
  <inkml:trace contextRef="#ctx0" brushRef="#br0">93 160 11265,'-29'-31'2412,"13"5"-176,3 6 101,1 9-281,2-1 1064,4-5-2044,-1 0-132,17 6-2436,0-1-276,9 9-6621,0 3-2424</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4.401"/>
    </inkml:context>
    <inkml:brush xml:id="br0">
      <inkml:brushProperty name="width" value="0.035" units="cm"/>
      <inkml:brushProperty name="height" value="0.035" units="cm"/>
    </inkml:brush>
  </inkml:definitions>
  <inkml:trace contextRef="#ctx0" brushRef="#br0">870 251 12945,'2'-14'903,"1"0"0,-2-1-1,0 1 1,-1-21 0,-1 29-330,1-1 0,-1 1 0,-1-1 0,1 1 0,-1 0 0,0-1 0,-1 1 0,0 0 0,1 0 0,-2 0 0,1 1 0,-7-8 0,4 5-80,-1 0 1,0 1 0,0 0-1,0 1 1,-1 0-1,0 0 1,-14-7 0,18 11-405,0 0 0,0 1 1,-1-1-1,1 1 0,0 0 1,-1 1-1,1-1 0,-1 1 1,1 0-1,0 0 0,-1 0 1,1 0-1,-1 1 0,1 0 1,0 0-1,-1 0 0,1 1 1,0-1-1,0 1 0,-5 2 1,-9 7 99,1 0 1,1 2-1,0 0 1,0 0 0,1 1-1,-14 18 1,-77 106 471,34-32-642,4 4 0,-82 181 1,120-220-22,3 1 0,4 1 0,2 1 0,4 0 0,-13 127 0,27-157-58,2 0 0,2 0 0,2 1 0,1-1 0,11 43 0,-9-64 21,0-1 0,1 0 0,1-1 0,1 1 0,1-2-1,1 1 1,1-2 0,0 1 0,2-2 0,0 1 0,23 22 0,-29-34 14,1 0 1,0-1-1,0 0 0,0 0 1,1-1-1,0 0 1,0 0-1,0-1 1,21 5-1,232 49-301,-245-55 314,0 0-1,1-1 1,-1-1-1,1-1 1,-1-1-1,0 0 1,1-1-1,-1-2 1,23-6-1,-5 2-6,66-21 141,-2-4 1,176-83 0,-265 111-75,0 0 1,0 0-1,0 2 0,0-1 0,1 1 0,17-2 1,-28 5-42,0 0 1,0 0 0,0 0 0,0 0 0,0 0-1,0 1 1,0-1 0,0 0 0,0 0 0,0 1-1,0-1 1,0 1 0,0-1 0,0 1 0,-1-1-1,1 1 1,0-1 0,0 1 0,0 0 0,-1-1-1,1 1 1,0 0 0,-1 0 0,1-1 0,-1 1 0,1 0-1,-1 0 1,1 0 0,-1 0 0,0 0 0,1 0-1,-1 0 1,0 0 0,0 0 0,0 0 0,0 0-1,0 0 1,0-1 0,0 1 0,0 0 0,0 2-1,-1 8-4,0 0 1,-1 1-1,-3 13 0,-3 18-7,8-36-11,0-1 1,0 1-1,1-1 1,0 1 0,0-1-1,0 0 1,1 1 0,0-1-1,0 0 1,0 0-1,1 0 1,0 0 0,0-1-1,1 1 1,-1-1 0,1 0-1,1 0 1,-1 0-1,0 0 1,1-1 0,0 0-1,0 0 1,1 0-1,-1 0 1,1-1 0,-1 0-1,13 4 1,5 0-49,1-1 0,0-1 1,0-2-1,0 0 0,0-1 0,0-2 1,0 0-1,41-7 0,-20 0 17,-2-2 0,1-2 0,76-31 0,-102 35 48,-1-1-1,0-1 0,0-1 1,-1 0-1,20-17 1,-31 23-1,0-1 1,-1 1 0,0-1 0,0 0-1,0 0 1,-1 0 0,0-1 0,0 1-1,3-7 1,-5 8-2,0 1-1,0-1 1,0 0 0,0 0 0,-1 0-1,0 0 1,0 0 0,0 0-1,0 0 1,0 0 0,-1 0 0,0 0-1,0 0 1,0 0 0,-2-5 0,-3-2 7,0 0 0,-1 0 0,0 1 0,-1 0 0,0 1 0,0 0 0,-1 0 0,0 1 0,-1 0 0,0 0 0,0 1 0,-1 0 0,1 1 0,-16-6 0,-21-9-165,-1 3-1,-52-14 0,52 18-1118,0 3 0,-2 1-1,-63-4 1,44 6-3548,27 0-4042</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4.908"/>
    </inkml:context>
    <inkml:brush xml:id="br0">
      <inkml:brushProperty name="width" value="0.035" units="cm"/>
      <inkml:brushProperty name="height" value="0.035" units="cm"/>
    </inkml:brush>
  </inkml:definitions>
  <inkml:trace contextRef="#ctx0" brushRef="#br0">57 594 10801,'-37'-26'2488,"36"26"-2352,0-1 1,0 1 0,0-1 0,1 0 0,-1 1 0,0-1-1,1 0 1,-1 0 0,0 1 0,1-1 0,-1 0 0,1 0 0,-1 0-1,1 1 1,0-1 0,-1 0 0,1 0 0,0 0 0,-1 0 0,1 0-1,0 0 1,0 0 0,0 0 0,0 0 0,0 0 0,0 0-1,1-2 1,-1-1 470,-4-16 1256,3 16-1288,0-1 1,0 0 0,0 1 0,1-1-1,0 0 1,-1 1 0,2-1-1,-1 0 1,0 1 0,1-1 0,2-6-1,-2 8 369,0 1-607,15-22 119,-14 22 312,1 2-597,28-5 294,-27 4 3,-3-3-412,1 0 0,0 1 0,0-1 0,0 1-1,0-1 1,0 1 0,1 0 0,4-5 0,2-2 29,24-31 385,70-65-1,-22 25 439,-70 68-864,0 0-1,-1-1 1,-1 1-1,14-29 1,-3 4-37,-20 38-7,1-1 0,-1 0 0,0 1 0,0-1 0,0 0 0,1 1 0,-1-1 0,0 1 0,1-1 0,-1 0 0,0 1 0,1-1 0,-1 1 0,1-1 0,-1 1 0,1 0 0,-1-1 0,1 1 0,-1-1 0,1 1 0,-1 0 0,1-1 0,0 1 0,-1 0 0,1 0 0,0-1 0,0 1 0,2 9 0,-2-7 0,5 20 0,-2-1 0,5 42 0,0 4 0,61 243 0,-20-99 0,-40-163 0,8 87 0,-17-116 0,-1-1 0,-1 1 0,0 0 0,-1-1 0,-1 1 0,-1-1 0,-11 32 0,7-29-8,-1 0 0,-1-1 0,0 0 0,-1-1 1,-2 0-1,0-1 0,0 0 0,-2-1 0,0-1 0,-1 0 0,-1-1 0,0-1 1,-1 0-1,0-2 0,-35 19 0,26-18-323,12-4-757,-1-1-1,-1-1 1,1-1 0,-33 9 0,48-15 989,0 0 0,1 1 0,-1-1 0,0 0 0,1 0 1,-1 0-1,0 0 0,1 1 0,-1-1 0,0 0 0,1 0 0,-1 0 0,0 0 0,0-1 0,1 1 0,-1 0 0,0 0 0,1 0 0,-1-1 0,0 1 0,1 0 1,-1 0-1,1-1 0,-1 1 0,0-1 0,1 1 0,-1-1 0,1 1 0,-1 0 0,1-1 0,-1 0 0,0 0 0,1-1-107,0 1 0,0-1 0,1 1 0,-1-1 0,0 1 0,0-1 0,1 1 0,-1 0 0,1-1 0,-1 1 0,1-1-1,0 1 1,0 0 0,1-2 0,6-9-2339,0 1 0,18-18 1,19-13-7351</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5.048"/>
    </inkml:context>
    <inkml:brush xml:id="br0">
      <inkml:brushProperty name="width" value="0.035" units="cm"/>
      <inkml:brushProperty name="height" value="0.035" units="cm"/>
    </inkml:brush>
  </inkml:definitions>
  <inkml:trace contextRef="#ctx0" brushRef="#br0">246 1 10589,'-21'13'2416,"1"1"1,0 0-1,-28 29 1,37-32-1619,1 1 0,1 0 1,0 1-1,1 0 0,0 0 1,1 0-1,-6 16 0,0 4 122,1 1 1,2 0-1,1 1 0,-4 39 0,10-48-869,2 1 0,1-1 0,1 0 0,1 0 0,1 0 0,9 35 0,-5-33-1014,2-1 0,1 0 0,1 0 0,15 27 0,-13-33-2980,0 0 0,29 33 0,-3-16-8028</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5.186"/>
    </inkml:context>
    <inkml:brush xml:id="br0">
      <inkml:brushProperty name="width" value="0.035" units="cm"/>
      <inkml:brushProperty name="height" value="0.035" units="cm"/>
    </inkml:brush>
  </inkml:definitions>
  <inkml:trace contextRef="#ctx0" brushRef="#br0">10 401 11289,'-9'-46'2160,"37"12"-260,10 0-407,7-1-289,12 4-320,13 0-484,19-7-588,15 1-732,20-3-929,9-3-2955,7 12-3781</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5.765"/>
    </inkml:context>
    <inkml:brush xml:id="br0">
      <inkml:brushProperty name="width" value="0.035" units="cm"/>
      <inkml:brushProperty name="height" value="0.035" units="cm"/>
    </inkml:brush>
  </inkml:definitions>
  <inkml:trace contextRef="#ctx0" brushRef="#br0">952 938 12217,'15'-40'465,"-3"6"109,2 1-1,0 1 1,2 1-1,21-31 0,124-217 3640,-120 202-3438,124-262 4960,-160 329-5091,-4 12-78,-6 23 438,4-18-766,-123 452 2872,65-257-2482,-333 1017-354,156-513-243,86-225-510,26 7-198,91-270 16,31-193 523,1 1 0,1-1 0,1 1 0,2-1 0,0 1 0,10 33 0,-11-52 68,0-1 0,1 1 0,0-1-1,0 1 1,0-1 0,1 0 0,0 0 0,0-1 0,0 1 0,1-1-1,0 0 1,0 0 0,0 0 0,1-1 0,0 0 0,9 6 0,-9-8 21,-1 1 0,0-2 1,1 1-1,-1-1 0,1 1 1,0-2-1,-1 1 1,1 0-1,0-1 0,-1 0 1,1-1-1,0 1 0,-1-1 1,1 0-1,0-1 1,-1 1-1,1-1 0,-1 0 1,0 0-1,9-6 1,2-2 3,-2 0 1,0-1 0,0 0 0,-1-1 0,0-1 0,-1 0-1,0-1 1,-1 0 0,-1-1 0,0 0 0,-1 0 0,-1-1-1,0 0 1,8-26 0,-9 17 56,0 1 1,-1-1-1,-1 0 1,-2 0-1,0 0 0,-2 0 1,-1-1-1,-1 1 0,-7-46 1,2 48 30,-1 1 0,0 0 1,-2 0-1,-1 0 0,-1 2 0,0-1 1,-1 1-1,-2 1 0,0 0 0,-32-32 1,-14-8 341,-112-83 0,170 141-378,-51-40 205,5 7 40,2-3 0,1-1 0,-61-70 0,100 101-220,0-1-1,0-1 1,1 1 0,0-1 0,1 0 0,-1 0 0,2 0 0,-1-1 0,2 1 0,-1-1-1,-1-15 1,3 17-18,1 1-1,0-1 1,1 1-1,0 0 1,0-1 0,1 1-1,0 0 1,0-1-1,0 1 1,1 0-1,0 1 1,1-1-1,-1 0 1,1 1-1,1 0 1,5-7-1,2-1-2,1 1-1,1 0 0,0 1 0,0 0 0,2 2 0,21-13 0,10-2-208,51-18 0,-11 10-670,1 4 1,106-20-1,-137 36 405,503-91-6810,-440 86 4715,19-3-2936,-10 8-3123</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6.217"/>
    </inkml:context>
    <inkml:brush xml:id="br0">
      <inkml:brushProperty name="width" value="0.035" units="cm"/>
      <inkml:brushProperty name="height" value="0.035" units="cm"/>
    </inkml:brush>
  </inkml:definitions>
  <inkml:trace contextRef="#ctx0" brushRef="#br0">64 81 7309,'-2'-3'2621,"-5"-9"286,0 0 0,-2 0 0,1 1 0,-18-18 1,24 28-1948,0 21 414,2-3-1131,0 0 0,2 0 1,0 0-1,6 26 0,-1-10-28,-1-2-3,31 139-330,-32-153-49,0 1-1,2-1 1,0 0 0,1-1-1,1 0 1,0 0 0,13 16-1,-19-29 155,0-1-1,0 1 1,0-1-1,0 1 0,0-1 1,0 0-1,1 0 0,-1-1 1,1 1-1,-1-1 0,1 0 1,-1 0-1,1 0 0,0 0 1,0 0-1,0-1 1,-1 0-1,1 0 0,0 0 1,0 0-1,0 0 0,0-1 1,-1 0-1,1 0 0,0 0 1,4-2-1,7-2 105,1-2-1,-1 0 1,0-1-1,19-13 0,105-83 1475,-12 7 265,-114 88-1596,3-2 105,0 1 1,1 0-1,28-12 0,-43 22-307,1-1-1,0 0 0,0 1 0,0-1 1,0 1-1,0 0 0,0 0 1,-1 0-1,1 1 0,0-1 0,0 0 1,0 1-1,0 0 0,0 0 1,-1 0-1,1 0 0,0 0 0,-1 1 1,1-1-1,-1 1 0,1-1 1,2 4-1,0-1-32,0 1 0,-1-1-1,0 1 1,0 0 0,0 0 0,-1 1-1,1-1 1,4 12 0,11 32-343,-9-20-1654,28 53 1,-24-58-755,25 31 0,4-6-5233,0-7-3968</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6.620"/>
    </inkml:context>
    <inkml:brush xml:id="br0">
      <inkml:brushProperty name="width" value="0.035" units="cm"/>
      <inkml:brushProperty name="height" value="0.035" units="cm"/>
    </inkml:brush>
  </inkml:definitions>
  <inkml:trace contextRef="#ctx0" brushRef="#br0">19 289 14853,'-19'-83'2625,"48"38"-529,3 5-468,-4 8-340,10 6-272,7 6-424,9 6-708,6-3-312,7 8-672,6 6-864,3 3-360,0 12-3093,3 8-4348</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6.763"/>
    </inkml:context>
    <inkml:brush xml:id="br0">
      <inkml:brushProperty name="width" value="0.035" units="cm"/>
      <inkml:brushProperty name="height" value="0.035" units="cm"/>
    </inkml:brush>
  </inkml:definitions>
  <inkml:trace contextRef="#ctx0" brushRef="#br0">23 338 13125,'-22'-11'2500,"25"-15"-379,13-5-349,9 13-336,13-2-292,10-2-248,12-1-704,13-3-424,10-5-796,9-9-1088,13 5 132,15 10-3317,17-4-4240</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8.115"/>
    </inkml:context>
    <inkml:brush xml:id="br0">
      <inkml:brushProperty name="width" value="0.035" units="cm"/>
      <inkml:brushProperty name="height" value="0.035" units="cm"/>
    </inkml:brush>
  </inkml:definitions>
  <inkml:trace contextRef="#ctx0" brushRef="#br0">165 133 14037,'13'-47'2030,"5"-20"5133,-16 62-1937,14-8-4113,-16 13-1082,0 0 0,0 0 0,1 0 1,-1 0-1,0 0 0,0 0 1,1 0-1,-1 0 0,0 0 1,0 0-1,1 0 0,-1 0 1,0 1-1,0-1 0,0 0 0,1 0 1,-1 0-1,0 0 0,0 0 1,0 1-1,0-1 0,1 0 1,-1 0-1,0 0 0,0 1 1,0-1-1,0 0 0,0 0 0,0 0 1,1 1-1,-1-1 0,0 0 1,0 0-1,0 1 0,0-1 1,0 0-1,0 0 0,0 1 1,-3 40 1783,1-27-1653,-39 219-162,4-32 0,-33 244-2394,62-395 1712,-14 65-4540,2-15-2499,3 7-6043</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8.352"/>
    </inkml:context>
    <inkml:brush xml:id="br0">
      <inkml:brushProperty name="width" value="0.035" units="cm"/>
      <inkml:brushProperty name="height" value="0.035" units="cm"/>
    </inkml:brush>
  </inkml:definitions>
  <inkml:trace contextRef="#ctx0" brushRef="#br0">93 359 16029,'-73'-18'3373,"72"18"-3065,0 0 1,-1-1-1,1 1 0,0 0 1,1-1-1,-1 1 1,0 0-1,0-1 0,0 1 1,0-1-1,0 0 1,0 1-1,0-1 1,1 0-1,-1 0 0,0 1 1,1-1-1,-1 0 1,0 0-1,0-1 0,1 1-189,0 0-1,0 0 0,0 0 0,0 1 0,0-1 0,0 0 0,0 0 1,0 0-1,1 1 0,-1-1 0,0 0 0,0 0 0,1 1 0,-1-1 1,1 0-1,-1 1 0,0-1 0,1 0 0,0 0 0,28-23 1676,-14 17-1382,0 0-1,0 1 1,0 0 0,1 1 0,22-4 0,-22 5-308,408-73 91,9 28-230,-352 41 32,1812-102-2597,-1593 112-466,-212 3-243,115 20 0,-189-22 1659,0 0 1,-1 1-1,16 6 1,17 17-9252</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8.958"/>
    </inkml:context>
    <inkml:brush xml:id="br0">
      <inkml:brushProperty name="width" value="0.035" units="cm"/>
      <inkml:brushProperty name="height" value="0.035" units="cm"/>
    </inkml:brush>
  </inkml:definitions>
  <inkml:trace contextRef="#ctx0" brushRef="#br0">224 303 12217,'5'-16'1024,"0"-1"0,-2 0-1,0 0 1,1-30 0,-4 39-736,1 0 0,-1 0 0,1 1 1,0-1-1,1 1 0,0-1 1,0 1-1,1 0 0,0-1 0,0 1 1,0 0-1,1 1 0,0-1 1,0 1-1,1 0 0,0 0 0,0 0 1,0 0-1,1 1 0,0 0 1,0 0-1,0 1 0,1 0 0,-1 0 1,1 0-1,0 1 0,0 0 1,15-4-1,-10 3 105,-1 2 0,1 0-1,0 0 1,0 1 0,0 0 0,0 1 0,0 1 0,0 0-1,0 0 1,-1 1 0,1 1 0,0 0 0,-1 0 0,1 1-1,-1 1 1,0 0 0,17 10 0,-19-8-393,0 0 0,0 1 0,0 0 0,-1 0 0,-1 1 0,1 0 0,-1 1 0,-1-1 0,0 1 0,0 0 0,-1 1 0,0-1 0,-1 1 0,0 0 0,-1 1 0,0-1 0,0 0 0,-2 1 0,2 22 0,-3-10 0,-1 0 0,-1-1 0,-2 1 0,0-1 0,-1 0 0,-1 0 0,-1-1 0,-21 43 0,15-38 0,-2-1 0,-2-1 0,-20 25 0,-147 176 0,-23-3 0,95-108 0,95-97 0,1 1 0,-23 34 0,38-52 1,1 0 0,-1 0 0,0 0 0,1 0 0,0 0 0,-1 0-1,1 0 1,0 0 0,-1 0 0,1 0 0,0 1 0,0-1 0,0 0 0,0 0 0,0 0 0,0 0 0,0 0 0,1 0-1,-1 0 1,0 0 0,0 0 0,1 0 0,-1 0 0,1 0 0,-1 0 0,1 0 0,-1 0 0,1 0 0,0 0 0,-1 0-1,1-1 1,0 1 0,0 0 0,0 0 0,-1-1 0,1 1 0,0-1 0,0 1 0,0-1 0,0 1 0,0-1 0,1 1 0,5 2-34,-1-1 0,1 0 0,-1 0 0,1-1 0,10 1 0,3-1-335,0-1 1,0-2 0,0 0-1,27-6 1,-15 2-110,57-12-1597,0-3 0,113-45 0,163-92-4846,-234 95 5108,-2-6 1,119-85-1,-216 130 2045,-1-1-1,33-34 1,-50 44 523,-1-1 1,0 0-1,-1-1 0,0 0 1,17-36-1,-27 48-384,-1 0 0,1 0 0,-1 0 0,0 0 0,0 0-1,-1 0 1,1-10 0,0-1 841,-2 14-956,1 0 0,-1 1-1,0-1 1,1 1 0,-1-1 0,0 1 0,0-1-1,0 1 1,0-1 0,0 1 0,0 0-1,0 0 1,-1-1 0,1 1 0,0 0 0,-1 0-1,1 0 1,-3-1 0,2 4-86,0-1 1,0 1-1,0-1 0,1 1 0,-1 0 1,0 0-1,1 0 0,0 0 0,-1 0 0,1 0 1,0 0-1,0 0 0,0 1 0,-1 2 1,0 0 138,-7 17 245,1 0 0,1 1 0,0 1 0,2-1 0,-3 36 0,1-11-336,-4 47-2766,1 115 1,8-128-2753,-2-5-3459,5-48-1557</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9.284"/>
    </inkml:context>
    <inkml:brush xml:id="br0">
      <inkml:brushProperty name="width" value="0.035" units="cm"/>
      <inkml:brushProperty name="height" value="0.035" units="cm"/>
    </inkml:brush>
  </inkml:definitions>
  <inkml:trace contextRef="#ctx0" brushRef="#br0">1 111 11077,'18'-38'2382,"-15"30"-1396,0 1 0,1-1 0,0 1 0,0 0 1,0 0-1,10-11 0,-12 17-812,0 0 1,-1 0 0,1 0-1,0 0 1,0 0 0,-1 0-1,1 0 1,0 1 0,0-1-1,0 1 1,0-1 0,0 1-1,0 0 1,0 0-1,0 0 1,0 0 0,0 0-1,0 0 1,0 1 0,0-1-1,0 1 1,0-1 0,0 1-1,0 0 1,0-1-1,-1 1 1,1 0 0,0 1-1,0-1 1,2 2 0,6 4 257,0 1 0,0 0 0,12 13 0,-10-7-212,0 1-1,-1 0 1,-1 1 0,0 0 0,-1 1-1,-1-1 1,-1 2 0,0-1 0,-1 1 0,-1 0-1,0 0 1,3 36 0,-5-15-174,-1 0 1,-2 0 0,-2 0-1,-1 0 1,-11 45-1,-36 187-909,75-278 783,-17 2 91,1 0-1,-1-1 1,0 0-1,-1 0 1,0-1-1,8-8 1,41-54 122,-17 20-38,197-210 691,-196 221-428,1 1-1,2 3 1,1 1-1,66-37 1,-100 64-340,1 1 1,-1 0-1,1 1 1,0 0-1,-1 1 1,2 0-1,-1 1 1,13-1 0,-21 2-19,1 1 1,0 1 0,0-1 0,-1 0 0,1 1 0,0 0 0,-1 0 0,1 0 0,0 0 0,-1 1 0,0-1 0,1 1 0,-1 0 0,0 0 0,0 0 0,0 0 0,0 1 0,0-1 0,0 1-1,-1 0 1,1 0 0,-1 0 0,0 0 0,0 0 0,0 0 0,0 0 0,-1 1 0,2 3 0,1 3 2,-1-1 0,-1 1 0,0 0 0,0-1 0,-1 1-1,0 0 1,-1 19 0,-12 74-41,4-56-50,-2 29-755,-9 74-2811,15-109 106,4 68-1,1-96 1825,1 1 0,0-1 0,4 15 1,20 33-9468</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1.101"/>
    </inkml:context>
    <inkml:brush xml:id="br0">
      <inkml:brushProperty name="width" value="0.035" units="cm"/>
      <inkml:brushProperty name="height" value="0.035" units="cm"/>
    </inkml:brush>
  </inkml:definitions>
  <inkml:trace contextRef="#ctx0" brushRef="#br0">267 133 5849,'-114'-60'9261,"95"52"-7900,-1 0 0,-27-7 0,-17-7 1767,61 20-1927,31-6 1127,9 4-1772,1 0-1,-1 3 0,42 3 0,-10 0-84,2115 63 2685,-2181-65-3156,59 2-161,1-1-614,1 3 1,121 23-1,-182-27 544,0 1-1,0-1 0,0 1 0,0 0 0,0 0 1,-1 0-1,1 1 0,0-1 0,-1 1 0,1-1 1,-1 1-1,4 3 0,-6-5 149,0 1 0,0 0 0,0-1-1,1 1 1,-1-1 0,0 1 0,0-1 0,0 1 0,0-1 0,0 1-1,0 0 1,0-1 0,-1 1 0,1-1 0,0 1 0,0-1 0,0 1-1,0-1 1,-1 1 0,1-1 0,0 1 0,-1-1 0,1 1 0,0-1-1,-1 1 1,1-1 0,0 0 0,-1 1 0,1-1 0,-1 0 0,1 1-1,-1-1 1,1 0 0,-1 1 0,1-1 0,-1 0 0,-9 5-841,0 0-1,0-1 1,-1-1 0,-15 4-1,-34 7-5029,3 2-3610</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2.038"/>
    </inkml:context>
    <inkml:brush xml:id="br0">
      <inkml:brushProperty name="width" value="0.035" units="cm"/>
      <inkml:brushProperty name="height" value="0.035" units="cm"/>
    </inkml:brush>
  </inkml:definitions>
  <inkml:trace contextRef="#ctx0" brushRef="#br0">385 127 7897,'1'-6'556,"1"1"0,0-1 1,0 1-1,0 0 0,1 0 1,0 0-1,0 0 0,0 0 1,0 1-1,1 0 0,0-1 1,0 1-1,0 1 0,5-5 1,19-20 2535,-10 5 4246,-18 26-6578,3 16-418,1 0 0,1 1 1,0-1-1,1-1 0,1 1 1,1-1-1,1-1 0,0 1 1,12 15-1,-3-10-144,2-1 1,0-1-1,1 0 0,48 34 1,104 54 119,-154-98-315,166 104-65,-85-51-677,185 89-1,-155-103 85,-104-44 492,-21-4-109,-22 0 154,-133 7-70,23 11-586,1 7-1,-235 80 1,-10 31-224,269-95 714,-149 90 0,237-125 274,2 0 0,-1 1 0,1 0 0,1 1-1,0 0 1,-13 15 0,21-21 12,0 0-1,1 0 0,-1 0 1,1 0-1,0 0 0,0 0 1,0 1-1,1-1 1,-1 1-1,1-1 0,0 1 1,0 0-1,1-1 0,0 1 1,-1 0-1,1 0 0,1-1 1,-1 1-1,1 0 0,0-1 1,0 1-1,0-1 0,3 8 1,-1-7 14,0 0-1,0 0 1,0 0 0,1-1 0,0 1 0,0-1 0,0 0 0,0 0 0,1 0 0,-1-1 0,1 0 0,0 0 0,6 3-1,10 5 202,43 14-1,-14-9-59,1-3 0,0-2-1,54 5 1,162 3 120,-163-14-80,1262 54 1032,-1301-57-1275,84 1-793,225 34 0,-366-35 328,-1-1 1,0 1-1,0 0 0,0 1 0,0-1 0,-1 2 1,8 3-1,-11-5-1849</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9.953"/>
    </inkml:context>
    <inkml:brush xml:id="br0">
      <inkml:brushProperty name="width" value="0.035" units="cm"/>
      <inkml:brushProperty name="height" value="0.035" units="cm"/>
    </inkml:brush>
  </inkml:definitions>
  <inkml:trace contextRef="#ctx0" brushRef="#br0">36 202 6609,'7'-11'503,"-3"5"-1391,4-9 17143,-23-45-15277,14 57-786,-1-5 169,0 0 69,-1 0-1,1 0 1,-2 0-1,1 0 0,-1 0 1,0 1-1,-8-11 1,10 16 450,25-21-231,-22 23-632,0 0 0,0 0 0,0 0 0,0 0 0,1 0 0,-1 0 0,0 0 0,0 0 0,0 0 0,0 1-1,0-1 1,0 0 0,0 1 0,0-1 0,0 1 0,-1-1 0,1 1 0,1 1 0,0-2 24,7 5 10,0-1-1,0 1 1,-1 0-1,1 1 1,-1 0 0,0 1-1,-1-1 1,0 2-1,0-1 1,0 1-1,8 13 1,-11-14-44,0 0 0,0 0 0,0 0 0,-1 0 0,-1 0 0,1 1 0,-1 0 0,0-1 0,-1 1 0,0 0 0,0 0 0,-1 0 0,0 0 0,0 0 0,-3 14 0,-8 26-28,-31 82 0,35-114 29,5-13 20,20-18-25,62-60 7,-48 43-22,53-40 0,-69 60-5,1 1-1,0 1 1,1 1 0,32-13-1,-49 21 17,0 1 0,0 0 0,0-1 0,0 1 0,0 0-1,0 0 1,0 0 0,1 0 0,-1 0 0,0 0-1,0 0 1,0 0 0,0 0 0,0 0 0,1 1 0,0 0-1,4 0-4,14 4-17,-18-3 23,0 0-1,0 1 1,0-1 0,-1 0-1,1 0 1,-1 1-1,1-1 1,-1 1 0,0 0-1,0-1 1,0 1 0,0 0-1,-1-1 1,1 1-1,-1 0 1,1 0 0,-1-1-1,0 1 1,0 0-1,-1 3 1,-6 61-22,6-62 19,0-3 3,0 0 1,1 1 0,-1-1 0,1 0-1,0 0 1,0 0 0,0 1 0,0-1-1,0 0 1,0 1 0,0-1-1,1 0 1,-1 0 0,1 0 0,0 1-1,-1-1 1,3 3 0,0 1 3,-2-5-3,1 0 1,0 0-1,0 0 0,0 0 0,0-1 1,0 1-1,0 0 0,0-1 0,0 0 1,0 0-1,0 1 0,1-1 0,-1 0 0,2-1 1,6-1-1,-1 0 1,1-1-1,-1-1 1,1 1-1,-1-2 1,13-7-1,10-4-24,9-4 46,1 3 0,1 1 0,0 3 0,70-13 0,-100 24-14,-6 0-6,0 0-1,0 1 0,1 0 1,-1 1-1,0-1 0,1 1 1,-1 1-1,0 0 0,1 0 1,-1 0-1,0 1 0,0 0 1,0 0-1,0 0 0,0 1 1,8 5-1,-3 1-361,0 0 1,0 1-1,-1 0 0,0 1 0,16 21 1,-16-16-1235,0 1 0,-1 0-1,-1 1 1,9 21 0,1 7-4902,6-2-3966</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1.585"/>
    </inkml:context>
    <inkml:brush xml:id="br0">
      <inkml:brushProperty name="width" value="0.035" units="cm"/>
      <inkml:brushProperty name="height" value="0.035" units="cm"/>
    </inkml:brush>
  </inkml:definitions>
  <inkml:trace contextRef="#ctx0" brushRef="#br0">910 199 4376,'-10'-8'747,"3"2"-225,1 1 1,-1 1-1,0-1 0,0 1 0,0 0 0,0 1 1,-13-5-1,-130-37 2281,-1 7 1,-177-20 0,317 56-2725,-19-2 141,0 1 0,0 2 0,0 0 0,-34 5 0,61-3 6,2 6-264,0-6 51,1 1 1,-1 0 0,0 0 0,1-1 0,0 1 0,-1 0-1,1 0 1,0-1 0,0 1 0,0 0 0,0 0 0,1 3-1,46 23-242,-45-26 304,-2 10-637,-1 3-395,25-14-4466,-15-1-1142</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2.020"/>
    </inkml:context>
    <inkml:brush xml:id="br0">
      <inkml:brushProperty name="width" value="0.035" units="cm"/>
      <inkml:brushProperty name="height" value="0.035" units="cm"/>
    </inkml:brush>
  </inkml:definitions>
  <inkml:trace contextRef="#ctx0" brushRef="#br0">1039 52 5104,'-10'-29'1159,"7"23"4630,4 6-5746,-1-1 0,0 0-1,0 1 1,0-1 0,-1 1-1,1-1 1,0 0 0,0 1-1,0-1 1,0 0 0,-1 1-1,1-1 1,0 1 0,0-1-1,-1 0 1,1 1 0,-1-1-1,1 1 1,0-1 0,-1 1-1,1-1 1,-1 1 0,1 0-1,-1-1 1,1 1 0,-1 0-1,1-1 1,-1 1 0,0 0-1,1-1 1,-1 1 0,1 0 0,-1 0-1,0 0 1,1 0 0,-1 0-1,0 0 1,1 0 0,-1 0-1,0 0 1,1 0 0,-1 0-1,0 0 1,1 0 0,-1 0-1,1 0 1,-1 1 0,0-1-1,1 0 1,-1 1 0,1-1-1,-1 0 1,1 1 0,-1-1-1,1 0 1,-1 1 0,1-1-1,-1 1 1,1-1 0,-1 2-1,-3 2 153,-1 1-1,2 0 0,-1 0 1,1 0-1,-6 9 0,-18 51 1016,-22 79 0,21-58-582,-149 480 1607,44-128-1592,-225 716 41,177-415-446,173-684-249,2 0 0,2 0 0,7 92 0,-3-139-17,1 0-1,0-1 1,0 1-1,1-1 0,0 1 1,0-1-1,1 0 1,0 0-1,0 0 1,1 0-1,0 0 0,0-1 1,0 1-1,1-1 1,0 0-1,0-1 0,1 1 1,0-1-1,0 0 1,0-1-1,0 1 1,14 6-1,15 3-80,-23-11 62,-1 1 0,0 1 0,0 0 0,0 0 0,-1 1 0,0 0 0,0 1 0,10 9 0,-17-13 48,0-1 1,0 0 0,0 0-1,1 0 1,-1 0-1,1 0 1,-1-1-1,1 1 1,0-1-1,-1 0 1,1 0-1,0 0 1,6 0-1,54-1-54,-54-1 41,105-11-1642,-2-5-1,129-36 1,-96 19-3960,-28 8-2217</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2.722"/>
    </inkml:context>
    <inkml:brush xml:id="br0">
      <inkml:brushProperty name="width" value="0.035" units="cm"/>
      <inkml:brushProperty name="height" value="0.035" units="cm"/>
    </inkml:brush>
  </inkml:definitions>
  <inkml:trace contextRef="#ctx0" brushRef="#br0">259 257 8673,'8'-13'1120,"-1"0"0,-1-1 0,0 0 0,0 0 0,-2 0 0,0-1 1,3-19-1,3-14 1750,-6 33-1193,-1-1-1,2-30 0,-19 55-388,6 4-1101,-1 0 1,1 1-1,1-1 0,1 2 0,0-1 0,0 0 1,-4 21-1,-2 3 23,-60 160 431,-23 68-231,69-183-499,-18 106 0,42-178 64,0 0 0,1 1 0,1-1 0,0 0 0,0 0 0,1 0 0,0 0 0,4 13 0,-4-21 21,0 0 0,0 0 0,0 0 0,0 0 0,1 0 1,-1-1-1,1 1 0,0 0 0,0-1 0,-1 0 0,2 1 0,-1-1 0,0 0 0,0 0 1,1 0-1,-1 0 0,1 0 0,0-1 0,-1 1 0,1-1 0,0 0 0,0 0 0,0 0 1,0 0-1,0 0 0,0-1 0,0 1 0,0-1 0,0 0 0,0 0 0,0 0 0,0 0 1,6-1-1,10-4-2,0 0 0,-1-1 1,0-1-1,0-1 1,-1 0-1,27-19 0,18-6 64,-56 30-44,38-20 235,2 1-1,0 3 1,1 2-1,61-14 0,-103 30-217,0 0 0,0 0 0,0 1-1,0 0 1,0 0 0,0 0-1,0 1 1,0-1 0,0 1 0,0 0-1,0 1 1,0-1 0,-1 1-1,1 0 1,-1 0 0,1 1 0,-1-1-1,0 1 1,0 0 0,0 0-1,6 6 1,-5-3 0,0 0-1,-1 0 1,0 0-1,0 1 0,-1-1 1,0 1-1,0 0 1,0 0-1,-1 0 1,0 0-1,0 0 1,-1 1-1,1 8 1,1 45 57,-3-41-1170,1 0 0,0-1-1,2 1 1,0-1-1,1 1 1,10 26 0,-13-43 386,1-1 1,-1 1 0,1 0 0,-1 0 0,1-1 0,0 1 0,0-1 0,1 0 0,-1 1 0,4 2 0,1 0-1741,20 20-8432</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3.375"/>
    </inkml:context>
    <inkml:brush xml:id="br0">
      <inkml:brushProperty name="width" value="0.035" units="cm"/>
      <inkml:brushProperty name="height" value="0.035" units="cm"/>
    </inkml:brush>
  </inkml:definitions>
  <inkml:trace contextRef="#ctx0" brushRef="#br0">219 282 8037,'-24'-2'2573,"20"1"-263,4 0-1959,0-1 1,0 1-1,0-1 1,0 1 0,-1-1-1,1 1 1,0-1-1,-1 1 1,1-1-1,-1 1 1,1 0-1,-1-1 1,1 1-1,-2-2 1,1 2-173,1 1 0,-1 0 0,1-1 0,0 1 0,-1 0 0,1 0 0,-1-1 0,1 1 0,-1 0 0,1 0 0,-1 0 1,1-1-1,-1 1 0,0 0 0,1 0 0,-1 0 0,1 0 0,-1 0 0,1 0 0,-1 0 0,1 0 0,-1 0 0,1 1 0,-1-1 0,1 0 0,-2 0 0,0 2-1,0-1 0,0 0-1,0 1 1,0-1-1,0 1 1,0 0 0,0 0-1,1-1 1,-1 1 0,0 1-1,1-1 1,0 0 0,-1 0-1,1 0 1,0 1-1,-1 2 1,-34 92 1180,-32 99-150,58-160-1077,1 0 1,2 0-1,-3 59 1,9-85-113,1 0-1,1 0 1,0 0 0,0 0 0,1 0 0,0 0 0,1-1 0,0 1 0,1-1 0,-1 0 0,10 16 0,-10-21-18,0-1 0,-1 1 1,1-1-1,0 1 1,1-1-1,-1 0 1,0 0-1,1-1 0,0 1 1,0-1-1,0 0 1,0 0-1,0 0 0,0 0 1,0-1-1,0 0 1,1 1-1,-1-2 1,1 1-1,-1 0 0,0-1 1,1 0-1,-1 0 1,1 0-1,-1-1 0,1 1 1,-1-1-1,9-3 1,-2 1-6,1-1 0,-1-1 0,0 1 0,0-2 0,0 0 0,-1 0 0,0-1 0,0 0 1,11-11-1,-8 5-52,-1 0 0,0-1 1,-1-1-1,-1 0 0,14-25 1,0-12-359,-3-1 1,29-111-1,-34 107 78,-1 4-59,13-106 1,-25 136 298,-2 0 1,0 0 0,-1 0 0,-2 0-1,0 0 1,-1 0 0,-7-24 0,9 45 86,0 0 0,1 0 0,-1 1 0,0-1 0,0 0 0,0 0 0,0 0 0,0 1-1,0-1 1,0 1 0,-1-1 0,1 1 0,0-1 0,-1 1 0,0 0 0,1-1 0,-1 1 0,0 0 0,1 0 0,-1 1 0,0-1 0,0 0 0,0 0 0,0 1 0,0-1 0,0 1 0,0 0 0,0-1 0,0 1 0,0 0 0,0 0 0,0 0 0,0 1 0,0-1 0,0 0 0,0 1 0,0-1 0,-3 2 0,-3 1-3,0 1 0,0-1 0,1 1 0,-1 1 0,1-1 0,-1 1 0,-8 9 0,5-4-9,1 1 1,0 0 0,1 1 0,0 0-1,1 0 1,0 1 0,1 0-1,0 0 1,1 1 0,1 0 0,0 0-1,1 0 1,0 1 0,-1 16-1,4-20-64,0 1 0,0-1 0,1 0 0,1 0-1,0 0 1,0 1 0,1-1 0,1 0 0,0 0-1,0-1 1,1 1 0,1-1 0,-1 0 0,2 0-1,-1 0 1,1-1 0,1 1 0,0-1 0,9 9-1,-8-12-305,-1 0 0,1 0-1,1 0 1,-1-1 0,14 6-1,1 1-903,-20-10 145,6-3 212,1-1 0,-1 1 0,0-1 0,0-1 0,1 0 1,-2 0-1,1-1 0,0 0 0,-1 0 0,0-1 0,11-8 0,19-14-3479</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3.950"/>
    </inkml:context>
    <inkml:brush xml:id="br0">
      <inkml:brushProperty name="width" value="0.035" units="cm"/>
      <inkml:brushProperty name="height" value="0.035" units="cm"/>
    </inkml:brush>
  </inkml:definitions>
  <inkml:trace contextRef="#ctx0" brushRef="#br0">0 99 10877,'2'-20'1916,"-2"17"-1504,0 0 0,0-1 0,1 1-1,-1 0 1,1 0 0,-1 0 0,1 0 0,0 0 0,0 0 0,1 0 0,-1 0 0,1 0-1,-1 0 1,1 1 0,0-1 0,0 0 0,0 1 0,0 0 0,1-1 0,3-2 0,-3 3-196,1 0 0,-1 0 0,1 0 0,0 1 1,-1-1-1,1 1 0,0 0 0,0 0 1,0 0-1,0 1 0,0-1 0,0 1 0,0 0 1,0 0-1,0 1 0,0-1 0,0 1 0,0 0 1,0 0-1,0 0 0,-1 0 0,1 1 1,0-1-1,4 4 0,7 3 29,0 1-1,-1 0 1,-1 1 0,20 17-1,-22-16-206,0 0 1,-1 1-1,0 0 0,-1 1 0,-1-1 0,0 2 0,0-1 0,-1 1 1,-1 1-1,-1-1 0,0 1 0,0 0 0,-2 0 0,0 0 0,0 0 1,-2 1-1,1 15 0,-3-12-201,0-1 0,0 1 1,-2-1-1,0 0 0,-1 0 0,-1 0 1,-1 0-1,-1-1 0,0 0 0,-1 0 0,0-1 1,-2 0-1,0-1 0,-13 16 0,-25 21-542,-71 61-1,97-93 571,20-20 125,1 1 0,0 0 1,0 0-1,-1 0 1,1 0-1,0 0 1,0 0-1,0 1 1,0-1-1,0 0 0,0 0 1,1 1-1,-1-1 1,0 1-1,1-1 1,-1 0-1,1 1 1,-1 1-1,1-2 4,1-1 1,0 0-1,0 1 0,0-1 0,0 0 1,0 1-1,-1-1 0,1 0 1,0 0-1,0 0 0,0 0 0,0 0 1,0 0-1,0 0 0,0 0 0,-1 0 1,1 0-1,0 0 0,0-1 1,0 1-1,1-1 0,66-23-74,-21 1 259,-1-3 0,79-58 0,-26 16 370,-17 4 624,-24 17 196,-55 45-1002,7 17 421,-5-3-653,-1 0 1,0 1-1,0-1 1,-1 0 0,-1 1-1,0 0 1,0 15-1,3 19 99,-2-31-82,1 13-469,2-1 0,11 36 1,-13-54-132,0 0 0,1-1 0,0 1 0,0-1 0,1 0-1,0 0 1,1-1 0,0 0 0,13 12 0,-14-14-525,0-1-1,1 0 0,0-1 0,12 7 1,16 1-7365,-10-8-676</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4.171"/>
    </inkml:context>
    <inkml:brush xml:id="br0">
      <inkml:brushProperty name="width" value="0.035" units="cm"/>
      <inkml:brushProperty name="height" value="0.035" units="cm"/>
    </inkml:brush>
  </inkml:definitions>
  <inkml:trace contextRef="#ctx0" brushRef="#br0">176 1 11441,'-51'78'3685,"37"-59"-2576,1 0 0,0 2 0,2-1 0,-18 44 0,18-28-689,1 0 0,2 0 0,2 1 0,1 0 0,1 68 1,4-87-693,1 1 1,1-1 0,1 0 0,1 1-1,0-1 1,1-1 0,1 1-1,1-1 1,1 0 0,0-1 0,1 1-1,0-2 1,21 26 0,-16-24-1254,0-1 1,1-1-1,1 0 1,0-1-1,36 23 1,-2-13-5739</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4.370"/>
    </inkml:context>
    <inkml:brush xml:id="br0">
      <inkml:brushProperty name="width" value="0.035" units="cm"/>
      <inkml:brushProperty name="height" value="0.035" units="cm"/>
    </inkml:brush>
  </inkml:definitions>
  <inkml:trace contextRef="#ctx0" brushRef="#br0">159 62 8209,'7'-8'288,"0"0"409,0 0 1,1 1-1,11-10 1,-16 16-446,-1-1 1,0 1 0,0-1 0,1 1-1,-1 0 1,1 0 0,-1 0 0,1 0-1,0 0 1,-1 1 0,1-1 0,0 1-1,0 0 1,-1-1 0,1 1 0,0 1-1,0-1 1,4 1 0,4 2 172,0 0 1,0 0-1,-1 1 0,1 0 1,-1 1-1,0 0 1,-1 1-1,1 0 0,-1 1 1,0 0-1,-1 0 1,1 0-1,-1 1 1,-1 1-1,0-1 0,0 1 1,-1 1-1,8 12 1,-6-6-232,-1 0 0,0 0 1,-1 1-1,-1 0 1,0 0-1,-2 0 0,0 0 1,0 1-1,-2-1 1,0 1-1,-1 0 1,-1-1-1,-1 1 0,0-1 1,-1 1-1,-7 21 1,1-13-286,-2 0 0,0 0 1,-1-1-1,-2 0 0,0-2 1,-2 1-1,-1-2 0,0 0 0,-33 30 1,17-19-1030,-49 36 0,71-61 347,-1 0 0,1-1 0,-1 0 0,-1 0-1,1-2 1,-1 1 0,0-2 0,-24 6 0,9-7-4821,8 2-3200</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4.771"/>
    </inkml:context>
    <inkml:brush xml:id="br0">
      <inkml:brushProperty name="width" value="0.035" units="cm"/>
      <inkml:brushProperty name="height" value="0.035" units="cm"/>
    </inkml:brush>
  </inkml:definitions>
  <inkml:trace contextRef="#ctx0" brushRef="#br0">0 492 10269,'16'-9'1744,"-2"-2"0,1 0 1,-1 0-1,15-18 0,30-23-85,-38 37-1292,-1-2 0,-1 0 1,-1-1-1,0-1 0,16-23 1,-28 34-195,0 0 0,-1 0-1,0 0 1,-1-1 0,1 0 0,-2 0 0,1 0 0,-2 0 0,1-1 0,-1 1-1,0-1 1,-1 0 0,0 1 0,-1-1 0,0 0 0,-2-17 0,1 22-79,-1 0-1,0 0 1,1 1 0,-1-1 0,-1 1 0,1-1 0,-1 1 0,0 0 0,0 0 0,-4-5 0,6 8-73,0 0 1,0 0 0,0-1-1,0 1 1,-1 0-1,1 1 1,0-1 0,0 0-1,-1 0 1,1 0 0,-1 1-1,1-1 1,-1 1 0,1-1-1,-1 1 1,1 0 0,-1-1-1,1 1 1,-1 0 0,1 0-1,-1 0 1,1 0-1,-1 0 1,1 0 0,-1 1-1,1-1 1,-1 1 0,1-1-1,-1 1 1,1-1 0,-1 1-1,1 0 1,0-1 0,-1 1-1,1 0 1,0 0 0,-2 2-1,-3 2 11,1 1 0,-1 0 1,1 0-1,1 0 0,-1 1 0,1 0 0,0 0 0,0 0 0,1 0 0,0 0 0,1 1 0,-4 11 1,4-6-92,1-1 1,0 1 0,0-1-1,1 1 1,1 0 0,0-1-1,4 18 1,0-9-662,0 0 0,2 0 0,16 34-1,-12-33-1554,1-1 0,26 35 0,-12-22-5384,-8-21 410</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4.940"/>
    </inkml:context>
    <inkml:brush xml:id="br0">
      <inkml:brushProperty name="width" value="0.035" units="cm"/>
      <inkml:brushProperty name="height" value="0.035" units="cm"/>
    </inkml:brush>
  </inkml:definitions>
  <inkml:trace contextRef="#ctx0" brushRef="#br0">13 117 6309,'3'-71'1576,"-6"51"96,-3 6-68,3 2 3637,-1 35-13058,4 6 2216</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5.172"/>
    </inkml:context>
    <inkml:brush xml:id="br0">
      <inkml:brushProperty name="width" value="0.035" units="cm"/>
      <inkml:brushProperty name="height" value="0.035" units="cm"/>
    </inkml:brush>
  </inkml:definitions>
  <inkml:trace contextRef="#ctx0" brushRef="#br0">207 1 8317,'-45'8'2332,"14"7"-184,2 5-180,4 2-283,2 4-261,4-3-324,0 6-232,7 5-168,8 6-152,4 6-116,4-1-236,15-2-448,6 6-692,7-3-716,9-6-476,4 0-2789,5 0-3892</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5.343"/>
    </inkml:context>
    <inkml:brush xml:id="br0">
      <inkml:brushProperty name="width" value="0.035" units="cm"/>
      <inkml:brushProperty name="height" value="0.035" units="cm"/>
    </inkml:brush>
  </inkml:definitions>
  <inkml:trace contextRef="#ctx0" brushRef="#br0">365 9 10921,'1'-1'161,"1"0"0,-1 0 0,0 1-1,1-1 1,-1 0 0,0 1 0,1-1 0,-1 0 0,1 1 0,-1 0-1,1-1 1,-1 1 0,1 0 0,-1 0 0,1 0 0,-1 0-1,1 0 1,-1 0 0,1 0 0,0 1 0,-1-1 0,3 1 0,-1 1 174,0 1 0,-1-1 0,1 1 0,-1-1 0,1 1 0,-1 0 0,0 0 0,0 0 0,0 0 0,2 5 0,0 2-37,0 0-1,0 0 1,-1 0-1,0 1 1,-1-1-1,-1 1 1,1 0-1,-1 0 1,-1-1-1,0 1 1,-2 14-1,-1 0 135,-1 0 0,-1-1 1,-16 45-1,6-32-443,-1 0 0,-1-2 0,-3 0 0,-1-1 0,-1 0 0,-27 29 0,21-31-1864,-2-1 1,-65 53-1,41-43-3863,3-1-3444</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5.988"/>
    </inkml:context>
    <inkml:brush xml:id="br0">
      <inkml:brushProperty name="width" value="0.035" units="cm"/>
      <inkml:brushProperty name="height" value="0.035" units="cm"/>
    </inkml:brush>
  </inkml:definitions>
  <inkml:trace contextRef="#ctx0" brushRef="#br0">1 72 11201,'5'2'621,"0"1"1,0-1-1,0 0 1,1-1-1,-1 1 1,1-1-1,-1 0 0,1 0 1,10-1-1,56-5 879,-36 1-464,283-4 1938,-87 5-2186,-83-2-415,183-12-449,-332 17 63,0 0 1,0 0 0,0 0 0,-1 0 0,1 0 0,0 0 0,0 0 0,0 0 0,0 0 0,0 0 0,0 0 0,0 0 0,0 0 0,0 0 0,-1 0-1,1 0 1,0 0 0,0 0 0,0 0 0,0-1 0,0 1 0,0 0 0,0 0 0,0 0 0,0 0 0,0 0 0,0 0 0,0 0 0,-1 0 0,1 0 0,0 0-1,0 0 1,0 0 0,0-1 0,0 1 0,0 0 0,0 0 0,0 0 0,0 0 0,0 0 0,0 0 0,0 0 0,0 0 0,0 0 0,0-1 0,0 1 0,0 0-1,0 0 1,0 0 0,0 0 0,0 0 0,0 0 0,0 0 0,0 0 0,0 0 0,0 0 0,0-1 0,0 1 0,1 0 0,-1 0 0,0 0 0,0 0-1,0 0 1,0 0 0,0 0 0,0 0 0,0 0 0,0 0 0,-13-8-762,-18-5-1297,7 6-815,7 1-2514,-2-1-3662</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7.838"/>
    </inkml:context>
    <inkml:brush xml:id="br0">
      <inkml:brushProperty name="width" value="0.035" units="cm"/>
      <inkml:brushProperty name="height" value="0.035" units="cm"/>
    </inkml:brush>
  </inkml:definitions>
  <inkml:trace contextRef="#ctx0" brushRef="#br0">404 226 6333,'0'-14'1675,"0"11"1453,1 0-1754,7-13 1307,-2-1-1,0-1 0,8-35 0,-14 51-2373,-1 0 1,1-1-1,0 1 1,0 0-1,-1 0 1,1-1-1,-1 1 1,0 0-1,-2-4 1,-3-13 979,7 13-1274,1 0 0,-1 0 1,1 1-1,0-1 0,1 0 1,-1 1-1,6-9 0,-7 13-12,0-1 23,-10 21 257,-5 11-41,1-1 0,1 2-1,2 0 1,1 0-1,-8 59 1,16-78-234,0-1-1,1 1 1,0 0 0,1 0-1,1 0 1,0-1 0,0 1-1,1-1 1,0 1 0,1-1-1,1 0 1,0 0 0,0-1-1,1 0 1,0 0-1,1 0 1,0 0 0,0-1-1,11 10 1,2-2-139,0-1 0,1-1-1,1 0 1,0-2 0,1 0-1,0-2 1,1-1 0,0 0 0,41 9-1,-22-9-94,1-2 0,-1-1-1,2-3 1,80-2 0,-96-3 192,1-1-1,-1-2 1,1-1 0,35-10-1,-56 12 84,-1 0 0,0 0-1,0 0 1,0-1-1,0-1 1,0 1 0,-1-1-1,1 0 1,-1-1-1,-1 0 1,1 0 0,-1 0-1,0-1 1,-1 0-1,1 0 1,-1-1 0,-1 1-1,6-13 1,1-7 420,-2-1 0,0-1 0,4-31-1,-14 57-405,1 0-1,-1 1 1,0-1-1,0 1 1,0-1-1,-1 1 1,1 0-1,-1-1 0,1 1 1,-1 0-1,-3-4 1,0 13-12,0-1 1,1 1-1,0 0 1,0 0-1,0 1 1,1-1-1,-4 16 1,-14 65 158,13-50-147,-36 165 76,-48 197 36,63-300-327,-79 185-1,63-194-165,-112 171 1,121-210 218,-3-3 0,-2-1-1,-2-2 1,-71 58 0,89-85 78,0-1-1,-2-1 1,1-1-1,-2-1 0,-37 14 1,49-23 20,-1-1 0,0 0 0,0-1 0,0-1 0,0 0 0,-1-2 0,1 0 0,-1-1-1,1 0 1,-32-6 0,43 5 11,0 0-1,0-1 0,0 0 1,0 0-1,1 0 0,-1 0 0,0-1 1,1 0-1,0 0 0,0-1 1,0 0-1,0 1 0,0-2 0,1 1 1,0 0-1,0-1 0,0 0 1,0 0-1,1 0 0,0 0 0,0-1 1,0 1-1,1-1 0,0 0 1,0 0-1,0 1 0,1-1 1,-1 0-1,1-1 0,0-9 0,2-1-2,0 0 0,1 1-1,1-1 1,0 0 0,2 1-1,0 0 1,0 0 0,14-26-1,1 3-76,2 1 0,34-44 0,-21 36-285,3 3 1,2 0-1,50-40 0,146-103-1588,-202 160 1685,403-275-4538,-68 49-5734,-275 185 2701</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8.259"/>
    </inkml:context>
    <inkml:brush xml:id="br0">
      <inkml:brushProperty name="width" value="0.035" units="cm"/>
      <inkml:brushProperty name="height" value="0.035" units="cm"/>
    </inkml:brush>
  </inkml:definitions>
  <inkml:trace contextRef="#ctx0" brushRef="#br0">1 335 8873,'2'0'619,"-1"0"0,1-1-1,0 1 1,0 0 0,0 0 0,-1 1 0,1-1 0,0 0-1,0 0 1,0 1 0,2 0 0,-2 0-292,-1-1 1,1 1-1,0-1 1,-1 1-1,1-1 1,0 0-1,0 0 1,-1 0-1,1 0 1,0 0-1,0 0 1,-1 0-1,1-1 1,0 1-1,2-1 1,11-6 512,0-1 0,-1-1-1,0 0 1,17-13 0,-20 12-654,-1 0 1,0 0-1,0-1 0,-1 0 0,0-1 0,-1 0 0,-1-1 0,11-21 0,-13 22-87,7-13 261,-1 0 0,-2-1 0,10-42-1,-18 65-15,-5 29-218,-7 33-65,7-42-108,0 1-1,1 0 0,1 0 0,1 0 1,0 0-1,3 24 0,6-4-1407,1-1 1,18 50-1,-25-81 938,1 0 1,-1-1-1,1 1 0,0-1 0,0 0 0,1 0 0,0 0 1,5 5-1,-6-7-587,0 0 0,0-1 1,0 1-1,1-1 1,-1 0-1,1 0 0,6 3 1,9 1-7217</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8.428"/>
    </inkml:context>
    <inkml:brush xml:id="br0">
      <inkml:brushProperty name="width" value="0.035" units="cm"/>
      <inkml:brushProperty name="height" value="0.035" units="cm"/>
    </inkml:brush>
  </inkml:definitions>
  <inkml:trace contextRef="#ctx0" brushRef="#br0">0 0 9149,'0'0'6696,"10"9"-5719,3 2-385,-10 3 48,3 4-380,1 7-704,-1 4-796,-6-6-525,0 2-2527,0-2-3297</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8.598"/>
    </inkml:context>
    <inkml:brush xml:id="br0">
      <inkml:brushProperty name="width" value="0.035" units="cm"/>
      <inkml:brushProperty name="height" value="0.035" units="cm"/>
    </inkml:brush>
  </inkml:definitions>
  <inkml:trace contextRef="#ctx0" brushRef="#br0">86 0 10077,'-51'77'2376,"35"-37"-368,7 0-344,2 0-319,4 3-261,3 3-304,7 5-220,8 7-592,8 2-748,5 2-792,10-2-617,7 0-2259,12 3-3441</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8.815"/>
    </inkml:context>
    <inkml:brush xml:id="br0">
      <inkml:brushProperty name="width" value="0.035" units="cm"/>
      <inkml:brushProperty name="height" value="0.035" units="cm"/>
    </inkml:brush>
  </inkml:definitions>
  <inkml:trace contextRef="#ctx0" brushRef="#br0">633 4 8933,'4'-1'326,"1"0"0,0 0 0,0 1 0,0 0 0,0-1 1,0 2-1,0-1 0,0 0 0,0 1 0,0 0 0,0 0 0,0 1 1,7 2-1,-3 0 158,-2 1 1,1-1-1,0 1 1,-1 0-1,0 1 1,0 0-1,8 9 1,-5-3 25,0 1 1,0 0 0,-1 0-1,-1 1 1,0 0-1,-1 1 1,0 0-1,7 24 1,-11-24-290,1 0 1,-2 0-1,0 0 1,-1 1-1,0-1 0,-2 0 1,1 1-1,-2-1 1,0 0-1,-8 28 0,3-24-85,0 0-1,-1-1 1,-1 0-1,0-1 1,-2 0-1,0 0 1,-21 24-1,6-13-260,-1-2 0,-1-1 0,-2-1 0,0-2 0,-1-1 0,-1-1 0,-1-2 0,-52 21 0,21-15-2054,-107 25 0,13-18-7050,110-20 1436</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0.799"/>
    </inkml:context>
    <inkml:brush xml:id="br0">
      <inkml:brushProperty name="width" value="0.035" units="cm"/>
      <inkml:brushProperty name="height" value="0.035" units="cm"/>
    </inkml:brush>
  </inkml:definitions>
  <inkml:trace contextRef="#ctx0" brushRef="#br0">1249 117 4648,'-1'1'112,"0"-1"-1,0 0 1,1 1-1,-1-1 1,0 0-1,0 0 0,0 0 1,1 0-1,-1 0 1,0 0-1,0 0 1,0 0-1,0 0 1,1 0-1,-1 0 0,0 0 1,0-1-1,1 1 1,-1 0-1,0 0 1,0-1-1,1 1 0,-1-1 1,0 1-1,1-1 1,-1 1-1,0-1 1,1 1-1,-1-1 1,1 0-1,-1 1 0,1-1 1,-1-1-1,-16-28 4505,15 25-4130,1 3 1974,8-16-519,-6 16-1870,0 0 1,0 0-1,0 0 1,1 1-1,-1-1 1,1 0-1,0 1 1,-1-1-1,1 1 1,0-1-1,0 1 1,0 0-1,0 0 1,0 0-1,0 0 1,0 0-1,0 0 1,0 1-1,1-1 1,3 0-1,58-6 619,-42 6-396,87-10 568,1 4-1,134 11 0,-230-3-822,0 1-1,1 0 0,-1 2 1,0-1-1,-1 2 0,20 8 1,-25-9-21,-1 0 1,-1 0-1,1 1 0,0 0 1,-1 0-1,0 0 1,0 1-1,-1 0 1,0 0-1,0 0 1,0 1-1,7 13 0,-5-6 17,-1 1 0,0-1-1,-1 1 1,-1 0-1,0 0 1,-1 0 0,1 20-1,-3-12 9,-1 0 1,-2 0-1,0-1 1,-7 31-1,-9 19 46,-3-2 1,-3 0-1,-3-1 1,-61 109-1,17-46 97,-217 391 30,185-332-119,8 4 1,10 4 0,-118 409 0,78-151 94,101-374-178,-4-2 0,-4 0 1,-80 145-1,106-215-9,-1-1 0,-1 1 0,1-2 0,-2 1 0,1-1 0,-14 11 0,15-15-23,0 0 1,0-1-1,-1 0 0,1 0 1,-1-1-1,0 0 0,0 0 1,-1 0-1,1-1 1,-9 1-1,-5-1-135,1-1 1,0 0-1,-1-2 1,1-1-1,0 0 1,-33-8-1,-126-46-2909,72 20-3278,78 28 1680,6 4-2567</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3.652"/>
    </inkml:context>
    <inkml:brush xml:id="br0">
      <inkml:brushProperty name="width" value="0.035" units="cm"/>
      <inkml:brushProperty name="height" value="0.035" units="cm"/>
    </inkml:brush>
  </inkml:definitions>
  <inkml:trace contextRef="#ctx0" brushRef="#br0">122 98 8197,'32'-46'10621,"-30"43"-10444,0-1 1,0 1-1,0-1 0,1 1 1,0 0-1,-1 0 1,1 0-1,0 0 0,0 1 1,1-1-1,-1 1 1,0 0-1,1 0 0,0 0 1,-1 0-1,1 1 1,0-1-1,0 1 0,0 0 1,0 0-1,0 0 0,0 1 1,5-1-1,-4 1-90,0 0 0,1 1 0,-1-1 0,0 1 0,0 0 0,0 0 0,1 1 0,-1-1 0,0 1 0,-1 0 0,1 1 0,0-1 0,-1 1 0,1 0 0,-1 0 0,0 0 0,0 1 0,5 4 0,-3 0-34,1 0 0,-1 0 0,-1 0 0,0 1 0,0 0 0,-1 0 0,0 1 0,0-1 0,-1 1 0,0-1 0,-1 1 0,2 17 0,-3-11-7,-1 0 0,0 0 1,-1 0-1,-1 0 0,-1 0 0,0 0 1,-8 21-1,-3 0-8,-2-1 1,-2 0-1,-1-1 1,-1-1-1,-44 54 1,-128 118 176,181-196-171,10-8-23,-1-1 0,1 0 1,0 0-1,-1 1 0,1-1 0,0 1 0,0-1 0,0 1 1,0-1-1,0 1 0,0 0 0,0 0 0,1-1 0,-1 1 1,0 0-1,1 0 0,0 0 0,-1 0 0,1 3 0,1-4-16,-1 0-1,1 0 0,-1 1 0,1-1 0,0 0 0,-1 0 0,1 0 0,0 0 1,0 0-1,0 0 0,0 0 0,0 0 0,0 0 0,0-1 0,0 1 0,0 0 1,0-1-1,1 1 0,-1-1 0,0 1 0,2 0 0,10 2-104,0 0 0,0 0 1,0-2-1,19 1 0,-17-1-120,54 3-2590,107-9 0,-26-1-6313,-77 6 778</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3.791"/>
    </inkml:context>
    <inkml:brush xml:id="br0">
      <inkml:brushProperty name="width" value="0.035" units="cm"/>
      <inkml:brushProperty name="height" value="0.035" units="cm"/>
    </inkml:brush>
  </inkml:definitions>
  <inkml:trace contextRef="#ctx0" brushRef="#br0">1 27 9537,'19'-9'10517,"-3"1"-12005,3-1-532,3 15-11542</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7.320"/>
    </inkml:context>
    <inkml:brush xml:id="br0">
      <inkml:brushProperty name="width" value="0.035" units="cm"/>
      <inkml:brushProperty name="height" value="0.035" units="cm"/>
    </inkml:brush>
  </inkml:definitions>
  <inkml:trace contextRef="#ctx0" brushRef="#br0">1 152 6533,'10'10'14247,"-1"-8"-12376,-5-2-1630,0 0-1,-1 0 1,1-1 0,0 1 0,-1-1 0,1 0 0,-1 0-1,1 0 1,-1 0 0,1-1 0,-1 1 0,0-1 0,0 0-1,5-4 1,4-3 335,-1-1 0,13-15 0,-4 4-163,-15 15-244,0-1 0,0 0 0,-1 0 0,0-1 0,5-11 0,2-3 129,-10 19 141,-8 14-290,4-5-243,-1 0-1,1-1 1,1 2 0,-1-1 0,1 0-1,0 0 1,0 1 0,1-1-1,0 1 1,0-1 0,0 1-1,1-1 1,0 1 0,0 0-1,1-1 1,0 1 0,0-1 0,1 1-1,-1-1 1,1 1 0,6 11-1,-5-11-818,1-1 0,0 1 0,0-1 1,1 0-1,4 6 0,-4-7-914,0 0 1,1 0-1,-1-1 1,1 0 0,9 6-1,3-2-6982</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7.505"/>
    </inkml:context>
    <inkml:brush xml:id="br0">
      <inkml:brushProperty name="width" value="0.035" units="cm"/>
      <inkml:brushProperty name="height" value="0.035" units="cm"/>
    </inkml:brush>
  </inkml:definitions>
  <inkml:trace contextRef="#ctx0" brushRef="#br0">1 74 8529,'12'-34'2424,"4"23"4661,-22-1-6065,3-5 792,22 26-10833,3-1 156</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7.710"/>
    </inkml:context>
    <inkml:brush xml:id="br0">
      <inkml:brushProperty name="width" value="0.035" units="cm"/>
      <inkml:brushProperty name="height" value="0.035" units="cm"/>
    </inkml:brush>
  </inkml:definitions>
  <inkml:trace contextRef="#ctx0" brushRef="#br0">7 15 11413,'-7'23'6189,"14"-38"-4673,2 4 568,17 8-1460,-4 0-376,6 0-440,20 0-600,-3 3-808,-4 0-428,6 0-861,-8 0-1307,-5 9-3197</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7.958"/>
    </inkml:context>
    <inkml:brush xml:id="br0">
      <inkml:brushProperty name="width" value="0.035" units="cm"/>
      <inkml:brushProperty name="height" value="0.035" units="cm"/>
    </inkml:brush>
  </inkml:definitions>
  <inkml:trace contextRef="#ctx0" brushRef="#br0">14 244 7753,'-14'8'1754,"17"-14"338,0 3-1737,0 0-1,0 1 1,0-1-1,0 1 1,0-1-1,0 1 1,6-2-1,5-1 93,0 1-1,0 1 0,0 1 1,22-2-1,13-2-375,168-20-2528,-126 18 1507,0-4 0,93-26 0,-173 34 1420,-1-1 0,-1 0-1,1 0 1,-1-1 0,0 0 0,0-1-1,0 0 1,-1 0 0,0-1 0,-1 0-1,0 0 1,9-13 0,-3 5 1771,-12 14-568,-4 3-870,-2 2-640,1 0 1,-1 0 0,1 0-1,-1 0 1,1 1 0,0 0-1,1 0 1,-1 0 0,1 0-1,-1 1 1,-3 7-1,-31 64-749,16-27-1503,-19 31-6972,29-35-437</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6.714"/>
    </inkml:context>
    <inkml:brush xml:id="br0">
      <inkml:brushProperty name="width" value="0.035" units="cm"/>
      <inkml:brushProperty name="height" value="0.035" units="cm"/>
    </inkml:brush>
  </inkml:definitions>
  <inkml:trace contextRef="#ctx0" brushRef="#br0">324 55 8605,'9'-16'772,"-6"10"1115,1 1 0,-1-1 0,2 1-1,9-11 8759,-9 26-10339,-1 1 1,0 0-1,-1 1 0,-1-1 0,1 0 1,-2 1-1,1 12 0,-3 85 2260,-1-82-2384,-8 127-182,-59 287 0,-77 141 0,135-543 0,-125 556 0,131-552-985,1 0 0,3 1 0,1-1-1,10 73 1,-10-112 623,1 1 0,0-1-1,0 1 1,1-1 0,-1 1-1,1-1 1,0 0 0,0 0-1,0 0 1,1 0 0,-1 0-1,6 6 1,-7-9-409,1 1 1,0-1 0,0 1-1,1-1 1,-1 1-1,0-1 1,0 0-1,0 0 1,1 0-1,2 0 1,23 3-10902</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6.931"/>
    </inkml:context>
    <inkml:brush xml:id="br0">
      <inkml:brushProperty name="width" value="0.035" units="cm"/>
      <inkml:brushProperty name="height" value="0.035" units="cm"/>
    </inkml:brush>
  </inkml:definitions>
  <inkml:trace contextRef="#ctx0" brushRef="#br0">1 0 14137,'35'26'1840,"-10"-9"-295,7 3-325,3 0-304,12 6-184,10 5-160,10 1-256,12-1-480,10 3-456,13 3-596,-4 1-312,7-7-437,3-8-683,3 5-1164,4 4-2529</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7.116"/>
    </inkml:context>
    <inkml:brush xml:id="br0">
      <inkml:brushProperty name="width" value="0.035" units="cm"/>
      <inkml:brushProperty name="height" value="0.035" units="cm"/>
    </inkml:brush>
  </inkml:definitions>
  <inkml:trace contextRef="#ctx0" brushRef="#br0">1058 50 12477,'-4'-2'578,"1"1"0,-1-1-1,1 0 1,-1-1 0,1 1 0,0-1 0,-4-3-1,4 4-291,1-1 0,-1 1 0,0 0 0,0 0-1,0 0 1,0 0 0,0 0 0,0 1-1,-5-2 1,-18-1 1305,0 2 0,0 1 0,0 1 0,-52 6 1,66-5-1258,-45 5 827,0 3 0,0 2 0,-104 35 1,126-33-1394,1 2 1,0 1 0,1 1 0,1 2 0,1 2 0,0 1-1,-30 28 1,35-27-997,-45 45-3993,29-17-2998,6 7-5171</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7.524"/>
    </inkml:context>
    <inkml:brush xml:id="br0">
      <inkml:brushProperty name="width" value="0.035" units="cm"/>
      <inkml:brushProperty name="height" value="0.035" units="cm"/>
    </inkml:brush>
  </inkml:definitions>
  <inkml:trace contextRef="#ctx0" brushRef="#br0">73 48 17214,'43'-31'3108,"-31"14"5634,-7 27-5532,-4-6-3180,0-1 0,0 0 1,0 0-1,-1 1 0,0-1 0,0 0 0,1 0 0,-2 1 0,1-1 0,0 0 0,-1 1 0,-1 4 0,-16 44 72,4-13-102,-4 24-12,-5 18-561,-22 136 1,30-94-4441,14-68 1766</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7.895"/>
    </inkml:context>
    <inkml:brush xml:id="br0">
      <inkml:brushProperty name="width" value="0.035" units="cm"/>
      <inkml:brushProperty name="height" value="0.035" units="cm"/>
    </inkml:brush>
  </inkml:definitions>
  <inkml:trace contextRef="#ctx0" brushRef="#br0">1 112 13693,'20'-56'2438,"-18"53"-1896,-1-1-1,1 1 0,0 0 0,0-1 0,0 1 0,0 0 0,1 0 0,-1 0 0,1 1 0,0-1 0,-1 1 0,1-1 0,1 1 0,4-3 0,-4 3-209,1 0 0,-1 1 0,0 0 0,1 0 0,-1 0 0,1 0 0,-1 1 0,1 0 0,-1-1 0,8 2 0,2 2 45,0-1 1,0 2-1,-1 0 0,1 1 0,23 12 1,0 1-56,0 1 0,-2 3 0,-1 0 0,0 2 1,32 32-1,-53-44-383,0 1 0,-1 0 1,-1 1-1,0 0 0,-1 0 0,-1 1 1,0 1-1,-1-1 0,-1 1 1,0 1-1,-1-1 0,-1 1 0,0 0 1,3 26-1,-7-9-536,-1 1-1,-1 0 1,-12 68-1,10-85 298,0 29-590,25-55 770,-10 0 151,-1 0-1,0 0 1,0-1 0,-1 0-1,0-1 1,0-1 0,8-11-1,27-28 189,128-104 819,-148 134-714,0 2 0,2 1-1,0 1 1,0 2-1,42-16 1,-62 27-228,1 1 0,-1 0-1,1 0 1,0 1 0,-1 0 0,1 0 0,0 1 0,0 0 0,0 1 0,9 1-1,-14-1-60,1 0-1,0 0 0,-1 0 0,1 0 0,-1 1 0,1 0 0,-1 0 0,0 0 0,1 0 0,-1 0 0,0 0 0,-1 1 0,1 0 0,0-1 0,-1 1 1,1 0-1,-1 0 0,0 1 0,0-1 0,0 0 0,-1 1 0,3 6 0,0 2-28,-2 0 0,1 0-1,-2 0 1,1 0 0,-2 0 0,0 20-1,-14 78-54,5-48-129,7-45-203,-12 173-3707,15-164 1692,6 43-1,-4-51 139,1-1 0,0 0 0,11 23 1,14 20-9046</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280"/>
    </inkml:context>
    <inkml:brush xml:id="br0">
      <inkml:brushProperty name="width" value="0.035" units="cm"/>
      <inkml:brushProperty name="height" value="0.035" units="cm"/>
    </inkml:brush>
  </inkml:definitions>
  <inkml:trace contextRef="#ctx0" brushRef="#br0">658 113 12477,'19'-53'3462,"-9"12"4126,-7 24-1522,-7 16-4599,-1 1-1392,-1 0 0,1 0 0,0 0 0,-1 1 0,1-1 1,0 1-1,-1 1 0,1-1 0,0 1 0,0 0 1,0 0-1,0 0 0,-4 3 0,-8 6 127,0 1 0,-17 16 0,12-10-153,-12 10-49,1 1 0,1 1 0,2 2 0,1 1 0,1 1 0,2 1 0,2 2 0,1 0 0,2 2 0,2 0 0,1 1 0,2 1 0,-14 59 0,26-80 0,1 0 0,0 0 0,2 0 0,0 0 0,2 1 0,0-1 0,1 0 0,9 38 0,-4-33 0,2 0 0,0 0 0,2-1 0,0 0 0,2 0 0,19 26 0,35 37 0,-41-55 0,-2 0 0,27 46 0,-48-72 0,0 0 0,0 0 0,-1 0 0,1 0 0,1 12 0,-3-15 0,-1 0 0,0-1 0,0 1 0,0 0 0,0 0 0,-1 0 0,1-1 0,-1 1 0,1 0 0,-1 0 0,0-1 0,0 1 0,0 0 0,-1-1 0,1 1 0,-1-1 0,1 0 0,-4 4 0,-4 3-146,-1 0-1,0-1 1,0 0 0,-1 0 0,0-1-1,0-1 1,-1 0 0,0 0-1,0-1 1,0-1 0,-22 5 0,8-3-302,1-1 0,-1-1 0,0-1 0,-1-2 0,-31-2 0,52 1 45,1 0 0,-1-1-1,1 0 1,-1-1 0,1 1 0,0-1 0,-1 0 0,1 0-1,-7-5 1,11 7 101,-1-1-1,1 0 1,0 0-1,0-1 1,-1 1-1,1 0 1,0 0 0,0-1-1,0 1 1,0 0-1,1-1 1,-1 1-1,0-1 1,1 1-1,-1-1 1,0 1-1,1-1 1,0 0-1,-1 1 1,1-1-1,0 1 1,0-1-1,0 0 1,0 1-1,0-1 1,0 0-1,1 1 1,-1-1 0,1 1-1,-1-1 1,1 0-1,-1 1 1,1-1-1,0 1 1,1-2-1,17-27-10116</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556"/>
    </inkml:context>
    <inkml:brush xml:id="br0">
      <inkml:brushProperty name="width" value="0.035" units="cm"/>
      <inkml:brushProperty name="height" value="0.035" units="cm"/>
    </inkml:brush>
  </inkml:definitions>
  <inkml:trace contextRef="#ctx0" brushRef="#br0">587 35 14717,'-11'-29'2817,"11"29"-2769,0 0 1,0 0-1,0-1 1,0 1-1,1 0 1,-1 0-1,-1 0 1,1-1-1,0 1 1,0 0-1,0 0 1,0 0-1,0 0 1,0-1-1,0 1 1,0 0-1,0 0 1,0 0-1,0 0 1,0-1-1,0 1 1,-1 0 0,1 0-1,0 0 1,0 0-1,0 0 1,0 0-1,0 0 1,0-1-1,-1 1 1,1 0-1,0 0 1,0 0-1,0 0 1,0 0-1,-1 0 1,1 0-1,0 0 1,0 0-1,0 0 1,-1 0-1,1 0 1,0 0-1,0 0 1,0 0-1,0 0 1,-1 0-1,1 0 1,0 0 0,0 0-1,0 0 1,-19 5 2364,8-3-1563,1 0-1,0 1 1,0 0-1,0 1 1,1 0-1,-1 0 1,1 1-1,0 1 1,-12 8 0,-22 28-400,2 2 0,2 2 1,-43 65-1,45-58-450,2 1 0,2 2 0,-45 110 0,66-138 0,3 1 0,0 0 0,2 1 0,1 0 0,1 0 0,2 0 0,1 1 0,1-1 0,1 1 0,7 39 0,-3-52-32,0 0 1,2 0-1,0-1 0,1 1 0,0-2 1,2 1-1,0-1 0,1 0 0,0-1 1,1 0-1,1-1 0,0 0 0,1-1 1,1 0-1,0-1 0,0-1 0,1 0 1,1-1-1,0-1 0,0 0 0,1-1 1,0-1-1,0 0 0,1-2 1,-1 0-1,1 0 0,1-2 0,-1 0 1,0-2-1,1 0 0,-1 0 0,22-4 1,-14 0-966,0-2 1,-1 0 0,0-2-1,0-1 1,34-16 0,-19 5-2906,-2-2-1,50-37 1,-20 10-7149</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730"/>
    </inkml:context>
    <inkml:brush xml:id="br0">
      <inkml:brushProperty name="width" value="0.035" units="cm"/>
      <inkml:brushProperty name="height" value="0.035" units="cm"/>
    </inkml:brush>
  </inkml:definitions>
  <inkml:trace contextRef="#ctx0" brushRef="#br0">38 111 12473,'-1'0'123,"0"1"0,0-1 0,0 0 0,0 0 0,0 1 0,0-1 0,0 0-1,0 0 1,0 0 0,0 0 0,0 0 0,0 0 0,0 0 0,1 0 0,-1 0 0,0-1 0,0 1 0,0 0 0,0-1-1,0 1 1,0 0 0,0-1 0,0 1 0,1-1 0,-1 0 0,0 1 0,0-1 0,1 0 0,-1 1 0,-1-2-1,-6-28 3435,7 24-2932,1 5-474,0 0 1,0 0-1,0 0 1,1 0-1,-1 0 1,0 0 0,0 0-1,1 0 1,-1 0-1,1 0 1,-1 0 0,1 0-1,-1 0 1,1 0-1,0 0 1,-1 0 0,1 1-1,0-1 1,1-1-1,0-1 338,1 0-299,-1 0-1,1 0 1,-1 1 0,1-1-1,0 1 1,0 0 0,0-1-1,1 1 1,-1 1-1,0-1 1,1 0 0,-1 1-1,1 0 1,7-2 0,50-5 731,-49 7-660,14-1-180,1 1-1,0 2 1,-1 1-1,38 7 1,93 31-2644,-118-28 803,44 20 1,-71-27 536,0 1-1,-1 1 1,1 0 0,-1 0 0,-1 1 0,1 1 0,14 15 0,3 18-8341</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855"/>
    </inkml:context>
    <inkml:brush xml:id="br0">
      <inkml:brushProperty name="width" value="0.035" units="cm"/>
      <inkml:brushProperty name="height" value="0.035" units="cm"/>
    </inkml:brush>
  </inkml:definitions>
  <inkml:trace contextRef="#ctx0" brushRef="#br0">0 81 9833,'156'6'1800,"-73"-6"-416,6-6-612,6 0-744,3 1-580,4-7-276,15-2-292,1 0-336,-1-4-1468,7 7-1029</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976"/>
    </inkml:context>
    <inkml:brush xml:id="br0">
      <inkml:brushProperty name="width" value="0.035" units="cm"/>
      <inkml:brushProperty name="height" value="0.035" units="cm"/>
    </inkml:brush>
  </inkml:definitions>
  <inkml:trace contextRef="#ctx0" brushRef="#br0">120 130 8653,'-89'19'7205,"86"-18"-5545,-24-20 5748,35 8-6626,-7 9-731,1-1 0,0 1 0,0 0 0,1-1 1,-1 1-1,0 0 0,1 0 0,-1 0 0,1 1 1,0-1-1,-1 1 0,1-1 0,4-1 0,35-12-544,94-42-7094,-106 44 1683,-9 8-3552</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9.102"/>
    </inkml:context>
    <inkml:brush xml:id="br0">
      <inkml:brushProperty name="width" value="0.035" units="cm"/>
      <inkml:brushProperty name="height" value="0.035" units="cm"/>
    </inkml:brush>
  </inkml:definitions>
  <inkml:trace contextRef="#ctx0" brushRef="#br0">1 55 3936,'16'-40'-492,"-16"25"-1252</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50.465"/>
    </inkml:context>
    <inkml:brush xml:id="br0">
      <inkml:brushProperty name="width" value="0.035" units="cm"/>
      <inkml:brushProperty name="height" value="0.035" units="cm"/>
    </inkml:brush>
  </inkml:definitions>
  <inkml:trace contextRef="#ctx0" brushRef="#br0">59 46 9485,'-24'-4'1999,"19"3"1160,-7 7-820,10-5-2190,1-1 1,0 0-1,0 1 0,0-1 0,0 1 1,0-1-1,-1 1 0,1-1 0,0 1 1,0 0-1,1-1 0,-1 1 1,0 0-1,-2 2 0,5-1-39,-1 1 1,1-1-1,0 0 0,0 1 0,0-1 0,0 0 1,0 0-1,0 0 0,0-1 0,1 1 0,-1 0 1,1-1-1,-1 0 0,5 2 0,15 2 286,0-2 0,33 2-1,-53-5-378,455 19 2731,1034-44-1139,-466 5-1700,452-8-2838,-495 0-6767,-523 10-1039</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0.978"/>
    </inkml:context>
    <inkml:brush xml:id="br0">
      <inkml:brushProperty name="width" value="0.035" units="cm"/>
      <inkml:brushProperty name="height" value="0.035" units="cm"/>
    </inkml:brush>
  </inkml:definitions>
  <inkml:trace contextRef="#ctx0" brushRef="#br0">58 206 13449,'-48'-36'3001,"39"29"6399,18-11-6245,-7 15-2972,1 0 0,0 0-1,0 0 1,1 0 0,-1 0-1,1 1 1,-1 0-1,1 0 1,0 0 0,0 0-1,6-2 1,53-12 842,-37 11-707,74-16-194,120-8 0,107 9-140,-235 15 11,977-11 5,-1041 17 0,20 0 0,57 10 0,-94-9 0,1 0 0,-1 1 0,0 0 0,0 1 0,0 0 0,-1 0 0,1 1 0,-1 1 0,0 0 0,14 11 0,-22-15-169,0 0 1,0 0-1,0 1 0,0-1 0,0 0 1,0 1-1,-1-1 0,1 1 0,-1 0 1,0-1-1,0 1 0,0 0 1,0 0-1,0 0 0,-1-1 0,1 1 1,-1 0-1,0 0 0,0 0 0,0 0 1,0 0-1,0 0 0,-1 0 1,1 0-1,-1 0 0,-1 3 0,0-1-270,1-1 0,-1 0 0,-1 0-1,1 0 1,-1 0 0,1 0-1,-1-1 1,0 1 0,0-1-1,-1 0 1,1 1 0,-1-1 0,0-1-1,1 1 1,-6 2 0,-19 8-6461,2 3-4399</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1.181"/>
    </inkml:context>
    <inkml:brush xml:id="br0">
      <inkml:brushProperty name="width" value="0.035" units="cm"/>
      <inkml:brushProperty name="height" value="0.035" units="cm"/>
    </inkml:brush>
  </inkml:definitions>
  <inkml:trace contextRef="#ctx0" brushRef="#br0">183 4 15893,'-34'-3'2263,"26"2"-754,15 2 1461,-5 0-2807,0-1-1,0 1 0,-1 0 1,1 0-1,-1 0 0,1 0 1,-1 0-1,1 0 0,-1 0 1,1 0-1,-1 0 0,0 1 1,0-1-1,0 0 0,1 1 1,-2-1-1,1 1 0,0 0 1,0-1-1,0 1 0,-1 0 0,1-1 1,-1 1-1,1 0 0,-1 0 1,0-1-1,1 1 0,-1 0 1,0 0-1,-1 2 0,2 11 1437,-2 0 0,-3 27-1,2-28-1294,-21 134-304,-83 283 0,74-300-3492,28-102 133,0 0-1,1 48 1,8-13-12854</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1.490"/>
    </inkml:context>
    <inkml:brush xml:id="br0">
      <inkml:brushProperty name="width" value="0.035" units="cm"/>
      <inkml:brushProperty name="height" value="0.035" units="cm"/>
    </inkml:brush>
  </inkml:definitions>
  <inkml:trace contextRef="#ctx0" brushRef="#br0">0 178 17054,'52'12'4835,"-44"-11"-4245,0 1 1,0-1-1,-1 1 1,1 1-1,0-1 1,10 7-1,-4-1-155,0 1 0,-1 1 0,0 0-1,0 1 1,-1 0 0,-1 1 0,0 0 0,-1 1-1,17 26 1,-20-25-440,0-1-1,-1 1 1,-1 0-1,0 0 0,-1 1 1,0-1-1,-1 1 1,-1 0-1,0 0 1,-1 0-1,-1 0 1,0 0-1,-1 0 1,-1 0-1,0 0 1,-1-1-1,-5 17 1,-11 16 599,-44 79 0,117-187 499,-10 14-915,270-265-456,-261 269-1135,105-62 0,69-18-3591,-182 101 2331,66-22 0,-3 15-5288,-53 20-370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1.840"/>
    </inkml:context>
    <inkml:brush xml:id="br0">
      <inkml:brushProperty name="width" value="0.035" units="cm"/>
      <inkml:brushProperty name="height" value="0.035" units="cm"/>
    </inkml:brush>
  </inkml:definitions>
  <inkml:trace contextRef="#ctx0" brushRef="#br0">335 13 8625,'-5'-12'4518,"-2"17"2169,-5 5-6274,-80 49 3431,64-43-3397,0 1 1,1 2-1,1 0 0,1 2 0,-42 44 0,65-63-428,0 0 0,0 1 0,1 0 0,-1-1 0,0 1 0,1 0 0,0 0 0,0 0-1,0 0 1,-1 3 0,2-5-13,0 0-1,0 0 1,0 0-1,0 0 1,0 0 0,0 0-1,0 0 1,0 0-1,0 0 1,1 0 0,-1 0-1,0 0 1,1 0-1,-1 0 1,1 0-1,-1-1 1,1 1 0,-1 0-1,1 0 1,0 0-1,1 0 1,1 2 1,1-1 0,0-1 0,0 1 1,0 0-1,0-1 0,0 0 0,0 0 0,0 0 1,0-1-1,0 1 0,0-1 0,9 0 0,36-5 192,-36 3-133,182-22 954,-61 17-589,153-14-66,-212 12-293,133-34 0,-132 21 1602,105-47 0,-159 62-1674,0 9 0,-21-2 0,0 0 0,0 0 0,0 0 0,0 1 0,0-1 0,0 0 0,0 1 0,0-1 0,0 1 0,0-1 0,0 1 0,0 0 0,0-1 0,0 1 0,1 1 0,-1 3-164,1 0 0,-1 0 0,0 0 0,0 0-1,-1 0 1,0 0 0,1 0 0,-2 0 0,1 1 0,0-1 0,-1 0 0,-3 10 0,-1 23-1605,5-28 19,1 13-2146,5-7-4204,0-2-4035</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1.962"/>
    </inkml:context>
    <inkml:brush xml:id="br0">
      <inkml:brushProperty name="width" value="0.035" units="cm"/>
      <inkml:brushProperty name="height" value="0.035" units="cm"/>
    </inkml:brush>
  </inkml:definitions>
  <inkml:trace contextRef="#ctx0" brushRef="#br0">1 47 10009,'9'-26'1452,"4"14"-424,3 4-660,-3 19-10241</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2.896"/>
    </inkml:context>
    <inkml:brush xml:id="br0">
      <inkml:brushProperty name="width" value="0.035" units="cm"/>
      <inkml:brushProperty name="height" value="0.035" units="cm"/>
    </inkml:brush>
  </inkml:definitions>
  <inkml:trace contextRef="#ctx0" brushRef="#br0">0 116 12441,'21'9'2154,"-20"-9"-2011,0 0-1,-1 0 0,1 0 1,0 0-1,-1 0 1,1 0-1,0 0 0,-1-1 1,1 1-1,-1 0 1,1 0-1,0-1 0,-1 1 1,1 0-1,-1-1 1,1 1-1,-1-1 0,1 1 1,-1-1-1,1 1 0,-1-1 1,1 1-1,-1-1 1,0 1-1,1-1 0,-1 0 1,0 1-1,1-2 1,10-9 2567,-8 9-2438,1 1 0,0 0 1,0 0-1,0 0 0,0 0 0,0 0 1,0 1-1,0 0 0,0 0 1,0 0-1,0 0 0,0 1 1,7 1-1,-2 1-50,-1 0 1,0 0-1,0 1 0,0 0 1,14 10-1,-20-13-199,0 0-1,0 0 0,1 0 1,-1 0-1,1 0 1,-1 0-1,1-1 1,-1 1-1,4 0 1,-2-1 25,-2 1 100,1-4-22,1 0 0,-1 0-1,0 1 1,1-1-1,-1 1 1,9-3-1,-9 3 29,12-7 261,0 1-1,1 0 0,0 2 1,1-1-1,29-6 1,-41 12-322,0 0 1,0 1-1,0-1 1,0 1-1,1 0 1,-1 0 0,0 1-1,0 0 1,0-1-1,0 2 1,0-1-1,0 1 1,0-1-1,0 1 1,0 1 0,-1-1-1,1 1 1,-1-1-1,0 1 1,1 1-1,-1-1 1,-1 1-1,6 5 1,1 4-94,-2 0 0,11 21 0,20 28 0,-36-57 0,1-1 0,0 0 0,0 0 0,0 0 0,0 0 0,0-1 0,1 1 0,0-1 0,0-1 0,9 5 0,-2-4 0,1 0 0,0-1 0,-1 0 0,1-1 0,0 0 0,0-1 0,0-1 0,25-3 0,13-8 0,0-1 0,-1-3 0,-1-1 0,60-32 0,-7-9 0,-86 50 0,0 1 0,20-6 0,-12 4 0,-18 5 0,-5 4 0,-1 0 0,1 0 0,-1 0 0,1-1 0,-1 1 0,1 0 0,-1 0 0,1 0 0,-1-1 0,1 1 0,-1 0 0,0-1 0,1 1 0,-1 0 0,0-1 0,1 1 0,-1 0 0,0-1 0,1 1 0,-1-1 0,0 1 0,0-1 0,0 1 0,1-1 0,-1 1 0,0-1 0,0 1 0,0-1 0,0 1 0,0-1 0,0 1 0,0-1 0,0 0 0,3-24 0,0 10 0,-3 14 0,0 1 0,1-1 0,-1 1 0,0-1 0,0 1 0,0 0 0,0-1 0,1 1 0,-1-1 0,0 1 0,0-1 0,0 1 0,0-1 0,0 1 0,0-1 0,0 1 0,0-1 0,0 1 0,0-1 0,0 1 0,-1-1 0,1 1 0,0-1 0,0 1 0,0 0 0,-1-1 0,1 1 0,0-1 0,0 1 0,-1 0 0,1-1 0,0 1 0,-1 0 0,1-1 0,-1 1 0,1 0 0,0-1 0,-1 1 0,1 0 0,-1 0 0,1-1 0,-1 1 0,1 0 0,-1 0 0,1 0 0,0 0 0,-1 0 0,1 0 0,-1 0 0,1 0 0,-1 0 0,1 0 0,-1 0 0,1 0 0,-1 0 0,0 0 0,1 0 0,-7 0 0,0 0 0,0 0 0,0 1 0,0 0 0,0 0 0,1 1 0,-1-1 0,1 2 0,-1-1 0,1 1 0,0-1 0,-7 5 0,-13 9 0,-31 22 0,56-37 0,0-1-14,0 1 0,-1 0 0,1 0 0,0 0 0,0 0 0,-1 0 0,1 0 0,0 0 0,0 0 0,0 1 0,1-1 0,-1 0 0,0 1 0,-1 1 0,2-2 1,1-1 1,-1 0-1,0 1 0,0-1 0,0 0 0,0 1 0,0-1 1,1 0-1,-1 1 0,0-1 0,0 0 0,0 0 1,1 1-1,-1-1 0,0 0 0,1 0 0,-1 1 1,0-1-1,0 0 0,1 0 0,-1 0 0,0 1 0,1-1 1,-1 0-1,1 0 0,-1 0 0,0 0 0,1 0 1,-1 0-1,0 0 0,1 0 0,-1 0 0,0 0 1,1 0-1,0 0 0,2 0-42,1 0-1,-1 0 1,1-1-1,0 1 1,-1-1-1,1 0 1,-1 0 0,1 0-1,-1-1 1,0 1-1,6-4 1,9-10 220,-13 10-75,1 1 0,0 0 0,0 0 0,0 0 0,0 0 0,0 1 0,1 0 0,0 0 1,-1 1-1,1 0 0,0 0 0,14-1 0,-20 3-90,0-1 0,-1 1 0,1 0 0,0 0 0,0 0 0,0 0 0,0 0 0,0 0 0,0 0 0,0 0 0,0 0 0,-1 0 0,1 1 0,0-1 0,0 0 0,1 1 0,0 1 0,-1 0 0,0 0 0,0 0 0,0 1 0,0-1 0,0 0 0,0 0 0,-1 1 0,1-1 0,-1 0 0,0 1 0,1 2 0,0 36 0,-25 329 0,3-122 0,-10 165 0,28-374 0,-1 0 0,-2-1 0,-2 1 0,-17 52 0,24-89 0,1 1 0,-1-1 0,0-1 0,0 1 0,0 0 0,0 0 0,0 0 0,0 0 0,0-1 0,-1 1 0,1 0 0,-1-1 0,1 1 0,-1-1 0,1 0 0,-1 1 0,0-1 0,0 0 0,-2 1 0,2-1 0,0-1 0,1 0 0,-1 0 0,0 0 0,1 0 0,-1 0 0,0-1 0,1 1 0,-1 0 0,0-1 0,1 1 0,-1-1 0,0 1 0,1-1 0,-1 0 0,1 0 0,0 0 0,-3-2 0,-2-2 0,0 0 0,1-1 0,0 1 0,0-1 0,0-1 0,1 1 0,0-1 0,-7-12 0,3-5 0,1 0 0,0 0 0,2 0 0,1 0 0,1-1 0,1 0 0,1 0 0,1 1 0,1-1 0,2 0 0,0 0 0,12-42 0,-8 48-187,0 1 1,1 0-1,1 0 1,1 1-1,1 1 0,0-1 1,1 2-1,0 0 1,21-20-1,-4 10-625,1 1 0,1 1 1,62-34-1,-89 55 623,125-66-6078,-99 55 2542,31-9 0,23-2-7039</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3.110"/>
    </inkml:context>
    <inkml:brush xml:id="br0">
      <inkml:brushProperty name="width" value="0.035" units="cm"/>
      <inkml:brushProperty name="height" value="0.035" units="cm"/>
    </inkml:brush>
  </inkml:definitions>
  <inkml:trace contextRef="#ctx0" brushRef="#br0">4 34 14673,'-4'0'3905,"36"-2"-353,9-1-272,23 0-623,-13 3-505,3-3-440,6 3-876,13 0-836,0 0 0,10 0 0,2-3 0,20 0-1668,3 3-952,6-11-1117,10 5-3527,16 12-7230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4.016"/>
    </inkml:context>
    <inkml:brush xml:id="br0">
      <inkml:brushProperty name="width" value="0.035" units="cm"/>
      <inkml:brushProperty name="height" value="0.035" units="cm"/>
    </inkml:brush>
  </inkml:definitions>
  <inkml:trace contextRef="#ctx0" brushRef="#br0">477 326 7705,'0'0'8562,"-2"-3"-6600,-3-8 555,3 9-1812,1-1 0,-1 0 0,1 0 0,-1 0 0,1 0 0,0 0 0,0 0 0,0 0 0,1 0 0,-1 0 0,1 0 0,0-1 0,0 1 0,0 0 0,0 0 0,1-5 0,6-10-668,-2 17-29,-4 1-8,-1 0-1,1 0 1,0 0 0,0 0-1,-1 0 1,1 0 0,0 0-1,0-1 1,-1 1 0,1 0-1,0 0 1,0-1 0,-1 1-1,1 0 1,0-1 0,-1 1-1,1-1 1,0 1 0,-1-1-1,1 1 1,-1-1 0,1 1-1,-1-1 1,1 1 0,-1-1-1,1-1 1,7-11 0,-65 120 0,-121 171 0,36-52 0,122-188 0,2 1 0,-14 40 0,9-17 0,14-44 0,6-14 0,1 1 0,0 0 0,-1 0 0,2 0 0,-1 0 0,-1 8 0,3-13 0,-1 1 0,1-1 0,0 1 0,0-1 0,0 1 0,0-1 0,0 0 0,0 1 0,0-1 0,0 1 0,0-1 0,0 0 0,0 1 0,0-1 0,0 1 0,1-1 0,-1 1 0,0-1 0,0 0 0,0 1 0,0-1 0,1 0 0,-1 1 0,0-1 0,1 0 0,-1 1 0,0-1 0,0 0 0,1 1 0,-1-1 0,1 0 0,5-1 0,0-1 0,0 0 0,0 0 0,0 0 0,0-1 0,-1 0 0,1 0 0,-1 0 0,7-6 0,14-13 0,-1 0 0,0-2 0,38-49 0,-38 44 0,271-366 0,40-46 0,-332 437 0,7-9 0,1 0 0,1 1 0,23-19 0,-34 30 0,-1 0 0,1 1 0,0-1 0,0 0 0,-1 1 0,1-1 0,0 1 0,0 0 0,0-1 0,0 1 0,0 0 0,0 0 0,-1 0 0,1 0 0,0 1 0,0-1 0,0 1 0,0-1 0,-1 1 0,1-1 0,0 1 0,0 0 0,-1 0 0,1 0 0,0 0 0,-1 0 0,3 2 0,2 2 0,-1 0 0,1 1 0,-1-1 0,0 1 0,4 6 0,-4-3 0,0-1 0,-1 1 0,0 0 0,-1-1 0,0 2 0,0-1 0,3 18 0,3 70 0,-8-76 0,0 34 0,-2 1 0,-2-1 0,-18 88 0,-53 157 0,19-86 0,53-207-10,-8 36-1528,-6 64 0,15-97 1152,0 1 0,1 0 0,0 0 0,1 0 1,0 0-1,1-1 0,0 1 0,1 0 0,0-1 0,0 0 0,8 16 0,-9-23-347,1 1 0,-1-1 0,1 0 0,0 0-1,0 0 1,0 0 0,0-1 0,1 1 0,-1-1 0,0 1-1,1-1 1,0 0 0,0-1 0,6 3 0,28 9-10336</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4.187"/>
    </inkml:context>
    <inkml:brush xml:id="br0">
      <inkml:brushProperty name="width" value="0.035" units="cm"/>
      <inkml:brushProperty name="height" value="0.035" units="cm"/>
    </inkml:brush>
  </inkml:definitions>
  <inkml:trace contextRef="#ctx0" brushRef="#br0">236 44 11109,'-32'-3'736,"-79"-11"1730,32-4 3799,65 11-613,38 6-2053,-17 1-4479,251 12-1029,-57-1-2462,-174-10 3611,120 2-3554,-48-4-1763,-13-2-2455</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4.438"/>
    </inkml:context>
    <inkml:brush xml:id="br0">
      <inkml:brushProperty name="width" value="0.035" units="cm"/>
      <inkml:brushProperty name="height" value="0.035" units="cm"/>
    </inkml:brush>
  </inkml:definitions>
  <inkml:trace contextRef="#ctx0" brushRef="#br0">566 39 8737,'26'-16'2207,"-20"12"-168,-4 2 836,6-6-2711,0-1 10505,-21 12-9639,9-3-786,1 1-1,-1 0 1,0-1-1,1 1 0,-1 1 1,1-1-1,0 0 1,-1 1-1,1 0 0,0 0 1,-4 3-1,-57 44 819,-36 32 1,53-38-1063,-22 20 0,-65 79 0,116-121 0,1 1 0,1 1 0,1 1 0,1 0 0,1 1 0,1 0 0,1 1 0,-8 32 0,17-50 3,0 1 1,0 0-1,1 0 1,0-1-1,1 1 1,0 0-1,0 0 0,1 0 1,0 0-1,1 0 1,0-1-1,3 11 1,-2-13-18,0 1 0,0-1 0,1 0 0,-1 0 0,2 0 0,-1-1 0,0 1 0,1-1 0,0 0 0,0-1 0,1 1 0,-1-1 0,1 0 0,0 0 0,11 5 0,7 1-701,1-1 0,0-1-1,1 0 1,0-2 0,0-2-1,37 3 1,-10-4-1277,1-3-1,63-7 1,-29-5-3438,142-40 0,-120 20-2330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4.631"/>
    </inkml:context>
    <inkml:brush xml:id="br0">
      <inkml:brushProperty name="width" value="0.035" units="cm"/>
      <inkml:brushProperty name="height" value="0.035" units="cm"/>
    </inkml:brush>
  </inkml:definitions>
  <inkml:trace contextRef="#ctx0" brushRef="#br0">569 18 12113,'-5'-3'632,"0"1"0,0 0 0,1 0 0,-1 0 0,0 0 0,-1 1 0,1 0 0,0 0 0,0 0 0,-1 1 0,1-1 0,0 1 0,-1 1 0,-9 1 0,6 0 70,-1 1 1,0 0-1,1 0 0,0 1 0,-1 1 0,2-1 1,-12 9-1,-8 8 478,1 1 1,2 1-1,-33 37 1,44-44-733,-125 145 35,124-140-500,0 1 1,1 0 0,2 1 0,0 1 0,-14 42 0,23-58 16,1 0 0,0 1 0,0-1 0,1 1 0,0-1 0,1 1 0,0-1 0,0 1 0,0-1 0,1 1 0,1-1 0,0 1 0,0-1 0,0 0 0,1 1 0,4 8 0,-2-9 0,0 0 0,1-1 0,0 1 0,0-1 0,0 0 0,1-1 0,0 0 0,0 0 0,0 0 0,1-1 0,0 0 0,0 0 0,1-1 0,15 6 0,-3-3-585,0-1 0,1 0 0,-1-2 1,1-1-1,0 0 0,1-2 0,23-1 0,156-23-9313,-168 18 8182,70-10-11774</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5.626"/>
    </inkml:context>
    <inkml:brush xml:id="br0">
      <inkml:brushProperty name="width" value="0.035" units="cm"/>
      <inkml:brushProperty name="height" value="0.035" units="cm"/>
    </inkml:brush>
  </inkml:definitions>
  <inkml:trace contextRef="#ctx0" brushRef="#br0">235 53 8149,'0'1'220,"1"-1"1,0 0-1,0 0 0,0 0 1,0 0-1,0 0 1,0 0-1,-1-1 1,1 1-1,0 0 0,0 0 1,0 0-1,0-1 1,-1 1-1,1-1 1,0 1-1,0 0 1,0-1-1,-1 1 0,2-2 1,-2-13 6160,-3-5-3767,2 19-2293,0 0 1,0 0 0,-1 0-1,1-1 1,-1 1 0,1 1-1,-1-1 1,0 0 0,1 0-1,-1 1 1,-7-2 7021,3 96-7303,-3 0 0,-28 112 0,22-128-47,-2-5 7,-49 131 0,27-94 0,14-12-832,17-58-376,7-37 502,0 0-1,1 0 0,-1 0 0,1 0 0,0 0 1,0 1-1,0-1 0,1 0 0,-1 0 0,1 0 0,-1 0 1,1 0-1,0 0 0,0 0 0,1 0 0,-1 0 0,0 0 1,1-1-1,0 1 0,2 3 0,17 18-12193</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5.860"/>
    </inkml:context>
    <inkml:brush xml:id="br0">
      <inkml:brushProperty name="width" value="0.035" units="cm"/>
      <inkml:brushProperty name="height" value="0.035" units="cm"/>
    </inkml:brush>
  </inkml:definitions>
  <inkml:trace contextRef="#ctx0" brushRef="#br0">693 4 12925,'-33'-1'5053,"26"0"-4608,1 0 0,-1 1 1,1 0-1,-1 0 0,1 1 0,-1-1 0,1 2 0,-1-1 0,-5 3 0,-42 16 1449,2 3-1,-73 42 1,57-22-3125,-75 61 0,72-46-3254,28-17-2891,11-8-3427</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6.046"/>
    </inkml:context>
    <inkml:brush xml:id="br0">
      <inkml:brushProperty name="width" value="0.035" units="cm"/>
      <inkml:brushProperty name="height" value="0.035" units="cm"/>
    </inkml:brush>
  </inkml:definitions>
  <inkml:trace contextRef="#ctx0" brushRef="#br0">26 1 12325,'-25'6'3280,"37"5"-187,7 9-525,4 11-108,-4-5-264,0 0-371,0 2-313,3 7-288,-3-4-228,3 9-392,7-3-660,3-2-632,6-1-948,0-6-664,3-2-1133,0 3-3615,7 2-6890</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6.561"/>
    </inkml:context>
    <inkml:brush xml:id="br0">
      <inkml:brushProperty name="width" value="0.035" units="cm"/>
      <inkml:brushProperty name="height" value="0.035" units="cm"/>
    </inkml:brush>
  </inkml:definitions>
  <inkml:trace contextRef="#ctx0" brushRef="#br0">105 33 9409,'-15'-1'1009,"11"1"-623,1 0 0,-1 0 0,0 0 0,1 0 0,-1-1 0,1 0 0,-1 0 0,1 0 0,-5-2 0,6 2 1704,-2 0 32,-39-6 7182,49 5-7925,28-3-916,-1 0-1,59 2 0,76 10 1124,-25 1-965,698 38-621,-288-10 0,-541-35 7,-3-1-31,0 1 1,0 0 0,0 0-1,9 3 1,-14-3-642,-24-6-10356,5 4 4215</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7.465"/>
    </inkml:context>
    <inkml:brush xml:id="br0">
      <inkml:brushProperty name="width" value="0.035" units="cm"/>
      <inkml:brushProperty name="height" value="0.035" units="cm"/>
    </inkml:brush>
  </inkml:definitions>
  <inkml:trace contextRef="#ctx0" brushRef="#br0">263 58 11669,'0'-5'898,"0"0"0,0 0 0,0 0 0,0 0 0,1 0 1,0 0-1,0 0 0,1 1 0,2-9 5464,-14 27-3012,6-6-2990,0 0 0,1 0 0,0 1 0,0-1 0,1 1 1,0 0-1,-1 15 0,-5 21-8,-103 340-265,18-67-104,85-287 17,2-1 0,1 2 0,-2 53 0,7-70 0,1 0 0,0-1 0,1 1 0,0-1 0,1 0 0,0 0 0,2 0 0,0 0 0,0 0 0,10 16 0,-12-24-27,1 0 1,1 0-1,-1-1 0,1 0 0,0 0 1,0 0-1,0 0 0,1-1 0,0 0 1,0 0-1,0 0 0,12 5 0,-7-6-69,-1 1 0,1-1 0,1-1 0,-1 0 0,0 0 0,0-1-1,16-1 1,4-2-136,1-1 0,-1-2 0,-1-2 0,57-18-1,203-99 1023,-141 55 636,-125 58-1373,-18 8-52,0 0 0,0 0-1,0 0 1,0 1-1,0 0 1,1 0 0,-1 0-1,1 1 1,0 0 0,-1 0-1,1 1 1,0 0-1,11 1 1,-11 1-1,0 0 0,1 0 0,-1 1 0,0 0 0,0 1 0,0 0 0,-1 0 0,1 0 0,-1 1 0,0 0 0,0 0 0,7 8 0,5 9 0,-1 0 0,17 29 0,16 22 0,-28-46 0,1-1 0,35 31 0,-49-50 0,1 1 0,0-1 0,1 0 0,-1-1 0,1-1 0,0 1 0,0-2 0,1 0 0,0 0 0,15 3 0,-17-6 0,0 1 0,0-2 0,0 1 0,1-1 0,-1-1 0,0 0 0,0 0 0,0-1 0,-1 0 0,1-1 0,0 0 0,12-6 0,-18 6 0,1 1 0,0-1 0,0-1 0,-1 1 0,0-1 0,0 1 0,0-1 0,0-1 0,0 1 0,-1 0 0,0-1 0,0 0 0,0 1 0,-1-1 0,1 0 0,-1-1 0,0 1 0,-1 0 0,1-1 0,-1 1 0,0 0 0,-1-1 0,1 0 0,-1-8 0,0 6-14,-1-1 0,0 0-1,0 1 1,-1-1 0,0 1 0,-1 0-1,0 0 1,0 0 0,-1 0 0,1 0-1,-2 1 1,1-1 0,-1 1 0,0 0-1,-1 1 1,0-1 0,0 1 0,0 0-1,0 1 1,-14-9 0,-8-4-224,-2 1 0,0 2 0,-61-22 0,66 27 46,-61-18-2301,-14-6-2581,86 28 1489,1-1 0,-20-12-1</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7.821"/>
    </inkml:context>
    <inkml:brush xml:id="br0">
      <inkml:brushProperty name="width" value="0.035" units="cm"/>
      <inkml:brushProperty name="height" value="0.035" units="cm"/>
    </inkml:brush>
  </inkml:definitions>
  <inkml:trace contextRef="#ctx0" brushRef="#br0">109 12 12277,'-1'-1'156,"1"0"-1,-1 0 1,0 0 0,1 0-1,-1 1 1,0-1-1,0 0 1,0 1 0,1-1-1,-1 1 1,0-1-1,0 1 1,0-1 0,0 1-1,0-1 1,0 1-1,0 0 1,0 0 0,0 0-1,0-1 1,0 1-1,-1 0 1,1 0 0,0 1-1,0-1 1,0 0-1,0 0 1,0 0 0,0 1-1,0-1 1,-1 1-1,-2 2 572,0 0 0,0 0 0,1 0 0,0 0 0,0 1 0,-6 6 0,3 0-353,0-1 0,0 1-1,1 0 1,1 0 0,-1 0 0,2 1 0,-1 0 0,2-1 0,-1 1 0,1 0 0,1 0 0,0 0-1,1 17 1,2 14-821,3 0 0,11 51 0,-6-40-672,-10-50 1100,1-1 1,0 1-1,0-1 1,0 1-1,0-1 0,0 1 1,0-1-1,0 0 0,1 0 1,-1 0-1,1 0 1,0 0-1,0 0 0,0 0 1,0 0-1,0-1 1,0 1-1,0-1 0,0 1 1,0-1-1,1 0 1,-1 0-1,1 0 0,-1 0 1,1-1-1,-1 1 1,1 0-1,-1-1 0,4 0 1,10 2 215,0-2 1,0 0 0,30-4 0,-16 1 200,146-13 1489,-141 13-1305,0-2 0,56-16 0,-78 17-373,0-2 0,-1 0 0,0-1-1,0 0 1,-1 0 0,0-1-1,0-1 1,-1 0 0,0 0 0,0-1-1,-1 0 1,-1-1 0,1 0 0,-2 0-1,9-17 1,-6 9-842,-1 0 1,8-28-1,14-28-8279,-23 59 1796</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8.039"/>
    </inkml:context>
    <inkml:brush xml:id="br0">
      <inkml:brushProperty name="width" value="0.035" units="cm"/>
      <inkml:brushProperty name="height" value="0.035" units="cm"/>
    </inkml:brush>
  </inkml:definitions>
  <inkml:trace contextRef="#ctx0" brushRef="#br0">297 1 17022,'-9'6'595,"6"-4"-258,-1 0-1,0 1 1,1-1 0,0 1-1,-1 0 1,1 0-1,0 0 1,1 1-1,-1-1 1,0 1-1,1-1 1,0 1 0,0 0-1,0 0 1,0 0-1,-2 8 1,-19 58 1839,-4-1 1,-3-1-1,-43 71 1,31-60-1455,32-56-1876,0 0 0,-11 42 0,20-61 662,0 0 1,1 0 0,0-1 0,-1 1-1,1 0 1,1 0 0,-1 0-1,0-1 1,1 1 0,0 0 0,2 5-1,10 13-3442,-12-21 3295,0 0-1,0 1 0,1-1 1,-1 0-1,1 0 1,-1-1-1,1 1 0,-1 0 1,1 0-1,-1-1 0,4 2 1,21-1-8177</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8.547"/>
    </inkml:context>
    <inkml:brush xml:id="br0">
      <inkml:brushProperty name="width" value="0.035" units="cm"/>
      <inkml:brushProperty name="height" value="0.035" units="cm"/>
    </inkml:brush>
  </inkml:definitions>
  <inkml:trace contextRef="#ctx0" brushRef="#br0">1 63 10401,'0'-11'2057,"1"1"0,0-1 0,5-17-1,-5 28-1896,0-1-1,0 1 0,1 0 1,-1-1-1,0 1 0,0 0 0,0 0 1,0-1-1,1 1 0,-1 0 0,0 0 1,0 1-1,0-1 0,1 0 1,-1 0-1,0 0 0,2 1 0,-3-1 147,8 1 51,0 1 0,-1-1 1,0 1-1,1 1 0,-1-1 1,0 1-1,0 0 0,-1 1 0,8 4 1,56 45 837,-66-50-1078,19 15-48,-1 1 0,-2 1 0,0 1 0,-1 1 0,-1 0 0,19 32 0,-31-45-190,-1 0-1,-1 0 0,0 1 1,0-1-1,-1 1 1,0 0-1,-1 0 0,0 0 1,0 0-1,-1 1 1,-1-1-1,0 0 0,0 1 1,-1-1-1,0 0 1,0 1-1,-2-1 0,1 0 1,-1 0-1,-8 16 1,-1-3-190,-1-1 1,-1 0-1,-1-1 1,-1-1 0,-1 0-1,-21 19 1,25-25-113,1 1 1,0 1 0,1 0 0,1 0 0,0 1-1,-10 26 1,19-41 404,1 0 0,0 1-1,1-1 1,-1 0 0,0 1-1,1-1 1,-1 0 0,1 0 0,-1 1-1,1-1 1,0 0 0,0 0-1,0 0 1,0 0 0,1 0 0,-1 0-1,0 0 1,1 0 0,0-1-1,1 3 1,4 0 213,0 0 1,1 0-1,-1 0 0,1-1 1,0-1-1,0 1 0,0-1 0,0 0 1,12 0-1,18 6 957,-30-6-788,0 0 1,0-1-1,0-1 1,9 1-1,13 1 304,-27-2-644,0 0 1,-1 1 0,1 0 0,0 0 0,-1 0 0,1 0-1,-1 0 1,1 0 0,-1 1 0,0-1 0,1 1-1,-1 0 1,0 0 0,0 0 0,0 0 0,0 0 0,-1 0-1,1 0 1,0 0 0,-1 1 0,0-1 0,1 1 0,-1-1-1,0 1 1,1 4 0,-1-2-100,1 0 0,-1 0 0,-1 1 0,1-1 1,-1 0-1,0 0 0,0 0 0,0 1 0,-1-1 0,0 0 0,0 0 0,0 0 1,0 0-1,-1 0 0,-4 10 0,4-12 33,2 0 0,-1 1-1,0-1 1,1 1 0,-1-1 0,1 1 0,0 3-1,0-5-23,2 0 63,0-1 1,0 0-1,1 0 1,-1 0 0,0 0-1,0 0 1,1 0-1,-1-1 1,0 1-1,1-1 1,-1 1-1,4-1 1,7-1 36,-1-1 0,0 0 1,1-1-1,18-7 0,6-1 168,149-33 2052,-181 44-2239,-1 0 0,1 0-1,0 0 1,-1 0 0,1 1-1,0-1 1,-1 1 0,1 0-1,6 3 1,-1-1-464,-10-2 339,0 0 1,0 0 0,0 0 0,0 0-1,0 0 1,0 0 0,0 0-1,-1 0 1,1 0 0,0 0 0,-1 0-1,1-1 1,0 1 0,-1 0-1,1 0 1,-1 0 0,0 1 0,1-2-50,-3 3-913,-1 6 1150,4-5-3977,3 14-12132</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8.673"/>
    </inkml:context>
    <inkml:brush xml:id="br0">
      <inkml:brushProperty name="width" value="0.035" units="cm"/>
      <inkml:brushProperty name="height" value="0.035" units="cm"/>
    </inkml:brush>
  </inkml:definitions>
  <inkml:trace contextRef="#ctx0" brushRef="#br0">0 9 2588,'54'-9'-36</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8.939"/>
    </inkml:context>
    <inkml:brush xml:id="br0">
      <inkml:brushProperty name="width" value="0.035" units="cm"/>
      <inkml:brushProperty name="height" value="0.035" units="cm"/>
    </inkml:brush>
  </inkml:definitions>
  <inkml:trace contextRef="#ctx0" brushRef="#br0">161 0 7125,'-26'43'7962,"8"-34"-5157,-22 9 671,-30 17-3844,68-34-33,1 1 319,1 0 0,-1 0 0,0 0 0,1 0-1,0 0 1,-1 0 0,1 0 0,0 0 0,0 0 0,0 0-1,0 0 1,1 3 0,20-6 718,0-1-1,0 0 0,0-2 1,0-1-1,0 0 0,37-16 1,-47 17-326,1 1 1,-1 0-1,1 0 0,0 1 1,0 1-1,0 0 1,0 1-1,-1 0 1,1 0-1,21 5 0,-25-4-231,1 1-1,-1 0 0,0 1 1,0 0-1,0 0 1,0 1-1,0 0 0,-1 1 1,1-1-1,-1 1 1,0 1-1,-1-1 0,1 1 1,9 12-1,-14-15-113,-1-1 1,1 1-1,-1-1 0,0 1 0,1-1 0,-1 1 0,-1 0 1,1-1-1,0 1 0,-1 0 0,1 0 0,-1 0 0,0 0 1,0 0-1,0-1 0,0 1 0,-1 3 0,-1 2-856,0 0-1,0-1 1,-1 1-1,-5 8 0,5-8-910,-2-3-3305,-4-2 2714,6-2 421,-13 7-7254</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9.124"/>
    </inkml:context>
    <inkml:brush xml:id="br0">
      <inkml:brushProperty name="width" value="0.035" units="cm"/>
      <inkml:brushProperty name="height" value="0.035" units="cm"/>
    </inkml:brush>
  </inkml:definitions>
  <inkml:trace contextRef="#ctx0" brushRef="#br0">0 95 15393,'32'-20'8065,"-22"3"-7221,2 0-876,4 11-312,0 6-632,0-11-888,-3 2-856,3 0-2765,-4 4-4412</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0.085"/>
    </inkml:context>
    <inkml:brush xml:id="br0">
      <inkml:brushProperty name="width" value="0.035" units="cm"/>
      <inkml:brushProperty name="height" value="0.035" units="cm"/>
    </inkml:brush>
  </inkml:definitions>
  <inkml:trace contextRef="#ctx0" brushRef="#br0">286 399 11245,'-78'0'1178,"-55"-2"3845,111 0-3757,-31 0 5046,73-7-3112,41-8-1790,1 4 1,99-10-1,-62 10-1163,1228-140-182,-1269 147-65,59-6-52,1431-126-4994,-1545 138 4994,208-8-3819,-72 18-1449,-74 1 59</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0.231"/>
    </inkml:context>
    <inkml:brush xml:id="br0">
      <inkml:brushProperty name="width" value="0.035" units="cm"/>
      <inkml:brushProperty name="height" value="0.035" units="cm"/>
    </inkml:brush>
  </inkml:definitions>
  <inkml:trace contextRef="#ctx0" brushRef="#br0">483 1 13673,'-108'100'3545,"80"-49"-521,-7 1-244,3 11-508,-6-6-380,0 6-403,-4 5-273,4 9-276,3 1-476,4 4-712,5 4-760,10-6-596,7 3-793,2-6-943,11-5-3357,12-4-6320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0.825"/>
    </inkml:context>
    <inkml:brush xml:id="br0">
      <inkml:brushProperty name="width" value="0.035" units="cm"/>
      <inkml:brushProperty name="height" value="0.035" units="cm"/>
    </inkml:brush>
  </inkml:definitions>
  <inkml:trace contextRef="#ctx0" brushRef="#br0">0 545 12601,'27'-15'734,"62"-33"2352,78-36 1005,-152 75-3874,32-18 642,77-58-1,-112 76-614,0-1-1,-1-1 1,0 0-1,-1 0 1,-1-1-1,0 0 0,0-1 1,-1 0-1,0 0 1,-2-1-1,8-17 1,-14 30-226,1-1 1,-1 1 0,0 0-1,1-1 1,-1 1-1,0 0 1,0 0 0,0-1-1,0 1 1,0 0 0,0-1-1,0 1 1,-1 0-1,1-1 1,0 1 0,-1 0-1,1 0 1,-1 0 0,1-1-1,-1 1 1,1 0-1,-1 0 1,0 0 0,0 0-1,0 0 1,1 0 0,-1 0-1,0 0 1,0 0-1,0 0 1,-1 1 0,1-1-1,0 0 1,0 1 0,0-1-1,0 1 1,-1-1-1,1 1 1,0 0 0,0-1-1,-1 1 1,1 0 0,0 0-1,-3 0 1,-4-1 37,0 1 0,-1-1 0,1 2 0,0-1 0,-14 4 0,7-1 63,0 2-1,0 0 1,1 1 0,0 0 0,0 1 0,-15 10 0,-71 58 525,83-61-516,0 1 1,-22 27-1,35-38-103,1 1 1,-1 0-1,1-1 0,0 1 1,0 0-1,0 1 0,1-1 1,0 0-1,0 1 0,0 0 0,1-1 1,-1 1-1,1 0 0,0 10 1,1-13-20,1-1 1,-1 1 0,1-1-1,-1 1 1,1-1 0,0 1 0,0-1-1,0 1 1,0-1 0,1 0-1,-1 0 1,1 1 0,-1-1 0,1 0-1,0 0 1,0-1 0,-1 1-1,1 0 1,1-1 0,-1 1 0,0-1-1,0 1 1,1-1 0,-1 0-1,0 0 1,1 0 0,3 1 0,4 0 9,0 0 1,0 0-1,0-1 1,20-1-1,-30 0-16,63-3 21,-1-3 0,65-14-1,76-8 36,-178 27-60,0 1-1,0 1 0,1 1 0,-1 1 1,0 1-1,28 10 0,-30-7 9,0 1 0,-1 2 0,-1 0 1,1 1-1,-2 1 0,0 1 0,0 1 0,-1 1 0,23 23 1,-34-31-4,-1 1 0,0 0 0,-1 1 1,1-1-1,-2 1 0,1 0 1,-1 1-1,-1 0 0,0-1 1,0 1-1,-1 0 0,0 1 1,-1-1-1,0 1 0,0-1 1,-1 1-1,-1-1 0,0 1 1,0 0-1,-1-1 0,0 1 1,-1-1-1,-5 16 0,3-13 3,-1 0 1,-1-1-1,0 1 0,-1-1 0,-1-1 0,1 1 0,-13 13 0,-8 4 53,-34 30 0,57-54-46,1-2-6,1-1 0,-1 1 1,0-1-1,0 1 0,0-1 1,-7 2-1,-1-3 40,12-2-44,-1 1 0,1 0 0,0-1-1,0 1 1,0 0 0,0-1 0,-1 1 0,1 0-1,0-1 1,0 1 0,0-1 0,0 1-1,0 0 1,0-1 0,0 1 0,0-1 0,0 1-1,0 0 1,1-1 0,-1 1 0,0 0-1,0-1 1,0 1 0,0 0 0,0-1 0,1 1-1,-1 0 1,0-1 0,0 1 0,1-1-1,11-16-82,0 1 0,1-1 0,1 2-1,0 0 1,1 1 0,18-12 0,17-19-297,207-195-1804,158-170 1429,-285 275 3090,-127 132-2292,2-2 231,0 0-1,0 0 1,1 0 0,9-5 0,-15 9-212,1 0 0,0 1 0,0 0 0,0-1 0,-1 1 1,1-1-1,0 1 0,0 0 0,0-1 0,0 1 0,0 0 0,0 0 0,0 0 1,0 0-1,0 0 0,-1 0 0,1 0 0,0 0 0,0 0 0,0 0 1,0 1-1,0-1 0,0 0 0,0 1 0,0-1 0,-1 0 0,1 1 1,0-1-1,0 1 0,0-1 0,-1 1 0,1 0 0,0-1 0,-1 1 1,1 0-1,0 0 0,-1-1 0,1 1 0,-1 0 0,1 0 0,-1 0 0,0-1 1,1 1-1,-1 2 0,3 7 2,-1 1-1,0 0 1,0 0-1,-1 0 1,-1 0-1,0 0 1,-1 0 0,-1 11-1,0 3-57,-4 59 27,1-30-124,2 1-1,3-1 0,9 83 1,-7-125-458,0-1 1,1 0-1,0 0 1,1 0-1,8 15 1,-10-21 3,1-1 1,-1 0 0,1 0-1,1 0 1,-1 0 0,0 0-1,1-1 1,0 1 0,0-1-1,0 0 1,0 0 0,0 0 0,0-1-1,1 0 1,7 3 0,33 5-6199,8-1-3993</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0.978"/>
    </inkml:context>
    <inkml:brush xml:id="br0">
      <inkml:brushProperty name="width" value="0.035" units="cm"/>
      <inkml:brushProperty name="height" value="0.035" units="cm"/>
    </inkml:brush>
  </inkml:definitions>
  <inkml:trace contextRef="#ctx0" brushRef="#br0">26 232 14425,'-25'0'9993,"41"-11"-8933,25-6-244,13 5-356,16-2-600,16-6-504,6 0-268,19-8-568,13 5-704,15-9-496,14 4-2901,24 2-4568</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1.495"/>
    </inkml:context>
    <inkml:brush xml:id="br0">
      <inkml:brushProperty name="width" value="0.035" units="cm"/>
      <inkml:brushProperty name="height" value="0.035" units="cm"/>
    </inkml:brush>
  </inkml:definitions>
  <inkml:trace contextRef="#ctx0" brushRef="#br0">39 95 10913,'-1'1'238,"0"0"1,-1 0-1,1 0 1,0 0-1,-1 0 0,1-1 1,-1 1-1,1 0 0,-1-1 1,1 1-1,-1-1 1,1 1-1,-1-1 0,1 0 1,-1 0-1,0 0 1,1 0-1,-1 0 0,0 0 1,1 0-1,-6-2 6568,26-4-2588,11 0-3055,0 2-1,1 0 1,57 2 0,-17 1-494,332-19-1108,0-8-4256,-171 13-25,-79 7-3366,-51 0-3253</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1.712"/>
    </inkml:context>
    <inkml:brush xml:id="br0">
      <inkml:brushProperty name="width" value="0.035" units="cm"/>
      <inkml:brushProperty name="height" value="0.035" units="cm"/>
    </inkml:brush>
  </inkml:definitions>
  <inkml:trace contextRef="#ctx0" brushRef="#br0">363 0 9401,'0'0'248,"1"0"1,-1 0-1,1 0 1,-1 0-1,0 0 1,1 0-1,-1 0 1,1 0-1,-1 0 1,1 0-1,-1 1 1,0-1-1,1 0 1,-1 0-1,1 0 1,-1 0-1,0 1 1,1-1-1,-1 0 1,1 0-1,-1 1 1,0-1-1,1 0 1,-1 1-1,0-1 1,0 0-1,1 1 1,-1-1-1,0 1 1,0-1-1,0 0 1,1 1-1,-1 0 1,21 26 1222,0 0 407,-11-15-1204,32 36 1764,67 100-1,-104-138-2334,0-1-1,0 0 0,-1 1 1,-1 0-1,1 0 0,1 14 1,2 13 207,-1 1 0,0 41 1,-6-68-274,0 1-1,-1 0 1,-1-1 0,0 1 0,0-1-1,-1 0 1,-1 1 0,1-1 0,-2-1-1,0 1 1,0-1 0,-1 0 0,-7 10-1,6-7-17,-28 40-404,-2-1 1,-2-2 0,-66 66-1,28-43-3501,-108 79-1,134-111-2418,11-6-4024</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2.912"/>
    </inkml:context>
    <inkml:brush xml:id="br0">
      <inkml:brushProperty name="width" value="0.035" units="cm"/>
      <inkml:brushProperty name="height" value="0.035" units="cm"/>
    </inkml:brush>
  </inkml:definitions>
  <inkml:trace contextRef="#ctx0" brushRef="#br0">353 193 12125,'-1'-2'2234,"0"-1"-1893,1 2 203,-1-1 0,0 1-1,1-1 1,-1 1-1,0-1 1,0 1 0,0 0-1,0-1 1,0 1 0,0 0-1,-2-2 1,2 3-423,0 0 1,0 0-1,0 0 1,0 0-1,1 1 1,-1-1-1,0 0 0,0 0 1,0 1-1,0-1 1,1 1-1,-1-1 1,0 1-1,1-1 0,-1 1 1,0 0-1,1-1 1,-1 1-1,0 0 1,1-1-1,-1 1 0,1 0 1,-1 0-1,1-1 1,0 1-1,-1 0 1,1 0-1,0 0 1,-1 1-1,-5 13 529,0 0 0,1 1 0,1-1 0,-5 32 0,0 0 251,-26 75 501,-64 147-1,74-205-1203,10-28-382,0 0 0,-3-1 1,-1-1-1,-32 44 0,49-75-43,2-8-138,1-6 330,1 0 0,0 0 1,0-1-1,1 1 0,0 0 0,1 1 0,9-18 0,63-128-133,-36 72 131,13-29 62,48-93 143,-77 154 56,3 1 1,3 1 0,38-51 0,-60 91-108,0 0 1,1 1-1,0 0 1,0 0 0,0 1-1,1 0 1,13-7 0,-19 13-84,0-1-1,0 1 1,1 0 0,0 0 0,-1 1 0,1 0 0,0-1-1,0 1 1,-1 1 0,1-1 0,0 1 0,0 0-1,0 0 1,0 0 0,0 1 0,0 0 0,0 0 0,-1 0-1,1 0 1,8 4 0,-4 0-34,0 1 0,0 0 0,-1 0 0,0 1 0,0 0 0,0 1 0,-1-1 0,0 2 0,-1-1 0,8 12 0,2 6 0,-1 1 0,14 37 0,-15-28 5,-2 1 0,-2 0 0,-1 1 0,-3 0 0,0 0 0,-1 45 0,-15 236-266,1-165-150,0-26-4136,5-86 230,-1-2-3542,2-20-4564</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3.256"/>
    </inkml:context>
    <inkml:brush xml:id="br0">
      <inkml:brushProperty name="width" value="0.035" units="cm"/>
      <inkml:brushProperty name="height" value="0.035" units="cm"/>
    </inkml:brush>
  </inkml:definitions>
  <inkml:trace contextRef="#ctx0" brushRef="#br0">1 446 11165,'18'-5'1519,"-1"0"1,25-3-1,82-1 1079,-22 2-1716,372-66-901,-366 49 105,0-4 0,136-57 0,-208 69 391,0-1 1,-1-2 0,48-35-1,-52 30 1718,48-47-1,-111 108-452,2 1 0,-43 74 0,-55 126-1323,121-224-744,1 0 1,1 1-1,1 0 0,0 0 0,0 0 0,2 0 0,-2 22 0,4-31 71,0 0-1,0-1 1,0 1-1,1-1 0,0 1 1,0-1-1,0 1 1,1-1-1,-1 1 0,1-1 1,1 0-1,-1 0 0,1 0 1,0 0-1,0-1 1,0 1-1,1-1 0,-1 1 1,1-1-1,0-1 1,1 1-1,-1 0 0,9 4 1,-3-2-325,1-2 0,0 0-1,0 0 1,0-1 0,1 0 0,-1-1 0,1 0 0,-1-1 0,1 0 0,18-2-1,-3-1-1292,0-1-1,0-1 0,41-13 0,4-5-3958</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3.440"/>
    </inkml:context>
    <inkml:brush xml:id="br0">
      <inkml:brushProperty name="width" value="0.035" units="cm"/>
      <inkml:brushProperty name="height" value="0.035" units="cm"/>
    </inkml:brush>
  </inkml:definitions>
  <inkml:trace contextRef="#ctx0" brushRef="#br0">286 84 9445,'-11'-41'1835,"9"33"48,0-3 1455,2 10-3192,0 0 1,0 0-1,0 0 1,0 0-1,0 0 1,0 0-1,0 0 1,0 0-1,0 0 0,-1 0 1,1 0-1,0 0 1,-1 0-1,1 0 1,0 0-1,-1 0 1,1 0-1,-1 1 1,1-1-1,-1 0 0,0 0 1,1 1-1,-3-2 1,-7 3 241,1 0 0,-1 1 0,0 1 0,0-1 1,1 2-1,-1-1 0,1 1 0,0 1 0,0 0 0,1 0 1,0 0-1,-1 1 0,2 1 0,-1-1 0,1 1 0,-10 12 1,6-6-147,0 0 0,0 1 0,1 0 0,1 1 1,1 0-1,0 1 0,1 0 0,1 0 0,-5 18 1,8-23-190,0-1 0,1 1 0,1 0 1,0-1-1,0 1 0,1 0 1,1 0-1,0 0 0,4 20 0,-3-25-144,1 0 0,-1-1 0,1 1 0,0-1 0,0 0 0,0 0 0,1 0 0,0 0-1,0-1 1,0 0 0,1 1 0,-1-1 0,1-1 0,0 1 0,0-1 0,0 0 0,0 0-1,1 0 1,6 2 0,8 2-591,1 0-1,0-2 0,0 0 0,1-1 1,-1-2-1,43 1 0,-14-4-4577,96-17 0,-70 4-4204</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3.706"/>
    </inkml:context>
    <inkml:brush xml:id="br0">
      <inkml:brushProperty name="width" value="0.035" units="cm"/>
      <inkml:brushProperty name="height" value="0.035" units="cm"/>
    </inkml:brush>
  </inkml:definitions>
  <inkml:trace contextRef="#ctx0" brushRef="#br0">340 32 11333,'-16'-32'12100,"17"35"-9485,4 30-1615,-2 0 0,-1 0 0,-4 47 0,-20 102 1719,-2-68-2719,-5 0 0,-51 130 0,-76 185-9411,142-395 1804,6-16-5158</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4.005"/>
    </inkml:context>
    <inkml:brush xml:id="br0">
      <inkml:brushProperty name="width" value="0.035" units="cm"/>
      <inkml:brushProperty name="height" value="0.035" units="cm"/>
    </inkml:brush>
  </inkml:definitions>
  <inkml:trace contextRef="#ctx0" brushRef="#br0">107 308 13161,'-86'-6'4686,"85"6"-4400,0 0 0,0 0 0,0 0 0,0 0 0,0-1 0,0 2 0,0-1 0,0 0-1,0 0 1,0 0 0,0 0 0,0 1 0,0-1 0,0 0 0,-2 2 0,3-2-197,0 0 1,0 0-1,-1 1 0,1-1 1,0 0-1,0 1 0,0-1 0,0 0 1,-1 1-1,1-1 0,0 0 1,0 1-1,0-1 0,0 1 1,0-1-1,0 0 0,0 1 1,0-1-1,0 0 0,0 1 0,0-1 1,0 1-1,0-1 0,0 0 1,0 1-1,1-1 0,-1 0 1,0 1-1,1 1 188,1 1 0,-1-1 0,1 0 0,-1 0 0,1 0 0,0 0 0,0 0 0,0-1 0,0 1 0,4 2 0,15 6 414,1-1 0,0-1 0,1-1 0,0-1 0,42 6 1,-22-4-262,343 63-1124,-287-56-2060,1-3 0,176-4-1,-252-9 2473,1-1 0,-1-2 0,0 0 0,36-11-1,-30 6 99,-13 5 330,1-1 1,-1-1-1,-1-1 0,1 0 0,-1-2 1,0 0-1,-1 0 0,0-1 0,22-20 1,-16 8 647,-2-1 1,0 0-1,-2-1 1,20-36-1,71-108 962,-90 142-4111,-8 11-1109,-1 3-4778</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4.342"/>
    </inkml:context>
    <inkml:brush xml:id="br0">
      <inkml:brushProperty name="width" value="0.035" units="cm"/>
      <inkml:brushProperty name="height" value="0.035" units="cm"/>
    </inkml:brush>
  </inkml:definitions>
  <inkml:trace contextRef="#ctx0" brushRef="#br0">39 126 11165,'-25'3'2596,"12"-12"7233,32 6-7709,25-5-447,14 5-317,21-6-252,23 4-248,15-4-428,23 1-656,15-1-812,7-2-456,7-4-709,2 1-1027,-3 0-3525,-6 2-6428</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5.279"/>
    </inkml:context>
    <inkml:brush xml:id="br0">
      <inkml:brushProperty name="width" value="0.035" units="cm"/>
      <inkml:brushProperty name="height" value="0.035" units="cm"/>
    </inkml:brush>
  </inkml:definitions>
  <inkml:trace contextRef="#ctx0" brushRef="#br0">151 109 4896,'19'-23'9275,"-21"0"-5976,-3-5-200,0-7 5325,4 40-7955,0 0 1,0-1 0,0 1 0,0-1 0,-1 1 0,-4 7 0,-3 12-121,-93 410-213,92-393-1752,2 1-1,1-1 1,2 1-1,3 0 1,0 0-1,8 68 1,5-68-5410,9-2-4416</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5.543"/>
    </inkml:context>
    <inkml:brush xml:id="br0">
      <inkml:brushProperty name="width" value="0.035" units="cm"/>
      <inkml:brushProperty name="height" value="0.035" units="cm"/>
    </inkml:brush>
  </inkml:definitions>
  <inkml:trace contextRef="#ctx0" brushRef="#br0">1 102 12557,'2'1'155,"0"0"0,0 0-1,0 0 1,0 0 0,0-1 0,0 1 0,1-1-1,-1 1 1,0-1 0,0 0 0,1 0 0,-1 0-1,0 0 1,0 0 0,1-1 0,-1 1-1,0-1 1,0 1 0,4-3 0,8 0 469,116-6 3072,-35 4-2282,75-10-261,203-27 1346,-190 15 878,-178 26-3183,-1 0 0,0 1-1,1-1 1,-1 1 0,0 0 0,1 0-1,-1 1 1,1-1 0,-1 1 0,0 0 0,0 0-1,0 1 1,1-1 0,5 4 0,-7-3-112,0 1 0,-1-1 0,1 0 1,-1 1-1,1 0 0,-1 0 0,0 0 1,0 0-1,-1 0 0,1 0 0,-1 0 1,1 0-1,-1 1 0,0-1 0,0 0 1,1 6-1,0 7-83,0-1 0,-1 1 0,0-1 1,-1 1-1,-4 24 0,-19 75 230,14-78-1572,-7 69 0,11-60-1514,-2 6-3663,6-16 675</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5.669"/>
    </inkml:context>
    <inkml:brush xml:id="br0">
      <inkml:brushProperty name="width" value="0.035" units="cm"/>
      <inkml:brushProperty name="height" value="0.035" units="cm"/>
    </inkml:brush>
  </inkml:definitions>
  <inkml:trace contextRef="#ctx0" brushRef="#br0">83 32 13049,'-32'-23'3320,"16"15"3213,-3 11-5277,3 2-172,20 10-416,11 13-816,8-5-448,5 0-560,-2 3-812,-1-6-860,7 3-2893,3 8-4788</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6.013"/>
    </inkml:context>
    <inkml:brush xml:id="br0">
      <inkml:brushProperty name="width" value="0.035" units="cm"/>
      <inkml:brushProperty name="height" value="0.035" units="cm"/>
    </inkml:brush>
  </inkml:definitions>
  <inkml:trace contextRef="#ctx0" brushRef="#br0">97 152 12941,'15'-69'15166,"-15"66"-14552,0 0-473,-1 0 0,0 0-1,1 0 1,-1 0 0,0 0 0,0 0-1,-1 0 1,1 0 0,-1 0-1,1 0 1,-1 1 0,0-1 0,0 1-1,0-1 1,0 1 0,-4-3 0,5 4 603,2-2-573,15-21 73,-14 22 218,-3 6-433,-3 15-28,0 1 1,-11 25-1,-9 34-2,5-16-710,14-52 308,1 0-1,1-1 0,0 1 1,1 0-1,0 1 1,0-1-1,0 22 0,3-31 195,-1 1-377,0 0 0,0 0 0,0 0 0,0 0-1,0 0 1,0 0 0,-1 0 0,0 0 0,1 0 0,-1 0 0,0-1 0,-2 4 0,-3 9-6338,9 1-4167</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6.185"/>
    </inkml:context>
    <inkml:brush xml:id="br0">
      <inkml:brushProperty name="width" value="0.035" units="cm"/>
      <inkml:brushProperty name="height" value="0.035" units="cm"/>
    </inkml:brush>
  </inkml:definitions>
  <inkml:trace contextRef="#ctx0" brushRef="#br0">1 15 14193,'35'-9'2052,"-13"4"-411,41 33 311,-34-13-1828,-1 7-904,4 4-716,-3-3-785,2 8-2195,4 15-3469</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6.775"/>
    </inkml:context>
    <inkml:brush xml:id="br0">
      <inkml:brushProperty name="width" value="0.035" units="cm"/>
      <inkml:brushProperty name="height" value="0.035" units="cm"/>
    </inkml:brush>
  </inkml:definitions>
  <inkml:trace contextRef="#ctx0" brushRef="#br0">656 14 12421,'0'-1'124,"0"1"0,0-1-1,0 0 1,-1 1 0,1-1 0,0 0-1,-1 1 1,1-1 0,-1 0-1,1 1 1,0-1 0,-1 1 0,1-1-1,-1 1 1,0-1 0,1 1 0,-1-1-1,1 1 1,-1 0 0,0-1 0,1 1-1,-1 0 1,0-1 0,1 1-1,-1 0 1,0 0 0,0 0 0,1-1-1,-1 1 1,0 0 0,0 0 0,1 0-1,-1 0 1,0 0 0,0 1 0,1-1-1,-1 0 1,-1 1 0,-37 12 2699,23-7-2115,-13 3 281,0 2-1,0 0 1,1 2 0,1 1 0,-32 23-1,40-23-718,2 1-1,0 1 0,-23 26 0,40-40-257,0 0 0,0 1 0,0-1 0,0 0 0,1 0-1,-1 0 1,1 0 0,0 0 0,-1 0 0,1 0 0,0 0 0,0-1 0,0 1-1,3 3 1,2 3-3,-1 0-1,0 0 0,-1 0 0,1 1 1,-2-1-1,1 1 0,-1 0 1,0 0-1,-1 0 0,0 1 1,-1-1-1,0 0 0,0 1 0,-1-1 1,0 1-1,-1-1 0,0 1 1,0-1-1,-1 0 0,0 0 1,-5 14-1,-4 5 4,-1-1 0,-1 0 0,-1-1 0,-22 32 0,-79 92 46,104-137-49,-39 41-14,34-37 56,0 0 1,-15 22-1,54-46-38,4-6 14,0-1 1,34-25 0,4-3 21,476-337-98,-384 259-32,28-33 179,-184 151 68,-1 6-39,-4 10-63,0-1-1,-1 1 1,0-1 0,-1 0-1,0-1 1,-1 1 0,-15 18-1,11-15-3,1 1 0,0 0-1,-14 35 1,20-40-34,1 0 0,0 0-1,0 0 1,-1 21 0,4-31-24,0 0 1,0 1-1,0-1 1,0 1-1,0-1 1,0 0-1,1 1 1,0-1-1,-1 0 0,1 1 1,0-1-1,0 0 1,0 0-1,0 0 1,1 1-1,-1-1 1,0-1-1,1 1 1,0 0-1,-1 0 1,1 0-1,0-1 1,0 1-1,0-1 1,0 0-1,0 1 1,0-1-1,0 0 0,0 0 1,3 0-1,12 3 1,0-1 0,0 0 0,0-2-1,0 0 1,0-1 0,0-1-1,27-4 1,40 0 467,-28 7-193,0 3 0,0 3 0,0 2 0,-1 2 0,-1 3-1,0 2 1,-1 2 0,72 38 0,-26-8-1261,-95-48 468,0 1 1,1-1-1,-1 1 1,0-1-1,1-1 1,-1 1-1,1 0 0,-1-1 1,0 0-1,1 0 1,-1-1-1,1 1 1,-1-1-1,0 0 0,1 0 1,-1 0-1,0-1 1,8-3-1,12-3-6265,5 4-5441</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7.326"/>
    </inkml:context>
    <inkml:brush xml:id="br0">
      <inkml:brushProperty name="width" value="0.035" units="cm"/>
      <inkml:brushProperty name="height" value="0.035" units="cm"/>
    </inkml:brush>
  </inkml:definitions>
  <inkml:trace contextRef="#ctx0" brushRef="#br0">30 63 16201,'-11'-2'1141,"-6"-1"391,16 5-93,6 4 1005,1-1-2060,0 1 0,0 0 1,-1 0-1,0 0 1,0 1-1,-1 0 0,0 0 1,0 0-1,-1 0 0,0 1 1,0-1-1,3 13 0,2 15 1967,7 54 0,-11-58-2039,3 41-312,-3 0 0,-2 0 0,-4 1 0,-18 112 0,19-183 0,1 0 0,-1 0 0,1 1 0,0-1 0,0 0 0,0 0 0,0 0 0,0 1 0,0-1 0,0 0 0,1 0 0,-1 0 0,1 0 0,-1 0 0,1 1 0,0-1 0,0 0 0,0 0 0,0-1 0,0 1 0,0 0 0,1 0 0,-1 0 0,1-1 0,-1 1 0,1-1 0,0 1 0,-1-1 0,1 0 0,0 0 0,0 0 0,0 0 0,0 0 0,0 0 0,0 0 0,0 0 0,0-1 0,1 1 0,-1-1 0,0 0 0,3 1 0,4-1 0,0 0 0,0-1 0,0 1 0,0-2 0,0 1 0,0-1 0,0 0 0,15-7 0,19-11 0,0-2 0,-2-2 0,53-39 0,108-102 0,-92 73 0,96-65-740,-196 149 532,244-175-7942,-242 174 7551,20-14-4386,55-30 1,-32 28-5133</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7.590"/>
    </inkml:context>
    <inkml:brush xml:id="br0">
      <inkml:brushProperty name="width" value="0.035" units="cm"/>
      <inkml:brushProperty name="height" value="0.035" units="cm"/>
    </inkml:brush>
  </inkml:definitions>
  <inkml:trace contextRef="#ctx0" brushRef="#br0">365 1 12877,'0'21'2284,"-1"-20"-2090,1-1 0,-1 1 0,0 0 0,0-1 0,0 1 0,1 0 0,-1-1 0,0 1 0,0-1 0,0 0 0,0 1 0,0-1 0,0 0 0,0 0 0,0 1 0,0-1 0,0 0 0,0 0 0,-1 0 0,0 0 0,1 0 231,-7 3 136,0 1-1,0-1 1,0 2-1,0 0 1,1 0-1,0 0 1,0 0-1,0 1 1,1 1-1,-11 12 1,-7 5 385,-180 159 651,202-181-1676,0 0 0,0 0 1,0 0-1,0 1 0,0-1 1,0 1-1,1-1 1,-1 1-1,1 0 0,0 0 1,0-1-1,0 1 0,-1 5 1,2-7 55,1-1-1,-1 1 1,1 0 0,-1 0 0,1-1-1,0 1 1,-1 0 0,1-1-1,0 1 1,0-1 0,-1 1 0,1-1-1,0 1 1,0-1 0,0 0 0,0 1-1,1-1 1,-1 1-15,8 2 133,-1-1-1,1 0 1,-1-1-1,1 1 1,0-2-1,0 1 1,-1-1-1,1 0 1,0-1 0,16-3-1,38-1 453,-29 5-592,1 2 0,39 7 0,-59-6-1032,0 0 0,0 2 0,15 6 0,-22-8-485,-1 1-1,0-1 0,0 2 1,0-1-1,0 1 0,-1 0 0,6 6 1,1 1-6908</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7.898"/>
    </inkml:context>
    <inkml:brush xml:id="br0">
      <inkml:brushProperty name="width" value="0.035" units="cm"/>
      <inkml:brushProperty name="height" value="0.035" units="cm"/>
    </inkml:brush>
  </inkml:definitions>
  <inkml:trace contextRef="#ctx0" brushRef="#br0">21 40 10829,'-21'-29'5568,"25"25"-954,17-2-2132,-15 5-2166,0 1 1,0 0-1,0 1 1,0-1-1,0 1 1,0 0-1,0 1 0,0 0 1,-1 0-1,1 0 1,0 0-1,-1 1 1,0 0-1,0 0 1,0 0-1,0 1 1,0-1-1,0 1 1,5 8-1,-1-4-121,-2 1 1,1 1-1,-1-1 0,-1 1 1,1 1-1,-2-1 1,1 1-1,-2 0 0,4 11 1,-5-12-126,-1 0 1,0 0 0,-1-1 0,0 1 0,-1 0-1,0 0 1,-1 0 0,1 0 0,-2 0 0,0 0 0,0-1-1,0 1 1,-7 14 0,-4 11-71,11-27 0,6-8 0,7-6 0,-10 5 0,269-167 0,-216 139 0,1 2 0,2 2 0,67-20 0,-116 43-58,-1 0 0,1 1 0,0 0 0,-1 0 0,1 0 0,0 1 0,0 1 0,-1-1 0,16 4 0,-21-4 25,0 1 1,0-1-1,-1 1 1,1 0-1,0 0 1,0 0-1,-1 0 1,1 0 0,-1 0-1,1 0 1,-1 1-1,1-1 1,-1 0-1,0 1 1,1-1-1,-1 1 1,2 3 0,-3-3-7,1 1 1,0-1-1,-1 1 1,0 0-1,1-1 1,-1 1-1,0 0 1,0-1-1,-1 1 1,1 0-1,-1-1 1,1 1-1,-1-1 1,0 1-1,0-1 1,-2 5-1,-8 17-2371,-19 31-1,-21 17-9910,65-78 1499</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8.019"/>
    </inkml:context>
    <inkml:brush xml:id="br0">
      <inkml:brushProperty name="width" value="0.035" units="cm"/>
      <inkml:brushProperty name="height" value="0.035" units="cm"/>
    </inkml:brush>
  </inkml:definitions>
  <inkml:trace contextRef="#ctx0" brushRef="#br0">1 126 7765,'44'-51'1072,"-25"31"-208,0 0-180,-3 8-236,-3 1-204,6 5-236,0 1-328,0 5-400,0 0-1024,6 2-3573</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8.222"/>
    </inkml:context>
    <inkml:brush xml:id="br0">
      <inkml:brushProperty name="width" value="0.035" units="cm"/>
      <inkml:brushProperty name="height" value="0.035" units="cm"/>
    </inkml:brush>
  </inkml:definitions>
  <inkml:trace contextRef="#ctx0" brushRef="#br0">18 95 10813,'-1'1'237,"1"0"-1,-1 0 1,0 0-1,1-1 1,-1 1-1,1 0 1,-1 0-1,0-1 1,0 1-1,0 0 1,1-1-1,-1 1 1,0 0 0,0-1-1,0 0 1,0 1-1,0-1 1,0 1-1,-2-1 2976,17 1-2629,9-1 7107,-22-2-6798,1 0-910,0-1 0,0 0 1,0 0-1,0 0 0,-1-1 0,1 1 1,-1 0-1,0-1 0,0 1 0,1-5 1,2-10-1644,-2 14 751,0 1 0,0 0 0,-1 0 1,2 0-1,-1 0 0,0 0 0,1 0 0,4-4 0,-1 1-2956,4-5-6923</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6.953"/>
    </inkml:context>
    <inkml:brush xml:id="br0">
      <inkml:brushProperty name="width" value="0.035" units="cm"/>
      <inkml:brushProperty name="height" value="0.035" units="cm"/>
    </inkml:brush>
  </inkml:definitions>
  <inkml:trace contextRef="#ctx0" brushRef="#br0">80 431 7657,'-1'-10'453,"1"6"-212,0 1 0,0-1 0,0 0 0,0 0 0,1 1 0,-1-1 0,1 0 1,0 1-1,0-1 0,0 1 0,0-1 0,1 1 0,0-1 0,-1 1 0,5-5 0,-1-1 382,-1 0 0,0 0 1,-1 0-1,0 0 0,0 0 0,-1-1 0,0 1 0,-1-1 0,1-16 1,6-31 2119,21-85 5212,-18 101-5693,-10 32-1136,-8 29-644,-58 243-2880,22 12-2510,22-127 2426,2-33-4972,0 0-5087</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7.623"/>
    </inkml:context>
    <inkml:brush xml:id="br0">
      <inkml:brushProperty name="width" value="0.035" units="cm"/>
      <inkml:brushProperty name="height" value="0.035" units="cm"/>
    </inkml:brush>
  </inkml:definitions>
  <inkml:trace contextRef="#ctx0" brushRef="#br0">246 214 12169,'0'0'2138,"-2"1"-321,-18 13-857,1 1-1,1 0 0,0 2 1,1 0-1,-26 33 0,29-29-854,0 0 0,2 0 0,0 1 0,2 1 0,0-1 0,2 2 0,0-1 0,1 1 0,-4 34-1,9-42-82,1 1 0,1-1 0,0 0-1,2 0 1,-1 0 0,2 1-1,0-2 1,1 1 0,1 0 0,0-1-1,1 0 1,0 0 0,2 0-1,0-1 1,14 21 0,-13-24-42,-1 0 0,1-1-1,1 0 1,0 0 0,0-1 0,1 0 0,0-1 0,1 0 0,0-1-1,0 0 1,0-1 0,1 0 0,0-1 0,0 0 0,0-1 0,1-1-1,0 0 1,17 1 0,-18-3-25,0-1 0,1-1 0,-1 0 0,1-1 0,-1 0-1,0-1 1,0-1 0,0 0 0,0-1 0,-1 0 0,0-1 0,0 0 0,0-1-1,-1 0 1,0-1 0,0 0 0,-1-1 0,0 0 0,0 0 0,-1-1 0,12-18 0,-12 15-31,0-1 0,-1-1 0,-1 1 0,0-1 0,-1 0 0,0-1 0,-2 0 1,0 0-1,0 0 0,-2 0 0,0 0 0,-1 0 0,0-1 0,-1 1 1,-1-1-1,-1 1 0,-5-24 0,-59-214-460,63 244 539,1-1-1,0 1 0,1-1 1,0 1-1,1-1 0,0 0 1,1 0-1,0 1 0,5-21 0,-4 23 5,1 1 0,0 0 0,0 0-1,0 0 1,1 1 0,0-1-1,1 1 1,0 0 0,0 0-1,0 0 1,0 1 0,1 0-1,0 0 1,10-7 0,6-1 34,1 1 1,0 1-1,1 1 1,0 1 0,0 1-1,1 1 1,0 1-1,50-5 1,-43 9 15,1 1 1,-1 1 0,1 2 0,-1 1-1,1 1 1,50 15 0,-66-14-43,-1 1 0,1 0 0,-1 1 0,0 1 1,-1 1-1,0 0 0,0 1 0,-1 1 0,0 0 0,-1 1 0,21 23 1,-26-25-8,-1 0 0,0 1 1,-1-1-1,0 1 1,-1 0-1,0 1 0,-1-1 1,0 1-1,0 0 0,-2 0 1,1 0-1,-2 1 1,1-1-1,-2 0 0,1 1 1,-2-1-1,-2 20 1,-10 28 25,-3 0 0,-42 103 0,-4 18 70,60-178-103,1 1 0,0-1 1,0 1-1,1 0 0,-1-1 1,1 1-1,0 0 0,0-1 1,0 1-1,0 0 1,1-1-1,-1 1 0,1 0 1,0-1-1,0 1 0,3 5 1,-3-7 1,1 0 0,0 0 0,-1 0 1,1 0-1,0-1 0,0 1 0,0 0 0,0-1 1,1 0-1,-1 1 0,0-1 0,1 0 1,-1 0-1,0 0 0,1 0 0,-1-1 0,1 1 1,2 0-1,7-1 14,0 0-1,0 0 1,-1-1 0,1 0-1,-1-1 1,1 0 0,-1-1 0,19-7-1,14-7 47,-1-2 0,-1-2 0,-1-2 0,48-34 0,-65 39-42,0-1 0,-1-1 1,-1-1-1,-1-1 0,-1-1 0,-1-1 0,26-43 0,-39 57-19,-1-1 0,0 1 0,0-1 0,-1 0 0,-1 0 0,0-1 0,0 1 0,-1-1 0,-1 0 0,0 1 0,-1-1 0,0 0 0,0 0 0,-1 1 0,-3-14 0,0 12-14,0 0 0,0 1 0,-1-1 1,-1 1-1,0 0 0,-1 0 0,0 1 1,-1 0-1,0 0 0,-1 1 0,0 0 1,-21-18-1,9 11-240,-1 1 0,-1 0-1,-1 2 1,0 1 0,-1 1 0,0 1 0,-51-15-1,47 19-740,0 1 0,0 1 0,0 1 0,-35 1 0,55 3-179,0 1 0,-1 0-1,-15 3 1,-10 11-6210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8.026"/>
    </inkml:context>
    <inkml:brush xml:id="br0">
      <inkml:brushProperty name="width" value="0.035" units="cm"/>
      <inkml:brushProperty name="height" value="0.035" units="cm"/>
    </inkml:brush>
  </inkml:definitions>
  <inkml:trace contextRef="#ctx0" brushRef="#br0">190 37 10701,'13'-31'1908,"-11"25"4494,-5 7-5780,-2 2-510,0-1 1,0 1-1,0 0 0,1 0 0,0 1 1,-1-1-1,1 1 0,0 0 1,1 0-1,-5 5 0,-32 53 313,18-27-194,16-26-183,-11 18 134,-28 55-1,41-75-166,1 0 1,1 0-1,-1 1 0,1 0 0,0-1 0,1 1 1,0 0-1,0-1 0,1 1 0,-1 0 0,2 0 1,-1 0-1,3 11 0,-1-14-16,0-1 1,-1 0-1,1 1 0,1-1 0,-1 0 1,1 0-1,-1 0 0,1-1 0,0 1 1,1-1-1,-1 1 0,1-1 1,-1 0-1,1-1 0,0 1 0,0 0 1,0-1-1,0 0 0,0 0 0,1 0 1,-1-1-1,1 1 0,4 0 1,10 1-20,-1 0 1,0-1 0,1-1 0,27-1 0,-35 0-24,-1-1 0,1 0 1,-1 0-1,1-1 0,-1 0 0,0-1 1,0 0-1,0 0 0,0-1 1,0-1-1,-1 0 0,0 0 0,0-1 1,0 0-1,-1 0 0,11-11 1,-17 15 7,0-1 0,-1 1 0,1 0 1,-1-1-1,0 0 0,0 1 1,0-1-1,0 0 0,0 1 0,-1-1 1,1 0-1,-1 0 0,1 0 1,-1 1-1,0-1 0,0 0 0,-1 0 1,1 0-1,0 0 0,-3-4 1,2-1-37,-2 1 0,1-1 0,-1 1 0,0 0 0,-1 0 1,-6-9-1,-9-7-224,-1 1 0,-1 1 1,-1 1-1,-1 1 0,0 2 1,-49-29-1,57 37 2,1 1-817,1 0 0,-18-15 0,29 21-111</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8.257"/>
    </inkml:context>
    <inkml:brush xml:id="br0">
      <inkml:brushProperty name="width" value="0.035" units="cm"/>
      <inkml:brushProperty name="height" value="0.035" units="cm"/>
    </inkml:brush>
  </inkml:definitions>
  <inkml:trace contextRef="#ctx0" brushRef="#br0">894 0 10417,'29'5'2482,"-23"-4"1452,-28 12-590,3 1-2574,2 0 0,0 1 0,1 1-1,0 1 1,-22 30 0,3-5-38,-57 70 256,6 4 1,-106 182-1,-95 311-5591,226-442 1730,53-139 1513,1 1 1,1 0 0,-4 57-1,14-31-3533,10-10-2809</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8.505"/>
    </inkml:context>
    <inkml:brush xml:id="br0">
      <inkml:brushProperty name="width" value="0.035" units="cm"/>
      <inkml:brushProperty name="height" value="0.035" units="cm"/>
    </inkml:brush>
  </inkml:definitions>
  <inkml:trace contextRef="#ctx0" brushRef="#br0">289 7 12329,'-7'-2'495,"-1"1"-1,0-1 0,1 1 1,-1 1-1,0 0 1,0 0-1,1 0 1,-1 1-1,0 0 1,1 1-1,-1-1 1,-8 4-1,3 4-182,-1 0 0,2 1 0,-1 0 0,1 0 0,1 2 0,0-1 0,1 2 0,-10 14 0,12-16-218,0 0-1,1 0 1,1 1-1,0 0 1,0 0-1,1 1 0,1 0 1,0 0-1,1 0 1,0 0-1,-1 14 1,4-19-65,0 0 0,0 0 0,1 0 0,0 0 0,0 0 0,1 0-1,0-1 1,0 1 0,1 0 0,-1-1 0,2 0 0,-1 0 0,1 0 0,1 0 0,-1 0 0,1-1 0,0 0 0,0 0 0,11 10 0,0-4-13,0-1 0,1 0 0,0-2 0,1 1 0,-1-2-1,2-1 1,-1 0 0,1-1 0,23 4 0,-2-2-17,1-2 0,1-2 0,55-2 0,-54-2-21,70-12-1,-100 10 23,-1 0 0,1-1 1,-1-1-1,0 0 0,0-1 1,0-1-1,-1 1 0,1-2 1,-1 1-1,10-10 0,-17 13-18,0 0 0,-1-1 0,0 1 0,0-1 0,0 0 0,0 0 0,0 0-1,-1 0 1,0 0 0,1-1 0,-2 1 0,1-1 0,0 1 0,-1-1 0,0 0-1,0 1 1,-1-1 0,1 0 0,-1 0 0,0 0 0,0 0 0,0 1 0,-1-1-1,0 0 1,0 0 0,0 1 0,-3-8 0,-1 1-152,0 1 1,0-1-1,-1 1 1,0 0-1,-1 1 0,0 0 1,-1 0-1,0 0 1,0 1-1,-14-11 1,0 3-636,-1 1 1,0 0-1,-1 2 1,-41-16 0,-49-8-5517,43 22-1359</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8.881"/>
    </inkml:context>
    <inkml:brush xml:id="br0">
      <inkml:brushProperty name="width" value="0.035" units="cm"/>
      <inkml:brushProperty name="height" value="0.035" units="cm"/>
    </inkml:brush>
  </inkml:definitions>
  <inkml:trace contextRef="#ctx0" brushRef="#br0">175 48 9169,'-150'-22'6630,"149"22"-6405,-1 0 0,1 0 0,0-1 0,0 1 0,-1-1 0,1 1 0,0 0-1,0-1 1,-1 0 0,1 1 0,0-1 0,0 0 0,0 0 0,0 1-1,0-1 1,0 0 0,0 0 0,0 0 0,0 0 0,1 0 0,-2-2 0,82-3 704,0 2 0,135 13 1,-124-4-685,505 29 493,1049 31-1862,-1374-72-571,-100-7-3739,-167 13 314</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9.115"/>
    </inkml:context>
    <inkml:brush xml:id="br0">
      <inkml:brushProperty name="width" value="0.035" units="cm"/>
      <inkml:brushProperty name="height" value="0.035" units="cm"/>
    </inkml:brush>
  </inkml:definitions>
  <inkml:trace contextRef="#ctx0" brushRef="#br0">96 6 9253,'0'-1'71,"0"1"0,0 0 1,0 0-1,0-1 0,0 1 0,-1 0 0,1 0 1,0 0-1,0-1 0,0 1 0,0 0 0,0 0 1,-1 0-1,1-1 0,0 1 0,0 0 1,0 0-1,-1 0 0,1 0 0,0 0 0,0-1 1,-1 1-1,1 0 0,0 0 0,0 0 1,-1 0-1,1 0 0,0 0 0,0 0 0,-1 0 1,1 0-1,0 0 0,0 0 0,-1 0 0,1 0 1,0 0-1,0 0 0,-1 0 0,1 0 1,0 0-1,0 1 0,-1-1 0,1 0 0,0 0 1,0 0-1,0 0 0,-1 0 0,1 1 1,0-1-1,0 0 0,0 0 0,0 0 0,-1 0 1,1 1-1,0-1 0,0 0 0,0 0 1,0 1-1,0-1 0,0 0 0,0 0 0,-1 1 1,1-1-1,0 0 0,0 1 0,3 2 1713,72 29 1543,-43-20-2181,35 19 1,11 13 111,-1 3 1,72 60-1,-120-85-1082,-2 2-1,-1 1 0,-1 1 0,-1 1 1,-1 1-1,-2 2 0,-1 0 1,17 34-1,-28-44-111,0 1 1,-2-1 0,0 2-1,-2-1 1,0 1-1,-1 0 1,-2 0 0,1 32-1,-4-25-116,-1 1 0,-2 0 1,-1-1-1,-1 0 0,-17 49 0,5-31-229,-3-1 1,-2-1-1,-1 0 1,-3-2-1,-1-1 0,-3-2 1,-39 42-1,-9 0-2654,-4-4 1,-168 122-1,163-137-2182,25-9-2713</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9.270"/>
    </inkml:context>
    <inkml:brush xml:id="br0">
      <inkml:brushProperty name="width" value="0.035" units="cm"/>
      <inkml:brushProperty name="height" value="0.035" units="cm"/>
    </inkml:brush>
  </inkml:definitions>
  <inkml:trace contextRef="#ctx0" brushRef="#br0">131 192 14233,'-16'-48'2493,"9"33"-217,4 1-424,-10-6-344,-2 0-312,-8 6-240,4 0-208,10 2-544,-1 1-736,1-1-5028,2 1-209,23 25-4852</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0.598"/>
    </inkml:context>
    <inkml:brush xml:id="br0">
      <inkml:brushProperty name="width" value="0.035" units="cm"/>
      <inkml:brushProperty name="height" value="0.035" units="cm"/>
    </inkml:brush>
  </inkml:definitions>
  <inkml:trace contextRef="#ctx0" brushRef="#br0">337 74 5733,'6'-10'-565,"-2"3"2441,-1 1 0,1 0-1,0 0 1,10-10 2699,-13 14-4687,1 1 0,-1-1 1,1 1-1,-1 0 0,1-1 1,0 1-1,-1 0 0,1 0 1,0 0-1,0 0 0,2 0 1,-12 9-2030,0-3 3867,8-17-324,0 4 171,-4 8-574,-12 18-198,-19 33-307,6 0-226,2 0 0,-37 106 0,-19 119-2989,27-82-1802,22-86 33,4-12-2356</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4.698"/>
    </inkml:context>
    <inkml:brush xml:id="br0">
      <inkml:brushProperty name="width" value="0.035" units="cm"/>
      <inkml:brushProperty name="height" value="0.035" units="cm"/>
    </inkml:brush>
  </inkml:definitions>
  <inkml:trace contextRef="#ctx0" brushRef="#br0">61 300 6493,'-55'-39'6570,"53"38"-5166,1-2-101,0-3-939,1 5-243,-1-1 1,1 1 0,0-1 0,0 1 0,0-1 0,0 1 0,0-1 0,0 0 0,0 1 0,0-1 0,0 1 0,1-1 0,0-2 0,1 1-15,0 1 1,0-1 0,1 1 0,-1-1 0,1 1 0,-1 0 0,1 0-1,0 0 1,0 0 0,5-2 0,38-20 520,1 3 1,0 2-1,83-22 0,-7 14-44,214-17 0,132 22-204,-420 21-342,1024 15-1291,-805 7-1920,-95 7-4470,-100-9-430</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5.418"/>
    </inkml:context>
    <inkml:brush xml:id="br0">
      <inkml:brushProperty name="width" value="0.035" units="cm"/>
      <inkml:brushProperty name="height" value="0.035" units="cm"/>
    </inkml:brush>
  </inkml:definitions>
  <inkml:trace contextRef="#ctx0" brushRef="#br0">1 0 11437,'0'0'6162,"0"3"-5164,6 19-214,1 0 1,15 35-1,4 9-266,-4 5-197,-2 1-1,15 113 1,-31-145-323,-1 0 1,-2 1-1,-1-1 0,-3 0 1,-1 0-1,-13 55 0,6-58-4,-18 39-1,6-15 23,21-56 6,0 0-1,-1 0 1,1 0-1,-1 0 1,0 0-1,-5 5 1,-1 2 65,7-9 92,20-26-10,28-31-226,2 1-1,3 2 0,2 3 0,1 2 0,67-42 0,9 6-1614,181-86 0,-157 97-1040,2 8 0,246-67 0,-181 76 703,-217 54 4124,-7 0-1338,-5 2-315,-1 0 1,1 1-1,0 0 0,0 1 0,1 0 1,-1 0-1,1 0 0,-1 1 0,-9 9 1,-7 7 453,-26 31 1,13-14-490,20-20-184,0 1 0,-25 39-1,40-55-166,12 5 34,-10-7-106,1-1 1,0 1-1,-1 0 0,1 0 1,0-1-1,-1 1 0,1 0 1,0-1-1,0 1 0,0-1 1,-1 1-1,1-1 0,0 1 1,0-1-1,0 0 0,2 1 1,2-1 21,1 0-1,-1-1 1,1 1 0,-1-1-1,1 0 1,5-2 0,19-3 95,-1 3 109,0 1 0,0 1 0,0 2-1,0 1 1,29 6 0,-44-5-173,59 11 137,0-4-1,82 3 1,-104-15-140,65-10 0,-98 10-34,-7-1-7,-1 1 1,1 1-1,0 0 1,0 1 0,-1-1-1,1 2 1,11 1-1,-20-1-8,-1 0-1,1 0 1,-1 0 0,0-1 0,0 1-1,1 1 1,-1-1 0,0 0-1,0 0 1,0 0 0,0 1 0,0-1-1,0 0 1,-1 1 0,1-1-1,0 0 1,-1 1 0,1-1 0,-1 1-1,0 0 1,1-1 0,-1 1-1,0-1 1,0 1 0,0 2 0,-5 46-113,1-29-260,-2 95-7398,8-110 3314,6 6-2481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5.570"/>
    </inkml:context>
    <inkml:brush xml:id="br0">
      <inkml:brushProperty name="width" value="0.035" units="cm"/>
      <inkml:brushProperty name="height" value="0.035" units="cm"/>
    </inkml:brush>
  </inkml:definitions>
  <inkml:trace contextRef="#ctx0" brushRef="#br0">1 140 4588,'16'-68'877,"-16"48"-221,3-3-268,6 9-796,-2-1-1401</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6.299"/>
    </inkml:context>
    <inkml:brush xml:id="br0">
      <inkml:brushProperty name="width" value="0.035" units="cm"/>
      <inkml:brushProperty name="height" value="0.035" units="cm"/>
    </inkml:brush>
  </inkml:definitions>
  <inkml:trace contextRef="#ctx0" brushRef="#br0">1 273 3140,'0'0'1000,"3"0"-4,6-1-363,0 1 0,0-2-1,0 1 1,0-1 0,-1-1 0,1 0 0,-1 0 0,1 0 0,-1-1 0,0 0 0,9-7 0,11-9 1447,43-41 1,-52 44-1272,1 0 1,0 1 0,44-27 0,-58 40-750,1-1 0,0 1 0,1 0 0,-1 1 1,0 0-1,1 0 0,0 0 0,-1 1 0,1 0 0,0 1 0,-1 0 0,1 0 0,0 0 0,0 1 0,-1 0 0,1 1 1,-1 0-1,1 0 0,-1 0 0,0 1 0,0 0 0,0 1 0,0 0 0,0 0 0,-1 0 0,7 5 0,196 131-1371,-195-131 1198,1-1-1,1-1 1,-1 0 0,1-1 0,1-1-1,-1-1 1,1 0 0,17 1-1,-21-4 94,1 0-1,-1-2 0,0 0 0,1 0 0,-1-1 0,0 0 0,0-2 0,0 1 0,16-8 0,6 0-36,26-7-18,116-18 0,-126 30 131,3 1-25,0-3-1,0-1 1,-1-4-1,52-18 1,-98 28 6,-1-1-1,1 1 1,-1-1-1,0-1 0,0 1 1,0-1-1,-1 0 1,1-1-1,4-6 1,-9 10-21,-1 0 0,0 0 0,0-1 0,0 1 0,0 0 0,0 0 0,0 0 0,0 0 0,-1 0 0,1 0 0,-1 0 0,0 0 0,1 0 0,-1 0 0,0 0 0,0 0 0,0 1 0,-2-4 0,0 3-18,0-1 1,0 1-1,-1 0 1,1 0-1,-1 0 0,1 1 1,-1-1-1,1 1 1,-1 0-1,0 0 0,0 0 1,1 0-1,-1 0 1,0 1-1,0 0 1,0 0-1,0 0 0,0 0 1,0 1-1,1-1 1,-1 1-1,0 0 0,0 0 1,1 1-1,-1-1 1,0 1-1,1 0 1,0 0-1,-1 0 0,1 0 1,0 0-1,0 1 1,0-1-1,0 1 1,1 0-1,-1 0 0,-3 5 1,3-3-103,1 1 1,-1 0 0,1-1-1,0 1 1,1 0 0,-1 0-1,1 0 1,0 0 0,0 0-1,1 1 1,0-1-1,0 0 1,1 0 0,-1 0-1,1 0 1,1 0 0,-1 0-1,1 0 1,0 0-1,0 0 1,1-1 0,0 1-1,0-1 1,0 0 0,4 6-1,15 11-113,0-1 0,2 0 0,0-2 0,1-1 0,1 0 0,52 24 0,-71-39 376,0 1 1,0-1 0,0 1-1,-1 1 1,1-1-1,10 12 1,-15-14-114,0 1 0,0 0 0,0 0 0,-1 0 1,1 0-1,-1 0 0,0 0 0,1 0 0,-2 0 0,1 1 0,0-1 0,-1 0 1,1 1-1,-1-1 0,0 0 0,0 1 0,0-1 0,-1 4 0,-5 35 126,-3-1 0,-1-1 0,-20 53 0,-58 115-344,-133 231-1312,220-437 2646,17-13-10,1-6-839,0-1 0,-1 0 0,20-32 0,14-15-67,24-17-1020,3 3 1,4 3-1,3 4 0,150-98 1,51 12-2231,-243 137 2577,106-50-921,-86 43 971,-1-3 0,99-68 0,-156 96 446,1 0-1,-1-1 0,1 0 0,-1 1 1,0-2-1,-1 1 0,1 0 0,4-9 1,-7 11-23,-1 1-1,1-1 1,-1 1 0,1-1 0,-1 1 0,0 0 0,0-1 0,0 1 0,0-1 0,0 1 0,0-1 0,0 1 0,-1-1 0,1 1 0,0-1 0,-1 1 0,1-1 0,-1 1 0,1 0 0,-1-1 0,0 1 0,0 0 0,0 0 0,1-1 0,-1 1 0,0 0 0,-1 0 0,1 0 0,0 0-1,0 0 1,0 0 0,0 1 0,-1-1 0,1 0 0,0 1 0,-1-1 0,-1 0 0,-4-2 169,0 1 1,0 0-1,-1 0 0,1 0 0,0 1 0,-10-1 0,5 1-141,12 1-85,-1 0 0,1 0 0,-1 0 1,0-1-1,1 1 0,-1 0 0,1 0 1,-1 0-1,0 0 0,1 1 0,-1-1 1,1 0-1,-1 0 0,0 0 1,1 0-1,-1 0 0,1 1 0,-1-1 1,1 0-1,-1 1 0,1-1 0,-1 0 1,1 1-1,-1-1 0,1 0 0,-1 1 1,1-1-1,-1 1 0,1-1 0,0 1 1,-1-1-1,1 1 0,0-1 0,0 1 1,-1 0-1,1-1 0,0 1 0,0-1 1,0 1-1,0 0 0,0-1 0,0 1 1,0-1-1,0 1 0,0 0 0,0-1 1,0 1-1,0-1 0,0 1 0,0 0 1,1-1-1,-1 1 0,0-1 1,0 1-1,1-1 0,-1 1 0,0-1 1,1 1-1,-1-1 0,0 1 0,1-1 1,-1 1-1,1-1 0,-1 0 0,1 1 1,-1-1-1,1 0 0,-1 1 0,2-1 1,14 7-1986,0-1 0,21 4 0,4-2-2897</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7.094"/>
    </inkml:context>
    <inkml:brush xml:id="br0">
      <inkml:brushProperty name="width" value="0.035" units="cm"/>
      <inkml:brushProperty name="height" value="0.035" units="cm"/>
    </inkml:brush>
  </inkml:definitions>
  <inkml:trace contextRef="#ctx0" brushRef="#br0">66 35 10609,'1'-3'2434,"1"-26"1449,-2 26-2331,0 8-53,-3 56 1189,-21 108 0,1-12-1945,5 273-5848,18-396 3207,9 59 0,-5-70-1195,12 36 0,8-4-4932</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7.338"/>
    </inkml:context>
    <inkml:brush xml:id="br0">
      <inkml:brushProperty name="width" value="0.035" units="cm"/>
      <inkml:brushProperty name="height" value="0.035" units="cm"/>
    </inkml:brush>
  </inkml:definitions>
  <inkml:trace contextRef="#ctx0" brushRef="#br0">10 0 11253,'4'4'486,"2"-1"1,-1 0-1,0-1 0,1 1 1,-1-1-1,1 0 0,0 0 1,11 1-1,14 6 464,40 25 383,-2 2 1,-2 4 0,117 90 0,1 22-494,-165-132-768,0 1 1,-1 1-1,-2 0 1,0 1 0,-1 1-1,17 34 1,-28-47-57,0 1 0,-1 0 0,0 0-1,-1 1 1,0-1 0,-1 1 0,-1 0 0,0-1 0,0 1 0,-1 0 0,-1 0 0,-3 16 0,0-12-23,0 1 0,-2-1 0,0 0 0,-1 0 0,-1 0 0,0-1 0,-19 27 0,-4-4-140,-2-1 0,-1-1 0,-1-2 0,-3-2 0,-53 39-1,3-8-376,-221 176-3751,289-222 3524,0 1-1,-18 25 0,33-39 209,1 1 1,0 0-1,1 1 0,-1-1 0,1 1 1,1-1-1,-1 1 0,1 0 0,0 0 1,-1 12-1,5 24-5980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7.758"/>
    </inkml:context>
    <inkml:brush xml:id="br0">
      <inkml:brushProperty name="width" value="0.035" units="cm"/>
      <inkml:brushProperty name="height" value="0.035" units="cm"/>
    </inkml:brush>
  </inkml:definitions>
  <inkml:trace contextRef="#ctx0" brushRef="#br0">641 346 8329,'-9'-1'659,"1"-1"0,0 1 1,-1-2-1,1 1 0,0-1 1,-9-5-1,12 6-484,1 1 0,0-1 0,-1 1 0,0 0 1,1 0-1,-1 1 0,0-1 0,1 1 0,-1 0 0,0 0 0,1 1 0,-9 1 1,-58 19 844,64-19-877,-23 9-32,1 1 0,0 2-1,1 0 1,1 2 0,0 1 0,2 1-1,0 2 1,0 0 0,2 1 0,1 2-1,1 0 1,0 1 0,2 1 0,1 1-1,1 1 1,-14 31 0,29-56-130,1 1-1,0-1 1,0 1 0,0-1 0,0 1-1,0-1 1,0 1 0,1 0 0,-1-1-1,1 1 1,0 0 0,0 0-1,0-1 1,0 1 0,0 0 0,0 0-1,1-1 1,0 1 0,1 4-1,-1-5 7,1 1 0,0-1 0,-1 0 0,1 0 0,0 0 0,0 0-1,0 0 1,1-1 0,-1 1 0,0-1 0,1 1 0,-1-1 0,1 0 0,-1 0-1,6 2 1,8 1 5,1-1 1,0-1-1,-1 0 0,34-2 0,-38 0 31,64-4 564,129-21 0,-137 14-466,16-5-48,0-3 0,-1-4 1,-1-3-1,129-62 0,-168 67 61,-2-2 0,-1-1 0,-1-3 0,49-42 0,-61 44-6,-1-1 0,-1-1 0,-2-1-1,0-2 1,-2 0 0,18-36 0,-38 65-118,31-58 1480,30-79 0,-61 135-1211,-2 8-36,-11 30-313,2 1 0,1 1 1,-4 47-1,-2 119-7054,12-147 2340,0-3-4438</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8.087"/>
    </inkml:context>
    <inkml:brush xml:id="br0">
      <inkml:brushProperty name="width" value="0.035" units="cm"/>
      <inkml:brushProperty name="height" value="0.035" units="cm"/>
    </inkml:brush>
  </inkml:definitions>
  <inkml:trace contextRef="#ctx0" brushRef="#br0">1 201 7421,'63'-26'1901,"1"2"0,1 4 0,105-19 0,-81 20 199,92-32 1,-131 31-818,-46 19-824,-26 11-416,-9 6-738,0 2 1,-37 28 0,56-37 249,0 1 1,1 0-1,0 1 1,0 1 0,1 0-1,1 0 1,-15 25-1,23-34 370,-1 0-1,0 0 1,1 0 0,0 0-1,0 0 1,0 0 0,0 0-1,0 0 1,1 1 0,-1-1-1,1 0 1,0 0 0,0 1-1,0-1 1,1 0 0,-1 1-1,1-1 1,1 5 0,0-5 99,-1 0 0,1 0 0,0 0 1,0-1-1,0 1 0,1-1 1,-1 1-1,0-1 0,1 0 0,0 0 1,-1 0-1,1 0 0,0-1 0,0 1 1,4 1-1,5 1 320,-1-1-1,1 1 1,1-2 0,-1 0 0,0-1 0,0 0-1,1 0 1,16-2 0,107-19 2065,-120 18-3180,0 0 0,0 1-1,0 1 1,21 2 0,34 7-6519,-30-1 1588</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8.220"/>
    </inkml:context>
    <inkml:brush xml:id="br0">
      <inkml:brushProperty name="width" value="0.035" units="cm"/>
      <inkml:brushProperty name="height" value="0.035" units="cm"/>
    </inkml:brush>
  </inkml:definitions>
  <inkml:trace contextRef="#ctx0" brushRef="#br0">89 20 8989,'-22'17'1868,"10"-34"-220,2 0 2705,-12 14-3301,0 3 24,37 14-17078</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8.810"/>
    </inkml:context>
    <inkml:brush xml:id="br0">
      <inkml:brushProperty name="width" value="0.035" units="cm"/>
      <inkml:brushProperty name="height" value="0.035" units="cm"/>
    </inkml:brush>
  </inkml:definitions>
  <inkml:trace contextRef="#ctx0" brushRef="#br0">978 1 5248,'-84'4'2409,"1"4"0,-97 22 0,60-9-309,-377 80 4378,483-96-6004,35-3-44,127-6 424,-99 2-707,2046-19 1395,7 95-1306,1287 150 414,-2184-139-189,-2-43 1059,-300-77 233,-642 5-1112,361-88 1,-573 104-1328,-3 1 1330,-15 5-3120,-4 4-3114,-2 3-4477</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9.377"/>
    </inkml:context>
    <inkml:brush xml:id="br0">
      <inkml:brushProperty name="width" value="0.035" units="cm"/>
      <inkml:brushProperty name="height" value="0.035" units="cm"/>
    </inkml:brush>
  </inkml:definitions>
  <inkml:trace contextRef="#ctx0" brushRef="#br0">106 18 9337,'0'0'3376,"9"-9"-1972,4 0 2993,-35 12-4345,-1 3-760,4 8-917,-16 15-3135,7-6-3729</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2.584"/>
    </inkml:context>
    <inkml:brush xml:id="br0">
      <inkml:brushProperty name="width" value="0.035" units="cm"/>
      <inkml:brushProperty name="height" value="0.035" units="cm"/>
    </inkml:brush>
  </inkml:definitions>
  <inkml:trace contextRef="#ctx0" brushRef="#br0">1 189 13969,'79'-22'2576,"-21"5"764,61-10 0,442-29 2333,2 31-4599,-225 13-4010,-2-8-3555,-230 14-163,-12 2-4253</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2.911"/>
    </inkml:context>
    <inkml:brush xml:id="br0">
      <inkml:brushProperty name="width" value="0.035" units="cm"/>
      <inkml:brushProperty name="height" value="0.035" units="cm"/>
    </inkml:brush>
  </inkml:definitions>
  <inkml:trace contextRef="#ctx0" brushRef="#br0">411 0 14453,'-1'2'9939,"1"11"-4681,3 57-3910,-2-37-56,-2 17-1215,-1 0 0,-3-1 0,-2 1-1,-19 70 1,-73 188 14,68-223-89,-39 106-2,21-65 0,-60 249 0,104-347 0,1-1 0,1 1 0,1 0 0,1 0 0,2 0 0,1 0 0,6 32 0,-5-48 0,0 0 0,0 0 0,1 0 0,1 0 0,0-1 0,0 0 0,1 0 0,1-1 0,0 1 0,0-2 0,1 1 0,0-1 0,1 0 0,0 0 0,0-1 0,1 0 0,0-1 0,16 9 0,-5-6-503,1-1 1,0 0-1,0-2 1,0-1-1,1 0 0,-1-2 1,1-1-1,1 0 1,-1-2-1,0-1 1,0 0-1,26-5 0,-9-1-1127,0-2 0,-1-2 0,0-2-1,0-1 1,-1-2 0,38-21-1,-12 2-10206</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3.356"/>
    </inkml:context>
    <inkml:brush xml:id="br0">
      <inkml:brushProperty name="width" value="0.035" units="cm"/>
      <inkml:brushProperty name="height" value="0.035" units="cm"/>
    </inkml:brush>
  </inkml:definitions>
  <inkml:trace contextRef="#ctx0" brushRef="#br0">514 27 12133,'0'0'2304,"0"-4"-93,1-17 565,-1 21-2723,0 0 0,1 0 0,-1 0 0,0 0 0,0 0 0,0 0 0,0 0 0,0 0 0,0 0 0,0 0 0,0 0 0,0 0 0,0 0 0,0 0 0,0 0 0,0 0 0,1 0 0,-1 0 0,0 0 0,0 0 0,0 0-1,0 0 1,0 0 0,0 0 0,0 0 0,0 0 0,0 0 0,0 0 0,0 0 0,0 0 0,1 0 0,-1 0 0,0 0 0,0 0 0,0 0 0,0 0 0,0 0 0,0 0 0,0 0 0,0 0 0,0 0 0,0-1 0,0 1 0,0 0 0,0 0-1,0 0 1,0 0 0,0 0 0,0 0 0,0 0 0,0 0 0,0 0 0,0 0 0,0 0 0,0 0 0,0-1 0,0 1 0,9 32 4869,2 4-4970,17 31 677,-14-38-346,15 52 1,-20-47-285,-2 1 0,-2 0-1,-1 1 1,-2-1 0,-1 1 0,-2-1 0,-1 1-1,-2-1 1,-1 1 0,-18 60 0,10-57-52,-1 0 0,-2-1 0,-2-1 0,-1-1 0,-2 0 0,-1-1 0,-2-2 0,-1 0 0,-31 30 0,-162 141 40,101-98 464,110-100-418,3-2 27,0-1 0,0 1 0,1 0 0,-1 0 1,1 0-1,-4 7 0,7-10-44,-1 0 1,1 0 0,-1 0 0,1 1-1,0-1 1,-1 0 0,1 0-1,0 1 1,0-1 0,0 0-1,0 1 1,0-1 0,1 0-1,-1 0 1,0 1 0,0-1-1,1 0 1,-1 0 0,1 0-1,-1 1 1,1-1 0,0 0 0,-1 0-1,1 0 1,0 0 0,0 0-1,0 0 1,0 0 0,-1 0-1,1 0 1,2 0 0,3 4 20,1-1 1,-1 1-1,1-2 1,0 1-1,0-1 0,0 0 1,0-1-1,0 1 1,1-1-1,10 1 1,12 1-33,42-1 1,-50-3-71,593-9-4862,-11 0-7811,-410 14 3580</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4.599"/>
    </inkml:context>
    <inkml:brush xml:id="br0">
      <inkml:brushProperty name="width" value="0.035" units="cm"/>
      <inkml:brushProperty name="height" value="0.035" units="cm"/>
    </inkml:brush>
  </inkml:definitions>
  <inkml:trace contextRef="#ctx0" brushRef="#br0">414 210 10289,'4'-26'3634,"-1"0"1,-1-39-1,-3 59-2850,0 1 0,0-1 1,0 1-1,-1 0 0,0-1 1,0 1-1,-1 0 0,-3-6 0,1 1-489,4 8 793,1 0-1048,0 1 1,0 0-1,0 0 0,0 0 1,-1 0-1,1 0 1,0-1-1,0 1 0,-1 0 1,1 0-1,-1 0 1,1 0-1,-1 0 1,1 0-1,-1 0 0,0 0 1,0 0-1,1 0 1,-1 1-1,0-1 1,0 0-1,0 0 0,0 1 1,0-1-1,-2-1 1,2 2 5,-1 0 1,1 0-1,-1 0 0,1 0 1,-1 1-1,1-1 1,-1 0-1,1 1 1,-1-1-1,1 1 1,-1-1-1,1 1 1,0-1-1,-1 1 1,1 0-1,-2 1 0,-4 4 97,0-1-1,0 1 1,1 1-1,-12 13 1,-10 23-59,1 1 1,2 1 0,-21 53-1,-42 150 159,43-87-1881,28-82-1703,-10 97-1,23-130 1816,1 0 1,3 1 0,1-1-1,3 0 1,2 0-1,1 0 1,17 51-1,-6-42-7732</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5.066"/>
    </inkml:context>
    <inkml:brush xml:id="br0">
      <inkml:brushProperty name="width" value="0.035" units="cm"/>
      <inkml:brushProperty name="height" value="0.035" units="cm"/>
    </inkml:brush>
  </inkml:definitions>
  <inkml:trace contextRef="#ctx0" brushRef="#br0">48 203 10145,'-2'-3'419,"0"1"0,-1-1 0,1 0 0,-1 1 0,1-1 1,-1 1-1,-4-3 0,5 4 49,-1-1 1,1 0-1,0 0 0,-1 0 1,1-1-1,0 1 0,0 0 1,-3-5-1,5 5-340,0 1 1,0 0-1,0-1 0,0 1 0,0 0 1,0-1-1,0 1 0,0 0 0,0-1 1,1 1-1,-1 0 0,1-1 1,-1 1-1,1 0 0,-1 0 0,1-1 1,1 0-1,0-2 215,2-3-114,0 0 1,0 0 0,1 1-1,0-1 1,0 1 0,0 1-1,1-1 1,0 1 0,0 0 0,1 0-1,-1 1 1,1-1 0,0 2-1,0-1 1,13-4 0,0 0 96,1 2 0,1 0 0,0 1 0,32-3 0,-15 5-152,1 1 0,-1 3 0,0 1-1,1 2 1,-2 2 0,1 1-1,42 14 1,-48-11-169,-1 2-1,-1 2 1,0 0-1,0 2 1,-1 2 0,-2 1-1,0 0 1,36 34-1,-52-41-106,0 0 0,0 1 0,-2 0 0,0 1 0,0 0 0,-1 1 0,-1 0 0,7 17 0,-12-24 34,-1 1 0,0-1 0,0 1 1,0 0-1,-1-1 0,-1 1 0,1 0 0,-1 0 0,-1 0 0,-2 14 0,-8 42-575,-22 78 0,26-121 490,0 0 0,-1-1 1,-1 0-1,-1 0 0,-1-1 1,0 0-1,-21 25 0,18-25 44,-38 49-43,-3-1-1,-3-3 0,-3-3 0,-2-2 0,-3-4 1,-2-2-1,-3-3 0,-2-3 0,-106 51 0,164-92 312,0-1 0,0-1 0,-1 0 0,1-1 0,-19 3 0,31-7 202,5-2-216,-1 0 0,1 0 0,0 0 0,0 1-1,1-1 1,-1 0 0,0 1 0,1 0 0,-1-1 0,0 1 0,1 0 0,4-1 0,2 1 45,0 0 0,0 1 0,0 0 0,-1 1 0,1 0 0,0 0 1,0 1-1,-1 0 0,1 0 0,-1 1 0,1 0 0,10 6 0,-2-1 2,-1 1-1,0 0 1,0 1-1,-1 1 0,14 14 1,118 127 47,10 10-3560,-129-137 874,1-1 0,1-1 0,1-2 0,34 18-1,-2-9-7360</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6.061"/>
    </inkml:context>
    <inkml:brush xml:id="br0">
      <inkml:brushProperty name="width" value="0.035" units="cm"/>
      <inkml:brushProperty name="height" value="0.035" units="cm"/>
    </inkml:brush>
  </inkml:definitions>
  <inkml:trace contextRef="#ctx0" brushRef="#br0">106 43 5845,'0'-10'3102,"-4"-12"13905,2 14-18719,1 6 4560,-2 3-2626,-1 1-1,1 0 0,-1 0 0,1 1 1,0-1-1,0 1 0,0-1 0,-4 6 0,4-2-147,-1 0-1,1 1 0,0-1 1,1 1-1,0 0 0,0 0 1,0-1-1,1 1 0,0 0 1,0 8-1,-2 8 54,-3 13-503,-16 115-3607,15-50-6812,4-47-1082</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6.237"/>
    </inkml:context>
    <inkml:brush xml:id="br0">
      <inkml:brushProperty name="width" value="0.035" units="cm"/>
      <inkml:brushProperty name="height" value="0.035" units="cm"/>
    </inkml:brush>
  </inkml:definitions>
  <inkml:trace contextRef="#ctx0" brushRef="#br0">29 24 12697,'-29'-14'3721,"42"8"-2377,3 3 136,-3 20-2396,3 15-1053,3-7-2831,3 10-3773</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9.256"/>
    </inkml:context>
    <inkml:brush xml:id="br0">
      <inkml:brushProperty name="width" value="0.035" units="cm"/>
      <inkml:brushProperty name="height" value="0.035" units="cm"/>
    </inkml:brush>
  </inkml:definitions>
  <inkml:trace contextRef="#ctx0" brushRef="#br0">907 819 7289,'-150'-40'7106,"135"37"-6605,-1 2-1,0 0 1,0 1-1,0 0 1,0 1-1,1 1 1,-1 1-1,-30 9 1,23-7-127,-22 6-35,1 3 1,0 1 0,1 2-1,1 1 1,1 3-1,1 2 1,0 1 0,2 2-1,1 1 1,-34 33-1,63-52-292,0 0 0,0 1 0,1-1 0,0 1 0,1 1 0,0-1 0,1 1 0,0 0 0,-6 16 0,10-21-38,-1-1 1,1 1 0,1 0 0,-1-1 0,1 1 0,0 0-1,0-1 1,0 1 0,0 0 0,1-1 0,0 1-1,0 0 1,0-1 0,1 1 0,0-1 0,-1 0 0,2 1-1,-1-1 1,0 0 0,1 0 0,0 0 0,-1-1 0,2 1-1,5 5 1,2 0 6,0 0-1,1-2 1,0 1 0,0-1-1,0-1 1,1 0-1,0-1 1,0 0 0,1-1-1,14 2 1,5 0-53,1-1 0,67 1 0,-57-7 14,0-2 0,0-1 0,0-3 0,-1-2 0,79-26 1,-96 26 23,-1-1 0,0-2 1,-1 0-1,0-2 1,-1 0-1,-1-2 0,0-1 1,-1 0-1,-1-1 0,31-37 1,-35 32 13,0-2 0,-2 1-1,-1-2 1,17-42 0,27-113 158,42-280-211,-42 172 297,-54 275 310,-9 37-159,-19 77 321,-41 189 166,58-241-794,2 0-1,2 0 0,2 0 0,6 55 0,-3-87-112,1 0-1,1 0 0,1-1 1,0 1-1,1-1 1,1 0-1,0 0 0,1-1 1,0 1-1,2-2 0,-1 1 1,2-1-1,-1 0 0,2-1 1,0 0-1,15 12 0,-9-12-74,0-1-1,1 0 0,0-1 0,1-1 1,-1-1-1,2-1 0,-1 0 0,1-1 0,0-2 1,40 5-1,-20-5-96,0-3 0,0-1 0,0-2 0,70-12 0,-81 8 110,-1-1 1,0-2-1,0 0 1,-1-2 0,0-1-1,-1-1 1,0-2-1,-1 0 1,-1-2-1,0 0 1,-1-2-1,21-22 1,-43 40 66,0 0 1,0 0-1,0 0 1,0 0-1,0 0 1,0-1 0,0 1-1,0 0 1,-1 0-1,1-1 1,-1 1-1,1 0 1,-1-1-1,1 1 1,-1-1 0,0 1-1,1-1 1,-1 1-1,0 0 1,0-1-1,0 1 1,0-1 0,-1 1-1,1-1 1,0 1-1,0-1 1,-1 1-1,1 0 1,-1-1 0,0 1-1,1 0 1,-1-1-1,0 1 1,0 0-1,1 0 1,-1 0 0,0 0-1,0 0 1,0 0-1,-1 0 1,1 0-1,0 0 1,0 0-1,0 0 1,-1 1 0,1-1-1,0 1 1,-1-1-1,1 1 1,-1-1-1,1 1 1,0 0 0,-3-1-1,-7 0 6,-1 1 0,0 0-1,1 0 1,-1 1 0,1 0 0,-1 1 0,1 1-1,0 0 1,0 0 0,0 1 0,-15 7-1,-7 6-55,0 1 0,-38 29 0,61-40 9,0 0 1,1 1-1,-1 1 0,2-1 0,-1 1 0,1 1 0,-11 16 0,19-25 38,0 0 0,0 0 0,0 0-1,0 0 1,0 0 0,1 0 0,-1-1-1,0 1 1,0 0 0,1 0-1,-1 0 1,1 0 0,-1 0 0,1 0-1,-1 0 1,1-1 0,-1 1-1,1 0 1,0 0 0,1 0 0,12 13-26,-10-13 27,1 0 0,-1 0-1,1-1 1,-1 0 0,0 0 0,1 0-1,-1 0 1,1-1 0,-1 1-1,1-1 1,-1-1 0,8-2 0,4 0-10,158-52 104,-171 56-57,-1 0 0,1 0 0,-1 0 0,1 1 0,0-1 0,-1 1 0,1-1 0,-1 1 0,1 0 0,-1 0 0,0 0 0,1 0 0,-1 0 0,0 1 0,4 2 0,-3 1 6,0-1 1,-1 1-1,1 0 0,-1-1 1,0 1-1,-1 0 0,1 1 0,-1-1 1,1 7-1,0-3-16,2 19 19,-1 1 1,-1-1-1,-2 1 1,-1 0-1,-6 41 1,0 2 42,-22 218-495,17-216 106,-41 136 0,6-20 101,48-190 204,0 0-1,0 0 0,0 0 1,0 0-1,0-1 0,0 1 1,0 0-1,0 0 0,0-1 0,0 1 1,0 0-1,0-1 0,0 1 1,0-1-1,1 0 0,13-10-25,-1-1-1,0 0 1,-1-1 0,-1 0-1,1-1 1,17-27 0,-5 8-44,440-578-1379,-400 522 1826,100-179 0,-161 260-284,22-47 138,-26 54-147,1-1-1,0 0 1,0 0 0,-1 1-1,1-1 1,-1 0 0,0 0-1,0 0 1,1 0 0,-1 0-1,0 0 1,-1 1 0,1-1-1,0 0 1,0 0 0,-1 0 0,1 0-1,-1 1 1,0-1 0,1 0-1,-1 0 1,0 1 0,0-1-1,-2-2 1,2 3-43,0 0 0,0 1 1,0 0-1,0-1 0,0 1 0,1 0 0,-1-1 1,0 1-1,0 0 0,0 0 0,0 0 0,0 0 1,0 0-1,0 0 0,0 0 0,0 0 0,0 0 1,0 0-1,0 0 0,0 1 0,0-1 0,0 0 1,0 1-1,1-1 0,-1 1 0,0-1 0,0 1 1,-1 0-1,-22 20 599,6-1-305,1 0 0,1 0 0,1 2 0,1 0 0,-19 39-1,26-44-255,0 0 0,1 0 0,1 1-1,0 0 1,1 0 0,2 0-1,-1 0 1,2 0 0,1 19 0,1-26-184,0 0 0,0-1 1,1 1-1,1-1 0,0 0 0,0 0 1,1 0-1,0 0 0,1-1 1,0 1-1,0-1 0,12 14 0,-7-12-165,0 0 0,1-1 0,0-1 0,1 1 0,0-2 0,0 0 0,1 0 0,16 7 0,9 0-1758,-1-2 0,2-2-1,0-1 1,0-2 0,75 6 0,10-7-8098</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9.737"/>
    </inkml:context>
    <inkml:brush xml:id="br0">
      <inkml:brushProperty name="width" value="0.035" units="cm"/>
      <inkml:brushProperty name="height" value="0.035" units="cm"/>
    </inkml:brush>
  </inkml:definitions>
  <inkml:trace contextRef="#ctx0" brushRef="#br0">15 104 13305,'-1'-18'2244,"1"0"0,3-27 0,-20 23 4500,55 37-6153,-2 2 0,0 1 0,-1 2 0,60 46 0,-74-48-599,-1 0 0,-1 1 1,0 1-1,-2 1 0,0 0 0,-2 1 0,0 1 0,16 34 0,-20-34-257,-2 1-1,0-1 1,-1 1 0,-2 1 0,-1-1 0,0 1-1,-2 0 1,0 44 0,-3-52 132,-2 0 0,0 0 0,-1 0-1,-1 0 1,0-1 0,-1 1 0,-1-1 0,-1 0 0,0-1-1,-1 1 1,-1-1 0,0-1 0,-17 21 0,26-35 166,0 1 1,0-1 0,-1 1 0,1-1-1,0 0 1,-1 1 0,1-1 0,0 1-1,-1-1 1,1 0 0,-1 1 0,1-1 0,-1 0-1,1 1 1,-1-1 0,1 0 0,-1 0-1,1 0 1,-1 1 0,1-1 0,-1 0-1,1 0 1,-1 0 0,1 0 0,-2 0-1,-2-11 365,9-25 5,1 25-311,0-1-1,0 1 0,1 0 0,0 1 0,15-17 0,-14 18-57,24-30-127,2 2 0,53-45 0,-59 57-25,55-46-1275,3 3 0,109-65 0,-7 25-2869,10 9-3291,-92 48-745</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0.404"/>
    </inkml:context>
    <inkml:brush xml:id="br0">
      <inkml:brushProperty name="width" value="0.035" units="cm"/>
      <inkml:brushProperty name="height" value="0.035" units="cm"/>
    </inkml:brush>
  </inkml:definitions>
  <inkml:trace contextRef="#ctx0" brushRef="#br0">89 211 6621,'0'0'1992,"2"1"-115,4 0-1450,-1 0 1,0 0-1,1 0 1,-1 0-1,1-1 1,-1 0-1,1 0 1,-1-1 0,1 1-1,-1-1 1,1 0-1,6-3 1,12-4 572,34-18 0,-5 3 321,-40 18-1031,0 0-1,-1-1 1,0 0-1,0-1 1,0-1 0,-1 1-1,0-2 1,14-13-1,-23 19-170,0 0-1,0 0 1,0 0-1,0 0 0,-1-1 1,1 1-1,-1 0 1,0-1-1,0 1 0,1-6 1,-2 8-75,0 0 0,1-1 0,-1 1 0,0 0 0,0 0 0,-1 0 0,1-1 0,0 1 0,0 0 0,0 0 0,-1 0 0,1 0 0,-1 0 0,1 0 0,-1-1 0,1 1 0,-1 0 0,0 0 0,1 1 0,-1-1 0,0 0 0,0 0 0,0 0 0,0 0 1,1 1-1,-1-1 0,0 0 0,0 1 0,-1-1 0,1 1 0,0-1 0,0 1 0,0-1 0,0 1 0,0 0 0,0 0 0,-2-1 0,-15-1 167,1 1 1,-1 0-1,1 1 0,-1 1 1,1 1-1,-1 0 0,1 2 1,0 0-1,0 0 0,-32 15 1,35-13-153,0 0 1,0 2-1,1-1 0,1 2 1,-1 0-1,1 0 1,1 1-1,0 1 0,0 0 1,1 0-1,0 1 0,1 1 1,-12 20-1,18-28-61,0 1 0,1-1 0,0 1 0,0 0-1,0 0 1,0 0 0,1 0 0,0 0 0,0 1 0,1-1 0,0 0-1,0 0 1,0 0 0,1 1 0,0-1 0,0 0 0,1 0 0,-1 0-1,4 6 1,-1-4-50,0-1-1,0 0 1,1-1-1,0 1 1,0-1-1,1 0 1,0 0-1,0 0 1,0-1-1,1 0 1,-1 0-1,1-1 1,0 0-1,11 4 0,8 3-161,1-1-1,0-1 1,55 10-1,89 2-621,-85-15 624,1-4 0,-1-4 0,0-4 1,132-25-1,-192 26 281,0-2-1,-1-1 1,0-1 0,0-1-1,-1-1 1,0-1 0,-1-1-1,0-1 1,-1-2 0,33-29-1,-54 44-66,0 0-1,1 0 0,-1 0 0,0-1 0,0 1 1,0-1-1,0 1 0,-1 0 0,1-1 1,0 0-1,0 1 0,-1-1 0,1 1 0,-1-1 1,0 0-1,1 1 0,-1-1 0,0 0 0,0 1 1,0-1-1,0 0 0,0 1 0,-1-1 1,1 0-1,0 1 0,-1-1 0,1 0 0,-1 1 1,0-1-1,1 1 0,-1-1 0,0 1 1,0-1-1,0 1 0,0 0 0,0-1 0,0 1 1,-1 0-1,1 0 0,0 0 0,0 0 1,-1 0-1,1 0 0,-1 0 0,1 0 0,-1 1 1,1-1-1,-1 0 0,0 1 0,1 0 0,-4-1 1,-5 3-96,0 0 1,0 1 0,0 1 0,1 0 0,-1 0-1,1 1 1,0 0 0,-16 12 0,22-16 21,1 1 1,-1 0-1,1 0 1,0 0-1,0 0 1,0 0-1,0 0 1,0 0-1,0 1 1,0-1-1,1 1 1,0-1-1,-1 1 1,1 0-1,0 0 0,-1 3 1,2-4-7,0 0 0,0 0 1,0 0-1,0 0 0,0 1 0,0-1 0,1 0 1,-1 0-1,1 0 0,0 0 0,-1 0 0,1 0 1,0-1-1,0 1 0,0 0 0,1 0 1,1 2-1,1 1-45,1-1 0,-1 0 0,1-1 1,-1 1-1,1-1 0,0 0 0,1 0 1,-1 0-1,0-1 0,1 1 0,0-2 0,-1 1 1,1 0-1,7 0 0,2-1 88,1 0 1,-1-1-1,1-1 0,0 0 0,-1-1 0,1-1 0,-1 0 1,0-1-1,25-10 0,-25 8 393,-1-1 0,0-1 1,-1 0-1,0-1 0,0 0 0,-1-1 1,0-1-1,0 0 0,14-18 0,-24 27-195,-1-1-1,1 1 0,-1-1 0,0 1 1,0-1-1,0 1 0,0-1 0,0 0 1,-1 1-1,1-1 0,-1 0 1,1 0-1,-1 0 0,0 1 0,0-1 1,-1-4-1,-11-37 1692,11 41-1338,-2 4-90,-1 1-373,0 0 0,-1 1 0,1 0 0,0-1 0,1 2 0,-1-1 0,0 0 0,1 1 0,0-1 0,0 1 0,0 0 0,0 0 0,1 0 0,-1 1 0,1-1 0,0 1 0,0-1 0,-1 8 0,-4 14 24,0 1 0,-2 33 0,3-22 20,-42 352-508,13-82-1014,21-222 775,-38 130-1,42-186 625,-1-1 0,-1-1 0,-1 0-1,-1 0 1,-24 31 0,28-45 165,0-1 0,-1 0 0,0-1 0,-1 0 0,-1-1 0,0 0 0,0-1 0,-1-1 0,0 0 0,-1 0 0,-16 6 0,29-14-102,0-1 1,0 1-1,0 0 1,-1-1 0,1 1-1,0-1 1,0 0 0,-1 1-1,1-1 1,0 0-1,0-1 1,-1 1 0,1 0-1,0-1 1,0 1 0,0-1-1,0 1 1,-1-1-1,1 0 1,0 0 0,0 0-1,0 0 1,1-1 0,-1 1-1,0 0 1,0-1-1,1 1 1,-1-1 0,1 0-1,-1 1 1,1-1 0,0 0-1,-1 0 1,1 0-1,0 0 1,0 0 0,0 0-1,1 0 1,-1 0 0,1 0-1,-1-1 1,1 1-1,-1 0 1,1 0 0,0-1-1,0 1 1,0 0 0,1 0-1,-1-1 1,1-1-1,3-14 13,1 1-1,1 0 1,0 0-1,1 0 0,1 1 1,1 0-1,16-23 1,-7 9-106,21-29-654,3 0 0,2 3 0,55-55 1,171-133-5363,-212 198 1261,85-50 0,-36 35-4473</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0.706"/>
    </inkml:context>
    <inkml:brush xml:id="br0">
      <inkml:brushProperty name="width" value="0.035" units="cm"/>
      <inkml:brushProperty name="height" value="0.035" units="cm"/>
    </inkml:brush>
  </inkml:definitions>
  <inkml:trace contextRef="#ctx0" brushRef="#br0">1 81 13001,'3'-5'399,"6"-9"1753,0 1 0,1 0 0,20-20 0,-29 32-2012,0 1 0,0 0 0,0-1 0,0 1 0,0 0 0,0 0 0,0-1 0,1 1 0,-1 0 0,0 0 0,0 0 0,0 0 0,0 1 0,0-1 0,0 0 0,0 0 0,0 1 0,1-1 0,2 1 269,2 0-248,1 0 1,-1 1-1,0-1 1,1 1-1,-1 0 1,0 1-1,0 0 1,-1 0-1,1 0 1,0 0-1,-1 1 1,0 0-1,0 0 1,0 0-1,0 1 1,-1 0-1,0 0 0,0 0 1,0 0-1,0 1 1,-1 0-1,4 9 1,-1-4-87,-1 1 1,-1 0 0,0 1 0,-1-1-1,0 1 1,-1-1 0,0 1-1,-1 0 1,-1 0 0,-1 21-1,-3-8-123,-1 0 0,-1 0-1,-2-1 1,0 1 0,-1-2-1,-26 48 1,10-30-58,-2-2-1,-59 70 1,76-101 152,9-13 70,14-22-42,9-3-429,1 1 0,1 1 0,55-46 0,-33 30-521,194-171-6210,-69 88-2461,-110 89 2258</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1.420"/>
    </inkml:context>
    <inkml:brush xml:id="br0">
      <inkml:brushProperty name="width" value="0.035" units="cm"/>
      <inkml:brushProperty name="height" value="0.035" units="cm"/>
    </inkml:brush>
  </inkml:definitions>
  <inkml:trace contextRef="#ctx0" brushRef="#br0">217 119 5489,'35'7'1657,"-29"-6"32,-1-2 26,2-1-903,1 0 0,-1 0 0,1-1 0,-1 0 0,0 0 0,0 0 0,7-6 0,-11 7-449,1 0 1,-1-1-1,-1 1 1,1 0 0,0-1-1,-1 1 1,1-1-1,-1 0 1,0 0 0,0 0-1,0 0 1,0 0-1,2-7 1,-4 9-258,0 0 0,0 0 1,0 0-1,0 0 0,0 0 0,0 0 0,0 0 1,0 0-1,-1 0 0,1 0 0,-1 0 0,1 0 1,-1 0-1,1 0 0,-1 0 0,1 0 1,-1 0-1,0-1 0,-1 0 208,0-1-195,0 1 0,-1-1 0,1 1 1,0-1-1,-1 1 0,0 0 0,1 0 0,-1 0 1,0 0-1,0 1 0,0-1 0,0 1 1,-1 0-1,1 0 0,0 0 0,0 0 0,-1 1 1,1-1-1,0 1 0,-1 0 0,-6 0 1,-5 0 111,0 0 1,0 2 0,-22 4-1,24-3-129,0 1-1,0 0 0,1 1 0,-1 0 1,1 1-1,1 1 0,-1 0 0,1 0 1,0 1-1,-16 16 0,22-19-132,0 0 0,0 0 0,1 1-1,-1 0 1,1 0 0,0 0 0,1 0-1,-1 1 1,1-1 0,1 1 0,-1 0-1,1 0 1,0 0 0,1 0 0,0 0-1,0 0 1,0 0 0,1 0 0,0 1 0,2 12-1,0-9-178,1 0 0,0 0-1,0 0 1,1-1-1,1 0 1,0 1 0,0-2-1,1 1 1,0-1 0,1 0-1,0 0 1,0 0-1,11 9 1,-6-9-37,0 0-1,0-1 1,0 0-1,1-1 0,1 0 1,-1-1-1,1 0 1,0-2-1,17 5 1,-4-4 137,0 0-1,1-2 1,-1-2 0,1 0 0,0-2 0,-1-1-1,1-1 1,-1-1 0,0-1 0,37-13 0,-47 11 282,0 0 1,0-1 0,-1-1-1,0 0 1,0-1 0,-1-1 0,-1-1-1,0 0 1,16-17 0,-5 0 642,0-2 1,-2-1-1,24-44 1,-42 68-627,0 0 1,0 0 0,1 0 0,-1 1-1,2 0 1,-1 0 0,1 1-1,11-9 1,-15 14-163,-1-1 1,1 0-1,0 1 1,0 0-1,0 0 1,0 0-1,0 0 0,0 0 1,0 1-1,0-1 1,0 1-1,0 0 1,0 0-1,0 0 1,1 0-1,-1 1 0,0-1 1,0 1-1,0-1 1,0 1-1,0 0 1,0 1-1,-1-1 0,1 0 1,0 1-1,0-1 1,-1 1-1,1 0 1,2 2-1,3 4-68,1 0 0,-1 0-1,0 0 1,-1 1 0,0 0 0,0 1 0,-1-1 0,0 1-1,-1 1 1,0-1 0,-1 1 0,0-1 0,0 1-1,-1 1 1,-1-1 0,0 0 0,1 15 0,-2-9-185,-1-1 1,-1 0-1,-1 0 1,0 1-1,-1-1 1,-1-1-1,0 1 0,-1 0 1,0-1-1,-2 0 1,-13 24-1,-4-3-294,-2 0-1,-2-2 0,-63 60 0,77-79 380,15-16 150,1 1-1,-1-1 0,1 0 1,-1 1-1,0-1 1,1 0-1,-1 0 1,0 0-1,0 0 0,0-1 1,2-1-1,3-3 36,146-113 823,171-139 1735,-310 246-2431,1 1 1,0 0-1,1 1 1,0 1 0,1 1-1,31-14 1,-42 21-143,0 1 1,0-1 0,0 1 0,0-1 0,0 2-1,0-1 1,0 0 0,0 1 0,-1 0 0,1 0-1,0 1 1,6 2 0,-3-1-5,0 0 0,-1 1 0,1 1 1,-1-1-1,0 1 0,8 7 0,-4-1-6,1 1 0,-1 1 0,-1 0 0,-1 0 0,0 1 0,0 1 1,8 20-1,36 112-513,-37-97-14,-13-40 341,0 0-1,-1-1 0,0 1 1,-1 1-1,0-1 0,0 0 0,-1 0 1,-1 0-1,0 0 0,0 0 1,-3 12-1,3-18 45,3 20-200,-2-23 320,0-1-1,0 0 1,0 0-1,0 1 1,0-1-1,0 0 1,0 0 0,0 0-1,0 1 1,0-1-1,1 0 1,-1 0-1,0 0 1,0 1-1,0-1 1,0 0-1,0 0 1,1 0-1,-1 0 1,0 1-1,0-1 1,0 0-1,0 0 1,1 0-1,-1 0 1,0 0-1,0 0 1,1 0-1,-1 1 1,0-1-1,0 0 1,0 0-1,1 0 1,-1 0 0,0 0-1,0 0 1,1 0-1,-1 0 1,3-2 10,-1 0 1,0 0-1,0-1 1,1 1 0,-1 0-1,0-1 1,-1 1-1,3-4 1,8-11 84,176-206 2187,-161 198-1462,2 0 0,55-37 0,-80 59-715,-1 1 1,1-1-1,0 1 0,0 0 1,0 0-1,0 1 0,1-1 1,-1 1-1,0 0 0,1 0 1,-1 0-1,1 1 0,6-1 1,-9 2-95,-1-1 1,1 1 0,0-1 0,0 1 0,0 0 0,-1-1 0,1 1 0,0 0 0,-1 0-1,1 0 1,0 1 0,-1-1 0,0 0 0,1 0 0,-1 1 0,0-1 0,1 1-1,-1-1 1,0 1 0,0 0 0,0 0 0,-1-1 0,1 1 0,0 0 0,-1 0 0,1 0-1,-1-1 1,1 1 0,-1 0 0,0 0 0,0 2 0,8 52-1090,8 65-6478,-15-111 5504,1 0 1,-1 0-1,1 0 1,6 15 0,10 13-8283</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1.543"/>
    </inkml:context>
    <inkml:brush xml:id="br0">
      <inkml:brushProperty name="width" value="0.035" units="cm"/>
      <inkml:brushProperty name="height" value="0.035" units="cm"/>
    </inkml:brush>
  </inkml:definitions>
  <inkml:trace contextRef="#ctx0" brushRef="#br0">1 98 6737,'73'-69'1020,"-58"61"-292,1-4-356,3 4-440,0 11-3208,-3-1 747</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1.855"/>
    </inkml:context>
    <inkml:brush xml:id="br0">
      <inkml:brushProperty name="width" value="0.035" units="cm"/>
      <inkml:brushProperty name="height" value="0.035" units="cm"/>
    </inkml:brush>
  </inkml:definitions>
  <inkml:trace contextRef="#ctx0" brushRef="#br0">33 176 11781,'2'2'2224,"0"1"-1746,1 0 1,-1 0-1,0 0 1,0 0-1,-1 0 1,1 0-1,-1 0 1,1 1-1,-1-1 1,0 1-1,0-1 1,0 1-1,-1-1 1,1 1-1,-1 6 1,-1-2 87,-1 0 0,1 0 0,-1 0 0,-1 0 0,-5 13 0,-1 0 295,2 0 1,0 1-1,-6 37 1,12-54-797,0 0 1,0 0 0,1 0 0,0 0-1,0 0 1,0 0 0,0 0 0,1 0 0,0 1-1,0-1 1,0 0 0,1-1 0,0 1-1,0 0 1,0 0 0,0-1 0,1 1 0,0-1-1,0 0 1,0 0 0,0 0 0,6 5-1,-3-5-21,0 0 0,1-1-1,-1 0 1,1 0-1,0 0 1,0-1 0,0 0-1,0 0 1,0 0-1,1-1 1,-1 0-1,0-1 1,1 0 0,-1 0-1,8-1 1,-4 0 16,0-1-1,-1 0 1,1 0 0,-1-1 0,0 0 0,0-1-1,0 0 1,0-1 0,-1 0 0,0-1 0,0 1 0,0-2-1,0 1 1,-1-1 0,0 0 0,-1-1 0,13-17-1,-12 13 17,0-1-1,-1 0 0,-1-1 0,0 0 0,-1 0 1,0 0-1,-1 0 0,-1-1 0,-1 0 0,0 1 1,0-1-1,-1-17 0,-2 17-266,0-1 1,-1 1-1,-1 1 1,0-1-1,-1 0 1,-6-17-1,-5-2-941,-25-45 0,39 77 619,-1 0 0,1-1 1,-1 1-1,1 0 0,-1 1 0,0-1 0,0 0 0,0 0 0,0 1 0,0-1 0,0 1 0,-1 0 0,1 0 0,0 0 1,-5-2-1,1 19-17466</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2.148"/>
    </inkml:context>
    <inkml:brush xml:id="br0">
      <inkml:brushProperty name="width" value="0.035" units="cm"/>
      <inkml:brushProperty name="height" value="0.035" units="cm"/>
    </inkml:brush>
  </inkml:definitions>
  <inkml:trace contextRef="#ctx0" brushRef="#br0">10 8 13357,'-9'-8'3151,"12"15"1485,11 19-1994,-1 14-528,13 55 1,-20-67-1986,-2 0-1,-1 0 1,-1 0 0,-2 0-1,-4 49 1,0-52-576,-1 0 1,-12 34-1,8-33 87,1-3 932,17-44 173,-3 8-520,2-1-1,-1 2 1,1-1-1,1 1 1,18-19 0,60-54 1091,-62 62-948,11-10-85,2 2 0,41-27 1,-60 46-215,0 0-1,1 2 1,0 1 0,1 0 0,0 1-1,38-8 1,-50 14-118,1 1 1,0 0-1,-1 1 1,1 0-1,-1 0 1,1 1-1,-1 0 0,1 1 1,-1 0-1,0 1 1,0 0-1,0 0 1,0 1-1,0 0 0,-1 0 1,1 1-1,-1 0 1,0 1-1,10 9 1,7 10-522,0 1 1,-2 1 0,38 58 0,-20-28-355,7 7-4568,-15-23-1075,16 15-6985</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4.886"/>
    </inkml:context>
    <inkml:brush xml:id="br0">
      <inkml:brushProperty name="width" value="0.035" units="cm"/>
      <inkml:brushProperty name="height" value="0.035" units="cm"/>
    </inkml:brush>
  </inkml:definitions>
  <inkml:trace contextRef="#ctx0" brushRef="#br0">204 58 5236,'11'-20'1027,"-17"31"913,2-5-1498,0 0-1,-1 0 0,1-1 1,-1 1-1,-10 9 1,-12 4 707,19-13-35,0-1 0,0 1 0,-1-1 1,1-1-1,-19 8 0,26-12-1032,1 0 0,-1 0 0,0 1 1,1-1-1,-1 0 0,0 0 0,1 0 0,-1 0 1,0 0-1,1 0 0,-1 0 0,0 0 0,0-1 1,1 1-1,-1 0 0,0 0 0,1-1 0,-1 1 0,1 0 1,-1-1-1,0 1 0,1 0 0,-1-1 0,1 1 1,-1-1-1,1 1 0,-1-1 0,1 1 0,-1-1 1,1 1-1,-1-1 0,1 0 0,0 1 0,-1-1 1,1 0-1,0 1 0,0-1 0,0 0 0,-1 1 1,1-1-1,0 0 0,0 1 0,0-1 0,0 0 1,0 1-1,0-1 0,0-1 0,0 0-291,-1-1 440,10-28 1863,-9 29-1985,0-1-1,0 1 1,-1 0 0,1 0 0,-1 0-1,1-1 1,-1 1 0,0 0 0,0 0 0,0 0-1,0 0 1,-1 0 0,1 0 0,0 1-1,-1-1 1,1 0 0,-1 1 0,0-1-1,1 1 1,-1-1 0,0 1 0,0 0-1,-4-2 1,4 1 147,0 1 0,0 0 0,0-1 0,0 0 0,0 1 0,1-1 0,-1 0 0,0 0 0,1 0 0,0 0 0,-1 0-1,1 0 1,0-1 0,0 1 0,0 0 0,0-4 0,-4-4-102,4 8 357,7 2-481,0 1 0,0 0-1,-1 1 1,1-1 0,-1 1 0,1 0-1,-1 1 1,0-1 0,8 6 0,43 31 65,-51-36-94,19 17-13,-1 0 0,-1 2 1,-1 1-1,-1 0 0,-1 1 0,-1 2 0,-1 0 1,-1 0-1,-2 2 0,-1-1 0,0 2 0,-3 0 1,0 0-1,-2 1 0,-1 0 0,-1 1 0,-2-1 1,-1 1-1,-1 0 0,-2 0 0,-1 0 0,-1 0 1,-2-1-1,-1 1 0,-12 39 0,2-24-255,-26 54 0,34-84 268,-1 0-1,-1-1 1,-1 0 0,0-1 0,-1 0 0,-22 23 0,32-36 226,-7-7 179,8 6-400,-1 0 1,0 0 0,1-1-1,-1 1 1,1 0-1,-1-1 1,1 1-1,-1 0 1,0-1-1,1 1 1,-1 0-1,1-1 1,-1 1-1,1-1 1,0 1-1,-1-1 1,1 1-1,0-1 1,-1 1-1,1-1 1,0 1-1,-1-1 1,1 0-1,0 1 1,0-1-1,-1-1 1,3-7-3,0 0-1,1 0 1,0-1 0,0 2 0,1-1-1,8-15 1,-10 21-4,38-65-1021,3 1 0,2 3 0,76-82 0,-67 81 103,82-87-4477,-34 62-2610,-19 30-3376</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5.939"/>
    </inkml:context>
    <inkml:brush xml:id="br0">
      <inkml:brushProperty name="width" value="0.035" units="cm"/>
      <inkml:brushProperty name="height" value="0.035" units="cm"/>
    </inkml:brush>
  </inkml:definitions>
  <inkml:trace contextRef="#ctx0" brushRef="#br0">91 432 8781,'15'0'1279,"-1"-2"1,1 0-1,-1 0 0,1-2 1,21-7-1,66-32 2204,-73 30-3131,-3 1 174,-1 0-1,-1-2 1,0-1 0,-1-1-1,0 0 1,27-28 0,-45 39-368,-1 0 0,0 0 1,-1-1-1,1 0 0,-1 1 1,0-1-1,0 0 0,-1 0 1,0-1-1,0 1 1,0 0-1,-1-1 0,0 1 1,0-1-1,0 0 0,-1-8 1,-1 10-103,1 1 1,-1-1 0,0 0 0,0 1-1,0-1 1,0 1 0,-1-1-1,0 1 1,0 0 0,0 0-1,0-1 1,-1 2 0,1-1 0,-1 0-1,0 0 1,0 1 0,-1-1-1,1 1 1,-1 0 0,0 0-1,1 1 1,-1-1 0,-7-2 0,1 1 5,-1 0 1,0 1-1,0 0 1,0 1 0,0 0-1,-1 1 1,1 0-1,0 1 1,-1 0-1,1 1 1,0 1 0,-17 3-1,9-1-3,1 1-1,0 1 1,-1 1-1,2 0 1,-1 2-1,-26 16 1,28-13-49,0 1 0,1 0 1,0 1-1,1 1 0,1 0 0,0 1 0,1 0 1,1 1-1,1 0 0,0 1 0,1 0 1,-7 23-1,11-28-77,1 0 0,1 1 0,0-1 0,1 1 0,1 0 0,0 0 0,0 0 0,3 16 0,-1-20-45,1 0 1,0 0-1,1 0 0,0-1 0,0 1 0,1-1 0,0 0 1,1 0-1,0 0 0,0-1 0,1 0 0,7 9 0,-1-5-41,0-1-1,0 0 1,1-1-1,0 0 0,1-1 1,0-1-1,1 0 0,-1-1 1,1 0-1,20 5 0,6 0-185,1-2-1,75 7 1,-50-11 304,0-4 1,0-2 0,1-4-1,-1-2 1,0-4-1,-1-2 1,-1-3 0,0-3-1,-1-3 1,0-2 0,-2-4-1,59-34 1,-99 49 169,0-1 0,-1-1-1,-1 0 1,0-2 0,-1 0 0,-1-2 0,28-33 0,-28 26 54,17-32 0,-32 51-157,0 0 0,0 0 0,0 0 0,-1 0 0,0-1 0,-1 1 0,1 0 0,-1-1 0,0 1 0,-1-1 0,0-9 0,0 15-27,0-2 5,0 1 0,0 0-1,0-1 1,0 1 0,-1 0 0,1-1-1,-1 1 1,0 0 0,1 0 0,-1 0-1,0 0 1,0 0 0,0 0 0,-1 0-1,1 0 1,0 0 0,-1 0 0,0 0 0,1 1-1,-1-1 1,0 1 0,1-1 0,-1 1-1,0 0 1,0 0 0,0 0 0,-1 0-1,1 0 1,0 0 0,0 0 0,0 1-1,-4-1 1,-3-1 2,1 2 0,-1-1 0,1 1-1,0 0 1,-1 1 0,-15 3 0,14-2-92,1 1 0,-1 1 0,1-1 1,0 1-1,0 1 0,0 0 0,1 0 0,0 1 0,0 0 1,-12 11-1,10-7-141,0 1-1,0 1 1,1 0 0,0 0-1,1 0 1,-8 17 0,14-25 131,0 1 0,1-1 0,0 1 0,0-1 0,0 0 0,0 1 0,1 0 0,0-1 0,0 1 0,0-1 0,0 1 0,1-1 0,-1 1 0,1-1 0,1 1 0,-1-1 0,1 0 0,-1 0 0,1 1 0,0-1 0,1 0 0,-1-1 0,1 1 0,-1 0 0,1-1 0,0 1 0,1-1 0,-1 0 0,6 4 0,-5-4 22,0-1-1,0 0 1,1 1 0,-1-2-1,1 1 1,-1 0-1,1-1 1,0 0 0,0 0-1,-1 0 1,9 0-1,-2-1 114,-1 0 0,1-1 0,-1 0 0,11-2 0,-14 1 106,-1 0 1,0-1-1,0 1 0,0-1 0,0-1 0,-1 1 0,1-1 1,-1 0-1,0 0 0,0 0 0,-1-1 0,1 0 0,-1 0 1,6-7-1,-8 8 65,0 1 0,0 0 0,0-1 0,-1 0 0,1 1 0,-1-1 0,0 0 0,0 0 0,0 0 0,-1 0 0,1-5 0,-3-46 1502,0 24-644,2-53 2106,0 81-2310,-6 30-505,-10 133-359,-14 82-86,-64 186-1966,-34-11 324,96-335 1515,-4 0 1,-3-3-1,-4-1 1,-89 122-1,101-162 208,-1-1 0,-2-1-1,-77 61 1,82-76 92,-2 0 1,0-2-1,-1-2 1,-1-1-1,0-1 1,-39 11-1,57-21-4,-1-1-1,0-1 1,0 0-1,-1-1 1,-31 0 0,43-2-67,0 0 1,0 0-1,0-1 1,0 0 0,0 0-1,0-1 1,0 1 0,0-1-1,0 0 1,1-1-1,-1 1 1,1-1 0,-1 1-1,1-1 1,0-1 0,0 1-1,0-1 1,1 1 0,-1-1-1,1 0 1,0 0-1,-4-7 1,3 2-3,1-1 0,0 1-1,0-1 1,1 0 0,0 0 0,1 0-1,0 0 1,0 0 0,1 0-1,0 0 1,1 0 0,0 0 0,1 0-1,0 1 1,5-14 0,3-9-19,2 0-1,1 1 1,24-40-1,2 6-135,3 3 0,2 1 1,59-62-1,173-156-754,-224 228 692,259-236-975,164-167-211,-452 429 1309,-1 0 0,-1-2 1,-1 0-1,-1-2 0,-1 0 0,-2 0 0,-1-2 0,15-43 0,-13-21 70,-16 93 171,1 3-142,0 0 0,-1 0 1,1 0-1,-1 0 0,1 0 1,-1 1-1,1-1 0,-1 1 1,0-1-1,0 1 0,0 0 1,0-1-1,0 1 0,0 0 1,0 0-1,0 2 0,-3 22 110,-1 1-1,-2-1 1,0-1 0,-10 27-1,5-20-27,-9 61-1,18-81-238,1 0-1,0-1 0,0 1 1,1 0-1,4 16 0,-4-22 51,0 0-1,1 0 0,0 0 1,1 0-1,-1-1 0,1 1 1,0-1-1,0 0 0,1 1 1,0-1-1,4 4 0,-3-5 26,0 0 0,0-1-1,1 1 1,-1-1 0,1 0-1,0-1 1,0 0 0,0 0 0,0 0-1,0 0 1,0-1 0,0 0-1,1-1 1,-1 1 0,0-1 0,1 0-1,-1-1 1,0 1 0,0-1-1,1-1 1,5-1 0,6-2 36,0 0 0,-1-2 1,0 0-1,0-1 0,31-20 0,-37 20 363,1 0-1,-2-2 0,1 1 1,-1-1-1,-1-1 0,0 0 1,0 0-1,-1 0 0,0-1 1,9-21-1,-10 19 578,2 0 0,0 0 1,19-21-1,-28 35-910,0 0 0,0 0 0,0 0 0,0-1 0,0 1 0,0 0 0,0 0 0,0 0 0,0 0 0,0 0 0,0 0 0,1 0 0,-1 0 0,0 0 0,0 0 0,0-1 0,0 1 1,0 0-1,0 0 0,0 0 0,1 0 0,-1 0 0,0 0 0,0 0 0,0 0 0,0 0 0,0 0 0,0 0 0,1 0 0,-1 0 0,0 0 0,0 0 0,0 0 0,0 0 0,0 0 0,0 0 0,1 0 0,-1 1 0,0-1 0,0 0 0,0 0 0,0 0 0,0 0 1,0 0-1,0 0 0,0 0 0,0 0 0,1 0 0,-1 0 0,0 1 0,0-1 0,0 0 0,0 0 0,13 12 170,1 1 0,-2 0 0,0 1 0,-1 1 0,0-1 0,9 20-1,-7-13-710,1-1 0,0 0 0,21 21 0,-24-31-281,1-1 0,0 1 0,1-2 0,0 0 0,0 0 0,0-1 1,16 5-1,59 17-9608,-32-15-92</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6.497"/>
    </inkml:context>
    <inkml:brush xml:id="br0">
      <inkml:brushProperty name="width" value="0.035" units="cm"/>
      <inkml:brushProperty name="height" value="0.035" units="cm"/>
    </inkml:brush>
  </inkml:definitions>
  <inkml:trace contextRef="#ctx0" brushRef="#br0">28 1015 14125,'-24'-21'2713,"20"11"683,9-1-2699,-4 11-289,31-58 4315,-20 41-3989,0 0-1,23-24 1,6-4 374,-2-1-1,43-67 1,-62 80-877,-1 0 1,-1-2 0,-3 0 0,21-64-1,47-186-208,-45 170-23,-253 829-585,198-662-194,-16 102 0,30-129 405,1 0 0,1 0 0,1 0 0,1 0 0,1 0 0,7 34 1,-7-50 248,0-1 0,1 1 0,0-1 0,0 0 0,1 0 0,0 0 0,1-1 0,-1 1 0,1-1 0,1 0 0,-1 0 0,1-1 0,0 0 0,8 6 0,-5-6 4,-1 0 1,1-1-1,1 0 1,-1-1-1,1 0 1,-1 0-1,1-1 1,0 0 0,0-1-1,17 2 1,-4-3 7,1-1 1,-1-1-1,0-1 1,0-1-1,0-1 1,0-1 0,0-1-1,-1-1 1,40-18-1,-32 9 271,-2-1-1,0-1 0,-1-1 1,0-1-1,-2-2 0,-1-1 1,0 0-1,-2-2 0,-1-1 1,0 0-1,-3-2 0,0 0 1,24-52-1,-38 70 5,0 0 1,0-1-1,-1 0 0,0 0 1,-1 0-1,0 0 0,0-20 1,-2 27-123,0 1-1,0-1 1,-1 1 0,1 0 0,-1-1 0,0 1 0,0 0 0,0-1 0,-1 1-1,1 0 1,-1 0 0,1 0 0,-1 0 0,0 0 0,0 0 0,-1 1 0,1-1-1,-1 1 1,1-1 0,-1 1 0,0 0 0,1 0 0,-1 0 0,0 1 0,0-1-1,-1 1 1,1-1 0,0 1 0,-6-1 0,5 1-20,-1 0-1,1 0 1,0 1 0,-1-1-1,1 1 1,-1 0 0,1 0-1,0 1 1,-1 0-1,1-1 1,0 2 0,-1-1-1,1 0 1,0 1 0,0-1-1,0 1 1,0 1 0,0-1-1,1 0 1,-1 1 0,1 0-1,-1 0 1,1 0 0,-4 4-1,8-5 18,-1 1 0,0-1 1,1 0-1,0 0 0,-1 1 0,1-1 0,0 0 0,0 0 0,0 0 0,2 3 0,1-2 122,-1 0-1,1 0 0,0 0 0,0 0 0,8 4 0,-7-5 59,-1 1-1,1 0 0,-1 0 0,1 1 0,6 6 1,-5-3-148,0 1 0,-1 0-1,0 0 1,0 1 0,-1 0 0,0-1 0,-1 1 0,1 0 0,-2 1 0,1-1 0,-1 1 0,-1-1 0,0 1 0,0-1 0,-1 1 0,0 0 0,-2 9 0,2 34-859,1-35-9,-1-1 0,0 1 0,-2 0 0,0-1 0,0 1 0,-2-1-1,-6 18 1,10-33 656,-3 3-883,1 0-1,-1 1 1,1-1-1,1 1 0,-1-1 1,1 1-1,0 0 1,1 0-1,-1 0 1,1 8-1,10 23-10138</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6.949"/>
    </inkml:context>
    <inkml:brush xml:id="br0">
      <inkml:brushProperty name="width" value="0.035" units="cm"/>
      <inkml:brushProperty name="height" value="0.035" units="cm"/>
    </inkml:brush>
  </inkml:definitions>
  <inkml:trace contextRef="#ctx0" brushRef="#br0">39 275 13569,'-32'-16'2844,"26"12"2350,23-19 2502,-5-3-6804,-5 9-249,1 1 0,1 0 0,13-20 0,-4 12-643,-13 16 0,0 1 0,1-1 0,0 1 0,0 0 0,0 0 0,1 1 0,0 0 0,1 0 0,-1 1 0,14-7 0,-17 9 0,1 1 0,0-1 0,0 1 0,0 1 0,0-1 0,0 1 0,0 0 0,0 0 0,0 0 0,1 1 0,-1 0 0,0 0 0,9 1 0,-4 1 0,1 0 0,-1 0 0,1 1 0,-1 1 0,0 0 0,0 0 0,0 1 0,-1 0 0,0 1 0,0 0 0,9 8 0,-6-4 1,-1 1-1,-1 0 0,0 0 0,-1 1 0,0 1 0,-1-1 0,11 23 0,-12-20 0,0 1-1,-1 1 1,0-1 0,-2 1-1,0 0 1,0 1 0,-2-1-1,0 0 1,-1 1 0,-1-1-1,-1 1 1,0-1 0,-1 0-1,-8 29 1,4-25-287,-2 0-1,0 0 1,-1-1-1,-1 0 1,-1-1-1,-1 0 1,-25 31-1,2-8-366,33-40 691,4-24 362,2 12-269,1 1 1,0 0 0,0 0-1,1 0 1,0 1-1,1 0 1,9-10-1,7-9 226,-16 19-322,236-277 1054,-234 276-1088,1 0 0,0 0 0,20-13 0,-28 21 0,0-1 0,0 1 0,0 0 0,1 0 0,-1-1 0,0 2 0,1-1 0,-1 0 0,1 0 0,-1 1 0,0-1 0,1 1 0,0 0 0,-1 0 0,1 0 0,-1 0 0,1 0 0,-1 0 0,1 1 0,-1-1 0,1 1 0,-1 0 0,0 0 0,1 0 0,-1 0 0,0 0 0,3 2 0,-2 1 0,0 0 0,-1 0 0,1 1 0,-1-1 0,0 1 0,-1-1 0,1 1 0,-1 0 0,0-1 0,0 1 0,0 6 0,1-4 0,2 28-2295,2 54 0,-6-57-3112,11 64-1,-2-59-8970</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7.104"/>
    </inkml:context>
    <inkml:brush xml:id="br0">
      <inkml:brushProperty name="width" value="0.035" units="cm"/>
      <inkml:brushProperty name="height" value="0.035" units="cm"/>
    </inkml:brush>
  </inkml:definitions>
  <inkml:trace contextRef="#ctx0" brushRef="#br0">29 26 13301,'-29'-25'8689,"48"30"-7689,-3 1-732,0 11-412,0 0-688,3 3-916,13 9-920,-1-1-2645,4 10-4256</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7.696"/>
    </inkml:context>
    <inkml:brush xml:id="br0">
      <inkml:brushProperty name="width" value="0.035" units="cm"/>
      <inkml:brushProperty name="height" value="0.035" units="cm"/>
    </inkml:brush>
  </inkml:definitions>
  <inkml:trace contextRef="#ctx0" brushRef="#br0">0 188 13757,'8'-24'1015,"-7"19"-677,0 0 0,0 0 0,1 0 0,0 1 0,0-1 0,0 1 0,1-1 0,-1 1 0,1 0 0,0 0 0,0 0 0,1 0 0,5-5 0,13-18 3597,-19 23-3403,0 0 1,0 0-1,0 0 1,1 0-1,-1 0 1,1 1-1,0-1 1,7-4-1,-3 4-308,0 0 1,0 0-1,0 0 0,0 1 0,0 0 0,1 1 1,0 0-1,-1 0 0,1 1 0,0 0 0,14 1 1,-18 0-152,-1 1 1,1 0 0,-1 0 0,1 0 0,-1 0 0,0 1-1,0 0 1,0 0 0,0 0 0,0 0 0,0 1-1,0 0 1,-1-1 0,1 1 0,-1 0 0,0 1 0,0-1-1,0 1 1,0-1 0,-1 1 0,1 0 0,-1 0-1,0 0 1,2 8 0,2 7-74,-1 0 0,-1 0 0,0 0 0,-2 1 0,0-1 0,-1 1 0,-4 37 0,1-32 0,2 1 0,1 0 0,6 43 0,-5-62-11,0-1 0,0 1 0,0-1 0,1 0 0,0 0 0,0 0 0,1 0 0,-1 0 0,1-1 0,1 1 0,-1-1 0,1 0 0,-1-1 0,12 9 0,1-1-75,2-1 1,-1-1-1,28 11 1,-26-13 14,-2 1 1,1 0 0,18 14-1,-36-22 52,0 0-1,0 0 0,0 0 1,0 0-1,0 0 0,-1 0 1,1 0-1,0 1 0,-1-1 1,1 0-1,0 0 0,-1 1 1,0-1-1,1 0 0,-1 1 1,0-1-1,0 0 1,1 1-1,-1-1 0,0 1 1,0-1-1,-1 0 0,1 1 1,0-1-1,0 0 0,-1 1 1,0 1-1,-17 32-234,8-26 178,0 1 0,0-1 0,0-1 0,-1 1 0,0-2 0,-1 0 0,0 0 0,-14 5 0,-1 2-62,-290 137-1092,281-135 1147,-3 5-86,37-18 138,9-2 26,61-16 127,94-32 219,301-134 0,-398 148-247,-1-2 0,-2-3 0,-1-3 0,-2-2 0,-3-3 0,77-79-1,-131 123-75,-1 1-1,1-1 0,0 0 1,-1 0-1,1 0 0,-1 0 1,0 0-1,0 0 0,1 0 1,-1-1-1,-1 1 0,1 0 0,0-1 1,-1 1-1,1 0 0,-1-1 1,0 1-1,1-1 0,-1 1 1,0-1-1,-1-2 0,0 4-14,1 0 0,-1 0-1,0-1 1,0 1 0,0 0-1,0 0 1,0 0 0,0 0-1,0 0 1,0 0 0,0 0-1,-1 0 1,1 1 0,0-1 0,0 0-1,-1 1 1,1-1 0,-1 1-1,1-1 1,-1 1 0,1 0-1,0-1 1,-1 1 0,1 0-1,-1 0 1,1 0 0,-1 0-1,1 0 1,-1 1 0,1-1-1,-1 0 1,1 1 0,-2 0-1,-22 4-174,1 1 0,0 2 0,1 0-1,-1 1 1,1 1 0,1 2 0,0 0-1,1 1 1,0 1 0,-22 21 0,37-29-361,0 1 1,0 0 0,-8 14-1,11-16 292,1-1-303,5-3 49,-1 0 610,0 1 0,1-1 0,-1 0 0,1-1 0,-1 1-1,1 0 1,-1-1 0,1 0 0,-1 1 0,1-1 0,0 0 0,-1 0 0,1 0 0,0-1 0,-1 1 0,1-1-1,-1 1 1,1-1 0,-1 0 0,1 0 0,-1 0 0,0 0 0,1-1 0,2-1 0,6-2 417,-9 4-419,0 0-1,1 0 1,-1 0-1,0 0 1,0 1-1,0-1 1,1 1-1,-1 0 1,0 0-1,0 0 1,1 0-1,-1 0 1,0 0 0,0 0-1,1 1 1,-1-1-1,0 1 1,0-1-1,0 1 1,1 0-1,-1 0 1,0 0-1,0 0 1,-1 1-1,1-1 1,0 0-1,0 1 1,0-1 0,1 3-1,4 5-16,-1-1 0,0 1-1,-1 0 1,1 1 0,3 10 0,7 13-449,-9-22-882,1 0-1,0-1 0,0 1 1,15 13-1,-16-18-163,0-1 0,0 0 0,0-1 0,0 1 0,1-1 0,0-1 0,-1 1 0,12 2 0,29 6-9314</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7.884"/>
    </inkml:context>
    <inkml:brush xml:id="br0">
      <inkml:brushProperty name="width" value="0.035" units="cm"/>
      <inkml:brushProperty name="height" value="0.035" units="cm"/>
    </inkml:brush>
  </inkml:definitions>
  <inkml:trace contextRef="#ctx0" brushRef="#br0">166 21 13025,'-1'-1'160,"1"-1"0,-1 1 0,1 0-1,-1 0 1,1 0 0,-1 0 0,1 0 0,-1 0 0,0 0-1,0 0 1,0 0 0,1 1 0,-1-1 0,0 0-1,0 0 1,0 1 0,0-1 0,0 0 0,0 1 0,0-1-1,-1 1 1,1 0 0,0-1 0,0 1 0,0 0 0,0 0-1,-1 0 1,1-1 0,0 1 0,0 0 0,0 1-1,-1-1 1,1 0 0,0 0 0,0 0 0,0 1 0,0-1-1,-1 1 1,1-1 0,0 1 0,0-1 0,0 1-1,0-1 1,0 1 0,-1 1 0,-2 1 326,1 1-1,0 0 1,0-1 0,0 1-1,0 0 1,0 1 0,1-1-1,0 0 1,0 1 0,0-1-1,-1 7 1,-37 172 5118,4 100-5155,33-132-4450,3-86-291,-2-1-4262,-3-18-3873</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071"/>
    </inkml:context>
    <inkml:brush xml:id="br0">
      <inkml:brushProperty name="width" value="0.035" units="cm"/>
      <inkml:brushProperty name="height" value="0.035" units="cm"/>
    </inkml:brush>
  </inkml:definitions>
  <inkml:trace contextRef="#ctx0" brushRef="#br0">1 195 11293,'3'-1'295,"0"0"-1,0 0 1,0-1-1,0 1 1,0 0-1,-1-1 1,1 0-1,0 0 1,-1 1-1,1-2 1,-1 1-1,0 0 1,1 0-1,-1-1 1,2-3-1,25-22 2063,2 9-393,0 2 0,1 1 0,44-15 1,-38 19-1138,0 1 0,0 3 0,1 0 0,0 3 0,45-1 1,-76 5-770,0 1 1,0 0 0,0 1-1,0 0 1,0 0 0,0 0 0,0 1-1,-1 1 1,1-1 0,0 1-1,-1 0 1,0 1 0,0 0 0,0 0-1,0 1 1,-1-1 0,1 1-1,-1 1 1,0-1 0,-1 1 0,0 0-1,0 1 1,0-1 0,0 1 0,-1 0-1,5 11 1,16 40-1340,23 47-3516,-38-91 2492,-8-12 1059,-1 0 0,1 0 0,0 0 0,1 0 0,-1-1-1,0 1 1,0-1 0,5 2 0,14 8-8939</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182"/>
    </inkml:context>
    <inkml:brush xml:id="br0">
      <inkml:brushProperty name="width" value="0.035" units="cm"/>
      <inkml:brushProperty name="height" value="0.035" units="cm"/>
    </inkml:brush>
  </inkml:definitions>
  <inkml:trace contextRef="#ctx0" brushRef="#br0">1 218 12453,'47'-97'1844,"-34"62"-244,9 13-243,0 2-281,-9 14-296,6-8-336,6 2-468,4 6-448,0 1-908,2 5-457,14 11-2787,-17 3-3609</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450"/>
    </inkml:context>
    <inkml:brush xml:id="br0">
      <inkml:brushProperty name="width" value="0.035" units="cm"/>
      <inkml:brushProperty name="height" value="0.035" units="cm"/>
    </inkml:brush>
  </inkml:definitions>
  <inkml:trace contextRef="#ctx0" brushRef="#br0">163 21 11501,'-11'20'2039,"0"0"-1,-2-1 0,0-1 1,-17 19-1,13-16-1066,9-9-390,-1 0 0,2 1 0,0 0 1,0 1-1,1-1 0,-6 23 0,9-27-419,1 0-1,-1 1 1,2-1-1,-1 1 1,2-1-1,-1 1 0,1 0 1,1-1-1,-1 1 1,5 16-1,-4-22-154,1 0-1,0-1 1,-1 1-1,1-1 0,1 0 1,-1 1-1,0-1 1,1 0-1,0 0 0,0-1 1,0 1-1,0 0 1,0-1-1,0 0 1,1 0-1,-1 0 0,1 0 1,-1 0-1,1-1 1,0 0-1,-1 0 0,1 0 1,0 0-1,0 0 1,0-1-1,0 1 1,0-1-1,0 0 0,7-1 1,-6 0 22,1 1 1,-1-1-1,0 0 1,1 0-1,-1-1 1,0 1-1,0-1 1,1 0-1,-2-1 1,1 1-1,0-1 1,0 0-1,-1 0 1,1 0-1,-1-1 1,0 0-1,0 0 1,-1 0-1,1 0 1,-1 0-1,4-7 1,-2 0 79,-1-1 1,-1 0-1,0 0 1,0 0 0,-1 0-1,-1 0 1,0 0-1,-1 0 1,0-1-1,-1 1 1,0 0-1,-1 0 1,-5-20 0,-6-12-1073,-2 1 0,-25-53 0,34 83 142,5 11-808</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789"/>
    </inkml:context>
    <inkml:brush xml:id="br0">
      <inkml:brushProperty name="width" value="0.035" units="cm"/>
      <inkml:brushProperty name="height" value="0.035" units="cm"/>
    </inkml:brush>
  </inkml:definitions>
  <inkml:trace contextRef="#ctx0" brushRef="#br0">30 40 13577,'-29'-40'13676,"39"58"-10705,-3-7-2268,8 16-428,-2 1-1,-1 0 1,-2 1-1,12 48 1,-20-68-551,2 0 1,-1 0-1,1-1 1,0 1-1,1-1 1,0 0-1,0 0 1,8 10-1,-12-17 255,0 0-1,0-1 1,0 1-1,0 0 1,0 0-1,0-1 1,0 1-1,0-1 1,0 1-1,0 0 1,0-1-1,1 0 1,-1 1-1,0-1 1,0 0-1,0 0 1,1 0-1,-1 1 1,0-1-1,0-1 1,1 1-1,-1 0 1,0 0-1,0 0 1,0-1-1,1 1 1,0-1-1,29-17 415,-31 18-393,61-48 562,-30 22 86,2 1 1,1 1-1,72-36 1,-91 53-649,1 1 0,0 1 0,0 0 0,0 1 0,0 1 0,18-1 0,-24 3 0,0 1 0,0 1 0,0-1 0,0 2 0,0-1 0,-1 2 0,1-1 0,0 1 0,-1 1 0,0-1 0,11 7 0,-9-3-259,0 0 1,0 1-1,-1 0 1,0 0-1,0 1 0,10 13 1,43 63-4272,-52-66 3062,2-1 1,0 0 0,1-1-1,0-1 1,1 0 0,25 19-1,-9-14-11703</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899"/>
    </inkml:context>
    <inkml:brush xml:id="br0">
      <inkml:brushProperty name="width" value="0.035" units="cm"/>
      <inkml:brushProperty name="height" value="0.035" units="cm"/>
    </inkml:brush>
  </inkml:definitions>
  <inkml:trace contextRef="#ctx0" brushRef="#br0">35 84 13077,'-31'0'7721,"31"-17"-5821,-4 0 792,20 8-2064,0 3-896,0 1-476,3 5-620,3-9-972,-3-2-688,0 8-2433,0-3-4384</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2.966"/>
    </inkml:context>
    <inkml:brush xml:id="br0">
      <inkml:brushProperty name="width" value="0.035" units="cm"/>
      <inkml:brushProperty name="height" value="0.035" units="cm"/>
    </inkml:brush>
  </inkml:definitions>
  <inkml:trace contextRef="#ctx0" brushRef="#br0">32 9 9665,'-31'-9'10977,"85"11"4029,-31-1-14285,-4 0-4399,1777 40 3754,-1047-20-76,-743-22-452,-8 0-799,-19-3-3015,-25-4-6896</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3.509"/>
    </inkml:context>
    <inkml:brush xml:id="br0">
      <inkml:brushProperty name="width" value="0.035" units="cm"/>
      <inkml:brushProperty name="height" value="0.035" units="cm"/>
    </inkml:brush>
  </inkml:definitions>
  <inkml:trace contextRef="#ctx0" brushRef="#br0">1 77 10761,'5'-12'1524,"0"1"1,1 0-1,10-14 1,-11 19 4135,-5 6-5470,1-1-1,0 0 1,-1 0 0,1 0 0,0 1-1,0-1 1,0 0 0,-1 0 0,1 1 0,0-1-1,0 1 1,0-1 0,0 1 0,0-1-1,0 1 1,0 0 0,0 0 0,0-1 0,0 1-1,0 0 1,0 0 0,0 0 0,0 0 0,1 0-1,-1 0 1,0 0 0,0 0 0,0 1-1,0-1 1,0 0 0,0 1 0,0-1 0,0 1-1,0-1 1,0 1 0,0-1 0,-1 1-1,1 0 1,0-1 0,0 1 0,0 0 0,-1 0-1,1-1 1,0 1 0,-1 0 0,1 0 0,-1 0-1,1 0 1,-1 0 0,1 0 0,-1 0-1,0 0 1,1 1 0,1 4-190,-1-1 0,1 1 0,-1 0 0,0-1 0,0 1 0,-1 0 0,1 0 0,-2 0 0,0 8 0,1 3 0,-7 169 0,2-90 0,8 105 0,0-170 0,1 1 0,2-2 0,0 1 0,2-1 0,2 0 0,1 0 0,20 40 0,-18-46 0,1 0 0,2 0 0,0-2 0,1 0 0,1 0 0,1-2 0,33 28 0,-38-38 0,1 1 0,0-2 0,1 0 0,0 0 0,0-2 0,1 0 0,0-1 0,0-1 0,1 0 0,0-1 0,-1-1 0,31 1 0,-27-4 0,0 0 0,0-2 0,0 0 0,0-2 0,-1 0 0,0-1 0,1-1 0,24-11 0,-20 5 0,0-1 0,0-2 0,-1 0 0,-1-1 0,34-32 0,-24 16 0,-2-1 0,-2-2 0,0-1 0,-3-1 0,-1-2 0,-2 0 0,27-63 0,-14 8-938,30-132 0,6-14-1741,-51 195-2350,-6 22-1799,-4 9-6543</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3.835"/>
    </inkml:context>
    <inkml:brush xml:id="br0">
      <inkml:brushProperty name="width" value="0.035" units="cm"/>
      <inkml:brushProperty name="height" value="0.035" units="cm"/>
    </inkml:brush>
  </inkml:definitions>
  <inkml:trace contextRef="#ctx0" brushRef="#br0">1 384 14445,'13'-15'1168,"-9"11"-685,-1 0-1,1-1 1,-1 1-1,0-1 1,-1 1-1,1-1 1,-1 0-1,0 0 1,2-6 0,1 1 401,0 1-1,1 0 1,0 1 0,1-1 0,-1 1 0,2 0 0,-1 1 0,1 0 0,0 0 0,18-11 0,-11 7 69,0-1-653,125-93 1114,-116 89-1430,2 2 1,-1 0-1,45-16 1,-62 27 15,0 0 0,0 1 0,0 0 0,0 0 0,1 1 0,-1 0 0,0 1 0,1 0 0,-1 0 0,0 1 0,0 0 0,1 0 0,-1 1 0,0 0 0,0 0 0,0 1 0,0 0 0,-1 0 0,1 1 0,-1 0 0,0 0 0,0 1 0,0 0 0,-1 0 0,0 1 0,0 0 0,0 0 0,-1 0 0,1 1 0,-1-1 0,-1 1 0,0 0 0,0 1 0,0-1 0,-1 1 0,0 0 0,0 0 0,3 16 0,-2-6 0,-1 1 0,0-1 0,-1 1 0,-1-1 0,-1 1 0,0 0 0,-2-1 0,0 1 0,-1 0 0,-1-1 0,0 0 0,-2 0 0,-12 29 0,3-19-94,0-1 0,-2 0 0,-1-1 0,-1-1 0,-1-1 0,-1 0 0,-34 28 0,34-34-181,-1-1 0,-1-1 1,-1-1-1,0-1 0,0-1 0,-2-2 0,1 0 0,-46 12 0,60-21-2336</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4.127"/>
    </inkml:context>
    <inkml:brush xml:id="br0">
      <inkml:brushProperty name="width" value="0.035" units="cm"/>
      <inkml:brushProperty name="height" value="0.035" units="cm"/>
    </inkml:brush>
  </inkml:definitions>
  <inkml:trace contextRef="#ctx0" brushRef="#br0">1 345 13357,'54'0'3911,"0"-3"0,90-16 0,-96 11-2684,82-18 1363,-110 21-2128,-1-1 0,1-1 0,-1-1-1,24-13 1,-37 17-419,-1 0 0,0 0 0,0-1 1,0 1-1,-1-1 0,1 0 0,-1 0 0,0-1 0,-1 1 0,1-1 0,-1 0 0,0 0 0,-1 0 0,1 0 0,-1-1 0,-1 1 1,1-1-1,-1 1 0,0-1 0,0 1 0,-1-1 0,0 0 0,0 1 0,-1-1 0,1 0 0,-1 1 0,-1-1 0,1 1 0,-1 0 1,-1-1-1,1 1 0,-1 0 0,0 0 0,0 0 0,-5-6 0,5 10-43,1-1 0,-1 1 0,0 0 0,0 0 0,0 0 0,0 1 0,0-1 0,0 1 0,-1-1 0,1 1 0,0 0 0,-1 0 0,1 1 0,-1-1 0,1 1 0,-1-1 0,1 1 0,-1 0 0,-4 1 0,-6 1 0,-1 0 0,1 0 0,-16 6 0,16-4 0,0 1 0,0 0 0,0 1 0,1 1 0,0 0 0,-19 13 0,-7 6 0,2 2 0,-50 46 0,70-57-47,0 1-1,1 1 1,1 1-1,1 0 1,1 0-1,0 1 1,2 1-1,-16 41 1,24-55 3,0 1-1,1 0 1,0 0 0,1 0-1,-1 0 1,2 0 0,-1 0-1,1 0 1,0 0 0,1 0-1,0 1 1,1-1 0,0-1-1,0 1 1,1 0 0,0 0-1,1-1 1,0 0 0,0 0-1,0 0 1,1 0 0,1 0-1,-1-1 1,1 0 0,0 0-1,10 7 1,0-1-555,2-1 1,0-1-1,0 0 0,0-2 1,2 0-1,-1-1 0,1-1 1,32 8-1,175 23-8101,-179-32 5688,84 11-8047</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4.684"/>
    </inkml:context>
    <inkml:brush xml:id="br0">
      <inkml:brushProperty name="width" value="0.035" units="cm"/>
      <inkml:brushProperty name="height" value="0.035" units="cm"/>
    </inkml:brush>
  </inkml:definitions>
  <inkml:trace contextRef="#ctx0" brushRef="#br0">709 1150 11673,'2'-3'2253,"0"0"-1863,-1 0-1,1 0 1,-1 0 0,0 0-1,0 0 1,0 0 0,0-1 0,0 1-1,-1 0 1,1 0 0,-1-1-1,0 1 1,0 0 0,-1-6-1,0 3 259,-1 1-1,0-1 0,-1 0 0,1 1 0,-1-1 1,0 1-1,-8-10 0,4 6-511,-1-1-1,1 1 1,-2 1 0,1 0 0,-1 0-1,-1 0 1,1 2 0,-1-1 0,0 1-1,-1 0 1,-13-5 0,9 6 194,0 0 0,0 1 1,-1 1-1,1 0 0,-1 1 0,0 1 1,-28 1-1,18 2-8,1 1 1,1 1-1,-1 2 1,0 0-1,1 2 1,1 0-1,-1 2 1,1 1-1,1 0 1,-34 24-1,44-26-322,1 0 0,0 1 0,1 0 0,0 0 0,0 1 0,1 1 0,1-1 0,0 1 0,-8 16 0,13-22 0,0 0 0,0 1 0,1-1 0,0 0 0,0 1 0,1 0 0,0-1 0,0 1 0,0 0 0,1-1 0,0 1 0,0 0 0,1-1 0,0 1 0,0 0 0,1-1 0,-1 1 0,1-1 0,1 1 0,-1-1 0,7 11 0,-4-9-22,1 0 0,0 0 0,1 0-1,-1 0 1,1-1 0,1 0 0,0-1 0,0 0 0,0 0-1,0-1 1,1 1 0,17 6 0,-14-8-42,0 0 0,0-1 0,1-1 1,-1 0-1,1 0 0,0-1 0,-1-1 0,1 0 0,15-3 1,-3-1-26,-1-1 1,0-1-1,-1-2 1,1 0 0,-2-1-1,1-1 1,-1-2-1,-1 0 1,0-1 0,21-17-1,9-14 167,-3-2-1,-1-2 1,-2-2-1,74-108 1,119-244 1213,-228 383-1225,44-82 29,154-261-36,-175 316-59,-16 30 0,-17 16 0,1 0 0,-1 0 0,1-1 0,-1 1 0,1 0 0,-1 0 0,1 0 0,-1 0 0,0 0 0,1 0 0,-1 0 0,1 0 0,-1 0 0,1 0 0,-1 0 0,1 0 0,-1 0 0,1 0 0,-1 0 0,0 1 0,1-1 0,-1 0 0,1 0 0,-1 0 0,1 1 0,0 1 0,0 0 0,0-1 0,0 1 0,0 0 0,0 0 0,0 0 0,0 0 0,-1 0 0,1 0 0,-1 0 0,0 0 0,1 0 0,-1 1 0,0-1 0,-1 3 0,-1 23 0,-2-1 0,-1 1 0,-2-1 0,0-1 0,-22 51 0,15-39 0,-183 392 0,98-231 0,-15 26-3198,-37 81-8441,101-179-3307</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5.412"/>
    </inkml:context>
    <inkml:brush xml:id="br0">
      <inkml:brushProperty name="width" value="0.035" units="cm"/>
      <inkml:brushProperty name="height" value="0.035" units="cm"/>
    </inkml:brush>
  </inkml:definitions>
  <inkml:trace contextRef="#ctx0" brushRef="#br0">193 107 14885,'8'-22'972,"17"-33"3506,-23 52-3621,0 0 0,0 0 1,1 0-1,0 0 0,-1 0 1,1 0-1,6-4 0,-7 6 1450,-1 4-397,2 3-1821,-1 0 0,-1 0 0,1 0 0,-1 0 0,0 0-1,0 0 1,-1 1 0,1-1 0,-1 0 0,-2 11 0,-2 8 90,-9 33 0,5-29-158,-70 275-21,-42 190 0,103-396-1950,4 1 0,1 100 0,13-130-6889,7-5-6255</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5.756"/>
    </inkml:context>
    <inkml:brush xml:id="br0">
      <inkml:brushProperty name="width" value="0.035" units="cm"/>
      <inkml:brushProperty name="height" value="0.035" units="cm"/>
    </inkml:brush>
  </inkml:definitions>
  <inkml:trace contextRef="#ctx0" brushRef="#br0">0 137 13429,'36'-22'795,"-13"9"20,0 0 0,0 1 0,1 2 0,25-8-1,-8 5 779,0 2 0,0 2 0,47-4 0,-73 12-1322,0 0 1,1 1-1,-1 0 1,0 1-1,1 1 1,-1 0 0,0 2-1,0-1 1,-1 2-1,1 0 1,26 13 0,-34-13-204,1 0-1,-2 1 1,1-1 0,0 2 0,-1-1 0,0 1 0,-1-1 0,1 2 0,-1-1 0,-1 1 0,1-1 0,-1 1 0,4 12 0,2 12 96,0 0 0,6 44 0,2 8 56,-15-74-203,0 0 0,1-1 0,0 1 0,0-1 0,1 0 0,1-1 0,-1 1 0,1-1 0,1 0 0,-1 0 0,1-1 0,1 1 0,-1-2 0,1 1 1,1-1-1,12 7 0,-4-4-4,0-2 0,0 0 0,1-1 0,0 0 0,0-2 0,0 0 0,0-1 0,23 0 0,18 0-20,-1-3 0,113-13 1,-129 6 7,-1-2 0,1-1 1,-2-3-1,69-29 0,-101 38-3,0 0-1,0 0 0,-1-1 1,0 0-1,1-1 0,-2 1 1,1-1-1,-1-1 0,11-12 0,-15 16 4,0-1-1,0 1 0,0 0 1,-1 0-1,0-1 0,1 1 1,-1-1-1,0 0 0,-1 1 0,1-1 1,-1 0-1,1 1 0,-1-1 1,0 0-1,-1 1 0,1-1 0,0 0 1,-1 1-1,0-1 0,0 0 1,0 1-1,0 0 0,-1-1 1,0 1-1,-3-6 0,-2-1-1,0 0 0,-1 1-1,-1 0 1,0 0 0,0 1 0,0 0-1,-1 1 1,0 0 0,-1 0 0,0 1-1,0 0 1,-13-4 0,-14-4-71,-1 1 0,-52-10-1,36 12-706,-1 2-1,-88-2 1,101 11-1100,-44 6 0,55-2-2692,-60 17 0,27 1-6940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6.113"/>
    </inkml:context>
    <inkml:brush xml:id="br0">
      <inkml:brushProperty name="width" value="0.035" units="cm"/>
      <inkml:brushProperty name="height" value="0.035" units="cm"/>
    </inkml:brush>
  </inkml:definitions>
  <inkml:trace contextRef="#ctx0" brushRef="#br0">1 216 16013,'0'-1'53,"1"-15"1138,0 0-1,8-30 0,-7 40-639,0-1-1,1 1 1,0 0 0,0-1-1,0 2 1,1-1 0,0 0-1,0 1 1,1-1 0,6-5-1,-4 4-407,1 0-1,0 1 0,0 0 1,0 1-1,1 0 0,0 0 0,0 1 1,0 0-1,0 0 0,1 1 1,-1 1-1,12-3 0,-7 4 152,0 0-1,0 1 1,0 0 0,0 1-1,0 0 1,-1 1-1,27 7 1,-10 2 116,0 1 1,-1 1 0,0 1-1,-1 2 1,-1 0-1,48 40 1,-59-43-411,0 0 0,-1 2 0,0 0 0,-2 0 0,1 1 0,-2 1 0,0 0 0,-2 1 0,0 0 0,0 1 0,-2 0 0,0 0 0,-1 1 0,-1 0 0,-1 0 0,-1 0 0,1 23 0,-3-12 0,-2 1 0,-1-1 0,-2 1 0,-1-1 0,-1 0 0,-2 0 0,-1-1 0,-1 1 0,-2-2 0,-1 1 0,-1-2 0,-2 0 0,-26 38 0,41-65 0,-1 0 0,1 0 0,-1 0 0,1 0 0,-1 0 0,0 0 0,1 0 0,-1-1 0,0 1 0,0 0 0,0 0 0,0-1 0,0 1 0,1-1 0,-1 1 0,0-1 0,0 1 0,0-1 0,-2 1 0,-3-6 0,6 4 0,-1 0 0,0 0 0,0 0 0,0-1 0,0 1 0,1 0 0,-1-1 0,1 1 0,-1 0 0,1-1 0,-1 1 0,1-1 0,0 1 0,0 0 0,0-1 0,-1 1 0,1-1 0,1 1 0,-1-1 0,0 1 0,0-1 0,1 1 0,-1 0 0,0-1 0,1 1 0,0-2 0,22-42 0,-17 34 0,25-38-12,3 1 0,62-68 0,-61 75-107,122-134-3228,9 7-3565,-80 92-364,2 11-4817</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7.014"/>
    </inkml:context>
    <inkml:brush xml:id="br0">
      <inkml:brushProperty name="width" value="0.035" units="cm"/>
      <inkml:brushProperty name="height" value="0.035" units="cm"/>
    </inkml:brush>
  </inkml:definitions>
  <inkml:trace contextRef="#ctx0" brushRef="#br0">0 910 9413,'17'3'1206,"0"0"0,0 0 0,1-2 0,-1 0-1,0-1 1,30-4 0,112-34 4742,-58 6-2432,162-74-1,-254 101-3346,0 0 0,0-1 0,0 1-1,-1-2 1,0 1 0,10-12-1,-16 17-132,0-1-1,-1 0 0,1 0 1,-1 0-1,0 0 1,0 0-1,0 0 0,0 0 1,0 0-1,0 0 1,0-1-1,-1 1 0,1 0 1,-1-5-1,0 6-26,0-1 1,-1 0-1,1 1 0,-1-1 0,1 1 1,-1-1-1,0 1 0,1-1 0,-1 1 1,0-1-1,0 1 0,0 0 0,0-1 1,-1 1-1,1 0 0,0 0 0,0 0 1,-1 0-1,1 0 0,-1 0 0,1 0 1,-1 0-1,-1 0 0,-5-2-9,0 1 0,1 0 0,-1 1 0,0 0 0,0 0 0,0 1 0,0 0 0,-13 1 0,21-1 0,-19 2 0,0 1 0,0 0 0,1 2 0,-1 0 0,1 1 0,1 1 0,-1 0 0,1 2 0,0 0 0,1 0 0,-17 14 0,15-10 0,2 1 0,0 1 0,0 0 0,1 1 0,1 0 0,1 2 0,0-1 0,2 1 0,-14 27 0,20-34 0,1-1 0,0 1 0,0 1 0,1-1 0,1 0 0,0 1 0,0-1 0,1 1 0,1 0 0,0 16 0,2-19 0,-1-1 0,1 0 0,0 0 0,1 0 0,0 0 0,0 0 0,0-1 0,1 1 0,1-1 0,-1 0 0,1 0 0,0 0 0,1-1 0,-1 0 0,8 6 0,3 1-15,0-2 0,1 0 1,1-1-1,-1 0 0,2-2 0,-1 0 1,1-1-1,0-1 0,39 7 1,9-2-150,107 4 1,-67-13-17,0-6 0,0-3 1,-1-6-1,183-45 0,-247 46 248,1-1 0,-2-2 1,0-2-1,-1-2 0,0-2 0,51-36 0,-78 48-21,-1-2 1,0 0-1,-1 0 1,-1-1-1,1 0 1,-2-1-1,0 0 0,0 0 1,9-23-1,-15 30-32,-1 1-1,0-1 0,0 0 1,-1 0-1,0 0 0,0 0 1,0 0-1,-1 0 0,0-1 1,0 1-1,-2-12 0,1 14-6,-1-1-1,1 1 0,-1-1 1,0 1-1,-1 0 0,1 0 1,-1 0-1,1 0 0,-1 0 1,0 1-1,-1-1 1,1 1-1,0 0 0,-1-1 1,0 2-1,0-1 0,-5-2 1,0 0-10,0 1 1,-1 0 0,1 1-1,-1 0 1,0 1 0,0 0-1,0 0 1,0 1 0,0 0-1,0 1 1,-1 0-1,1 1 1,-14 2 0,-9 3 15,0 2 1,-55 20-1,55-15-67,0 1-1,1 2 0,1 1 1,-47 34-1,61-38-41,-1 1-1,2 1 1,0 0-1,1 2 1,0-1 0,2 2-1,0 0 1,-16 28 0,28-43 73,0-1 1,0 0 0,1 0 0,-1 0 0,0 1 0,1-1-1,0 0 1,-1 1 0,1-1 0,0 0 0,0 1 0,0-1 0,1 0-1,-1 1 1,1-1 0,-1 0 0,1 0 0,0 1 0,0-1-1,-1 0 1,2 0 0,-1 0 0,0 0 0,0 0 0,1 0-1,1 2 1,0-1-16,0 0 0,1 0-1,-1 0 1,0 0-1,1-1 1,0 1 0,-1-1-1,1 0 1,0 0-1,0 0 1,0-1 0,6 2-1,8 0-142,0-2 1,1 1-1,-1-2 0,1-1 0,-1 0 1,32-7-1,106-33-638,-123 30 737,0-1-1,-1-1 1,-1-2-1,0-1 1,-2-2 0,33-24-1,-43 26 161,0 0 0,-1-1 0,0-1 0,-2-1 0,0 0 0,-1-2 0,-1 1 0,-1-2-1,13-29 1,15-53 468,-6-1-1,26-125 0,-10 35 408,-23 79-175,-27 113-614,-2 31 194,-41 298-171,8-101-138,29-176-52,-2-4-19,3 0 1,2 76 0,3-110 9,0 1 1,0-1 0,1 0-1,1-1 1,-1 1-1,2 0 1,-1-1 0,2 1-1,-1-1 1,2 0 0,-1-1-1,1 1 1,0-1 0,1 0-1,0-1 1,10 10 0,-8-12-51,0 0 1,0 0-1,0-1 0,0 0 1,1-1-1,0 0 1,0-1-1,0 0 0,0 0 1,1-1-1,-1 0 1,1-1-1,-1 0 1,1-1-1,0 0 0,20-4 1,-9 1-6,0-1 0,0-1 0,0-1 0,-1-2 0,0 0 0,38-20 0,-27 8 2,-1-1 0,50-44 0,48-59 294,-61 57 360,-61 61-438,0-1 0,1 2 0,14-10-1,-19 13-100,-2 3-32,0-1-1,0 0 0,-1 1 0,1-1 1,0 1-1,0 0 0,-1-1 0,1 1 1,0-1-1,-1 1 0,1 0 0,-1 0 1,1-1-1,-1 1 0,1 0 1,-1 0-1,1 0 0,-1-1 0,0 1 1,1 1-1,-1-1 6,3 6-17,0 0-1,0 0 1,-1 1-1,0 0 1,-1-1-1,2 16 1,-2-12-9,1 0-1,0 0 1,6 17 0,-4-18 2,-3-4 0,2 0 0,-1-1 0,1 1 0,0 0 0,0-1 0,0 1 0,1-1 0,0 0 0,0 0 0,5 4 0,0-1 0,1 0 0,0-1 0,0-1 0,0 0 0,0 0 0,1-1 0,0 0 0,0-1 0,1 0 0,-1 0 0,1-2 0,-1 1 0,24 0 0,-13-3 0,0-1 0,0-1 0,0-1 0,0-1 0,0 0 0,-1-2 0,0-1 0,0-1 0,0 0 0,-1-2 0,-1 0 0,1-1 0,-2-1 0,28-22 0,-15 14 0,-15 16 0,-11 10 0,-7 7 0,2-13 0,-2 10-514,-1 0-1,0-1 1,0 1-1,-1-1 1,-6 11-1,-14 38-5249,23-54 5266,0 0-1,0 0 1,1-1-1,-1 1 1,1 0-1,0 0 1,0 0-1,0 0 1,1 0-1,-1 0 1,1-1 0,0 1-1,2 4 1,15 17-13456</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7.355"/>
    </inkml:context>
    <inkml:brush xml:id="br0">
      <inkml:brushProperty name="width" value="0.035" units="cm"/>
      <inkml:brushProperty name="height" value="0.035" units="cm"/>
    </inkml:brush>
  </inkml:definitions>
  <inkml:trace contextRef="#ctx0" brushRef="#br0">86 1 15509,'-3'1'3086,"0"1"-2367,1-1 0,-1 1 0,0 0 1,0 0-1,1 0 0,-1 0 0,1 0 0,0 0 0,0 1 0,0-1 1,0 1-1,-2 3 0,1 0 64,1 0 1,0 0-1,0 0 0,1 0 1,-2 13-1,-14 61-652,11-54-123,-7 51 1,13-69-11,0 1-1,0 0 1,0-1 0,1 1 0,1-1-1,-1 1 1,1-1 0,1 0-1,-1 0 1,5 9 0,-3-12 2,-1 0 0,1 0 0,0 0 0,0 0 0,0-1 0,1 0 0,-1 0 0,1 0 0,0 0 0,0-1 0,1 0 0,-1 0 0,1 0 0,-1-1 0,1 0 0,0 0 0,0 0 0,7 1 0,4 0 0,1 0 0,-1-1 0,1-1 0,0 0 0,18-3 0,1-1 0,0-2 0,0-1 0,0-2 0,-1-1 0,0-3 0,-1 0 0,66-35 0,-92 42 0,0-2 0,0 1 0,-1-1 0,0-1 0,9-10 0,-15 16 0,0-1 0,0 1 0,-1 0 0,1-1 0,-1 0 0,1 1 0,-1-1 0,0 0 0,0 0 0,1-4 0,-2 5 0,0 1 0,0 0 0,0-1 0,0 1 0,-1 0 0,1 0 0,0-1 0,0 1 0,-1 0 0,1 0 0,-1-1 0,1 1 0,-1 0 0,0 0 0,1 0 0,-1 0 0,0 0 0,0 0 0,0 0 0,0 0 0,0 0 0,0 0 0,0 1 0,-2-2 0,-1 0 0,0 0 0,0 1 0,0-1 0,0 1 0,0 0 0,-1 0 0,1 1 0,0-1 0,0 1 0,-1 0 0,1 0 0,0 1 0,-1-1 0,1 1 0,0 0 0,-5 1 0,-4 2 0,-1 1 0,1 0 0,-21 11 0,21-9 0,1 1 0,0 0 0,0 1 0,1 1 0,0-1 0,-18 24 0,23-26 0,1 0 0,0 0 0,0 1 0,0 0 0,1 0 0,1 1 0,-1-1 0,1 1 0,1-1 0,-1 1 0,1 0 0,0 11 0,2-15-228,0-1 0,0 1 0,0-1 0,1 1 0,0-1-1,0 1 1,0-1 0,0 1 0,1-1 0,0 0 0,0 0 0,0 0 0,0 0 0,1 0 0,-1 0 0,1-1-1,0 1 1,0-1 0,1 0 0,-1 0 0,1 0 0,-1 0 0,1-1 0,0 1 0,0-1 0,0 0-1,8 3 1,7 2-2041,1-1 0,0-1-1,0-1 1,39 4-1,32 0-9779</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8.182"/>
    </inkml:context>
    <inkml:brush xml:id="br0">
      <inkml:brushProperty name="width" value="0.035" units="cm"/>
      <inkml:brushProperty name="height" value="0.035" units="cm"/>
    </inkml:brush>
  </inkml:definitions>
  <inkml:trace contextRef="#ctx0" brushRef="#br0">276 106 15273,'-6'-9'717,"-11"-18"1275,17 26-1846,0-1-1,-1 1 0,1 0 1,0 0-1,0-1 0,0 1 1,0 0-1,0 0 0,0-1 1,0 1-1,1 0 0,-1 0 0,0-1 1,1 1-1,-1 0 0,1 0 1,-1 0-1,1 0 0,0-1 1,-1 1-1,1 0 0,0 0 1,1-1-1,6-9 2084,12-16 3592,-14 26-3508,-7 16-1379,-11 26-934,-2 0 0,-25 48 0,21-49 0,0 2 0,-102 253 0,102-242 0,2 0 0,3 1 0,-11 93 0,23-129 0,0 0 0,2 0 0,0 0 0,0 0 0,2 0 0,0 0 0,1-1 0,1 1 0,1-1 0,0 0 0,13 24 0,-11-28 0,0 0 0,1 0 0,0-1 0,1 0 0,1-1 0,0 0 0,0-1 0,1 0 0,0 0 0,1-1 0,0-1 0,0 0 0,24 9 0,-8-6 0,1-1 0,0-2 0,0-1 0,1-2 0,0-1 0,0-1 0,0-1 0,55-6 0,-49 1 0,0-3 0,0-1 0,-1-2 0,0-1 0,-1-2 0,66-31 0,-81 32 0,-1 0 0,0-1 0,0-1 0,-1-1 0,-1-1 0,-1 0 0,0-1 0,-1 0 0,0-2 0,-2 0 0,17-27 0,-22 29 0,0-1 0,-1 0 0,0 0 0,-1-1 0,-1 0 0,-1 0 0,-1 0 0,-1-1 0,0 1 0,-1-1 0,-1 1 0,-1-1 0,0 0 0,-5-20 0,-2 3-222,-2 0 0,-1 1 1,-2 0-1,-1 1 0,-2 0 0,-34-53 0,6 22-823,-4 2-1,-60-62 0,98 115-385,-3-6-732,4 3-6033</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8.450"/>
    </inkml:context>
    <inkml:brush xml:id="br0">
      <inkml:brushProperty name="width" value="0.035" units="cm"/>
      <inkml:brushProperty name="height" value="0.035" units="cm"/>
    </inkml:brush>
  </inkml:definitions>
  <inkml:trace contextRef="#ctx0" brushRef="#br0">1 426 13841,'30'32'1079,"-17"-21"-304,-1 2 1,-1 0 0,-1 0 0,13 19 0,-19-22-74,1-1 0,-2 1 0,1-1 0,-1 1 0,3 17 0,9 31 1648,-8-42-1852,2 8 231,2 0 1,16 28-1,-23-45-554,1 0 0,0-1 0,0 0-1,0 0 1,1 0 0,0 0-1,0-1 1,1 0 0,-1 0 0,1 0-1,12 5 1,-13-8-31,0 0 0,0 0 0,1-1 0,-1 0-1,1 0 1,-1-1 0,1 1 0,-1-1 0,1-1 0,-1 1 0,1-1-1,-1 0 1,0-1 0,1 1 0,-1-1 0,0-1 0,6-2 0,13-8-140,0-1 0,-1-1 0,-1-1 0,-1-1 0,0-1 1,-1-1-1,20-24 0,146-182-267,9-10-1061,-56 99-4956,-110 111 1004,42-28-1,-21 25-6086</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8.714"/>
    </inkml:context>
    <inkml:brush xml:id="br0">
      <inkml:brushProperty name="width" value="0.035" units="cm"/>
      <inkml:brushProperty name="height" value="0.035" units="cm"/>
    </inkml:brush>
  </inkml:definitions>
  <inkml:trace contextRef="#ctx0" brushRef="#br0">82 271 12245,'3'2'313,"0"0"-1,0 0 0,0 0 1,0-1-1,0 1 1,0-1-1,1 0 1,-1 0-1,1 0 1,-1 0-1,1 0 0,-1-1 1,1 1-1,-1-1 1,1 0-1,-1 0 1,1-1-1,0 1 1,-1-1-1,7-1 0,44-12 5663,-27 8-4089,47-17 0,-62 19-1464,0-1-1,0-1 0,0 0 1,0-1-1,-1 0 1,0-1-1,-1 0 0,0 0 1,16-18-1,-24 24-421,1-1 0,-1 0 0,-1 0 0,1 0 0,0 0 0,-1 0 0,1 0 0,-1 0 0,0 0 0,0-1 0,0 1 0,-1 0 0,1-1 0,-1 1 0,0-1 0,0 1 0,0 0 0,0-1 0,0 1 0,-1-1 0,0 1 0,0 0 0,0-1 0,0 1 0,0 0 0,0 0 0,-1 0 0,0 0 0,-3-5 0,1 3 0,1 0 0,-1 1 0,0 0 0,-1 0 0,1 0 0,-1 0 0,1 0 0,-1 1 0,0 0 0,-1 0 0,1 1 0,0-1 0,-1 1 0,1 0 0,-1 1 0,-6-2 0,-1 2 0,0 1 0,0 0 0,0 1 0,0 1 0,1 0 0,-1 1 0,1 0 0,-1 0 0,1 2 0,0-1 0,1 2 0,-1-1 0,1 2 0,0-1 0,0 2 0,1-1 0,-16 16 0,14-12 0,0 1 0,1 0 0,1 0 0,0 1 0,0 1 0,1 0 0,1 0 0,1 0 0,0 1 0,0 0 0,2 1 0,0-1 0,-5 26 0,8-26-116,1-1-1,1 1 1,0-1-1,1 1 1,1-1-1,0 1 1,0-1-1,2 0 1,0 0-1,0 0 1,2-1-1,-1 1 1,2-1-1,0 0 1,0-1-1,1 0 1,1 0-1,0-1 1,0 0-1,1 0 1,0-1 0,14 10-1,0 0-1153,1-1-1,2-1 1,0-1 0,32 15-1,78 34-7641,-41-26-2928</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8.946"/>
    </inkml:context>
    <inkml:brush xml:id="br0">
      <inkml:brushProperty name="width" value="0.035" units="cm"/>
      <inkml:brushProperty name="height" value="0.035" units="cm"/>
    </inkml:brush>
  </inkml:definitions>
  <inkml:trace contextRef="#ctx0" brushRef="#br0">1 106 13009,'0'0'2096,"3"-1"-141,-1 0-1686,1 0 1,0 1 0,-1-1 0,1 1 0,0-1-1,0 1 1,-1 0 0,1 0 0,0 0 0,0 1-1,-1-1 1,1 1 0,0-1 0,-1 1 0,5 2-1,-3-1-44,0 0 0,-1 1 0,0 0 0,0-1 0,0 1 0,0 0 0,0 0-1,0 1 1,-1-1 0,0 0 0,4 8 0,-1 0 112,0 0 0,-1 0 1,0 0-1,-1 0 0,-1 1 1,1 0-1,-2-1 0,0 1 1,0 0-1,-1 0 0,-1 13 1,-5 71 2949,6-92-2330,5-5-600,33-13-344,0-1 0,-1-2 1,61-38-1,47-22-23,-34 31-316,-7 4-3289,125-49-8281,-98 49-2050</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9.467"/>
    </inkml:context>
    <inkml:brush xml:id="br0">
      <inkml:brushProperty name="width" value="0.035" units="cm"/>
      <inkml:brushProperty name="height" value="0.035" units="cm"/>
    </inkml:brush>
  </inkml:definitions>
  <inkml:trace contextRef="#ctx0" brushRef="#br0">613 764 6973,'92'-60'4014,"-68"47"-2643,-1-1 1,-1-1 0,0-1-1,-2-1 1,1-1 0,-2-1-1,20-24 1,-12 3-291,-3 0-1,-1-2 1,-1 0 0,-3-2 0,-2 0-1,-1-1 1,-3 0 0,-1-2-1,8-73 1,-19 94-1081,-2 12 0,-3 14 0,-4 16 0,7-14 0,-58 166 0,12-23 0,-101 211 0,-281 489 0,339-691 0,-114 200 0,138-224 0,60-116 0,1 1 0,0 0 0,1-1 0,0 1 0,2 1 0,-3 28 0,5-42 0,0 0 0,0-1 0,0 1 0,0-1 0,0 1 0,1 0 0,-1-1 0,0 1 0,1-1 0,-1 1 0,1 0 0,1 2 0,-1-3 0,0-1 0,0 1 0,0 0 0,0-1 0,1 1 0,-1-1 0,0 1 0,0-1 0,0 0 0,1 1 0,-1-1 0,0 0 0,0 0 0,1 0 0,-1 0 0,0 0 0,1 0 0,-1 0 0,0 0 0,0-1 0,1 1 0,1-1 0,-2 1 0,7-1 0,-1-1 0,0 1 0,1-1 0,-1-1 0,0 1 0,0-1 0,0-1 0,0 1 0,-1-1 0,1 0 0,-1 0 0,0-1 0,0 0 0,-1 0 0,9-10 0,-3-1 0,0-1-1,-2 0 1,0 0 0,0-1 0,-2 0-1,0 0 1,-2 0 0,0-1 0,0 0-1,-2 0 1,1-25 0,-3 20 0,-1 1 0,-2-1 0,0 1 0,-2 0 0,0 0 0,-2 0 0,-1 1 0,0-1 0,-11-21 0,-1 4 2,-33-80 0,45 102-3,1 0 1,1-1 0,1 0 0,-3-31 0,7 43 0,0 1 0,0-1 0,1 0 0,0 0 0,0 0 0,0 1 0,1-1 0,0 1 0,1-1 0,-1 1 0,1 0 0,4-6 0,-1 2 0,1 1 0,0 1 0,0-1 0,1 1 0,0 0 0,15-11 0,4 1 0,1 1 0,0 1 0,1 2 0,35-12 0,51-17 0,1 5 0,239-44 0,-352 81 0,0 1 0,-1 0 0,1-1 0,0 1 0,0 0 0,0 1 0,0-1 0,0 0 0,0 1 0,-1-1 0,1 1 0,0 0 0,3 1 0,-5-1 0,0 0 0,0 0 0,1 0 0,-1 0 0,0 0 0,0 0 0,0 0 0,0 0 0,0 1 0,-1-1 0,1 0 0,0 1 0,-1-1 0,1 0 0,0 1 0,-1-1 0,0 1 0,1 1 0,-1 6 0,0 1 0,0-1 0,-1 0 0,0-1 0,-1 1 0,-4 15 0,-1 6 0,5-14-902,1-1-1,0 1 1,2-1 0,-1 1-1,2-1 1,0 1 0,1-1 0,5 19-1,-2 11-10012,2-22 168</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9.610"/>
    </inkml:context>
    <inkml:brush xml:id="br0">
      <inkml:brushProperty name="width" value="0.035" units="cm"/>
      <inkml:brushProperty name="height" value="0.035" units="cm"/>
    </inkml:brush>
  </inkml:definitions>
  <inkml:trace contextRef="#ctx0" brushRef="#br0">0 100 9881,'38'-60'5096,"-35"40"-2827,-3 0 2367,16 32-7272,16 11-4501,-3 5-1988</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9.765"/>
    </inkml:context>
    <inkml:brush xml:id="br0">
      <inkml:brushProperty name="width" value="0.035" units="cm"/>
      <inkml:brushProperty name="height" value="0.035" units="cm"/>
    </inkml:brush>
  </inkml:definitions>
  <inkml:trace contextRef="#ctx0" brushRef="#br0">493 1 11769,'-73'40'2748,"22"-6"365,13 12-393,-3 0-220,-1-1-232,8 7-472,-1 5-359,-7 0-305,11 6-252,-4 0-588,12-6-588,4 0-736,4-8-472,5-7-653,7-21-871,6 7-3649,0-5-6300</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0.332"/>
    </inkml:context>
    <inkml:brush xml:id="br0">
      <inkml:brushProperty name="width" value="0.035" units="cm"/>
      <inkml:brushProperty name="height" value="0.035" units="cm"/>
    </inkml:brush>
  </inkml:definitions>
  <inkml:trace contextRef="#ctx0" brushRef="#br0">0 16 17950,'15'-4'2140,"0"1"1,23-2-1,63 3 1193,-9 2-807,-64-1-1892,-1 1 1,1 1-1,53 9 0,-77-9-632,0 0 0,-1 1 0,1 0 0,-1 0-1,1 0 1,-1 0 0,0 0 0,0 1 0,0-1 0,0 1 0,0 0 0,0 0 0,-1 0 0,0 0-1,1 0 1,-1 1 0,0-1 0,-1 1 0,1-1 0,2 7 0,2 10-25,-1-1 1,6 40-1,-4-20-125,0-15-1065,1-1 0,2-1 0,0 1 0,1-2 0,14 22 0,-16-27-34,16 19-1984,-19-27 1730,0 0 1,0 1 0,-1-1-1,5 13 1,-10-19 1341,-1 1 0,1-1 0,-1 1 0,0-1 0,0 1 0,0-1 0,0 0 0,0 0 0,-1 1 0,1-1 0,-1 0 0,1 0 0,-1 0 0,-3 2 0,2-2 293,-1-1 0,1 0-1,0 0 1,-1-1 0,1 1-1,-1-1 1,1 0 0,-1 0-1,0 0 1,1 0 0,-1 0-1,1-1 1,-6-1 0,6 1 77,0 1 0,0-1 0,0 0 0,0 0 0,0 0 0,1 0 0,-1 0 0,0-1 0,0 1 0,1-1 0,-1 0 1,1 0-1,0 0 0,-1 0 0,-1-2 0,3 1-85,0 1-1,1 0 1,-1 0 0,0-1-1,1 1 1,-1 0 0,1-1 0,0 1-1,0-1 1,0 1 0,0 0-1,0-1 1,1 1 0,-1 0 0,1-1-1,-1 1 1,1 0 0,0-1 0,0 1-1,0 0 1,0 0 0,1 0-1,-1 0 1,0 0 0,1 0 0,-1 0-1,1 1 1,0-1 0,3-2-1,5-5 130,0 1 0,1 1 0,1 0 0,11-6-1,-16 10-63,22-13 553,0 2-1,2 1 0,-1 1 1,2 2-1,-1 1 0,1 2 1,62-7-1,95 3 522,180 4-2905,-212 3 1860,-165-2 686,8 5-856,-1 1 0,1-1 1,-1 1-1,1-1 0,0 0 1,-1 1-1,1 0 0,-1-1 1,1 1-1,-1-1 0,0 1 1,1 0-1,-1-1 0,1 1 1,-1 0-1,0 0 0,1-1 1,-1 1-1,0 0 0,1 0 0,-1 0 1,1 0-1,-1 0 0,0 0 1,1 0-1,-1 0 0,0 0 1,0 0-1,-4 2 28,-1-1-1,1 1 1,1 0-1,-1 0 1,-9 6-1,13-7-140,-1 1 1,1-1-1,-1 0 0,1 1 0,0-1 0,-1 1 1,1 0-1,0-1 0,0 1 0,0 0 1,0 0-1,1-1 0,-1 1 0,0 0 0,1 0 1,-1 0-1,1 0 0,0 0 0,0 0 0,-1 3 1,-1 36-3813,-1 4-6388,5-8-1352</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0.504"/>
    </inkml:context>
    <inkml:brush xml:id="br0">
      <inkml:brushProperty name="width" value="0.035" units="cm"/>
      <inkml:brushProperty name="height" value="0.035" units="cm"/>
    </inkml:brush>
  </inkml:definitions>
  <inkml:trace contextRef="#ctx0" brushRef="#br0">0 90 10281,'45'-63'2052,"-36"51"-388,7 4-388,6 2 29,0 12-1766,1-1-615,-4 7-484,9 8-2340,-6 3-2697</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1.233"/>
    </inkml:context>
    <inkml:brush xml:id="br0">
      <inkml:brushProperty name="width" value="0.035" units="cm"/>
      <inkml:brushProperty name="height" value="0.035" units="cm"/>
    </inkml:brush>
  </inkml:definitions>
  <inkml:trace contextRef="#ctx0" brushRef="#br0">1 256 10189,'25'-8'11432,"2"2"-5441,8 1-3780,16-1-3445,-8 1 2600,-34 4-1331,144-15 1530,-137 15-1414,0 2 1,0-1-1,-1 2 1,1 0-1,0 1 1,-1 1-1,23 8 1,-27-7-392,-1 1 1,0 1-1,0-1 1,16 17-1,-19-17 45,0 0 1,0 0-1,1 0 0,-1-1 0,1 0 0,1 0 0,-1-1 0,1 0 0,8 3 0,-7-5 104,0-1 1,0 0-1,0 0 0,0-1 0,0 0 1,0-1-1,0 0 0,0 0 1,0-1-1,0 0 0,0-1 0,-1 0 1,0-1-1,15-7 0,3-6 331,0 0 0,-1-2 0,29-27 1,-16 13 318,-8 8 344,-1-2-1,50-57 1,-79 83-897,0 0 0,0 0 0,-1 1 0,1-1 0,0 0 0,-1 0 1,1 0-1,-1 1 0,1-1 0,-1 0 0,1 0 0,-1 0 0,0 0 0,1 0 0,-1 0 0,0 0 0,0 0 1,0 0-1,1 0 0,-1 0 0,0 0 0,-1-1 0,1 1 0,0 0 0,0 0 0,0 0 0,-1 0 0,1 0 1,0 0-1,-1 0 0,1 1 0,-1-1 0,1 0 0,-1 0 0,1 0 0,-1 0 0,0 0 0,1 1 0,-1-1 0,0 0 1,0 1-1,0-1 0,0 0 0,1 1 0,-3-1 0,-3 1-6,1 1 0,-1 0 0,0 0 0,1 0 0,-1 1 0,1 0 0,0 0 0,-1 1 0,-8 5 0,7-5 0,-21 14-113,0 0 0,2 2 0,0 1 0,1 1-1,-34 36 1,49-46-153,0 0-1,1 1 0,0-1 1,-11 23-1,17-30 179,2 0 0,-1 1 0,0-1 0,1 0 0,0 0 0,0 1 0,0-1 0,0 9 0,1-11 57,1 0 0,-1 1 0,0-1 0,1 0 0,-1 0 0,1 0 1,0 0-1,-1 0 0,1 0 0,0 0 0,0 0 0,1 0 0,-1 0 0,0 0 1,1-1-1,-1 1 0,1 0 0,2 2 0,0-2 58,1 0 0,-1 0-1,1 0 1,-1 0 0,1-1 0,0 1 0,0-1 0,0 0-1,0-1 1,-1 1 0,1-1 0,0 0 0,0-1 0,10 0-1,2-2 620,1 0 0,32-11 0,5-8 398,-53 22-1043,-1-1-1,0 0 0,1 0 0,-1 0 0,1 1 0,-1-1 1,1 1-1,0 0 0,-1-1 0,1 1 0,-1 0 1,1 0-1,0 0 0,-1 0 0,1 0 0,0 0 0,-1 0 1,1 0-1,-1 1 0,1-1 0,-1 1 0,1-1 1,-1 1-1,1 0 0,-1 0 0,1-1 0,-1 1 1,0 0-1,1 0 0,-1 0 0,0 0 0,0 1 0,0-1 1,0 0-1,0 0 0,0 1 0,0-1 0,0 1 1,0-1-1,-1 0 0,1 1 0,-1 0 0,1-1 0,0 3 1,1 7-2,0-1 1,-1 1 0,0 0 0,0 0-1,-2 12 1,0 3 0,-2 0 0,-2 0 0,0 0 0,-1-1 0,-13 33 0,3-17 0,-2-1 0,-32 52 0,10-30 0,-3-1 0,-2-3 0,-104 104 0,77-97 0,-2-3 0,-128 81 0,156-113 0,-1-2 0,-74 31 0,117-57-3,-1-1 0,1 1 0,-1-1 0,0 0 0,1-1 0,-1 1 0,0-1 0,-8 0 0,12 0-6,0 0-1,0 0 1,1-1 0,-1 1 0,0 0-1,0 0 1,1 0 0,-1-1-1,0 1 1,1 0 0,-1-1 0,0 1-1,1 0 1,-1-1 0,0 1 0,1-1-1,-1 1 1,1-1 0,-1 1 0,1-1-1,-1 0 1,1 1 0,-1-1 0,1 0-1,0 1 1,-1-1 0,1 0 0,0 1-1,0-1 1,-1 0 0,1 0 0,0 1-1,0-1 1,0 0 0,0 0-1,0 1 1,0-1 0,0 0 0,0 0-1,0 1 1,0-1 0,1 0 0,-1 0-1,0 1 1,0-1 0,1 0 0,-1 1-1,0-1 1,1 0 0,0 0 0,2-6-236,1 0 1,1 1-1,-1-1 1,1 1-1,0 0 1,0 0-1,1 1 1,7-7-1,57-36-1479,-41 29 1044,780-476-13659,-809 495 14334,122-68 435,156-114 0,-246 157 1049,-1-2-1,47-52 1,-4 4 1561,-54 57-2933,-1-1 1,-1-1-1,29-40 1,-25 29-2049,0-1-1703,-10 10-1858,-5 4-2512</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3.730"/>
    </inkml:context>
    <inkml:brush xml:id="br0">
      <inkml:brushProperty name="width" value="0.035" units="cm"/>
      <inkml:brushProperty name="height" value="0.035" units="cm"/>
    </inkml:brush>
  </inkml:definitions>
  <inkml:trace contextRef="#ctx0" brushRef="#br0">297 101 8093,'55'-36'4537,"21"1"7278,-65 30-11151,0 0 1,0 1-1,1 0 1,-1 1-1,1 0 0,-1 1 1,1 1-1,0-1 1,0 2-1,14 0 1,-24 1-612,0 0 0,0 0 1,0 0-1,0 0 0,0 0 1,0 0-1,0 0 0,-1 1 1,1-1-1,0 1 0,-1-1 1,0 1-1,1 0 0,-1 0 1,0 0-1,0-1 0,0 1 1,1 3-1,1 3-53,-1-1 0,0 1 0,-1-1 0,0 1 0,0 0 0,-1 0 0,0-1 0,0 1 0,-1 0 0,0 0 0,0-1 0,-4 12 0,-4 12 0,-21 48 0,27-71 0,-317 655 0,210-449 0,27-28 0,72-157 0,2 0 0,1 1 0,1-1 0,-4 51 0,10-75-17,1 1 0,0-1 0,0 1 0,1-1 1,0 1-1,-1-1 0,2 1 0,-1-1 0,1 0 0,0 1 0,0-1 0,0 0 0,0 0 0,1-1 1,0 1-1,0 0 0,1-1 0,-1 0 0,9 8 0,-5-7-88,0 0 0,0 0-1,1-1 1,0 0 0,0 0 0,0-1-1,0 0 1,0-1 0,1 1 0,-1-2-1,15 2 1,4-1-1084,0-1-1,1-1 1,-1-2-1,0-1 1,27-6 0,-4-3-4033,64-22 1,-27 1-5382</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3.934"/>
    </inkml:context>
    <inkml:brush xml:id="br0">
      <inkml:brushProperty name="width" value="0.035" units="cm"/>
      <inkml:brushProperty name="height" value="0.035" units="cm"/>
    </inkml:brush>
  </inkml:definitions>
  <inkml:trace contextRef="#ctx0" brushRef="#br0">0 52 12241,'38'-35'2100,"-25"24"-352,19 11-335,3-3-305,3 0-228,29 3-416,-10 3-596,13 0-712,-4 0-788,1-3-593,6 5-2155,0 7-3377</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4.133"/>
    </inkml:context>
    <inkml:brush xml:id="br0">
      <inkml:brushProperty name="width" value="0.035" units="cm"/>
      <inkml:brushProperty name="height" value="0.035" units="cm"/>
    </inkml:brush>
  </inkml:definitions>
  <inkml:trace contextRef="#ctx0" brushRef="#br0">489 2 10381,'0'0'390,"-1"0"1,1-1 0,-1 1-1,1 0 1,-1 0-1,1 0 1,-1 0-1,1 0 1,-1 0-1,1 0 1,-1 0-1,1 0 1,-1 0 0,1 0-1,-1 0 1,1 0-1,-1 0 1,1 0-1,-1 0 1,1 0-1,-1 1 1,1-1-1,-1 0 1,1 0 0,-1 1-1,1-1 1,-1 0-1,0 1 1,-15 19 3469,-12 34-3668,23-42 1205,-220 460 3347,143-293-6734,8 1-3402,48-99 556,12-29-2694,10-27-1638</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4.304"/>
    </inkml:context>
    <inkml:brush xml:id="br0">
      <inkml:brushProperty name="width" value="0.035" units="cm"/>
      <inkml:brushProperty name="height" value="0.035" units="cm"/>
    </inkml:brush>
  </inkml:definitions>
  <inkml:trace contextRef="#ctx0" brushRef="#br0">2 75 9845,'-1'-1'206,"1"0"1,0 0-1,0 0 0,0 0 1,-1 0-1,1 0 0,0 0 1,0 0-1,0 0 0,1 0 0,-1 0 1,0 0-1,0 0 0,0 0 1,1 0-1,-1 0 0,1 0 1,-1 0-1,0 0 0,2-1 1,21-4 3625,-14 5-3788,314-22 4179,-138 15-4197,74-1-3561,-191 3-2241</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5.081"/>
    </inkml:context>
    <inkml:brush xml:id="br0">
      <inkml:brushProperty name="width" value="0.035" units="cm"/>
      <inkml:brushProperty name="height" value="0.035" units="cm"/>
    </inkml:brush>
  </inkml:definitions>
  <inkml:trace contextRef="#ctx0" brushRef="#br0">79 6 14365,'-28'14'5893,"15"-25"-5589,4 2-920,-7 21-6653,3-1-2424</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3.542"/>
    </inkml:context>
    <inkml:brush xml:id="br0">
      <inkml:brushProperty name="width" value="0.035" units="cm"/>
      <inkml:brushProperty name="height" value="0.035" units="cm"/>
    </inkml:brush>
  </inkml:definitions>
  <inkml:trace contextRef="#ctx0" brushRef="#br0">18 479 7813,'12'-13'1377,"13"-25"14568,-19 26-15782,-5 9 1082,-3-10-329,-2-5 1982,4 16-2862,1 1-1,-1-1 0,0 0 0,0 1 1,1-1-1,-1 0 0,1 1 0,-1-1 1,1 1-1,0-1 0,-1 1 0,1-1 1,1-1-1,4 18 780,-1 49 286,-5 13-1101,-4 206 0,0-208 0,-26 132 0,2-26 0,21-124 0,7-55 0,-1 0 0,1 0 0,0 0 0,0 1 0,0-1 0,0 0 0,0 0 0,1 0 0,-1 0 0,1 0 0,-1 0 0,1 0 0,0 0 0,2 4 0,-2-5 0,-1 0 0,1-1 0,0 1 0,0 0 0,0 0 0,0-1 0,0 1 0,1-1 0,-1 1 0,0-1 0,0 1 0,0-1 0,0 0 0,1 1 0,-1-1 0,0 0 0,0 0 0,1 0 0,-1 0 0,0 0 0,0 0 0,1 0 0,-1 0 0,0-1 0,0 1 0,0 0 0,1-1 0,1 0 0,36-15 0,0-2 0,-1-1 0,39-27 0,20-11 0,-97 57 0,55-30 0,63-23 0,-101 47 0,0 0 0,0 1 0,0 1 0,1 0 0,0 2 0,-1 0 0,1 0 0,30 3 0,-41 0 0,0 1 0,-1-1 0,1 1 0,0 0 0,-1 1 0,0 0 0,0 0 0,1 0 0,-2 1 0,1-1 0,0 1 0,7 8 0,3 4 0,0 1 0,18 27 0,16 16 0,-44-55 0,1 0 0,-1-1 0,1 1 0,-1-1 0,1-1 0,0 1 0,0-1 0,1-1 0,-1 1 0,1-1 0,-1-1 0,1 1 0,0-1 0,0 0 0,13-1 0,-2-1 0,1 0 0,0-2 0,-1 0 0,38-11 0,-35 6 0,1-1 0,-1-1 0,-1 0 0,0-2 0,-1-1 0,0 0 0,-1-1 0,22-21 0,-17 11 0,-1-1 0,-1 0 0,-1-2 0,-2-1 0,20-35 0,-27 30 0,-12 33 0,0-1 0,0 1 0,0 0 0,1 0 0,-1-1 0,0 1 0,0 0 0,0-1 0,0 1 0,0 0 0,0-1 0,1 1 0,-1 0 0,0-1 0,0 1 0,0 0 0,0-1 0,0 1 0,0 0 0,-1-1 0,1 1 0,0 0 0,0-1 0,0 1 0,0 0 0,0-1 0,0 1 0,0 0 0,-1 0 0,1-1 0,0 1 0,0 0 0,0 0 0,-1-1 0,1 1 0,0 0 0,0 0 0,-1-1 0,1 1 0,0 0 0,-1 0 0,1 0 0,0 0 0,-1 0 0,1-1 0,0 1 0,0 0 0,-1 0 0,-14 4 0,12-3 0,-6 4 0,-1 0 0,1 0 0,-1 1 0,2 0 0,-1 0 0,1 1 0,0 0 0,0 1 0,1 0 0,-9 11 0,4-4 0,1 1 0,1 0 0,1 0 0,0 1 0,-8 23 0,15-35 0,0 1 0,1 0 0,-1 0 0,1 0 0,1 0 0,-1 0 0,1 0 0,0-1 0,1 1 0,0 0 0,-1 0 0,4 8 0,-3-11 0,0 1 0,0 0 0,1-1 0,0 1 0,0-1 0,0 0 0,0 1 0,0-1 0,1 0 0,-1 0 0,1-1 0,0 1 0,0 0 0,0-1 0,0 0 0,0 0 0,0 0 0,1 0 0,6 3 0,14 2-21,1 0 0,1-2-1,-1 0 1,0-2 0,1-1 0,42-1-1,155-25-410,-166 14 51,0-3 0,0-1 1,72-31-1,-93 30 218,0-2 0,-1-2 1,-1-1-1,0-1 0,55-49 0,-62 44 76,-1-1 1,-1-2-1,-1 0 0,27-48 0,-49 75 82,18-31-59,-1-1 0,-2 0 0,-1-2 0,16-53 0,-24 64 49,13-41 275,-3-1-1,-2-1 1,-4-1-1,-3 0 1,1-89-1,-24 475 1143,0-58-506,14-239-896,0 0 0,1 0 0,1 0 0,1 0 0,1-1 0,11 34 0,-12-43 0,1-1 0,0 0 0,1-1 0,0 1 0,0-1 0,1 0 0,0 0 0,1-1 0,0 0 0,0 0 0,0 0 0,1-1 0,0 0 0,0-1 0,15 9 0,-6-7-60,1-1-1,0 0 1,0-1 0,1-1-1,0-1 1,-1 0 0,1-2-1,0 0 1,0-1 0,0-1-1,0 0 1,22-6 0,9-3-173,0-3 0,-1-2 0,61-27 1,-67 23 107,-2-3 1,0-1-1,-1-2 1,-2-2 0,-1-1-1,-1-2 1,63-68 0,-44 33 83,-3-2 0,-2-2 1,60-114-1,23-50 1920,-110 194-1285,-36 71-272,-1-3-244,-72 252-78,42-123 0,2-22 0,-91 200 0,22-118-49,-74 168-805,179-372 563,2-6-381,0 1-1,1 0 1,0 1-1,0-1 1,1 0-1,0 1 1,1 0-1,-1 17 1,2-26 547,0 0 0,0 0 1,0 0-1,0 0 0,0 0 0,0 0 0,1 0 1,-1-1-1,0 1 0,0 0 0,1 0 0,-1 0 0,1 0 1,-1 0-1,1 0 0,-1 0 0,1-1 0,-1 1 1,1 0-1,0 0 0,-1-1 0,1 1 0,0 0 1,0-1-1,0 1 0,-1-1 0,1 1 0,0-1 1,0 1-1,0-1 0,0 0 0,0 1 0,0-1 1,0 0-1,0 0 0,0 0 0,0 0 0,0 1 0,0-1 1,0-1-1,0 1 0,0 0 0,0 0 0,0 0 1,0 0-1,0-1 0,-1 1 0,1-1 0,0 1 1,0 0-1,1-2 0,7-2-1415,-1 0 1,0-1-1,0 0 1,13-11-1,16-14-6809</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3.863"/>
    </inkml:context>
    <inkml:brush xml:id="br0">
      <inkml:brushProperty name="width" value="0.035" units="cm"/>
      <inkml:brushProperty name="height" value="0.035" units="cm"/>
    </inkml:brush>
  </inkml:definitions>
  <inkml:trace contextRef="#ctx0" brushRef="#br0">89 145 6397,'-56'-33'2114,"54"33"-1921,1-1 0,-1 1 0,0-1 0,1 0 0,-1 0 0,0 0 0,1 0-1,-1 0 1,1 0 0,0-1 0,-1 1 0,1 0 0,0-1 0,0 1 0,-1-1 0,1 1 0,0-1 0,1 1 0,-1-1 0,0 0 0,0 0 0,1 1 0,-1-1 0,1 0 0,-1-3 0,0-2 656,0 4 957,4-20 1420,-2 21-3081,-1 0 0,1 0 0,-1 0 0,1 0 0,0 0 0,0 0 0,0 0 0,0 1-1,1-1 1,-1 0 0,0 1 0,1-1 0,-1 1 0,1-1 0,-1 1 0,1 0 0,0-1 0,-1 1 0,1 0 0,0 0 0,0 0-1,0 0 1,0 1 0,0-1 0,0 1 0,0-1 0,0 1 0,0 0 0,0-1 0,3 1 0,11-1 542,-1 0-1,31 2 1,-37 0-605,15 1 150,0 0 0,0 2 0,0 1 0,0 1 0,-1 0 0,0 2 0,0 1 0,-1 1-1,-1 1 1,32 20 0,-49-28-220,-1-1 0,0 1-1,1-1 1,-1 1 0,0 0 0,-1 0-1,1 1 1,0-1 0,-1 1-1,0-1 1,0 1 0,0 0-1,0-1 1,-1 1 0,1 0 0,-1 0-1,0 0 1,0 1 0,-1-1-1,1 0 1,-1 0 0,0 0-1,0 1 1,0-1 0,-2 7 0,0-4-1,0 0 0,-1 0 0,0-1 0,-1 1 0,0 0 0,0-1 0,0 0 0,0 0 0,-1 0 0,0-1 0,0 0 0,-1 0 0,-10 8 0,-26 16 29,-1-2 0,-94 44 0,135-70-48,23-11-327,123-56-737,136-67-1529,-272 128 2320,-1 1 0,1-1 0,-1-1 0,0 1 0,-1-1 0,0 0 0,10-11 0,-15 14-920,-2 1 339,-1-1 0,0 1-1,0-1 1,0 1-1,0 0 1,-1 0 0,1 0-1,-3-2 1</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4.520"/>
    </inkml:context>
    <inkml:brush xml:id="br0">
      <inkml:brushProperty name="width" value="0.035" units="cm"/>
      <inkml:brushProperty name="height" value="0.035" units="cm"/>
    </inkml:brush>
  </inkml:definitions>
  <inkml:trace contextRef="#ctx0" brushRef="#br0">20 51 16017,'-4'-7'806,"-9"-16"546,13 22-1244,-1 1 0,1-1 0,0 1-1,-1-1 1,1 1 0,0-1 0,0 1 0,0-1 0,0 1-1,-1-1 1,1 1 0,0-1 0,0 1 0,0-1-1,0 1 1,0-1 0,0 1 0,0-1 0,1 1 0,-1-1-1,0 1 1,0-1 0,0 1 0,0-1 0,1 1-1,-1-1 1,0 1 0,0-1 0,1 1 0,-1-1 0,0 1-1,1 0 1,-1-1 0,1 1 0,-1-1 0,2 1 136,-1-1 0,0 1 0,1-1 0,-1 1-1,1 0 1,-1 0 0,1 0 0,-1 0 0,0 0 0,1 0 0,-1 0 0,1 0 0,-1 0 0,0 1 0,1-1 0,-1 0 0,1 1 0,-1-1 0,0 1 0,0 0 0,1-1 0,-1 1 0,0 0 0,0 0 0,0 0 0,0 0 0,0 0-1,0 0 1,0 0 0,0 0 0,0 0 0,0 1 0,0 1 0,3 4 130,0 0 0,0 0 1,-1 1-1,3 9 0,-5-13-105,4 13-222,-1 0 0,-1 0 0,-1 0-1,0 0 1,-1 1 0,-1 18 0,-16 106-62,4-43-22,11-87 37,-3 21 0,2 0 0,2 0 0,4 46 0,-3-74 0,0 0 0,0-1 0,0 1 0,1-1 0,-1 0 0,1 1 0,0-1 0,0 0 0,1 0 0,-1 0 0,1 0 0,0-1 0,0 1 0,0-1 0,1 0 0,-1 0 0,1 0 0,0 0 0,-1 0 0,1-1 0,0 0 0,1 1 0,-1-2 0,0 1 0,1 0 0,-1-1 0,1 0 0,-1 0 0,1 0 0,-1-1 0,8 1 0,4-1 0,0-1 0,0 0 0,1-1 0,-1-1 0,-1 0 0,1-1 0,28-11 0,7-6 0,-1-3 0,-1-1 0,82-58 0,71-52 0,-176 123 0,1 1 0,1 1 0,0 2 0,0 0 0,1 2 0,42-3 0,-25 2 0,53-14 0,-77 14 0,1 0 0,-2-2 0,1 0 0,-1-2 0,-1 0 0,0-2 0,19-14 0,-24 16 0,1 1 0,0 0 0,1 1 0,0 1 0,0 0 0,0 2 0,1 0 0,0 0 0,23-2 0,-37 8 0,0 0 0,0 0 0,-1 0 0,1 1 0,0 0 0,0 0 0,0 0 0,0 0 0,-1 0 0,1 1 0,-1-1 0,1 1 0,-1 0 0,0 0 0,1 1 0,-1-1 0,0 1 0,0-1 0,3 5 0,2 1 0,2 0 0,0 1 0,-1 0 0,0 1 0,-1 0 0,0 1 0,0 0 0,-1 0 0,-1 0 0,0 1 0,0 0 0,-1 0 0,4 19 0,-7-22 0,0 0 0,-1 0 0,-1 1 0,1-1 0,-2 0 0,1 0 0,-1 1 0,-1-1 0,1 0 0,-1 0 0,-1 0 0,0 0 0,0-1 0,-1 1 0,0-1 0,-1 0 0,1 0 0,-10 12 0,-3 0-430,-1-1 0,-1 0 1,-1-2-1,0 0 0,-1-1 0,0-1 1,-2-1-1,0-1 0,0-1 0,-1-1 1,-30 9-1,46-17-291,-37 12-4184,18-5-1650,8 0-5890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4.650"/>
    </inkml:context>
    <inkml:brush xml:id="br0">
      <inkml:brushProperty name="width" value="0.035" units="cm"/>
      <inkml:brushProperty name="height" value="0.035" units="cm"/>
    </inkml:brush>
  </inkml:definitions>
  <inkml:trace contextRef="#ctx0" brushRef="#br0">42 92 12789,'-41'-51'12825,"47"39"-12981,4 1-604,9 2-864,3 1-924</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7.860"/>
    </inkml:context>
    <inkml:brush xml:id="br0">
      <inkml:brushProperty name="width" value="0.035" units="cm"/>
      <inkml:brushProperty name="height" value="0.035" units="cm"/>
    </inkml:brush>
  </inkml:definitions>
  <inkml:trace contextRef="#ctx0" brushRef="#br0">235 1 14621,'-23'0'2080,"11"0"1442,11 3-1133,0 11-559,0 0 0,1 0 0,3 19 0,-1 22 60,-7 1-1645,-3 0 0,-24 94 0,-49 102-44,35-114-192,37-102-1507,2 0 0,1 1-1,2-1 1,0 58 0,4-92 1397,2 53-8190,8-7-5609</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8.344"/>
    </inkml:context>
    <inkml:brush xml:id="br0">
      <inkml:brushProperty name="width" value="0.035" units="cm"/>
      <inkml:brushProperty name="height" value="0.035" units="cm"/>
    </inkml:brush>
  </inkml:definitions>
  <inkml:trace contextRef="#ctx0" brushRef="#br0">1 235 17106,'21'-11'550,"10"-5"649,0 1 0,1 2 0,34-9 0,366-64 6844,4 35-6400,-433 51-1632,318-21-682,-279 26 535,-38-4 111,-1-1 32,18 4 236,-21-4-223,0 1 1,1-1-1,-1 0 1,1 0-1,-1 1 1,0-1 0,1 1-1,-1-1 1,0 0-1,1 1 1,-1-1 0,0 1-1,0-1 1,0 1-1,1-1 1,-1 1 0,0-1-1,0 1 1,0-1-1,0 1 1,0-1 0,0 1-1,0 0 1,-1 3 67,0 0 0,0 0 1,-1 0-1,1 0 0,-1 0 0,0 0 1,-5 6-1,-3 6-88,-4 6 0,1 0 0,1 0 0,1 1 0,-11 34 0,20-52 0,1 0 0,-1 0 0,1 1 0,0-1 0,1 0 0,-1 1 0,1-1 0,0 0 0,0 1 0,1-1 0,0 0 0,0 0 0,0 1 0,0-1 0,1 0 0,0 0 0,0 0 0,0 0 0,1-1 0,-1 1 0,1-1 0,0 1 0,1-1 0,-1 0 0,1 0 0,0 0 0,6 4 0,2 0-47,1-1 0,-1 0-1,2-1 1,-1-1 0,1 0 0,0 0-1,0-2 1,0 0 0,0 0 0,0-1-1,1-1 1,-1-1 0,21-1 0,8-2-141,0-2 1,-1-1-1,53-17 1,-48 9 319,-1-2 0,0-2 0,-1-2 1,43-28-1,-21 7 243,106-88 0,-148 102-375,-80 82 0,46-44-66,-78 107-5574,79-106 4346,0 1 0,1 0-1,1 0 1,0 1 0,1 0 0,1 0 0,-6 27 0,8-2-12430</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8.868"/>
    </inkml:context>
    <inkml:brush xml:id="br0">
      <inkml:brushProperty name="width" value="0.035" units="cm"/>
      <inkml:brushProperty name="height" value="0.035" units="cm"/>
    </inkml:brush>
  </inkml:definitions>
  <inkml:trace contextRef="#ctx0" brushRef="#br0">147 4 13845,'0'0'65,"-25"11"15180,15-2-11633,10-9-3612,0 1 0,-1 0 0,1 0 0,-1 0 0,1-1 0,-1 1 0,1 0 0,-1 0 0,0-1 0,1 1 0,-1-1 0,0 1 0,0 0 0,1-1 0,-1 0 0,0 1 0,0-1 0,0 1 0,0-1 0,1 0 0,-1 0 0,0 1 0,0-1 0,0 0 0,0 0 0,0 0 0,0 0 0,0 0 0,0 0 0,1 0 0,-1 0 0,-1-1 0,-1 1 0,-24 0 0,21-3 0,0 0 0,-29-11 0,26 6 0,13 3 0,14 2 0,-6 6 0,0 1 0,-1 0 0,0 1 0,0 0 0,0 0 0,-1 1 0,1 1 0,-1 0 0,13 12 0,-10-7 0,0 0 0,-1 1 0,0 0 0,-1 1 0,18 29 0,-27-39 0,-1 1 0,1-1 0,0 1 0,-1-1 0,0 1 0,0 0 0,-1-1 0,1 1 0,-1 0 0,0-1 0,0 1 0,0 0 0,-1 0 0,0-1 0,-1 6 0,-3 6 0,0-1 0,-13 27 0,15-36 0,0 1 0,0-1 0,-1 0 0,0-1 0,0 1 0,-1-1 0,1 0 0,-1 0 0,0 0 0,-11 8 0,16-13 0,-1 0 0,1 1 0,0-1 0,-1 0 0,1 1 0,0-1 0,-1 0 0,1 0 0,0 1 0,-1-1 0,1 0 0,0 0 0,-1 0 0,1 0 0,-1 1 0,1-1 0,0 0 0,-1 0 0,1 0 0,-1 0 0,1 0 0,-1 0 0,1 0 0,0 0 0,-1 0 0,1 0 0,-1 0 0,1 0 0,0-1 0,-1 1 0,1 0 0,-1 0 0,1 0 0,0-1 0,-1 1 0,1 0 0,0 0 0,-1-1 0,1 1 0,0 0 0,-1 0 0,1-1 0,0 1 0,0 0 0,-1-1 0,1 1 0,0-1 0,0 0 0,-3-16 0,6 11 0,0 0 0,0 0 0,1 1 0,0-1 0,0 1 0,0 0 0,6-6 0,-1 1 0,18-19 0,1 0 0,1 2 0,1 1 0,58-36 0,-36 30 0,2 3 0,77-31 0,-124 57 0,1 1 0,0 0 0,-1 0 0,1 0 0,0 1 0,0 0 0,0 0 0,0 1 0,0 0 0,0 1 0,9 1 0,-13-1 0,-1 0 0,1 0 0,-1 0 0,1 0 0,-1 1 0,1-1 0,-1 1 0,0 0 0,1 0 0,-1 0 0,0 1 0,-1-1 0,1 1 0,0-1 0,-1 1 0,1 0 0,-1 0 0,0 0 0,0 0 0,0 1 0,0-1 0,-1 1 0,1-1 0,-1 1 0,1 5 0,0 2 9,0-1 0,-1 1 0,-1-1-1,0 1 1,0 0 0,-3 14 0,-17 66-159,13-63-24,-12 32-2796,1-9-2195,9 0-3506,11-13-4044</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9.231"/>
    </inkml:context>
    <inkml:brush xml:id="br0">
      <inkml:brushProperty name="width" value="0.035" units="cm"/>
      <inkml:brushProperty name="height" value="0.035" units="cm"/>
    </inkml:brush>
  </inkml:definitions>
  <inkml:trace contextRef="#ctx0" brushRef="#br0">1 151 14389,'19'6'2624,"0"0"-1,27 3 0,46-1 1313,88-15-678,-132 4-2648,1-2 0,-1-2 0,0-3 0,76-25 1,-115 32-582,-1-1 0,0 0 0,0-1 1,0 0-1,-1-1 0,0 1 0,0-1 1,11-12-1,-7 3-29,-11 13 0,0 1 0,1-1 0,-1 1 0,0-1 0,0 1 0,-1-1 0,1 1 0,0-1 0,0 1 0,-1 0 0,1-1 0,-1 1 0,1-1 0,-1 1 0,0 0 0,1-1 0,-1 1 0,0 0 0,0 0 0,0 0 0,0 0 0,0 0 0,0 0 0,0 0 0,0 0 0,-1 0 0,1 0 0,0 1 0,0-1 0,-1 0 0,1 1 0,-1-1 0,1 1 0,0-1 0,-1 1 0,1 0 0,-1 0 0,1 0 0,-1-1 0,-1 2 0,-9-2 0,1 0 0,0 2 0,-21 2 0,31-3 0,-23 4 0,1 1 0,0 2 0,0 0 0,1 1 0,-1 1 0,2 1 0,0 1 0,-29 20 0,15-6 0,1 2 0,0 1 0,-49 55 0,72-70 0,0-1 0,1 2 0,1-1 0,0 1 0,0 1 0,2 0 0,0 0 0,-6 18 0,11-27 0,0 0 0,1 1 0,0-1 0,0 0 0,1 0 0,-1 0 0,1 1 0,1-1 0,-1 0 0,1 0 0,0 0 0,1 1 0,-1-1 0,1 0 0,0-1 0,1 1 0,-1 0 0,1-1 0,0 1 0,1-1 0,-1 0 0,1 0 0,0 0 0,8 7 0,1-2 10,-1 0 1,2-1-1,-1-1 1,1 0-1,0 0 0,1-2 1,0 0-1,27 8 1,10-2-245,68 8 0,239 12-7042,-119-26-2280,-67-6-3021</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9.462"/>
    </inkml:context>
    <inkml:brush xml:id="br0">
      <inkml:brushProperty name="width" value="0.035" units="cm"/>
      <inkml:brushProperty name="height" value="0.035" units="cm"/>
    </inkml:brush>
  </inkml:definitions>
  <inkml:trace contextRef="#ctx0" brushRef="#br0">209 232 9113,'-9'3'959,"0"0"-1,0-1 1,0 0 0,0-1-1,0 0 1,0 0 0,0-1-1,0 0 1,-1 0 0,1-1 0,-15-4-1,17 4 314,-1 0-1,1 0 1,-1 0-1,-13 2 0,-7-2 2458,23-1-3416,7 0 16,16-5 316,33-4 124,-49 11-761,287-47-8,-68 13 0,-35 5-1606,201-43-6470,-292 52 517,-8 10-4983</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9.697"/>
    </inkml:context>
    <inkml:brush xml:id="br0">
      <inkml:brushProperty name="width" value="0.035" units="cm"/>
      <inkml:brushProperty name="height" value="0.035" units="cm"/>
    </inkml:brush>
  </inkml:definitions>
  <inkml:trace contextRef="#ctx0" brushRef="#br0">0 41 13637,'4'-16'946,"2"-8"833,-3 24-490,2 14 532,-2-5-1101,0 0 0,0 0 0,1 0 0,1-1 0,-1 1 0,1-1 0,11 13 0,51 54 3289,-43-51-3207,19 22 324,13 12-536,-2 2-1,57 83 0,-97-121-610,-1 1-1,0 0 1,-2 1 0,0 0 0,-2 1 0,-1 0 0,0 0 0,-2 1 0,-1 0 0,-2 0 0,2 29 0,-6-31-465,0 1 0,-2 0 0,0-1 0,-2 0 0,-1 0 1,-1 0-1,0-1 0,-2 0 0,-19 36 0,-5-4-3978,-1-1 1,-62 72-1,26-39-6986</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0.243"/>
    </inkml:context>
    <inkml:brush xml:id="br0">
      <inkml:brushProperty name="width" value="0.035" units="cm"/>
      <inkml:brushProperty name="height" value="0.035" units="cm"/>
    </inkml:brush>
  </inkml:definitions>
  <inkml:trace contextRef="#ctx0" brushRef="#br0">337 555 16574,'-14'-31'3164,"12"24"3684,0 13-5146,-14 47-861,-65 188 2797,11-87-3638,-25 59 0,43-100 0,51-111 0,0-1 0,1 0 0,-1 0 0,1 0 0,-1 1 0,1-1 0,0 0 0,0 1 0,-1-1 0,1 0 0,0 0 0,0 1 0,0 1 0,0-2 0,0-1 0,1 0 0,-1 1 0,0-1 0,0 0 0,0 0 0,1 1 0,-1-1 0,0 0 0,0 1 0,1-1 0,-1 0 0,0 0 0,0 0 0,1 1 0,-1-1 0,0 0 0,1 0 0,-1 0 0,0 0 0,1 1 0,-1-1 0,0 0 0,1 0 0,-1 0 0,0 0 0,1 0 0,18-4 0,-11-1 0,0-1 0,0 0 0,0 0 0,0-1 0,-1 0 0,0 0 0,6-9 0,43-62 0,-52 73 0,65-112 0,105-243 0,-37 65 0,-127 277 0,25-51 0,47-66 0,-70 117 0,1 1 0,1 0 0,0 1 0,1 0 0,1 1 0,0 1 0,2 0 0,29-17 0,-41 27 0,0 1 0,1 0 0,0 0 0,0 1 0,0 0 0,0 0 0,0 1 0,0-1 0,1 2 0,-1-1 0,0 1 0,1 0 0,-1 0 0,0 1 0,0 0 0,9 2 0,-8 0 0,1 1 0,-1-1 0,0 1 0,0 1 0,-1-1 0,1 2 0,-1-1 0,0 1 0,0 0 0,-1 0 0,1 0 0,8 13 0,1 5 0,0 1 0,-2 0 0,-1 1 0,-1 1 0,-1-1 0,-1 2 0,-2 0 0,-1 0 0,4 29 0,-3 3 0,-2 0 0,-3 1 0,-7 79 0,-8-27 45,-32 129 0,24-151-198,4 0 1,-7 155-1,23-229-571,1 0 0,0 1 0,2-1 0,5 23 0,-6-32-223,1 0 0,0-1 0,0 0 0,8 13 0,-7-15-172,-1 0 0,1-1-1,0 1 1,0-1 0,0 0 0,1 0 0,6 4 0,31 13-10988</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0.415"/>
    </inkml:context>
    <inkml:brush xml:id="br0">
      <inkml:brushProperty name="width" value="0.035" units="cm"/>
      <inkml:brushProperty name="height" value="0.035" units="cm"/>
    </inkml:brush>
  </inkml:definitions>
  <inkml:trace contextRef="#ctx0" brushRef="#br0">22 280 15069,'-22'-5'5821,"25"-13"-3581,16-2-256,19 0-356,16 6-259,16-3-369,16 0-348,19 0-608,9 0-1004,16-6-444,0-3-957,7-5-975,3-4-3093,6 15-5904</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1.418"/>
    </inkml:context>
    <inkml:brush xml:id="br0">
      <inkml:brushProperty name="width" value="0.035" units="cm"/>
      <inkml:brushProperty name="height" value="0.035" units="cm"/>
    </inkml:brush>
  </inkml:definitions>
  <inkml:trace contextRef="#ctx0" brushRef="#br0">11 406 11941,'-4'-29'1999,"-3"-34"7996,7 60-9446,0-1 0,0 0-1,0 1 1,1-1-1,-1 1 1,1-1 0,0 1-1,0-1 1,0 1-1,0 0 1,1 0-1,0-1 1,2-4 0,-3 7-503,0 0 0,-1 0 1,1 0-1,0 0 1,0 0-1,0 0 0,0 0 1,0 0-1,0 0 0,0 0 1,0 1-1,0-1 1,0 0-1,0 1 0,0-1 1,0 0-1,1 1 1,-1 0-1,0-1 0,1 1 1,-1 0-1,0 0 0,2-1 1,2 1-9,-3 0-38,1-1 0,0 1 0,0-1 0,0 1 0,0 0 0,0 0 0,0 0 0,0 1 0,0-1 0,0 1 0,0 0 0,-1 0 0,1 0 0,0 0 0,0 0 0,-1 0 0,1 1 0,-1-1 0,1 1 0,-1 0 0,0 0 0,0 0 0,0 0 0,0 0 0,0 0 0,0 0 0,0 1 0,0-1 0,1 4 0,3 6 0,1 0 0,-2 1 0,1-1 0,4 20 0,10 44 0,14 105 0,-34-176 0,1-1 0,-1 1 0,1 0 0,1-1 0,-1 1 0,1-1 0,-1 1 0,1-1 0,1 0 0,-1 0 0,5 6 0,-6-8 0,1-1 0,0 0 0,0 1 0,0-1 0,0 0 0,0 0 0,0 0 0,0 0 0,1-1 0,-1 1 0,0-1 0,0 1 0,1-1 0,-1 0 0,0 1 0,0-1 0,1-1 0,-1 1 0,0 0 0,1 0 0,-1-1 0,0 1 0,0-1 0,1 0 0,1-1 0,38-13 0,0-2 0,-1-2 0,46-28 0,114-85 0,-158 103 0,24-19 0,-33 23 0,1 0 0,1 3 0,78-36 0,-110 56 0,0 2 0,-1-1 0,1 0 0,0 1 0,0 0 0,0-1 0,0 2 0,0-1 0,-1 0 0,1 1 0,0 0 0,0 0 0,0 0 0,6 3 0,-2-1 0,1 2 0,-1-1 0,1 1 0,11 10 0,-4 0 0,0 0 0,-2 1 0,22 31 0,-22-28 0,1 0 0,33 31 0,-31-37 0,0-1 0,0-1 0,1 0 0,0-2 0,1 0 0,0-1 0,1-1 0,0 0 0,0-2 0,0 0 0,0-1 0,1-2 0,-1 0 0,1-1 0,38-3 0,-38 1 0,1-2 0,-1-1 0,0 0 0,0-2 0,-1 0 0,1-1 0,-1-1 0,-1-1 0,1-1 0,-2-1 0,1 0 0,-2-2 0,1 0 0,-2 0 0,18-19 0,-27 23 0,0 0 0,0-1 0,-1 1 0,-1-1 0,8-17 0,-11 23 0,0-1 0,0 1 0,-1-1 0,1 0 0,-1 0 0,0 0 0,-1 1 0,1-1 0,-1 0 0,0 0 0,0 0 0,-1 0 0,1 0 0,-3-8 0,2 11 0,0 1 0,0 0 0,0-1 0,0 1 0,0 0 0,0 0 0,0 0 0,0 0 0,-1 0 0,1 0 0,0 0 0,-1 1 0,1-1 0,-1 0 0,1 1 0,-1-1 0,1 1 0,-1-1 0,1 1 0,-1 0 0,1 0 0,-1-1 0,0 1 0,1 0 0,-1 0 0,1 1 0,-1-1 0,1 0 0,-1 1 0,-2 0 0,-5 1 0,1 0 0,0 1 0,0 0 0,-13 7 0,7-3 0,-1 2 0,2 0 0,-1 1 0,1 0 0,0 1 0,1 0 0,1 1 0,-1 0 0,2 1 0,0 1 0,1-1 0,-12 23 0,20-34 0,0 1 0,0-1 0,0 1 0,1 0 0,-1-1 0,1 1 0,0 0 0,-1-1 0,1 1 0,0 0 0,1 0 0,-1-1 0,0 1 0,1 0 0,-1-1 0,1 1 0,0 0 0,0-1 0,0 1 0,0-1 0,1 0 0,-1 1 0,1-1 0,-1 0 0,1 0 0,0 0 0,3 4 0,1-2 0,0 1 0,0-1 0,0 0 0,0 0 0,1-1 0,-1 0 0,1 0 0,0-1 0,8 3 0,14 1-131,0-1 0,1-2 1,0-1-1,0-1 0,45-4 0,149-29-781,-142 15 643,91-29-1,-129 30 201,0-1 1,-2-2-1,65-38 1,-7-5 51,-98 60 26,0 4-8,-1-1-1,1 1 0,-1 0 0,0 0 0,1 0 0,-1 1 0,-1-1 0,1 0 0,0 0 0,0 1 1,-1-1-1,1 4 0,-1 3-2,-1-1 0,-1 1 1,1-1-1,-4 9 0,3-9-5,0-1-1,0 1 0,1 0 0,0 0 0,0 14 0,2-12 5,0 0 0,1 0 0,1 0 0,0-1 0,0 1 0,1-1-1,0 0 1,0 0 0,1 0 0,0 0 0,1-1 0,0 0-1,0 0 1,1-1 0,0 1 0,0-2 0,1 1 0,0-1 0,0 0-1,0 0 1,1-1 0,0 0 0,11 4 0,-4-2 73,1-1 0,-1-1 0,1 0 0,0-1 0,1-1 0,-1 0 0,0-2 0,1 0 0,-1-1 1,1 0-1,-1-2 0,28-5 0,-23 2 37,-1-1 0,0-1 0,0-1 0,-1-1 0,0-1 0,0-1 0,-1 0 0,31-26 0,-36 25-43,-1 0 1,-1-1-1,0-1 1,-1 1-1,-1-2 0,0 0 1,0 0-1,-2-1 1,0 0-1,-1 0 1,8-25-1,-3-8-307,9-78 0,-3 14-801,0 51-8470</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2.870"/>
    </inkml:context>
    <inkml:brush xml:id="br0">
      <inkml:brushProperty name="width" value="0.035" units="cm"/>
      <inkml:brushProperty name="height" value="0.035" units="cm"/>
    </inkml:brush>
  </inkml:definitions>
  <inkml:trace contextRef="#ctx0" brushRef="#br0">792 593 14545,'-21'-11'971,"0"2"0,0 0 0,-1 2 0,0 0 0,0 1 0,-1 1 0,1 1 0,-29 0 0,12 4-436,0 3 0,0 1-1,1 1 1,0 3 0,0 1-1,1 1 1,0 3 0,1 0 0,1 3-1,-58 33 1,83-44-500,1 1 1,0 0-1,0 0 1,0 1-1,0 1 1,1-1-1,1 1 1,-14 18-1,20-25-57,0 1-1,0 0 1,0 0-1,1-1 1,-1 1-1,1 0 0,-1 0 1,1 0-1,0 0 1,0 0-1,0 0 1,0 0-1,0 0 1,0 0-1,0 0 1,0 0-1,1 0 0,-1-1 1,1 1-1,0 0 1,0 0-1,-1 0 1,1-1-1,0 1 1,2 2-1,-1-1-35,1 0-1,-1 0 1,1 0 0,0 0-1,0 0 1,0 0 0,0-1 0,1 0-1,-1 1 1,1-1 0,5 2-1,12 2-29,0-2 1,0 0-1,1-1 0,-1-1 0,1-1 0,0-1 1,25-4-1,-26 3 236,51-6 817,-56 4-647,0 1-1,0 1 1,0 0 0,31 4-1,5 6 405,60 20-1,-62-15-436,80 12-1,-63-19-468,1-4-1,0-3 1,0-2-1,-1-4 1,1-2-1,-1-3 1,-1-4-1,0-2 1,97-39-1,-136 44 176,-1-2 0,0 0 0,-1-2 0,-1 0 0,0-2 0,-1 0 0,-1-2 0,-1 0 0,-1-2 0,0 0 0,-2-1 0,-1-1 0,-1-1 0,-1 0 0,15-34 0,66-187 604,-18 40 1169,-68 224-1577,-8-8-187,-1 0 0,0 1 0,-1-1 0,0 0 0,0 1 0,-1-1 0,0 0 0,-4 14 0,-1 11 0,1 7 0,-1 2 0,1 0 0,3 0 0,4 61 0,-1-77-21,1 0 1,2 0-1,1 0 1,15 49-1,-15-64-4,0-1 0,1 1 0,0-1 0,1 0 0,0-1 0,1 0-1,0 0 1,1 0 0,0-1 0,1 0 0,0-1 0,11 8 0,-3-5-80,0-2 1,1 0 0,0-1 0,0 0-1,1-2 1,0 0 0,0-2 0,1 0-1,-1-1 1,1-1 0,0-1 0,0-1 0,0 0-1,0-2 1,0-1 0,30-6 0,-19 2 169,-1-2 0,0-1-1,0-1 1,-1-2 0,-1-1 0,0-1 0,-1-2 0,0-1 0,-1-1 0,25-22 0,117-126 1318,-136 132-1279,28-24-104,18-19 0,-79 77 0,1-1 0,-1 1 0,1 0 0,-1-1 0,0 1 0,1-1 0,-1 1 0,1-1 0,-1 1 0,0-1 0,0 1 0,1-1 0,-1 0 0,0 1 0,0-1 0,0 1 0,1-1 0,-1 0 0,0 1 0,0-1 0,0 0 0,0 1 0,0-1 0,0 1 0,0-1 0,-1 0 0,1 1 0,0-1 0,0 1 0,0-1 0,-1 0 0,1 1 0,0-1 0,0 1 0,-1-1 0,1 1 0,-1-1 0,1 1 0,0-1 0,-1 1 0,1-1 0,-1 1 0,1 0 0,-1-1 0,1 1 0,-1 0 0,1-1 0,-1 1 0,0 0 0,1 0 0,-1 0 0,1-1 0,-1 1 0,0 0 0,-4-1 0,0 0 0,0 0 0,0 0 0,1 1 0,-1-1 0,0 1 0,-6 1 0,-9 2 0,0 0 0,0 2 0,1 0 0,0 2 0,0 0 0,-21 11 0,31-14 0,-34 17 0,0 1 0,2 3 0,0 1 0,2 2 0,1 2 0,2 2 0,0 1 0,-42 51 0,68-71 0,0-1 0,0 2 0,1 0 0,1 0 0,0 0 0,-11 30 0,17-40 0,1 0 0,0 1 0,0 0 0,0-1 0,0 1 0,0-1 0,1 1 0,0 0 0,0 0 0,1-1 0,-1 1 0,1-1 0,0 1 0,0 0 0,0-1 0,1 1 0,-1-1 0,1 0 0,0 0 0,1 0 0,-1 0 0,1 0 0,0 0 0,0 0 0,0-1 0,0 1 0,0-1 0,7 5 0,3 0-13,-1-1 0,1-1-1,0 0 1,0 0 0,1-1 0,-1-1 0,1-1 0,0 0-1,1 0 1,-1-1 0,0-1 0,0-1 0,16 0-1,-2-2 6,0-1 0,-1-1 0,0-1-1,0-2 1,49-18 0,-60 18 39,0-1-1,0-1 1,-1-1 0,0 0 0,21-19-1,-9 3-5,38-45 0,-41 31-25,-14 21 0,-5 11 0,-3 10 0,-3 11 0,1-11 0,-9 35 0,-1-1 0,-2 0 0,-29 62 0,5-12 0,-351 788 0,188-487 0,199-387 0,-244 433 0,237-424 0,5-5 0,0 0 0,0 0 0,-1-1 0,1 1 0,-1-1 0,0 0 0,0 0 0,0 0 0,-1 0 0,1 0 0,0-1 0,-1 1 0,0-1 0,-7 3 0,11-5 0,-1 0 0,1 0 0,0 1 0,-1-1 0,1 0 0,0 0 0,-1 0 0,1 0 0,-1 0 0,1 0 0,0 0 0,-1-1 0,1 1 0,0 0 0,-1 0 0,1 0 0,0 0 0,-1 0 0,1 0 0,0-1 0,-1 1 0,1 0 0,0 0 0,-1-1 0,1 1 0,0 0 0,0 0 0,-1-1 0,1 1 0,0 0 0,0-1 0,0 1 0,-1 0 0,1-1 0,0 1 0,0 0 0,0-1 0,-2-21 0,12-32 0,-9 46 0,10-36 0,2 1 0,1 1 0,3 0 0,36-69 0,-20 57 0,1 1 0,76-87 0,-22 47 0,5 3 0,179-132 0,191-127 0,-337 253 0,-125 94 0,1 1 0,-1 0 0,1-1 0,0 1 0,-1 0 0,1 0 0,0 0 0,-1 0 0,1 0 0,0 1 0,0-1 0,0 0 0,0 1 0,0-1 0,0 1 0,0 0 0,0 0 0,0 0 0,0 0 0,0 0 0,0 0 0,0 0 0,0 1 0,0-1 0,0 1 0,0-1 0,-1 1 0,1 0 0,0 0 0,0 0 0,0 0 0,-1 0 0,1 0 0,0 0 0,-1 0 0,0 1 0,1-1 0,-1 1 0,0-1 0,1 1 0,-1 0 0,0-1 0,0 1 0,1 2 0,38 61 0,25 34 0,-56-88 0,0 0 0,1-1 0,0 0 0,0-1 0,1 0 0,18 11 0,-9-8-42,0-1 0,0-1 0,1-1 0,0-1 0,33 9 0,-47-16 29,0 0 0,0 0 0,1 0 1,-1-1-1,0 0 0,0 0 0,1-1 0,-1 0 1,10-3-1,-13 3 15,1-1 0,-1 0 1,1 0-1,-1-1 0,0 1 1,0-1-1,0 0 0,0 0 0,-1 0 1,1 0-1,-1-1 0,1 1 1,-1-1-1,-1 0 0,5-6 1,-5 5 27,0 0 1,-1 0-1,1 0 1,-1-1-1,0 1 1,0 0-1,0-1 1,-1 1-1,0-1 1,-1-6-1,1 3-24,-1-12 7,-1-1 0,-1 1 0,0-1 0,-2 1 0,-1 1 0,0-1 0,-2 1 0,0 0 0,-1 0 0,-18-27 0,7 17-553,-1 1 0,-1 0 0,-2 2-1,-1 0 1,-38-31 0,39 40-1515,-1 1 0,0 1 1,-42-17-1,66 32 1938,-27-10-6821,-5 12-4471</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3.359"/>
    </inkml:context>
    <inkml:brush xml:id="br0">
      <inkml:brushProperty name="width" value="0.035" units="cm"/>
      <inkml:brushProperty name="height" value="0.035" units="cm"/>
    </inkml:brush>
  </inkml:definitions>
  <inkml:trace contextRef="#ctx0" brushRef="#br0">0 203 16698,'2'2'469,"1"0"0,-1 0 1,0 0-1,1 0 1,-1 0-1,1 0 1,0-1-1,0 0 1,0 1-1,0-1 1,-1 0-1,2 0 1,-1 0-1,5 0 1,17 6 1453,-8 2-1087,0 1 0,0 0 0,-1 1 0,25 22 1,49 58 2086,-80-81-2923,-1 0 0,-1 1 0,0 0 0,-1 1 0,0 0 0,0 0 0,-1 0 0,-1 1 0,0-1 0,-1 1 0,0 1 0,-1-1 0,-1 0 0,0 1 0,0-1 0,-2 1 0,0 0 0,0-1 0,-1 1 0,-1 0 0,0-1 0,-7 24 0,1-12 0,-1 0 0,-17 34 0,90-143-23,3 2-1,110-102 1,67-41-5095,-198 186 1976,71-47 1,-17 16-1589,-88 60 3804,-7 6 584,-1 0-1,1 0 1,0 1 0,0 0 0,0 0 0,0 0 0,1 0 0,-1 1-1,1 0 1,0 0 0,-1 0 0,1 1 0,8-1 0,-11 1 341,0 1 0,0 0 0,0 0 1,0 0-1,0 0 0,0 1 0,-1-1 1,1 1-1,0-1 0,0 1 0,0 0 0,0 0 1,-1 1-1,1-1 0,0 0 0,-1 1 1,1 0-1,-1-1 0,0 1 0,1 0 1,-1 0-1,0 0 0,0 1 0,-1-1 1,1 0-1,2 4 0,1 7 589,1 0 1,-2 1-1,0-1 1,0 1-1,-2 0 1,1 0-1,-2 0 1,0 16-1,-10 119 5920,3-82-3998,4-54-2156,-1 26 968,2 49 0,3-73-1697,0 1 0,0 0 0,7 20 0,-5-22-253,-1-3-1291,0-1 1,0 1 0,1-1-1,0 0 1,1 0 0,9 12-1,13 3-7681</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3.499"/>
    </inkml:context>
    <inkml:brush xml:id="br0">
      <inkml:brushProperty name="width" value="0.035" units="cm"/>
      <inkml:brushProperty name="height" value="0.035" units="cm"/>
    </inkml:brush>
  </inkml:definitions>
  <inkml:trace contextRef="#ctx0" brushRef="#br0">1 115 10105,'6'-83'3812,"7"52"-1147,-1 51-4686,1 0 89,6 3-1748,10 17-2285</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3.640"/>
    </inkml:context>
    <inkml:brush xml:id="br0">
      <inkml:brushProperty name="width" value="0.035" units="cm"/>
      <inkml:brushProperty name="height" value="0.035" units="cm"/>
    </inkml:brush>
  </inkml:definitions>
  <inkml:trace contextRef="#ctx0" brushRef="#br0">271 12 13085,'-54'-11'2788,"38"28"65,-13 14-381,14 1-176,2 2-224,-3 14-408,-3 4-311,3-1-289,-3 4-272,0 2-540,3-3-568,7 0-948,-1-2-444,4-4-657,-1-2-739,1-6-3381,6 0-5980</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4.045"/>
    </inkml:context>
    <inkml:brush xml:id="br0">
      <inkml:brushProperty name="width" value="0.035" units="cm"/>
      <inkml:brushProperty name="height" value="0.035" units="cm"/>
    </inkml:brush>
  </inkml:definitions>
  <inkml:trace contextRef="#ctx0" brushRef="#br0">1 490 12785,'14'-13'711,"1"1"0,1 1 0,0 0 0,1 1 0,0 0 0,23-8 0,112-36 1801,129-52-857,-235 86-1249,-1-3 0,-2-2 0,80-58 0,-18-4 3315,-105 87-3693,1-1 0,-1 1 0,0-1 0,1 1 0,-1-1 0,0 1 0,1 0-1,-1-1 1,1 1 0,-1 0 0,1-1 0,-1 1 0,1 0 0,-1 0 0,1-1 0,-1 1 0,1 0 0,-1 0 0,1 0 0,-1 0 0,1 0 0,0 0 0,-1 0 0,1 0 0,-1 0 0,1 0 0,-1 0 0,1 0 0,-1 0 0,1 0-1,-1 1 1,1-1 0,-1 0 0,1 0 0,-1 1 0,1-1 0,-1 0 0,1 1 0,-1-1 0,1 0 0,-1 1 0,0-1 0,1 0 0,-1 1 0,1-1 0,-1 1 0,0-1 0,0 1 0,1-1 0,-1 1 0,0-1 0,0 1 0,0-1-1,0 1 1,1 0 0,-1-1 0,0 1 0,0-1 0,0 1 0,0-1 0,0 1 0,0-1 0,-1 1 0,1 0 0,-2 51 487,0-41-493,-7 308-3626,9-271 2833,0-31 272,1 1 0,0 0 0,1-1 1,6 23-1,-7-36 439,0 0-1,1-1 1,-1 1 0,1 0 0,0-1-1,0 1 1,0-1 0,0 0 0,0 1-1,1-1 1,3 3 0,-4-5 84,0 1 1,0-1 0,0 0-1,0 0 1,1 0-1,-1 0 1,0 0 0,0 0-1,1-1 1,-1 1-1,0-1 1,1 1-1,-1-1 1,1 0 0,-1 0-1,1 0 1,-1-1-1,0 1 1,1 0-1,2-2 1,19-6 730,0-1 1,0-1-1,38-23 0,26-12 1380,-62 35-1816,0 1 0,0 1-1,1 1 1,0 1 0,0 1 0,0 2 0,1 1 0,46 2-1,-61 1-148,0 1 0,0 1-1,0 0 1,0 0 0,0 1-1,-1 1 1,0 0-1,20 12 1,-23-11-119,-1 0 0,1 1 0,-2-1 0,1 2 0,-1-1 0,0 1 0,0 0 0,-1 1 0,0 0 0,0 0 0,-1 0 0,4 11 0,-2-1-1128,-1 1 1,-1-1-1,3 26 0,-7-31-237,1 0 0,1-1 0,0 1 0,1-1 0,1 0 0,-1 0 1,2 0-1,0-1 0,10 16 0,11-1-11023</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4.170"/>
    </inkml:context>
    <inkml:brush xml:id="br0">
      <inkml:brushProperty name="width" value="0.035" units="cm"/>
      <inkml:brushProperty name="height" value="0.035" units="cm"/>
    </inkml:brush>
  </inkml:definitions>
  <inkml:trace contextRef="#ctx0" brushRef="#br0">0 38 13125,'6'-23'2428,"7"14"-143,-3 3 2751,12 12-4980,-3-3-448,-3 3-848,-4-1-864,8 1-3613,11 11-4776</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4.811"/>
    </inkml:context>
    <inkml:brush xml:id="br0">
      <inkml:brushProperty name="width" value="0.035" units="cm"/>
      <inkml:brushProperty name="height" value="0.035" units="cm"/>
    </inkml:brush>
  </inkml:definitions>
  <inkml:trace contextRef="#ctx0" brushRef="#br0">1 100 13593,'4'-17'2205,"2"-22"9170,-4 21-10150,-2 17-1089,0 0 0,1 1 0,-1-1 0,0 0 0,1 1-1,-1-1 1,0 0 0,1 1 0,-1-1 0,1 0 0,-1 1 0,1-1 0,-1 1 0,1-1 0,-1 1 0,1-1 0,0 1-1,-1-1 1,1 1 0,0-1 0,0 1 0,2-2 293,-2 1-375,0 0 0,1 0 0,-1 0 0,0 0 0,1 0 0,-1 0 0,1 0 0,-1 1 0,1-1 1,-1 1-1,1-1 0,1 0 0,5 5 179,-7-2-219,2 0-14,0 0 0,0 0 0,0 0 0,-1 0 0,1 1 0,-1-1 0,1 1 0,-1-1 0,0 1 0,0 0 0,0 0 0,0 0 0,-1 0 0,1 1 0,-1-1 0,0 0 0,1 1 0,-2-1 0,1 1 0,0-1 0,-1 1 0,0-1 0,0 7 0,1 9 0,-2 1 0,-1-1 0,-4 21 0,4-28 0,-10 32 0,9-33 0,0-1 0,0 1 0,-1 15 0,3 14 0,1-40 0,0 0 0,0 1 0,0-1 0,0 1 0,0-1 0,0 1 0,0-1 0,0 1 0,0-1 0,0 0 0,0 1 0,0-1 0,0 1 0,0-1 0,1 1 0,-1-1 0,0 0 0,0 1 0,0-1 0,1 0 0,-1 1 0,0-1 0,1 0 0,-1 1 0,0-1 0,1 0 0,-1 1 0,3-1 0,0 1 0,0-1 0,0 0 0,-1 0 0,1-1 0,0 1 0,0 0 0,-1-1 0,1 0 0,0 0 0,-1 0 0,1 0 0,0 0 0,2-2 0,41-23 0,-31 16 0,8-3 0,4-4 0,1 2 0,0 0 0,32-10 0,-49 22 0,-1 0 0,1 1 0,0 0 0,0 0 0,0 1 0,0 1 0,1 0 0,-1 1 0,0 0 0,0 0 0,0 1 0,15 5 0,-5-2 2,1 0 0,-1-2-1,1 0 1,0-1 0,1-2 0,34-2-1,133-29-112,-36 4-231,-120 23-2039,51 1 0,-27 10-2742,2 11-4978,-24-3 745</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4.951"/>
    </inkml:context>
    <inkml:brush xml:id="br0">
      <inkml:brushProperty name="width" value="0.035" units="cm"/>
      <inkml:brushProperty name="height" value="0.035" units="cm"/>
    </inkml:brush>
  </inkml:definitions>
  <inkml:trace contextRef="#ctx0" brushRef="#br0">14 118 12673,'-13'-26'11381,"13"6"-9293,3 0 877,4 9-1909,-1-1-388,3-2-3888,1 0 1171</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5.648"/>
    </inkml:context>
    <inkml:brush xml:id="br0">
      <inkml:brushProperty name="width" value="0.035" units="cm"/>
      <inkml:brushProperty name="height" value="0.035" units="cm"/>
    </inkml:brush>
  </inkml:definitions>
  <inkml:trace contextRef="#ctx0" brushRef="#br0">23 64 12461,'-22'-63'11982,"23"66"-9915,22 84-167,-5 1-1,9 97 1,-14-89-1342,7 221-542,-12-110-105,-5-152-1248,-4 1-6072,2-27-485,7-12-5176</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6.008"/>
    </inkml:context>
    <inkml:brush xml:id="br0">
      <inkml:brushProperty name="width" value="0.035" units="cm"/>
      <inkml:brushProperty name="height" value="0.035" units="cm"/>
    </inkml:brush>
  </inkml:definitions>
  <inkml:trace contextRef="#ctx0" brushRef="#br0">1 418 14757,'187'-84'8193,"8"19"-3308,204-23-1365,-89 50-2463,-256 35-915,68 3 1,-98 2-129,0 1 0,0 1 0,-1 2 0,31 10 0,-41-12-56,-1 2 1,0-1-1,-1 2 0,0-1 1,0 2-1,20 16 0,-6 0-216,27 34 0,-13-14 83,-32-37 73,1 0-1,-1-1 1,2 0-1,-1-1 1,0 0 0,1 0-1,0-1 1,0 0-1,1 0 1,-1-1-1,1-1 1,-1 1 0,1-2-1,0 1 1,11-1-1,15 1-455,0-3 0,65-8 0,-27-2 173,-1-2 1,0-4-1,-1-3 1,97-41-1,-159 56 477,0-1 0,0 1 0,0-2 0,-1 1 0,12-11 0,-20 15-59,0 1-1,0-1 1,1 0-1,-1 1 1,0-1-1,0 0 1,-1 0-1,1 0 1,0 0-1,-1 0 1,1 0-1,-1 0 1,1 0-1,-1 0 1,0 0-1,0 0 1,0 0-1,0 0 1,0 0-1,-1 0 1,1-1-1,0 1 1,-1 0-1,0 0 1,1 1-1,-1-1 1,0 0-1,-2-3 1,0-1 42,-1-1 1,0 1-1,0-1 1,-1 1-1,0 0 1,-8-8-1,-3 2 11,-1 0 0,0 1 0,0 0 1,-1 2-1,0 0 0,-1 1 0,0 1 0,-28-7 0,-8 1-326,-100-11 0,58 19-2786,-110 8 0,190-3 2363,-61 7-3274,29 4-1751,10 3-3854</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8.957"/>
    </inkml:context>
    <inkml:brush xml:id="br0">
      <inkml:brushProperty name="width" value="0.035" units="cm"/>
      <inkml:brushProperty name="height" value="0.035" units="cm"/>
    </inkml:brush>
  </inkml:definitions>
  <inkml:trace contextRef="#ctx0" brushRef="#br0">223 149 12465,'-33'-61'4930,"4"-2"4501,23 44-7148,3 13 195,0 24-1298,-34 196-1180,-3 64 0,-23 205 0,62-474 0,-4 35 0,3 0 0,1 0 0,6 50 0,-3-86 0,-1 0 0,1 1 0,0-1 0,1 0 0,4 10 0,-6-16 0,0 0 0,0 0 0,0 0 0,0-1 0,1 1 0,-1 0 0,0-1 0,1 1 0,0-1 0,-1 1 0,1-1 0,0 0 0,-1 1 0,1-1 0,0 0 0,0 0 0,0-1 0,0 1 0,0 0 0,0 0 0,0-1 0,0 0 0,0 1 0,1-1 0,-1 0 0,2 0 0,4-1 0,1 0 0,-1-1 0,1 0 0,-1-1 0,0 1 0,0-2 0,0 1 0,-1-1 0,1 0 0,7-6 0,13-10 0,31-29 0,-12 8 0,1 4 0,1 1 0,2 3 0,1 2 0,90-39 0,-119 61 0,1 1 0,1 1 0,0 1 0,0 2 0,45-4 0,-52 8 0,-1 0 0,0 2 0,1 0 0,-1 0 0,0 2 0,0 0 0,-1 1 0,1 1 0,21 11 0,-31-14 0,-1 0 0,0 1 0,0 0 0,-1 0 0,1 0 0,-1 1 0,0-1 0,0 1 0,0 1 0,-1-1 0,0 1 0,0 0 0,0-1 0,4 10 0,-7-10 0,1 0 0,-1 0 0,0 0 0,0 0 0,-1 0 0,0 0 0,0 0 0,0 0 0,0 0 0,-1 0 0,1 0 0,-1 0 0,-1 0 0,1 0 0,-1-1 0,0 1 0,0 0 0,0-1 0,0 0 0,-1 1 0,0-1 0,0 0 0,-4 5 0,-16 16 0,-1-1 0,-2-1 0,0-1 0,-1-2 0,-1 0 0,0-2 0,-2-1 0,-34 14 0,31-18-2272,0-1-1,-1-2 1,0-1 0,-44 5-1,78-14 2049,0 0 113,0 0-1,0-1 0,0 1 0,0 0 0,0 0 0,0 0 0,0 0 0,0 0 0,0 0 0</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9.833"/>
    </inkml:context>
    <inkml:brush xml:id="br0">
      <inkml:brushProperty name="width" value="0.035" units="cm"/>
      <inkml:brushProperty name="height" value="0.035" units="cm"/>
    </inkml:brush>
  </inkml:definitions>
  <inkml:trace contextRef="#ctx0" brushRef="#br0">1 408 7717,'0'0'9055,"13"-6"-6817,-6 3-1476,-1-1-1,1 0 0,-1 0 0,0-1 0,10-8 0,19-15 262,54-21 1047,177-72 0,-155 75-1293,177-67 1293,-281 110-2051,0 1-1,1 0 1,-1 1 0,0-1-1,1 1 1,-1 0 0,1 1-1,-1 0 1,1 0 0,-1 1-1,1 0 1,-1 0 0,1 1-1,6 2 1,-5 0 20,1 0 1,-1 0-1,-1 1 1,1 0-1,-1 1 1,0 0-1,0 0 1,0 1-1,9 11 1,-2 1 23,0 1 0,-1 1 0,-1 0 0,-1 0 1,-1 1-1,-1 1 0,12 42 0,-8-14-63,-3 0 0,-2 0 0,3 103 0,-25 157 0,9-265-3651,2 1-1,7 75 1,0-95-3513,6-11-4501</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0.768"/>
    </inkml:context>
    <inkml:brush xml:id="br0">
      <inkml:brushProperty name="width" value="0.035" units="cm"/>
      <inkml:brushProperty name="height" value="0.035" units="cm"/>
    </inkml:brush>
  </inkml:definitions>
  <inkml:trace contextRef="#ctx0" brushRef="#br0">75 155 13085,'1'-20'4898,"-6"10"-1050,-4 6 3815,7 4-7559,0 1 0,0-1 0,-1 1 0,1-1 0,0 1 0,0 0-1,0 0 1,1 0 0,-1 0 0,0 0 0,0 1 0,0-1 0,1 0 0,-1 1 0,1-1 0,-1 1 0,1 0 0,0-1-1,-1 1 1,1 0 0,0 0 0,0 0 0,0 0 0,1 0 0,-2 3 0,-2 7 63,0 0 0,-5 25 0,8-30-109,0 0-56,1 1-1,-1-1 1,1 0 0,1 0-1,-1 0 1,1 0 0,0 0-1,4 12 1,-3-15-2,-1 1 0,1-1-1,-1 0 1,1 1 0,1-1 0,-1 0 0,0-1-1,1 1 1,0 0 0,0-1 0,0 1 0,0-1 0,1 0-1,-1 0 1,5 3 0,5-1-40,-1 0 0,1-1 0,0 0 0,0-1 1,0-1-1,0 0 0,1 0 0,-1-1 0,0-1 0,1-1 0,22-3 0,-1-1-94,-1-2-1,0-1 0,46-18 1,-53 16 107,-1 0 1,0-1 0,-1-2 0,0-1 0,-1 0 0,-1-2 0,40-35 0,-8-16 254,-23 26 68,-26 34-183,-1 0 0,-1 0 0,1 0 0,6-15 1,-5 7 3,5-13-98,-11 28-19,0 0 0,0 0 0,0 0 0,0 0 0,0 0 0,0 0 0,0 0 0,1 0 0,-1 0 0,0 0 0,0 0 0,0 0 0,0 0 0,0 0 0,0 0 0,0 0 0,0 0 0,0 0 0,0 0 0,0 0 0,0 0 0,0 0 0,0 0 0,0-1 0,0 1 0,1 0 0,-1 0 0,0 0 0,0 0 0,0 0 0,0 0 0,0 0 0,0 0 0,0 0 0,0 0 0,0 0 0,0 0 0,0 0 0,0 0 0,0 0 0,-1 11 0,-5 21 0,-60 223 0,18-58 0,-99 304 0,-36-13 0,158-430 0,0 1 0,-2 0 0,-43 65 0,69-122 0,0 0 0,-1-1 0,1 1 0,-1 0 0,1 0 0,-1-1 0,0 1 0,0-1 0,0 1 0,0-1 0,0 0 0,0 1 0,0-1 0,0 0 0,0-1 0,-1 1 0,1 0 0,0-1 0,0 1 0,-1-1 0,1 0 0,0 1 0,-1-1 0,-3-1 0,5 1 0,0 0 0,1 0 0,-1 0 0,1 0 0,-1 0 0,0 0 0,1 0 0,-1-1 0,1 1 0,-1 0 0,0 0 0,1-1 0,-1 1 0,1 0 0,-1-1 0,1 1 0,-1-1 0,1 1 0,-1 0 0,1-1 0,0 1 0,-1-1 0,1 1 0,0-1 0,-1 0 0,1 1 0,0-1 0,0 1 0,-1-2 0,0-19 0,2 13 0,2-32-94,2-1 0,2 1 0,1 0 0,2 1 1,2 0-1,2 1 0,19-39 0,4 2-388,4 3 1,73-99-1,147-151-3218,21 18 1084,-46 51 1592,-144 145 4501,-96 110-3244,0 0-1,1 0 0,-1 0 1,0 0-1,1 1 0,0-1 1,0 1-1,-1 0 0,1 0 1,1 0-1,-1 0 0,-2 5 1,-5 9 280,0 0 1,2 1-1,0 0 1,-5 21 0,0-2-167,-196 545-224,183-506-2058,3 1 1,-21 142-1,43-213 904,0 0 0,1 0-1,0 0 1,0 0 0,0 1 0,1-1 0,-1 0-1,2 0 1,-1 0 0,1 0 0,0 0-1,4 8 1,4 2-9542</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1.182"/>
    </inkml:context>
    <inkml:brush xml:id="br0">
      <inkml:brushProperty name="width" value="0.035" units="cm"/>
      <inkml:brushProperty name="height" value="0.035" units="cm"/>
    </inkml:brush>
  </inkml:definitions>
  <inkml:trace contextRef="#ctx0" brushRef="#br0">10 135 11377,'-10'15'5092,"19"-16"3461,2-2-6085,3 1-3935,1 1 1807,0 1 1,0 1-1,-1 0 0,1 0 1,0 1-1,-1 1 0,1 1 0,-1 0 1,18 8-1,-32-11-328,0 0 0,1-1-1,-1 1 1,0 0 0,0 0 0,0-1 0,0 1-1,0 0 1,0 0 0,-1-1 0,1 1 0,0 0-1,0 0 1,0-1 0,-1 1 0,1 0 0,0-1-1,-1 1 1,1 0 0,-1-1 0,1 1 0,-1 0-1,-9 14 65,9-14-63,0 0 1,0 0 0,0 0-1,0 1 1,0-1-1,0 0 1,1 0 0,-1 1-1,0-1 1,0 0 0,1 1-1,-1-1 1,1 1-1,0-1 1,-1 1 0,1-1-1,0 1 1,0 2-1,1-3-9,0 0-1,0 0 0,1-1 1,-1 1-1,0 0 0,1-1 0,-1 1 1,0-1-1,1 0 0,-1 1 0,0-1 1,1 0-1,-1 0 0,1 0 1,-1 0-1,1 0 0,-1 0 0,0 0 1,1 0-1,-1-1 0,1 1 0,0-1 1,22-4-25,-1-1 0,0 0 1,33-16-1,-20 8-13,2-1-12,-1-2-1,-1-2 1,0-1-1,37-29 1,-32 9 15,-39 38 52,-3 0 69,0 1-88,1 0 31,-1-1-1,0 1 0,0-1 0,0 1 0,0 0 1,0-1-1,-1 1 0,1 0 0,0 0 0,-1 0 1,-2-2-1,3 3-6,-1 0 0,1 0 0,0 0 0,-1 0 0,1 0 0,0 0 0,0 0 0,-1 1 0,1-1 0,0 1 0,0-1 0,-1 1 0,1-1 0,0 1 0,0 0 0,0-1 0,0 1 0,0 0 0,0 0 0,-2 2 0,-5 5 86,0 0-1,0 1 0,1 0 0,0 1 0,0-1 0,1 1 0,0 1 0,-4 12 0,-4 9 239,-12 50 0,18-51-243,1 0 0,-4 37 0,10-57-303,0-1 0,1 1 0,0 0 0,1 0 0,0 0-1,1-1 1,0 1 0,1-1 0,7 21 0,-7-26-117,1 1 1,0-1-1,0 0 1,0 0-1,0 0 1,1 0-1,0-1 0,0 0 1,0 0-1,0 0 1,1 0-1,-1-1 1,1 0-1,0 0 1,0-1-1,0 0 0,1 0 1,-1 0-1,0-1 1,1 0-1,7 1 1,7 0-1671,0-1-1,0-1 1,0-1 0,0-1 0,28-6 0,4-3-7091</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1.445"/>
    </inkml:context>
    <inkml:brush xml:id="br0">
      <inkml:brushProperty name="width" value="0.035" units="cm"/>
      <inkml:brushProperty name="height" value="0.035" units="cm"/>
    </inkml:brush>
  </inkml:definitions>
  <inkml:trace contextRef="#ctx0" brushRef="#br0">93 146 9829,'0'0'127,"1"-1"0,0 0 1,-1 0-1,1 0 0,-1 0 0,1 0 0,-1-1 1,0 1-1,1 0 0,-1 0 0,0 0 1,0 0-1,0 0 0,0 0 0,0-1 0,0 1 1,0 0-1,0 0 0,-1 0 0,1-2 0,-1 3 102,0-1 0,-1 0 0,1 1 0,0-1-1,0 1 1,0-1 0,0 1 0,-1 0-1,1-1 1,0 1 0,-1 0 0,1 0-1,-3 0 1,-9-1 1573,10 0 688,-16-4 1617,19 5-4034,0 0 0,0 0-1,-1-1 1,1 1 0,0 0-1,0 0 1,0 0 0,0 0-1,-1 0 1,1 0 0,0 0 0,0 0-1,0 0 1,-1 0 0,1 0-1,0 0 1,0 0 0,0 0-1,0 0 1,-1 0 0,1 0 0,0 0-1,0 1 1,0-1 0,0 0-1,-1 0 1,1 0 0,0 0-1,0 0 1,0 0 0,0 0 0,0 1-1,0-1 1,-1 0 0,1 0-1,0 0 1,0 0 0,0 0-1,0 1 1,0-1 0,0 0-1,0 0 1,0 0 0,0 0 0,0 1-1,0-1 1,0 0 0,0 0-1,0 0 1,0 1 0,0-1-1,0 0 1,0 0 0,0 0 0,0 1-1,7 16 1928,28 34-1105,-14-20-32,-12-16-817,-1 1 1,0 1 0,-2 0-1,0 0 1,0 0-1,-2 0 1,0 1 0,-1 0-1,-1 0 1,-1 0-1,0 22 1,-3-17-16,0 1 0,-1 0-1,-1-1 1,-1 0 0,-1 0 0,-2-1-1,0 1 1,-11 21 0,-1-5-31,-38 70 0,43-79 0,9-24 0,5-10 0,3-9 0,5-5 0,0 1 0,1-1 0,2 1 0,-1 0 0,2 1 0,16-19 0,-10 12 0,126-177-6111,172-183 0,-257 328-561,-1 17-4217</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1.911"/>
    </inkml:context>
    <inkml:brush xml:id="br0">
      <inkml:brushProperty name="width" value="0.035" units="cm"/>
      <inkml:brushProperty name="height" value="0.035" units="cm"/>
    </inkml:brush>
  </inkml:definitions>
  <inkml:trace contextRef="#ctx0" brushRef="#br0">297 40 13457,'-41'-34'12715,"57"30"-7729,-8 3-3790,0 18-844,0 10-341,-2 1 0,-2 0 0,0 0 0,-2 0-1,-1 0 1,-4 50 0,-36 174-25,32-216 13,-55 203 1,38-157 0,-43 135-1097,-35 138-3191,93-297-410,12-21-2453,5-4-5398</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2.162"/>
    </inkml:context>
    <inkml:brush xml:id="br0">
      <inkml:brushProperty name="width" value="0.035" units="cm"/>
      <inkml:brushProperty name="height" value="0.035" units="cm"/>
    </inkml:brush>
  </inkml:definitions>
  <inkml:trace contextRef="#ctx0" brushRef="#br0">1 23 14929,'4'-3'1271,"1"1"-1,-1 0 0,1 0 1,0 0-1,7-2 0,31-3 1864,43 7-2473,-59 2 217,9-2-554,1 2 0,-1 1 0,0 3 0,0 0 0,50 17 0,-80-21-322,0 1 1,0 0-1,-1 0 0,1 1 1,-1-1-1,0 1 1,1 0-1,3 5 0,-7-7-4,-1 0 0,0 0-1,0 0 1,0 0-1,0 0 1,0 1-1,-1-1 1,1 0 0,0 0-1,-1 1 1,0-1-1,0 0 1,0 0-1,0 1 1,0-1 0,0 0-1,0 1 1,-1-1-1,1 0 1,-1 0 0,1 1-1,-1-1 1,0 0-1,0 0 1,0 0-1,0 0 1,-2 2 0,-1 3-6,0 0 0,-1 0 1,1-1-1,-2 1 1,1-1-1,-12 10 1,-17 8-80,-1-3 1,-1-1-1,-1-1 1,-38 13 0,-73 39-2324,116-56 268,21-9-3149,39-9-884,24-4-3460</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2.410"/>
    </inkml:context>
    <inkml:brush xml:id="br0">
      <inkml:brushProperty name="width" value="0.035" units="cm"/>
      <inkml:brushProperty name="height" value="0.035" units="cm"/>
    </inkml:brush>
  </inkml:definitions>
  <inkml:trace contextRef="#ctx0" brushRef="#br0">328 1 10597,'-3'2'511,"-1"-1"1,1 1-1,0-1 0,-1 1 1,1-1-1,-1 0 1,0-1-1,-3 1 0,4-1 1458,-1 1-157,-7 1-1091,-1 0-1,1 1 1,-1 1-1,1 0 1,0 0-1,1 1 1,-18 11-1,-5 6 43,-29 26 0,8-6-121,38-23-475,2-2 385,33-20 150,-6 2-511,54-18 1390,-54 14-1201,0 1 1,1 0-1,-1 0 0,1 2 0,0 0 1,21-1-1,-32 3-483,0 1 0,0 0 0,0 0 0,0 0 0,-1 0 0,1 0 0,0 1 0,-1-1 0,1 1 0,0 0 0,-1 0 0,0 0 0,0 0-1,3 3 1,30 38-2975,-21-23 1660,-5-9-461,2 2-1976,-3-2-1668,4 5-6961</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2.736"/>
    </inkml:context>
    <inkml:brush xml:id="br0">
      <inkml:brushProperty name="width" value="0.035" units="cm"/>
      <inkml:brushProperty name="height" value="0.035" units="cm"/>
    </inkml:brush>
  </inkml:definitions>
  <inkml:trace contextRef="#ctx0" brushRef="#br0">1 186 16826,'0'0'269,"0"1"0,0-1 1,0 1-1,-1-1 0,1 1 0,0-1 1,0 1-1,0-1 0,0 1 1,0-1-1,0 1 0,0-1 1,0 1-1,1-1 0,-1 1 1,0-1-1,0 1 0,0-1 1,0 1-1,1-1 0,-1 1 1,0-1-1,0 0 0,1 1 1,-1-1-1,0 1 0,1-1 1,-1 0-1,0 1 0,1-1 1,0 1-1,17 0 2462,-15-1-2534,-1 0 0,0 0 1,1 0-1,-1 0 0,1 0 0,-1 0 1,1 1-1,-1-1 0,1 1 1,3 1-1,0 3-55,0 1 1,0-1-1,0 1 1,-1 0-1,0 1 1,0-1-1,0 1 1,-1 0-1,0 0 1,0 0-1,-1 1 1,0-1-1,0 1 1,-1 0-1,0 0 1,1 8-1,0 4-147,-1-1-1,0 1 1,-2 0 0,0 0-1,-1 0 1,-1 0 0,-1 0-1,-11 37 1,1-21-22,0-1 0,-3-1 0,-36 61 0,44-84 75,15-31 60,10-15-108,1 2 0,2 0 0,34-44 0,-18 26 0,18-25-1635,4 2 0,2 2 0,127-113 0,-155 154-642,16-12-1882,-42 40 2818,-1 0 1,1-1-1,0 2 0,11-5 0,21-1-8762</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3.050"/>
    </inkml:context>
    <inkml:brush xml:id="br0">
      <inkml:brushProperty name="width" value="0.035" units="cm"/>
      <inkml:brushProperty name="height" value="0.035" units="cm"/>
    </inkml:brush>
  </inkml:definitions>
  <inkml:trace contextRef="#ctx0" brushRef="#br0">619 93 13521,'1'-2'324,"-1"0"1,0-1-1,0 1 0,0 0 0,0 0 0,-1-1 0,1 1 1,-1 0-1,1 0 0,-1 0 0,0 0 0,0 0 0,0 0 1,0 0-1,0 0 0,0 0 0,0 0 0,-3-2 0,-3-6 1417,5 8 405,-10-30 2696,7 28-3745,-7 3-926,0 0-1,0 0 1,0 2-1,0-1 1,1 1-1,-1 1 1,0 0-1,0 1 1,1 0 0,-12 5-1,-10 5 292,0 1-1,-37 24 1,9 0-978,3 3-1,-60 53 1,61-36-971,56-57 1445,1 0-1,-1 0 0,0 0 0,0 0 1,1 0-1,-1 0 0,0 0 0,1 0 1,-1 0-1,1 1 0,0-1 0,-1 0 1,1 0-1,0 1 0,0-1 0,0 0 0,0 1 1,0-1-1,0 0 0,0 0 0,0 1 1,0-1-1,0 0 0,1 0 0,-1 1 1,2 1-1,0 6-118,-2-9 160,0 0-1,0 0 1,0 0 0,0 0 0,0 1-1,0-1 1,0 0 0,1 0-1,-1 0 1,0 0 0,0 1 0,0-1-1,0 0 1,0 0 0,0 0-1,0 0 1,0 0 0,0 0 0,1 0-1,-1 1 1,0-1 0,0 0 0,0 0-1,0 0 1,0 0 0,1 0-1,-1 0 1,0 0 0,0 0 0,0 0-1,0 0 1,1 0 0,-1 0 0,0 0-1,0 0 1,0 0 0,0 0-1,1 0 1,-1 0 0,0 0 0,0 0-1,0 0 1,0 0 0,0 0-1,1 0 1,-1 0 0,0 0 0,32-3 693,-1-1 1,1-1-1,56-18 1,45-8 949,-124 30-1743,0 0 1,0 1-1,0 0 1,0 0-1,0 1 1,1 0-1,-1 1 1,-1 0-1,1 0 0,15 7 1,-21-8-6,1 1-1,-1 0 1,1 0 0,-1 0 0,0 1 0,0-1-1,0 1 1,0-1 0,0 1 0,-1 0-1,1 0 1,-1 0 0,0 0 0,0 1 0,0-1-1,0 1 1,0-1 0,-1 1 0,0 0-1,1-1 1,-2 1 0,1 0 0,0 0 0,-1 0-1,1 0 1,-1 0 0,-1 5 0,-3 8-2541,1-7-276,1 3-4000,3 6-6287</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3.675"/>
    </inkml:context>
    <inkml:brush xml:id="br0">
      <inkml:brushProperty name="width" value="0.035" units="cm"/>
      <inkml:brushProperty name="height" value="0.035" units="cm"/>
    </inkml:brush>
  </inkml:definitions>
  <inkml:trace contextRef="#ctx0" brushRef="#br0">20 67 12665,'-4'-2'1149,"-11"-13"7928,15 14-8817,0 0 0,0-1 0,0 1 0,1 0 0,-1-1 0,0 1 0,1 0-1,-1 0 1,1 0 0,0-1 0,-1 1 0,1 0 0,0 0 0,-1 0 0,1 0 0,0 0-1,0 0 1,0 0 0,0 1 0,0-1 0,0 0 0,0 0 0,0 1 0,1-1 0,-1 1-1,0-1 1,0 1 0,1-1 0,-1 1 0,0 0 0,0-1 0,1 1 0,-1 0-1,0 0 1,1 0 0,-1 0 0,2 1 0,9-2-260,0 1 0,-1 1 0,22 3 0,-9 0 0,-20-4 0,1 0 1,-1 1-1,1 0 0,-1 0 1,1 0-1,-1 0 0,0 1 1,1 0-1,-1 0 0,0 0 1,0 0-1,0 1 1,0-1-1,-1 1 0,1 0 1,4 6-1,-4-5 0,0 2 1,-1-1-1,0 0 0,0 1 1,-1-1-1,1 1 1,-1 0-1,0 0 0,-1 0 1,2 12-1,-1 8-15,-2 0-1,0 0 1,-2 0-1,-8 42 1,7-54-5,3-11-294,2-5 121,12-9 408,-9 8-173,-1 0 0,0 0 0,-1-1 1,1 0-1,0 1 0,-1-1 0,0 0 0,3-6 0,25-37-42,71-85 0,-97 126 0,0 1 0,0 0 0,0 0 0,1 1 0,0 0 0,0 0 0,0 0 0,0 0 0,1 1 0,0 0 0,8-2 0,-12 4 0,0 0 0,0 1 0,0-1 0,0 1 0,0 0 0,0 0 0,0 0 0,1 0 0,-1 0 0,0 1 0,0-1 0,0 1 0,0 0 0,0 0 0,0 0 0,0 0 0,-1 1 0,1-1 0,0 1 0,-1 0 0,1-1 0,-1 1 0,1 0 0,-1 1 0,0-1 0,0 0 0,3 5 0,0 0 0,0 1 0,-1 0 0,0 0 0,-1 0 0,0 0 0,0 1 0,-1-1 0,3 18 0,-2 3 0,-1 41 0,-2-60 0,1 14 0,1-19 0,1-2 0,-3-2 0,0-1 0,0 1 0,0-1 0,0 1 0,1-1 0,-1 1 0,0-1 0,0 1 0,0-1 0,1 0 0,-1 1 0,0-1 0,1 1 0,-1-1 0,0 0 0,1 1 0,-1-1 0,1 0 0,-1 1 0,0-1 0,1 0 0,-1 1 0,1-1 0,-1 0 0,1 0 0,-1 0 0,1 0 0,-1 1 0,1-1 0,-1 0 0,1 0 0,-1 0 0,1 0 0,0 0 0,-1 0 0,1 0 0,-1 0 0,1 0 0,-1-1 0,1 1 0,-1 0 0,1 0 0,-1 0 0,1-1 0,-1 1 0,0 0 0,1 0 0,-1-1 0,1 1 0,-1 0 0,0-1 0,1 0 0,1 0 0,6-4 0,0 0 0,0 0 0,0-1 0,-1 0 0,0-1 0,13-13 0,9-10 0,18-12 0,74-51 0,-100 80 0,0 0 0,1 1 0,0 2 0,1 0 0,0 1 0,39-9 0,-55 16 0,-1 1 0,1 0 0,-1 0 0,1 0 0,-1 1 0,1 0 0,-1 1 0,1-1 0,0 1 0,-1 0 0,0 1 0,1 0 0,-1 0 0,0 0 0,0 0 0,0 1 0,0 0 0,0 1 0,-1-1 0,9 8 0,-8-5 0,0 1 0,0 0 0,-1 0 0,0 1 0,0-1 0,-1 1 0,0 0 0,-1 0 0,1 1 0,-2-1 0,1 1 0,-1-1 0,0 1 0,0 10 0,2 19-974,-2-19-1138,0 1 1,0-1-1,2 0 0,1 0 1,0 0-1,1 0 1,10 19-1,2-8-9804</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4.033"/>
    </inkml:context>
    <inkml:brush xml:id="br0">
      <inkml:brushProperty name="width" value="0.035" units="cm"/>
      <inkml:brushProperty name="height" value="0.035" units="cm"/>
    </inkml:brush>
  </inkml:definitions>
  <inkml:trace contextRef="#ctx0" brushRef="#br0">54 202 12449,'2'2'248,"-1"-1"-1,1 0 0,0 0 1,0 1-1,0-2 0,0 1 1,1 0-1,-1 0 0,0-1 1,0 1-1,0-1 1,1 1-1,-1-1 0,0 0 1,1 0-1,-1 0 0,0 0 1,0-1-1,1 1 1,-1 0-1,0-1 0,0 0 1,4-1-1,66-24 3363,-45 15-2916,0 2 589,-1 0-1,40-23 1,-57 27-925,0 0 0,-1-1 0,1 0 0,-1-1 1,-1 1-1,1-2 0,-1 1 0,-1-1 0,1 0 0,7-14 0,-13 21-327,-1 0 0,1 1-1,-1-1 1,1 0 0,-1 1-1,0-1 1,1 0 0,-1 0-1,0 0 1,0 1 0,1-1-1,-1 0 1,0 0 0,0 0-1,0 1 1,0-1 0,0 0-1,0 0 1,-1 0 0,1 0-1,0 1 1,0-1 0,0 0-1,-1 0 1,1 1 0,0-1-1,-2-1 1,1 1 17,0 0-1,-1 0 1,1 0 0,0 0-1,-1 0 1,1 1 0,-1-1 0,1 0-1,-1 1 1,1-1 0,-1 1 0,1 0-1,-3-1 1,-6 1 88,1-1 0,0 2 0,0-1 0,-11 3 0,11-2-119,1 1 0,-1 0 1,1 0-1,0 1 0,-16 7 1,11-2-23,1 1-1,-1 1 1,-19 19 0,-63 66 5,84-84 0,0 0 0,2 1 0,-1 1 0,1-1 0,1 1 0,0 1 0,1-1 0,0 1 0,2 0 0,-1 1 0,2 0 0,-6 29 0,8-37 0,1 0 0,0 0 0,1 0 0,0 0 0,0 1 0,1-1 0,0 0 0,0 0 0,0 0 0,1 0 0,0-1 0,0 1 0,1 0 0,0-1 0,0 0 0,0 1 0,1-1 0,6 7 0,-3-5 0,1 0 0,0 0 0,0-1 0,1 0 0,-1-1 0,2 1 0,-1-2 0,1 0 0,0 0 0,0 0 0,13 3 0,24 6-1761,2-3 0,-1-1 0,96 6 0,-51-14-4058,111-10 0,-95-3-5282</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4.206"/>
    </inkml:context>
    <inkml:brush xml:id="br0">
      <inkml:brushProperty name="width" value="0.035" units="cm"/>
      <inkml:brushProperty name="height" value="0.035" units="cm"/>
    </inkml:brush>
  </inkml:definitions>
  <inkml:trace contextRef="#ctx0" brushRef="#br0">417 30 14277,'-69'-28'3185,"67"28"-2932,0-1 1,0 1-1,1 0 0,-1-1 1,0 1-1,0 0 1,0 0-1,0 0 1,0 1-1,0-1 1,0 0-1,1 1 1,-1-1-1,0 1 1,0 0-1,0 0 1,1-1-1,-1 1 0,0 0 1,1 0-1,-1 1 1,1-1-1,-1 0 1,1 0-1,0 1 1,-1-1-1,1 1 1,0-1-1,0 1 1,0-1-1,0 1 0,0 0 1,-1 3-1,-1 0 266,-8 17 745,1 0 0,1 0-1,-9 28 1,-2 9-150,1-9-1114,-125 361 0,99-262 0,35-108-3044,7 21-9061</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4.532"/>
    </inkml:context>
    <inkml:brush xml:id="br0">
      <inkml:brushProperty name="width" value="0.035" units="cm"/>
      <inkml:brushProperty name="height" value="0.035" units="cm"/>
    </inkml:brush>
  </inkml:definitions>
  <inkml:trace contextRef="#ctx0" brushRef="#br0">1 106 13673,'0'0'161,"0"-1"0,1 1 0,-1 0 0,0-1-1,1 1 1,-1 0 0,1-1 0,-1 1 0,1 0 0,-1-1-1,1 1 1,-1 0 0,1 0 0,-1-1 0,1 1 0,-1 0-1,1 0 1,-1 0 0,1 0 0,0 0 0,-1 0 0,1 0-1,-1 0 1,1 0 0,-1 0 0,1 0 0,-1 0 0,2 1-1,20 6 2043,-1 0-819,5-5 467,39 0-1,-10-1-691,416-8 1757,-268-1-2913,-173 6 14,0-1 0,0-2 0,0 0 0,52-19 0,-77 22 18,0 0 1,0-1-1,0 0 0,0 0 0,0 0 0,6-7 1,-2 3 41,-8 6-37,0-1 0,0 0 0,0 0 0,0 0 0,0 0 0,-1-1 0,1 1 0,-1 0 0,1 0 0,-1 0 0,0 0 0,0-1 0,0 1 0,0-2-1,-11 5 38,1 0 0,0 1-1,-1 0 1,1 1-1,0 0 1,0 1 0,1 0-1,-1 0 1,1 1-1,0 1 1,0-1 0,1 1-1,-13 12 1,-5 5 250,1 1 1,-41 53 0,58-66-328,0 0 0,0 1 0,1-1 0,1 1 0,0 1 0,1-1 0,0 1 0,1 0 0,0 0 0,1 0 0,0 1 0,2-1 0,-1 1 0,1 0 0,2 22 0,1-31-25,-1 1 0,1 0-1,0 0 1,0-1 0,0 1 0,1-1-1,0 1 1,0-1 0,1 0 0,-1 0-1,1-1 1,0 1 0,0-1 0,1 0-1,-1 0 1,1 0 0,0-1 0,9 6-1,5 2-342,1-1-1,0-2 0,37 12 1,-19-9-1165,0-2 0,1-2 0,47 3 0,122-7-9979,-117-8 1327</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4.797"/>
    </inkml:context>
    <inkml:brush xml:id="br0">
      <inkml:brushProperty name="width" value="0.035" units="cm"/>
      <inkml:brushProperty name="height" value="0.035" units="cm"/>
    </inkml:brush>
  </inkml:definitions>
  <inkml:trace contextRef="#ctx0" brushRef="#br0">1 3 12481,'0'0'10404,"0"3"-8408,3 5-1424,-1-1 0,1 0 0,1 1 0,-1-1 0,1 0 0,0 0 0,7 7-1,12 22 827,-10-11-1279,-1 0 1,-2 1-1,0 0 1,-1 1-1,-2 0 1,-1 0 0,-1 0-1,-1 1 1,-2 0-1,-1-1 1,0 1 0,-3 0-1,0 0 1,-1 0-1,-13 45 1,-18 36-120,30-96 0,6-10 0,7-11 0,-8 7 0,86-86 0,17-14 0,-9 16-1247,4 5 0,111-67 0,-173 124 295,109-64-3834,-49 35-3019,-16 13-4694</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0.998"/>
    </inkml:context>
    <inkml:brush xml:id="br0">
      <inkml:brushProperty name="width" value="0.035" units="cm"/>
      <inkml:brushProperty name="height" value="0.035" units="cm"/>
    </inkml:brush>
  </inkml:definitions>
  <inkml:trace contextRef="#ctx0" brushRef="#br0">178 37 9781,'-1'-2'706,"0"0"0,0 1 0,0-1 1,0 0-1,0 0 0,0 1 0,0-1 0,1 0 0,-1 0 0,1 0 1,-1 0-1,1 0 0,0 0 0,0 0 0,-1-6 5616,-4 20-3908,-18 64-698,-11 29 226,-20 56-1929,35-99-263,11-33-1096,1 0 0,1 0 1,-3 54-1,8-49-4523,4 47-1,3-32-6554</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1.155"/>
    </inkml:context>
    <inkml:brush xml:id="br0">
      <inkml:brushProperty name="width" value="0.035" units="cm"/>
      <inkml:brushProperty name="height" value="0.035" units="cm"/>
    </inkml:brush>
  </inkml:definitions>
  <inkml:trace contextRef="#ctx0" brushRef="#br0">0 1 15393,'0'0'10609,"3"20"-9533,0 0-323,-3 0-421,0 0-808,0 11-489,0-2-535,7-1-784,2 1-552,-2-1-3133,8 15-5180</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1.324"/>
    </inkml:context>
    <inkml:brush xml:id="br0">
      <inkml:brushProperty name="width" value="0.035" units="cm"/>
      <inkml:brushProperty name="height" value="0.035" units="cm"/>
    </inkml:brush>
  </inkml:definitions>
  <inkml:trace contextRef="#ctx0" brushRef="#br0">0 124 9257,'3'-57'2348,"-3"37"-648,3 3-188,4 5-328,5 4-299,4 5-1482,0-3-623,6 15-4156,10 11-1333</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1.650"/>
    </inkml:context>
    <inkml:brush xml:id="br0">
      <inkml:brushProperty name="width" value="0.035" units="cm"/>
      <inkml:brushProperty name="height" value="0.035" units="cm"/>
    </inkml:brush>
  </inkml:definitions>
  <inkml:trace contextRef="#ctx0" brushRef="#br0">1 76 11473,'9'-17'8614,"-8"14"-6701,0 2-1655,-1 0-1,1-1 1,-1 1 0,1 0-1,0-1 1,-1 1 0,1 0-1,0 0 1,0-1 0,0 1 0,0 0-1,0 0 1,0 0 0,1 0-1,-1 0 1,0 1 0,0-1-1,1 0 1,-1 1 0,0-1-1,1 0 1,-1 1 0,1 0-1,-1-1 1,0 1 0,1 0 0,-1 0-1,3-1 1,20 7-295,-21-4 94,1 0-1,-1 1 1,0-1-1,0 1 1,0-1-1,0 1 1,0 0-1,0 0 1,-1 0-1,1 0 1,-1 1 0,0-1-1,3 7 1,-2-2-77,1 0 0,-1 0 0,0 1-1,3 16 1,-3 4-194,-2-19 64,1 1 0,-1 0 0,2 0 0,6 18 0,-8-28 147,0-1 0,1 0 0,-1 0 0,1 0-1,-1 0 1,0 0 0,1 0 0,-1-1 0,1 1-1,-1 0 1,0-1 0,1 1 0,-1 0 0,0-1-1,2-1 1,0 1 6,22-9 156,1-2 0,-2-1 1,41-28-1,24-13 448,-51 34-306,-6 2 2,2 1 0,65-23 0,-91 38-274,0-1 0,1 1 0,-1 0 0,1 1 0,0 0 0,-1 0 0,1 1 0,0 0 0,-1 1 0,1 0 0,0 0 0,-1 1 0,1 0-1,-1 0 1,0 1 0,0 0 0,14 8 0,-13-5-212,-1 0-1,0 1 0,-1 0 0,0 1 1,0 0-1,0 0 0,-1 1 1,10 16-1,1 9-2026,14 36 0,-2 21-4703,-21-60 1590,3 6-5474</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2.190"/>
    </inkml:context>
    <inkml:brush xml:id="br0">
      <inkml:brushProperty name="width" value="0.035" units="cm"/>
      <inkml:brushProperty name="height" value="0.035" units="cm"/>
    </inkml:brush>
  </inkml:definitions>
  <inkml:trace contextRef="#ctx0" brushRef="#br0">0 366 11317,'8'0'524,"-1"-1"-1,1 1 1,-1-1-1,0-1 1,1 0 0,-1 0-1,0 0 1,0-1 0,0 0-1,-1 0 1,1 0-1,-1-1 1,12-9 0,-4 4 598,0 0-1,21-8 1,338-149 4892,-363 162-5890,4-3 213,0 0 0,21-16 0,-31 20-269,0 0-1,0 0 0,-1-1 0,1 0 0,-1 0 1,0 0-1,0 0 0,0 0 0,-1 0 0,1-1 1,-1 0-1,2-7 0,-3 12-57,-1-1 0,0 0 0,1 1 0,-1-1 0,0 0 0,0 0 0,0 1 0,0-1 0,0 0 0,1 0 1,-1 1-1,0-1 0,-1 0 0,1 0 0,0 1 0,0-1 0,0 0 0,0 0 0,-1 1 0,1-1 0,0 0 0,-1 0 0,1 1 0,0-1 0,-1 0 0,1 1 0,-1-1 0,1 1 0,-1-1 0,1 1 0,-2-2 0,0 2 2,0-1-1,1 0 1,-1 1-1,0 0 1,0-1-1,0 1 1,0 0-1,0 0 1,0 0-1,0 0 1,0 1-1,-2 0 1,-7 1 14,1 1 0,0 0 0,-18 8 0,10 0 10,-1 0 0,2 1 0,0 1 0,0 1 0,1 0 0,1 1 0,1 1 0,-14 18 1,8-7 14,2 0 0,0 1 1,3 2-1,-19 43 0,30-63-54,1 0 0,0 0 0,0 0 0,1 0 0,1 0 0,0 1 0,0-1 0,1 0 0,0 1 0,1-1 0,3 21-1,-2-26-54,-1 1 0,1-1 0,0 0-1,1 0 1,-1 0 0,1 0 0,0 0-1,0 0 1,1-1 0,-1 0 0,1 1-1,0-1 1,0-1 0,0 1 0,1-1-1,-1 1 1,1-1 0,0 0 0,0-1-1,0 1 1,0-1 0,0 0 0,11 2-1,13 2-366,0-2 0,0 0 0,1-2 0,-1-2 0,36-3 0,1-4-340,80-19 1,-110 18 608,0-3-1,0 0 1,0-3 0,-2 0 0,0-3 0,36-22 0,-55 29 318,-1 0 0,0 0-1,0-1 1,-1-1 0,0-1 0,-1 0 0,0 0-1,-2-1 1,1-1 0,-2 1 0,0-2 0,0 1-1,-2-1 1,0-1 0,6-18 0,-10 23 90,10-49 999,-12 57-1163,-1 0 1,1 0-1,-1 0 0,0 0 1,0-1-1,-1 1 0,1 0 1,-1 0-1,0 0 0,0 0 0,-3-7 1,3 11-72,0 0-1,0 0 1,1 1 0,-1-1 0,0 0 0,0 1-1,0-1 1,0 0 0,0 1 0,1-1-1,-1 1 1,0 0 0,0-1 0,1 1 0,-2 1-1,1-2 4,-8 9-237,0-1-1,1 1 1,0 0-1,0 1 1,1-1-1,1 2 0,-1-1 1,2 1-1,-1 0 1,2 0-1,-1 0 1,2 1-1,-1-1 0,1 1 1,1 0-1,0 0 1,1 15-1,-1-11-809,1 1 0,4 29 0,-3-45 959,2 1 0,-1-1 0,0 1 0,0-1 0,0 1 0,1-1 0,-1 0 0,1 0 0,-1 0 0,1 0 0,-1 0 0,1 0 0,0 0 0,-1 0 0,1-1-1,0 1 1,0-1 0,-1 1 0,4-1 0,4-1-161,-1-2-1,1 1 0,-1-1 0,0 0 0,0-1 0,-1 0 1,1 0-1,-1-1 0,8-6 0,-1 3-173,133-98-6597,-118 84 3674,5-2-2330</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2.455"/>
    </inkml:context>
    <inkml:brush xml:id="br0">
      <inkml:brushProperty name="width" value="0.035" units="cm"/>
      <inkml:brushProperty name="height" value="0.035" units="cm"/>
    </inkml:brush>
  </inkml:definitions>
  <inkml:trace contextRef="#ctx0" brushRef="#br0">51 183 10437,'-15'-7'1209,"11"6"-576,0-1 0,0 0 0,0 0 0,1 0 0,-1 0 0,0-1 0,-5-5 7622,14 25-4260,1 1-3275,2-1-1,0 0 1,13 19-1,-9-15 62,17 37 0,-21-36-781,-2 0 0,0 0 0,-1 1 0,-1 0 0,-1 0 0,-1 45 0,-4-27 0,-2 0 0,-2 0 0,-12 40 0,9-38 0,-5 53 0,14-96 0,0 1 0,-1-1 0,1 0 0,0 0 0,0 1 0,0-1 0,0 0 0,0 0 0,0 1-1,0-1 1,0 0 0,0 1 0,0-1 0,0 0 0,0 0 0,0 1 0,0-1 0,0 0 0,1 0 0,-1 1 0,0-1 0,0 0 0,0 0 0,0 1 0,0-1 0,1 0 0,-1 0 0,0 0 0,0 1-1,0-1 1,1 0 0,-1 0 0,0 0 0,0 0 0,1 1 0,-1-1 0,0 0 0,1 0 0,10-5-7,9-13-28,-5-2 29,0 0 1,-2 0-1,0-2 1,12-28-1,3-3-61,10-17-126,10-19-1423,3 2 0,87-110 0,-105 158-694,64-60 0,-75 80-731,1 2 1,34-20-1,0 6-7820</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2.982"/>
    </inkml:context>
    <inkml:brush xml:id="br0">
      <inkml:brushProperty name="width" value="0.035" units="cm"/>
      <inkml:brushProperty name="height" value="0.035" units="cm"/>
    </inkml:brush>
  </inkml:definitions>
  <inkml:trace contextRef="#ctx0" brushRef="#br0">0 284 15521,'1'-5'351,"0"1"0,0-1 0,0 0 0,1 1 0,-1-1 0,1 1 0,0 0 0,1 0 0,-1-1 0,1 2 0,-1-1 0,6-6 0,1 3 927,0 0 0,0 1 0,0-1 0,17-7 0,-13 8-1073,1 0 0,-1 1 1,1 1-1,0 0 0,0 1 0,0 1 1,0 0-1,1 0 0,-1 2 1,1 0-1,-1 0 0,0 2 1,1-1-1,-1 2 0,0 0 0,0 1 1,23 9-1,-21-7-32,0 1 0,-1 1 1,0 0-1,0 1 0,-1 1 0,0 0 0,0 1 1,-1 1-1,-1 0 0,0 1 0,0 0 0,-2 0 1,1 1-1,12 24 0,-19-28-173,0 0 0,-1 1 0,0-1 0,-1 1 0,0 0 0,0 0 0,-1 0 0,-1 0 0,0 0 0,0 0 0,-1-1 0,-1 1 0,1 0 0,-2 0 0,0 0 0,-8 19 0,0-2 0,-2-1 0,-1-1 0,-1 0 0,-1-1 0,-20 24 0,31-42 0,0 0 0,-1 0 0,0 0 0,0-1 0,0 0 0,-1 0 0,0-1 0,0 0 0,0 0 0,-15 7 0,11-10 0,8-6 0,8-9 0,-4 10 0,5-10 0,0 1 0,1 0 0,0 0 0,1 0 0,0 1 0,1 0 0,17-16 0,82-63 0,-67 58 0,242-180-2971,-82 62-245,-176 131 2392,147-105-9661,-76 67-1802</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3.677"/>
    </inkml:context>
    <inkml:brush xml:id="br0">
      <inkml:brushProperty name="width" value="0.035" units="cm"/>
      <inkml:brushProperty name="height" value="0.035" units="cm"/>
    </inkml:brush>
  </inkml:definitions>
  <inkml:trace contextRef="#ctx0" brushRef="#br0">153 339 7709,'52'-12'4486,"-44"12"-3759,0-1 0,0 0 0,-1-1 0,1 0 0,0 0 0,-1-1 1,0 0-1,1 0 0,-1 0 0,10-8 0,11-12 277,0 0 1016,39-41 0,-58 55-1643,-2 0 1,1-1 0,-1 0 0,-1-1 0,0 0-1,0 0 1,-1 0 0,6-20 0,-11 29-350,1-1 0,-1 1 0,-1-1 0,1 1 0,0-1 0,0 1 0,-1-1 0,0 1 0,1-1 0,-1 1 0,0 0 1,0-1-1,0 1 0,0 0 0,-1 0 0,1 0 0,-1 0 0,1 0 0,-1 0 0,0 0 0,1 0 0,-1 1 0,0-1 0,0 1 1,0-1-1,-1 1 0,-3-2 0,3 1-4,0 0-2,0 1 1,0-1 0,0 1 0,0 0-1,0 0 1,0 0 0,0 1 0,-1-1-1,1 1 1,0-1 0,0 1 0,-1 0 0,1 1-1,-3-1 1,-44 11 83,41-8-67,-12 3 2,-1 1 1,1 2-1,1 0 0,0 1 1,0 1-1,1 1 1,1 0-1,0 2 0,-21 20 1,27-24-20,1 1 1,0 1-1,1 0 1,0 1-1,1-1 1,1 2-1,0-1 1,1 1-1,0 1 1,1-1-1,1 1 1,0 0-1,-5 28 0,9-38-18,1 1 0,0-1 0,0 1 0,0-1 0,0 0 0,1 0 0,0 1 0,0-1 0,1 0 0,-1 0 0,1 0 0,0 0 0,1 0-1,-1 0 1,1-1 0,3 6 0,-1-4-12,1-1-1,0 1 1,0-1-1,0 0 0,0 0 1,1 0-1,0-1 1,0 0-1,13 5 1,5-1-59,0 0 0,0-2 0,1-1 1,0-1-1,39 2 0,-1-5-118,0-3-1,101-15 1,121-45-170,-57-14 271,-197 62 65,0-1-1,0-2 0,-2-1 0,50-39 1,-64 43 12,-1-2 0,-1 1 0,23-33 0,-36 47 4,0 1-1,-1-1 0,1 0 1,-1 1-1,1-1 1,-1 1-1,1-1 0,-1 0 1,0 1-1,1-1 0,-1 0 1,0 0-1,1 1 1,-1-1-1,0 0 0,0 0 1,0 1-1,0-1 0,0 0 1,0 0-1,0 0 1,0 1-1,0-1 0,0 0 1,0 0-1,0 1 0,0-1 1,-1 0-1,1 0 1,0 1-1,-1-1 0,1 0 1,0 1-1,-1-1 0,1 0 1,-1 1-1,1-1 1,-1 1-1,1-1 0,-1 0 1,0 1-1,1-1 0,-1 1 1,-1-1-1,-1 0-15,1 0 1,-1 0-1,0 1 0,0-1 0,1 1 0,-1 0 1,0-1-1,0 1 0,0 1 0,0-1 1,1 0-1,-6 2 0,-8 3-191,-1 0 1,1 2-1,0 0 1,0 0-1,1 2 1,0 0-1,-23 18 0,8-1-642,1 1 1,-37 42-1,61-63 636,0 0 1,1 0-1,-1 0 1,1 1 0,0 0-1,1 0 1,0 0-1,-3 10 1,5-15 150,1 0 0,0-1 1,-1 1-1,1 0 0,0 0 1,0-1-1,0 1 0,0 0 1,1 0-1,-1-1 0,0 1 1,1 0-1,-1-1 0,1 1 1,0 0-1,-1-1 0,2 3 1,0-3 25,-1 1 0,1 0-1,-1-1 1,1 0 0,0 1 0,0-1 0,0 0 0,0 0 0,0 0 0,0 0 0,0 0 0,0 0 0,1 0 0,-1-1 0,0 1 0,4-1 0,7 2 55,-1-1 0,0-1 0,0 0 0,0-1 0,0 0 0,0-1 0,0 0 0,0-1 0,0 0 0,-1-1 0,1 0 0,-1-1 0,16-9 0,-11 4 447,0-1 0,-1 0-1,-1-1 1,0 0 0,-1-1-1,0-1 1,-1 0-1,14-22 1,-5 5 1023,1 0 1,1 2-1,32-31 0,-54 61-1439,0 0 1,0-1-1,0 1 0,0 1 0,0-1 0,0 0 0,0 0 1,-1 0-1,1 0 0,-1 0 0,1 1 0,-1-1 0,1 0 1,-1 0-1,1 3 0,1 8 36,0-1-1,-1 1 1,0 0-1,0-1 1,-2 1-1,-1 18 1,-17 75 153,12-74-175,-7 63-56,-4 171-1,3-18-344,12-226 282,0 0 1,-1 0 0,-1-1-1,-8 21 1,11-34 48,-1-1 1,0 0 0,0 0 0,0 0 0,-1 0 0,0-1-1,0 0 1,0 1 0,-1-1 0,0-1 0,0 1 0,0-1-1,0 0 1,-1 0 0,-11 6 0,10-8 35,1-1 1,-1 1-1,1-1 1,-1-1-1,0 1 1,1-1 0,-1 0-1,0-1 1,1 0-1,-1 0 1,1 0-1,-1-1 1,1 0-1,-1 0 1,1 0-1,0-1 1,0 0-1,-9-7 1,11 8-14,1 0 0,0 0 1,0 0-1,1 0 0,-1-1 0,0 1 1,1-1-1,-1 0 0,1 0 1,0 0-1,0 0 0,0 0 0,1 0 1,-1 0-1,1-1 0,-1 1 1,0-5-1,2 3-5,-1 0 0,1 0 1,0 0-1,0 0 0,0 0 0,1 0 1,0 0-1,0 0 0,0 1 0,0-1 0,3-6 1,7-10-78,0 0-1,1 1 1,1 0 0,22-25 0,-19 25-113,24-30-1284,2 2 1,2 3-1,57-47 0,-47 48-4464,68-40 0,-43 39-5668</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4.011"/>
    </inkml:context>
    <inkml:brush xml:id="br0">
      <inkml:brushProperty name="width" value="0.035" units="cm"/>
      <inkml:brushProperty name="height" value="0.035" units="cm"/>
    </inkml:brush>
  </inkml:definitions>
  <inkml:trace contextRef="#ctx0" brushRef="#br0">31 223 11649,'45'-37'5488,"-17"7"981,-26 28-6334,0 0 1,-1 1-1,1-1 0,0 1 1,0-1-1,0 1 0,0 0 0,0 0 1,1 0-1,-1 0 0,0 0 0,0 0 1,1 1-1,-1-1 0,0 1 0,1 0 1,-1-1-1,1 1 0,-1 0 1,0 0-1,1 1 0,-1-1 0,1 0 1,-1 1-1,0 0 0,0-1 0,1 1 1,-1 0-1,0 0 0,0 0 1,0 0-1,0 1 0,0-1 0,3 3 1,1 1-11,0 0-1,0 0 1,-1 0 0,0 1 0,0-1 0,0 1 0,-1 0 0,0 1 0,7 13 0,-9-12-107,0 0 0,0 1 0,0-1 1,-1 1-1,0 0 0,-1-1 0,0 1 0,0 0 0,-1-1 0,0 1 1,-1 0-1,0-1 0,0 1 0,-1-1 0,0 0 0,0 0 0,-1 0 0,0 0 1,-7 10-1,-9 13-73,-2-1 0,-2-1 0,-29 29-1,47-52 65,-9 10 130,-2-1 0,0-1-1,-21 15 1,37-50 348,3 12-432,1 0-1,0 0 1,1 1 0,0-1-1,0 1 1,1-1 0,0 1 0,9-10-1,58-62 52,-46 52-210,238-211-5764,-148 141 28,-59 54-513,-3 14-3879</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4.840"/>
    </inkml:context>
    <inkml:brush xml:id="br0">
      <inkml:brushProperty name="width" value="0.035" units="cm"/>
      <inkml:brushProperty name="height" value="0.035" units="cm"/>
    </inkml:brush>
  </inkml:definitions>
  <inkml:trace contextRef="#ctx0" brushRef="#br0">0 520 9345,'52'-29'1347,"-33"20"-221,-1-1 1,0-1-1,0-1 1,-1 0 0,0-1-1,22-23 1,-15 7 504,-13 18-626,-1-2 0,14-20 0,-4 2 219,-10 17-665,-1-1 0,-1 0 0,0-1 0,-1 1 0,7-24 0,-11 28-288,0 0 0,-1-1 1,0 1-1,-1-1 0,0 1 0,-2-19 1,1 27-231,-1 1 1,1-1-1,-1 0 0,1 1 1,-1-1-1,0 1 1,0-1-1,0 1 0,0-1 1,-1 1-1,1 0 1,0-1-1,-1 1 0,0 0 1,0 0-1,1 0 1,-1 0-1,0 1 1,0-1-1,-1 0 0,1 1 1,0 0-1,-1-1 1,1 1-1,0 0 0,-1 0 1,1 0-1,-1 1 1,0-1-1,1 1 0,-1-1 1,0 1-1,1 0 1,-1 0-1,-3 0 1,-1 0-3,-1 1 1,1 0 0,0 0-1,-1 0 1,1 1 0,0 0 0,0 1-1,0-1 1,0 1 0,1 1-1,-1-1 1,-8 7 0,5-2 3,1 0 0,0 1-1,0 0 1,0 0 0,1 1 0,1 0 0,-7 11-1,4-2-42,0 0 0,1 0 0,1 1-1,0 0 1,2 1 0,1-1-1,0 1 1,-2 36 0,5-41-154,2-1 0,0 1 0,1 0 1,1-1-1,0 1 0,6 17 1,-6-26 55,0 0 0,1-1 0,0 0 0,0 1 0,1-1 0,-1 0 1,1 0-1,0-1 0,1 0 0,0 1 0,0-1 0,0-1 0,0 1 1,0-1-1,1 0 0,8 5 0,2-2-57,1 0-1,0-1 1,0 0-1,0-2 1,0 0-1,1 0 1,0-2-1,0-1 1,-1 0-1,1-1 1,0 0 0,29-6-1,-28 3 264,0-1 0,0-1-1,0-1 1,-1 0 0,0-1-1,0-1 1,-1-1 0,0 0-1,0-2 1,-1 0 0,23-20-1,-18 8 296,0-2 0,-1 0-1,-2-2 1,16-29-1,-19 30-23,1 1-1,1 0 1,1 1-1,34-34 0,-49 56-371,-1 0 0,1 0 1,0 0-1,-1 1 0,1-1 0,0 1 0,0 0 0,0 0 0,0 0 0,0 0 0,1 0 0,-1 1 0,0-1 1,0 1-1,0 0 0,0 0 0,1 0 0,-1 0 0,0 1 0,0-1 0,0 1 0,0 0 0,0 0 0,0 0 1,0 0-1,3 2 0,-1 0-1,0-1 0,-1 1 0,1 0 0,-1 0 0,0 0 0,0 1 0,0-1 0,-1 1 0,1 0 1,-1 0-1,0 1 0,0-1 0,0 0 0,3 8 0,1 10-52,-2 0 1,0 1-1,-1-1 1,-1 1-1,-1 0 0,-2 31 1,-1-44-40,0 0 1,-1 0 0,0 0 0,-1 0 0,0 0-1,0-1 1,-1 1 0,0-1 0,-1 0-1,0 0 1,-1 0 0,-8 10 0,-9 7-314,0-1 0,-35 29 0,40-38 208,-23 11-145,29-20 269,9-5 18,3-6 55,2-3 7,0 1 1,0-1 0,0 0 0,1 1 0,-1 0-1,2 0 1,-1-1 0,1 2 0,0-1 0,6-7-1,10-10 75,27-23-1,7-6 5,273-320 2654,-276 320-2686,-51 51-61,0 1 0,1-1 0,-1 0 0,1 1 0,-1-1 0,1 1 0,0 0 0,-1-1 0,1 1 0,0-1 0,-1 1 0,1 0 0,0-1 0,-1 1 0,1 0 0,0 0 0,-1 0 0,1 0 0,0-1 0,0 1 0,-1 0 0,1 0 0,0 0 0,0 0 0,-1 1 0,1-1 0,0 0 0,-1 0 0,1 0 0,0 1 0,-1-1 0,1 0 0,0 1 0,-1-1 0,1 0 0,0 1 0,-1-1 0,1 1 0,-1-1 0,1 1 0,-1-1 0,1 1 0,-1-1 0,1 1 0,-1 0 0,0-1 0,1 1 0,-1 0 0,0-1 0,1 1 0,-1 0 0,0-1 0,0 1 0,0 0 0,0 0 0,0 0 0,1 0 0,5 18 0,0 0 0,-2 0 0,4 30 0,-4-24 0,11 39 0,25 43 0,12 35 0,-50-133-86,-1 1 0,0 0 1,0-1-1,-1 1 0,0-1 0,-1 1 1,0 0-1,0-1 0,-1 0 0,0 1 0,-1-1 1,0 0-1,0 0 0,-1 0 0,0 0 0,-1-1 1,0 0-1,0 0 0,-9 10 0,4-5-75,-1-1-1,0 0 0,-1-1 1,-1 0-1,1-1 0,-2 0 0,1-1 1,-1-1-1,-1 0 0,-23 9 1,35-16 35,21-23-2,9-7 88,2 2 0,0 1 0,40-26 1,105-61 588,-171 111-525,217-123 3246,-218 124-3265,0 0 0,0 0 0,0 1 0,0-1 0,0 1 0,1-1 0,-1 1 0,0 0 0,0-1 0,0 1 0,1 0 0,-1 1 0,0-1 0,0 0 0,5 2 0,-6-2-6,0 0 1,0 1-1,0-1 1,0 1-1,-1-1 1,1 1-1,0 0 1,0-1-1,0 1 1,0 0-1,-1 0 1,1-1-1,0 1 1,-1 0-1,1 0 1,0 0-1,-1 0 1,0 0-1,1 0 1,-1 0-1,1 0 1,-1 0-1,0 0 1,0 0-1,1 0 1,-1 0-1,0 0 1,0 0-1,0 0 1,-1 2-1,-3 18-8,0-1 0,-2 0 0,-1 0 0,-15 32 1,-12 35-563,30-76 219,-13 54-4624,16-59 3554,0 0-1,0 0 1,0 0-1,1 1 1,0-1-1,0 0 0,1 0 1,1 7-1,6 4-9614</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4.964"/>
    </inkml:context>
    <inkml:brush xml:id="br0">
      <inkml:brushProperty name="width" value="0.035" units="cm"/>
      <inkml:brushProperty name="height" value="0.035" units="cm"/>
    </inkml:brush>
  </inkml:definitions>
  <inkml:trace contextRef="#ctx0" brushRef="#br0">0 18 11153,'7'-17'4236,"-7"37"-5268,3 0-336,3 0-2408,0 0-2453</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5.230"/>
    </inkml:context>
    <inkml:brush xml:id="br0">
      <inkml:brushProperty name="width" value="0.035" units="cm"/>
      <inkml:brushProperty name="height" value="0.035" units="cm"/>
    </inkml:brush>
  </inkml:definitions>
  <inkml:trace contextRef="#ctx0" brushRef="#br0">60 190 13409,'-12'2'674,"8"-2"-386,0 1 0,0-1 0,0 1 0,0 0 0,0 0 1,1 1-1,-8 2 0,10-3-118,0 0 0,0 0 1,1 0-1,-1 0 0,0 0 0,1 0 1,-1 0-1,1 0 0,-1 0 0,1 0 1,-1 0-1,1 0 0,0 0 0,-1 0 0,1 1 1,0-1-1,0 0 0,0 0 0,0 0 1,0 0-1,0 1 0,0-1 0,1 0 1,-1 0-1,0 0 0,0 0 0,1 0 1,-1 0-1,1 0 0,-1 0 0,1 0 1,0 0-1,0 1 0,25 60 1773,-16-37-103,0 0 0,21 32-1,-26-49-1554,1 0-1,0 0 1,0-1-1,1 0 0,-1 0 1,2 0-1,-1-1 1,1 0-1,0-1 1,13 7-1,-1-3-284,-1-1 0,1-1 0,1-1 0,0-1 0,-1-1 0,1 0 0,34 0 0,-26-3 0,1-2 0,0-1 0,-1-1 0,55-13 0,-64 10 0,-1 0 0,0-1 0,0-1 0,-1-1 0,0-1 0,-1-1 0,0 0 0,0-1 0,-1 0 0,-1-2 0,17-18 0,-25 25 0,-1 0 0,0-1 0,-1 0 0,0 0 0,0-1 0,0 1 0,-1-1 0,-1 0 0,1 0 0,-1 0 0,-1-1 0,0 1 0,0-1 0,-1 1 0,0-1 0,-1 0 0,0 1 0,0-1 0,-1 0 0,0 1 0,-1-1 0,0 1 0,0 0 0,-1-1 0,-6-10 0,6 12-79,-1 1 0,0 0 0,-1 0 0,1 1 0,-1-1 0,-1 1 0,1 0 0,-1 0 0,0 1 0,0 0 0,-9-5 0,4 3-237,0 1-1,-1 0 1,0 1-1,0 0 1,0 1-1,-20-4 1,12 4-180,0 1 0,-1 1 0,1 1 0,-1 1 1,1 0-1,-1 2 0,1 0 0,-32 9 0,39-8-696,1 2 0,0-1-1,-15 9 1,22-10-66,0 0-1,0 1 1,0-1-1,0 1 1,-4 4-1,-3 10-8578</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5.693"/>
    </inkml:context>
    <inkml:brush xml:id="br0">
      <inkml:brushProperty name="width" value="0.035" units="cm"/>
      <inkml:brushProperty name="height" value="0.035" units="cm"/>
    </inkml:brush>
  </inkml:definitions>
  <inkml:trace contextRef="#ctx0" brushRef="#br0">0 188 12701,'3'-12'969,"0"0"0,0-1 0,2 1 1,-1 1-1,1-1 0,1 1 0,0 0 0,1 0 0,0 1 0,13-16 0,-16 22-394,1-1 1,-1 1-1,1 0 1,0 0-1,1 1 0,-1-1 1,0 1-1,1 0 0,0 1 1,0-1-1,0 1 0,8-2 1,-9 3-384,1 1 1,-1-1 0,1 1-1,-1 0 1,1 0-1,-1 1 1,1 0 0,-1 0-1,10 3 1,-11-2-193,1 0 0,0 0 0,-1 1 0,0-1 0,0 1 0,0 1 0,0-1 0,0 0 0,0 1 0,-1 0 0,0 0 0,1 0 0,-2 0 0,1 0 0,0 1 0,-1-1 0,0 1 0,0-1 0,0 1 0,-1 0 0,2 7 0,-1-2 0,0 0 0,0 0 0,-2 0 0,1-1 0,-1 1 0,0 0 0,-1 0 0,0 0 0,-1 0 0,-4 13 0,6-23 0,0 0 0,0 1 0,-1-1 0,1 0 0,0 0 0,0 1 0,0-1 0,0 0 0,0 1 0,0-1 0,0 0 0,0 1 0,0-1 0,0 0 0,0 1 0,0-1 0,0 0 0,0 1 0,0-1 0,0 0 0,0 0 0,0 1 0,1-1 0,-1 0 0,0 1 0,0-1 0,0 0 0,0 0 0,1 1 0,-1-1 0,0 0 0,0 0 0,0 1 0,1-1 0,-1 0 0,0 0 0,1 0 0,-1 0 0,0 1 0,0-1 0,1 0 0,-1 0 0,0 0 0,1 0 0,-1 0 0,0 0 0,1 0 0,-1 0 0,0 0 0,1 0 0,-1 0 0,0 0 0,0 0 0,1 0 0,-1 0 0,0 0 0,1 0 0,-1 0 0,1-1 0,19-5 0,-19 6 0,9-6 0,-1 1 0,1-1 0,-1 0 0,-1-1 0,16-14 0,22-18 0,-43 37 0,23-16 0,52-27 0,-69 41 0,1-1 0,0 2 0,1-1 0,-1 2 0,1-1 0,-1 1 0,1 1 0,0 0 0,17 1 0,-23 0 0,5 0 0,0 1 0,0 0 0,0 1 0,0 0 0,-1 0 0,1 1 0,14 6 0,-2 5-662,0 0 0,36 32 1,-32-24-788,42 26 0,-29-26-1472,1-1 0,2-3 0,80 25 0,51-3 286,-141-33 3197,15 2 1512,-17-9 3123,-26-2-4519,0 0 0,0 0 1,0-1-1,-1 1 0,1-1 0,-1 0 0,0 0 1,0-1-1,4-4 0,4-3-973,1 1-1,1 0 1,0 1 0,0 0-1,0 1 1,24-11 0,-19 10-2705,0 0 1,28-22-1,-31 14-2542,-5 0-3046</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34.035"/>
    </inkml:context>
    <inkml:brush xml:id="br0">
      <inkml:brushProperty name="width" value="0.035" units="cm"/>
      <inkml:brushProperty name="height" value="0.035" units="cm"/>
    </inkml:brush>
  </inkml:definitions>
  <inkml:trace contextRef="#ctx0" brushRef="#br0">117 0 27379,'0'4734'0</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0.170"/>
    </inkml:context>
    <inkml:brush xml:id="br0">
      <inkml:brushProperty name="width" value="0.035" units="cm"/>
      <inkml:brushProperty name="height" value="0.035" units="cm"/>
    </inkml:brush>
  </inkml:definitions>
  <inkml:trace contextRef="#ctx0" brushRef="#br0">473 175 8409,'0'0'3999,"1"-3"-2328,10-26 1167,-13 26-2454,0 0 0,1 1 0,-1-1 0,0 1 0,-1-1 0,1 1 0,-4-3-1,-15-26 2100,19 28-2269,0-1-1,0 1 1,0-1 0,0 1 0,-1 0-1,0 0 1,1 0 0,-1 0 0,0 1-1,-1-1 1,1 1 0,0 0 0,-1 0 0,1 0-1,-5-2 1,-96-37 3536,102 40-3514,-13 7 74,14-6-301,-1 0 1,1 0-1,0 0 0,-1 1 0,1-1 0,0 1 0,0-1 1,-1 1-1,1-1 0,0 1 0,0 0 0,0 0 0,0-1 1,-2 2-1,-3 7 37,0-1 1,1 1-1,0 0 0,0 1 1,1-1-1,-4 13 1,-4 9 55,-139 347 476,138-336-537,1 1-1,-10 73 1,19-95-39,2-1 0,1 1 0,0-1 1,2 1-1,0-1 0,1 0 0,11 38 1,-8-41-52,0-1 1,1 0 0,0 0-1,1-1 1,19 26 0,-20-32 9,0 0 1,1-1-1,0 0 1,0-1-1,1 0 1,0 0 0,0-1-1,1 0 1,0-1-1,10 5 1,-1-2-1,0-1 1,1-1-1,0-1 1,0 0-1,0-1 1,0-2-1,0 0 1,1-1-1,-1-1 1,1-1-1,-1 0 1,0-2-1,0-1 1,37-10-1,-14 0 23,0-2-1,0-1 1,65-38-1,-95 46-11,1 2-1,0 0 1,1 0-1,24-7 1,-36 15 26,-1 0 1,1 0 0,-1 0 0,0 0-1,1 1 1,-1-1 0,0 1 0,0 0-1,0-1 1,0 1 0,3 4 0,-4-5 0,34 39 7,-27-31-3,0 1 0,1-1 0,-1 0 0,2-1 0,-1 0 0,1 0 0,1-1 0,13 7 0,-14-10 1,0 0-1,0 0 1,0-1 0,1 0-1,0-1 1,-1-1-1,1 1 1,0-2 0,0 1-1,0-1 1,0-1-1,0 0 1,-1-1 0,1 0-1,0 0 1,14-7-1,-22 9 0,-1-1 0,0 0 0,0 0 0,-1 0 0,1 0 0,0 0-1,0-1 1,0 1 0,-1-1 0,1 1 0,-1-1 0,1 1 0,-1-1 0,0 0-1,1 0 1,-1 0 0,0 1 0,0-1 0,0 0 0,-1 0 0,1-1-1,0 1 1,-1 0 0,1 0 0,-1 0 0,0-4 0,0 3 13,-1-1 0,0 0 0,0 0 0,-1 1 0,1-1 0,-1 1 0,1-1 1,-1 1-1,0 0 0,-1 0 0,1 0 0,0 0 0,-6-5 0,-21-19 177,-50-35 0,-10-10-273,77 61-376,1 0 1,1-1 0,0 0-1,0 0 1,-10-19 0,-1-10-3233,11 21-422,1 3-3639</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0.743"/>
    </inkml:context>
    <inkml:brush xml:id="br0">
      <inkml:brushProperty name="width" value="0.035" units="cm"/>
      <inkml:brushProperty name="height" value="0.035" units="cm"/>
    </inkml:brush>
  </inkml:definitions>
  <inkml:trace contextRef="#ctx0" brushRef="#br0">64 396 12813,'-1'-4'446,"0"0"-1,0 0 1,0 0-1,0 0 1,0 0 0,1-1-1,0 1 1,0 0-1,0 0 1,1 0-1,-1 0 1,1 0 0,0 0-1,0 0 1,3-7-1,-1 4 153,0 1 1,1-1-1,0 1 0,1 0 0,-1 1 0,1-1 0,0 1 0,8-7 0,1 1 114,1 0 0,0 2 0,1 0 0,-1 0 0,2 1 0,27-9 0,-37 15-600,-1 0 0,1 1 0,-1-1 0,1 1 0,-1 1 0,1-1 0,-1 1 0,1 0 0,0 1 0,-1-1 0,1 1 0,7 3 0,-10-3-82,-1 0 0,0 1 0,0-1 0,0 1 0,-1 0 1,1 0-1,0 0 0,-1 0 0,1 1 0,-1-1 0,1 1 0,-1-1 1,0 1-1,0 0 0,-1 0 0,1 0 0,0 0 0,-1 0 0,0 0 0,0 0 1,0 1-1,0-1 0,0 0 0,-1 0 0,1 5 0,0 6-11,-1 0 1,0 1-1,-1-1 0,-1 0 0,0 0 0,-1 0 0,-1-1 1,-6 19-1,-8 13 4,-25 46 0,-20 19-23,-112 149 0,119-181 0,41-49-72,14-26-389,6-4 115,1 0 1,-1-1-1,0 0 1,0 1-1,1-2 1,-1 1-1,-1 0 1,1-1-1,5-3 1,-1 0-195,26-17-1230,-1-2-1,-2-1 1,0-1 0,-2-1 0,-1-2 0,34-46 0,-15 11-965,47-87 0,-70 109 2436,100-180 1292,-12-4 6047,-111 222-6413,1 0 0,-1 1 0,1-1 1,1 1-1,-1-1 0,0 1 0,7-6 0,-14 40 2577,-27 114 295,-29 151-1778,57-272-2344,0 0 0,1 0 0,2 1 0,0-1 0,2 0 0,0 0-1,2 0 1,0 0 0,8 23 0,-9-40 107,0 1 1,0-1-1,1 0 0,0 0 0,0 0 0,1-1 0,-1 1 0,1-1 0,0 0 1,10 8-1,-12-11 258,-1 0 1,1-1-1,-1 1 1,1 0-1,0-1 1,-1 1-1,1-1 1,0 0-1,0 0 1,0 0-1,0 0 1,0-1-1,0 1 1,0-1-1,0 0 1,0 0 0,0 0-1,0 0 1,0 0-1,0-1 1,1 1-1,-1-1 1,-1 0-1,1 0 1,6-2-1,-7 0 149,1 1 0,-1-1 1,0 1-1,1-1 0,-1 0 0,0 0 0,-1 0 0,1 0 0,0-1 0,-1 1 0,0 0 1,0-1-1,0 1 0,0 0 0,0-1 0,-1 1 0,1-1 0,-1 0 0,0 1 0,-1-6 1,1 2 194,-1 0 1,1 0 0,-1 1 0,-1-1 0,1 0 0,-1 1-1,0-1 1,-1 1 0,1 0 0,-6-9 0,-17-17 1113,-16-25 2983,38 52-3865,1 0 1,-1-1-1,1 1 1,0-1-1,0 0 1,1 1-1,0-1 0,0 0 1,-1-11-1,3 13-238,-1 0 1,1 1-1,0-1 0,1 0 0,-1 1 0,1-1 1,-1 0-1,1 1 0,0 0 0,0-1 0,0 1 1,1 0-1,-1 0 0,1 0 0,6-4 0,2-3-114,1 1 0,24-16-1,-8 10-1082,0 1-1,52-17 1,17 2-5406,-20 9-1987</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1.260"/>
    </inkml:context>
    <inkml:brush xml:id="br0">
      <inkml:brushProperty name="width" value="0.035" units="cm"/>
      <inkml:brushProperty name="height" value="0.035" units="cm"/>
    </inkml:brush>
  </inkml:definitions>
  <inkml:trace contextRef="#ctx0" brushRef="#br0">431 441 8617,'32'-28'816,"-15"13"17,1 0 1,0 2-1,27-16 1,-30 20-73,0-2 1,0 0-1,0-1 1,-2 0-1,1-1 1,-2 0-1,0-1 1,0 0 0,-1-1-1,-1-1 1,-1 0-1,0 0 1,-1-1-1,-1 0 1,7-20 0,16-56 3712,-29 89-2961,-4 8-770,-8 13-626,0 1 1,1-1 0,1 2 0,-10 27-1,-22 87 308,20-62-353,-98 334-72,99-339 0,-108 318 0,-7-51 10,-70 197-64,191-487-423,2 0-1,-8 54 1,18-85 188,0 0-1,2 1 1,-1-1 0,2 0 0,-1 1 0,2-1-1,0 0 1,0 1 0,1-1 0,1 0 0,0-1-1,10 23 1,-11-29 168,0-1-1,0 0 1,0 1-1,0-1 1,1-1 0,-1 1-1,1 0 1,0-1-1,0 0 1,0 0-1,1 0 1,-1 0 0,1-1-1,-1 0 1,9 3-1,-6-3-16,1 0 0,-1-1 0,1 0 0,-1-1 0,1 1-1,0-1 1,-1-1 0,1 0 0,12-2 0,-1-2-54,1-1 0,-1-1 0,-1-1 0,0 0 1,0-2-1,0 0 0,18-14 0,-15 8 98,0-2-1,-1 0 1,0-2-1,-2 0 0,0-1 1,-2 0-1,0-1 1,-1-1-1,-2-1 1,15-32-1,-21 38 113,0 0 0,-1 0 1,-1 0-1,-1-1 0,0 0 0,-1 0 0,-2 0 0,0 0 0,0 0 0,-2 0 0,-1 0 0,0 0 0,-1 0 0,-1 0 0,-10-27 0,7 30 35,0 0-1,-2 1 0,0-1 0,0 2 1,-1 0-1,-1 0 0,-1 0 0,-13-11 1,-19-14 265,-52-36 0,-16-13 492,102 79-746,-1 0 18,1-1-1,0 0 0,1 0 0,-10-13 0,17 20-68,0 0-1,1 0 1,-1 0 0,1 0-1,-1-1 1,1 1-1,0 0 1,0-1-1,0 1 1,1-1-1,-1 1 1,1-1-1,0 1 1,0-1-1,0 1 1,0-1 0,1 1-1,-1-1 1,1 1-1,0 0 1,2-6-1,1 1-40,1 0 0,0 0 0,0 1 0,1 0 0,0 0 1,0 1-1,1-1 0,0 1 0,0 1 0,11-8 0,87-47-733,-87 51 621,330-137-3222,-244 107 2310,238-79-2086,-317 109 2604,34-14-1113,-21 4-3775,-19 7 185</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1.646"/>
    </inkml:context>
    <inkml:brush xml:id="br0">
      <inkml:brushProperty name="width" value="0.035" units="cm"/>
      <inkml:brushProperty name="height" value="0.035" units="cm"/>
    </inkml:brush>
  </inkml:definitions>
  <inkml:trace contextRef="#ctx0" brushRef="#br0">17 78 10709,'1'0'206,"0"-1"0,0 1 0,0-1 0,0 0 0,0 1 0,0-1 0,0 0 1,0 0-1,-1 0 0,1 0 0,0 1 0,0-1 0,-1 0 0,1-1 0,0 1 0,-1 0 0,1 0 0,-1 0 0,1 0 0,-1 0 0,0 0 1,0-1-1,1 1 0,-1 0 0,0 0 0,0-3 0,-1 1 624,0-1 1,0 1 0,-1-1-1,1 1 1,-1 0-1,0 0 1,-5-9 3235,-5-1-1378,7 11-1937,9 12-205,1 0-450,-1-1-1,-1 1 1,0 0 0,0 0-1,-1 0 1,0 1 0,-1-1-1,0 0 1,-2 21-1,2-12-372,0 0 0,4 24 0,3-10-666,26 64 0,-34-96 936,0 0 0,1 0 0,-1-1 1,1 1-1,-1 0 0,1 0 0,-1 0 1,1 0-1,0 0 0,-1-1 0,1 1 1,0 0-1,0 0 0,-1-1 0,1 1 1,0-1-1,0 1 0,0-1 0,0 1 0,0-1 1,0 1-1,1-1 0,-1 0 25,0 0 0,-1 0 1,1 0-1,0 0 0,0 0 0,-1 0 0,1-1 0,0 1 0,-1 0 0,1 0 0,0-1 0,-1 1 0,1 0 0,0-1 1,-1 1-1,1-1 0,-1 1 0,1-1 0,-1 1 0,1-1 0,-1 1 0,2-2 0,7-12 258,1 0-1,1 1 0,0 0 1,1 1-1,0 1 0,1 0 0,0 0 1,1 1-1,0 1 0,1 0 1,0 1-1,0 1 0,1 0 1,16-4-1,-30 10-275,1 0 0,-1 0 0,1 1 0,-1 0 0,1-1 0,-1 1 0,1 0 0,-1 0 0,1 0 0,0 0 0,-1 1 0,1-1 0,-1 1 0,1-1 0,-1 1 0,1 0 0,-1 0 0,0 0 0,0 1 0,1-1 0,-1 0 0,0 1 0,0-1 0,0 1 0,0 0 0,0 0 0,-1-1 0,1 1 0,-1 1 0,1-1 0,-1 0 0,1 0 0,-1 0 0,0 1 0,0-1 0,1 5 0,2 8 0,-1 1 0,-1-1 0,0 0 0,-1 1 0,-2 16 0,2-5 0,3 35-2655,0-25-2452,1-1 1,11 39 0,-1-39-6703</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3.569"/>
    </inkml:context>
    <inkml:brush xml:id="br0">
      <inkml:brushProperty name="width" value="0.035" units="cm"/>
      <inkml:brushProperty name="height" value="0.035" units="cm"/>
    </inkml:brush>
  </inkml:definitions>
  <inkml:trace contextRef="#ctx0" brushRef="#br0">1 211 12241,'1'-6'437,"0"1"205,0-1 0,-1 0 0,1 1 0,-1-1 0,0 1 0,-1-8 0,1 13-450,0-1 1,0 0-1,0 0 0,0 0 0,0 0 0,0 1 0,0-1 0,0 0 1,1 0-1,-1 0 0,0 0 0,0 1 0,1-1 0,-1 0 1,0 0-1,1 1 0,-1-1 0,1 0 0,-1 0 0,1 1 0,0-1 1,0 0-1,8-15 2636,-8 11-2694,1 0 1,-1 1-1,1-1 0,0 1 0,0-1 0,1 1 1,-1 0-1,1 0 0,0 0 0,0 0 1,0 0-1,0 0 0,1 1 0,0 0 0,0 0 1,-1 0-1,2 0 0,-1 1 0,0-1 0,0 1 1,7-2-1,11-5-801,1 2 0,-1 0 1,29-3-1,-48 9 562,16-2-1381,1 0 1,33 1 0,-40 2-1190,0 1 0,22 5 0,11 8-6461</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3.709"/>
    </inkml:context>
    <inkml:brush xml:id="br0">
      <inkml:brushProperty name="width" value="0.035" units="cm"/>
      <inkml:brushProperty name="height" value="0.035" units="cm"/>
    </inkml:brush>
  </inkml:definitions>
  <inkml:trace contextRef="#ctx0" brushRef="#br0">26 146 9681,'-25'3'12561,"34"-15"-11061,17-2-296,21 3-280,20 2-716,9-5-808,10-3-592,120-23-4480,-82 23 119,28 2-4524</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4.707"/>
    </inkml:context>
    <inkml:brush xml:id="br0">
      <inkml:brushProperty name="width" value="0.035" units="cm"/>
      <inkml:brushProperty name="height" value="0.035" units="cm"/>
    </inkml:brush>
  </inkml:definitions>
  <inkml:trace contextRef="#ctx0" brushRef="#br0">248 80 12629,'0'0'35,"-1"-4"241,0 1-1,0 0 1,0-1 0,1 1-1,0-1 1,-1 1 0,2-5 0,-1 7-46,1-1 1,-1 1 0,1 0 0,-1 0-1,1 0 1,0-1 0,-1 1 0,1 0-1,0 0 1,0 0 0,0 0 0,0 0 0,0 1-1,0-1 1,0 0 0,0 0 0,0 1-1,1-1 1,-1 0 0,0 1 0,2-1-1,-4-3 3035,-16-19 4564,10 66-7203,-24 99 475,-56 188-2129,11-40-1809,60-242-1080,-5 17-5018,12-8-4131</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5.019"/>
    </inkml:context>
    <inkml:brush xml:id="br0">
      <inkml:brushProperty name="width" value="0.035" units="cm"/>
      <inkml:brushProperty name="height" value="0.035" units="cm"/>
    </inkml:brush>
  </inkml:definitions>
  <inkml:trace contextRef="#ctx0" brushRef="#br0">67 235 14769,'-66'25'11213,"223"-31"-6206,76-17-3477,-73 6-1285,517-49-242,778-69-3,-1431 133-12,30-4-493,1 2 0,0 3 0,92 10 0,-146-9 296,0 0 0,-1 0-1,1 0 1,0 0 0,0 0 0,0 1 0,-1-1 0,1 0 0,0 0-1,0 1 1,-1-1 0,1 0 0,0 1 0,-1-1 0,1 1 0,0-1-1,-1 1 1,1-1 0,-1 1 0,1 0 0,-1-1 0,1 2 0,-1-1 41,0 0 1,0-1 0,0 1 0,0 0 0,0-1 0,0 1 0,0 0 0,0 0-1,0-1 1,-1 1 0,1 0 0,0-1 0,-1 1 0,1-1 0,0 1-1,-1 0 1,1-1 0,-1 1 0,0 0 0,-29 25-6166,27-25 5279,-36 23-11157</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5.455"/>
    </inkml:context>
    <inkml:brush xml:id="br0">
      <inkml:brushProperty name="width" value="0.035" units="cm"/>
      <inkml:brushProperty name="height" value="0.035" units="cm"/>
    </inkml:brush>
  </inkml:definitions>
  <inkml:trace contextRef="#ctx0" brushRef="#br0">1 89 16802,'1'-17'1289,"-2"15"-1012,1 0-1,0 0 0,0 0 0,0 0 0,0 0 0,0 0 0,0 0 0,0 1 1,1-1-1,-1 0 0,1 0 0,-1 0 0,1 0 0,0 1 0,0-1 1,-1 0-1,1 1 0,0-1 0,1 1 0,-1-1 0,0 1 0,0-1 0,1 1 1,-1 0-1,1 0 0,-1-1 0,1 1 0,-1 0 0,1 0 0,0 1 1,-1-1-1,4-1 0,12-3 89,1 1 0,0 0 0,0 1 1,0 1-1,0 1 0,0 1 0,1 0 0,18 3 0,5 3 394,-1 1 0,56 17 0,-81-19-759,0 0 0,0 2 0,0 0 0,-1 1 0,0 0 0,-1 1 0,0 1 0,20 16 0,-28-20 0,-1 0 0,1 0 0,-1 0 0,0 0 0,0 1 0,-1 0 0,0 0 0,0 0 0,-1 0 0,0 1 0,0 0 0,-1-1 0,0 1 0,0 0 0,0 0 0,-1 0 0,-1 0 0,1 0 0,-2 15 0,-2-7-32,-1 0-1,0 0 1,-1-1-1,0 1 1,-2-1-1,0 0 1,0 0-1,-2-1 1,1 0-1,-20 23 1,-13 10-237,-69 62-1,78-80 208,-57 49-233,-12 12 127,97-87 184,1 1 1,0-1-1,0 1 1,0 0-1,0 0 1,0 0-1,-2 5 1,5-8-13,0-1 0,0 0-1,0 1 1,0-1 0,-1 1 0,1-1-1,0 1 1,0-1 0,0 0 0,0 1-1,0-1 1,0 1 0,1-1 0,-1 0 0,0 1-1,0-1 1,0 1 0,0-1 0,0 0-1,1 1 1,-1-1 0,0 1 0,0-1-1,1 0 1,-1 1 0,0-1 0,1 1-1,19 3 60,35-7-302,0-3 1,66-15 0,-36 5-898,241-46-5696,-112 8-807,-143 34 2747,-1 5-2556</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5.626"/>
    </inkml:context>
    <inkml:brush xml:id="br0">
      <inkml:brushProperty name="width" value="0.035" units="cm"/>
      <inkml:brushProperty name="height" value="0.035" units="cm"/>
    </inkml:brush>
  </inkml:definitions>
  <inkml:trace contextRef="#ctx0" brushRef="#br0">181 0 12149,'0'1'110,"1"-1"1,-1 1-1,0 0 0,0 0 1,0-1-1,0 1 0,0 0 0,0 0 1,0-1-1,0 1 0,0 0 1,0 0-1,-1-1 0,1 1 0,0 0 1,0 0-1,-1-1 0,1 1 1,0 0-1,-1-1 0,1 1 0,0-1 1,-1 1-1,1 0 0,-2 0 1,-14-15 4092,15 14-3962,0 0 1,0 0-1,0 0 1,1 0-1,-1 0 1,0 1-1,0-1 1,0 0-1,0 1 1,0-1-1,0 0 1,0 1-1,0-1 1,1 1-1,-1 0 1,-2 0 216,-1 4-60,-1-1 1,1 1-1,0 0 0,0 0 1,1 0-1,0 0 0,-1 1 1,2 0-1,-1-1 0,1 1 1,0 0-1,0 0 0,-1 8 1,-7 13 625,-41 124 1264,45-126-2941,1 1 0,-2 28-1,-2 16-2592,4-31-925,1 1-5494,3-14-740</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5.967"/>
    </inkml:context>
    <inkml:brush xml:id="br0">
      <inkml:brushProperty name="width" value="0.035" units="cm"/>
      <inkml:brushProperty name="height" value="0.035" units="cm"/>
    </inkml:brush>
  </inkml:definitions>
  <inkml:trace contextRef="#ctx0" brushRef="#br0">0 23 11473,'17'-13'8580,"-1"6"-3358,-14 6-4956,0 1 0,0 0 0,0-1-1,0 1 1,0 0 0,0 0 0,0 0 0,0 0 0,0 0-1,0 1 1,0-1 0,2 1 0,2 2-217,-1 0 0,0 0-1,-1 0 1,1 0 0,0 1 0,-1 0 0,0 0 0,0 0-1,0 0 1,4 7 0,1 1 31,-1 1 0,0-1 1,-1 2-1,0-1 0,-1 1 0,-1-1 0,5 20 1,-3-7-386,-2 1 1,-1-1 0,1 32 0,-8 51-1887,4-65 1626,33-51 1891,-29 4-1228,-1 0 0,0-1 0,0 0 0,0 0-1,0 0 1,-1-1 0,0 1 0,1-1 0,-2 0 0,5-9 0,9-14 306,6-4 510,37-39 0,-58 69-876,11-13 178,1 1 0,0 1-1,1 0 1,0 0 0,1 1-1,1 1 1,0 1 0,0 0-1,29-12 1,-41 21-216,1 0 0,-1 0 0,0 1 0,1-1 0,-1 1 0,1 0 0,-1 0 0,1 0 0,0 0 0,-1 1 0,9 2 0,38 17 0,-45-16 0,0 0 0,0 0 0,-1 1 0,1 0 0,-1 0 0,0 0 0,-1 0 0,1 1 0,-1-1 0,0 1 0,0 1 0,-1-1 0,0 0 0,3 8 0,2 8 0,-1 1 0,7 31 0,-13-46 0,3 13 22,-1 1 0,-1-1 0,-1 30 0,-1-31-171,0 0-1,5 29 1,6 8-4058,6 22-8219,-12-57-364</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8.112"/>
    </inkml:context>
    <inkml:brush xml:id="br0">
      <inkml:brushProperty name="width" value="0.035" units="cm"/>
      <inkml:brushProperty name="height" value="0.035" units="cm"/>
    </inkml:brush>
  </inkml:definitions>
  <inkml:trace contextRef="#ctx0" brushRef="#br0">115 151 8541,'-4'0'2215,"-27"-3"1826,28 3-2254,-19-2 1622,-33-4 2973,71-4-4009,10 2-1687,1 1 0,0 2 0,27-3-1,2-1-207,178-29-79,343-12 0,-528 48-997,-24 0-575,0 1 0,1 1-1,-1 2 1,0 0 0,44 11 0,-46-4-2449,-8 0-3273,-2-2-4734</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8.575"/>
    </inkml:context>
    <inkml:brush xml:id="br0">
      <inkml:brushProperty name="width" value="0.035" units="cm"/>
      <inkml:brushProperty name="height" value="0.035" units="cm"/>
    </inkml:brush>
  </inkml:definitions>
  <inkml:trace contextRef="#ctx0" brushRef="#br0">32 1 8777,'0'0'11764,"-2"1"-10287,-27 8 1383,29-7-2677,0 0 1,1-1 0,-1 1 0,1 0-1,-1-1 1,1 1 0,0 0 0,0-1-1,0 1 1,-1-1 0,4 3-1,-4-3-6,9 10 163,1 1 0,-1-1-1,2-1 1,0 0 0,0 0-1,1-1 1,20 12 0,100 48-1278,-107-57 273,102 47-4409,-23-11-4672,-49-20-824</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8.935"/>
    </inkml:context>
    <inkml:brush xml:id="br0">
      <inkml:brushProperty name="width" value="0.035" units="cm"/>
      <inkml:brushProperty name="height" value="0.035" units="cm"/>
    </inkml:brush>
  </inkml:definitions>
  <inkml:trace contextRef="#ctx0" brushRef="#br0">823 16 9949,'-1'-1'396,"1"0"1,0 0-1,-1 0 1,1 0-1,-1 0 1,1 0-1,-1 1 1,0-1-1,1 0 0,-1 0 1,0 1-1,0-1 1,1 1-1,-1-1 1,0 1-1,0-1 1,0 1-1,0-1 0,0 1 1,1-1-1,-1 1 1,0 0-1,0 0 1,0 0-1,0-1 1,-2 1-1,-1 0 15,0 1 0,0-1-1,1 1 1,-1 0 0,0-1 0,0 2-1,-4 1 1,-7 4 106,0 0 0,-23 16 0,6 0-60,1 2 0,-49 50 0,-45 67-1651,0 0-16,19-26 483,-70 69-176,155-162 865,20-21 67,11 2 24,0-1 1,1 0-1,-1 0 0,1-2 0,0 1 1,-1-1-1,1-1 0,0 0 1,0 0-1,11-3 0,32 1 75,475 37 62,-271-20-1714,-85-12-2737,-58-1-2241,-39 0-1949</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1.102"/>
    </inkml:context>
    <inkml:brush xml:id="br0">
      <inkml:brushProperty name="width" value="0.035" units="cm"/>
      <inkml:brushProperty name="height" value="0.035" units="cm"/>
    </inkml:brush>
  </inkml:definitions>
  <inkml:trace contextRef="#ctx0" brushRef="#br0">1022 272 5893,'0'0'107,"-1"0"1,0 0-1,0 1 1,0-1-1,1 0 1,-1 0-1,0 0 1,0 0 0,0 0-1,0-1 1,1 1-1,-1 0 1,0 0-1,0 0 1,0-1-1,1 1 1,-1 0 0,0-1-1,1 1 1,-1-1-1,0 1 1,1-1-1,-1 1 1,0-1 0,1 1-1,-1-1 1,1 0-1,-1 1 1,1-1-1,-1 0 1,1 1-1,0-1 1,-1 0 0,1 0-1,0 1 1,-1-1-1,1 0 1,0 0-1,0 0 1,0 0-1,-9-22 2506,3 14-1798,3 4-167,0 1 1,0 0-1,0-1 1,1 1-1,0-1 0,0 1 1,0-1-1,-2-10 1,-3 4 744,7 11-1224,-1-1-1,0 0 0,0 1 1,1-1-1,-1 0 0,0 0 1,1 0-1,-1 0 0,1 1 1,-1-1-1,1 0 0,-1 0 1,1 0-1,0 0 0,0 0 1,-1 0-1,1 0 0,0-2 1,0 1 36,0-1 0,0 0 0,0 1 0,0-1 0,0 0 0,-1 1 0,1-1 0,-3-4 0,-20-18 2866,16 20-2650,1-3 1066,7-10-66,1-9-1057,-3 7-364,-3 10 0,1 9 0,-4 11 0,7-8 0,-10 17 0,2 1 0,0 0 0,-5 23 0,-7 18 0,-394 1028 0,411-1082 0,-320 866 0,294-772 0,-19 136 0,41-190 0,3 0 0,1 0 0,3 1 0,2-1 0,9 58 0,-9-90 0,2 0 0,0-1 0,0 1 0,1-1 0,1 0 0,1 0 0,0-1 0,0 0 0,1 0 0,1-1 0,0 0 0,18 18 0,-14-19 0,0 0 0,0-1 0,1-1 0,1 0 0,-1-1 0,1 0 0,1-2 0,-1 1 0,1-2 0,0 0 0,19 3 0,8-2-603,0-1 0,1-3 0,-1-1 0,0-2 0,0-2 0,0-2 0,66-16 0,1-8-4724,175-73-1,-100 26-8976</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1.743"/>
    </inkml:context>
    <inkml:brush xml:id="br0">
      <inkml:brushProperty name="width" value="0.035" units="cm"/>
      <inkml:brushProperty name="height" value="0.035" units="cm"/>
    </inkml:brush>
  </inkml:definitions>
  <inkml:trace contextRef="#ctx0" brushRef="#br0">405 206 7905,'0'-17'924,"0"13"-623,0 1 0,0 0 0,0-1 0,0 1 0,0 0 0,1-1 0,0 1 0,0 0 1,0 0-1,0 0 0,2-5 0,-2 7-108,-1 0 1,0 0-1,1 0 1,-1 0-1,0 0 1,0-1-1,0 1 1,0 0-1,0 0 1,0 0-1,0 0 1,0 0-1,0 0 1,-1 0-1,1 0 1,-1-2-1,0-2 389,0-3 221,0 0 1,-1-1 0,1 1-1,-2 0 1,1 0-1,-1 1 1,0-1 0,-1 1-1,0-1 1,0 1-1,0 0 1,-1 0 0,-11-11-1,16 18-790,0 0 0,0 0 0,0 0 0,0 0 0,0-1 0,0 1 0,0 0 1,0 0-1,0 0 0,0 0 0,-1 0 0,1 0 0,0 0 0,0 0 0,0 0 0,0 0 0,0 0 0,0 0 0,0 0 0,-1 0 0,1 0 0,0 0 0,0 0 0,0 0 0,0 0 0,0 0 0,0 0 0,0 0 0,0 0 0,-1 0 0,1 0 0,0 0 1,0 0-1,0 0 0,0 0 0,0 0 0,0 0 0,0 0 0,0 0 0,-1 0 0,1 1 0,0-1 0,0 0 0,0 0 0,0 0 0,0 0 0,0 0 0,0 0 0,0 0 0,0 0 0,0 0 0,0 1 0,0-1 0,0 0 0,0 0 0,0 0 1,0 0-1,0 0 0,-16 23 557,1-1 1,1 2 0,-13 27 0,-30 85 433,42-98-780,-17 40 77,-66 172 297,73-178-919,-22 113-1,44-171 242,1 0 0,0 0 0,1 0 0,1 1 0,0-1 0,1 0 0,0 1 0,5 16 0,-5-27 63,0 0-1,1 0 1,-1 0-1,1 0 1,0-1 0,0 1-1,0 0 1,0-1-1,1 0 1,-1 1 0,1-1-1,0 0 1,0-1-1,0 1 1,0 0-1,1-1 1,-1 0 0,1 0-1,0 0 1,-1 0-1,1 0 1,0-1 0,0 1-1,0-1 1,0 0-1,0-1 1,0 1 0,0-1-1,0 1 1,1-1-1,-1 0 1,0-1 0,5 0-1,16-3 8,0 0 0,-1-1 0,0-2 0,0-1 0,24-10 0,117-64 227,-41 18 148,-120 63-359,19-11 152,1 2 1,0 0-1,0 2 0,34-7 1,-50 13-125,0 1 1,-1 1 0,1 0-1,0 0 1,0 0 0,-1 1 0,1 0-1,0 1 1,-1 0 0,1 0-1,-1 0 1,0 1 0,0 0-1,0 0 1,0 1 0,0 0 0,-1 0-1,11 10 1,-8-6-30,0 1-1,-1 0 1,0 0-1,-1 0 1,0 1 0,-1 0-1,0 1 1,0-1 0,7 20-1,-2 5-15,13 66 0,4 17-249,-26-113-93,-1-1 1,1 0-1,-1 0 1,1 0-1,1 0 0,-1 0 1,0 0-1,1 0 0,0-1 1,0 1-1,0-1 1,0 0-1,7 5 0,-5-5-931,1-1 0,-1 1 0,1-1 0,-1 0 0,1-1 1,-1 1-1,1-1 0,0 0 0,0-1 0,8 1 0,31 1-9203</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2.585"/>
    </inkml:context>
    <inkml:brush xml:id="br0">
      <inkml:brushProperty name="width" value="0.035" units="cm"/>
      <inkml:brushProperty name="height" value="0.035" units="cm"/>
    </inkml:brush>
  </inkml:definitions>
  <inkml:trace contextRef="#ctx0" brushRef="#br0">225 455 5140,'-3'-6'8725,"3"0"-4692,4-13-4553,-3 13 1893,0 3 1265,-2 0-1963,-10-20 975,10 21 313,-1 0-1087,-22-12 638,21 13 635,0 1-1743,1 0-337,-1 0 0,1 0 0,0 0 0,-1 1 0,1-1 0,0 1 0,-1 0 0,1-1 0,0 1 0,0 0 0,-1 0 0,1 1 0,0-1 0,0 0 0,0 1 0,-3 2 0,-23 37 661,21-29-607,2-4-99,-9 13-5,2 0 0,0 1 0,2 0 0,-10 29 0,11-21-19,2-1 0,1 1 0,1 0 0,-1 51 0,6-67 0,0 0 0,1 0 0,1 1 0,0-1 0,1-1 0,0 1 0,1 0 0,1-1 0,0 0 0,1 0 0,12 20 0,-15-28-2,-1-1-1,1 0 1,0 0-1,1 0 1,-1 0-1,1-1 1,-1 0 0,1 1-1,0-1 1,1 0-1,-1-1 1,0 1-1,1-1 1,-1 0 0,1 0-1,0 0 1,0-1-1,0 1 1,0-1-1,0-1 1,0 1 0,0-1-1,0 1 1,0-1-1,0-1 1,0 1-1,0-1 1,9-2-1,-4-1-5,0 0-1,0 0 1,0-1-1,0 0 1,-1-1-1,0 0 0,0-1 1,-1 0-1,0 0 1,0-1-1,0 0 1,6-10-1,5-9-84,-1-1 0,-1 0 0,-1-2 0,-2 0 1,-1 0-1,-1-2 0,-2 1 0,9-48 0,-8 14-113,-3-1 0,-2 0 0,-4-83 0,-12 28 22,8 104 154,-1 1 0,-1-1 0,0 1 0,-2 0-1,-7-17 1,13 31 27,-1 0-1,0 0 1,0 0-1,0 0 1,0 0 0,-1 0-1,1 0 1,0 0-1,-1 0 1,0 1-1,1-1 1,-1 1 0,0-1-1,0 1 1,1 0-1,-1-1 1,0 1 0,0 0-1,-1 0 1,1 1-1,0-1 1,0 0-1,0 1 1,-1-1 0,1 1-1,0 0 1,0-1-1,-1 1 1,1 0-1,0 1 1,-1-1 0,1 0-1,0 1 1,0-1-1,0 1 1,-1-1-1,1 1 1,0 0 0,-2 1-1,-4 3 2,0 0 1,1 0-1,0 1 0,0-1 0,0 2 1,1-1-1,0 1 0,-10 13 0,-5 15-77,1 0-1,2 1 1,-21 60-1,33-81-4,1 1 0,0 0 0,1 1-1,-3 24 1,6-36 25,1 0-1,0 0 1,0 1-1,0-1 1,1 0-1,0 0 1,0 1-1,0-1 0,0 0 1,1 0-1,0 0 1,0-1-1,0 1 1,1 0-1,0-1 1,0 1-1,0-1 1,4 5-1,0-2-308,0-1 0,1 1 0,0-1 0,0-1 0,0 0 0,1 0-1,0 0 1,0-1 0,18 6 0,-12-7-820,0 0 1,0 0-1,1-2 0,-1 0 0,30-1 1,12-5-3694</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3.240"/>
    </inkml:context>
    <inkml:brush xml:id="br0">
      <inkml:brushProperty name="width" value="0.035" units="cm"/>
      <inkml:brushProperty name="height" value="0.035" units="cm"/>
    </inkml:brush>
  </inkml:definitions>
  <inkml:trace contextRef="#ctx0" brushRef="#br0">0 68 11341,'80'-53'7145,"-76"51"-6575,0 0 0,0 0 0,0 0 0,1 0 0,-1 1 0,1 0-1,-1 0 1,1 0 0,-1 1 0,7-1 0,-1 1 23,0 0-1,-1 1 1,18 3 0,-19-2-469,0 0 0,-1 0 0,1 1 0,-1 0 0,1 0 0,-1 1 0,0 0 0,0 0 0,0 1 0,-1 0 0,0 0 0,0 0 0,0 1 0,0 0 0,-1 0 0,0 0 0,0 1 0,-1-1 0,0 1 0,0 0 0,4 12 0,-5-8-151,0 1 0,-2-1 0,1 1 0,-1 0 0,-1-1 0,0 1 0,-1 0 0,0-1-1,-1 1 1,0-1 0,-1 1 0,0-1 0,-1 0 0,-5 12 0,-17 40-913,21-47 609,0-1 0,-1 0-1,-1-1 1,-1 0 0,0 0-1,-13 18 1,19-30 284,6-1-185,3-1 276,1 0-1,-1 0 1,1-1-1,-1 0 0,1 0 1,-1 0-1,0-1 0,1-1 1,-1 1-1,0-1 1,-1 0-1,12-7 0,31-20 715,-2-2-1,66-60 0,-89 72-454,57-41 1334,-79 59-1211,0 5-240,-1 1 0,0-1 0,0 0 0,0 1 0,0-1 0,0 1 0,0 5 0,-9 59-119,5-54-28,1-1 1,0 1-1,1-1 0,1 1 0,1 21 0,0-31-116,0 0 0,0 0-1,0 0 1,1 0 0,-1 0-1,1 0 1,0-1 0,0 1-1,1-1 1,-1 1 0,1-1-1,-1 0 1,1 0 0,0 0-1,0 0 1,0 0 0,1-1-1,-1 1 1,1-1 0,-1 0-1,1 0 1,7 2 0,36 11-2371,2-8-3037,80 4-14722</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3.706"/>
    </inkml:context>
    <inkml:brush xml:id="br0">
      <inkml:brushProperty name="width" value="0.035" units="cm"/>
      <inkml:brushProperty name="height" value="0.035" units="cm"/>
    </inkml:brush>
  </inkml:definitions>
  <inkml:trace contextRef="#ctx0" brushRef="#br0">1 12 6781,'19'-5'1376,"3"-1"1396</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4.470"/>
    </inkml:context>
    <inkml:brush xml:id="br0">
      <inkml:brushProperty name="width" value="0.035" units="cm"/>
      <inkml:brushProperty name="height" value="0.035" units="cm"/>
    </inkml:brush>
  </inkml:definitions>
  <inkml:trace contextRef="#ctx0" brushRef="#br0">1 332 5921,'10'19'12316,"-1"-6"-8347,1-21-2386,-9 7-1476,1 1 1,-1-1-1,0 1 0,0-1 1,0 1-1,0-1 0,0 0 0,0 0 1,0 1-1,0-1 0,0 0 0,0 0 1,1-2-1,60-158 3829,-44 110-3160,27-56 1,-36 85-426,-7 20 239,-2 3-570,0 1-1,0 0 1,0-1 0,0 1 0,0-1 0,0 1-1,0-1 1,0 1 0,0-1 0,-1 1 0,1-1-1,-1 3 1,-1 2 24,-9 63-1,6-43-254,1-1-1,-1 35 1,5-52-550,1 1 0,-1 0-1,1 0 1,1-1 0,0 1 0,0-1 0,1 1 0,0-1-1,0 0 1,9 14 0,-11-18-328,3 5-30,3-4-6446,6 2-2736</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4.646"/>
    </inkml:context>
    <inkml:brush xml:id="br0">
      <inkml:brushProperty name="width" value="0.035" units="cm"/>
      <inkml:brushProperty name="height" value="0.035" units="cm"/>
    </inkml:brush>
  </inkml:definitions>
  <inkml:trace contextRef="#ctx0" brushRef="#br0">26 24 8889,'35'-23'6296,"-54"31"-4847,0-2 1271,15 11-2424,1-3-492,-3 9-2580,3-3-2133,-4 0-3876</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4.877"/>
    </inkml:context>
    <inkml:brush xml:id="br0">
      <inkml:brushProperty name="width" value="0.035" units="cm"/>
      <inkml:brushProperty name="height" value="0.035" units="cm"/>
    </inkml:brush>
  </inkml:definitions>
  <inkml:trace contextRef="#ctx0" brushRef="#br0">106 0 10661,'-51'69'2500,"41"-55"-308,4 6 89,-4 20-461,1-11-212,-1 2-236,4 9-264,3-3-232,3 9-212,6-3-528,10 0-492,0-3-288,3-3-584,13 0-756,-4-9-392,10-2-3185,4-6-4524</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5.082"/>
    </inkml:context>
    <inkml:brush xml:id="br0">
      <inkml:brushProperty name="width" value="0.035" units="cm"/>
      <inkml:brushProperty name="height" value="0.035" units="cm"/>
    </inkml:brush>
  </inkml:definitions>
  <inkml:trace contextRef="#ctx0" brushRef="#br0">137 2 10117,'1'0'280,"0"0"0,0-1 1,0 1-1,0 0 0,0 0 0,0 0 0,0 0 1,0 0-1,0 0 0,0 0 0,0 0 1,0 0-1,0 0 0,0 1 0,0-1 0,0 0 1,0 1-1,0-1 0,0 1 0,-1-1 1,1 1-1,0-1 0,0 1 0,0 0 0,1 0 1,1 3 232,1 0 1,-1 0-1,0-1 1,0 2-1,4 7 1,1 4 326,-1 1 0,7 24 0,-7-14-359,-1 1-1,-1-1 1,-1 1 0,-2 0-1,-1 42 1,-1-55-679,-1-1 0,-1 0 0,-1 0 0,0 1 0,0-2 1,-1 1-1,-1 0 0,-1-1 0,0 0 0,0 0 0,-1-1 0,-14 19 0,-47 42-3880,16-30-2518,-1-8-3061</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5.931"/>
    </inkml:context>
    <inkml:brush xml:id="br0">
      <inkml:brushProperty name="width" value="0.035" units="cm"/>
      <inkml:brushProperty name="height" value="0.035" units="cm"/>
    </inkml:brush>
  </inkml:definitions>
  <inkml:trace contextRef="#ctx0" brushRef="#br0">350 0 8257,'0'0'9577,"-3"1"-8267,-9 6-630,1 0 1,-1 0-1,1 1 1,1 0 0,-1 1-1,2 0 1,-1 1-1,1 0 1,-10 14-1,-4 3 161,-6 5-401,2 2 0,2 1 0,1 0 0,2 2 0,1 1 0,-30 79 0,48-109-537,1 1 0,0 0 0,0 0 0,1 0 0,0 0-1,1-1 1,0 1 0,1 0 0,-1 0 0,2 0 0,-1 0 0,1 0 0,4 10 0,-2-9-323,0-1 0,0 0 1,1 0-1,0 0 0,1 0 1,0-1-1,0 0 0,1 0 1,-1-1-1,2 0 0,12 10 1,-9-10-642,0-1 0,1 0 0,-1-1 1,1 0-1,0-1 0,0-1 0,1 0 0,14 2 0,-11-1-820,47 10-7181</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6.226"/>
    </inkml:context>
    <inkml:brush xml:id="br0">
      <inkml:brushProperty name="width" value="0.035" units="cm"/>
      <inkml:brushProperty name="height" value="0.035" units="cm"/>
    </inkml:brush>
  </inkml:definitions>
  <inkml:trace contextRef="#ctx0" brushRef="#br0">337 0 11721,'-81'55'12209,"80"-54"-12076,1 0 1,-1 0 0,1 0 0,-1 0 0,1 0 0,-1 0 0,1 0 0,0 0 0,-1 0 0,1 0 0,0 0 0,0 0 0,0 0 0,-1 0 0,1 0 0,0 0 0,1 1 0,-1 0-1,0 2 297,0 2-148,-1-1-1,2 1 0,-1-1 0,1 1 1,0 0-1,0-1 0,0 0 0,1 1 0,0-1 1,0 0-1,4 8 0,37 55 1472,-41-65-1656,8 11-31,6 8 41,0 0 0,-2 2 0,19 41-1,-30-58-98,0 0 0,-1 1 1,0 0-1,0-1 0,-1 1 0,0 0 0,0 0 0,-1 0 0,0 0 0,0-1 0,-1 1 0,0 0 0,-1 0 0,1 0 0,-2-1 0,1 1 0,-6 10 0,-2 3-853,-1-1 1,-2-1-1,0 0 1,-1-1-1,-1 0 0,0-1 1,-27 23-1,6-12-2992,-2 0 0,-72 39 0,29-25-7678</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7.534"/>
    </inkml:context>
    <inkml:brush xml:id="br0">
      <inkml:brushProperty name="width" value="0.035" units="cm"/>
      <inkml:brushProperty name="height" value="0.035" units="cm"/>
    </inkml:brush>
  </inkml:definitions>
  <inkml:trace contextRef="#ctx0" brushRef="#br0">185 27 6685,'0'0'9634,"1"-3"-8869,12-18 379,-11 19 7,-6 3-592,-70 14 1412,39-9 186,-50 17-1,83-22-1412,29 7 654,-4-5-1172,0 0 0,1-2 0,-1 0 0,27-4 0,13 0 81,892-16 1459,-922 19-1884,0 1-1,0 2 1,44 9 0,-63-8 842,-2 0-3466,-8-2 811,-1-1 0,1 0-1,-1 0 1,1 0-1,-1-1 1,1 1 0,4-1-1,13 0-8709</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8.314"/>
    </inkml:context>
    <inkml:brush xml:id="br0">
      <inkml:brushProperty name="width" value="0.035" units="cm"/>
      <inkml:brushProperty name="height" value="0.035" units="cm"/>
    </inkml:brush>
  </inkml:definitions>
  <inkml:trace contextRef="#ctx0" brushRef="#br0">459 58 12101,'2'-32'4808,"-5"25"-1414,-8 1-2657,10 5-222,0 0-264,0 0 0,0 0-1,0 1 1,0-1 0,0 0 0,0 1-1,0-1 1,0 0 0,0 1-1,0 0 1,0-1 0,0 1 0,-1 0-1,1-1 1,0 1 0,0 0-1,0 0 1,-1 0 0,1 0-1,0 0 1,0 0 0,-1 0 0,1 1-1,0-1 1,0 0 0,0 1-1,-1 0 1,0 0-125,1 0 0,-1 1 0,1-1 0,0 1 0,0-1 0,0 1 0,0 0 0,0-1 0,0 1 0,1 0 0,-1 0 0,0-1 0,1 1 0,0 0 0,-1 2 0,0 6-48,0-1 0,0 0 0,1 1 0,1-1 0,2 17 0,-1-20-72,0 1 0,1-1 0,-1 0-1,1 0 1,1-1 0,-1 1-1,1-1 1,0 1 0,0-1-1,1 0 1,0-1 0,-1 1-1,8 4 1,0 0-144,-1-1-1,1-1 1,0 0-1,1-1 1,17 6 0,15 2-396,0-2 0,1-3 0,0-1 0,1-2 1,0-2-1,-1-3 0,1-1 0,0-2 0,50-10 0,-78 9 535,-1-1 1,1-1-1,-1 0 0,0-2 0,-1 0 0,0-1 1,0-1-1,24-16 0,-38 23 139,-1-1 0,0 0 0,1 0 1,-1 0-1,0 0 0,0 0 0,-1-1 0,1 1 0,-1-1 0,0 1 1,1-1-1,-2 1 0,1-1 0,0 0 0,-1 1 0,1-7 1,-3-61 2382,2 64-2201,-1-2 314,-1 0 1,0 0-1,-5-16 1,7 24-637,0 1 1,0 0-1,0-1 0,0 1 1,-1-1-1,1 1 1,0-1-1,0 1 0,0-1 1,0 1-1,0 0 0,-1-1 1,1 1-1,0-1 0,0 1 1,0 0-1,-1-1 1,1 1-1,0 0 0,-1-1 1,1 1-1,0 0 0,-1-1 1,1 1-1,0 0 0,-1 0 1,1-1-1,-1 1 1,1 0-1,0 0 0,-1 0 1,1 0-1,-1 0 0,1 0 1,-1-1-1,1 1 1,-1 0-1,1 0 0,-1 0 1,0 1-1,-6 7-3,7-8 3,-5 7 0,1 0 0,-1 1 0,2-1 0,-1 1 0,1-1 0,0 1 0,0 0 0,1 0 0,1 1 0,-3 15 0,-7 31 0,-201 681 0,158-560 0,-95 211 0,97-277 0,-4-2 0,-135 192 0,154-251 0,-2 0 0,-55 50 0,78-84 0,-1 0 0,0-1 0,-1-1 0,-1-1 0,0 0 0,0-2 0,-1 0 0,-1-1 0,-29 9 0,48-18 0,-1 1 0,0-1 0,0 0 0,1 0 0,-1 0 0,0 0 0,1 0 0,-1 0 0,0-1 0,1 0 0,-1 1 0,0-1 0,1 0 0,-1 0 0,1 0 0,-1-1 0,1 1 0,0-1 0,0 1 0,0-1 0,-1 0 0,-2-3 0,2 2 0,0-1 0,1 1 0,-1 0 0,1-1 0,0 0 0,0 1 0,0-1 0,1 0 0,-1 0 0,1 0 0,0 0 0,-2-9 0,3-4 0,0 0 0,2-1 0,0 1 0,0 0 0,9-29 0,34-85 0,-37 111 0,36-90-1047,6 3 0,85-139 0,164-176-3265,-246 353 2424,36-43-2341,-27 39-1795,1 3-4165</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8.753"/>
    </inkml:context>
    <inkml:brush xml:id="br0">
      <inkml:brushProperty name="width" value="0.035" units="cm"/>
      <inkml:brushProperty name="height" value="0.035" units="cm"/>
    </inkml:brush>
  </inkml:definitions>
  <inkml:trace contextRef="#ctx0" brushRef="#br0">27 340 10497,'-7'2'774,"-12"0"4461,19-3-5038,0 0 0,0 0 1,-1 0-1,1 1 0,0-1 0,0 0 1,0 0-1,1 0 0,-1 1 0,0-1 0,0 0 1,0 0-1,0 0 0,1 1 0,-1-1 1,0 0-1,1 0 0,-1 1 0,1-1 0,-1 0 1,1 1-1,-1-1 0,1 0 0,0-1 1282,-5-29 1590,6 24-2855,0 0 0,0 1 0,1-1 0,0 1 0,1-1 0,-1 1 0,1 0 0,1 1 0,-1-1 0,1 1 0,6-6 0,18-26 502,2-12-75,-5 7 485,33-41 0,-57 81-891,-3 9-176,0-1-1,0 1 1,0 0 0,-1-1 0,0 0 0,-1 1-1,-2 5 1,-5 13 39,-7 30-98,2 1 0,-9 72 0,23-123-436,1 1 0,0-1-1,0 0 1,0 0 0,0 1 0,1-1-1,0 0 1,0 0 0,0 0 0,1 0-1,0 0 1,0 0 0,0 0 0,1 0-1,4 6 1,-5-7-144,1-1-1,0 0 1,0 0-1,0 0 1,0-1-1,1 1 1,-1-1 0,1 0-1,0 0 1,-1 0-1,1 0 1,0 0-1,0-1 1,0 0-1,0 0 1,0 0-1,1 0 1,-1-1-1,8 1 1,17-1-10614</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8.955"/>
    </inkml:context>
    <inkml:brush xml:id="br0">
      <inkml:brushProperty name="width" value="0.035" units="cm"/>
      <inkml:brushProperty name="height" value="0.035" units="cm"/>
    </inkml:brush>
  </inkml:definitions>
  <inkml:trace contextRef="#ctx0" brushRef="#br0">111 6 12853,'-22'-6'8833,"6"9"-8517,-3 3-416,10 8-712,-4 0-1032,0 3-988,0 1-1985,7 7-3796</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9.125"/>
    </inkml:context>
    <inkml:brush xml:id="br0">
      <inkml:brushProperty name="width" value="0.035" units="cm"/>
      <inkml:brushProperty name="height" value="0.035" units="cm"/>
    </inkml:brush>
  </inkml:definitions>
  <inkml:trace contextRef="#ctx0" brushRef="#br0">7 0 12221,'-7'57'2452,"17"-34"-271,12 17-137,-3-8-632,4-7-264,5 4-244,1 2-592,2 1-344,8-4-508,2-5-724,10-3-592,-4-3-464,10-5-2585,1 2-3868</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9.281"/>
    </inkml:context>
    <inkml:brush xml:id="br0">
      <inkml:brushProperty name="width" value="0.035" units="cm"/>
      <inkml:brushProperty name="height" value="0.035" units="cm"/>
    </inkml:brush>
  </inkml:definitions>
  <inkml:trace contextRef="#ctx0" brushRef="#br0">524 40 8693,'29'-31'2309,"-28"30"-2186,-1 1-1,1-1 1,-1 1 0,1-1 0,-1 0 0,1 1 0,0-1 0,-1 1 0,1-1 0,0 1 0,-1 0 0,1-1 0,0 1-1,0 0 1,-1 0 0,1-1 0,0 1 0,0 0 0,-1 0 0,1 0 0,0 0 0,0 0 0,0 0 0,-1 0-1,1 0 1,0 0 0,0 0 0,1 1 0,1 0 444,-1-1-368,0 0 0,0 0 1,0 0-1,0 1 1,0-1-1,0 0 0,0 1 1,-1 0-1,1-1 1,0 1-1,0 0 0,-1 0 1,1 0-1,0 0 0,-1 0 1,1 0-1,-1 1 1,0-1-1,1 0 0,-1 1 1,0-1-1,0 1 1,0 0-1,0-1 0,0 1 1,0 0-1,0 0 0,0-1 1,-1 1-1,1 0 1,-1 0-1,0 0 0,1 0 1,-1 2-1,1 6 161,-1 1 1,0-1-1,0 0 0,-1 0 0,-2 11 0,-1-2-16,-1 0 1,0-1-1,-2 0 0,0 0 0,-1 0 1,-1-1-1,0 0 0,-13 16 0,-15 16 36,-50 52 0,48-57-530,7-8-996,-2-2-1,-55 44 1,61-58-926,0-1 1,-38 19-1,10-10-3878,7-1-3442</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9.766"/>
    </inkml:context>
    <inkml:brush xml:id="br0">
      <inkml:brushProperty name="width" value="0.035" units="cm"/>
      <inkml:brushProperty name="height" value="0.035" units="cm"/>
    </inkml:brush>
  </inkml:definitions>
  <inkml:trace contextRef="#ctx0" brushRef="#br0">1246 37 12157,'-5'-5'1030,"-7"-5"-332,4 7 8573,42-10-5823,-3 10-2985,1 1 1,0 1 0,0 2-1,0 2 1,38 7-1,-59-9-403,-1 1 0,0 0 0,0 1-1,1 0 1,17 9 0,-24-11-53,-1 1 1,0 0 0,0 0-1,-1 1 1,1-1 0,0 1-1,-1-1 1,0 1-1,1 0 1,-1 0 0,0 0-1,0 0 1,-1 0 0,1 0-1,-1 1 1,1-1 0,-1 1-1,0-1 1,0 1-1,0 6 1,0 19 7,-1 0-1,-1 0 1,-2 0-1,-1 0 1,-9 33-1,6-22 6,-180 781 384,-86-46-248,198-585-88,22-55-48,-103 189 0,143-303-14,0 0-1,-1-1 0,-1-1 0,0 0 0,-2-1 1,-33 28-1,36-36-3,1-1 0,-2 0 0,1-1 1,-1 0-1,-1-1 0,1-1 0,-1 0 0,0-1 1,0-1-1,-28 3 0,16-4-32,0-2-1,0-1 0,0-1 1,1-1-1,-1-1 1,-53-15-1,63 13-341,1 0-1,0-2 1,0 0 0,1-1-1,0 0 1,0-2 0,1 0 0,0 0-1,0-1 1,2-1 0,-21-22-1,28 26-239,0 1 0,0-1 1,1-1-1,1 1 0,-1-1 0,1 1 0,-3-12 0,6 15-261,-1-1 0,1 1 0,1-1 0,-1 0 0,1 0 0,0 1 0,0-1 0,1-7 1,14-37-9451</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0.137"/>
    </inkml:context>
    <inkml:brush xml:id="br0">
      <inkml:brushProperty name="width" value="0.035" units="cm"/>
      <inkml:brushProperty name="height" value="0.035" units="cm"/>
    </inkml:brush>
  </inkml:definitions>
  <inkml:trace contextRef="#ctx0" brushRef="#br0">204 132 12605,'-6'-21'3393,"-2"0"0,-15-29-1,22 49-3228,1 0-1,-1 0 0,0 0 1,1 0-1,-1 0 0,1 0 1,-1 0-1,1 0 0,-1-1 1,1 1-1,0 0 0,-1 0 1,1 0-1,0 0 0,0-1 1,0 1-1,0 0 0,0 0 1,0 0-1,0-1 0,1 1 1,-1 0-1,0 0 0,1 0 1,-1 0-1,2-3 0,-1 4-87,0-1 0,1 0 0,-1 0 1,0 0-1,1 1 0,-1-1 0,1 1 0,-1-1 0,1 1 0,-1 0 0,1-1 0,0 1 0,-1 0 0,1 0 0,-1 0 0,1 0 0,1 1 0,7 0 10,-1 1-1,0 0 1,1 0 0,-1 1-1,12 5 1,-13-4-40,0 1 1,-1 1-1,0-1 0,0 1 1,0 0-1,0 1 0,-1 0 1,0 0-1,-1 0 0,1 1 1,-1-1-1,-1 1 0,6 12 1,-7-13-52,0 1 0,-1-1 0,1 1 0,-1 0 1,-1 0-1,0 0 0,0 0 0,0 0 1,-1 0-1,0 0 0,-1 0 0,1 0 0,-2 0 1,1 0-1,-4 10 0,-1-4-38,0 0 1,-2-1-1,1 1 1,-1-1-1,-1-1 1,-1 0-1,1 0 0,-2-1 1,0 0-1,-13 10 1,-15 8-92,-77 44 0,52-35 113,63-37 15,-27 20-14,25-11-57,17-3-239,23-3-1640,0-2 1,0-1-1,57-6 1,-23 1-4717,4 3-4322</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1.830"/>
    </inkml:context>
    <inkml:brush xml:id="br0">
      <inkml:brushProperty name="width" value="0.035" units="cm"/>
      <inkml:brushProperty name="height" value="0.035" units="cm"/>
    </inkml:brush>
  </inkml:definitions>
  <inkml:trace contextRef="#ctx0" brushRef="#br0">82 111 6745,'0'-1'161,"-1"0"1,0 0-1,0 1 1,0-1 0,0 0-1,0 0 1,0 1-1,0-1 1,0 0 0,0 1-1,0-1 1,0 1-1,0 0 1,0-1 0,0 1-1,0 0 1,0 0-1,-1-1 1,1 1 0,0 0-1,0 0 1,0 0 0,0 1-1,-1-1 1,-1 0-1,1 1 1696,-24-18 5081,2 18-4093,32 1 1670,22 0-938,-9-1-4608,811-27 4002,-693 18-2822,10-1-149,-90-4 0,-27 9-1114,-22 4 236,-1-1-1,0 0 1,0-1 0,0 0-1,0 0 1,0-1 0,12-6-1,-4 2-3623,-8 3-1444</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2.090"/>
    </inkml:context>
    <inkml:brush xml:id="br0">
      <inkml:brushProperty name="width" value="0.035" units="cm"/>
      <inkml:brushProperty name="height" value="0.035" units="cm"/>
    </inkml:brush>
  </inkml:definitions>
  <inkml:trace contextRef="#ctx0" brushRef="#br0">276 50 11961,'-49'-35'5696,"47"33"-3006,1 2-2370,0 0-1,0 0 1,0 0 0,1 0-1,-1-1 1,0 1 0,0 0-1,0 0 1,1-1-1,-1 1 1,0-1 0,0 1-1,1 0 1,-1-1-1,0 1 1,1-1 0,-1 0-1,0 1 1,0-2 0,-6-3 4118,-6 14-2860,-1 6-1575,0 1 0,2 1-1,0 0 1,-18 35 0,-29 82-6,49-106-875,0 1 0,3 1 0,-6 33 0,9-28-1636,1 0-1,2 0 1,2 0-1,7 57 1,1-24-11185</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2.683"/>
    </inkml:context>
    <inkml:brush xml:id="br0">
      <inkml:brushProperty name="width" value="0.035" units="cm"/>
      <inkml:brushProperty name="height" value="0.035" units="cm"/>
    </inkml:brush>
  </inkml:definitions>
  <inkml:trace contextRef="#ctx0" brushRef="#br0">108 150 7753,'-3'-5'977,"1"1"0,-1 0 0,0 0-1,0 0 1,-1 0 0,1 0 0,-7-5 0,-14-17 4319,6 6-2537,14 15-1971,0 1-1,0-1 1,1 1-1,0-1 0,-1 0 1,2-1-1,-1 1 1,-2-7-1,3-3 592,19 27-701,2 6-678,-2 2 0,0-1 0,-2 2 0,0 0 0,23 45 0,-12-21 0,180 358 0,-83-147 0,-79-174 0,55 78 0,-80-133 0,1 0 0,2-2 0,0 0 0,1-1 0,2-2 0,0 0 0,44 27 0,-59-42 0,1-1 0,0 0 0,1-1 0,0 0 0,-1-1 0,2 0 0,-1-1 0,0 0 0,1-1 0,-1 0 0,1-1 0,-1-1 0,1 0 0,-1-1 0,1 0 0,-1 0 0,1-2 0,-1 1 0,0-2 0,0 0 0,0 0 0,19-10 0,-15 4 0,0 0 0,-1-1 0,-1 0 0,0-1 0,0-1 0,-1 0 0,-1-1 0,18-25 0,2-10 0,35-74 0,-37 66 0,2-11 47,33-99 0,-7 14-590,-56 148-186,0-1 1,0 1 0,-1-1 0,0 1 0,1-1-1,-2 0 1,1 1 0,-1-1 0,0 0 0,-1-11-1,-7-9-8433</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3.230"/>
    </inkml:context>
    <inkml:brush xml:id="br0">
      <inkml:brushProperty name="width" value="0.035" units="cm"/>
      <inkml:brushProperty name="height" value="0.035" units="cm"/>
    </inkml:brush>
  </inkml:definitions>
  <inkml:trace contextRef="#ctx0" brushRef="#br0">616 176 5288,'0'0'6283,"-21"-21"-2370,-4-14 3323,19 25-7155,4 8 852,-5-7 612,0 2-618,6-1 2560,6-25-2357,-5 30-602,3 1-23,16-6-153,-12 5-272,0 0 0,0-1 0,0 0 0,0 0-1,0-1 1,6-5 0,-5 5-80,-5 7 0,-6 8 0,3-9 0,-10 26 0,-2-1 0,0 1 0,-2-2 0,-28 40 0,5-8 0,-44 73 0,-154 273 0,229-390-15,-123 232-4596,120-229 3272,2-1 1,0 1 0,-9 28 0,3 20-5411,6 9-6306</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0.817"/>
    </inkml:context>
    <inkml:brush xml:id="br0">
      <inkml:brushProperty name="width" value="0.035" units="cm"/>
      <inkml:brushProperty name="height" value="0.035" units="cm"/>
    </inkml:brush>
  </inkml:definitions>
  <inkml:trace contextRef="#ctx0" brushRef="#br0">232 41 14389,'0'0'1977,"0"-4"-143,2-29 1201,-1 30-771,-15 13-275,7-3-1757,1 0 0,0 1 0,1-1 0,0 1 0,0 0 0,1 0 0,0 1 0,0-1 0,-3 13 0,-20 87 844,25-98-975,-25 118 613,-40 205 444,26 2-582,38-275-493,7 80 1,-2-113-58,2-1 0,1 0 0,1 0 0,1 0 0,15 34 0,-20-55-19,0 0 0,0 0 0,1 0 0,0 0 0,0-1 0,0 1 0,1-1 0,-1 0 1,1 0-1,0 0 0,0 0 0,1-1 0,-1 0 0,1 0 0,-1 0 0,6 2 0,-3-3 2,-1 0 0,1-1 1,0 1-1,0-1 0,-1-1 0,1 1 1,0-1-1,0-1 0,0 1 0,-1-1 1,1 0-1,11-4 0,14-4 50,-1-2-1,0-1 1,0-2-1,46-28 1,109-85 311,-62 39-262,185-95-108,-297 177 0,0 0 0,1 1 0,-1 0 0,1 1 0,0 0 0,0 1 0,18-2 0,-27 5 0,1 0 0,-1 0 0,0 0 0,1 0 0,-1 1 0,0-1 0,1 1 0,-1 1 0,0-1 0,0 0 0,0 1 0,0 0 0,0 0 0,0 0 0,-1 0 0,1 1 0,-1 0 0,1-1 0,-1 1 0,0 0 0,0 1 0,0-1 0,-1 0 0,1 1 0,-1 0 0,3 4 0,0 3 0,-1 0 0,1 0 0,-2 1 0,1 0 0,-2-1 0,0 1 0,0 0 0,0 19 0,-3 11 0,-6 46 0,3-42 0,-2 16 7,0 1-32,3 91 0,4-134-47,1 1-1,1-1 0,1 0 1,0 0-1,2 0 0,0 0 1,1-1-1,15 28 0,-13-31-656,1-1-1,1 0 1,0-1-1,1 0 1,0-1-1,1 0 1,0-1-1,27 18 1,-17-15-2612,1-1 0,45 19 1,16-1-9159</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4.465"/>
    </inkml:context>
    <inkml:brush xml:id="br0">
      <inkml:brushProperty name="width" value="0.035" units="cm"/>
      <inkml:brushProperty name="height" value="0.035" units="cm"/>
    </inkml:brush>
  </inkml:definitions>
  <inkml:trace contextRef="#ctx0" brushRef="#br0">1 175 9769,'82'-69'2232,"-37"46"-524,-1 9-320,4 0-280,-4 0-271,-3 2-581,4 1-852,9 8-769,0-6-859,-7 4-1584,4 16-2513</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4.592"/>
    </inkml:context>
    <inkml:brush xml:id="br0">
      <inkml:brushProperty name="width" value="0.035" units="cm"/>
      <inkml:brushProperty name="height" value="0.035" units="cm"/>
    </inkml:brush>
  </inkml:definitions>
  <inkml:trace contextRef="#ctx0" brushRef="#br0">1 109 9981,'25'-22'4400,"0"13"-2616,17 3-407,-4-2-257,9-4-488,11 1-720,8 2-1032,14-2-889,15-3-2695,19 8-3685</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6.824"/>
    </inkml:context>
    <inkml:brush xml:id="br0">
      <inkml:brushProperty name="width" value="0.035" units="cm"/>
      <inkml:brushProperty name="height" value="0.035" units="cm"/>
    </inkml:brush>
  </inkml:definitions>
  <inkml:trace contextRef="#ctx0" brushRef="#br0">0 124 12477,'0'0'4225,"29"-15"-2481,15-5-124,1 9-44,-1-1-288,10 4-280,10-4-232,9 4-216,6 2-604,7 0-364,-4 1-248,4-1-504,3-3-640,-3 9-544,-10-2-509,-16-1-1827,1 3-3665</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6.982"/>
    </inkml:context>
    <inkml:brush xml:id="br0">
      <inkml:brushProperty name="width" value="0.035" units="cm"/>
      <inkml:brushProperty name="height" value="0.035" units="cm"/>
    </inkml:brush>
  </inkml:definitions>
  <inkml:trace contextRef="#ctx0" brushRef="#br0">242 35 9769,'-22'-34'8902,"3"38"-4970,16-3-3685,0 1-1,0-1 1,0 1-1,0 0 0,0 0 1,0 1-1,1-1 0,-1 0 1,1 1-1,0-1 0,-1 1 1,1 0-1,0 0 1,1 0-1,-1 0 0,-1 4 1,-21 59 1387,21-58-1368,-50 217 1238,14-48-6278,27-127-895,-7 56 1,12-26-5433</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7.694"/>
    </inkml:context>
    <inkml:brush xml:id="br0">
      <inkml:brushProperty name="width" value="0.035" units="cm"/>
      <inkml:brushProperty name="height" value="0.035" units="cm"/>
    </inkml:brush>
  </inkml:definitions>
  <inkml:trace contextRef="#ctx0" brushRef="#br0">155 225 6777,'2'-9'918,"1"0"0,-1 0 0,2 1 1,-1-1-1,1 1 0,8-11 1,-10 15-339,-1 0 0,1 0 0,-1 0 0,1 0 0,-1 0 1,0 0-1,-1 0 0,1 0 0,-1-8 0,4-15 1556,-3 24-1857,0 0-1,-1 0 1,1 0 0,-1 0 0,0 0-1,0 0 1,0 0 0,0 0 0,0 0 0,0 0-1,-1 0 1,0 0 0,0 0 0,0 0-1,0 0 1,0 0 0,0 0 0,-1 1-1,1-1 1,-1 1 0,0-1 0,0 1-1,0-1 1,0 1 0,-4-4 0,5 5-234,-1 2 54,0 0 1,1 0-1,-1 0 0,0 0 1,1 1-1,0-1 1,-1 1-1,1-1 1,0 1-1,-2 2 1,-7 11 178,2 0 0,-1 0 1,2 1-1,-10 31 0,-15 71 301,31-110-544,-42 224 554,34-171-496,-1 0-3,4 0-1,0 77 1,7-114-115,0 0 1,2-1-1,0 1 0,2-1 1,0 0-1,2 0 1,0 0-1,21 40 1,-24-55-31,1 0 1,0 0 0,1-1 0,-1 0 0,1 0-1,1-1 1,-1 1 0,1-1 0,0-1 0,1 1 0,0-1-1,-1-1 1,1 1 0,1-1 0,-1-1 0,1 1-1,-1-1 1,1-1 0,15 3 0,-10-4-21,1 0 1,0-1 0,0 0-1,0-1 1,0-1 0,-1 0-1,1-1 1,0-1 0,-1 0-1,0-1 1,17-9-1,-11 5-83,-2-2 0,1 0-1,-2-1 1,1-1-1,-2-1 1,0 0-1,0-1 1,-1 0-1,-1-2 1,-1 1-1,0-2 1,-2 0-1,0 0 1,17-40-1,-13 20-170,-2-1-1,-2 0 0,-1-1 0,-3-1 0,-1 1 1,2-81-1,-8 25-150</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9.179"/>
    </inkml:context>
    <inkml:brush xml:id="br0">
      <inkml:brushProperty name="width" value="0.035" units="cm"/>
      <inkml:brushProperty name="height" value="0.035" units="cm"/>
    </inkml:brush>
  </inkml:definitions>
  <inkml:trace contextRef="#ctx0" brushRef="#br0">0 40 6905,'1'-2'236,"0"-1"1,1 1 0,-1 0 0,1 0-1,0-1 1,-1 1 0,1 1 0,0-1-1,0 0 1,0 0 0,0 1 0,0-1-1,1 1 1,-1-1 0,0 1 0,1 0-1,-1 0 1,1 0 0,-1 0 0,1 1-1,4-1 1,8-2 1136,0 2 0,27 0 0,-30 1-1023,3 1-65,0 1 1,-1 0-1,1 2 1,-1-1 0,0 2-1,0-1 1,0 2-1,0 0 1,-1 1 0,0 0-1,-1 1 1,0 0 0,0 1-1,0 1 1,15 16-1,-4-2-73,-1 1-1,-1 0 0,-1 2 1,-2 1-1,29 55 0,-16-14-92,-3 2-1,-4 0 1,-2 2-1,-4 1 1,-3 0-1,9 115 1,-22-167-196,-1 1 1,-1 0-1,-1-1 0,-1 1 1,0 0-1,-2-1 1,-1 0-1,-1 0 0,-1 0 1,0-1-1,-2 0 1,0 0-1,-2-1 0,0 0 1,-1-1-1,-1 0 0,-1-1 1,0-1-1,-29 27 1,-26 13-1710,22-28-2937,46-29 4450,0 0 1,0 0-1,0 0 0,0 0 1,0 0-1,0-1 0,0 1 0,0 0 1,0 0-1,0-1 0,0 1 1,0 0-1,0-1 0,0 1 1,0-1-1,0 0 0,1 1 0,-2-2 1,0 1-823,-14-7-4853</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9.539"/>
    </inkml:context>
    <inkml:brush xml:id="br0">
      <inkml:brushProperty name="width" value="0.035" units="cm"/>
      <inkml:brushProperty name="height" value="0.035" units="cm"/>
    </inkml:brush>
  </inkml:definitions>
  <inkml:trace contextRef="#ctx0" brushRef="#br0">0 189 8241,'38'-8'2312,"7"-15"-332,-4 14-308,-3-2-272,0-1-267,0-2-233,10 0-180,9-1-332,4 1-252,69-9-1164,-60 9-380,-4 3-349,-5 2-2475,-1-2-3241</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9.867"/>
    </inkml:context>
    <inkml:brush xml:id="br0">
      <inkml:brushProperty name="width" value="0.035" units="cm"/>
      <inkml:brushProperty name="height" value="0.035" units="cm"/>
    </inkml:brush>
  </inkml:definitions>
  <inkml:trace contextRef="#ctx0" brushRef="#br0">23 35 11437,'1'-3'408,"1"1"0,-1-1 0,1 0 1,-1 0-1,1 1 0,0-1 0,0 1 0,0 0 0,0 0 1,10-7 12941,-1 77-10765,-10-31-2486,-2 0 0,-11 70 0,5-53-1445,-12 65-3457,2-12-5808,10-45-1396</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30.400"/>
    </inkml:context>
    <inkml:brush xml:id="br0">
      <inkml:brushProperty name="width" value="0.035" units="cm"/>
      <inkml:brushProperty name="height" value="0.035" units="cm"/>
    </inkml:brush>
  </inkml:definitions>
  <inkml:trace contextRef="#ctx0" brushRef="#br0">293 70 10985,'9'-10'750,"7"-12"2610,-12 3 376,-5 19-3651,1-1 0,0 0 0,0 1 0,0-1 0,0 0 0,0 1 0,0-1 0,0 0 0,1 1 0,-1-1 0,0 0 0,0 1 0,0-1 0,1 1 0,-1-1 0,0 0 0,1 1 0,-1-1 0,1 1 0,-1-1 0,0 1 0,1-1 0,-1 1 0,1-1 0,-1 1 0,1-1 0,0 1 0,-1 0 0,1-1 0,-1 1 0,1 0 0,0 0 0,-1-1 0,1 1 0,0 0 0,-1 0 0,1 0 0,0 0 0,0 0 0,1 0 6,1-1 0,-1 2 0,0-1 1,1 0-1,-1 0 0,0 1 0,0-1 0,0 1 0,1-1 0,-1 1 0,0 0 0,0 0 0,0 0 0,0 0 0,0 1 0,0-1 0,-1 0 0,1 1 0,0-1 0,-1 1 0,3 2 0,3 3 61,-1 1 0,0-1 0,0 1 0,4 10 0,-1 0-30,-1 1 0,-1 0-1,0 0 1,-2 1 0,0-1-1,-1 1 1,1 26 0,-3-18-229,-1-1 0,-1 0-1,-2 0 1,-10 52 0,4-47-98,-1-2-1,-2 0 0,-1 0 0,-2-1 0,0 0 1,-2-1-1,-34 45 0,-10 0-477,-88 83 0,98-105 450,-14 19-89,63-68 300,5-2 77,12-1 12,-1-1 1,0 0-1,1-1 1,-1 0-1,-1-1 0,28-12 1,86-48 392,-97 47-347,82-47 477,85-58 954,-98 59-545,52-28 806,-150 90-1775,0 0 0,0-1 0,0 1 0,0 0 0,0 0-1,0 0 1,0 1 0,1-1 0,-1 0 0,0 1 0,0-1 0,1 1 0,-1 0-1,0 0 1,1 0 0,-1 0 0,0 0 0,1 0 0,-1 1 0,0-1 0,0 1-1,1 0 1,-1-1 0,0 1 0,0 0 0,0 0 0,0 1 0,0-1 0,0 0-1,0 1 1,0-1 0,-1 1 0,1-1 0,0 1 0,-1 0 0,1 0-1,-1 0 1,1 2 0,4 8-72,0 0 0,-2 0-1,1 1 1,-2 0 0,4 21 0,1-3-658,6 37-1064,-13-55 867,1 0 1,1 1-1,0-1 0,1 0 1,0-1-1,1 1 0,1-1 1,0 0-1,14 21 0,12 2-4695,10-1-3194</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30.539"/>
    </inkml:context>
    <inkml:brush xml:id="br0">
      <inkml:brushProperty name="width" value="0.035" units="cm"/>
      <inkml:brushProperty name="height" value="0.035" units="cm"/>
    </inkml:brush>
  </inkml:definitions>
  <inkml:trace contextRef="#ctx0" brushRef="#br0">67 115 12613,'0'0'2164,"-10"-20"-247,4-3-145,-3 9-208,2-1-264,-2 4-196,2-1 388,-5 4-1892,5-4-512</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6.118"/>
    </inkml:context>
    <inkml:brush xml:id="br0">
      <inkml:brushProperty name="width" value="0.035" units="cm"/>
      <inkml:brushProperty name="height" value="0.035" units="cm"/>
    </inkml:brush>
  </inkml:definitions>
  <inkml:trace contextRef="#ctx0" brushRef="#br0">265 377 7129,'2'-8'1375,"-1"0"0,-1 0 0,1 0 0,-1 0 1,-1 0-1,-1-9 0,1 14 1191,2 1-2297,-1 1 0,1-1 0,0 1 0,-1-1 0,1 1 0,0 0-1,0-1 1,0 1 0,0 0 0,0 0 0,0 0 0,1-1 0,-1 1 0,2-1 0,-15 73 863,-3-2 0,-3 0-1,-33 82 1,1-1-485,25-67-402,-50 179 313,64-212-467,2 1-1,2 0 0,0 64 0,7-95-74,1 0 1,0 0-1,2 0 1,0 0-1,2 0 1,0-1-1,9 22 0,-11-33-20,0 0 0,1-1 0,1 1 0,-1-1 0,1 0 0,0 0-1,1-1 1,-1 0 0,1 0 0,1 0 0,-1 0 0,1-1-1,0 0 1,0-1 0,0 1 0,1-1 0,0-1 0,0 1 0,9 2-1,-2-3-23,0-1-1,0 0 0,0-1 1,0 0-1,0-1 0,1-1 1,-1-1-1,0 0 0,0-1 1,-1 0-1,1-1 0,-1-1 0,1 0 1,-2-1-1,1-1 0,24-15 1,-10 4-99,-2-1 1,-1-1-1,0-2 1,-1 0-1,-2-2 1,38-49 0,-37 39-96,-2-1 0,-1 0 0,-2-2 0,-2 0 0,22-72 0,-21 43-101,-3-1-1,9-115 1,-20 86 121,-5-1 0,-4 1 0,-20-105 0,16 143 100,-3-1 1,-2 1-1,-32-75 0,46 128 90,-1 1-1,0 0 0,0 0 0,0 0 1,-1 0-1,0 0 0,1 1 0,-1-1 1,-1 1-1,-5-6 0,7 8 7,-1-1 0,1 1 0,-1 0 0,1 0 1,-1 0-1,0 0 0,1 0 0,-1 1 0,0-1 0,0 1 0,1-1 0,-1 1 0,0 0 0,0 0 0,1 1 0,-1-1 0,0 1 1,-3 0-1,0 1 9,-1 1 1,1 0-1,0 0 0,0 0 1,0 1-1,0-1 1,0 1-1,1 1 1,0-1-1,0 1 1,0 0-1,-5 7 1,-7 11-16,-23 37 1,39-57 8,-76 133-23,-79 192 1,136-279 27,-21 74 0,36-104 8,1 1-1,1 0 1,1-1 0,0 1-1,1 0 1,1 1-1,4 21 1,-3-34-14,1 0-1,0 0 1,0 0-1,1 0 1,0-1 0,0 1-1,1-1 1,0 0-1,0 0 1,1 0 0,0 0-1,9 9 1,-5-8-70,-1-1 0,1 0 1,1 0-1,-1-1 0,1 0 1,0-1-1,1 0 0,14 5 0,-3-4-446,0 0-1,1-2 1,0 0-1,0-1 0,0-2 1,1 0-1,-1-1 1,32-6-1,96-16-7554,-66 8-109</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6.461"/>
    </inkml:context>
    <inkml:brush xml:id="br0">
      <inkml:brushProperty name="width" value="0.035" units="cm"/>
      <inkml:brushProperty name="height" value="0.035" units="cm"/>
    </inkml:brush>
  </inkml:definitions>
  <inkml:trace contextRef="#ctx0" brushRef="#br0">262 194 11997,'-8'-14'2654,"6"11"67,-2 4-180,-6-1-1791,0 1 0,0 1 0,0 0 0,0 0 0,0 1 0,0 0 0,1 1 0,0 0 0,0 0 0,-13 9 0,11-5-501,-1 1-1,2 0 0,-1 0 0,1 1 1,1 1-1,0 0 0,1 0 1,0 1-1,0 0 0,1 0 0,-6 16 1,10-21-189,1 0 1,0 0-1,0 0 0,1 1 1,-1-1-1,2 1 1,-1-1-1,1 1 1,0 0-1,1-1 1,0 1-1,0-1 0,0 1 1,1-1-1,0 0 1,1 0-1,0 0 1,0 0-1,0 0 1,1 0-1,0-1 1,8 10-1,-4-6-52,1-1-1,0-1 1,0 0 0,1 0 0,1-1-1,-1 0 1,1-1 0,0 0-1,0 0 1,1-1 0,0-1 0,-1 0-1,2-1 1,-1 0 0,0-1-1,0 0 1,1-1 0,18 0 0,-18-1-3,1 0 0,0-1 0,0-1 0,0 0 0,-1-1 0,1 0 1,-1-1-1,0-1 0,0 0 0,0-1 0,-1 0 0,0-1 0,0 0 1,0-1-1,-1 0 0,13-13 0,-19 15-12,0 0 0,-1 0 0,0 0 0,0 0 0,0-1 0,-1 1 0,0-1 0,0 0 0,-1 0 0,0 0 1,0 0-1,-1 0 0,0-1 0,0 1 0,0 0 0,-1-1 0,-1-8 0,-1-1-49,0 0 0,-1 1 1,-1-1-1,-1 0 0,-11-25 1,7 20-366,-1 1 1,-2 0-1,0 0 1,-1 1-1,0 0 1,-2 1-1,-1 1 1,0 0-1,-1 1 1,-28-21 0,33 31-577,0 0 0,-1 1 0,0 0 0,-17-5 0,-1 0-2197,30 10 2799,0 0 0,0 1 0,0-1 0,0 1 0,0 0 0,0-1 0,-1 1 0,1 0 0,0 0 0,0-1 0,0 1 0,0 0 0,-1 0 0,1 0 0,-1 1 0,-14 12-9805</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35.416"/>
    </inkml:context>
    <inkml:brush xml:id="br0">
      <inkml:brushProperty name="width" value="0.035" units="cm"/>
      <inkml:brushProperty name="height" value="0.035" units="cm"/>
    </inkml:brush>
  </inkml:definitions>
  <inkml:trace contextRef="#ctx0" brushRef="#br0">64 64 5537,'-35'-9'9936,"7"-4"-3829,39 7-5870,0 0-1,1 2 1,-1-1 0,1 1 0,0 1-1,1 0 1,19-2 0,95 0-320,-67 5-232,251 0-3880,-102 7-2647,-40 3-2213</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36.454"/>
    </inkml:context>
    <inkml:brush xml:id="br0">
      <inkml:brushProperty name="width" value="0.035" units="cm"/>
      <inkml:brushProperty name="height" value="0.035" units="cm"/>
    </inkml:brush>
  </inkml:definitions>
  <inkml:trace contextRef="#ctx0" brushRef="#br0">204 315 6929,'12'-56'6702,"-11"52"-4114,-12-23 2691,1 39-5130,0-1 1,1 1-1,1 1 0,0-1 0,0 1 1,1 1-1,-6 16 0,-1 1 9,-8 18-104,2 1 0,3 0 0,1 1 0,3 1-1,2 0 1,2 1 0,3 0 0,2 0 0,5 95 0,1-128-78,1 1-1,1 0 1,0-1 0,2 1-1,0-1 1,2-1 0,0 1-1,1-1 1,1-1 0,15 23-1,-16-29 3,0 0 0,1-1-1,1 0 1,0-1 0,0 0-1,1 0 1,0-2 0,1 1-1,0-1 1,0-1 0,1-1-1,0 0 1,0 0 0,0-2-1,16 4 1,-4-3-24,1-2 0,-1-1 0,1-1 0,0-1-1,-1-1 1,1-1 0,-1-2 0,1-1 0,-1-1 0,0-1 0,-1-1 0,0-1 0,0-1-1,-1-2 1,0 0 0,-1-1 0,28-23 0,-31 22 43,-1-2-1,0 0 1,-1-1-1,-1-1 1,-1 0-1,-1-1 1,0-1-1,-2-1 1,0 0 0,-1-1-1,-1 0 1,-1 0-1,-1-1 1,-1-1-1,-2 1 1,0-1 0,-1 0-1,3-48 1,-9 43 1,-1 0 1,-1 0 0,-1 1 0,-2 0 0,-1 0-1,-1 0 1,-1 1 0,-18-37 0,5 20-29,-2 1 1,-2 2 0,-2 0-1,-36-41 1,41 55-320,-1 1 1,-2 2-1,0 0 1,-2 2-1,0 0 0,-2 2 1,0 2-1,-1 0 1,-1 2-1,0 2 1,-65-20-1,88 31-218,0 1-1,0 1 0,0 0 1,0 0-1,0 0 0,-1 1 1,1 1-1,0-1 0,0 2 1,0-1-1,0 1 0,0 0 1,1 1-1,-13 5 0,-2 11-5461</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1.745"/>
    </inkml:context>
    <inkml:brush xml:id="br0">
      <inkml:brushProperty name="width" value="0.035" units="cm"/>
      <inkml:brushProperty name="height" value="0.035" units="cm"/>
    </inkml:brush>
  </inkml:definitions>
  <inkml:trace contextRef="#ctx0" brushRef="#br0">0 97 5288,'15'-29'2377,"-14"27"-1297,-1-1-93,1-4-418,-1-1 0,1 0 0,0 1 0,1-1 1,0 1-1,3-8 0,-4 12 376,12 9-400,-10-3-469,1 0-1,-1 0 1,0 0 0,0 1-1,0-1 1,0 1 0,0 0 0,-1 0-1,0 0 1,1 0 0,-2 0-1,3 6 1,2 3 68,18 42 291,-2 1 1,-3 1-1,14 68 0,4 10-16,-18-69-191,1 5 327,3-2 1,42 86-1,-62-148-490,1 0-1,0 0 1,1-1 0,0 0-1,0 0 1,0 0 0,1-1-1,0 1 1,0-2 0,0 1-1,0 0 1,1-1 0,0 0-1,0-1 1,0 0 0,0 0-1,1 0 1,-1-1 0,1 0-1,-1 0 1,1-1 0,0 0-1,13 0 1,10-2 38,0-2 1,0 0-1,-1-2 1,51-15-1,132-47-44,206-95-1,240-100-3389,-14 7-3692,-473 187 3232,-6 9-1654</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3.329"/>
    </inkml:context>
    <inkml:brush xml:id="br0">
      <inkml:brushProperty name="width" value="0.035" units="cm"/>
      <inkml:brushProperty name="height" value="0.035" units="cm"/>
    </inkml:brush>
  </inkml:definitions>
  <inkml:trace contextRef="#ctx0" brushRef="#br0">1899 751 4616,'1'-1'61,"-1"0"-1,1 0 0,-1 0 0,1 1 1,-1-1-1,1 0 0,-1 0 0,0 0 0,1 0 1,-1 0-1,0 0 0,0 0 0,0 0 0,0 0 1,0 0-1,0 0 0,0 0 0,0 0 1,0 0-1,0 0 0,-1 0 0,1 0 0,0 0 1,-1 0-1,1 0 0,-1 1 0,1-1 1,-1 0-1,1 0 0,-1 0 0,-28-32 1283,4 5-364,12 10-620,-1 1 0,-1 0 1,0 1-1,-1 1 0,-1 0 1,0 1-1,-1 1 1,0 1-1,-31-16 0,0 4 166,-1 3-1,-91-27 1,100 39-475,-1 2 0,1 1 1,-1 3-1,0 1 0,0 2 0,0 2 1,-49 9-1,47-3 41,1 1 1,0 3-1,0 2 0,1 1 1,1 2-1,1 2 0,1 2 1,0 1-1,-50 40 0,38-22 273,1 3 1,3 1-1,1 3 0,3 2 0,-67 96 0,79-97-98,3 1 0,2 1 1,2 1-1,2 1 0,3 1 1,2 0-1,2 2 0,3 0 1,2 0-1,3 1 0,2 0 1,2 0-1,3 1 0,13 106 1,-1-93-142,3-1 0,4 0 1,2-1-1,3-1 1,2-1-1,4-2 0,3-1 1,2-1-1,3-2 1,2-1-1,65 70 0,-27-45-33,4-4 0,3-3 0,3-4 0,4-4 0,2-3 0,3-6 1,131 61-1,-174-94-71,2-4 0,1-2 0,0-2 0,1-3 0,1-2 1,1-3-1,-1-3 0,1-2 0,1-2 0,-1-4 1,1-2-1,-1-3 0,85-17 0,-84 7-37,0-3 0,0-2 0,-2-3 0,-1-2-1,106-64 1,-99 45-22,-1-3 0,-2-2 0,-3-3-1,73-83 1,-51 44-15,-5-4 0,-4-4-1,-4-2 1,-5-3 0,-4-3 0,-6-2-1,65-186 1,-105 249 36,-2-1 0,-2-1 0,-2 1 0,-2-1 0,-2-1 0,-2 1 0,-2 0 0,-3 0 0,-1 0 0,-3 0 0,-2 1 0,-20-58 0,9 39 5,-4 2 0,-2 1 0,-4 1 0,-1 1 1,-4 2-1,-2 1 0,-2 3 0,-66-71 0,53 73-11,-1 2-1,-3 2 0,-2 3 1,-2 2-1,-1 4 0,-3 2 0,-107-47 1,37 34-31,-3 5 0,-1 7 0,-2 6 0,-197-21 0,228 42-171,-147 2-1,212 11-70,0 2-1,0 2 1,1 2-1,0 2 1,0 2-1,-48 18 0,77-22-39,0 0 0,1 1 0,-1 0 0,2 1-1,-1 1 1,1 0 0,1 1 0,0 0 0,0 1-1,-18 24 1,21-23-642,1 1-1,0 0 0,0 0 1,2 1-1,0 0 1,-8 29-1,2 31-5465</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4.123"/>
    </inkml:context>
    <inkml:brush xml:id="br0">
      <inkml:brushProperty name="width" value="0.035" units="cm"/>
      <inkml:brushProperty name="height" value="0.035" units="cm"/>
    </inkml:brush>
  </inkml:definitions>
  <inkml:trace contextRef="#ctx0" brushRef="#br0">1451 51 4028,'-207'-36'2607,"161"29"-2211,1 3-1,-1 1 1,0 3-1,-51 5 1,45 0-132,-83 18 0,109-16-211,0 1-1,0 0 1,1 2 0,1 1 0,-26 15 0,6 3-10,1 2 0,1 2-1,2 2 1,1 1 0,2 2 0,1 1 0,2 2 0,2 2 0,-39 68 0,43-60-54,3 1-1,1 2 1,3 0-1,3 1 1,2 1-1,2 0 1,3 1-1,-7 89 1,12-10-43,6 1 0,30 241 0,-16-294 42,3 0-1,4-2 1,4 0 0,3-1 0,62 125 0,-68-166-207,1-1 0,3-1 0,0-1 0,3-2 0,0 0 0,3-2 0,0-2 0,2-1 0,2-1-1,0-2 1,2-1 0,1-3 0,1 0 0,0-3 0,2-2 0,51 16 0,29-3-1418</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4.278"/>
    </inkml:context>
    <inkml:brush xml:id="br0">
      <inkml:brushProperty name="width" value="0.035" units="cm"/>
      <inkml:brushProperty name="height" value="0.035" units="cm"/>
    </inkml:brush>
  </inkml:definitions>
  <inkml:trace contextRef="#ctx0" brushRef="#br0">0 583 5549,'162'-54'696,"-105"22"-340,-6 1 228,0-3-72,-10 5-100,10 6-52,0-5-84,-7-4-316,4 1 244,2-6-96,1 2-136,-3-2-196,-4-3-252,-6-5-412,-3-1-1257,0-3-127</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5.876"/>
    </inkml:context>
    <inkml:brush xml:id="br0">
      <inkml:brushProperty name="width" value="0.035" units="cm"/>
      <inkml:brushProperty name="height" value="0.035" units="cm"/>
    </inkml:brush>
  </inkml:definitions>
  <inkml:trace contextRef="#ctx0" brushRef="#br0">1 111 4024,'1'-3'743,"7"-31"762,-4 34-1190,177-35 1025,-111 26-1127,253-21 438,369 50-270,-562-7-368,0 5 0,210 59 1,-61-3-309,39 1-94,-303-71 359,0 2 0,-1 0 0,1 0-1,-1 1 1,0 1 0,-1 1 0,22 16 0,-4 3-243,42 46 0,13 33-562,-3-5 407,-69-87 338,0-1 1,1-1 0,1-1 0,26 18-1,-25-18 74,1 1 0,-2 1 0,0 0 0,0 1 0,-2 1 0,0 0 0,17 26 0,-26-34 41,-1 1 0,1-1-1,-2 1 1,1 0 0,-1 0 0,-1 0-1,1 0 1,-2 0 0,1 0 0,-1 1-1,0 16 1,-3 10 230,-11 65 0,0-13 30,13-49-135,0 0 0,10 57 1,-1-7-216,-9-62 9,-1 0-1,-2-1 1,0 1 0,-10 35 0,-5 41-180,13-66 164,-12 39-1,4-18 59,9-38 62,-2 0 0,-1-1 0,0 0 1,-1 0-1,-1-1 0,-1 0 0,-1 0 0,0-1 0,-1-1 0,-1 0 0,0 0 0,-30 25 0,11-12 22,-28 34 0,34-33-36,-50 41-1,-67 47-71,131-109-97,0-1 1,0-1 0,-1 0-1,0 0 1,-1-1-1,1-1 1,-1 0 0,-18 3-1,-3 3-698,-4 3-569,3 3 332</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6.406"/>
    </inkml:context>
    <inkml:brush xml:id="br0">
      <inkml:brushProperty name="width" value="0.035" units="cm"/>
      <inkml:brushProperty name="height" value="0.035" units="cm"/>
    </inkml:brush>
  </inkml:definitions>
  <inkml:trace contextRef="#ctx0" brushRef="#br0">7 615 3948,'-7'-69'796,"7"32"-124,3 11-147,-3 0-193,7 1-188,-1-1 136,0-5-76,4-15-116,-4 3-76,4 3-100,-1-6-240,-6-2-28,1 2-356,2-5-925,7-4 741</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7.978"/>
    </inkml:context>
    <inkml:brush xml:id="br0">
      <inkml:brushProperty name="width" value="0.035" units="cm"/>
      <inkml:brushProperty name="height" value="0.035" units="cm"/>
    </inkml:brush>
  </inkml:definitions>
  <inkml:trace contextRef="#ctx0" brushRef="#br0">42 89 9577,'-41'0'3544,"50"-6"-2164,7-2-188,-3 2-127,3 0-89,9-2-220,23-7-116,-4 7-140,4 2-76,12-3-112,10 1-224,3 5-480,7 0-432,5 0-648,1 3-433,6 0-2727,3 3-3613</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8.355"/>
    </inkml:context>
    <inkml:brush xml:id="br0">
      <inkml:brushProperty name="width" value="0.035" units="cm"/>
      <inkml:brushProperty name="height" value="0.035" units="cm"/>
    </inkml:brush>
  </inkml:definitions>
  <inkml:trace contextRef="#ctx0" brushRef="#br0">137 145 8093,'3'-8'378,"1"-1"1,0 1-1,1 0 1,0 0-1,0 1 1,1-1-1,0 1 0,0 0 1,0 1-1,1 0 1,0 0-1,0 0 1,1 1-1,0 0 1,0 0-1,0 1 1,0 0-1,1 0 1,13-3-1,-8 3-167,1 0 0,1 1 1,-1 0-1,0 2 0,1 0 0,-1 0 0,1 1 0,-1 1 1,1 1-1,28 6 0,-37-5-184,0-1 1,0 1-1,0 0 1,0 1-1,-1 0 1,1 0-1,-1 0 0,0 1 1,0 0-1,-1 0 1,1 0-1,5 8 1,-7-8-31,-1 0 1,1 0 0,-1 0 0,0 1 0,-1-1 0,0 1-1,1 0 1,-2-1 0,1 1 0,-1 0 0,0 0-1,0 0 1,0 0 0,-1 0 0,0 8 0,-1-2-25,-1 0 0,0 0 1,0-1-1,-1 1 1,0-1-1,-7 16 0,-4 0-6,-1 0 0,-1 0 0,-1-2 0,-1 0 0,-38 39 0,-120 100-169,93-97 195,37-32-14,-66 67 1,110-101 22,1 1 1,-1-1-1,1 1 1,-1 0-1,1 0 1,0 0-1,-1 0 1,1 0-1,0 0 1,0 0-1,0 0 1,1 0-1,-1 0 0,1 1 1,-1-1-1,1 0 1,-1 4-1,2-4-5,-1-1-1,0 0 0,1 0 0,0 1 0,-1-1 0,1 0 0,0 0 1,-1 0-1,1 0 0,0 1 0,0-1 0,0 0 0,0-1 0,0 1 0,0 0 1,0 0-1,0 0 0,0-1 0,1 1 0,-1 0 0,2 0 0,6 2-88,-1-1 0,1 0 0,0 0 0,0 0 0,0-1 0,16-1 0,59-4-1808,117-21 0,-176 21 1566,233-58-4710,-229 54 4041,72-21-2819</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8.510"/>
    </inkml:context>
    <inkml:brush xml:id="br0">
      <inkml:brushProperty name="width" value="0.035" units="cm"/>
      <inkml:brushProperty name="height" value="0.035" units="cm"/>
    </inkml:brush>
  </inkml:definitions>
  <inkml:trace contextRef="#ctx0" brushRef="#br0">159 0 6185,'-29'0'1592,"27"1"-1375,-1-1 0,1 1 0,0 0 0,0 0 0,0 0 0,0 0 0,1 1 0,-1-1 0,0 0 0,0 1 0,1-1 1,-1 1-1,1 0 0,-1 0 0,1-1 0,0 1 0,0 0 0,0 0 0,0 0 0,-1 3 0,-2 2 428,-6 11-115,1 1 0,0 0 0,2 0 0,0 1-1,2 0 1,-7 37 0,-6 133-760,17-169-39,-3 78-1400,-2 33-4965,3-94 1731</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8.742"/>
    </inkml:context>
    <inkml:brush xml:id="br0">
      <inkml:brushProperty name="width" value="0.035" units="cm"/>
      <inkml:brushProperty name="height" value="0.035" units="cm"/>
    </inkml:brush>
  </inkml:definitions>
  <inkml:trace contextRef="#ctx0" brushRef="#br0">274 182 5244,'11'-30'594,"-7"19"-220,0 0-1,0 0 0,-2 0 0,1-1 1,0-12-1,-2 19-67,0 0 0,0 1 0,1 0 1,-1-1-1,1 1 0,0 0 0,0 0 0,0 0 0,6-7 0,-6 8-23,0 1-141,1 0 0,-1 0 0,1 0 0,-1 1-1,1-1 1,0 1 0,-1-1 0,1 1 0,0 0-1,0 0 1,0 1 0,5-2 0,-5 2-90,-1 1 1,1-1-1,-1 1 1,1 0 0,-1-1-1,1 1 1,-1 0-1,0 1 1,1-1-1,-1 0 1,0 1-1,0-1 1,0 1-1,0-1 1,0 1-1,0 0 1,1 2 0,2 2 96,0 1 1,0-1 0,-1 1-1,5 9 1,-3-1-21,-1-1 0,0 1 0,-1 0 0,-1 0 0,0 0 0,-1 0 0,-1 0 0,0 1 0,-1-1 0,-1 1 0,0-1 0,-1 0 0,-1 0 0,0 0 0,-1 0 0,-9 22 0,-10 17 137,-1-2 0,-64 98 0,83-141-237,-38 55-209,-62 73 0,-7-13-4629,86-95 898,11 0-2005</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8.961"/>
    </inkml:context>
    <inkml:brush xml:id="br0">
      <inkml:brushProperty name="width" value="0.035" units="cm"/>
      <inkml:brushProperty name="height" value="0.035" units="cm"/>
    </inkml:brush>
  </inkml:definitions>
  <inkml:trace contextRef="#ctx0" brushRef="#br0">19 1 7437,'-15'24'1634,"11"-20"1211,5-1-1614,0 2-774,-1-4-379,0 1-1,0-1 1,1 0-1,-1 1 1,0-1-1,1 0 1,-1 0-1,1 1 1,-1-1-1,1 0 1,-1 0-1,1 0 1,0 0-1,0 1 1,0-1-1,-1 0 1,1-1-1,0 1 1,0 0-1,0 0 1,1 0-1,-1 0 1,0-1-1,0 1 1,0-1-1,0 1 1,1-1-1,-1 1 1,0-1-1,0 0 1,1 1-1,-1-1 1,3 0-1,64 10 324,1-4 0,0-2 0,71-6 0,-40 1-849,404-15-3225,-171-14-2448,-210 16 1504</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0.100"/>
    </inkml:context>
    <inkml:brush xml:id="br0">
      <inkml:brushProperty name="width" value="0.035" units="cm"/>
      <inkml:brushProperty name="height" value="0.035" units="cm"/>
    </inkml:brush>
  </inkml:definitions>
  <inkml:trace contextRef="#ctx0" brushRef="#br0">164 41 5248,'9'-5'347,"-7"4"-195,1 0 0,0-1-1,-1 1 1,1-1 0,-1 1 0,1-1-1,-1 0 1,0 0 0,0 0 0,0-1-1,0 1 1,0 0 0,-1-1 0,4-6 6873,-8 9-6929,1-1 1,-1 1 0,1 0 0,-1 0 0,1 0-1,-1 0 1,1 1 0,-1-1 0,1 1-1,0-1 1,-1 1 0,1 0 0,-4 1-1,3 1-18,0 0-1,1 0 1,-1 0-1,1 0 1,-1 0-1,1 1 0,0-1 1,0 1-1,-1 4 1,-5 7 130,-13 23 46,1 0 1,2 1 0,2 1-1,1 1 1,2 1 0,2-1-1,2 2 1,-3 43 0,10-62-229,2 0 1,0 0 0,2 1-1,0-2 1,2 1 0,11 40-1,-9-45-15,1-1 0,1-1 0,1 1 0,0-1 0,1-1 0,1 0 0,0 0 0,1-1 0,17 17 0,-9-14-47,1 0 0,1-1 0,1-2 0,0 0 0,0-1 0,49 20 0,-26-17-48,0-1-1,95 17 1,-109-28-3,0-1-1,34 0 0,-54-4 31,1-1-1,0 0 1,0 0-1,0-1 1,0-1-1,-1 0 1,24-10-1,-34 13 40,0-1 0,-1 0-1,1 0 1,0 0 0,-1 0-1,1 0 1,-1 0 0,0 0-1,1 0 1,-1-1 0,0 1-1,0 0 1,0-1 0,0 1 0,0-1-1,0 1 1,0-1 0,0 0-1,0 1 1,-1-1 0,1 0-1,0-2 1,-2 2 2,1-1 0,0 0 1,0 0-1,-1 1 0,0-1 0,1 0 0,-1 1 1,0-1-1,0 0 0,0 1 0,-1-1 0,1 1 1,-1 0-1,1-1 0,-4-2 0,-14-16-108,-1 0 0,-38-31 0,36 33 91,0 0 0,-32-39 0,50 53 28,0-1 1,1 1-1,0-1 1,0 0-1,0 0 1,1 0-1,0 0 1,0 0-1,0 0 1,1-1-1,-1-6 1,2 9 17,0 1 1,0-1 0,0 0-1,0 1 1,1-1 0,0 0-1,-1 1 1,1-1 0,0 0-1,1 1 1,-1-1 0,1 1-1,-1 0 1,1 0 0,0-1-1,0 1 1,0 0 0,1 1-1,-1-1 1,6-4 0,1 0 67,1 1 1,0 1 0,0-1 0,0 2-1,1-1 1,-1 1 0,1 1-1,0 0 1,0 1 0,0 0 0,0 0-1,0 2 1,1-1 0,-1 1 0,0 1-1,1 0 1,-1 0 0,0 1 0,0 1-1,0 0 1,15 6 0,-13-4-30,0 0-1,-1 1 1,0 0 0,0 1 0,-1 0 0,1 1 0,-2 0-1,1 1 1,-1 0 0,-1 1 0,1 0 0,-2 1-1,1-1 1,-1 2 0,-1-1 0,0 1 0,8 20 0,-10-18-67,-1 1 0,-1-1 1,0 1-1,-1-1 0,-1 1 0,0 0 1,-2 18-1,-3 8-708,-11 49-1,8-54-2539,1-1 0,-1 53 0,7-59-2660</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0.395"/>
    </inkml:context>
    <inkml:brush xml:id="br0">
      <inkml:brushProperty name="width" value="0.035" units="cm"/>
      <inkml:brushProperty name="height" value="0.035" units="cm"/>
    </inkml:brush>
  </inkml:definitions>
  <inkml:trace contextRef="#ctx0" brushRef="#br0">145 18 5737,'2'-2'139,"1"0"0,0 0 1,0 1-1,0-1 1,0 1-1,0-1 1,1 1-1,-1 0 1,0 0-1,1 0 1,-1 1-1,0-1 1,1 1-1,-1 0 1,1 0-1,-1 0 1,1 0-1,-1 1 0,0-1 1,1 1-1,-1 0 1,0 0-1,1 0 1,-1 1-1,0-1 1,0 1-1,0-1 1,0 1-1,0 0 1,-1 0-1,1 0 1,0 1-1,-1-1 1,0 1-1,1-1 0,-1 1 1,0 0-1,0 0 1,-1 0-1,1 0 1,-1 0-1,1 0 1,-1 0-1,0 1 1,0-1-1,0 0 1,0 5-1,-1 2-87,0 1 0,0 0 0,-1-1-1,-1 1 1,0 0 0,0-1 0,-1 0 0,0 1 0,-1-1 0,0 0-1,0-1 1,-1 1 0,-9 12 0,-9 12 33,-2-2-1,-34 35 1,47-53-84,-98 96 739,139-124-464,-15 9-250,167-91-1390,-48 21-785,-106 61 433,0-1 1,45-36-1,-42 26-1094</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0.816"/>
    </inkml:context>
    <inkml:brush xml:id="br0">
      <inkml:brushProperty name="width" value="0.035" units="cm"/>
      <inkml:brushProperty name="height" value="0.035" units="cm"/>
    </inkml:brush>
  </inkml:definitions>
  <inkml:trace contextRef="#ctx0" brushRef="#br0">1 91 4556,'10'0'272,"1"1"-1,-1 1 0,1 0 0,-1 0 1,10 5-1,-13-5-148,-5-2-127,-1 1 1,0 0 0,0 0 0,0-1-1,0 1 1,0 0 0,0 0 0,0 0-1,0 0 1,0 0 0,0 0 0,-1 1-1,2 0 1,4 7-2768,-3-7 2805,-1 1-1,1-1 0,0 0 1,0 0-1,-1 0 0,1-1 0,0 1 1,0-1-1,1 0 0,-1 1 1,0-1-1,0-1 0,6 2 1,47 0 857,-42-2-739,31-2 694,0-2 0,-1-3-1,47-12 1,73-11 581,-147 29-1340,-1-2-176,1 2-1,-1 0 1,1 1 0,24 3-1,39 11-794,-77-13 3086,-5 1-2002,-1 1-198,0 1 0,1-1 1,-1 1-1,1 0 0,0 0 1,-3 7-1,4-10-21,1 0-1,0 0 0,0 0 1,-1 0-1,1 0 1,0 1-1,0-1 1,0 0-1,0 0 1,0 0-1,1 0 1,-1 0-1,0 0 1,0 1-1,1-1 0,-1 0 1,1 0-1,-1 0 1,1 0-1,-1 0 1,1 0-1,0 0 1,-1-1-1,1 1 1,0 0-1,0 0 1,-1 0-1,1-1 0,0 1 1,0 0-1,0-1 1,0 1-1,0-1 1,2 1-1,4 2-150,0-1 1,0 0-1,1 0 0,-1-1 0,1 0 0,-1 0 0,1-1 0,-1 0 1,1-1-1,-1 1 0,1-1 0,10-3 0,11-3-200,43-17-1,-67 22 386,29-12 164,0-2 0,-2-1 0,42-29 0,-14 8 816,-28 24-334,-31 15-629,0 0 1,0 0-1,0 0 0,0 0 0,-1 0 1,1 0-1,-1 0 0,1 1 0,0-1 1,-1 0-1,0 0 0,1 1 1,-1 1-1,0-2 2,2 7-1,-1 0 0,0 0 0,0 0 1,-1 0-1,0 0 0,-1 1 1,0-1-1,0 0 0,0 0 1,-5 11-1,-1 5-390,-2 0 0,-12 23 0,-9 10-3345,23-38 869</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1.874"/>
    </inkml:context>
    <inkml:brush xml:id="br0">
      <inkml:brushProperty name="width" value="0.035" units="cm"/>
      <inkml:brushProperty name="height" value="0.035" units="cm"/>
    </inkml:brush>
  </inkml:definitions>
  <inkml:trace contextRef="#ctx0" brushRef="#br0">1 20 6373,'164'-3'6608,"-1"-4"-3530,134-3-747,1169 29 541,-1162-12-2663,2988 125 548,-570-15-646,-2096-96-115,340 10 29,-581-18-7,236 4-150,-563-19 54,-35 0-27,43 3 0,-64-1 57,-1-1 0,1 0-1,-1 0 1,1 1 0,-1-1 0,0 0 0,0-1-1,1 1 1,-1 0 0,0 0 0,0 0 0,0-1-1,0 1 1,0 0 0,0-1 0,-1 1 0,1-1-1,0 1 1,0-3 0,-1-2-205,0 0 1,-1 0-1,1 0 0,-1 0 0,0 0 1,-1 0-1,1 1 0,-1-1 1,-1 0-1,1 1 0,-1 0 1,0-1-1,-3-4 0,-22-41-2693,23 39 1520,0 1 1,-1 1 0,0-1 0,-9-10 0,3 8-2975</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3.311"/>
    </inkml:context>
    <inkml:brush xml:id="br0">
      <inkml:brushProperty name="width" value="0.035" units="cm"/>
      <inkml:brushProperty name="height" value="0.035" units="cm"/>
    </inkml:brush>
  </inkml:definitions>
  <inkml:trace contextRef="#ctx0" brushRef="#br0">443 25 6393,'-4'-3'256,"1"0"0,-1 1 0,0 0 1,-1 0-1,1 0 0,0 0 1,0 1-1,-1-1 0,1 1 1,-1 0-1,-6 0 0,-57-2 2384,53 3-2003,2 1-330,-1 0 1,1 1-1,0 1 0,0 0 0,1 1 0,-1 0 1,1 1-1,0 0 0,0 1 0,0 0 1,1 1-1,0 1 0,0-1 0,1 2 0,0-1 1,0 2-1,1-1 0,-11 15 0,12-13-193,0-1-1,0 1 1,2 1 0,-1 0-1,1-1 1,1 2 0,0-1-1,1 1 1,0 0 0,1-1-1,0 2 1,1-1-1,0 0 1,1 0 0,1 1-1,0-1 1,1 0 0,3 18-1,-2-24-89,1 0 0,-1 0 0,1 0 0,0-1 0,1 1-1,0-1 1,0 0 0,0 0 0,0-1 0,1 1 0,0-1 0,0 0-1,1 0 1,0 0 0,9 5 0,2 0-37,0 0 0,1-2 1,28 11-1,-40-17-45,1 0-1,0 0 1,-1 0 0,1-1 0,0 0 0,0 0-1,0 0 1,0-1 0,0 0 0,0-1-1,11-1 1,11-2-396,-26 4 320,0 0-1,0 0 1,0 0-1,0-1 1,0 0 0,0 1-1,0-1 1,0 0-1,0 0 1,-1-1 0,1 1-1,0 0 1,-1-1-1,1 0 1,-1 0-1,0 0 1,1 0 0,-1 0-1,0 0 1,2-4-1,-1 2-564,-1-1-1,0 0 0,0 1 1,-1-1-1,1 0 0,-1 0 1,0 0-1,0-1 0,-1 1 1,0 0-1,0-6 0,0-10-5016</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3.699"/>
    </inkml:context>
    <inkml:brush xml:id="br0">
      <inkml:brushProperty name="width" value="0.035" units="cm"/>
      <inkml:brushProperty name="height" value="0.035" units="cm"/>
    </inkml:brush>
  </inkml:definitions>
  <inkml:trace contextRef="#ctx0" brushRef="#br0">0 161 8541,'14'-17'2092,"-12"14"1371,2 4-1954,16 5-680,0 1 0,-1 1 0,0 1 0,0 1-1,-1 1 1,30 22 0,96 91 460,-120-100-1196,0 0-1,-1 1 1,-2 1-1,34 55 1,-46-65-146,-1 0 0,0 1 0,-1-1 0,-1 1 0,-1 1 1,0-1-1,-1 1 0,-1 0 0,-1 0 0,0 33 0,-2-34-29,-1 0 0,-1-1-1,-1 1 1,0-1-1,-1 0 1,-1 0-1,0 0 1,-1 0 0,-1-1-1,-11 20 1,16-32 114,-11-19 144,12 13-164,0 0 0,0 0 0,0 0 0,1 0 0,-1-1 0,1 1 0,-1 0 0,1 0 0,0 0 0,0-1 0,1 1 0,-1 0 0,1 0 0,-1-1 0,1 1 0,0 0 0,0 0 0,1 0 0,2-5 0,5-8 20,0 0 0,17-20 0,-14 19-14,285-349-1805,36 34-6149,-279 284 4104,-2 12-1862</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4.118"/>
    </inkml:context>
    <inkml:brush xml:id="br0">
      <inkml:brushProperty name="width" value="0.035" units="cm"/>
      <inkml:brushProperty name="height" value="0.035" units="cm"/>
    </inkml:brush>
  </inkml:definitions>
  <inkml:trace contextRef="#ctx0" brushRef="#br0">359 1 7065,'-22'12'1165,"-1"2"1,2 0-1,0 2 0,1 0 1,1 1-1,-31 36 1,7-1-488,-52 82 0,63-77-694,29-52 19,1-1 0,1 1 0,-1 0 0,1-1 0,0 1 0,0 0 0,0 0 0,0 0 0,1 0 0,0 10 0,1-14-6,-1 1-1,1 0 1,-1-1-1,1 1 0,0 0 1,0-1-1,0 1 1,0-1-1,0 1 1,0-1-1,0 0 1,0 1-1,0-1 1,1 0-1,-1 0 1,0 0-1,1 0 1,-1 0-1,1 0 0,-1 0 1,1-1-1,0 1 1,-1 0-1,1-1 1,0 0-1,-1 1 1,1-1-1,0 0 1,0 0-1,-1 0 1,1 0-1,0 0 0,0 0 1,2-1-1,8 0 10,-1-1 0,1 0 1,19-7-1,-25 7-9,21-9 10,0-1 0,0-1 0,-2-2-1,0 0 1,0-2 0,30-27 0,4-1 86,-56 44-87,-1 0 0,1-1 0,-1 1 1,1 0-1,0 1 0,-1-1 0,1 0 0,0 1 0,4 0 1,0-1-30,-6 0 9,0 1 1,0 0-1,0 0 0,0 0 1,0 0-1,0 0 0,0 0 1,0 1-1,0-1 0,-1 0 0,1 0 1,0 1-1,0-1 0,0 0 1,0 1-1,0-1 0,-1 1 0,1-1 1,1 2-1,2 0-52,5 1-17,0 0 0,1-1 0,-1-1 0,0 1 0,1-2 0,16 1 0,58-7-215,-75 5 282,32-4 227,0-2 0,0-2 0,-1-2 0,-1-1-1,1-2 1,-2-2 0,0-1 0,-1-2 0,-1-2-1,-1-1 1,35-29 0,-49 32 451,3-3 288,-19 20-458,-11 9-31,-9 15-211,0 1 0,2 0 0,1 0 0,-18 51 0,12-30-127,-23 54-944,-37 132 0,69-197-285,2 2 0,1-1-1,1 1 1,2 0 0,2 0 0,1 0 0,8 66 0,0-72-2349,-1-14-1522</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4.527"/>
    </inkml:context>
    <inkml:brush xml:id="br0">
      <inkml:brushProperty name="width" value="0.035" units="cm"/>
      <inkml:brushProperty name="height" value="0.035" units="cm"/>
    </inkml:brush>
  </inkml:definitions>
  <inkml:trace contextRef="#ctx0" brushRef="#br0">0 1024 5981,'3'-20'285,"0"4"659,-1-1 1,0 0-1,-2-32 0,-1 42-538,2-1-1,-1 1 1,1 0 0,0 0 0,0 1 0,1-1-1,0 0 1,0 0 0,0 1 0,1-1 0,0 1-1,1 0 1,-1 0 0,1 0 0,6-7 0,-3 4-195,-4 5-26,1 0 1,0 0-1,0 0 1,0 1-1,0 0 0,1 0 1,-1 0-1,1 0 1,0 1-1,0 0 0,0 0 1,10-3-1,0 0 120,-9 3-227,1 0 0,0 1-1,0-1 1,0 2-1,-1-1 1,1 1-1,0 0 1,0 0 0,0 1-1,7 1 1,-12-2-66,0 0 0,0 0 1,0 1-1,-1-1 0,1 1 1,0-1-1,0 1 0,-1-1 1,1 1-1,0 0 0,-1 0 1,1 0-1,-1 0 0,1 0 1,-1 0-1,0 1 0,1-1 1,-1 0-1,0 1 0,0-1 1,0 1-1,0-1 0,0 1 1,0-1-1,0 1 1,-1 0-1,1 0 0,0-1 1,-1 1-1,0 0 0,1 0 1,-1-1-1,0 1 0,0 0 1,0 0-1,0 0 0,0 0 1,0-1-1,-1 1 0,1 0 1,-1 2-1,-30 71-1220,29-73 946,4-2 231,0 0-1,-1 0 1,1 0 0,-1 0-1,1 0 1,-1-1 0,1 1 0,0 0-1,-1-1 1,1 1 0,1-2 0,5-1-46,23-7-140,0-2 0,-1-1 0,-1-1 0,30-20 0,-11 3-80,67-57 0,-70 47 67,-2-2 0,-2-1 1,43-60-1,87-160 631,-74 106 1338,-95 184-1378,-4-8-261,0 1 0,-1-1 0,-9 34 0,-5 23 33,13-48-97,1-12-60,1-1 0,0 1 0,2-1-1,0 25 1,1-36 24,-1 0 1,0 0-1,1 0 0,0 0 0,-1-1 0,1 1 1,0 0-1,1-1 0,-1 1 0,0-1 0,1 1 1,-1-1-1,1 0 0,0 1 0,0-1 0,0 0 1,0 0-1,0 0 0,0-1 0,1 1 0,-1 0 1,1-1-1,-1 1 0,1-1 0,-1 0 0,1 0 1,0 0-1,0 0 0,3 0 0,42 6-61,-29-4 34,1 0-1,22 7 1,-35-7-178,0 0 0,0 0 0,0 0 0,-1 1 0,1 0 0,-1 0 0,0 0 0,0 1 0,7 7 0,13 18-2231,-6-3-2797,3 0-1190</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4.670"/>
    </inkml:context>
    <inkml:brush xml:id="br0">
      <inkml:brushProperty name="width" value="0.035" units="cm"/>
      <inkml:brushProperty name="height" value="0.035" units="cm"/>
    </inkml:brush>
  </inkml:definitions>
  <inkml:trace contextRef="#ctx0" brushRef="#br0">96 40 11269,'19'-9'1768,"-29"-2"1060,1 0-1047,-7 8-1505,0-3-416,-6 6-2005,-1 0 157,4 6-8677</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5.384"/>
    </inkml:context>
    <inkml:brush xml:id="br0">
      <inkml:brushProperty name="width" value="0.035" units="cm"/>
      <inkml:brushProperty name="height" value="0.035" units="cm"/>
    </inkml:brush>
  </inkml:definitions>
  <inkml:trace contextRef="#ctx0" brushRef="#br0">2 708 7245,'0'3'1384,"0"-1"-1280,-1 0 91,1 0 1,0 0 0,0 0-1,0 1 1,0-1 0,0 0-1,1 0 1,-1 0 0,1 0-1,-1 0 1,1 0 0,0 0-1,0 0 1,0 0 0,0 0-1,2 3 1,1-3-23,0 1 1,1-1 0,-1 1-1,1-2 1,-1 1-1,1 0 1,0-1-1,0 0 1,0 0-1,0 0 1,8 0-1,443 31 2486,615-21-1666,-893-11-879,2037-50 1106,-1793 37-855,469-17 385,765-20 403,-418 27-461,517-12-167,-76-68 669,-1332 57-607,-262 31-368,-2-5 0,81-30 0,-131 38-102,35-18 1,-59 26-90,-1-1 0,0 0 0,0 0 0,-1-1 0,0 0-1,0 0 1,0-1 0,10-13 0,-15 17-21,1 0-1,-2-1 0,1 1 1,0 0-1,-1-1 1,1 1-1,-1-1 0,0 0 1,0 0-1,-1 1 0,1-1 1,-1 0-1,0 0 1,0 1-1,0-1 0,0 0 1,-1 0-1,1 0 0,-1 1 1,0-1-1,0 0 1,0 1-1,-1-1 0,1 1 1,-1-1-1,0 1 0,0 0 1,0 0-1,-1 0 1,1 0-1,-1 0 0,-3-3 1,-6-5-66,0 0 0,0 1 0,-1 1 0,-1 0 1,0 0-1,-21-8 0,-1 2-400,-1 1 0,-1 2-1,0 2 1,-1 1 0,0 2 0,0 2 0,-64-1-1,63 6-1589,1 2-1,0 2 1,0 2-1,-52 13 1,25 3-6381</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5.719"/>
    </inkml:context>
    <inkml:brush xml:id="br0">
      <inkml:brushProperty name="width" value="0.035" units="cm"/>
      <inkml:brushProperty name="height" value="0.035" units="cm"/>
    </inkml:brush>
  </inkml:definitions>
  <inkml:trace contextRef="#ctx0" brushRef="#br0">1 9 12229,'15'-8'2664,"11"11"-3172,-1 0-620</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2.999"/>
    </inkml:context>
    <inkml:brush xml:id="br0">
      <inkml:brushProperty name="width" value="0.035" units="cm"/>
      <inkml:brushProperty name="height" value="0.035" units="cm"/>
    </inkml:brush>
  </inkml:definitions>
  <inkml:trace contextRef="#ctx0" brushRef="#br0">313 475 10465,'-6'-33'2228,"5"26"1526,1 5-3539,0 1 0,0-1 0,0 1 0,0-1 0,0 1 0,0-1 0,-1 1 0,1-1 0,-1 1 0,1-1 0,-1 1 0,0-2 0,0 2-158,1 1 0,0 0 1,-1-1-1,1 1 1,0 0-1,-1 0 1,1-1-1,0 1 0,-1 0 1,1 0-1,-1-1 1,1 1-1,0 0 0,-1 0 1,1 0-1,-1 0 1,1 0-1,-1 0 0,1 0 1,-1 0-1,1 0 1,-1 0-1,1 0 0,0 0 1,-1 0-1,0 0 1,-3 2 82,0 0 1,0 0 0,0 0 0,1 1 0,-1 0 0,-5 4 0,4-3-74,-12 13 237,1 1 0,0 0 0,2 1 0,0 1 1,1 1-1,-16 32 0,18-33-169,-11 19 81,2 1 0,2 1 0,2 1 0,-17 63 0,29-87-173,0 0-1,2 0 0,0 0 0,0 0 0,2 1 0,0-1 1,2 0-1,0 0 0,0 0 0,2 0 0,0 0 0,1-1 1,13 29-1,-15-40-26,0-1 0,0 1 1,1-1-1,-1 0 0,1 0 1,0 0-1,1 0 0,-1 0 1,1-1-1,0 0 0,0 0 1,1-1-1,-1 1 1,12 4-1,-9-5 0,0 0 1,0-1-1,1 0 1,-1-1-1,1 0 0,0 0 1,-1 0-1,1-1 1,17-3-1,-6 0-4,0-2 0,0-1 0,0 0 0,-1-1 1,0-1-1,0-1 0,-1-1 0,26-18 0,-26 15-20,0-2 0,-2 0 0,1-1 0,-2 0 0,0-1 0,-2-1 0,1 0 0,-2-1 0,-1 0 0,0-1 0,-1-1 0,-2 1 0,0-1 0,9-40 0,-4 12-31,-3-1 1,-2 0-1,-2-1 0,-3 0 1,-1 1-1,-3-1 0,-2 0 1,-3 0-1,-1 1 1,-3 0-1,-21-65 0,24 98 15,0 0-1,-1 1 0,-1 0 0,0 0 1,-2 1-1,1 0 0,-16-15 0,22 25 22,-1 0 1,1 1-1,-1 0 0,0 0 0,0 0 0,-1 1 0,1 0 0,-1 0 1,1 0-1,-1 0 0,0 1 0,0 0 0,0 1 0,0-1 0,-1 1 1,1 0-1,0 0 0,0 1 0,-1 0 0,1 0 0,0 1 0,-1 0 1,1 0-1,0 0 0,0 0 0,0 1 0,0 0 0,0 1 0,0-1 1,-5 4-1,-7 5-6,1 0 0,0 0 0,0 2 0,2 0 0,-1 0 0,2 2 0,-22 26 0,19-19 19,1 1 0,2 1 0,0 0 1,1 1-1,-13 34 0,20-41-9,0 0 0,2 0 0,0 0 0,0 0 0,2 0-1,0 1 1,2-1 0,2 37 0,0-44 16,0-1-1,0 1 1,1-1-1,1 1 1,0-1-1,0 0 1,1-1-1,0 1 1,1-1 0,10 13-1,-6-10-20,1 0-1,1-1 1,-1-1-1,2 0 1,0 0 0,20 11-1,-3-5-109,1-2 0,0-1-1,0-2 1,1-1 0,1-1 0,38 4-1,-29-7-397,0-2 0,0-1 0,0-3-1,78-9 1,-25-10-3193,-4-12-3782,-51 12-552</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3.360"/>
    </inkml:context>
    <inkml:brush xml:id="br0">
      <inkml:brushProperty name="width" value="0.035" units="cm"/>
      <inkml:brushProperty name="height" value="0.035" units="cm"/>
    </inkml:brush>
  </inkml:definitions>
  <inkml:trace contextRef="#ctx0" brushRef="#br0">494 99 11945,'-4'-15'871,"2"8"-261,1 1-1,0 0 1,0-1-1,0 1 1,0-1-1,1 1 1,1-10-1,-2 15-177,0-1-1,0 0 1,0 1-1,0-1 1,0 1-1,-1-1 0,1 1 1,0 0-1,-1 0 1,1-1-1,-1 1 1,0 0-1,1 0 0,-1 1 1,0-1-1,1 0 1,-1 0-1,-2 0 1,-4 4-83,0 0 1,0 0-1,1 0 1,-1 1-1,1 0 1,0 1 0,0-1-1,1 1 1,-1 1-1,-6 6 1,-11 13 558,-24 32 1,39-44-667,-30 38-103,2 2 0,3 1 0,3 2 0,1 1 0,4 2 0,-23 69 0,39-95-263,1 0 0,2 1 0,1-1 0,1 1-1,1 56 1,4-73 8,1 0 0,1 0 0,1-1 0,1 1 0,0-1 0,1 0 0,0 0 0,2 0 0,-1-1 0,2 0 0,0 0 0,1-1 0,15 18-1,-7-12-602,2-1 0,0-1 0,1-1-1,1 0 1,1-2 0,0 0-1,0-2 1,45 20 0,-26-17-1640,1-2 0,0-1 1,1-2-1,66 8 0,-5-9-6787</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3.751"/>
    </inkml:context>
    <inkml:brush xml:id="br0">
      <inkml:brushProperty name="width" value="0.035" units="cm"/>
      <inkml:brushProperty name="height" value="0.035" units="cm"/>
    </inkml:brush>
  </inkml:definitions>
  <inkml:trace contextRef="#ctx0" brushRef="#br0">37 89 9517,'-8'-35'2393,"6"29"-756,0 1 0,0 0 0,0 0 0,-1 0 0,0 0 1,1 0-1,-6-5 0,3 3-946,50 81 988,-29-49-1507,0 0-1,-2 1 1,0 1-1,-2 0 0,15 52 1,-24-62-366,0 1 1,-1 0-1,-1 1 1,-1-1-1,0 0 1,-2 0-1,0 0 1,-1 0-1,-1 0 1,0-1-1,-1 1 1,-1-1-1,-1 0 1,-1-1-1,-14 26 1,12-28-40,0-1 0,-19 20 1,17-20 104,10-10 6,25-21 65,20-14 258,360-286 2887,-360 287-2314,-42 31-747,1 1 0,0 0 0,-1-1 1,1 1-1,-1 0 0,1 0 0,-1 0 0,1 0 1,-1 0-1,0 0 0,1 1 0,-1-1 0,0 0 1,0 0-1,0 1 0,0-1 0,1 4 0,0 3-30,-1 0 0,0 0 0,-1 0-1,0 12 1,2 34-788,1-39 167,0-1 0,1 1-1,0-1 1,1 0 0,1 0 0,12 21 0,-13-27-303,0 0 0,0-1 0,1 0 0,1 0 0,-1 0 0,1-1 0,0 0 1,0 0-1,1 0 0,0-1 0,0 0 0,9 3 0,28 10-7720</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3.982"/>
    </inkml:context>
    <inkml:brush xml:id="br0">
      <inkml:brushProperty name="width" value="0.035" units="cm"/>
      <inkml:brushProperty name="height" value="0.035" units="cm"/>
    </inkml:brush>
  </inkml:definitions>
  <inkml:trace contextRef="#ctx0" brushRef="#br0">464 466 7725,'-13'-31'589,"7"18"-234,0 1 0,1-1-1,1 0 1,0 0 0,1 0 0,0-1-1,1 1 1,1-1 0,0-18 0,0 17 512,0 0-1,-1 0 1,0 0 0,-9-29 0,-4-21 2155,12 51-1950,0 0-1,-1 0 1,-1 1 0,0-1-1,-11-19 1,10 20-256,42 49 1983,-17-5-2469,-2 1 0,-1 1 0,-1 0 0,-1 1 0,-2 0 0,-2 1-1,6 37 1,-10-41-457,-2 0 0,-2 0 0,0 0 0,-2 0 0,-1 0 0,-2 1 0,-1-1 0,-1-1 0,-2 1 0,-1-1 0,-2 0 0,0-1 0,-2 0 0,-26 45-1,12-30-1258,-1-1 0,-3-1 0,-38 42 0,19-31-4227,-91 75 1,67-70-4631</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7.247"/>
    </inkml:context>
    <inkml:brush xml:id="br0">
      <inkml:brushProperty name="width" value="0.035" units="cm"/>
      <inkml:brushProperty name="height" value="0.035" units="cm"/>
    </inkml:brush>
  </inkml:definitions>
  <inkml:trace contextRef="#ctx0" brushRef="#br0">0 24 3064,'10'-14'224,"25"8"-1204,9 3 280</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9.888"/>
    </inkml:context>
    <inkml:brush xml:id="br0">
      <inkml:brushProperty name="width" value="0.035" units="cm"/>
      <inkml:brushProperty name="height" value="0.035" units="cm"/>
    </inkml:brush>
  </inkml:definitions>
  <inkml:trace contextRef="#ctx0" brushRef="#br0">0 107 4120,'0'0'12111,"2"-2"-11814,37-29 1093,-34 28-1515,-3 1 386,1 1-179,8-2 269,-1-1-1,0 0 0,14-8 0,-22 11 264,-1 3-424,6 18 37,0 1 1,-2-1 0,-1 1 0,-1 0-1,1 24 1,0-14 69,10 51 0,-6-50-54,1-1-1,2 0 0,1-1 0,29 53 0,-35-73-138,0-1 0,1 1-1,1-1 1,0-1 0,0 0-1,0 0 1,1 0-1,0-1 1,1 0 0,-1-1-1,1 0 1,1-1 0,-1 0-1,1 0 1,0-1-1,0 0 1,14 2 0,-3-3-3,1 0 0,0-2 1,0 0-1,0-2 0,0 0 1,0-2-1,27-6 1,7-5 1,89-34 0,-50 10-790,-1-5 1,-2-5-1,95-63 0,-106 57-542,95-62-2706,-61 39-1778,3-6-4074</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10.263"/>
    </inkml:context>
    <inkml:brush xml:id="br0">
      <inkml:brushProperty name="width" value="0.035" units="cm"/>
      <inkml:brushProperty name="height" value="0.035" units="cm"/>
    </inkml:brush>
  </inkml:definitions>
  <inkml:trace contextRef="#ctx0" brushRef="#br0">6 1 8701,'0'0'4406,"0"3"-3348,8 90 2537,-4-59-2857,-1 45 0,-13 56 304,4-75-582,1 68 0,5-121-411,1 0 1,0 1 0,0-1-1,0 0 1,1 1-1,0-1 1,0 0-1,1 0 1,3 7-1,-3-10-20,0 0 0,-1 0 0,1-1 0,0 1 0,1-1-1,-1 0 1,1 1 0,0-2 0,-1 1 0,1 0 0,0-1-1,1 1 1,-1-1 0,0 0 0,9 2 0,2-1 24,0 0 1,1 0 0,-1-2-1,1 0 1,-1-1 0,1 0 0,24-4-1,3-3 7,63-19-1,-1-8-678,-3-4 0,157-82-1,173-143-9797,-299 174 2973</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12.953"/>
    </inkml:context>
    <inkml:brush xml:id="br0">
      <inkml:brushProperty name="width" value="0.035" units="cm"/>
      <inkml:brushProperty name="height" value="0.035" units="cm"/>
    </inkml:brush>
  </inkml:definitions>
  <inkml:trace contextRef="#ctx0" brushRef="#br0">29 10 6429,'8'-9'7217,"-12"9"-3378,-2 2-5455,1-1-1927,-16 5-5799</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15.233"/>
    </inkml:context>
    <inkml:brush xml:id="br0">
      <inkml:brushProperty name="width" value="0.035" units="cm"/>
      <inkml:brushProperty name="height" value="0.035" units="cm"/>
    </inkml:brush>
  </inkml:definitions>
  <inkml:trace contextRef="#ctx0" brushRef="#br0">26 1 3264,'-25'23'10592,"35"-12"-10104,-9-9-436,1-1-1,-1 1 1,1 0 0,-1-1-1,1 1 1,-1-1 0,1 0-1,0 0 1,0 0-1,0 1 1,0-2 0,0 1-1,0 0 1,0 0 0,0-1-1,4 2 1,50 10 320,43 7 36,79 12-276,-35 0-40,64 10-1,107-8-64,-232-27 17,-4 1 11,279 20 25,-147-18 303,31 9-323,-153-9 16,94-1-1,4-4 161,-39 0-31,-47 0-33,-58-1-48,71-4-1,-87 0-135,-1 1 1,1 1-1,39 6 1,-7 0 18,169 25 101,-42-4 240,58-11 28,-14-11-198,-179-2-134,-38-3-64,0 0 0,0 0-1,20-2 1,-22 0 21,0 0-1,0 1 1,0 1-1,18 2 1,28 1-48,-29-4 145,43 5-1,-12 0-26,512-6 591,-307-8-533,-75 14-68,-154-3-74,122-1-27,-95-4 53,114-21-1,14-1 48,-136 21-427,21-1 633,-49 5-3867,1 1-3460</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1.811"/>
    </inkml:context>
    <inkml:brush xml:id="br0">
      <inkml:brushProperty name="width" value="0.035" units="cm"/>
      <inkml:brushProperty name="height" value="0.035" units="cm"/>
    </inkml:brush>
  </inkml:definitions>
  <inkml:trace contextRef="#ctx0" brushRef="#br0">1 40 11673,'26'-12'2070,"-20"9"1377,-7 2-3306,1 0 1,0 0-1,0 0 0,0 0 0,0 0 0,0 0 0,0 0 0,0 0 1,0 0-1,1 0 0,-1 0 0,0 0 0,1 0 0,-1 0 1,0 1-1,1-1 0,-1 0 0,1 0 0,0 0 0,-1 0 0,1 0 1,0 1-1,-1-1 0,2-1 0,-1 2-20,0 0 0,0 0 1,1 0-1,-1 0 0,0 0 0,0 0 0,0 0 1,0 1-1,0-1 0,0 0 0,0 1 0,0-1 0,-1 1 1,1-1-1,0 1 0,0-1 0,0 1 0,0-1 1,1 2-1,3 3 220,1 1 0,-1-1 1,0 1-1,0 0 0,7 11 0,147 295 3042,39 70-2467,-179-349-866,2-1 0,1-1 0,1-1 0,2-1 1,0-1-1,2-1 0,57 43 0,-73-63 6,0-1 0,0-1 0,0 0 0,1 0 0,-1-1 0,1 0 0,0-1 0,0-1-1,1 1 1,-1-2 0,1 0 0,-1-1 0,0 0 0,1-1 0,-1 0 0,1-1 0,-1 0 0,0-1 0,12-4 0,11-5 136,-1-2 0,-1-2 0,0 0 0,-1-3 0,35-25 0,-25 12-196,-1-2 0,-2-2 0,-1-1 0,-3-2 0,0-2-1,-3-1 1,-1-1 0,26-51 0,-34 55-1216,-6 13-58,15-36 0,-20 32-3601,-5-2-3941</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016"/>
    </inkml:context>
    <inkml:brush xml:id="br0">
      <inkml:brushProperty name="width" value="0.035" units="cm"/>
      <inkml:brushProperty name="height" value="0.035" units="cm"/>
    </inkml:brush>
  </inkml:definitions>
  <inkml:trace contextRef="#ctx0" brushRef="#br0">950 0 15057,'4'0'4422,"-14"4"-1494,-33 9-138,-20 8-984,30-7-1400,2 2 0,0 1 0,0 1 0,2 2 0,0 1 0,2 1 0,-38 39 0,-155 200-2915,161-185 1029,13-18 107,-64 83-3028,43-44-2224,8-2-4254</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5.041"/>
    </inkml:context>
    <inkml:brush xml:id="br0">
      <inkml:brushProperty name="width" value="0.035" units="cm"/>
      <inkml:brushProperty name="height" value="0.035" units="cm"/>
    </inkml:brush>
  </inkml:definitions>
  <inkml:trace contextRef="#ctx0" brushRef="#br0">1 25 5208,'0'-1'189,"0"0"0,0 0-1,0 0 1,0 0 0,1 0-1,-1 0 1,1 0 0,-1 0-1,1 0 1,-1 0 0,1 0-1,-1 0 1,1 0-1,0 0 1,-1 0 0,1 0-1,0 0 1,0 1 0,0-1-1,0 0 1,0 1 0,0-1-1,-1 1 1,2-1-1,-1 1 1,0-1 0,0 1-1,0 0 1,0-1 0,0 1-1,0 0 1,0 0 0,2 0-1,47 0 5655,-29 1-7174,346-2 780,-177 2-1999,-82 0-1359,0 1-2231</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8.674"/>
    </inkml:context>
    <inkml:brush xml:id="br0">
      <inkml:brushProperty name="width" value="0.035" units="cm"/>
      <inkml:brushProperty name="height" value="0.035" units="cm"/>
    </inkml:brush>
  </inkml:definitions>
  <inkml:trace contextRef="#ctx0" brushRef="#br0">1 2814 3784,'0'0'3897,"0"3"-3861,0 0-27,1-1-1,-1 1 0,1-1 0,-1 1 0,1-1 0,0 1 1,0-1-1,0 0 0,0 0 0,1 1 0,-1-1 0,0 0 1,1 0-1,0 0 0,-1 0 0,1-1 0,0 1 1,0 0-1,0-1 0,0 1 0,0-1 0,0 0 0,1 0 1,-1 0-1,0 0 0,1 0 0,-1 0 0,1 0 1,-1-1-1,1 1 0,-1-1 0,1 0 0,2 0 0,69 4 185,-16-1-61,109 19 1,-122-13-81,-20-5-45,0 2 1,0 1-1,0 1 0,36 16 0,43 20 8,-79-35 3,0 0-1,42 7 1,-47-12-14,30 4 22,1-2 0,92-1 0,67-18-12,-19 0-43,-94 5 92,-17 2-165,-1 4 0,1 3 0,-1 4 0,130 24 0,-59-4 56,161 6 1,219-11 183,-4 27-1030,801 13 1180,-201-49-331,-352 64 86,-386-30-210,-117-26 162,275-15 1,-12-17-411,123 5 404,27 0 452,-327 6-201,635 78 0,8-3-221,-635-57-32,-212-12 144,194-21-1,150-44 312,-473 58-431,47-9 257,-1-3 0,0-3 0,120-49 0,-145 45-168,0-2 1,49-35-1,-13 7-56,-24 17-36,53-31-26,-49 32-28,100-76 0,-130 84 48,-1-1 1,-1-1 0,-2-1-1,0-2 1,23-37 0,-11 11-100,36-50 156,21-27 78,-78 113-129,-1-1 1,-1-1-1,-1-1 1,-1 0-1,-1-1 1,-1 0-1,-1-1 0,-1 0 1,-2-1-1,0 0 1,6-53-1,2-123-30,-11 161-73,1 1 1,2 0 0,18-56 0,80-196-11,-51 150 58,-44 119 13,1 1 0,1 0 1,1 1-1,0 1 0,2 0 0,1 0 0,0 2 1,33-29-1,-44 43-2,0-1 0,-1 0-1,1 0 1,-2-1 0,1 1 0,-1-1 0,0 0 0,0 0 0,-1-1-1,1 1 1,-2-1 0,1 1 0,-1-1 0,-1 0 0,1 0 0,-1-8-1,0-11 0,-2 1 0,-1 0 0,-8-42 0,6 46 33,0-1 1,2 1-1,0 0 0,1-1 1,4-30-1,2 10 41,-5 34-31,1-1 0,0 1 1,0-1-1,1 1 0,0 0 0,1 0 0,0 0 0,0 0 1,9-15-1,1 3-119,-1-1 0,-1 0 0,0-1 0,-2 0 0,-1 0-1,8-39 1,-15 54 129,-1-1 0,0 0 0,0 0-1,-1 0 1,-1 0 0,1 0 0,-6-15-1,-1-9 103,7 29-110,0-1-1,1 0 1,-1 1-1,1-1 1,0 0-1,0 0 0,1 1 1,-1-1-1,1 0 1,0 1-1,1-1 1,-1 1-1,4-8 0,-4 9-34,2 2-35,-1-2 38,2-1 17,22-1-199,-18 5 185,-1 0-1,1 0 0,-1 1 0,1 0 0,-1 0 1,0 1-1,1 0 0,12 5 0,-1 0 22,-16-6 81,-2 0-66,1 0 0,-1 1 0,1-1-1,0 0 1,0 0 0,-1 0 0,1 0 0,0 0 0,0 0 0,0-1-1,0 1 1,0-1 0,3 1 0,27-8-213,-29 6 51,0 2-227,55 15-990,-55-15 886</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8.954"/>
    </inkml:context>
    <inkml:brush xml:id="br0">
      <inkml:brushProperty name="width" value="0.035" units="cm"/>
      <inkml:brushProperty name="height" value="0.035" units="cm"/>
    </inkml:brush>
  </inkml:definitions>
  <inkml:trace contextRef="#ctx0" brushRef="#br0">3 78 1736,'-3'-40'64,"13"20"-684,-1 3 216</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9.127"/>
    </inkml:context>
    <inkml:brush xml:id="br0">
      <inkml:brushProperty name="width" value="0.035" units="cm"/>
      <inkml:brushProperty name="height" value="0.035" units="cm"/>
    </inkml:brush>
  </inkml:definitions>
  <inkml:trace contextRef="#ctx0" brushRef="#br0">159 401 2704,'23'-115'1784,"-21"104"-1664,0 0-1,0 0 1,-1 0 0,0-1-1,-1 1 1,-1 0-1,-3-22 1,2 26-128,0 0 0,-1 0 0,0 0 0,0 0 0,-1 1 0,1-1 0,-2 1 0,1 0 0,-1 0 0,0 0 0,0 1 0,0 0 0,-8-6-1,-9-6-905,-47-28 0,38 26 394</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30.635"/>
    </inkml:context>
    <inkml:brush xml:id="br0">
      <inkml:brushProperty name="width" value="0.035" units="cm"/>
      <inkml:brushProperty name="height" value="0.035" units="cm"/>
    </inkml:brush>
  </inkml:definitions>
  <inkml:trace contextRef="#ctx0" brushRef="#br0">381 0 3832,'0'0'2983,"0"3"-2848,1 19 42,0-12-94,-1-1 1,0 0-1,0 0 0,-1 0 1,-1 0-1,-3 17 1,-34 83 107,11-37-126,4 2 1,-19 101-1,23 1-33,1 232-1,10-116-65,-79 547-945,-6-290-2445,83-480 2684</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35.610"/>
    </inkml:context>
    <inkml:brush xml:id="br0">
      <inkml:brushProperty name="width" value="0.035" units="cm"/>
      <inkml:brushProperty name="height" value="0.035" units="cm"/>
    </inkml:brush>
  </inkml:definitions>
  <inkml:trace contextRef="#ctx0" brushRef="#br0">1 41 6613,'0'0'7440,"10"-9"-6760,2 0-520,17 4-388,31 2-516,4-9-588,18 10-2340,20 2-2261</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311"/>
    </inkml:context>
    <inkml:brush xml:id="br0">
      <inkml:brushProperty name="width" value="0.035" units="cm"/>
      <inkml:brushProperty name="height" value="0.035" units="cm"/>
    </inkml:brush>
  </inkml:definitions>
  <inkml:trace contextRef="#ctx0" brushRef="#br0">26 177 15193,'7'-31'2745,"-20"14"-381,0-1-356,10 1-316,0 0-340,6 0-320,3 3-248,23-1-435,19-5-834,-1 15-407,7-1-552,3 9-728,4 3-492,-4 5-3241,-6 9-5068</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438"/>
    </inkml:context>
    <inkml:brush xml:id="br0">
      <inkml:brushProperty name="width" value="0.035" units="cm"/>
      <inkml:brushProperty name="height" value="0.035" units="cm"/>
    </inkml:brush>
  </inkml:definitions>
  <inkml:trace contextRef="#ctx0" brushRef="#br0">1 187 11145,'19'-6'2340,"-29"-3"-324,29 1-279,1 5-325,8-9-352,26-5-244,-3 3-384,12-3-584,7-3-748,13 0-696,12 0-705,3-3-2379,14 6-3665</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606"/>
    </inkml:context>
    <inkml:brush xml:id="br0">
      <inkml:brushProperty name="width" value="0.035" units="cm"/>
      <inkml:brushProperty name="height" value="0.035" units="cm"/>
    </inkml:brush>
  </inkml:definitions>
  <inkml:trace contextRef="#ctx0" brushRef="#br0">267 1 14093,'0'0'5317,"-12"20"-2713,-20 42 2472,19-22-3023,-3 6-373,4 11-336,-7 6-744,0 9-600,3 2 0,-3 9 0,0 0-1136,-7 2-1428,7 4 463,0 5-5795,-6 6-8190</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778"/>
    </inkml:context>
    <inkml:brush xml:id="br0">
      <inkml:brushProperty name="width" value="0.035" units="cm"/>
      <inkml:brushProperty name="height" value="0.035" units="cm"/>
    </inkml:brush>
  </inkml:definitions>
  <inkml:trace contextRef="#ctx0" brushRef="#br0">41 15 19758,'0'0'8337,"-16"-9"-7317,4 4-548,5 22-9153,1 3 2484,9 0-5528</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36.866"/>
    </inkml:context>
    <inkml:brush xml:id="br0">
      <inkml:brushProperty name="width" value="0.035" units="cm"/>
      <inkml:brushProperty name="height" value="0.035" units="cm"/>
    </inkml:brush>
  </inkml:definitions>
  <inkml:trace contextRef="#ctx0" brushRef="#br0">1 32 11649,'0'0'980,"6"-14"-2196,-3-3-2148</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39.149"/>
    </inkml:context>
    <inkml:brush xml:id="br0">
      <inkml:brushProperty name="width" value="0.035" units="cm"/>
      <inkml:brushProperty name="height" value="0.035" units="cm"/>
    </inkml:brush>
  </inkml:definitions>
  <inkml:trace contextRef="#ctx0" brushRef="#br0">29 189 8757,'-29'-3'10713,"42"-11"-9993,22-3-168,-3 0-128,22-3-140,9 0-444,13 0-652,23-3-908,2 3-949,23 6-2039,16-6-3689</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1.874"/>
    </inkml:context>
    <inkml:brush xml:id="br0">
      <inkml:brushProperty name="width" value="0.035" units="cm"/>
      <inkml:brushProperty name="height" value="0.035" units="cm"/>
    </inkml:brush>
  </inkml:definitions>
  <inkml:trace contextRef="#ctx0" brushRef="#br0">247 74 8457,'1'-22'1086,"1"-17"5437,-2 26-5252,-20 17-20,15-1-1151,0-1 1,0 0-1,1 1 1,-1 0 0,1 0-1,-1 1 1,1-1-1,0 1 1,1 0 0,-1 0-1,-4 5 1,-34 57 732,36-55-722,-15 30 70,1 1 0,3 1 0,1 1 0,3 0 0,1 1-1,3 0 1,1 0 0,2 1 0,3 0 0,2 70 0,2-97-151,0-1 0,2 0 0,0 1 1,1-1-1,1-1 0,0 1 0,1-1 1,1 0-1,15 26 0,-16-33-18,2 0 0,-1 0 0,1-1 0,1 0-1,0 0 1,0-1 0,0 0 0,1 0 0,0-1 0,1-1 0,0 0-1,0 0 1,0-1 0,1 0 0,12 3 0,-6-4-11,1 0 0,-1-1 0,0-1 1,1-1-1,-1-1 0,1 0 0,0-1 1,-1-1-1,0-1 0,29-8 0,15-8 23,100-47 0,-67 26-96,-16 8 20,-78 32 52,0 0-1,0-1 0,0 1 1,0 0-1,0 0 0,0 1 1,1-1-1,-1 0 1,0 0-1,0 1 0,0-1 1,0 0-1,0 1 0,0-1 1,0 1-1,0-1 1,1 2-1,3 0 1,-3-1 1,1 1 0,-1-1 0,0 0 0,0 1 1,0-1-1,0 1 0,0-1 0,0 1 0,0 0 0,-1 0 0,1 0 1,-1 0-1,1 0 0,-1 0 0,0 0 0,2 4 0,13 46 34,-1-3 7,-13-45-25,0-1-1,0 1 0,0-1 0,0 1 0,1-1 1,-1 0-1,1 0 0,0 0 0,0 0 1,0 0-1,0-1 0,1 1 0,-1-1 0,1 0 1,-1 0-1,1 0 0,0-1 0,6 3 0,-4-3 17,1 0-1,-1 0 0,1-1 0,0 0 0,0 0 0,-1 0 0,1-1 0,0 0 0,-1 0 1,1-1-1,7-2 0,7-4 148,1-1 0,-1 0 0,0-2 0,-1 0 1,-1-1-1,0-1 0,24-21 0,-34 26-93,0 0 0,-1-1 1,0 0-1,0 0 0,-1-1 0,0 1 1,-1-2-1,0 1 0,-1-1 0,0 0 1,0 0-1,-1 0 0,-1 0 0,0-1 1,0 0-1,0-12 0,-2 12-53,-1-1-1,-1 0 1,0 1 0,-1-1 0,0 1-1,-7-21 1,-2 5 431,-21-41 0,27 60-323,4 7-127,0 0 0,0 0 1,0 0-1,1 0 0,-1 0 1,1 0-1,-1 0 0,1 0 1,0 0-1,0 0 0,0-1 1,0 1-1,0 0 0,0 0 1,0 0-1,1 0 1,-1 0-1,1 0 0,0 0 1,0 0-1,-1 0 0,1 0 1,0 0-1,1 0 0,-1 0 1,0 0-1,0 1 0,1-1 1,-1 1-1,1-1 0,0 1 1,-1-1-1,1 1 1,0 0-1,0 0 0,0 0 1,0 0-1,2-1 0,1-1-4,1 1 1,0 0-1,0 0 0,1 0 0,-1 1 0,0-1 0,1 1 0,-1 1 0,1 0 1,-1-1-1,0 2 0,10 0 0,-12 0-16,-1-1 0,1 1 0,0 0 0,-1 0 0,1 0 0,-1 1 0,1-1 0,-1 1 0,1 0 0,-1 0 0,0 0 0,0 0 0,0 0 0,0 1 0,0-1 0,-1 1 0,1 0 0,-1 0 0,0 0 0,0 0 0,0 0 0,0 1 0,0-1 0,-1 0 0,1 1 0,-1-1 0,0 1 0,0 0 0,0-1 0,-1 1 0,1 0 0,-1 0 0,0 4 0,0 11-196,-1-1 1,-1 0-1,-1 0 0,0 1 1,-1-2-1,-1 1 0,0 0 1,-13 25-1,-9 10-1788,-41 63 0,47-83 628,-2 11-994,7-12-5539</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2.450"/>
    </inkml:context>
    <inkml:brush xml:id="br0">
      <inkml:brushProperty name="width" value="0.035" units="cm"/>
      <inkml:brushProperty name="height" value="0.035" units="cm"/>
    </inkml:brush>
  </inkml:definitions>
  <inkml:trace contextRef="#ctx0" brushRef="#br0">443 596 8777,'5'-12'663,"17"-41"4564,57-98 0,-66 131-4772,178-252 2737,-163 234-2737,-21 28-328,1-1 0,0 2 0,10-11 0,-21 55 327,-13 14-219,-29 63 1,4-13 153,-154 350 805,112-270-997,21-44-171,-186 453-896,218-501 615,4 2-1,4 0 0,4 1 1,-12 176-1,29-254 228,0 26-65,4 56 0,-1-83 80,-1 1 0,2-1 0,-1 0 0,1 0 0,1 0 0,0 0 0,1-1-1,0 1 1,10 13 0,21 19-97,-34-41 95,-1-1-1,1 1 1,0-1 0,-1 0-1,1 0 1,0 1-1,0-1 1,0-1-1,0 1 1,0 0 0,0 0-1,0-1 1,1 1-1,-1-1 1,0 0-1,0 1 1,0-1 0,0 0-1,1 0 1,-1-1-1,2 1 1,2-1-38,-1-1-1,0 1 1,0-1 0,0 0 0,7-4 0,-4 1-161,-1 0 0,1-1 1,-1 0-1,0-1 1,0 1-1,0-1 1,-1-1-1,-1 1 1,1-1-1,5-10 1,6-14-2146,17-42 1,-29 61 1613,21-47-4383,-1 0-2923</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2.624"/>
    </inkml:context>
    <inkml:brush xml:id="br0">
      <inkml:brushProperty name="width" value="0.035" units="cm"/>
      <inkml:brushProperty name="height" value="0.035" units="cm"/>
    </inkml:brush>
  </inkml:definitions>
  <inkml:trace contextRef="#ctx0" brushRef="#br0">0 212 11949,'32'-29'2040,"6"15"-292,3 2-307,-3 1-349,7 2-232,3 1-212,9-9-360,13 0-500,9-6-796,10 0-896,12-3-3097,11 3-3956</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3.499"/>
    </inkml:context>
    <inkml:brush xml:id="br0">
      <inkml:brushProperty name="width" value="0.035" units="cm"/>
      <inkml:brushProperty name="height" value="0.035" units="cm"/>
    </inkml:brush>
  </inkml:definitions>
  <inkml:trace contextRef="#ctx0" brushRef="#br0">450 744 10489,'2'-1'136,"-1"1"0,1 0 0,0-1 0,0 1 0,-1-1 0,1 1 0,0-1 0,-1 0 0,1 0 0,-1 0 0,1 0 0,-1 0 0,1 0 0,-1 0 0,0 0 0,1-1 0,-1 1 0,0 0 0,0-1 0,0 1 0,0-1 0,0 1 0,-1-1 0,2-2 0,17-21 1174,283-257 1665,-280 258-2788,-1-1 1,-1 0 0,-1-2-1,21-40 1,48-118 1295,-65 132-669,-22 51-572,-6 8-157,0 1 0,0-1 0,1 1 0,0 0 0,0 1 0,-4 11 0,-1 1 8,-93 254 603,53-132-500,-226 531 195,224-566-387,-331 721-133,366-791 123,-15 30-40,3 2 0,-29 108-1,55-169 17,1-1-1,0 1 1,0 0 0,1-1-1,0 9 1,0-15 15,0 1 0,0-1 0,1 0 0,-1 1 0,0-1 0,0 0 0,1 1 0,-1-1 0,0 0 0,1 1 0,0-1 0,-1 0 0,1 0 0,0 0-1,-1 0 1,1 0 0,0 0 0,0 0 0,0 0 0,0 0 0,0 0 0,0 0 0,0 0 0,0 0 0,0-1 0,1 1 0,-1-1 0,0 1 0,0-1 0,1 1 0,-1-1 0,0 0 0,1 1 0,-1-1 0,2 0 0,5-2-59,1 0-1,-1-1 1,1 0 0,-1-1 0,0 0 0,0 0 0,11-8-1,0-2-168,-2-1-1,1-1 0,-2-1 1,0 0-1,-1 0 0,-1-2 1,21-34-1,-26 37 123,-1 0 0,-1 0 0,-1-1 1,0 0-1,-1 0 0,0-1 0,-2 1 1,0-1-1,-1 0 0,0 1 0,-2-1 0,-2-24 1,-4-11 189,-3 0 0,-28-93 1,31 127 64,1 0 0,1-1 1,0 0-1,-1-28 0,5 42-114,1-1-1,-1 1 0,1 0 1,0 0-1,0 0 1,1 0-1,0 0 1,0 0-1,0 0 1,1 1-1,0-1 0,0 1 1,0-1-1,1 1 1,0 0-1,0 1 1,0-1-1,7-6 0,7-2 1,0 0-1,0 2 1,1 0-1,0 1 1,1 1-1,0 1 1,34-10-1,12 2-55,72-9-1,-92 17 38,74-8-80,-105 15 51,1 0 0,-1 1-1,0 1 1,1 1-1,21 5 1,-35-7 19,1 0 1,-1 1-1,0-1 0,0 1 0,0 0 1,0-1-1,-1 1 0,1 0 0,0 0 1,0 0-1,0 0 0,-1 1 1,1-1-1,0 0 0,-1 1 0,1-1 1,-1 1-1,0-1 0,0 1 0,1 0 1,-1 0-1,0-1 0,0 1 0,-1 0 1,1 0-1,0 0 0,-1 0 0,1 0 1,-1 0-1,1 0 0,-1 0 0,0 1 1,0-1-1,0 0 0,-1 4 0,-1 5-116,-1 0-1,-1-1 0,0 1 0,-1-1 0,-9 17 0,9-19-102,1 1 0,0-1-1,-5 17 1,10-23 198,0 0-1,0 0 0,0 0 0,0 0 1,1 0-1,-1 0 0,1 0 1,-1 0-1,1-1 0,0 1 0,-1-1 1,1 1-1,0-1 0,0 0 1,0 0-1,3 2 0,4-1 0,0 1-1,0-1 1,0-1-1,0 0 1,0 0 0,1 0-1,-1-1 1,0-1-1,10-1 1,-4 1-217,0 0 0,21 2 0,-32 0-32,0-1-1,-1 1 0,1 0 1,-1 0-1,1 0 1,0 1-1,-1-1 0,0 1 1,1 0-1,-1 0 1,4 2-1,-5-2-489,-2 1 41,8 28-508,-7-28 754,7 4-8,-8-6 517,1-1 0,-1 1 1,0 0-1,1-1 0,-1 1 0,0-1 0,1 1 1,-1-1-1,1 1 0,-1-1 0,1 1 0,-1-1 1,1 0-1,-1 1 0,1-1 0,0 0 1,-1 1-1,1-1 0,-1 0 0,1 0 0,0 1 1,-1-1-1,1 0 0,0 0 0,-1 0 0,1 0 1,1 0-1,37-2 1444,-35 2 1265,-1 0-1957,-2 0-715,0 0 0,1 1 0,-1-1 1,0 0-1,0 1 0,1-1 0,-1 1 0,0-1 0,0 1 1,1-1-1,-1 1 0,0 0 0,0 0 0,0-1 0,0 1 1,0 0-1,0 0 0,0 0 0,-1 0 0,1 0 0,0 1 1,0-1-1,-1 0 0,1 0 0,-1 0 0,1 1 0,-1-1 0,1 2 1,0 3-62,-1-1 0,0 0 1,-1 1-1,1-1 1,-1 0-1,-1 6 0,0-2-347,1-7 231,1 0 0,0 0 0,0 0 0,0 0 0,0 0 0,0 0 0,0 0 0,0 0 0,0 0 0,1 0 0,-1 0 0,1 0 0,0 0 0,-1 0 0,1-1 0,0 1-1,0 0 1,0 0 0,1-1 0,-1 1 0,0 0 0,0-1 0,1 0 0,-1 1 0,1-1 0,0 0 0,-1 1 0,1-1 0,0 0 0,-1 0 0,1-1 0,0 1 0,0 0-1,0-1 1,0 1 0,0-1 0,0 1 0,0-1 0,3 0 0,7 2-307,-1-2 0,0 1-1,0-2 1,0 1 0,13-3-1,38-10-268,-2-3-1,70-26 0,-93 28 930,1-2-1,-2-1 0,40-26 0,-55 29-420,-1-1 0,-1 0 0,0-2 0,-1 0 0,-1-1-1,20-26 1,-4 3-1627,-1-2-93</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3.670"/>
    </inkml:context>
    <inkml:brush xml:id="br0">
      <inkml:brushProperty name="width" value="0.035" units="cm"/>
      <inkml:brushProperty name="height" value="0.035" units="cm"/>
    </inkml:brush>
  </inkml:definitions>
  <inkml:trace contextRef="#ctx0" brushRef="#br0">124 9 11153,'-28'34'2172,"15"-28"-180,-13 0-223,1-1 4667,9-2-5320,0 3 400,48-12-1524,32 0-688,-14-5-520,192-26-9205,-141 28-408</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3.965"/>
    </inkml:context>
    <inkml:brush xml:id="br0">
      <inkml:brushProperty name="width" value="0.035" units="cm"/>
      <inkml:brushProperty name="height" value="0.035" units="cm"/>
    </inkml:brush>
  </inkml:definitions>
  <inkml:trace contextRef="#ctx0" brushRef="#br0">15 69 6473,'12'-6'1901,"-23"11"-242,-2-2 610,12-3-2191,1 0 0,0-1 0,0 1-1,0 0 1,0 0 0,-1-1 0,1 1-1,0 0 1,0 0 0,0-1 0,0 1-1,0 0 1,0 0 0,0-1 0,-1 1-1,1 0 1,0 0 0,0-1 0,0 1-1,0 0 1,0-1 0,0 1 0,0 0 0,1 0-1,-1-1 1,0 1 0,0 0 0,0 0-1,0-1 1,0 1 0,0 0 0,0 0-1,1-1 1,-1 1 0,0 0 0,0 0-1,0-1 1,0 1 0,1 0 0,-1 0-1,0 0 1,0 0 0,1-1 0,-1 1 0,0 0-1,0 0 1,1 0 0,3-6 134,0 1 0,0-1 0,1 1 0,0 1 0,-1-1 1,2 1-1,-1-1 0,0 1 0,1 1 0,0-1 0,9-3 0,-14 6-199,0 1-1,0 0 0,0 0 0,0 0 0,0 0 0,0 0 0,0 0 0,0 0 1,0 0-1,-1 1 0,1-1 0,0 0 0,0 0 0,0 1 0,0-1 1,0 0-1,-1 1 0,1-1 0,0 1 0,0-1 0,0 2 0,2 0 31,4 1-16,0 1 0,0 1-1,0-1 1,-1 1-1,0 0 1,0 1 0,0-1-1,-1 1 1,0 0-1,5 7 1,5 10 186,19 39 0,-24-43-150,4 9-174,-2-1 1,0 1 0,-2 1-1,-1 0 1,-1 0-1,4 34 1,-10-46-312,-1 0 0,0 0 0,-1 0 0,-1 0 0,-1 0 1,0 0-1,-1-1 0,-1 1 0,-1-1 0,0 0 0,-1 0 0,-13 25 1,-23 22-3666,-8 2-2257</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4.109"/>
    </inkml:context>
    <inkml:brush xml:id="br0">
      <inkml:brushProperty name="width" value="0.035" units="cm"/>
      <inkml:brushProperty name="height" value="0.035" units="cm"/>
    </inkml:brush>
  </inkml:definitions>
  <inkml:trace contextRef="#ctx0" brushRef="#br0">10 89 10157,'7'-12'5508,"-14"-5"-5388,1 3-864,3-3-768,3 0-2404,9 5-2713</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9.537"/>
    </inkml:context>
    <inkml:brush xml:id="br0">
      <inkml:brushProperty name="width" value="0.035" units="cm"/>
      <inkml:brushProperty name="height" value="0.035" units="cm"/>
    </inkml:brush>
  </inkml:definitions>
  <inkml:trace contextRef="#ctx0" brushRef="#br0">6 23 5829,'-5'-12'1075,"4"9"563,4 2-1087,5-2-442,6 0 797,-13 3-892,-1 0-1,0 1 0,1 0 0,-1-1 1,0 1-1,0-1 0,1 1 0,-1-1 0,0 1 1,0-1-1,0 1 0,0 0 0,0-1 0,0 1 1,0-1-1,0 1 0,0 0 0,0-1 0,0 1 1,0-1-1,0 1 0,-1-1 0,1 1 0,0 0 1,0-1-1,-1 1 0,-9 51-4559,10-49 1611</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0.652"/>
    </inkml:context>
    <inkml:brush xml:id="br0">
      <inkml:brushProperty name="width" value="0.035" units="cm"/>
      <inkml:brushProperty name="height" value="0.035" units="cm"/>
    </inkml:brush>
  </inkml:definitions>
  <inkml:trace contextRef="#ctx0" brushRef="#br0">1 160 11289,'31'-40'1792,"4"34"-364,19 1-272,-13 2-243,1-6-385,5 6-460,7-5-580,13-4-541,12-5-259,7-3-836,0 0-1412,6 3-2045</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1.619"/>
    </inkml:context>
    <inkml:brush xml:id="br0">
      <inkml:brushProperty name="width" value="0.035" units="cm"/>
      <inkml:brushProperty name="height" value="0.035" units="cm"/>
    </inkml:brush>
  </inkml:definitions>
  <inkml:trace contextRef="#ctx0" brushRef="#br0">339 1 6521,'-11'8'743,"1"0"1,0 1-1,0 1 1,1-1 0,0 2-1,0-1 1,-7 14-1,-47 88 2852,38-66-2777,9-16-396,-10 15 52,2 1-1,3 1 0,1 1 1,-13 50-1,24-63-441,3 1 1,1 1-1,1-1 0,2 0 1,2 1-1,1-1 0,2 1 1,2-1-1,13 55 0,-9-61-218,1 0 1,2 0-1,0-1 0,2 0 1,2-1-1,0-1 0,2 0 0,1-1 1,1-2-1,1 0 0,31 28 1,-17-22-356,2-2 0,1-1 1,1-2-1,1-2 0,79 34 0,-50-31-891,0-4 0,1-2 0,80 11 0,80 0-4377</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0.930"/>
    </inkml:context>
    <inkml:brush xml:id="br0">
      <inkml:brushProperty name="width" value="0.035" units="cm"/>
      <inkml:brushProperty name="height" value="0.035" units="cm"/>
    </inkml:brush>
  </inkml:definitions>
  <inkml:trace contextRef="#ctx0" brushRef="#br0">6 29 7869,'-5'-24'1761,"4"20"1652,15 6-2297,-6 1-1070,1 1 0,-1-1 1,0 1-1,0 1 1,0-1-1,-1 1 1,0 1-1,0-1 0,11 11 1,-5-4-75,42 31-368,-39-31 237,0 1-1,0 0 1,-1 0 0,-1 2 0,24 30-1,-33-37 151,-1-1-1,0 1 0,0 0 1,0 0-1,-1 0 0,0 1 1,-1-1-1,0 1 0,0 0 1,0-1-1,-2 1 0,1 0 1,-1 0-1,0 0 0,-1-1 1,0 1-1,0 0 0,-1 0 1,0-1-1,0 1 0,-1-1 1,-6 11-1,0 0 118,-1-1 1,-1 0-1,-1-1 0,0-1 0,-2 0 1,1 0-1,-2-1 0,-23 18 0,-49 48 602,87-81-718,0 0 0,0 0-1,0 0 1,-1 0 0,1 0 0,0 0 0,0 1 0,0-1 0,-1 0 0,1 0 0,0 0 0,0 0 0,0 0 0,0 1 0,-1-1-1,1 0 1,0 0 0,0 0 0,0 1 0,0-1 0,0 0 0,0 0 0,0 1 0,0-1 0,0 0 0,0 0 0,-1 0 0,1 1 0,0-1-1,0 0 1,0 0 0,0 1 0,1-1 0,-1 0 0,0 0 0,0 0 0,0 1 0,0-1 0,0 0 0,0 0 0,0 1 0,13 0-371,29-7-380,-33 5 549,116-28-4811,-34 7 8</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1.852"/>
    </inkml:context>
    <inkml:brush xml:id="br0">
      <inkml:brushProperty name="width" value="0.035" units="cm"/>
      <inkml:brushProperty name="height" value="0.035" units="cm"/>
    </inkml:brush>
  </inkml:definitions>
  <inkml:trace contextRef="#ctx0" brushRef="#br0">588 0 11237,'-14'71'2223,"4"-24"55,3 1 0,-4 75 0,11-83-1795,-1-1 1,-3 1-1,-14 67 1,12-86-696,0 0 0,-2-1 0,0 0 0,-1-1 1,-1 1-1,-1-2 0,-1 0 0,-20 25 0,1-10-1271,-1-1-1,-2-2 0,0-1 1,-2-2-1,-2-1 0,-66 34 1,-8-3-5469</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6.219"/>
    </inkml:context>
    <inkml:brush xml:id="br0">
      <inkml:brushProperty name="width" value="0.035" units="cm"/>
      <inkml:brushProperty name="height" value="0.035" units="cm"/>
    </inkml:brush>
  </inkml:definitions>
  <inkml:trace contextRef="#ctx0" brushRef="#br0">91 24 6025,'-21'-1'6115,"-4"-9"-1374,-2-2-1199,26 12-3429,0 0 1,0 1-1,0-1 1,0 0 0,0 1-1,0-1 1,0 1-1,0-1 1,1 1 0,-1-1-1,0 1 1,0 0-1,0-1 1,1 1 0,-1 0-1,1 0 1,-1-1-1,0 1 1,1 0 0,-1 0-1,1 0 1,-1 1-1,103 15 2142,205 6-1,107-30-1636,-203-4-388,186-3-1941,-421 33-1353,10-14 1457,0-1-1,0-1 1,0 0-1,-18 0 1,8 0-2486,-6 2-4410</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6.917"/>
    </inkml:context>
    <inkml:brush xml:id="br0">
      <inkml:brushProperty name="width" value="0.035" units="cm"/>
      <inkml:brushProperty name="height" value="0.035" units="cm"/>
    </inkml:brush>
  </inkml:definitions>
  <inkml:trace contextRef="#ctx0" brushRef="#br0">1 0 5104,'0'0'16309,"1"2"-15452,2 7-193,0-1-1,0 1 1,-1 0-1,3 16 1,4 24 471,-8-40-1057,4 16 29,1-1-1,1 1 1,1-1-1,19 39 1,56 68-6503,-59-95 2606,-4-11-1750,5-4-3084</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7.758"/>
    </inkml:context>
    <inkml:brush xml:id="br0">
      <inkml:brushProperty name="width" value="0.035" units="cm"/>
      <inkml:brushProperty name="height" value="0.035" units="cm"/>
    </inkml:brush>
  </inkml:definitions>
  <inkml:trace contextRef="#ctx0" brushRef="#br0">429 49 5444,'-1'-11'2452,"-14"25"9176,15-16-12484,-1 0 821,1 0-1,-1 0 1,0 0-1,0 0 1,0 0-1,0 0 1,0 0-1,0 0 1,0 1-1,-3-3 1,3 2 164,0 0 1,-1 0 0,1 1-1,0-1 1,0 0-1,0 0 1,0 0-1,0 0 1,0 0-1,1 0 1,-1-4-1,-4 7-101,-3 1-8,3-1-31,1 0-1,-1 0 1,1 0-1,-1 0 1,1 1-1,0 0 1,-1 0-1,1 0 0,0 1 1,0-1-1,-4 5 1,-48 42 79,-61 58-81,98-86 52,1 0 0,1 1 0,-28 47-1,39-56-96,0 0 0,1 0-1,0 1 1,1 0-1,0 0 1,2 0-1,-1 0 1,2 0 0,0 1-1,1 16 1,-9 20 378,11-36-105,-2-12 344,2 0-240,0 0-253,1 1-1,0-1 1,-1 1-1,1-1 1,0 0 0,1 0-1,-1 0 1,1 0-1,-1-1 1,1 1-1,0-1 1,0 0-1,0 0 1,0 0 0,0-1-1,0 1 1,0-1-1,6 1 1,-7-1-59,45 11 153,1-2-1,0-2 1,0-2 0,54-1-1,-7 1-87,211 8-758,-141-8-2156,-3 4-5533,-114-5 416</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9.203"/>
    </inkml:context>
    <inkml:brush xml:id="br0">
      <inkml:brushProperty name="width" value="0.035" units="cm"/>
      <inkml:brushProperty name="height" value="0.035" units="cm"/>
    </inkml:brush>
  </inkml:definitions>
  <inkml:trace contextRef="#ctx0" brushRef="#br0">29 1 8849,'31'11'10531,"-30"5"-9528,-1-1 0,-1 1 0,-1-1 0,0 0 0,0 0 0,-2 0 0,-8 25 0,3-15-556,1 1 0,2 1 0,-5 39 0,8-43-265,2-19-101,2-2 17,-1-1-78,0 0 0,0 1 0,0-1 0,0 0-1,0 0 1,0 0 0,1 0 0,-1 0 0,0 0 0,1 0-1,-1 0 1,1-1 0,-1 1 0,1 0 0,-1 0-1,1 0 1,0 0 0,0 0 0,-1-1 0,1 1-1,0 0 1,0-1 0,0 1 0,-1-1 0,1 1 0,0-1-1,2 1 1,-1-1 12,1 0 0,0 0 0,0-1 0,-1 1 0,1-1 0,0 0 0,-1 0 0,1 0 0,-1 0 0,1 0 0,2-2 0,7-5 87,0-1 0,0 0 0,-1 0 0,0-1 0,-1-1 0,11-14 1,21-19 248,-37 39-339,11-12 145,1 2 0,1 0 0,0 1 0,0 0 0,35-17 0,-50 30-174,-1 0 1,1 0-1,-1 0 1,1 0-1,0 1 1,-1-1-1,1 1 1,0-1-1,0 1 1,-1 0-1,1 0 1,0 1-1,0-1 0,-1 0 1,1 1-1,0 0 1,-1 0-1,1-1 1,0 1-1,-1 1 1,1-1-1,-1 0 1,0 1-1,1-1 1,-1 1-1,0 0 0,0 0 1,0 0-1,0 0 1,0 0-1,-1 0 1,1 0-1,-1 0 1,3 5-1,4 8-10,-1 1-1,0-1 1,-1 1-1,6 24 1,-8-24-20,41 126-4536,-10-50-7357,-16-46-1305</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1.142"/>
    </inkml:context>
    <inkml:brush xml:id="br0">
      <inkml:brushProperty name="width" value="0.035" units="cm"/>
      <inkml:brushProperty name="height" value="0.035" units="cm"/>
    </inkml:brush>
  </inkml:definitions>
  <inkml:trace contextRef="#ctx0" brushRef="#br0">101 299 7829,'-4'12'752,"-1"1"212,4-1 3246,-1-11-2518,-27 18 4823,14-6-4795,7-9 1799,0-2-3445,-8 0 689,15-3-748,1 1 0,0 0 0,-1-1 0,1 1 0,-1 0 0,1-1 0,0 1-1,0 0 1,-1-1 0,1 1 0,0-1 0,0 1 0,-1-1 0,1 1 0,0-1 0,0 1 0,0 0 0,0-1 0,0 1 0,-1-1-1,1 1 1,0-1 0,0 1 0,0-1 0,0 1 0,1-1 0,-1 1 0,0-1 0,0 1 0,0-1 0,0 1 0,1-1 0,2-10 33,1 0 1,0 1-1,0 0 1,1 0 0,9-12-1,5-12-9,77-204 95,-92 226-153,-6 9 33,-12 18 75,-18 34 80,20-27-199,-10 19 96,3 1 0,-28 80 1,44-111-400,0-1 1,0 1-1,1 0 1,1-1 0,0 1-1,0 0 1,1 0-1,1 0 1,0 0 0,0 0-1,1 0 1,0-1-1,1 1 1,0 0 0,1-1-1,0 0 1,9 16-1,-11-23-93,1 0 0,-1 0-1,1 0 1,0 0 0,0-1-1,0 1 1,0-1 0,1 0-1,-1 0 1,1 0 0,-1 0-1,1 0 1,0-1 0,0 0-1,7 2 1,-2-1-722,0-1 1,0 0 0,0-1-1,0 0 1,12-1 0,16-6-5597</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1.263"/>
    </inkml:context>
    <inkml:brush xml:id="br0">
      <inkml:brushProperty name="width" value="0.035" units="cm"/>
      <inkml:brushProperty name="height" value="0.035" units="cm"/>
    </inkml:brush>
  </inkml:definitions>
  <inkml:trace contextRef="#ctx0" brushRef="#br0">1 29 10049,'6'-28'8681,"7"36"-8585,3 4-584,0-6-1064,-4-1-701,14 4-1927,12 5-3189</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1.512"/>
    </inkml:context>
    <inkml:brush xml:id="br0">
      <inkml:brushProperty name="width" value="0.035" units="cm"/>
      <inkml:brushProperty name="height" value="0.035" units="cm"/>
    </inkml:brush>
  </inkml:definitions>
  <inkml:trace contextRef="#ctx0" brushRef="#br0">1 10 10437,'0'-1'218,"1"0"-1,-1 0 1,1 1 0,-1-1 0,1 1 0,0-1-1,-1 0 1,1 1 0,0-1 0,0 1-1,-1-1 1,1 1 0,0 0 0,0-1-1,0 1 1,-1 0 0,1 0 0,0-1-1,0 1 1,0 0 0,0 0 0,0 0-1,0 0 1,0 0 0,-1 0 0,1 0 0,0 0-1,0 1 1,0-1 0,0 0 0,0 1-1,1-1 1,15 5 399,-17 14 238,0-18-794,0 0 0,0 0 0,0 0 1,0 0-1,0 0 0,1 0 0,-1 0 0,0 0 0,0 0 0,1 0 1,-1 0-1,1 0 0,-1 0 0,1 0 0,-1 0 0,1-1 0,0 1 0,-1 0 1,1 0-1,0-1 0,-1 1 0,1 0 0,0-1 0,1 1 0,0 0-82,0 0 0,1 0 0,-1 0 0,0-1 0,1 1 0,-1-1 0,1 0 0,-1 0-1,0 0 1,4 0 0,8-1-763,-1-2-1,28-6 0,-26 4 356,85-15-6810,-38 12-146</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1.637"/>
    </inkml:context>
    <inkml:brush xml:id="br0">
      <inkml:brushProperty name="width" value="0.035" units="cm"/>
      <inkml:brushProperty name="height" value="0.035" units="cm"/>
    </inkml:brush>
  </inkml:definitions>
  <inkml:trace contextRef="#ctx0" brushRef="#br0">248 0 9629,'-31'6'2496,"-1"2"-288,16 4-99,0-1-245,0-2-72,0-1-144,0 12-284,-15 12-268,15-9-288,13-12-480,-7 15-700,4 0-456,-4-1-912,1 4-932,-4-6-3193,7 0-5016</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2.538"/>
    </inkml:context>
    <inkml:brush xml:id="br0">
      <inkml:brushProperty name="width" value="0.035" units="cm"/>
      <inkml:brushProperty name="height" value="0.035" units="cm"/>
    </inkml:brush>
  </inkml:definitions>
  <inkml:trace contextRef="#ctx0" brushRef="#br0">1 61 9161,'0'-2'707,"0"0"-1,1 1 1,-1-1 0,1 1-1,-1-1 1,1 1 0,0-1-1,0 1 1,-1-1 0,1 1-1,0 0 1,0 0 0,0-1-1,1 1 1,-1 0 0,0 0-1,0 0 1,1 0 0,-1 0 0,2-1-1,19-7 5817,-10 7-8927,163-7 42,-40 1-5511,-13 5-7028</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3.049"/>
    </inkml:context>
    <inkml:brush xml:id="br0">
      <inkml:brushProperty name="width" value="0.035" units="cm"/>
      <inkml:brushProperty name="height" value="0.035" units="cm"/>
    </inkml:brush>
  </inkml:definitions>
  <inkml:trace contextRef="#ctx0" brushRef="#br0">70 36 6761,'29'-11'11411,"-32"8"-10212,0 0 0,0 1 1,0 0-1,-1-1 0,1 1 1,0 1-1,-1-1 0,0 0 0,-4-1 1,7 3-1118,-1-1 0,1 1 1,0 0-1,0 0 1,-1-1-1,1 1 0,0 0 1,0 0-1,-1 0 0,1 0 1,0 1-1,0-1 1,-1 0-1,1 0 0,0 1 1,0-1-1,0 1 0,-1-1 1,1 1-1,0-1 0,0 1 1,0 0-1,0 0 1,0-1-1,0 1 0,0 0 1,0 0-1,0 0 0,1 0 1,-1 0-1,0 0 0,1 0 1,-1 0-1,0 3 1,-2 3-385,1 1 0,0-1 0,1 0 0,-2 16 0,-2 9-4599,4-29 3964,0-1 0,0 1-1,0 0 1,0 0 0,0 0 0,1 0 0,0 0-1,-1 1 1,1 4 0,1-3-899,-1 21-10609</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4.076"/>
    </inkml:context>
    <inkml:brush xml:id="br0">
      <inkml:brushProperty name="width" value="0.035" units="cm"/>
      <inkml:brushProperty name="height" value="0.035" units="cm"/>
    </inkml:brush>
  </inkml:definitions>
  <inkml:trace contextRef="#ctx0" brushRef="#br0">76 497 7313,'-16'-8'9523,"18"6"-8469,9-13 82,1 1 0,0 1 0,25-20 0,-18 16-50,24-27-1,-20 12-489,-1-2 0,-3 0-1,0 0 1,-2-2 0,19-59 0,-10 12 394,-25 80-799,-19 11-14,8-2-113,0 1-1,0 1 1,1-1-1,0 2 1,1-1-1,0 1 1,0 0-1,1 1 1,0 0-1,-8 15 1,0 3 108,1 0 0,-19 57 0,29-72-150,0 0-1,2 0 1,-1 1-1,2-1 1,0 0-1,0 1 0,1-1 1,1 1-1,0-1 1,1 1-1,0-1 1,1 0-1,1 0 1,0 0-1,0-1 0,2 1 1,-1-1-1,2 0 1,-1-1-1,13 17 1,54 63-90,-50-66-80,-2 2-1,0 0 1,18 34-1,-38-58 134,1-1 1,-1 0-1,0 1 0,0 0 0,0-1 0,-1 1 1,1 0-1,-1-1 0,1 1 0,-1 0 0,0 0 1,0-1-1,0 1 0,0 0 0,0 0 0,-1-1 1,1 1-1,-1 0 0,0-1 0,-2 5 1,1-3 5,-1 0 0,1 0 0,-1-1 0,0 1 0,0-1 0,-1 0 0,1 0 0,-1 0 0,0 0 0,1-1 0,-7 4 0,-10 3-46,0-1 0,-1 0-1,1-2 1,-25 5 0,41-10 27,-43 11-267,-42 10-1433,80-21 1226,1 0 1,-1 0-1,1-1 1,-1 0-1,1 0 1,-1-1-1,1 0 1,-10-3-1,18 4 380,-1 0-1,1 0 0,-1 0 0,1 0 0,0 0 0,-1 0 0,1 0 0,-1 0 0,1-1 0,0 1 0,-1 0 0,1 0 0,0-1 0,-1 1 0,1 0 0,0 0 0,-1-1 0,1 1 0,0 0 0,0-1 0,-1 1 0,1 0 0,0-1 0,0 1 0,-1 0 1,1-1-1,0 1 0,0-1 0,5-12-6760,-5 13 6829,10-16-9743</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4.325"/>
    </inkml:context>
    <inkml:brush xml:id="br0">
      <inkml:brushProperty name="width" value="0.035" units="cm"/>
      <inkml:brushProperty name="height" value="0.035" units="cm"/>
    </inkml:brush>
  </inkml:definitions>
  <inkml:trace contextRef="#ctx0" brushRef="#br0">189 9 12885,'0'-1'372,"0"1"1,0 0-1,-1-1 0,1 1 0,0-1 0,0 1 0,0 0 1,-1-1-1,1 1 0,0-1 0,0 1 0,-1 0 0,1-1 1,0 1-1,-1 0 0,1 0 0,0-1 0,-1 1 0,1 0 1,-1 0-1,1-1 0,0 1 0,-1 0 0,1 0 0,-1 0 1,1 0-1,-1 0 0,1 0 0,-1 0 0,1 0 0,0 0 1,-1 0-1,1 0 0,-2 0 0,-12 14 4628,-15 39-5258,19-33 1736,-15 24-1625,2 0 0,2 2-1,-17 52 1,34-84-870,0 1 1,1-1-1,1 1 0,1 0 0,0 0 1,0 0-1,2 0 0,2 19 0,-2-29-257,0 1 0,-1-1 0,1 0 0,-1 1 0,0-1 0,-2 7 0,2-8 367,-3 22-8675</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4.838"/>
    </inkml:context>
    <inkml:brush xml:id="br0">
      <inkml:brushProperty name="width" value="0.035" units="cm"/>
      <inkml:brushProperty name="height" value="0.035" units="cm"/>
    </inkml:brush>
  </inkml:definitions>
  <inkml:trace contextRef="#ctx0" brushRef="#br0">75 193 11005,'11'10'2354,"-9"-8"-254,-5-3-245,1 0-1826,1 1 177,-1-1 1,1 1-1,0-1 0,-1 1 0,1-1 1,-1 1-1,1-1 0,-1 1 1,1 0-1,0 0 0,-1 0 0,1 0 1,-1 0-1,1 0 0,-1 0 0,1 1 1,-1-1-1,1 1 0,0-1 0,-1 1 1,1-1-1,0 1 0,-1-1 0,1 1 1,0 0-1,0 0 0,0 0 0,-1 0 1,0 2-1,-3 3 97,0 1 1,1 1 0,-1-1-1,2 1 1,-1-1 0,1 1-1,0 0 1,1 0 0,0 1-1,0-1 1,1 0 0,0 1-1,1-1 1,-1 1 0,2-1-1,-1 0 1,3 14 0,-2-17-288,1 1-1,-1-1 1,1 1 0,0-1 0,1 0-1,-1 0 1,1 0 0,0 0 0,0 0 0,1-1-1,-1 1 1,1-1 0,0 0 0,0 0-1,0 0 1,1-1 0,-1 0 0,1 1 0,0-2-1,0 1 1,0 0 0,0-1 0,1 0-1,-1 0 1,1-1 0,8 2 0,0-1-68,0-1-1,0 0 1,0-1 0,-1-1 0,1 0 0,21-5 0,-28 5 33,1-1 0,-1 0 0,1-1 1,-1 0-1,0 0 0,0 0 0,0-1 0,-1 0 0,1 0 0,-1-1 1,0 1-1,0-1 0,8-10 0,-12 11 17,0 0 0,0 0 1,0 0-1,0 0 0,-1 0 0,1-1 1,-1 1-1,0-1 0,-1 1 0,1-1 1,-1 1-1,0-1 0,0 1 0,0-1 0,-2-8 1,1 7-8,0-1 0,-1 1 1,0 0-1,0 1 0,0-1 1,0 0-1,-1 1 1,0-1-1,0 1 0,-1 0 1,-5-7-1,-7-2-10,0 1 0,-1 1 0,0 0 0,-1 1 1,-1 1-1,0 1 0,-25-9 0,4 1-109,6-1-265,31 17 186,19-13-546,-11 11 645,1 0-1,-1 1 1,1 0 0,-1 0 0,1 1-1,0-1 1,-1 1 0,1 0 0,0 1-1,0-1 1,0 1 0,0 0 0,11 2-1,7-1-152,50-3-354,0-3 0,0-3 0,83-20 0,-143 23 888,0 0 1,0-1-1,18-11 0,0 1 945,-36 21-851,0 0-1,1 0 0,0 1 1,0-1-1,1 1 1,-1 0-1,-2 9 0,2-6-69,-8 20 294,-182 430 3241,112-282-5266,16 2-3795,61-165 3070,1 0 0,-3 25 0,6-33 1326,1 4-4007,5-3 2838,-4-5 548,10 10-6048</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5.054"/>
    </inkml:context>
    <inkml:brush xml:id="br0">
      <inkml:brushProperty name="width" value="0.035" units="cm"/>
      <inkml:brushProperty name="height" value="0.035" units="cm"/>
    </inkml:brush>
  </inkml:definitions>
  <inkml:trace contextRef="#ctx0" brushRef="#br0">7 1 9073,'0'0'11005,"4"0"-9946,7 2-586,1 1 0,-1 0 0,1 0 0,-1 1 0,0 1 0,20 10 0,-27-13-416,0 1 0,-1-1-1,1 0 1,0 1 0,-1 0 0,1 0 0,-1 0 0,0 1 0,0-1 0,0 1-1,-1-1 1,1 1 0,-1 0 0,0 0 0,0 0 0,0 0 0,0 0 0,-1 1-1,0-1 1,0 1 0,1 7 0,-3-7-102,0 1 0,0-1 0,0 1 0,-1-1 0,0 0 0,0 0 0,-1 0 1,1 0-1,-1 0 0,0 0 0,0-1 0,-1 0 0,1 1 0,-1-1 0,0 0 0,0-1 0,0 1 0,-1-1 0,-5 4 0,-1 0-1148,0 0-1,-22 10 0,-18-1-8619</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5.334"/>
    </inkml:context>
    <inkml:brush xml:id="br0">
      <inkml:brushProperty name="width" value="0.035" units="cm"/>
      <inkml:brushProperty name="height" value="0.035" units="cm"/>
    </inkml:brush>
  </inkml:definitions>
  <inkml:trace contextRef="#ctx0" brushRef="#br0">0 123 7877,'16'-9'1823,"1"1"0,-1 0 1,1 1-1,25-6 0,21-8 1747,-59 19-3382,-1 1 1,0-1 0,0 0 0,0 0-1,0 0 1,0 0 0,0-1 0,0 1-1,-1-1 1,1 1 0,-1-1 0,1 0-1,-1 0 1,0 0 0,-1 0 0,3-5 0,-3 6 768,-4 0-875,0 1 1,0 0-1,0-1 0,0 2 1,0-1-1,0 0 0,-1 1 1,1-1-1,0 1 1,-1 0-1,1 0 0,0 0 1,0 1-1,-1-1 0,1 1 1,-5 1-1,3 0-8,-1 1 0,1-1 0,0 1 1,0 0-1,0 1 0,0-1 0,0 1 0,-6 7 0,2-2-13,1 1-1,1 0 1,0 0 0,0 1-1,1 0 1,0 0 0,1 0-1,-5 16 1,8-19-313,1 1 0,0-1 0,1 0 0,-1 1 0,2-1-1,-1 0 1,1 1 0,1-1 0,0 0 0,0 0 0,0 0 0,1 0 0,0 0 0,0-1 0,8 13 0,-9-16-162,1-1 1,-1 0-1,0 0 1,1 0-1,-1 0 1,1 0-1,0 0 1,5 3-1,17 7-6725,-6-5-2325</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5.600"/>
    </inkml:context>
    <inkml:brush xml:id="br0">
      <inkml:brushProperty name="width" value="0.035" units="cm"/>
      <inkml:brushProperty name="height" value="0.035" units="cm"/>
    </inkml:brush>
  </inkml:definitions>
  <inkml:trace contextRef="#ctx0" brushRef="#br0">737 32 8161,'3'-26'2504,"-3"21"3673,-3 5-5694,-1 0 0,1 0 1,-1 1-1,1-1 0,-1 1 1,1 0-1,-1 0 0,1 0 1,0 1-1,-1-1 0,1 1 1,0-1-1,0 1 0,0 0 1,-5 5-1,6-4-275,0-1 1,0 0-1,0 1 1,0 0-1,1 0 1,-1-1-1,1 1 1,0 0-1,-1 0 1,1 0-1,1 0 1,-1 0-1,0 1 1,1-1-1,0 0 1,-1 0-1,1 0 0,1 6 1,18 136 832,3 58 1038,-21-172-1857,-1-1 1,-1 0-1,-2 1 0,-12 52 0,2-41-589,-2 0 1,-2-2-1,-2 0 0,-1-1 1,-2 0-1,-2-2 1,-1-1-1,-2-1 0,-1-1 1,-41 36-1,46-47-682,-2-2 0,-1-1 0,0-1 0,-2-1 0,-29 14 0,23-16-2159,0-2 1,-40 12 0,-4-5-6627</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6.142"/>
    </inkml:context>
    <inkml:brush xml:id="br0">
      <inkml:brushProperty name="width" value="0.035" units="cm"/>
      <inkml:brushProperty name="height" value="0.035" units="cm"/>
    </inkml:brush>
  </inkml:definitions>
  <inkml:trace contextRef="#ctx0" brushRef="#br0">495 0 5997,'-16'18'6621,"12"-18"-6024,-30 2 495,31-2 964,-10 30 33,6-17-1423,-9 21 1311,-3-1 0,-33 48-1,-9 15 361,4 11-991,5 1-1,5 3 1,-34 119-1,72-200-1455,2 0 0,1 0 0,2 0 0,0 1-1,2 0 1,2-1 0,0 1 0,8 48 0,-4-59-24,1 0-1,0 0 1,2-1-1,0 0 1,1 0 0,1-1-1,1 0 1,0 0 0,1-1-1,1-1 1,1 0-1,0 0 1,29 25 0,-18-22-571,0-1-1,2-1 1,-1-1 0,2-2 0,0 0 0,36 11-1,7-1-4475,102 19-1,-27-14-6429</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6.889"/>
    </inkml:context>
    <inkml:brush xml:id="br0">
      <inkml:brushProperty name="width" value="0.035" units="cm"/>
      <inkml:brushProperty name="height" value="0.035" units="cm"/>
    </inkml:brush>
  </inkml:definitions>
  <inkml:trace contextRef="#ctx0" brushRef="#br0">241 161 5981,'-1'-3'325,"-1"0"0,0 1 0,-1-1 0,1 1 0,0-1 0,-1 1 0,1 0 0,-1 0 0,0 0 0,1 1 0,-1-1 0,0 1 0,0-1 0,-6-1 0,-15-9 2800,22 11-693,1 1-2307,0-1 1,0 1-1,0-1 1,1 1-1,-1-1 1,0 1-1,1-1 1,-1 1-1,0-1 1,1 1-1,-1-1 1,1 0-1,-1 1 1,1-1-1,-1 0 1,1 0-1,-1 1 1,1-1-1,0 0 1,-1 0-1,1 0 1,0 1-1,0-1 1,0 0-1,0 0 0,0-1 1,-3-23 1873,3 22-1893,0 0 1,1 0-1,-1 0 0,1 0 0,0 0 1,0 0-1,0 0 0,0 0 0,1 0 1,-1 0-1,1 0 0,-1 1 1,1-1-1,0 1 0,0-1 0,1 1 1,-1 0-1,0-1 0,1 1 0,-1 1 1,1-1-1,0 0 0,-1 1 1,1-1-1,0 1 0,0 0 0,0 0 1,0 0-1,0 0 0,0 0 0,0 1 1,5-1-1,-3 1-28,0 0 1,0 1-1,0-1 0,0 1 1,0 0-1,0 0 1,0 1-1,0 0 0,9 4 1,-9-4-5,-3-1-58,0 0 0,0 0 0,-1 1 0,1-1 0,0 0 0,-1 1 0,1-1 0,-1 1 0,1-1 0,-1 1 0,0 0 0,1 0 0,-1 0 0,0 0 1,1 3-1,8 29 124,-10-34-138,2 12 21,-1 1 0,0-1 0,-1 1 0,-1-1 0,0 1 0,0-1 0,-1 0 0,-1 1 0,0-1 1,-1 0-1,0-1 0,-1 1 0,0-1 0,0 0 0,-10 13 0,-11 16-14,-3-1 0,-50 54 0,72-86-11,-130 125 67,135-129-58,5 0-71,0-1 0,1 1 0,-1-1 0,1 1-1,0-1 1,-1 0 0,1-1 0,0 1 0,5 1 0,7 0-142,0-1 0,0-1 0,0-1 0,0 0 0,20-3 0,-8 2-151,170-14-3361,-113 8-78,0 1-3642,-63 6 578</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7.030"/>
    </inkml:context>
    <inkml:brush xml:id="br0">
      <inkml:brushProperty name="width" value="0.035" units="cm"/>
      <inkml:brushProperty name="height" value="0.035" units="cm"/>
    </inkml:brush>
  </inkml:definitions>
  <inkml:trace contextRef="#ctx0" brushRef="#br0">39 40 6553,'-38'12'3928,"47"-24"-2436,4 4 808,-19-10-4068,2 4-1880</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5.654"/>
    </inkml:context>
    <inkml:brush xml:id="br0">
      <inkml:brushProperty name="width" value="0.035" units="cm"/>
      <inkml:brushProperty name="height" value="0.035" units="cm"/>
    </inkml:brush>
  </inkml:definitions>
  <inkml:trace contextRef="#ctx0" brushRef="#br0">1 152 5308,'19'-9'1181,"0"0"-233,3-5-160,0 3-132,4-1-52,21-5-208,1 8-92,3-2-180,12 5-216,7-5-396,3-1-512,3-5-1540,7 3-665</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5.854"/>
    </inkml:context>
    <inkml:brush xml:id="br0">
      <inkml:brushProperty name="width" value="0.035" units="cm"/>
      <inkml:brushProperty name="height" value="0.035" units="cm"/>
    </inkml:brush>
  </inkml:definitions>
  <inkml:trace contextRef="#ctx0" brushRef="#br0">23 60 5328,'-22'-20'3837,"31"9"-4121,-2-4-420,5 10-1648,4-4-489</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6.024"/>
    </inkml:context>
    <inkml:brush xml:id="br0">
      <inkml:brushProperty name="width" value="0.035" units="cm"/>
      <inkml:brushProperty name="height" value="0.035" units="cm"/>
    </inkml:brush>
  </inkml:definitions>
  <inkml:trace contextRef="#ctx0" brushRef="#br0">1 34 4844,'117'-22'1245,"-69"16"-337,-7 6-368,-19 0-784,10-3-1873,3 0-75</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3.094"/>
    </inkml:context>
    <inkml:brush xml:id="br0">
      <inkml:brushProperty name="width" value="0.035" units="cm"/>
      <inkml:brushProperty name="height" value="0.035" units="cm"/>
    </inkml:brush>
  </inkml:definitions>
  <inkml:trace contextRef="#ctx0" brushRef="#br0">1 111 5697,'10'-4'2434,"12"-8"13877,-17 9-14957,1 0-4589,-5 2 3263,23-23-3,-8 9 4,-14 14-25,18-27-289,-12 12-243,-6 13-3406</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4.135"/>
    </inkml:context>
    <inkml:brush xml:id="br0">
      <inkml:brushProperty name="width" value="0.035" units="cm"/>
      <inkml:brushProperty name="height" value="0.035" units="cm"/>
    </inkml:brush>
  </inkml:definitions>
  <inkml:trace contextRef="#ctx0" brushRef="#br0">83 35 5493,'22'-26'4396,"-41"23"-4348,3 0-176,-9 0-1148,3 3-1196,0 6-605</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4.350"/>
    </inkml:context>
    <inkml:brush xml:id="br0">
      <inkml:brushProperty name="width" value="0.035" units="cm"/>
      <inkml:brushProperty name="height" value="0.035" units="cm"/>
    </inkml:brush>
  </inkml:definitions>
  <inkml:trace contextRef="#ctx0" brushRef="#br0">118 69 3348,'-92'-69'-996,"66"72"288</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5.427"/>
    </inkml:context>
    <inkml:brush xml:id="br0">
      <inkml:brushProperty name="width" value="0.035" units="cm"/>
      <inkml:brushProperty name="height" value="0.035" units="cm"/>
    </inkml:brush>
  </inkml:definitions>
  <inkml:trace contextRef="#ctx0" brushRef="#br0">1 72 3020,'0'0'888,"19"-9"-208,-3 1 489,-10-4-669,4-2 1268,-4 0-1440,0-1-104,-31 18-5817</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09.472"/>
    </inkml:context>
    <inkml:brush xml:id="br0">
      <inkml:brushProperty name="width" value="0.035" units="cm"/>
      <inkml:brushProperty name="height" value="0.035" units="cm"/>
    </inkml:brush>
  </inkml:definitions>
  <inkml:trace contextRef="#ctx0" brushRef="#br0">0 96 26337,'8062'0'0</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13.410"/>
    </inkml:context>
    <inkml:brush xml:id="br0">
      <inkml:brushProperty name="width" value="0.035" units="cm"/>
      <inkml:brushProperty name="height" value="0.035" units="cm"/>
    </inkml:brush>
  </inkml:definitions>
  <inkml:trace contextRef="#ctx0" brushRef="#br0">18 3859 3528,'0'0'3999,"-10"-9"-3285,2 2 833,13 5 2413,8-1-1155,-5-4-3779,0-3 1328,-1-1-1,0 1 1,5-14-1,-5 10-84,0 1 0,13-17 0,6-8 142,-21 30-381,1-1 0,0 1 0,0 0-1,1 0 1,-1 1 0,2-1 0,-1 2-1,15-11 1,81-48 50,115-94 1,39-40 230,63-23 761,-282 198-919,227-158 622,-215 147-744,159-100 442,71-67 282,-78 63-549,251-128 0,-227 137-115,275-206 1,-146 67 302,-90 90-104,16 24-83,45-44 471,-129 70-58,41-31-372,-90 57-166,41-31-11,-107 74-61,24-21 53,-80 58-20,-24 21 48,0 0-138,0 1 0,0 0 0,0-1-1,0 1 1,0 0 0,0 0 0,0 0-1,0 1 1,0-1 0,0 0 0,1 1 0,1-1-1,-3 3-77,-1 0-1,1 0 0,-1 0 0,0 0 1,0 0-1,1 0 0,-2 0 1,1 0-1,0 0 0,0 0 1,-1 0-1,1 0 0,-1 0 0,1 0 1,-1 0-1,0 0 0,0 0 1,0 0-1,0-1 0,0 1 1,-2 2-1,-2 2-981,-1-1 0,0 0 0,0 0 0,-10 6 0,-15 11-4683,11 0-2124</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19.824"/>
    </inkml:context>
    <inkml:brush xml:id="br0">
      <inkml:brushProperty name="width" value="0.035" units="cm"/>
      <inkml:brushProperty name="height" value="0.035" units="cm"/>
      <inkml:brushProperty name="color" value="#008C3A"/>
    </inkml:brush>
  </inkml:definitions>
  <inkml:trace contextRef="#ctx0" brushRef="#br0">1 264 4208,'0'0'3537,"0"-3"-2964,1-1-77,0 1-1,0 0 1,0 0-1,0 0 1,1 0-1,-1 0 1,1 0 0,0 0-1,-1 0 1,1 0-1,3-2 1,-1 1-237,0 0 0,1 1 0,-1-1 0,1 1 0,-1 0 1,7-3-1,8-2-730,0 1 0,38-9 0,-20 6 674,410-113-7659,-434 119 7028,97-22-3573</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0.102"/>
    </inkml:context>
    <inkml:brush xml:id="br0">
      <inkml:brushProperty name="width" value="0.035" units="cm"/>
      <inkml:brushProperty name="height" value="0.035" units="cm"/>
      <inkml:brushProperty name="color" value="#008C3A"/>
    </inkml:brush>
  </inkml:definitions>
  <inkml:trace contextRef="#ctx0" brushRef="#br0">1 126 5444,'0'0'9253,"2"-2"-8728,5-3-438,0-1 0,1 2 0,-1-1-1,1 1 1,0 0 0,1 1 0,11-4 0,68-15-1322,-83 21 1124,103-17-1844,44-11-3644,-96 13 1566</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0.267"/>
    </inkml:context>
    <inkml:brush xml:id="br0">
      <inkml:brushProperty name="width" value="0.035" units="cm"/>
      <inkml:brushProperty name="height" value="0.035" units="cm"/>
      <inkml:brushProperty name="color" value="#008C3A"/>
    </inkml:brush>
  </inkml:definitions>
  <inkml:trace contextRef="#ctx0" brushRef="#br0">29 98 4932,'-28'6'8697,"41"-15"-8609,12-8-324,7 3-276,3 5-144,12 0-268,7 1 92,7-6-712,5 2-1096,14 1-749</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0.687"/>
    </inkml:context>
    <inkml:brush xml:id="br0">
      <inkml:brushProperty name="width" value="0.035" units="cm"/>
      <inkml:brushProperty name="height" value="0.035" units="cm"/>
      <inkml:brushProperty name="color" value="#008C3A"/>
    </inkml:brush>
  </inkml:definitions>
  <inkml:trace contextRef="#ctx0" brushRef="#br0">87 512 5380,'-48'-19'4111,"45"18"-2281,0 0-1576,-17-1-91,8-1 293,38-5-206,313-73-332,-252 62-232,121-18-794,-128 26 207,1-4 1,91-30 0,-146 35 656,0 2 0,0 1 0,1 1 0,49-4 0,-72 10 1496,-24 6-393,12-3 86,18-12-432,2 1-385,1 0 1,0 2 0,0-1-1,1 2 1,0-1 0,14-2-1,-13 3-42,97-24 333,219-29 0,-193 38-249,115-12-395,-137 18-886,-67 2-1089,-22 3-536,-4 7-590</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1.623"/>
    </inkml:context>
    <inkml:brush xml:id="br0">
      <inkml:brushProperty name="width" value="0.035" units="cm"/>
      <inkml:brushProperty name="height" value="0.035" units="cm"/>
      <inkml:brushProperty name="color" value="#008C3A"/>
    </inkml:brush>
  </inkml:definitions>
  <inkml:trace contextRef="#ctx0" brushRef="#br0">0 904 6089,'54'-83'1316,"-35"48"-140,0 4-204,7-6-212,2-9-184,10-2-116,16-10-148,4-7-132,8-7-356,4-2-152,9 3-132,1-4-208,-4 1-464,3 5-1528,1 4-773</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1.840"/>
    </inkml:context>
    <inkml:brush xml:id="br0">
      <inkml:brushProperty name="width" value="0.035" units="cm"/>
      <inkml:brushProperty name="height" value="0.035" units="cm"/>
      <inkml:brushProperty name="color" value="#008C3A"/>
    </inkml:brush>
  </inkml:definitions>
  <inkml:trace contextRef="#ctx0" brushRef="#br0">31 455 6681,'-21'6'-212,"12"-4"3708,15-9 765,7-8-2719,14-17-460,-17 18-815,1 1 0,17-15 0,246-191-4457,-162 128-1298,-55 47 499</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1.978"/>
    </inkml:context>
    <inkml:brush xml:id="br0">
      <inkml:brushProperty name="width" value="0.035" units="cm"/>
      <inkml:brushProperty name="height" value="0.035" units="cm"/>
      <inkml:brushProperty name="color" value="#008C3A"/>
    </inkml:brush>
  </inkml:definitions>
  <inkml:trace contextRef="#ctx0" brushRef="#br0">30 552 5857,'-16'-26'1224,"9"6"-188,1 0-64,6 0-224,3 3-48,3-6-156,7-12-100,9 4-96,4-3-84,9-3-88,12-6-264,4-3-244,9 9-204,1-6-228,-10 0-492,-1 3-1488,1 3-865</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2.228"/>
    </inkml:context>
    <inkml:brush xml:id="br0">
      <inkml:brushProperty name="width" value="0.035" units="cm"/>
      <inkml:brushProperty name="height" value="0.035" units="cm"/>
      <inkml:brushProperty name="color" value="#008C3A"/>
    </inkml:brush>
  </inkml:definitions>
  <inkml:trace contextRef="#ctx0" brushRef="#br0">1 766 3404,'12'-18'1054,"0"-1"0,12-27-1,20-33 158,-14 29-1298,-13 25-118,-13 20 141,0 0-1,-1 0 1,0 0-1,0-1 1,0 1 0,0-1-1,-1 0 1,2-5 0,-3 8 91,0 0 0,0 0 0,0 0 1,0 0-1,1 0 0,-1 1 0,1-1 1,0 1-1,2-4 0,13-20 375,-3-4-62,3 0 0,38-54 0,53-49-1182,-46 59-852,-31 39 79,-2 3 151</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2.460"/>
    </inkml:context>
    <inkml:brush xml:id="br0">
      <inkml:brushProperty name="width" value="0.035" units="cm"/>
      <inkml:brushProperty name="height" value="0.035" units="cm"/>
      <inkml:brushProperty name="color" value="#008C3A"/>
    </inkml:brush>
  </inkml:definitions>
  <inkml:trace contextRef="#ctx0" brushRef="#br0">17 647 5124,'-13'-5'726,"10"4"2080,3-2-2401,2-4-274,0-1 1,1 1-1,0 0 0,0 0 1,0 0-1,1 1 0,0-1 1,6-8-1,47-48 266,-27 31-195,9-6-144,1 2-1,47-33 0,-63 50-105,186-135-642,-194 143 692,-12 9 7,-1 0 0,0-1 1,1 1-1,-1-1 0,0 1 1,-1-1-1,1 0 1,0 0-1,-1 0 0,0-1 1,1 1-1,-1-1 0,-1 1 1,1-1-1,0 1 1,0-6-1,-1 6-59,0 0-1,0 0 1,0 0 0,0 0-1,0 0 1,0 0 0,1 0-1,0 0 1,-1 0 0,1 0-1,0 1 1,0-1 0,1 1-1,-1 0 1,0-1 0,1 1-1,4-3 1,-3 3-450,0 0 0,0-1-1,0 0 1,-1 0 0,1 0 0,4-5 0,2-4-2546</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3.243"/>
    </inkml:context>
    <inkml:brush xml:id="br0">
      <inkml:brushProperty name="width" value="0.035" units="cm"/>
      <inkml:brushProperty name="height" value="0.035" units="cm"/>
      <inkml:brushProperty name="color" value="#008C3A"/>
    </inkml:brush>
  </inkml:definitions>
  <inkml:trace contextRef="#ctx0" brushRef="#br0">24 392 5208,'-16'23'1487,"13"-18"1486,-1-17 0,4 11-2872,0 0-1,0 0 1,0 0 0,0 1-1,0-1 1,0 0-1,0 0 1,0 0 0,1 1-1,-1-1 1,0 0-1,0 0 1,1 1 0,-1-1-1,1 0 1,-1 0-1,1 1 1,-1-1 0,1 0-1,-1 1 1,1-1-1,-1 1 1,1-1 0,0 0-1,28-18 1449,39-11-277,-64 28-1211,94-34 766,141-32 0,105-2-2125,-174 38 164,202-36-2463,-123 27-1640,-96 18-205</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3.459"/>
    </inkml:context>
    <inkml:brush xml:id="br0">
      <inkml:brushProperty name="width" value="0.035" units="cm"/>
      <inkml:brushProperty name="height" value="0.035" units="cm"/>
      <inkml:brushProperty name="color" value="#008C3A"/>
    </inkml:brush>
  </inkml:definitions>
  <inkml:trace contextRef="#ctx0" brushRef="#br0">26 326 4940,'-21'0'1649,"16"0"3586,28-11-3549,58-24-1083,2 4-1,150-36 1,182-12-2836,212-14-5538,-549 83 5441</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3.815"/>
    </inkml:context>
    <inkml:brush xml:id="br0">
      <inkml:brushProperty name="width" value="0.035" units="cm"/>
      <inkml:brushProperty name="height" value="0.035" units="cm"/>
      <inkml:brushProperty name="color" value="#008C3A"/>
    </inkml:brush>
  </inkml:definitions>
  <inkml:trace contextRef="#ctx0" brushRef="#br0">198 400 6569,'-100'48'3241,"26"-25"-833,73-23-2339,-1 0-1,1 1 0,-1-1 1,1 1-1,0-1 0,-1 1 1,1 0-1,0-1 0,-1 1 1,1 0-1,0 0 0,0 0 1,0 0-1,0 0 0,0 0 1,0 0-1,-1 2 0,1-2-56,1-1 0,0 0-1,0 0 1,0 0-1,0 1 1,0-1 0,0 0-1,0 0 1,0 0-1,0 1 1,0-1 0,0 0-1,0 0 1,0 0-1,0 1 1,0-1 0,1 0-1,-1 0 1,0 0 0,0 0-1,0 1 1,0-1-1,0 0 1,0 0 0,0 0-1,1 0 1,-1 1-1,0-1 1,0 0 0,0 0-1,0 0 1,0 0 0,1 0-1,-1 0 1,0 0-1,0 1 1,1-1 0,16 0 285,144-45 489,-48 11-615,4 4-147,554-127-1395,-625 148 1020,1 2-1,0 2 0,0 3 1,76 4-1,-77-1 254,1-1 1,0-3-1,-1-2 0,56-13 0,-29 6 387,-22 4-13,190-27 494,-218 32-746,0-2 0,0 0 0,41-16 1,63-37 59,-122 56-73,67-28-1172,-69 28-173</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4.605"/>
    </inkml:context>
    <inkml:brush xml:id="br0">
      <inkml:brushProperty name="width" value="0.035" units="cm"/>
      <inkml:brushProperty name="height" value="0.035" units="cm"/>
      <inkml:brushProperty name="color" value="#008C3A"/>
    </inkml:brush>
  </inkml:definitions>
  <inkml:trace contextRef="#ctx0" brushRef="#br0">0 255 8021,'0'0'6576,"13"-8"-5444,0 2-303,-1-8-113,1 2-148,9-2-140,26-6-220,-10 0-328,7 0-580,12-9-416,9 4-325,4-4-447,0 0-1944,13 1-2565</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4.917"/>
    </inkml:context>
    <inkml:brush xml:id="br0">
      <inkml:brushProperty name="width" value="0.035" units="cm"/>
      <inkml:brushProperty name="height" value="0.035" units="cm"/>
      <inkml:brushProperty name="color" value="#008C3A"/>
    </inkml:brush>
  </inkml:definitions>
  <inkml:trace contextRef="#ctx0" brushRef="#br0">0 978 5220,'67'-40'1777,"88"-39"-1,60-3-2100,-80 34-147,-13 3 492,-24 9 1782,174-88 1,-172 64-321,92-49-1081,-70 52-1166,168-53 0,-232 93 1803,-20 6 338,57-25-1,77-33-3695,-54 32-3255,-59 20 696</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37.357"/>
    </inkml:context>
    <inkml:brush xml:id="br0">
      <inkml:brushProperty name="width" value="0.035" units="cm"/>
      <inkml:brushProperty name="height" value="0.035" units="cm"/>
      <inkml:brushProperty name="color" value="#008C3A"/>
    </inkml:brush>
  </inkml:definitions>
  <inkml:trace contextRef="#ctx0" brushRef="#br0">2370 16 4340,'-28'-6'721,"0"2"0,0 1 0,-38 1 0,-27 4-186,1 5 0,0 4 0,1 3 0,1 5 0,0 3 0,-171 69 0,159-46-336,1 5 0,3 5 0,2 3 0,3 5 0,-119 104 0,-69 106 45,221-205-41,3 3 0,-66 107 0,93-128-62,3 1 0,2 2 0,2 0-1,-26 97 1,38-107-65,3 0 0,2 1-1,1 0 1,2 1 0,3-1-1,9 86 1,-3-89-44,2-1 0,2 0 1,2 0-1,1-1 0,2 0 0,2-2 0,2 1 1,36 55-1,-24-51-46,2 0 0,2-2 0,1-2 0,2-1-1,2-2 1,51 36 0,-20-25-24,2-3 0,2-3 1,1-3-1,2-4 0,2-3 0,0-4 0,2-3 0,115 16 0,-93-24 46,1-4 1,0-5-1,1-5 0,170-19 0,-210 8 63,-1-2-1,0-3 0,-1-3 0,-1-3 0,-1-2 1,-1-3-1,-1-3 0,83-54 0,-77 37-60,-2-3-1,-3-3 1,-2-3-1,-2-2 1,-3-2 0,81-116-1,-69 77-170,-5-1 0,79-177 0,-121 231 97,-2-1 0,-2-1 1,-2 0-1,-3-1 0,-1 0 1,-2 0-1,-3-1 0,-1 0 1,-5-53-1,-2 67 41,-2 0 1,-1 0-1,-1 1 1,-2 0-1,-2 0 0,0 2 1,-3-1-1,0 1 1,-33-47-1,20 40 0,-2 1 0,-1 2 0,-2 1 0,-2 1 0,-1 2 0,-62-42 0,24 26-17,-3 3-1,-1 4 1,-2 3 0,-2 4-1,-1 3 1,-107-24-1,73 29-137,0 5-1,-2 5 0,0 6 1,-131 4-1,147 11-562,-192 32-1,221-21-1221,-106 38-1,58-2-1799</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8.003"/>
    </inkml:context>
    <inkml:brush xml:id="br0">
      <inkml:brushProperty name="width" value="0.035" units="cm"/>
      <inkml:brushProperty name="height" value="0.035" units="cm"/>
      <inkml:brushProperty name="color" value="#008C3A"/>
    </inkml:brush>
  </inkml:definitions>
  <inkml:trace contextRef="#ctx0" brushRef="#br0">1 532 4544,'0'0'1079,"0"-3"-281,0 0-667,1 1 0,-1 0 0,1-1 1,0 1-1,-1-1 0,1 1 0,0 0 1,0 0-1,0-1 0,1 1 1,-1 0-1,1 0 0,-1 0 0,1 0 1,0 1-1,-1-1 0,5-3 0,0 2 108,-1 0 0,1 1 0,1-1 0,-1 1 0,0 0 0,11-1 0,118-19 1043,218-8 1,-230 24-1087,995-16 930,-820 38-1041,309 3-119,-426-21 27,396-16 73,107 7-57,-144 7 13,-207-13-46,432 0-38,-343 31-1,172 3 106,-150-13-194,-107-2-131,-64-2 155,98 3 53,-166-4 41,-29-1 109,196-4-108,475-49 43,-296 17 4,146-11 506,281 9 174,41 0-773,-630 22 52,-181 13 92,-25 4-33,-88 2 31,103-12 0,-144 8 219,-50 2-69,15-4 342,35-11 1178,-51 15-1471,7-6 92,20-22 133,-29 27-428,6-14-1,1 3-53,-7 11 45,-1-1-802,0 2 23,1-20 596,1 12-7672</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8.875"/>
    </inkml:context>
    <inkml:brush xml:id="br0">
      <inkml:brushProperty name="width" value="0.035" units="cm"/>
      <inkml:brushProperty name="height" value="0.035" units="cm"/>
      <inkml:brushProperty name="color" value="#008C3A"/>
    </inkml:brush>
  </inkml:definitions>
  <inkml:trace contextRef="#ctx0" brushRef="#br0">11 106 8873,'0'0'3530,"-7"-11"-2001,6 8-1388,1 1 1,-1-1-1,0 1 0,1-1 1,0 1-1,-1-1 0,1 1 1,0-1-1,1 1 0,-1-1 0,0 0 1,1 1-1,-1-1 0,1 1 1,0 0-1,-1-1 0,1 1 1,0 0-1,1-1 0,-1 1 1,0 0-1,1 0 0,-1 0 1,1 0-1,2-2 0,-3 2 713,0 0-2479,-1 1 1480,0 0-1,1 0 0,-1 0 1,0 0-1,1 0 0,-1 0 0,1 0 1,0 0-1,-1 0 0,1 0 1,0 0-1,1 0 0,4-7-1960,-5 3-2142</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9.450"/>
    </inkml:context>
    <inkml:brush xml:id="br0">
      <inkml:brushProperty name="width" value="0.035" units="cm"/>
      <inkml:brushProperty name="height" value="0.035" units="cm"/>
      <inkml:brushProperty name="color" value="#008C3A"/>
    </inkml:brush>
  </inkml:definitions>
  <inkml:trace contextRef="#ctx0" brushRef="#br0">3 0 7821,'0'0'1130,"0"3"-36,-1 0-687,0 0 0,1 0 0,-1-1 1,1 1-1,0 0 0,0 0 0,0 0 0,1 0 0,-1 0 0,1 0 1,-1 0-1,1 0 0,0 0 0,0-1 0,0 1 0,1 0 0,3 5 6437,-3-9-6202,21-7 359,-19 5-5310,-8-14-13851</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03.391"/>
    </inkml:context>
    <inkml:brush xml:id="br0">
      <inkml:brushProperty name="width" value="0.035" units="cm"/>
      <inkml:brushProperty name="height" value="0.035" units="cm"/>
      <inkml:brushProperty name="color" value="#008C3A"/>
    </inkml:brush>
  </inkml:definitions>
  <inkml:trace contextRef="#ctx0" brushRef="#br0">0 21 4100,'0'0'4841,"1"-2"-4727,0 0 0,1 0 0,-1 1-1,0-1 1,1 0 0,-1 1-1,1-1 1,-1 1 0,1 0-1,0-1 1,2 0 0,10 3 134,0 2 1,0 0-1,0 0 1,-1 1-1,1 1 1,-1 0 0,16 9-1,-7-4 167,43 13-1,10-7-164,0-3-1,134 5 1,154-20-62,-324 1-163,346 5-23,-290-1 0,178 8-22,-117-8 65,40 3-33,176 34 25,190-11-33,-210-5 0,-244-13 10,276 11 818,-9-3-493,-16 6-380,-114-8 31,-11 0 36,-17 0 36,-87-10-15,226 0 22,13-6-41,-294 1-3,87 4-13,196 2 52,-306-8 93,1-3 0,56-10 0,-72 6 204,-33 7-255,-1-1 19,28-8-23,-27 8-67,9-4 27,-6 2-37,12 0 0,19-1 1,-6 1-28,0 2-1,-1 1 1,35 4-1,-63-3 91,1-1-96,65 3 52,-66-3-66,29-9 42,47-3-68,-75 11 24,6 0 39,-1 0 1,1-1 0,-1-1 0,13-4-1,-19 5-51,14 2 9,0-1 19,0-1 0,0-1 0,23-7 0,-34 9 16,0 0 1,0 0-1,1 0 0,-1 1 1,0 0-1,7 0 1,13 0 27,38-8 328,-61 8-150,15-3-132,40 0 111,-23 8-54,-32-4 596,16-1-617,35-5 175,-51 4 25,31-5 44,60-22 68,-92 28-340,30-12-97,-3 9 20,-26 3 24,0 1-139,-1-1 583,17 5-2292,-18-3-715,-14 0 496,-5-1-2389</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22.728"/>
    </inkml:context>
    <inkml:brush xml:id="br0">
      <inkml:brushProperty name="width" value="0.035" units="cm"/>
      <inkml:brushProperty name="height" value="0.035" units="cm"/>
      <inkml:brushProperty name="color" value="#008C3A"/>
    </inkml:brush>
  </inkml:definitions>
  <inkml:trace contextRef="#ctx0" brushRef="#br0">83 80 4948,'-13'-32'2896,"21"18"-1251,-8 14-1547,1-1-1,-1 1 1,1-1 0,-1 1-1,0-1 1,1 0 0,-1 1-1,0-1 1,1 0 0,-1 1-1,0-1 1,0 0 0,1 1-1,-1-1 1,0 0 0,0 0-1,0 1 1,0-1 0,0 0-1,0 1 1,0-1 0,0 0-1,0 0 1,-1 1 0,1-1-1,0 0 1,0 1 0,-1-1-1,1 0 1,0 1 0,-1-1-1,1 0 1,-1 0 0,1 0-76,-1 1 1,1-1-1,0 0 1,-1 1-1,1-1 0,-1 1 1,1-1-1,-1 0 1,1 1-1,-1-1 0,0 1 1,1-1-1,-1 1 1,0 0-1,1-1 1,-1 1-1,0 0 0,1-1 1,-1 1-1,0 0 1,0 0-1,1 0 0,-1 0 1,0 0-1,0-1 1,1 1-1,-1 1 1,0-1-1,-1 0 0,-22 10-3333,11-3 627,-9 3-1819</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24.050"/>
    </inkml:context>
    <inkml:brush xml:id="br0">
      <inkml:brushProperty name="width" value="0.035" units="cm"/>
      <inkml:brushProperty name="height" value="0.035" units="cm"/>
      <inkml:brushProperty name="color" value="#008C3A"/>
    </inkml:brush>
  </inkml:definitions>
  <inkml:trace contextRef="#ctx0" brushRef="#br0">114 81 9753,'-3'-6'269,"-14"-17"896,17 23-1105,-1-1-1,0 1 1,1-1-1,-1 1 1,1 0-1,-1-1 0,0 1 1,1 0-1,-1-1 1,1 1-1,-1 0 1,0 0-1,0 0 1,1-1-1,-1 1 0,0 0 1,1 0-1,-1 0 1,0 0-1,1 0 1,-1 0-1,0 1 0,0-1 1,1 0-1,-1 0 1,0 0-1,1 1 1,-6 2 7142,3-4-6977,-10 0-197,-24-6-1616,36 7 1307,0 0 0,0-1 0,1 1 0,-1-1 1,0 1-1,0-1 0,0 1 0,0-1 0,0 1 0,1-1 1,-1 0-1,0 0 0,1 1 0,-1-1 0,0 0 0,1 0 1,-1 0-1,1 0 0,-1 0 0,1 0 0,0 0 0,-1 0 1,1 0-1,0 0 0,0 0 0,0 0 0,-1 0 0,1 0 1,0 0-1,1-1 0,1-15-6748</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47.058"/>
    </inkml:context>
    <inkml:brush xml:id="br0">
      <inkml:brushProperty name="width" value="0.035" units="cm"/>
      <inkml:brushProperty name="height" value="0.035" units="cm"/>
      <inkml:brushProperty name="color" value="#008C3A"/>
    </inkml:brush>
  </inkml:definitions>
  <inkml:trace contextRef="#ctx0" brushRef="#br0">33 0 4292,'-27'8'984,"22"-7"5588,27-2-6580,0 1 31,0 1 0,0 1 0,32 8 0,21 1-73,458 72-33,-321-43-175,-111-22 58,182 27-102,-58-24 399,-47-6-115,-146-12 45,142 20-116,122 35-83,-121-35 152,-35-6-73,228 28-157,-238-25 159,790 92-477,1-24-70,-718-82 253,-192-6 369,189-11-427,281-11 257,-319-4 355,-48 5-70,71-19-106,-77 18 43,-63 11-23,103-22 146,-121 23-171,-25 9 2,1 0-12,3-1 18,30-15-98,-23 10 81,0 0-1,1 1 1,0 1 0,0 0 0,1 1-1,0 0 1,15-1 0,-18 2-54,53-10 105,79-19-940,-139 30 482,0 1-1,0-1 1,0-1 0,0 1 0,8-6-1,3-3-1405</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49.300"/>
    </inkml:context>
    <inkml:brush xml:id="br0">
      <inkml:brushProperty name="width" value="0.035" units="cm"/>
      <inkml:brushProperty name="height" value="0.035" units="cm"/>
      <inkml:brushProperty name="color" value="#008C3A"/>
    </inkml:brush>
  </inkml:definitions>
  <inkml:trace contextRef="#ctx0" brushRef="#br0">0 15 3700,'0'0'3262,"4"0"-2947,124-11 629,0 8-583,219 23 0,185 37-136,-378-42-214,342 22 193,80 8-81,-162 6-435,451 83-734,-480-87 1045,-369-45 13,273 13 290,145 16-208,-100-5-168,-232-23 23,129-13 0,-201 8 91,-1-3-1,0 0 1,0-2 0,0-1 0,-1-1 0,39-18-1,-42 12 11,-18 11-34,0 0 1,0 0-1,1 0 0,14-4 0,18-4 3,1 1 0,1 2 0,-1 2 0,79-2 0,66 20-251,0 1-854,-91-15 694,-92 3 439,0-1-3,15-3-10,0 1 1,0 1-1,0 1 1,0 0-1,1 1 0,23 3 1,-22-1 127,0-2-1,1 0 1,-1-1 0,1-2 0,38-8 0,8-1 261,-43 6-184,1-1 0,-1-1 0,0-1 0,42-24 0,-53 26-207,8-4 2,1 1 1,0 0 0,0 2 0,0 0 0,41-7 0,-6 5-75,-31 4-615,-1 2 0,32-2-1,-54 5-1680,7-6-673</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1.300"/>
    </inkml:context>
    <inkml:brush xml:id="br0">
      <inkml:brushProperty name="width" value="0.035" units="cm"/>
      <inkml:brushProperty name="height" value="0.035" units="cm"/>
      <inkml:brushProperty name="color" value="#008C3A"/>
    </inkml:brush>
  </inkml:definitions>
  <inkml:trace contextRef="#ctx0" brushRef="#br0">994 0 4328,'0'0'6262,"0"3"-6224,-4 18 5,1 0-1,1 35 0,2-35-55,-1 1-1,-1-1 1,-5 24-1,-18 43 63,-3 0 0,-57 119 0,-101 155-468,157-308 344,-145 236-437,16-30 36,105-166 318,-133 270-1099,147-278-1544,27-49 635</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3.076"/>
    </inkml:context>
    <inkml:brush xml:id="br0">
      <inkml:brushProperty name="width" value="0.035" units="cm"/>
      <inkml:brushProperty name="height" value="0.035" units="cm"/>
      <inkml:brushProperty name="color" value="#008C3A"/>
    </inkml:brush>
  </inkml:definitions>
  <inkml:trace contextRef="#ctx0" brushRef="#br0">0 265 3044,'25'-10'743,"0"1"1,28-7-1,49-10-44,1 4 1,193-14-1,-14 33-551,93-6-130,-14-47 6,-90 9-53,109 24-196,2 30 283,-293-5-19,303 6 39,-211-6-112,278-9-98,80-12-339,-326 19 390,-39 4 107,99 0-166,-91-3 43,20 0 74,-91-5-223,124 14 0,72-2 64,-273-8 200,153-8 88,72 21-333,-42-1-221,-160-12 354,-16-1 27,0 2 0,48 8 0,-77-9 8,-1 1 0,0-1-1,15-2 1,21 1-104,104 13-648,-61-8-462,-83-4 1002,13 0-457</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3.998"/>
    </inkml:context>
    <inkml:brush xml:id="br0">
      <inkml:brushProperty name="width" value="0.035" units="cm"/>
      <inkml:brushProperty name="height" value="0.035" units="cm"/>
      <inkml:brushProperty name="color" value="#008C3A"/>
    </inkml:brush>
  </inkml:definitions>
  <inkml:trace contextRef="#ctx0" brushRef="#br0">134 1 2956,'0'0'3545,"-2"2"-3551,-11 19 6,12-18-16,0 1-247,0 1 214,-1 0 0,1-1 0,-1 1-1,0-1 1,0 0 0,-1 0 0,1 1 0,-4 3 0,-7 13-185,8-11 113,1 0 70,-1-1 1,0 0 0,-12 16-1,15-23 278,-1 8-190,4-9-66,-1 0 1,0-1-1,0 1 0,0 0 1,0 0-1,0 0 1,0 0-1,-1 0 1,1-1-1,0 1 1,0 0-1,-1 0 0,1 0 1,0 0-1,-1-1 1,1 1-1,-1 0 1,1 0-1,-1-1 0,1 1 1,-1-1-1,-1 2 1,-29 5-1831,28-6 946</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3.252"/>
    </inkml:context>
    <inkml:brush xml:id="br0">
      <inkml:brushProperty name="width" value="0.035" units="cm"/>
      <inkml:brushProperty name="height" value="0.035" units="cm"/>
      <inkml:brushProperty name="color" value="#008C3A"/>
    </inkml:brush>
  </inkml:definitions>
  <inkml:trace contextRef="#ctx0" brushRef="#br0">35 7 5368,'13'-6'3333,"-26"12"-4085,0-1-208,1 4-1081,2-1 77</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4.306"/>
    </inkml:context>
    <inkml:brush xml:id="br0">
      <inkml:brushProperty name="width" value="0.035" units="cm"/>
      <inkml:brushProperty name="height" value="0.035" units="cm"/>
      <inkml:brushProperty name="color" value="#008C3A"/>
    </inkml:brush>
  </inkml:definitions>
  <inkml:trace contextRef="#ctx0" brushRef="#br0">118 0 5697,'-24'10'1308,"20"-8"3105,-15-5-3271,16 3-1035,0-1 0,1 1 0,-1 1 0,0-1 0,1 0-1,-1 0 1,0 1 0,1 0 0,-1-1 0,1 1 0,-1 0-1,1 0 1,0 0 0,-1 1 0,1-1 0,-3 3 0,3-3 317,-2 2 184,3-2-381,0 0-114,0 0 0,0 0 0,0 0 0,0 0 0,0-1 0,0 1 0,-1 0 0,1 0 0,0-1 0,0 1 0,-1-1 0,-1 1 0,26 13 1318,0-11-1124,1-2 0,-1 0 0,40-4 0,-1-1-37,1258 7 1618,-493 5-1937,376-22-822,-2 0-1560,-1012 9 1469,78 2-1669,-262 3 2305,-1 0 0,0 1-1,0 0 1,1 0 0,-1 0 0,7 3 0,-4 5-1534,-7-9 1759,0 1 0,-1-1-1,1 1 1,0-1 0,0 1 0,-1 0 0,1-1 0,-1 1-1,1-1 1,0 0 0,-1 1 0,1-1 0,-1 1 0,1-1-1,-1 0 1,1 1 0,-1-1 0,1 0 0,-1 1 0,0-1-1,1 0 1,-1 0 0,-26 13-5423</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4.770"/>
    </inkml:context>
    <inkml:brush xml:id="br0">
      <inkml:brushProperty name="width" value="0.035" units="cm"/>
      <inkml:brushProperty name="height" value="0.035" units="cm"/>
      <inkml:brushProperty name="color" value="#008C3A"/>
    </inkml:brush>
  </inkml:definitions>
  <inkml:trace contextRef="#ctx0" brushRef="#br0">27 220 7357,'-1'-1'193,"0"1"0,1-1 0,-1 1 0,0-1 0,0 1 0,0-1 0,0 1 0,0 0 0,0-1 0,1 1 1,-1 0-1,0 0 0,0 0 0,0 0 0,0 0 0,0 0 0,0 0 0,0 0 0,0 0 0,0 0 0,0 0 0,-2 1 0,0 3 1680,16-1-830,-1-2-617,0-2-1,0 1 1,1-2 0,19-4 0,2 0 24,1149-98 2955,-606 65-3147,1409-27-52,-1155 107-337,-795-38 73,-13-2-5,1 0 0,-1 2 0,1 1-1,-1 1 1,-1 1 0,41 16-1,-62-21 5,0-1 1,1 0-1,-1 1 0,0-1 1,0 1-1,1 0 0,-1-1 0,0 1 1,0 0-1,0 0 0,0 0 1,0 0-1,0 0 0,0 0 0,0 0 1,-1 0-1,1 0 0,0 0 1,0 0-1,-1 0 0,1 1 0,-1-1 1,1 0-1,-1 0 0,0 1 1,1-1-1,-1 0 0,0 1 0,0 1 1,-1-1-107,0 0 0,-1 0 0,1-1 1,-1 1-1,1-1 0,-1 0 0,0 1 0,1-1 1,-1 0-1,0 0 0,0 0 0,0 0 1,0 0-1,0 0 0,0-1 0,0 1 0,0 0 1,0-1-1,0 0 0,-2 1 0,-37 3-2330,16-5-1406,-4 1-2026</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5.688"/>
    </inkml:context>
    <inkml:brush xml:id="br0">
      <inkml:brushProperty name="width" value="0.035" units="cm"/>
      <inkml:brushProperty name="height" value="0.035" units="cm"/>
      <inkml:brushProperty name="color" value="#008C3A"/>
    </inkml:brush>
  </inkml:definitions>
  <inkml:trace contextRef="#ctx0" brushRef="#br0">740 39 5368,'-48'-39'4875,"46"40"-4775,1-1-1,0 0 1,-1 1 0,1-1 0,0 1-1,0-1 1,-1 1 0,1 0 0,0-1-1,0 1 1,0 0 0,0 0 0,0 0-1,0 0 1,0 0 0,-1 2 0,0-1 138,-4 3 12,1 1 1,0 0-1,0 1 0,1-1 0,-1 1 0,2 0 1,-1 0-1,-5 14 0,-16 68 1371,7-20-775,-145 385 1190,-38-14-4309,55-152-4355,77-140-419</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6.279"/>
    </inkml:context>
    <inkml:brush xml:id="br0">
      <inkml:brushProperty name="width" value="0.035" units="cm"/>
      <inkml:brushProperty name="height" value="0.035" units="cm"/>
      <inkml:brushProperty name="color" value="#008C3A"/>
    </inkml:brush>
  </inkml:definitions>
  <inkml:trace contextRef="#ctx0" brushRef="#br0">13 135 4844,'-12'-29'5882,"12"26"-5494,0-28 251,0 28-111,0 0-329,0 1-187,0 0 0,1 0 0,-1 0-1,1 0 1,-1 0 0,1-1 0,0 1 0,0 0 0,0 0 0,0 0 0,0 1 0,0-1 0,0 0 0,1 0 0,-1 1 0,1-1-1,-1 1 1,1-1 0,0 1 0,0-1 0,-1 1 0,1 0 0,0 0 0,0 0 0,0 0 0,0 0 0,0 1 0,1-1 0,-1 1-1,0-1 1,0 1 0,4-1 0,44-7-238,1 3 0,92 1 0,-90 3-28,2326 35-3513,-1895-21 939,-212-5 466</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42.977"/>
    </inkml:context>
    <inkml:brush xml:id="br0">
      <inkml:brushProperty name="width" value="0.035" units="cm"/>
      <inkml:brushProperty name="height" value="0.035" units="cm"/>
      <inkml:brushProperty name="color" value="#008C3A"/>
    </inkml:brush>
  </inkml:definitions>
  <inkml:trace contextRef="#ctx0" brushRef="#br0">45 100 4184,'7'3'463,"6"2"-16,-5-4 2601,-10-10-1896,-1-8-433,-1 11 5290,2 6-6009,0 0-1,1 0 1,-1 1-1,0-1 1,0 0-1,0 0 1,0 1-1,0-1 1,1 1-1,-1 0 1,0 0-1,1-1 1,-1 1-1,0 0 0,1 0 1,-1 1-1,1-1 1,-2 2-1,-14 28-180,12-18 211,3-11 2,-1 12-69,1 3 1136,12-18-1099,0-2 0,-1 1 0,1-1 0,-1-1 0,1 0 0,15-8 0,53-40-2075,6-3-3559,-22 23-628</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44.199"/>
    </inkml:context>
    <inkml:brush xml:id="br0">
      <inkml:brushProperty name="width" value="0.035" units="cm"/>
      <inkml:brushProperty name="height" value="0.035" units="cm"/>
      <inkml:brushProperty name="color" value="#008C3A"/>
    </inkml:brush>
  </inkml:definitions>
  <inkml:trace contextRef="#ctx0" brushRef="#br0">19 66 3880,'0'0'10255,"-3"2"-10086,1 0 1,0 0-1,0 0 1,0 0-1,1 0 1,-1 1-1,0-1 1,-1 4-1,4-2-43,-1-1-1,1 1 1,0 0-1,0-1 1,0 0-1,1 1 1,-1-1-1,1 0 1,0 1-1,0-1 1,0 0-1,0 0 1,0-1-1,4 5 1,-4-6 245,1-2-115,35-10 284,49-9 0,-50 12-2170,71-23 0,-1-13-5275,-42 17 804</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1:44.838"/>
    </inkml:context>
    <inkml:brush xml:id="br0">
      <inkml:brushProperty name="width" value="0.035" units="cm"/>
      <inkml:brushProperty name="height" value="0.035" units="cm"/>
    </inkml:brush>
  </inkml:definitions>
  <inkml:trace contextRef="#ctx0" brushRef="#br0">219 0 29593,'0'9245'0</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1:47.236"/>
    </inkml:context>
    <inkml:brush xml:id="br0">
      <inkml:brushProperty name="width" value="0.035" units="cm"/>
      <inkml:brushProperty name="height" value="0.035" units="cm"/>
    </inkml:brush>
  </inkml:definitions>
  <inkml:trace contextRef="#ctx0" brushRef="#br0">0 261 27699,'14051'0'0</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1:50.007"/>
    </inkml:context>
    <inkml:brush xml:id="br0">
      <inkml:brushProperty name="width" value="0.035" units="cm"/>
      <inkml:brushProperty name="height" value="0.035" units="cm"/>
    </inkml:brush>
  </inkml:definitions>
  <inkml:trace contextRef="#ctx0" brushRef="#br0">204 1 10773,'-4'2'-929,"-7"7"6344,11-8-5079,0 1-1,0-1 0,1 0 1,-1 0-1,0 0 1,0 0-1,1 0 1,-1 0-1,0 1 0,1-1 1,-1 0-1,1 0 1,0 0-1,1 1 1,12 21 92,2-1 1,1 0 0,0-1 0,2-1 0,0-1 0,2 0-1,0-2 1,31 20 0,-5-7-208,2-4 0,1-1 0,58 20 0,-103-43-214,139 58 124,-124-50-108,0 1 0,-1 0 0,0 2-1,31 26 1,-43-32-19,0 0-1,-1 0 0,0 1 0,-1-1 0,1 1 1,-1 1-1,-1-1 0,0 1 0,0-1 1,-1 1-1,0 0 0,2 10 0,-2-4 4,-2-1-1,0 0 1,0 0-1,-1 0 1,-1 1-1,0-1 1,-5 19-1,-2 0 16,-2-1 0,-2-1 0,0 0 0,-2 0 0,-2-1 0,-20 31 0,1-6 37,-3-1 1,-1-2-1,-91 92 1,92-110-294,-2-2 1,-1-1 0,-1-2 0,-75 37-1,69-43-1682,-1-3 0,-68 19-1,46-18-4128,-2 5-3782</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1:51.124"/>
    </inkml:context>
    <inkml:brush xml:id="br0">
      <inkml:brushProperty name="width" value="0.035" units="cm"/>
      <inkml:brushProperty name="height" value="0.035" units="cm"/>
    </inkml:brush>
  </inkml:definitions>
  <inkml:trace contextRef="#ctx0" brushRef="#br0">1300 147 4204,'9'3'377,"7"2"1436,-15-6-1765,-1 1 0,1 0 0,-1 0 0,1-1 0,-1 1 0,0 0 1,1-1-1,-1 1 0,1 0 0,-1-1 0,0 1 0,1-1 0,-1 1 0,0-1 0,0 1 0,1-1 0,-1 1 0,0-1 0,0 1 0,0-1 0,1 1 1,-1-1-1,0 1 0,0-1 0,0 1 0,0-1 0,0 1 0,0-2 0,0 0 25,0 0 0,1 1 0,-1-1 0,1 0 0,0 0 0,0 1 0,-1-1 0,1 0 0,0 1 0,0-1 0,1 1 0,-1-1 0,0 1 0,0 0 0,1-1 0,2-1 0,30-17 714,-5 3-91,-24 13-389,0 1 0,1 0 0,-1 0 0,1 0-1,9-2 1,-10 4-27,1-1 0,-1 0 0,0-1-1,0 1 1,0-1 0,0 0 0,0 0 0,0-1 0,4-4-1,17-12 2291,-23 18-1397,-13 5-433,-5 1-618,-366 132 994,303-102-999,1 4 0,-128 84 0,-186 183-1813,148-85-2924,166-142 13,14-4-2709</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1:51.293"/>
    </inkml:context>
    <inkml:brush xml:id="br0">
      <inkml:brushProperty name="width" value="0.035" units="cm"/>
      <inkml:brushProperty name="height" value="0.035" units="cm"/>
    </inkml:brush>
  </inkml:definitions>
  <inkml:trace contextRef="#ctx0" brushRef="#br0">235 7 12109,'-20'-6'6069,"10"27"-5205,-17 45 348,7-17-784,-3 11-128,-1 6-524,4 19-604,-7 11-928,0 6-1089,4 16-1607,10 9-3441</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05.220"/>
    </inkml:context>
    <inkml:brush xml:id="br0">
      <inkml:brushProperty name="width" value="0.05" units="cm"/>
      <inkml:brushProperty name="height" value="0.05" units="cm"/>
      <inkml:brushProperty name="color" value="#E71224"/>
    </inkml:brush>
  </inkml:definitions>
  <inkml:trace contextRef="#ctx0" brushRef="#br0">1 6873 24276,'11764'-6873'0</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09.233"/>
    </inkml:context>
    <inkml:brush xml:id="br0">
      <inkml:brushProperty name="width" value="0.05" units="cm"/>
      <inkml:brushProperty name="height" value="0.05" units="cm"/>
      <inkml:brushProperty name="color" value="#E71224"/>
    </inkml:brush>
  </inkml:definitions>
  <inkml:trace contextRef="#ctx0" brushRef="#br0">57 1 4512,'-28'12'1159,"22"-9"3000,-12 21-2015,17-21-2017,0 1 1,0-1-1,1 0 0,-1 0 1,1 1-1,0-1 0,0 0 1,0 0-1,0 1 0,0-1 1,1 0-1,-1 0 1,3 7-1,0-4 110,0 0 1,0 0-1,1 0 1,0-1-1,0 1 1,9 8-1,0-2 15,1 0-1,0 0 1,0-1-1,1-1 1,1-1-1,0 0 1,0-1-1,23 8 1,19 4 166,67 14-1,192 27 129,-168-34-396,-135-25-137,5 1 14,0 1 0,-1 0 1,1 2-1,22 9 1,-37-13-17,0 0-1,-1 0 1,1 0 0,0 1 0,-1-1 0,1 1-1,-1 0 1,0 0 0,0 0 0,0 0 0,0 1-1,-1-1 1,1 1 0,-1-1 0,0 1 0,0 0-1,0 0 1,-1 0 0,1 0 0,-1 0 0,0 1-1,0-1 1,0 0 0,-1 6 0,0 6 52,-1 1 0,-1-1 0,0 1 1,-2-1-1,1 0 0,-13 30 0,-45 89 123,60-134-183,-184 320 333,87-158-238,41-70-43,-42 79-1062,92-160-376,0-1-1,0 1 0,-1-1 1,-16 17-1</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38.681"/>
    </inkml:context>
    <inkml:brush xml:id="br0">
      <inkml:brushProperty name="width" value="0.035" units="cm"/>
      <inkml:brushProperty name="height" value="0.035" units="cm"/>
      <inkml:brushProperty name="color" value="#008C3A"/>
    </inkml:brush>
  </inkml:definitions>
  <inkml:trace contextRef="#ctx0" brushRef="#br0">34 28 13281,'-1'-2'389,"-1"0"0,1 0 0,-1 0-1,1 0 1,-1 0 0,1 0 0,-1 1 0,0-1-1,0 1 1,0-1 0,0 1 0,0 0-1,0 0 1,-8-3 7545,11 7-5569,1 2-2169,1-1 1,-1 1 0,1-1-1,-1 0 1,1 1 0,1-1-1,-1-1 1,0 1-1,1 0 1,0-1 0,8 6-1,56 32 1111,-50-31-1229,487 289-78,-332-195-2504,81 64-6966,-129-83 4320,-74-54-7509</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38.866"/>
    </inkml:context>
    <inkml:brush xml:id="br0">
      <inkml:brushProperty name="width" value="0.035" units="cm"/>
      <inkml:brushProperty name="height" value="0.035" units="cm"/>
      <inkml:brushProperty name="color" value="#008C3A"/>
    </inkml:brush>
  </inkml:definitions>
  <inkml:trace contextRef="#ctx0" brushRef="#br0">671 1 18366,'-18'0'1634,"0"1"0,0 1 0,1 1-1,-24 6 1,30-6-941,1 1-1,0 0 1,0 0-1,0 1 0,1 0 1,-1 1-1,1 0 1,-15 13-1,9-4-692,1 1 0,0 1 0,1 0 0,1 1 0,-18 36 0,-36 104 0,45-104 0,-80 263-156,25 7-1218,75-319 1337,-33 126-4060,-10 54-7143,30-90-1639</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39.150"/>
    </inkml:context>
    <inkml:brush xml:id="br0">
      <inkml:brushProperty name="width" value="0.035" units="cm"/>
      <inkml:brushProperty name="height" value="0.035" units="cm"/>
      <inkml:brushProperty name="color" value="#008C3A"/>
    </inkml:brush>
  </inkml:definitions>
  <inkml:trace contextRef="#ctx0" brushRef="#br0">5 1 10465,'0'0'5995,"-1"2"-3956,0 6-1072,-1 1-1,2-1 1,-1 0-1,1 1 1,2 12-1,2 3 829,14 47 0,0-1 4,9 85 193,17 76-919,-31-175-1896,3 0 0,25 57 0,37 47-4315,-18-56-5260,-25-52-1365</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39.354"/>
    </inkml:context>
    <inkml:brush xml:id="br0">
      <inkml:brushProperty name="width" value="0.035" units="cm"/>
      <inkml:brushProperty name="height" value="0.035" units="cm"/>
      <inkml:brushProperty name="color" value="#008C3A"/>
    </inkml:brush>
  </inkml:definitions>
  <inkml:trace contextRef="#ctx0" brushRef="#br0">88 634 17074,'-56'0'2183,"25"0"4722,34-12-2873,-2 8-3351,2-2-538,0 0 1,1 1-1,0-1 0,0 1 1,0 0-1,1 0 1,0 0-1,0 0 1,0 1-1,0 0 0,1 0 1,6-3-1,-2 0-115,45-28-28,2 2 0,77-31 0,-52 26 0,252-115-3743,-153 72 891,-31 17-2017,-48 26-1440,13 1-5701</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45.987"/>
    </inkml:context>
    <inkml:brush xml:id="br0">
      <inkml:brushProperty name="width" value="0.035" units="cm"/>
      <inkml:brushProperty name="height" value="0.035" units="cm"/>
      <inkml:brushProperty name="color" value="#008C3A"/>
    </inkml:brush>
  </inkml:definitions>
  <inkml:trace contextRef="#ctx0" brushRef="#br0">0 48 5104,'17'-24'1049,"0"18"-945,-4 0-416,10-6-2649</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46.438"/>
    </inkml:context>
    <inkml:brush xml:id="br0">
      <inkml:brushProperty name="width" value="0.035" units="cm"/>
      <inkml:brushProperty name="height" value="0.035" units="cm"/>
      <inkml:brushProperty name="color" value="#008C3A"/>
    </inkml:brush>
  </inkml:definitions>
  <inkml:trace contextRef="#ctx0" brushRef="#br0">1 40 3276,'3'-40'-292</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19.101"/>
    </inkml:context>
    <inkml:brush xml:id="br0">
      <inkml:brushProperty name="width" value="0.035" units="cm"/>
      <inkml:brushProperty name="height" value="0.035" units="cm"/>
      <inkml:brushProperty name="color" value="#008C3A"/>
    </inkml:brush>
  </inkml:definitions>
  <inkml:trace contextRef="#ctx0" brushRef="#br0">582 428 10097,'-1'-3'691,"0"0"1,0-1-1,0 1 1,0-1-1,0 1 1,1 0-1,-1-1 1,1 1-1,0-1 1,0 1-1,1-5 1,-2-13 1039,-25-87 5700,2-16-2377,20 102-4906,1 5-146,-1 0 0,-1 1 0,-9-24 0,5 25-2,8 14 0,0 1 0,0 0 0,-1-1 0,1 1 0,0 0 0,-1-1 0,1 1 0,-1 0 0,1 0 0,0 0 0,-1 0 0,1 0 0,0 1 0,-1-1 0,1 0 0,0 1 0,-1-1 0,-1 2 0,-23 11 0,8 1 0,1 1 0,1 0 0,0 1 0,1 1 0,1 0 0,-24 39 0,13-20 0,-17 25 0,2 1 0,4 1 0,-51 121 0,73-146 0,1 1 0,2 0 0,1 1 0,2 0 0,2 1 0,2 0 0,2-1 0,3 57 0,0-82 0,1-1 0,1 1 0,0-1 0,1 1 0,1-1 0,0 0 0,0-1 0,2 1 0,0-1 0,0 0 0,1-1 0,1 0 0,0 0 0,0-1 0,1 0 0,1 0 0,0-1 0,0-1 0,1 0 0,0 0 0,1-2 0,0 1 0,0-1 0,0-1 0,1-1 0,0 0 0,0 0 0,1-1 0,-1-1 0,1-1 0,-1 0 0,1-1 0,20 0 0,-10-3-57,1 0 1,0-1-1,-1-2 1,0-1-1,0-1 1,0-1-1,-1-1 1,0-1-1,-1-1 1,42-27-1,-37 19-29,-2-1 0,0-1 1,-2-2-1,0-1 0,-2 0 0,0-2 0,34-54 0,41-91 284,-64 126 685,-25 74-655,3 88-228,-9-72 0,2-1 0,3 1 0,1-1 0,14 45 0,-16-72 0,3 9 0,1 0 0,1 0 0,20 35 0,-27-55 0,0 0 0,0-1 0,0 1 0,0-1 0,1 0 0,0 0 0,0 0 0,1-1 0,-1 0 0,1 0 0,0 0 0,0-1 0,0 0 0,0 0 0,1 0 0,-1-1 0,1 0 0,0 0 0,8 1 0,-11-3 0,0 0 0,0 0 0,0 0 0,0 0 0,0-1 0,-1 1 0,1-1 0,0 0 0,0 0 0,0-1 0,-1 1 0,1-1 0,-1 0 0,1 0 0,-1 0 0,0 0 0,0 0 0,0-1 0,0 1 0,0-1 0,0 0 0,-1 0 0,1 0 0,-1 0 0,0-1 0,0 1 0,0-1 0,0 1 0,-1-1 0,1 0 0,0-6 0,3-5 0,-2 0 0,0 0 0,-1 0 0,0-1 0,-2 1 0,0 0 0,-1-17 0,-2 9 0,-1 1 1,-1 0-1,-1 0 1,-1 0-1,-1 1 1,0 0-1,-2 1 0,0 0 1,-2 0-1,0 1 1,-1 0-1,-26-28 1,18 25-46,-1 0 0,-1 2 0,-1 0 0,0 2 0,-1 1 0,-1 1 0,-1 1 0,-51-21 0,66 32-962,0 1-1,0-1 1,0 2 0,-26-3-1,-13 7-5678</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19.505"/>
    </inkml:context>
    <inkml:brush xml:id="br0">
      <inkml:brushProperty name="width" value="0.035" units="cm"/>
      <inkml:brushProperty name="height" value="0.035" units="cm"/>
      <inkml:brushProperty name="color" value="#008C3A"/>
    </inkml:brush>
  </inkml:definitions>
  <inkml:trace contextRef="#ctx0" brushRef="#br0">1 607 8689,'2'-2'417,"-1"0"0,1 0 0,0 0 0,-1 0 1,0 0-1,1 0 0,-1 0 0,0 0 0,0-1 0,0 1 0,1-4 1,8-15 1238,12-9-547,2 1-1,31-30 1,-33 37-884,-1 0 1,-2-1 0,0-1 0,24-40 0,-34 45-86,0 1 1,-1-1-1,0-1 1,-2 1 0,5-25-1,-9 35-18,-1-1 0,0 1 0,-1 0 0,0 0 0,0 0 0,-1-1 0,0 1 0,-1 0 0,0 0 0,0 0 0,-1 0 0,0 1 0,-8-16 0,10 22 569,-18 6 293,17-3-890,0 1 0,0-1 0,0 1 0,0 0 0,0-1 0,1 1 1,-1 0-1,0 0 0,1 1 0,0-1 0,-1 0 0,1 0 1,0 1-1,0-1 0,0 0 0,0 1 0,0 3 0,-11 49 720,11-48-665,-3 23 215,2 0 1,1 1-1,1-1 0,1 0 1,11 58-1,48 147 381,-43-177-586,6 21-20,3 11 8,16 96 1,-37-158-141,-2 0 1,-1 1-1,-1-1 0,-1 1 1,-2-1-1,-1 1 1,-12 50-1,11-65-104,-1 0 0,-1-1 0,0 1 0,-1-1 0,0-1 0,-17 22 0,20-28-253,0-1 1,0 0 0,-1 0-1,0 0 1,0-1 0,0 0-1,-1 0 1,1 0-1,-1 0 1,0-1 0,0 0-1,0 0 1,0-1 0,-1 0-1,1 0 1,-12 2 0,15-4-135,-1 0 0,1-1 0,-1 1 0,1-1 1,0 0-1,-1 0 0,1 0 0,0-1 0,0 1 1,-1-1-1,1 1 0,0-1 0,1 0 0,-1 0 1,0-1-1,1 1 0,-1 0 0,1-1 0,0 0 1,-1 1-1,1-1 0,1 0 0,-3-4 0,-10-24-8574</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19.834"/>
    </inkml:context>
    <inkml:brush xml:id="br0">
      <inkml:brushProperty name="width" value="0.035" units="cm"/>
      <inkml:brushProperty name="height" value="0.035" units="cm"/>
      <inkml:brushProperty name="color" value="#008C3A"/>
    </inkml:brush>
  </inkml:definitions>
  <inkml:trace contextRef="#ctx0" brushRef="#br0">365 67 12181,'-31'-51'3282,"30"50"-3044,0 0 0,0-1 0,0 1 0,-1 0 0,1 0 0,0 0 0,0 0 0,-1 0 0,1 1 0,-1-1 0,1 0 0,-1 1 0,1-1 0,-1 1 0,1-1-1,-1 1 1,1 0 0,-1-1 0,0 1 0,-2 0 0,0 0 569,0 0 1573,0 1-245,-2 2-1914,0 0 0,0 1 0,0-1 1,0 1-1,1 0 0,0 1 0,0-1 0,0 1 1,0 0-1,1 0 0,0 1 0,0-1 0,0 1 1,1 0-1,0 0 0,-5 12 0,-4 15 840,1 0 0,-8 38 1,16-58-1021,-20 81-93,-67 307-1170,71-294-15,-9 192-1,29-219-3854,5-28-2030,3 1-6698</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19.976"/>
    </inkml:context>
    <inkml:brush xml:id="br0">
      <inkml:brushProperty name="width" value="0.035" units="cm"/>
      <inkml:brushProperty name="height" value="0.035" units="cm"/>
      <inkml:brushProperty name="color" value="#008C3A"/>
    </inkml:brush>
  </inkml:definitions>
  <inkml:trace contextRef="#ctx0" brushRef="#br0">74 269 13881,'-34'-30'2336,"14"18"29,10 0-457,0-3 860,24-25-1716,6 16-1388,20-12-772,-7 3-1060,1 3-1256,9 9-1689,18 6-4064</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0.723"/>
    </inkml:context>
    <inkml:brush xml:id="br0">
      <inkml:brushProperty name="width" value="0.035" units="cm"/>
      <inkml:brushProperty name="height" value="0.035" units="cm"/>
      <inkml:brushProperty name="color" value="#008C3A"/>
    </inkml:brush>
  </inkml:definitions>
  <inkml:trace contextRef="#ctx0" brushRef="#br0">268 425 6541,'0'-7'367,"0"-1"0,0 0 0,1 0 1,1 0-1,-1 0 0,1 0 0,1 1 1,-1-1-1,1 1 0,1 0 0,-1 0 1,1 0-1,0 0 0,1 0 0,0 1 1,0 0-1,11-11 0,8-12 977,-1-1-1,-1-1 1,-2-1-1,-1-1 0,15-39 1,-31 64-767,0 0 1,0 0-1,-1 0 0,2-11 1,-4 17-467,0-2 833,-15 16 979,12-9-1824,0-1-1,1 1 1,-1 0-1,1 0 1,0 1-1,0-1 1,0 0-1,1 1 1,-1-1-1,1 1 1,0-1-1,-2 8 1,-75 371 4033,-74 361-3866,44-241-255,81-361-700,-13 225 1,39-339 69,1-1 1,1 1-1,10 48 1,-9-65 301,0-1 0,1 1 0,0-1 0,1 0 0,0 0 0,1 0 0,0 0 0,0-1 0,1 1 0,0-2 0,0 1 0,1 0 0,7 6 0,-11-12 124,0-1 0,-1 1 0,1-1 0,0 0 0,0 0 0,0 0 1,0 0-1,0 0 0,0-1 0,0 1 0,0-1 0,0 0 0,0 0 0,0 0 0,0 0 0,0 0 0,0-1 0,0 1 0,0-1 0,6-2 0,0 0-285,1-1-1,-1 0 1,-1-1 0,17-10-1,-17 9 178,0 1-1,-1-2 0,0 1 0,0-1 1,0 0-1,-1 0 0,0 0 0,6-13 1,-9 15 283,0 0 1,-1-1 0,0 0 0,0 1 0,-1-1-1,0 0 1,0 0 0,0 0 0,0 0 0,-1 0-1,0 0 1,-1 0 0,1 0 0,-1 0 0,-2-7-1,-2-5 326,0 1 0,-2 0-1,0 0 1,-1 1 0,0 0 0,-2 0-1,1 1 1,-2 0 0,0 1-1,-1 0 1,-18-16 0,0 1 267,2 3-175,0-2 0,2-1-1,-37-52 1,58 72-388,1 0-1,-1 0 1,2-1 0,-1 1 0,1-1 0,1 0-1,0 0 1,0 0 0,1 0 0,1 0 0,-1-1-1,1 1 1,1 0 0,0 0 0,1 0-1,0 0 1,0 0 0,1 0 0,5-13 0,1 3-112,0 1 0,1 0 0,1 0 0,1 1 0,1 0 1,0 1-1,1 1 0,17-16 0,24-17-136,1 3-1,3 2 1,1 3-1,2 2 1,1 3-1,2 4 1,99-37-1,-153 65 300,1 1 1,-1 0-1,0 1 0,1 0 0,-1 0 0,23 1 1,-31 1-49,0 0 0,0 0 0,0 0 1,0 1-1,-1-1 0,1 1 0,0 0 1,0 0-1,0 0 0,-1 0 0,1 1 1,0-1-1,-1 1 0,0-1 0,1 1 0,-1 0 1,0 0-1,0 0 0,0 0 0,0 0 1,0 1-1,0-1 0,-1 1 0,1-1 1,-1 1-1,1-1 0,-1 1 0,0 0 1,0 0-1,-1 0 0,1-1 0,0 6 0,2 19 24,-2 41 0,-1-42-526,5 52-1,12-32-818,-9-28 781,-7-15 262,-1-1-55,1-1 324,-1 0 0,1 0 1,-1 0-1,1 0 1,-1 0-1,1 0 1,0 0-1,0 0 0,-1-1 1,1 1-1,0 0 1,0 0-1,0-1 1,0 1-1,0 0 0,0-1 1,0 1-1,0-1 1,0 1-1,0-1 1,1 0-1,-1 1 0,0-1 1,0 0-1,2 0 1,1 0 103,-1-1 1,1 0-1,-1 0 1,0 0-1,1-1 1,-1 1-1,4-3 1,18-7 294,-16 6-146,1 1 1,-1-2-1,0 1 1,-1-1 0,10-8-1,3-2 242,9-9 157,-15 13-48,1-1 1,20-10-1,-31 19-403,1 1 1,1 0-1,-1 1 1,0-1-1,1 1 0,-1 1 1,1-1-1,-1 1 1,9-1-1,-13 2-129,1 0 0,-1 1-1,1-1 1,-1 0 0,0 1 0,1-1 0,-1 1 0,0 0-1,0 0 1,0 0 0,1 0 0,-1 0 0,0 1 0,0-1 0,-1 0-1,1 1 1,0 0 0,0-1 0,-1 1 0,1 0 0,-1 0-1,1 0 1,-1 0 0,0 0 0,0 0 0,0 0 0,0 0-1,0 1 1,0 1 0,14 50 731,-13-43-869,0 0 0,1 0 0,1-1 0,0 1 0,0-1 0,1 0 0,11 17 0,-9-17-510,3 4-470,0-1 1,21 20-1,-25-28-1036,0 0 0,1 0 0,0 0 0,13 6 0,20 6-7603</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1.002"/>
    </inkml:context>
    <inkml:brush xml:id="br0">
      <inkml:brushProperty name="width" value="0.035" units="cm"/>
      <inkml:brushProperty name="height" value="0.035" units="cm"/>
      <inkml:brushProperty name="color" value="#008C3A"/>
    </inkml:brush>
  </inkml:definitions>
  <inkml:trace contextRef="#ctx0" brushRef="#br0">98 106 13901,'-50'-55'2452,"30"49"245,-7 0 7496,34-9-9909,-1 0-396,14 12-692,-3-3-468,17 6-649,13 0-843,-24 0-388,11 9-2649,19 12-4916</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1.140"/>
    </inkml:context>
    <inkml:brush xml:id="br0">
      <inkml:brushProperty name="width" value="0.035" units="cm"/>
      <inkml:brushProperty name="height" value="0.035" units="cm"/>
      <inkml:brushProperty name="color" value="#008C3A"/>
    </inkml:brush>
  </inkml:definitions>
  <inkml:trace contextRef="#ctx0" brushRef="#br0">41 142 9793,'-3'42'2120,"-17"-29"-96,3-1 4605,44-9-5993,3 3-160,-3-24-248,23-16-592,-10 4-604,0-3-816,4-6-913,3 6-2011,10 3-3693</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1.714"/>
    </inkml:context>
    <inkml:brush xml:id="br0">
      <inkml:brushProperty name="width" value="0.035" units="cm"/>
      <inkml:brushProperty name="height" value="0.035" units="cm"/>
      <inkml:brushProperty name="color" value="#008C3A"/>
    </inkml:brush>
  </inkml:definitions>
  <inkml:trace contextRef="#ctx0" brushRef="#br0">91 84 16225,'-62'-50'3348,"50"35"-2282,8-3 9614,4 18-10581,6 17 1201,14 103-1284,-4 1 1,-1 198-1,-34 30 13,8-213-505,-4 46-5662,3-63-3057,0-21-4808</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1.963"/>
    </inkml:context>
    <inkml:brush xml:id="br0">
      <inkml:brushProperty name="width" value="0.035" units="cm"/>
      <inkml:brushProperty name="height" value="0.035" units="cm"/>
      <inkml:brushProperty name="color" value="#008C3A"/>
    </inkml:brush>
  </inkml:definitions>
  <inkml:trace contextRef="#ctx0" brushRef="#br0">41 661 20118,'-13'-5'1091,"-2"-1"266,2 5 2623,30-4 624,-6 0-3953,471-121 317,-385 105-970,680-127 2,-471 94 0,1306-213-1,-1603 266-8,213-20-814,-200 20 231,0 1 0,0 2 0,0 0 0,0 1 0,-1 1 0,1 2 0,38 14 0,-57-19 259,0 0-1,0 1 0,0-1 1,-1 1-1,1 0 0,-1 0 0,1 0 1,-1 0-1,1 0 0,-1 1 0,0-1 1,0 1-1,-1-1 0,3 5 1,5 25-8195,-7-11-2153</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2.381"/>
    </inkml:context>
    <inkml:brush xml:id="br0">
      <inkml:brushProperty name="width" value="0.035" units="cm"/>
      <inkml:brushProperty name="height" value="0.035" units="cm"/>
      <inkml:brushProperty name="color" value="#008C3A"/>
    </inkml:brush>
  </inkml:definitions>
  <inkml:trace contextRef="#ctx0" brushRef="#br0">33 291 15509,'-6'-9'491,"-16"-31"1696,21 37-2002,0 1-1,1-1 1,-1 1 0,1-1 0,-1 1-1,1-1 1,0 0 0,0 1-1,0-1 1,0 1 0,1-1 0,-1 0-1,1 1 1,-1-1 0,3-4 0,2-3 246,0 1-1,1-1 1,1 1 0,-1 1 0,1-1 0,1 1 0,0 0 0,0 1 0,0-1 0,1 2 0,0-1 0,0 1 0,1 1-1,12-6 1,10-3 860,1 1-1,0 2 0,42-8 0,-43 13-1290,0 1 0,1 1 0,-1 2 0,1 1 0,-1 2 0,55 8 0,-69-6 0,1 0 0,-1 1 0,0 1 0,0 1 0,-1 1 0,1 0 0,-1 2 0,-1 0 0,0 0 0,0 1 0,-1 1 0,27 25 0,-33-25 0,-1 0 0,0 0 0,-1 1 0,0 0 0,-1 1 0,0-1 0,-1 1 0,0 0 0,-1 0 0,0 1 0,-2-1 0,1 1 0,-2-1 0,1 1 0,-2 0 0,0 0 0,-3 20 0,-2 2 0,-1-1 0,-2 0 0,-1 0 0,-2 0 0,-24 50 0,-5-3 0,-60 93 0,-63 69 0,106-162 0,38-55 0,1 2 0,1 0 0,-21 49 0,38-77 0,-1 0 0,1 0 0,-1 1 0,1-1 0,0 0 0,-1 0 0,1 0 0,0 1 0,0-1 0,0 0 0,0 0 0,0 1 0,0-1 0,0 0 0,1 0 0,-1 1 0,0-1 0,1 0 0,-1 0 0,1 0 0,-1 0 0,1 0 0,0 0 0,-1 0 0,2 2 0,0-2 0,0 1 0,0-1 0,0 1 0,0-1 0,0 0 0,0 0 0,1 0 0,-1 0 0,0-1 0,1 1 0,-1 0 0,3-1 0,6 2 0,0-2 0,0 1 0,0-2 0,0 1 0,11-3 0,46-14-740,-2-3 1,-1-3-1,66-32 0,-81 33 29,169-74-4946,-74 27-2587,-24 9-3968</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2.554"/>
    </inkml:context>
    <inkml:brush xml:id="br0">
      <inkml:brushProperty name="width" value="0.035" units="cm"/>
      <inkml:brushProperty name="height" value="0.035" units="cm"/>
      <inkml:brushProperty name="color" value="#008C3A"/>
    </inkml:brush>
  </inkml:definitions>
  <inkml:trace contextRef="#ctx0" brushRef="#br0">295 4 14449,'-7'-1'627,"5"1"-332,0-1 1,0 1-1,0-1 0,-1 1 1,1 0-1,0 0 0,0 0 1,-1 0-1,1 0 0,0 0 1,0 0-1,-1 1 0,1-1 1,0 1-1,0 0 0,0 0 1,0 0-1,-3 2 0,-3 10 4204,2 12-2674,4-13-665,-44 157 3471,-26 105-6552,35-144-2937,27-105 1690,-16 33 0,4-17-3252,7 0-3863</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2.912"/>
    </inkml:context>
    <inkml:brush xml:id="br0">
      <inkml:brushProperty name="width" value="0.035" units="cm"/>
      <inkml:brushProperty name="height" value="0.035" units="cm"/>
      <inkml:brushProperty name="color" value="#008C3A"/>
    </inkml:brush>
  </inkml:definitions>
  <inkml:trace contextRef="#ctx0" brushRef="#br0">1 90 14113,'2'-57'3047,"-1"55"-2720,0 0 1,0 0-1,0 0 1,0 1 0,0-1-1,1 0 1,-1 0-1,0 1 1,1-1 0,0 1-1,-1-1 1,1 1-1,0-1 1,0 1 0,0 0-1,0 0 1,0 0-1,0 0 1,0 1 0,0-1-1,0 0 1,0 1-1,0-1 1,1 1 0,-1 0-1,4 0 1,-1-1 344,-1 1-412,1 1 1,-1-1-1,0 1 0,0 0 0,0 0 1,0 0-1,0 1 0,0-1 1,0 1-1,0 0 0,0 0 0,-1 1 1,6 3-1,-6-4-15,3 3-95,0 0 1,0 0-1,0 1 0,-1-1 1,1 1-1,-1 1 0,8 12 0,23 53 796,-29-54-893,6 9-53,-2 2 0,-1-1 0,8 43 0,-7-8 0,1 68 0,-2 38 0,-9-123-334,-1 0 0,-8 48 0,1 14-318,7-105 514,8-23-30,-2 10 140,32-91-102,-13 33 157,3 1-1,45-80 1,-47 105 128,2 2 0,1 0 1,67-68-1,-76 89-3,1 1-1,0 1 1,1 0 0,1 2-1,1 0 1,0 2 0,0 0-1,41-13 1,-55 23-146,0 0 0,0 1 0,0 0 0,1 0 0,-1 1-1,1 1 1,-1 0 0,1 0 0,-1 1 0,11 2 0,-14-1-7,-1-1 1,0 2-1,0-1 0,-1 0 0,1 1 1,0 0-1,-1 1 0,1-1 0,-1 1 1,0 0-1,-1 0 0,1 0 1,-1 1-1,1 0 0,-1 0 0,-1 0 1,6 8-1,-3 1 6,0-1-1,-1 1 1,0-1 0,-1 1-1,0 1 1,-2-1 0,0 0-1,0 1 1,-1 25 0,-3 13-118,-11 67 1,12-117 103,-10 63-2459,-21 65 1,-6-1-7526,35-120 8823,-23 72-12328</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37.154"/>
    </inkml:context>
    <inkml:brush xml:id="br0">
      <inkml:brushProperty name="width" value="0.035" units="cm"/>
      <inkml:brushProperty name="height" value="0.035" units="cm"/>
      <inkml:brushProperty name="color" value="#008C3A"/>
    </inkml:brush>
  </inkml:definitions>
  <inkml:trace contextRef="#ctx0" brushRef="#br0">1 0 7429,'24'11'26235,"-23"-9"-25319,2 6 1622,2 1-6967,0-2 4442,1 0-1,-1-1 1,2 0-1,-1 0 1,1 0 0,10 6-1,6 5-22,87 63 10,157 85 0,-3-3 0,-189-114-1800,39 19-5409,46 29-3548,-124-72 740</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37.341"/>
    </inkml:context>
    <inkml:brush xml:id="br0">
      <inkml:brushProperty name="width" value="0.035" units="cm"/>
      <inkml:brushProperty name="height" value="0.035" units="cm"/>
      <inkml:brushProperty name="color" value="#008C3A"/>
    </inkml:brush>
  </inkml:definitions>
  <inkml:trace contextRef="#ctx0" brushRef="#br0">624 80 13465,'-12'-21'1138,"10"17"-674,0 0-1,0 0 1,0-1-1,-1 1 0,1 0 1,-1 1-1,0-1 1,-1 1-1,1-1 1,0 1-1,-1 0 1,0 0-1,0 0 1,-7-3-1,6 5-187,-1 0 0,1 1-1,0 0 1,-1 0 0,1 1-1,-1-1 1,1 1 0,-1 0 0,1 1-1,0-1 1,0 1 0,0 0-1,0 0 1,0 1 0,0 0-1,0-1 1,1 2 0,-1-1 0,1 0-1,0 1 1,-5 5 0,-8 10 1008,0 1 0,2 0 0,-17 28 0,30-45-1274,-113 183-2944,52-74-5030,-97 237 0,137-286-2957</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37.639"/>
    </inkml:context>
    <inkml:brush xml:id="br0">
      <inkml:brushProperty name="width" value="0.035" units="cm"/>
      <inkml:brushProperty name="height" value="0.035" units="cm"/>
      <inkml:brushProperty name="color" value="#008C3A"/>
    </inkml:brush>
  </inkml:definitions>
  <inkml:trace contextRef="#ctx0" brushRef="#br0">51 107 11685,'-3'-5'531,"0"-1"0,0 0 0,1 1 0,-1-1 0,-1-12 0,3 15 178,1-1 0,0 0 0,0 0 0,0 1 0,0-1 0,0 0 0,2-5 0,-3 7-26,0-1 1,0 1 0,0 0-1,-1 0 1,1 0 0,-1 0 0,1 1-1,-1-1 1,0 0 0,0 0 0,-3-1-1,0 35-134,1 1-1,1 0 1,2 38-1,11 104 1270,-9-166-1810,8 81-741,4-1-1,5 0 1,3-1-1,3-2 1,5 0 0,39 81-1,-17-54-4881,-17-41-2112,-10-17-3580</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2:37.844"/>
    </inkml:context>
    <inkml:brush xml:id="br0">
      <inkml:brushProperty name="width" value="0.035" units="cm"/>
      <inkml:brushProperty name="height" value="0.035" units="cm"/>
      <inkml:brushProperty name="color" value="#008C3A"/>
    </inkml:brush>
  </inkml:definitions>
  <inkml:trace contextRef="#ctx0" brushRef="#br0">124 329 14701,'-75'6'3049,"46"0"4795,11 1-4358,18-7-3466,1 0 0,-1 0 0,0 0 0,0 0 0,0 0 0,0 1 0,0-1 0,0 0 0,0 0 0,0 0 0,0 0 0,0 0 0,0 0 0,0 0 0,0 0 0,1 0 0,-1 0 0,0 0 0,0 1 0,0-1 0,0 0 0,0 0 0,0 0 0,0 0 0,0 0 0,0 0 0,0 0 0,0 0 0,0 1 0,0-1 0,0 0 0,0 0 0,0 0 0,0 0 0,-1 0 0,1 0 0,0 0 0,0 0 0,0 0-1,0 1 1,0-1 0,0 0 0,0 0 0,0 0 0,0 0 0,0 0 0,0 0 0,0 0 0,0 0 0,-1 0 0,1 0 0,0 0 0,0 0 0,0 0 0,0 0 0,0 0 0,0 0 0,0 0 0,0 0 0,0 0 0,-1 0 0,1 0 0,0 0 0,0 0 0,0 0 0,20-2 1326,380-73-847,34-50-7687,-197 50 512,-158 51 2708,76-26-7460</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5.022"/>
    </inkml:context>
    <inkml:brush xml:id="br0">
      <inkml:brushProperty name="width" value="0.035" units="cm"/>
      <inkml:brushProperty name="height" value="0.035" units="cm"/>
      <inkml:brushProperty name="color" value="#008C3A"/>
    </inkml:brush>
  </inkml:definitions>
  <inkml:trace contextRef="#ctx0" brushRef="#br0">212 39 4536,'-31'23'1337,"25"-19"4823,3-4-4991,-33 1 2978,-50 7-1,84-8-2618,-41-5 951,39 4-557,7 1-1493,170-8 499,-39-2-745,96-6 42,270-15-519,-482 30 203,7-1-235,0 1-1,1 2 0,-1 0 0,1 1 0,35 9 0,-57-10 71,0 1-1,0 0 0,0 0 1,0 0-1,0 0 0,-1 0 1,1 1-1,-1 0 1,4 3-1,-4-3-248,-2-2 307,-1 0-1,1 1 0,-1-1 1,0 0-1,1 0 0,-1 0 1,0 1-1,0-1 0,0 0 1,0 0-1,0 0 0,0 1 1,-1-1-1,1 0 1,0 0-1,0 0 0,-1 0 1,0 2-1,0 0-673,-4 23-5231,-6-4-3936</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5.418"/>
    </inkml:context>
    <inkml:brush xml:id="br0">
      <inkml:brushProperty name="width" value="0.035" units="cm"/>
      <inkml:brushProperty name="height" value="0.035" units="cm"/>
      <inkml:brushProperty name="color" value="#008C3A"/>
    </inkml:brush>
  </inkml:definitions>
  <inkml:trace contextRef="#ctx0" brushRef="#br0">14 45 7021,'0'-2'205,"0"0"1,1 1 0,-1-1-1,0 0 1,0 1 0,-1-1-1,1 1 1,0-1 0,0 0-1,-1 1 1,1-1 0,-1 1 0,0-1-1,1 1 1,-1-1 0,0 1-1,0-1 1,-6-6 8933,9 7-8143,2 0-803,0 0-1,0-1 1,0 2 0,0-1 0,1 0-1,-1 1 1,0 0 0,1 0-1,-1 0 1,0 0 0,0 1 0,6 1-1,50 17 1162,-45-14-1196,48 19 228,-2 3 0,84 49 0,-101-49-3097,70 59 0,-59-29-5817,-28-27-571</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5.777"/>
    </inkml:context>
    <inkml:brush xml:id="br0">
      <inkml:brushProperty name="width" value="0.035" units="cm"/>
      <inkml:brushProperty name="height" value="0.035" units="cm"/>
      <inkml:brushProperty name="color" value="#008C3A"/>
    </inkml:brush>
  </inkml:definitions>
  <inkml:trace contextRef="#ctx0" brushRef="#br0">476 44 7369,'0'-4'2361,"-6"-31"1508,6 31-774,-4 4-1933,0 0-997,0 0 0,0-1 1,0 2-1,0-1 0,-1 0 0,1 1 0,0 0 0,0 0 0,0 0 0,0 0 0,0 1 0,0-1 1,1 1-1,-1 0 0,0 0 0,1 1 0,-1-1 0,1 1 0,0-1 0,-4 6 0,-33 42 249,3 3-1,3 0 1,-37 76-1,29-52-237,-75 162-82,109-221-154,1-1 1,1 1-1,1 1 1,0-1 0,1 1-1,-1 20 1,5-37 46,1 0 1,0 0-1,0 0 1,0 0-1,0 0 0,0 0 1,0-1-1,0 1 1,1 0-1,-1 0 1,1-1-1,1 3 1,-1-2-17,5-1-23,197-28-240,-108 17-8,17 1-1699,138 9 0,-111 2-2265,-92-1 62,-4 4-2345</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6.297"/>
    </inkml:context>
    <inkml:brush xml:id="br0">
      <inkml:brushProperty name="width" value="0.035" units="cm"/>
      <inkml:brushProperty name="height" value="0.035" units="cm"/>
      <inkml:brushProperty name="color" value="#008C3A"/>
    </inkml:brush>
  </inkml:definitions>
  <inkml:trace contextRef="#ctx0" brushRef="#br0">1 582 12393,'14'-14'401,"-13"13"-17,0 0 0,0-1 0,0 1 0,0-1 0,0 1 0,-1-1-1,1 1 1,-1-1 0,1 0 0,-1 1 0,0-1 0,1-2 0,-2 0 432,1-1 1,-1 1-1,0 0 1,0-1-1,0 1 1,0 0 0,-1 0-1,-2-5 1,4 6-667,0 0 0,0 0 1,1 0-1,-1 0 0,1 0 0,-1 0 1,1 0-1,0 0 0,0 0 1,1 0-1,2-5 0,-2 5 35,7-14 78,1 1 0,1 0 1,1 0-1,0 1 1,18-16-1,-11 11-134,24-34-1,-27 27-84,-1 0-1,-2-1 1,15-44-1,8-18 981,-18 62-58,-16 26 333,-3 6-999,-55 261-255,50-235-490,4-22-57,0 0-1,0 0 1,1 0-1,0 0 1,0 0-1,1 0 1,0 0-1,1 0 1,2 15-1,-2-17-1207,3 15-703,1-13-7225,9-3-914</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6.436"/>
    </inkml:context>
    <inkml:brush xml:id="br0">
      <inkml:brushProperty name="width" value="0.035" units="cm"/>
      <inkml:brushProperty name="height" value="0.035" units="cm"/>
      <inkml:brushProperty name="color" value="#008C3A"/>
    </inkml:brush>
  </inkml:definitions>
  <inkml:trace contextRef="#ctx0" brushRef="#br0">1 49 10945,'0'0'4144,"0"-18"-2627,3 0 1007,17 15-3416,0 0-744,4 0-1029,-1 0-1355,0 15-2913</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6.673"/>
    </inkml:context>
    <inkml:brush xml:id="br0">
      <inkml:brushProperty name="width" value="0.035" units="cm"/>
      <inkml:brushProperty name="height" value="0.035" units="cm"/>
      <inkml:brushProperty name="color" value="#008C3A"/>
    </inkml:brush>
  </inkml:definitions>
  <inkml:trace contextRef="#ctx0" brushRef="#br0">1 110 8313,'19'-31'2310,"-15"25"-243,-4 5-1881,-1 0 0,1 0 0,0 0-1,0 0 1,0 0 0,0 0 0,0 0 0,0 0 0,0 0 0,0 0 0,0 0 0,0 0 0,0 0-1,1 0 1,-1 0 0,0 0 0,1 0 0,-1 0 0,1 0 0,-1 0 0,2-1 0,17-22 1869,-10 15-1296,-8 8-894,0-1-1,1 1 1,-1 0 0,0-1 0,1 1 0,-1 0 0,1 0 0,0 0-1,-1 0 1,1 0 0,0 1 0,0-1 0,-1 0 0,1 1 0,0-1-1,0 1 1,0 0 0,0 0 0,0-1 0,0 1 0,-1 0-1,1 1 1,0-1 0,0 0 0,0 1 0,0-1 0,0 1 0,-1-1-1,1 1 1,3 1 0,-3 0 27,-1 1 0,1-1 0,0 1 0,-1-1 1,1 1-1,-1 0 0,0 0 0,0-1 0,0 1 0,0 0 0,0 6 0,-1-4 129,0 1 0,0-1 1,-1 0-1,0 1 0,0-1 0,-1 0 0,1 0 0,-4 7 0,3-6 184,-1 0-1,1 1 1,0-1-1,1 1 1,0-1-1,-1 10 1,2-14-171,0 1 0,0-1 0,0 0 1,1 0-1,-1 0 0,0 1 0,1-1 0,0 0 1,-1 0-1,1 0 0,0 0 0,0 0 0,0 0 1,0 0-1,1 0 0,-1-1 0,0 1 0,1 0 1,2 2-1,3-3-483,15-6-1409,-1 0-1,0-1 1,24-12-1,-28 8-3689</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6.817"/>
    </inkml:context>
    <inkml:brush xml:id="br0">
      <inkml:brushProperty name="width" value="0.035" units="cm"/>
      <inkml:brushProperty name="height" value="0.035" units="cm"/>
      <inkml:brushProperty name="color" value="#008C3A"/>
    </inkml:brush>
  </inkml:definitions>
  <inkml:trace contextRef="#ctx0" brushRef="#br0">117 0 8029,'-12'7'886,"-13"5"7816,25-7-7957,-1 0 0,0 0-1,-1 0 1,1 1 0,-1-1 0,0-1 0,0 1 0,-1 0-1,1 0 1,-1-1 0,-4 6 0,-15 30 1193,21-38-2092,1 0 0,-1 0-1,1 0 1,0 0 0,-1 0 0,1 0 0,0 1 0,0-1-1,0 0 1,1 0 0,-1 0 0,0 0 0,1 0-1,0 0 1,-1 1 0,1-1 0,2 3 0,-5 0-3550,-8 4 1270,-1 2-3872,-2 8-3984</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7.727"/>
    </inkml:context>
    <inkml:brush xml:id="br0">
      <inkml:brushProperty name="width" value="0.035" units="cm"/>
      <inkml:brushProperty name="height" value="0.035" units="cm"/>
      <inkml:brushProperty name="color" value="#008C3A"/>
    </inkml:brush>
  </inkml:definitions>
  <inkml:trace contextRef="#ctx0" brushRef="#br0">1 70 5216,'3'-2'579,"-1"-1"0,1 1 0,-1-1-1,1 1 1,-1-1 0,0 0-1,0 0 1,0 0 0,-1 0-1,1-1 1,1-3 0,-1 2-214,-1 3 1438,1 0-71,20-20 14580,-22 26-15977,-2 38-373,-12 82 0,11-105-965,0-1 0,0 22 0,1-7-297,-3 38-3817,2-27 294,-6 1-2114,2-15-1525</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28.537"/>
    </inkml:context>
    <inkml:brush xml:id="br0">
      <inkml:brushProperty name="width" value="0.035" units="cm"/>
      <inkml:brushProperty name="height" value="0.035" units="cm"/>
      <inkml:brushProperty name="color" value="#008C3A"/>
    </inkml:brush>
  </inkml:definitions>
  <inkml:trace contextRef="#ctx0" brushRef="#br0">140 172 5525,'-2'1'260,"0"-1"0,0 0 1,1 0-1,-1 0 0,0 0 1,0 0-1,0 0 1,1 0-1,-1-1 0,0 1 1,0-1-1,1 1 0,-1-1 1,0 0-1,1 0 1,-1 1-1,0-1 0,1 0 1,-1 0-1,1-1 0,-3-1 1,-34-28 4697,23 18-3230,9 9-947,1-1 0,-1 0 0,1-1 0,0 1 0,-5-9 0,8 11-522,1 0 0,-1 0 1,1 0-1,0 0 0,0 0 0,1-1 0,-1 1 1,1 0-1,-1-1 0,1 1 0,0 0 1,0 0-1,0-1 0,1 1 0,0-5 0,-1 7-215,1 0 0,-1 1 0,0-1-1,0 0 1,1 0 0,-1 0 0,0 0-1,1 0 1,-1 0 0,1 0 0,-1 0-1,1 1 1,-1-1 0,1 0 0,0 0-1,-1 1 1,1-1 0,0 0 0,0 1-1,-1-1 1,1 1 0,0-1 0,0 1 0,0-1-1,0 1 1,0-1 0,0 1 0,0 0-1,0 0 1,0-1 0,-1 1 0,1 0-1,0 0 1,0 0 0,0 0 0,0 0-1,0 0 1,2 1 0,-1-1-62,5 0 121,0 0 0,0 1 0,0 0 0,1 0 0,-1 0 0,0 1-1,0 0 1,-1 1 0,1 0 0,12 7 0,-5-2 38,0 1 0,-1 1-1,21 19 1,-20-14-101,0 0 1,-1 0-1,-1 2 0,0-1 0,-1 2 1,-1-1-1,-1 1 0,0 1 0,-1 0 1,-2 0-1,1 0 0,5 34 0,-6-3 62,-1 0 0,-3 0 0,-8 98 0,3-90 17,25-90-154,-17 27 31,-1 0 0,0 0 1,0-1-1,-1 1 0,0-1 0,0 0 1,3-9-1,40-120-38,74-153 1,-117 282 34,1 0 0,-1 1 0,1-1 1,0 1-1,0 0 0,1 0 0,-1 0 1,1 1-1,0-1 0,10-5 1,-13 8 4,0 1 1,1 0 0,-1 0-1,0 0 1,1 0 0,-1 0 0,0 0-1,1 1 1,-1-1 0,1 1-1,-1 0 1,1-1 0,-1 1-1,1 0 1,-1 1 0,0-1 0,1 0-1,-1 1 1,1-1 0,-1 1-1,1 0 1,-1 0 0,0 0 0,0 0-1,1 0 1,-1 0 0,0 1-1,0-1 1,0 1 0,0-1-1,2 3 1,4 7 3,1-1 1,-1 1-1,-1 0 0,0 0 0,0 1 0,-1 0 1,7 20-1,21 97 55,-24-88 2,-6-9-43,-4-26-18,1 0 1,-1-1-1,1 1 1,0-1 0,0 1-1,1-1 1,0 1-1,0-1 1,0 0 0,5 9-1,-6-13 2,-1-1 0,1 1 0,-1-1 0,0 0 0,1 1 0,-1-1 1,1 0-1,-1 1 0,1-1 0,-1 0 0,1 1 0,-1-1 0,1 0 0,-1 0 0,1 0 0,0 0 0,-1 0 0,1 1 0,-1-1 0,1 0 0,-1 0 0,1 0 0,-1-1 0,1 1 0,0 0 0,-1 0 0,1 0 0,0-1 1,18-12 1,14-26-7,-31 37 4,27-39-5,-6 9-71,50-56 1,-65 80 60,0 0 0,1 1 0,0 0 0,0 1 0,0-1 0,1 2 0,0-1 0,0 2 0,0-1 0,1 1 0,13-3 0,-18 6 12,0 0-1,0 0 0,0 0 0,1 1 1,-1 0-1,0 1 0,0-1 0,0 1 1,0 0-1,0 1 0,0-1 0,0 1 1,0 0-1,5 3 0,-3 0-40,0 0-1,-1 0 0,0 0 1,0 1-1,0 0 0,-1 0 0,0 1 1,9 13-1,-2-1-345,-2 1-1,0 1 1,-1-1-1,-2 2 1,0-1-1,9 38 1,-7-1-2555,-3 1 1,1 102-1,-5-79-3176,3 4-3436</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1.722"/>
    </inkml:context>
    <inkml:brush xml:id="br0">
      <inkml:brushProperty name="width" value="0.035" units="cm"/>
      <inkml:brushProperty name="height" value="0.035" units="cm"/>
      <inkml:brushProperty name="color" value="#008C3A"/>
    </inkml:brush>
  </inkml:definitions>
  <inkml:trace contextRef="#ctx0" brushRef="#br0">747 619 3304,'-13'-9'3797,"14"9"-3705,1-1 0,-1 1 1,1 0-1,-1-1 0,1 0 0,-1 1 1,1-1-1,-1 0 0,0 0 1,1 0-1,-1 0 0,0 0 1,0 0-1,0 0 0,1 0 0,-1-1 1,0 1-1,1-3 0,0 1 126,0-1 0,0 1 1,0-1-1,0 0 0,-1 1 0,2-8 0,5-19 1134,0 0 0,2 1-1,20-41 1,8-19 636,-28 61-1276,0 0 0,-2 0 0,-1-1 0,-1 0 0,-1-1 0,-2 1 0,-1-1 0,-3-36 0,1 65-654,0 1-1,0-1 1,0 0-1,0 1 1,0-1-1,0 1 1,-1-1 0,1 1-1,0-1 1,0 0-1,-1 1 1,1-1-1,0 1 1,-1-1-1,1 1 1,0 0-1,-1-1 1,1 1 0,-1-1-1,1 1 1,-1 0-1,1-1 1,-1 1-1,1 0 1,-1-1-1,1 1 1,-1 0-1,1 0 1,-2-1-1,-20 3 703,-19 18 61,33-14-573,0 1 1,0 0 0,1 0 0,0 1-1,1 0 1,-11 16 0,3-4 136,-218 348 1470,29 20-560,130-237-1295,-73 217 0,117-277 0,4 2 0,4 0 0,-16 181 0,35-232 0,1 1 0,2-1 0,3 0 0,14 75 0,-13-96 0,1-1 0,1 0 0,0 0 0,2-1 0,0 0 0,1-1 0,1 0 0,0 0 0,1-1 0,2 0 0,23 23 0,-12-19-721,2-1 1,0-1-1,1-2 0,1 0 1,1-2-1,0-1 1,1-2-1,0-1 0,1-1 1,57 10-1,-20-10-1685,0-2 0,0-4 0,0-3 0,80-9 1,-25-3-7422</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2.190"/>
    </inkml:context>
    <inkml:brush xml:id="br0">
      <inkml:brushProperty name="width" value="0.035" units="cm"/>
      <inkml:brushProperty name="height" value="0.035" units="cm"/>
      <inkml:brushProperty name="color" value="#008C3A"/>
    </inkml:brush>
  </inkml:definitions>
  <inkml:trace contextRef="#ctx0" brushRef="#br0">512 48 12221,'-2'-4'2327,"-2"-2"-1140,1 3-509,0-1 0,1 0 1,-1 0-1,1 0 0,0 0 1,0 0-1,-2-7 0,-21 35 4011,19-9-4116,1 0-1,0 1 0,1-1 0,-3 27 0,-1 4 258,-95 339 1008,-24-7-452,123-364-1384,-18 48 0,-136 429-57,155-481-76,1-1 0,0 1 1,0 0-1,1 14 0,0-23 99,1 1 0,0-1 0,0 1 0,0 0 0,1-1 0,-1 1 0,0-1 0,1 1 0,-1 0 1,0-1-1,1 1 0,0-1 0,-1 1 0,1-1 0,0 0 0,0 1 0,0-1 0,0 0 0,0 1 0,0-1 0,0 0 0,0 0 0,1 0 0,-1 0 0,0 0 0,1 0 0,-1-1 0,1 1 0,-1 0 0,1-1 0,-1 1 0,1-1 0,-1 1 0,3-1 1,1 0-7,1 0 1,-1 0 0,1-1 0,-1 0 0,1 0 0,-1-1 0,1 1 0,-1-1 0,0 0 0,0-1 0,9-5 0,61-43-199,-48 31 144,54-38-12,-22 14 12,87-48 1,-126 81 153,1 1-1,0 1 1,0 1 0,1 1 0,-1 1-1,2 0 1,-1 2 0,39-2-1,-49 6-22,0 0 0,0 1 0,0 0 0,0 1 0,0 1 0,-1 0-1,1 0 1,-1 1 0,1 0 0,16 10 0,-14-5 70,0 1-1,0 0 1,-1 0 0,-1 2-1,0-1 1,19 25 0,-1 8 174,-1 1 1,-3 1 0,35 85 0,-54-115-278,10 23-127,46 93-1490,-55-118 1327,0 0-1,2 0 1,-1-1-1,2 0 1,0-1-1,19 17 1,-25-25-194,1 0-1,-1 0 1,1 0-1,0-1 1,0 0-1,0 0 1,0-1 0,1 0-1,-1 0 1,1 0-1,12 1 1,-13-3-1015,-1 0-1,1 0 1,0 0 0,0-1 0,6-1-1,17-8-9865</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2.864"/>
    </inkml:context>
    <inkml:brush xml:id="br0">
      <inkml:brushProperty name="width" value="0.035" units="cm"/>
      <inkml:brushProperty name="height" value="0.035" units="cm"/>
      <inkml:brushProperty name="color" value="#008C3A"/>
    </inkml:brush>
  </inkml:definitions>
  <inkml:trace contextRef="#ctx0" brushRef="#br0">175 193 8681,'-2'0'1009,"-1"1"1,1-1 0,0 1 0,-1 0-1,1 0 1,-1 0 0,1 0-1,0 0 1,0 0 0,0 1-1,-4 2 1,3-2-541,1 1 0,-1 0-1,1 0 1,0 0 0,-1 0-1,1 1 1,-1 2 0,-2 6-268,1 0 0,0 0 1,-3 20-1,6-28 267,-42 266 3451,12-60-2642,20-155-1064,3 1 0,2 0 0,3 0 0,3 58 1,1-106-197,1 0 0,0-1 0,0 1 0,0-1 0,1 0 0,0 1 0,1-1 0,-1 0 0,2-1 0,7 11 0,-10-14-37,0 0 0,0 0 0,1-1 1,-1 1-1,1-1 0,0 0 0,0 0 0,0 0 0,0 0 0,0 0 1,0 0-1,0-1 0,0 0 0,1 1 0,-1-1 0,1-1 0,-1 1 1,1 0-1,-1-1 0,1 0 0,-1 0 0,1 0 0,-1 0 0,1 0 1,-1-1-1,1 1 0,-1-1 0,1 0 0,-1 0 0,0 0 0,4-3 1,8-3-109,0 0 0,-1-2 1,0 1-1,0-2 0,12-11 0,-5 2-143,-1 0 0,-2-1 0,0-1-1,27-41 1,-22 25-251,-2 0-1,23-55 1,-23 38 99,-3-2 1,-1 0-1,-4 0 1,10-85-1,-19 102 289,-2 0 0,-1 0 1,-2 0-1,-2-1 0,-2 2 0,-1-1 0,-17-57 0,19 86 108,1 1-1,-1-1 1,0 1 0,-1 1-1,0-1 1,-1 1-1,0-1 1,0 2 0,-1-1-1,-10-9 1,13 13 21,-1 0 0,1 1 0,-1 0 0,0 0 0,0 1 0,0-1 0,0 1 0,-1 0 0,1 0 0,-1 1 0,1-1 0,-1 1 0,1 1 0,-1-1 0,0 1 0,1 0 0,-1 0 0,0 0 0,-7 2 0,2 1 22,0 0 0,1 1 0,-1 0-1,1 1 1,0 0 0,0 0 0,1 1 0,0 1-1,0-1 1,0 2 0,1-1 0,0 1 0,0 0-1,-6 9 1,-9 14 66,2 1 0,-29 59 0,43-76-109,1 0 0,1 0 0,0 1 1,1 0-1,1 0 0,0 0 0,1 0 0,1 0 0,1 1 1,0-1-1,1 0 0,1 0 0,0 0 0,1 0 0,10 29 1,-10-38-162,0 0 0,0 0 0,1 0 0,0 0 0,1-1 0,0 1 1,0-1-1,0 0 0,0-1 0,1 1 0,0-1 0,0 0 0,9 4 1,-6-3-776,1-1 0,0 0 1,16 5-1,37 4-6913,-7-8 739</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3.286"/>
    </inkml:context>
    <inkml:brush xml:id="br0">
      <inkml:brushProperty name="width" value="0.035" units="cm"/>
      <inkml:brushProperty name="height" value="0.035" units="cm"/>
      <inkml:brushProperty name="color" value="#008C3A"/>
    </inkml:brush>
  </inkml:definitions>
  <inkml:trace contextRef="#ctx0" brushRef="#br0">285 36 10285,'-17'-30'11187,"14"29"-10026,0 0-949,0 0 0,1 0-1,-1 1 1,0-1-1,0 1 1,0-1 0,0 1-1,0 0 1,0 0-1,0 0 1,0 1 0,0-1-1,0 1 1,0-1 0,1 1-1,-5 2 1,1 0 196,-1 1 0,1 0 1,1 0-1,-1 1 0,0-1 0,-6 9 1,6-6-227,0 1 1,0-1 0,0 1 0,1 1 0,1-1 0,-1 1 0,1-1-1,-3 14 1,-18 78 1676,19-68-1685,-12 50-174,-36 193 0,48-228 0,3 1 0,1 0 0,8 89 0,-2-109-698,1-1 0,1 1-1,1-1 1,1 0 0,2 0 0,19 38 0,-22-52 277,0 0 0,1-1 0,1 0 0,0-1 0,1 1 0,0-2 0,0 1 0,1-1 0,1-1 0,-1 0 0,1-1 0,1 0 0,0-1 0,14 6 0,-22-11-420,0 0 0,-1-1 1,1 0-1,0 0 0,0 0 0,0-1 0,-1 1 0,1-1 0,0 0 0,7-2 0,35-3-8490</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3.692"/>
    </inkml:context>
    <inkml:brush xml:id="br0">
      <inkml:brushProperty name="width" value="0.035" units="cm"/>
      <inkml:brushProperty name="height" value="0.035" units="cm"/>
      <inkml:brushProperty name="color" value="#008C3A"/>
    </inkml:brush>
  </inkml:definitions>
  <inkml:trace contextRef="#ctx0" brushRef="#br0">147 6 10373,'17'-6'3763,"-16"20"-364,-1-7-3775,-6 185 5221,4-63-4140,-3-81-578,-2-1 0,-1 0-1,-3 0 1,-2-1-1,-26 61 1,11-40-120,14-35-14,-17 55-1,30-82-16,4-7-66,24-21 58,-1-1 1,-1-2-1,-1 0 1,26-38-1,12-12 9,-39 48 82,-11 13 322,0 1 0,1 0 1,0 1-1,23-17 0,-26 50 1336,1 13-576,13 67-1,-18-68-959,1 0 1,22 58 0,-25-81-560,1-1 0,-1 1 0,1 0 1,1-1-1,0 0 0,0-1 0,0 1 0,1-1 0,0 0 1,0-1-1,1 0 0,0 0 0,16 9 0,23 3-3986,-13-14-2932,-1-1-2444</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3.913"/>
    </inkml:context>
    <inkml:brush xml:id="br0">
      <inkml:brushProperty name="width" value="0.035" units="cm"/>
      <inkml:brushProperty name="height" value="0.035" units="cm"/>
      <inkml:brushProperty name="color" value="#008C3A"/>
    </inkml:brush>
  </inkml:definitions>
  <inkml:trace contextRef="#ctx0" brushRef="#br0">607 12 11289,'-1'1'175,"-1"0"1,1 0-1,0-1 1,-1 1-1,1 0 0,-1-1 1,1 1-1,-1-1 1,1 0-1,-1 1 0,0-1 1,1 0-1,-1 0 1,1 0-1,-1 0 1,0 0-1,1 0 0,-1-1 1,1 1-1,-1-1 1,1 1-1,-1-1 0,1 1 1,-1-1-1,1 0 1,0 1-1,-1-1 0,1 0 1,0 0-1,0 0 1,-1 0-1,1 0 0,0-1 1,0 1-1,-1-2 1,0 1 1488,-2 4 58,-1 1-1427,-1 1 1,1 0-1,0 0 0,0 0 1,0 1-1,1 0 1,-1 0-1,1 0 0,0 0 1,0 0-1,1 1 1,0 0-1,0 0 0,0 0 1,-3 10-1,-1 11 420,0 0 1,-4 41-1,7-39-413,1-14-168,-50 288 1601,37-232-1600,-4-1-1,-34 82 0,-76 139-3110,114-257 1019,-2 0 0,-1-1 0,-42 53 0,61-86 1918,-20 21-2459,0-10-3452,1-2-2211</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4.443"/>
    </inkml:context>
    <inkml:brush xml:id="br0">
      <inkml:brushProperty name="width" value="0.035" units="cm"/>
      <inkml:brushProperty name="height" value="0.035" units="cm"/>
      <inkml:brushProperty name="color" value="#008C3A"/>
    </inkml:brush>
  </inkml:definitions>
  <inkml:trace contextRef="#ctx0" brushRef="#br0">11 399 8253,'-4'12'707,"1"1"558,0-2 7401,36-2-4694,-13-12-3839,-18 2-124,0 0 1,0 0-1,0 1 1,-1-1-1,1 0 0,0-1 1,0 1-1,-1 0 0,1 0 1,-1-1-1,1 1 1,-1-1-1,1 0 0,-1 1 1,0-1-1,0 0 0,0 1 1,0-1-1,0 0 0,0 0 1,0-3-1,10-49 67,-6 23-101,70-252 339,-64 245-29,-14 47 1429,-48 180 937,47-160-2848,0 0 0,2 0-1,3 47 1,-1-22-2064,-1-47 1466,0 1 0,1-1 1,1 1-1,-1 0 1,1-1-1,2 10 0,3 7-5502,-2-7-4026</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4.618"/>
    </inkml:context>
    <inkml:brush xml:id="br0">
      <inkml:brushProperty name="width" value="0.035" units="cm"/>
      <inkml:brushProperty name="height" value="0.035" units="cm"/>
      <inkml:brushProperty name="color" value="#008C3A"/>
    </inkml:brush>
  </inkml:definitions>
  <inkml:trace contextRef="#ctx0" brushRef="#br0">88 1 8781,'0'0'2172,"-14"9"-280,1 3-160,3 6-312,0-3-239,-4 6-217,8 0-228,-1 57 256,0-41-620,0-1-300,7-18-404,4 15-604,-4 0-616,7-9-469,-4 3-2479,7-8-3489</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4.806"/>
    </inkml:context>
    <inkml:brush xml:id="br0">
      <inkml:brushProperty name="width" value="0.035" units="cm"/>
      <inkml:brushProperty name="height" value="0.035" units="cm"/>
      <inkml:brushProperty name="color" value="#008C3A"/>
    </inkml:brush>
  </inkml:definitions>
  <inkml:trace contextRef="#ctx0" brushRef="#br0">7 1 8993,'-7'27'1940,"11"9"-364,-1 0-160,4-2-244,0 14-276,-1-6-111,4 0-241,4 6-52,-4 7-192,3 2-412,4 0-600,-4-6-341,7 7-371,-3-7-432,0-6-1908,6-6-2445</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4.998"/>
    </inkml:context>
    <inkml:brush xml:id="br0">
      <inkml:brushProperty name="width" value="0.035" units="cm"/>
      <inkml:brushProperty name="height" value="0.035" units="cm"/>
      <inkml:brushProperty name="color" value="#008C3A"/>
    </inkml:brush>
  </inkml:definitions>
  <inkml:trace contextRef="#ctx0" brushRef="#br0">570 25 6801,'0'-1'135,"0"0"0,0 0 0,0 0 1,1 0-1,-1 0 0,0 0 0,0 0 1,1 0-1,-1 0 0,1 0 0,-1 0 1,1 0-1,-1 0 0,1 0 0,-1 1 1,1-1-1,0 0 0,-1 0 0,1 1 1,0-1-1,0 0 0,0 1 1,0-1-1,0 1 0,-1-1 0,1 1 1,0-1-1,0 1 0,0 0 0,0-1 1,0 1-1,0 0 0,0 0 0,0 0 1,1 0-1,-1 0 0,0 0 0,0 0 1,0 0-1,0 0 0,0 0 0,0 1 1,0-1-1,0 0 0,0 1 0,0-1 1,0 1-1,-1-1 0,1 1 0,0-1 1,1 2-1,9 19 2608,-9-17-2574,-1 0 1,1 0-1,-1-1 1,0 1-1,0 0 1,0 0-1,-1 0 1,0 1-1,1-1 1,-1 0-1,-1 5 1,-8 44 685,4-34-553,-8 34 192,-2-1 1,-3-1-1,-1 0 1,-36 63-1,34-75-529,-1-1 1,-1-1-1,-3-1 0,0-2 1,-49 48-1,48-56-1538,-2-2-1,0-1 0,-60 36 0,22-20-3467,6-2-2671</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5.901"/>
    </inkml:context>
    <inkml:brush xml:id="br0">
      <inkml:brushProperty name="width" value="0.035" units="cm"/>
      <inkml:brushProperty name="height" value="0.035" units="cm"/>
      <inkml:brushProperty name="color" value="#008C3A"/>
    </inkml:brush>
  </inkml:definitions>
  <inkml:trace contextRef="#ctx0" brushRef="#br0">38 99 10693,'0'0'84,"0"1"0,0-1 0,1 1 0,-1-1 0,0 1 0,0 0 0,0-1 0,0 1 0,0-1 0,0 1 0,0-1 0,0 1 0,0-1 0,0 1 0,0 0 0,0-1 0,0 1 0,0-1 0,0 1 0,0-1 0,-1 1 0,1-1 0,0 1 0,0-1 0,-1 1 0,1-1 0,0 1 0,-1-1 1,1 1-1,-1-1 0,1 0 0,0 1 0,-1-1 0,1 0 0,-1 1 0,1-1 0,-1 0 0,1 0 0,-1 1 0,-19-8 3179,10 1 6870,40 9-6739,40-3-2816,0-3 1,84-14-1,-49 4-390,533-62-188,-625 77-1235,-16 4-1732,-12 3-3747</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6.695"/>
    </inkml:context>
    <inkml:brush xml:id="br0">
      <inkml:brushProperty name="width" value="0.035" units="cm"/>
      <inkml:brushProperty name="height" value="0.035" units="cm"/>
      <inkml:brushProperty name="color" value="#008C3A"/>
    </inkml:brush>
  </inkml:definitions>
  <inkml:trace contextRef="#ctx0" brushRef="#br0">295 190 8861,'-20'-20'2469,"17"18"-1913,-1-1 0,1 0 0,0 0 0,1 0 0,-1 0 0,0 0 1,1-1-1,0 1 0,0-1 0,0 1 0,-3-8 0,3 6 181,1 0 1,-1 0-1,-1 1 0,1-1 1,-1 1-1,1 0 1,-1 0-1,-1 0 0,1 0 1,-6-5-1,-2-3 782,9 10 394,-14 20-201,12-12-1632,1 1 0,-1-1 1,1 1-1,1-1 0,-1 1 0,1 0 1,1 0-1,-1 0 0,1 0 1,-1 11-1,2 76 534,0-83-602,1 11-11,1 1-1,1-1 1,1 0-1,0-1 1,2 1 0,1-1-1,14 31 1,-16-41-3,1 0 1,0-1-1,1 1 1,0-2-1,0 1 1,1-1-1,1 0 1,-1-1-1,1 0 1,1 0-1,-1-1 1,1 0-1,1-1 1,-1 0-1,18 7 1,-12-8-78,0 0 0,0-1 0,1-1 0,-1 0 0,1-1 0,0-1 0,-1-1 0,1 0 0,0-1 1,-1-1-1,1-1 0,-1 0 0,0-1 0,0 0 0,29-13 0,-26 8 62,0-1-1,0-1 0,-1 0 1,-1-2-1,0 0 0,0 0 1,-1-2-1,-1 0 0,-1-1 1,0 0-1,22-35 1,-17 21 203,-2 0 1,-2-1 0,0-1-1,-2-1 1,-2 0 0,-1 0-1,7-43 1,6-35-187,-93 442 0,32-134 0,-28 149 0,-27 122 0,-79 146 0,110-440 0,-120 238 0,74-219 0,98-176 0,-2 0 0,0-1 0,-1 0 0,-24 23 0,36-38 0,0 0 0,-1 1 0,1-1 0,0 0 0,-1 1 0,1-1 0,-1 0 0,1 0 0,-1 0 0,0 0 0,0-1 0,1 1 0,-1 0 0,0-1 0,0 1 0,0-1 0,1 0 0,-1 1 0,0-1 0,0 0 0,0 0 0,0 0 0,0 0 0,0-1 0,0 1 0,1 0 0,-1-1 0,0 0 0,0 1 0,1-1 0,-1 0 0,0 0 0,1 0 0,-1 0 0,0 0 0,1 0 0,-1 0 0,1 0 0,0-1 0,-2-1 0,-2-3 0,0-1 0,0 0 0,1 0 0,0 0 0,0 0 0,1-1 0,-5-11 0,3 0 0,1 0 0,0-1 0,1 0 0,2 0 0,0-36 0,16-103 0,-13 138 0,15-85-768,4 1 0,4 1 0,5 2 0,4 0 0,5 2 0,4 2 0,5 2-1,3 2 1,5 3 0,107-136 0,-118 169-927,44-51-2739,-23 42-1731,-4 19-2875</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7.886"/>
    </inkml:context>
    <inkml:brush xml:id="br0">
      <inkml:brushProperty name="width" value="0.035" units="cm"/>
      <inkml:brushProperty name="height" value="0.035" units="cm"/>
      <inkml:brushProperty name="color" value="#008C3A"/>
    </inkml:brush>
  </inkml:definitions>
  <inkml:trace contextRef="#ctx0" brushRef="#br0">78 465 8001,'-3'2'569,"1"-1"0,0 1 1,-1-1-1,1 0 1,-1 0-1,0 0 0,1 0 1,-1 0-1,0 0 0,0-1 1,1 0-1,-6 1 1,-7 1 4670,13-3-3995,-5-4-683,6 5-389,0-1 0,0 0 0,0 1 0,0-1-1,0 0 1,0 1 0,0-1 0,0 0 0,0 0 0,0 0-1,0 0 1,1 0 0,-1 0 0,0-1 0,7-21 1107,-2 14-1371,-1 3 179,0 0 0,0 0 0,1 0 0,0 1 0,1-1 0,-1 1 0,1 0 0,10-8 0,-9 7-39,0 1 1,-1-1-1,1 0 0,-1 0 1,0 0-1,6-12 0,32-57 146,-26 48-18,-1-1-1,20-49 0,-33 67-26,0-1 0,-1 0 0,-1 0-1,1-16 1,2-10 279,-4 34 583,-1 6-457,-6 14-372,1 0 1,0 1-1,2-1 0,0 1 1,-2 21-1,-3 97 646,9-126-811,-1 20-368,4 38 0,7 29-2826,-9-88 2379,7 33-2431,-2-31 91,4 0-3806,3 0-4877</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8.095"/>
    </inkml:context>
    <inkml:brush xml:id="br0">
      <inkml:brushProperty name="width" value="0.035" units="cm"/>
      <inkml:brushProperty name="height" value="0.035" units="cm"/>
      <inkml:brushProperty name="color" value="#008C3A"/>
    </inkml:brush>
  </inkml:definitions>
  <inkml:trace contextRef="#ctx0" brushRef="#br0">128 43 12177,'-27'-21'4172,"17"9"-2647,0 3 1823,-7 12-3880,0 0-804,4 12-712,-1 0-3073,-6 0-4080</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8.278"/>
    </inkml:context>
    <inkml:brush xml:id="br0">
      <inkml:brushProperty name="width" value="0.035" units="cm"/>
      <inkml:brushProperty name="height" value="0.035" units="cm"/>
      <inkml:brushProperty name="color" value="#008C3A"/>
    </inkml:brush>
  </inkml:definitions>
  <inkml:trace contextRef="#ctx0" brushRef="#br0">223 0 13421,'-9'10'339,"-5"5"733,0 2 0,1-1 1,0 1-1,2 1 1,0 0-1,1 1 0,-10 25 1,-63 231 4791,74-232-4951,2 1 0,2 1 0,1-1-1,4 68 1,2-96-1024,0 0-1,1 0 1,0 0 0,7 17-1,7 17-1196,27 52 1,-39-91 704,1 0-1,1 0 1,0 0 0,0-1 0,1 0 0,0-1 0,1 1 0,0-2 0,1 1 0,-1-1 0,2-1-1,-1 0 1,1 0 0,0-1 0,15 6 0,-26-12 588,60 28-6490,9-1-3936</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8.484"/>
    </inkml:context>
    <inkml:brush xml:id="br0">
      <inkml:brushProperty name="width" value="0.035" units="cm"/>
      <inkml:brushProperty name="height" value="0.035" units="cm"/>
      <inkml:brushProperty name="color" value="#008C3A"/>
    </inkml:brush>
  </inkml:definitions>
  <inkml:trace contextRef="#ctx0" brushRef="#br0">298 0 11013,'17'7'3720,"-19"1"2728,-8 14-4305,8 1-1434,1-1 0,1 0 0,1 1 0,6 33 0,0 22 393,-1 163 777,-8-188-1607,-2-1 1,-16 82-1,17-122-284,-12 57-514,-27 72 1,34-118-297,-1-1 0,-2 0 0,0 0 0,-2-1 0,0 0 1,-1-1-1,-19 21 0,16-24-3400,-36 27 0,0-12-7379</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9.032"/>
    </inkml:context>
    <inkml:brush xml:id="br0">
      <inkml:brushProperty name="width" value="0.035" units="cm"/>
      <inkml:brushProperty name="height" value="0.035" units="cm"/>
      <inkml:brushProperty name="color" value="#008C3A"/>
    </inkml:brush>
  </inkml:definitions>
  <inkml:trace contextRef="#ctx0" brushRef="#br0">844 1 11133,'0'0'5900,"-1"3"-3903,-3 13-776,0 1 0,1-1 0,1 0 0,0 1 1,2 30-1,14 85 1105,-5-63-1082,18 133-314,5 51 358,-26-182-977,-6 113 0,-7-107-311,-4 0 0,-3-1 0,-3-1 0,-4 0 0,-3-2 0,-66 140 0,4-50-1484,-7-4-1,-7-4 1,-158 188 0,170-244-2641,16-20-4987,37-34-1497</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39.423"/>
    </inkml:context>
    <inkml:brush xml:id="br0">
      <inkml:brushProperty name="width" value="0.035" units="cm"/>
      <inkml:brushProperty name="height" value="0.035" units="cm"/>
      <inkml:brushProperty name="color" value="#008C3A"/>
    </inkml:brush>
  </inkml:definitions>
  <inkml:trace contextRef="#ctx0" brushRef="#br0">15 96 9325,'1'-2'81,"0"-2"227,0 0 0,0 0 1,1 0-1,0-1 0,0 1 0,0 1 0,0-1 1,1 0-1,-1 0 0,1 1 0,4-4 1,4-7 1445,-9 12-1569,-1 0-1,0 1 1,1-1 0,-1 1-1,1-1 1,-1 1-1,1-1 1,0 1-1,0 0 1,-1 0 0,1 0-1,0 0 1,0 0-1,0 1 1,0-1 0,0 0-1,4 0 1,3-1-8,0 0 1,0 0 0,0 1 0,-1 1 0,1-1-1,0 1 1,0 1 0,0-1 0,0 2-1,0-1 1,-1 1 0,12 4 0,-15-4-149,0 1 1,0 0 0,-1-1-1,1 2 1,0-1-1,-1 0 1,0 1 0,0 0-1,0 0 1,0 0 0,-1 1-1,0-1 1,0 1 0,0 0-1,0 0 1,-1 0-1,0 0 1,0 0 0,0 0-1,0 1 1,0 5 0,1 7 34,0 0 1,-2 1 0,0-1-1,-1 1 1,-1-1 0,-3 22-1,-28 109 189,24-119-202,-26 86 153,-55 124 0,-31 103 571,119-339-748,-2 4 142,1-1 0,1 0 0,-1 1 0,1-1 0,0 1 0,1-1 0,0 13 0,1-19-129,-1 1 0,1-1 0,-1 1 0,1-1 1,-1 0-1,1 1 0,0-1 0,-1 0 0,1 1 1,0-1-1,0 0 0,0 0 0,0 0 0,0 0 0,0 0 1,1 0-1,0 1 0,1-1-15,0 1 0,0-1 0,0 0 0,0 0-1,0 0 1,0-1 0,1 1 0,-1-1 0,0 1 0,6-1 0,6-2-109,-1 1-1,1-2 1,24-7 0,-25 6-46,6-1-526,0-2 0,0-1 0,-1 0 1,33-20-1,-27 14-310,14-7-970,58-28-5330,-19 19-1296</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42.390"/>
    </inkml:context>
    <inkml:brush xml:id="br0">
      <inkml:brushProperty name="width" value="0.035" units="cm"/>
      <inkml:brushProperty name="height" value="0.035" units="cm"/>
      <inkml:brushProperty name="color" value="#008C3A"/>
    </inkml:brush>
  </inkml:definitions>
  <inkml:trace contextRef="#ctx0" brushRef="#br0">553 66 6905,'2'-9'3409,"-2"8"-2487,0 0 1,0 0-1,0 0 0,0 0 0,0 0 0,0 0 1,0 0-1,0 1 0,-1-1 0,1 0 0,0 0 0,-1 0 1,1 0-1,0 0 0,-1 0 0,1 1 0,-1-1 1,0-1 921,-1 1-922,-4-3 2394,-3 3-3753,13-16 645,4 4-208,-7 13 0,-1-1 0,1 1 0,0 0 0,-1-1 0,1 1 0,0 0 0,0 0 0,-1 0 0,1 0 0,0 0 0,0 0 0,0 0 0,-1 0 0,1 0 0,0 0 0,0 0 0,-1 0 0,1 0 0,0 1 0,0-1 0,-1 0 0,1 0 0,0 1 0,-1-1 0,1 1 0,0-1 0,-1 1 0,1-1 0,-1 1 0,1-1 0,-1 1 0,1-1 0,-1 1 0,1 0 0,0 1 0,1 0 0,-1 1 0,0 0 0,1 0 0,-1 1 0,0-1 0,-1 0 0,1 0 0,0 6 0,1 31 0,-3 0 0,-6 55 0,-21 84 0,25-158 0,-114 513 0,-28-4 0,-5-26 0,26-64 0,117-422 0,37-117 0,42-108-10054,-56 164 2583,4 3-4787</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42.795"/>
    </inkml:context>
    <inkml:brush xml:id="br0">
      <inkml:brushProperty name="width" value="0.035" units="cm"/>
      <inkml:brushProperty name="height" value="0.035" units="cm"/>
      <inkml:brushProperty name="color" value="#008C3A"/>
    </inkml:brush>
  </inkml:definitions>
  <inkml:trace contextRef="#ctx0" brushRef="#br0">20 9 15913,'-14'0'1061,"8"-2"5137,15-2-40,3 2-5170,-10 1 324,13 26-175,82 173-1137,1-26 0,190 254 0,-198-313 0,4-5 0,212 187 0,-263-258 0,2-3 0,1-2 0,2-1 0,1-3 0,94 39 0,-116-57 0,0-2 0,1-1 0,0-1 0,0-1 0,46 1 0,-52-6 0,0-1 0,0-1 0,-1-1 0,1-1 0,-1 0 0,0-2 0,0 0 0,23-12 0,-9 0 0,0-2 0,-2-1 0,0-1 0,-2-2 0,0-2 0,-2 0 0,32-38 0,166-227 0,-15-34-736,-17 24-856,-140 223 650,117-123 0,-93 119-6150,-61 65 92,1 12-4479</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46.846"/>
    </inkml:context>
    <inkml:brush xml:id="br0">
      <inkml:brushProperty name="width" value="0.035" units="cm"/>
      <inkml:brushProperty name="height" value="0.035" units="cm"/>
      <inkml:brushProperty name="color" value="#008C3A"/>
    </inkml:brush>
  </inkml:definitions>
  <inkml:trace contextRef="#ctx0" brushRef="#br0">254 212 10333,'0'0'6477,"-1"-3"-4320,-3-6-2037,3 6 614,-1 1 0,1 0 1,0-1-1,-1 1 1,1 0-1,-1 0 1,0 0-1,0 0 0,0 0 1,0 1-1,0-1 1,0 0-1,-4-1 1,-6-5 364,10 7-66,-2 0-166,-16-2-515,-11 0-296,23 7-59,4-1-3,-2 1 6,1 0 0,0 0 0,0 0 0,1 1 0,-1 0 0,1 0 0,0 0 0,0 0 0,1 1 0,0-1 0,0 1 0,-4 9 0,-6 9 0,3 2 0,0-1 0,2 1 0,1 1 0,0-1 0,-4 55 0,8-58 0,-3 19 0,2 0 0,2 0 0,2 0 0,1 0 0,3 0 0,11 57 0,-9-75 0,0-1 0,2-1 0,1 1 0,0-1 0,2-1 0,0 0 0,2 0 0,0-1 0,1-1 0,1 0 0,1-1 0,29 27 0,-31-34 0,0 0 0,1-1 0,0-1 0,1 0 0,0-1 0,0 0 0,1-2 0,0 0 0,0 0 0,0-2 0,1 0 0,0-1 0,-1-1 0,1-1 0,0 0 0,0-1 0,0-1 0,0-1 0,0 0 0,29-9 0,-22 4 0,1 0 0,-1-2 0,0-1 0,0-1 0,-2-1 0,1-2 0,34-25 0,-43 27 0,-1-1 0,0 0 0,-1-1 0,0 0 0,-1-2 0,-1 1 0,0-1 0,-1-1 0,-1 0 0,0 0 0,8-28 0,-7 13 0,-1-2 0,-3 1 0,0-1 0,-2 0 0,-1-1 0,-2 1 0,-2 0 0,-1 0 0,-1-1 0,-10-37 0,8 45 0,-2 1 0,-1 0 0,-2 0 0,0 1 0,-1 0 0,-2 0 0,0 1 0,-2 1 0,-1 1 0,0 0 0,-2 1 0,0 1 0,-25-22 0,24 26 0,-1 1 0,0 1 0,-1 0 0,-1 2 0,0 1 0,-1 0 0,0 2 0,0 0 0,-1 2 0,0 0 0,0 2 0,-1 0 0,-44-1 0,53 7-321,1 0 0,0 2-1,0-1 1,1 2 0,-1 0 0,1 1-1,-1 0 1,-25 14 0,30-13-300,1-1 0,0 1 1,0 1-1,0-1 0,1 1 0,0 1 0,0 0 1,-6 9-1,10-13-140,0 1 0,1 1 0,0-1 0,0 0 0,0 1 0,1 0 0,0-1 0,0 1 0,0 0 1,1 0-1,-1 0 0,1 0 0,0 11 0,11 28-9891</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47.253"/>
    </inkml:context>
    <inkml:brush xml:id="br0">
      <inkml:brushProperty name="width" value="0.035" units="cm"/>
      <inkml:brushProperty name="height" value="0.035" units="cm"/>
      <inkml:brushProperty name="color" value="#008C3A"/>
    </inkml:brush>
  </inkml:definitions>
  <inkml:trace contextRef="#ctx0" brushRef="#br0">84 1 3512,'-30'42'628,"3"-33"-2336,1 0 984</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47.937"/>
    </inkml:context>
    <inkml:brush xml:id="br0">
      <inkml:brushProperty name="width" value="0.035" units="cm"/>
      <inkml:brushProperty name="height" value="0.035" units="cm"/>
      <inkml:brushProperty name="color" value="#008C3A"/>
    </inkml:brush>
  </inkml:definitions>
  <inkml:trace contextRef="#ctx0" brushRef="#br0">1 197 11661,'2'-1'279,"-1"1"0,1-1 1,0 0-1,0 1 0,-1-1 0,1 0 0,0 0 0,-1 0 0,1 0 1,-1 0-1,1 0 0,-1-1 0,0 1 0,0-1 0,1 1 0,0-3 1,3-1 498,-6 2-102,0 1 0,0 0 0,0-1 0,0 1 0,0 0 0,-1 0 0,1 0 0,-1 0 0,-2-4 1,5 22 145,1 0 0,1-1 0,1 0 1,10 29-1,5 22 650,6 107-283,-5-18 188,-14-129-1209,0 0 0,2-1 0,21 49 0,-24-63-168,1 0 0,0 0 0,0-1 0,1 0 0,1 0 0,-1 0 0,2-1 0,-1 0 0,1-1 0,1 0 0,0 0 0,0-1 0,0 0 0,1-1 0,0 0 0,0-1 0,0 0 0,1-1 0,-1 0 0,1 0 0,14 1 0,2-2 0,-1-2 0,1-1 0,0-1 0,0-1 0,-1-1 0,44-12 0,159-56 0,-213 65 0,113-45-546,-1-6 1,-4-6-1,-2-5 1,-3-5-1,215-175 0,-171 104-4634,-60 46-3622,-35 30-3725</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48.281"/>
    </inkml:context>
    <inkml:brush xml:id="br0">
      <inkml:brushProperty name="width" value="0.035" units="cm"/>
      <inkml:brushProperty name="height" value="0.035" units="cm"/>
      <inkml:brushProperty name="color" value="#008C3A"/>
    </inkml:brush>
  </inkml:definitions>
  <inkml:trace contextRef="#ctx0" brushRef="#br0">1 0 13941,'17'100'5736,"-7"-46"-3161,47 292 6201,-54-330-8699,1-1 1,0 0 0,0 0 0,2-1 0,0 1-1,0-1 1,2-1 0,0 1 0,0-1 0,1 0-1,0-1 1,1 0 0,14 12 0,-10-12-19,0-1 0,1 0 0,0-1 0,1-1 0,0 0 0,0-1 1,1-1-1,0-1 0,0 0 0,36 7 0,16-3-405,0-3 1,0-3-1,0-3 1,1-3-1,-1-3 1,0-3-1,119-29 1,-73 4-815,-1-4 0,-2-6-1,176-93 1,-6-2-10217,-135 74 376</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4.225"/>
    </inkml:context>
    <inkml:brush xml:id="br0">
      <inkml:brushProperty name="width" value="0.035" units="cm"/>
      <inkml:brushProperty name="height" value="0.035" units="cm"/>
      <inkml:brushProperty name="color" value="#008C3A"/>
    </inkml:brush>
  </inkml:definitions>
  <inkml:trace contextRef="#ctx0" brushRef="#br0">1352 137 11773,'0'-40'1954,"0"38"-1820,0 1-1,0 0 1,0 0-1,0 0 1,0 0-1,0-1 1,0 1-1,-1 0 1,1 0-1,0 0 1,-1 0-1,1 0 1,-1 0-1,1 0 1,-1 0-1,1 0 1,-1 0-1,0 0 1,0 0 0,1 0-1,-3-1 1,-1-2 366,0-2-190,-1 1 1,0-1-1,0 1 0,0 0 1,0 1-1,-1-1 1,0 1-1,0 0 0,0 1 1,-1-1-1,1 1 1,-1 1-1,0-1 0,0 1 1,0 0-1,0 1 1,0-1-1,0 1 0,0 1 1,0-1-1,-9 2 1,-15 1 226,1 1 1,-1 2-1,-47 12 1,73-15-448,-56 15 404,1 4 1,1 1 0,-66 37-1,-162 104 315,253-142-729,-29 17 118,-98 78 0,143-101-169,0 1 0,1 1 0,0 1 0,2 0 1,0 1-1,1 1 0,1 0 0,-20 42 0,31-58-23,1 0-1,0 0 1,0 0 0,0 0-1,0 0 1,1 0-1,0 1 1,0-1-1,0 0 1,0 0-1,1 0 1,-1 0-1,1 0 1,0 0-1,1 0 1,-1 0 0,0 0-1,1-1 1,0 1-1,4 6 1,-3-6-3,1 1 0,-1-1 0,1 1 1,0-1-1,0-1 0,1 1 0,-1 0 0,1-1 1,0 0-1,0 0 0,0 0 0,0-1 1,8 3-1,1-2 5,1 0 0,-1-1 0,1 0 1,0-1-1,0-1 0,0-1 0,27-4 0,102-28 124,-138 32-123,372-136 1462,-48 15-302,-324 120-1169,0 0 0,0 1 0,0 0 0,0 0 0,0 0 0,0 0 0,1 1 0,-1 0 0,0 1 0,10 1 0,-14-2 0,0 1 0,0 0 0,0 0 0,0 0 0,0 1 0,0-1 0,0 0 0,0 1 0,0-1 0,0 1 0,-1 0 0,1-1 0,-1 1 0,1 0 0,-1 0 0,0 0 0,0 0 0,0 0 0,0 0 0,0 1 0,0-1 0,0 0 0,-1 0 0,1 1 0,-1-1 0,0 0 0,0 4 0,1 21-526,-1 0 1,-2 0-1,-1-1 1,-12 53-1,8-43-374,2-8-1027,-6 33-3668,8-19-1204,5 6-5135</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4.643"/>
    </inkml:context>
    <inkml:brush xml:id="br0">
      <inkml:brushProperty name="width" value="0.035" units="cm"/>
      <inkml:brushProperty name="height" value="0.035" units="cm"/>
      <inkml:brushProperty name="color" value="#008C3A"/>
    </inkml:brush>
  </inkml:definitions>
  <inkml:trace contextRef="#ctx0" brushRef="#br0">627 39 12201,'-1'-3'169,"1"1"-1,-1 0 1,0 0-1,0 0 1,0 0-1,-1 0 1,1 1 0,0-1-1,-1 0 1,1 0-1,-1 1 1,1-1-1,-1 1 1,0 0-1,0-1 1,0 1 0,0 0-1,0 0 1,-2-1-1,-1 1 124,1 0 0,0 0 0,0 0 0,-1 0 0,1 1 0,-1 0-1,1 0 1,0 0 0,-7 2 0,-4 1 580,1 1 0,-1 0 0,1 1 0,-27 14 0,8-1 277,0 2-1,1 1 0,-43 36 0,51-35-847,2 0 0,0 1 0,1 1 0,1 1 0,1 0 0,2 2 0,-27 53 0,26-42-124,3 0-1,0 0 1,-16 77-1,29-103-254,0 0 0,1 0 1,0 0-1,1 0 0,0 0 0,1 0 0,1 0 0,0 0 1,0-1-1,1 1 0,0 0 0,1-1 0,1 0 1,0 0-1,0 0 0,1-1 0,14 20 0,-11-19-203,1-1-1,0 0 1,0 0-1,1-1 1,0 0-1,1-1 0,-1-1 1,2 1-1,-1-2 1,1 0-1,16 6 1,-10-7-182,1 0 1,-1-1 0,1-1-1,-1-1 1,1-1 0,0 0-1,26-3 1,-6-4-209,-1-1 0,1-2 0,-2-1 0,1-2 0,-1-2 0,-1-1 0,47-28 0,131-95-498,-13-17 3731,-149 113-929,-50 40-1413,0-1 1,0 0 0,0 0-1,-1 0 1,0 0-1,1 0 1,-1 0 0,2-5-1,-4 8-174,0 0-1,0-1 0,1 1 0,-1 0 1,0 0-1,0-1 0,0 1 0,0 0 1,0-1-1,0 1 0,0 0 0,0-1 1,1 1-1,-1 0 0,0 0 0,0-1 1,-1 1-1,1 0 0,0-1 0,0 1 1,0 0-1,0-1 0,0 1 0,0 0 1,0-1-1,0 1 0,0 0 0,-1 0 1,1-1-1,0 1 0,0 0 0,-17 4 1147,4 4-782,0 1-1,1 0 1,0 1 0,1 0-1,0 1 1,0 0 0,1 1 0,-15 23-1,6-6 67,2 2-1,-25 59 0,35-73-415,1 1 0,1-1 0,1 2 0,0-1 0,1 0 0,2 1 0,-1-1 0,2 1-1,2 25 1,-1-38-158,0 1 0,0-1 0,1 1 0,0-1 0,0 1-1,0-1 1,5 8 0,5 9-1153,32 43 0,-39-60 911,0 0-1,0 0 0,0 0 0,1-1 0,0 0 0,0 0 0,1-1 1,-1 0-1,1 0 0,0 0 0,0-1 0,0 0 0,0 0 0,1-1 1,10 2-1,-1-2-1302,-1-1-1,1 0 1,0-2 0,0 0 0,17-3 0,14-4-6849</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4.925"/>
    </inkml:context>
    <inkml:brush xml:id="br0">
      <inkml:brushProperty name="width" value="0.035" units="cm"/>
      <inkml:brushProperty name="height" value="0.035" units="cm"/>
      <inkml:brushProperty name="color" value="#008C3A"/>
    </inkml:brush>
  </inkml:definitions>
  <inkml:trace contextRef="#ctx0" brushRef="#br0">175 61 11401,'-2'-1'185,"0"1"24,0-1 0,0 1 0,0-1 0,0 1 0,0-1 0,0 0 0,0 0 0,0 1 0,0-1 0,0-1 0,1 1 0,-1 0 0,0 0 0,1-1 0,-1 1 0,1-1 0,0 1 0,-1-1 0,1 1 0,0-1 0,-1-2 0,-1 1 284,0 0 0,1 0 0,-1 1 0,0-1 0,0 1 0,-1 0 0,1 0 0,0 0 0,-1 0 0,1 0-1,-1 1 1,0-1 0,0 1 0,1 0 0,-1 0 0,0 1 0,-6-1 0,10 1-458,-1 0 39,-1 0 0,1 0 0,0 0 0,0 1 0,0-1 1,0 0-1,0 1 0,0-1 0,0 0 0,0 1 0,0 0 0,0-1 0,0 1 0,0-1 0,0 1 0,1 0 0,-1 0 0,0 0 0,-1 1 0,-1 1 129,-1 2-99,-1 1 0,1-1 0,0 1 1,0 0-1,1 0 0,0 0 0,0 1 0,0-1 1,1 1-1,0 0 0,0 0 0,0-1 0,1 1 1,0 0-1,1 14 0,0 11 89,1 0-1,7 36 1,-7-60-164,5 42 82,45 281-492,-32-167-219,-16-112 316,19 90 0,-20-139 213,-1 1 0,0-1 1,1 0-1,0 1 0,-1-1 0,1 0 1,3 3-1,-3-4-33,-1-1 29,0-1 1,0 0-1,0 0 0,0 0 1,0 0-1,1 0 1,-1 0-1,0 0 0,0-1 1,0 1-1,0 0 1,0 0-1,0-1 0,0 1 1,0-1-1,0 1 1,2-2-1,-1 1-131,2 0-70,0-1 0,1 0 0,-1 0 0,0 0 0,0-1 0,0 0 0,-1 1 0,1-1-1,-1 0 1,1-1 0,3-4 0,33-49-3839,-10 14-2263,-4 11-2225</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5.421"/>
    </inkml:context>
    <inkml:brush xml:id="br0">
      <inkml:brushProperty name="width" value="0.035" units="cm"/>
      <inkml:brushProperty name="height" value="0.035" units="cm"/>
      <inkml:brushProperty name="color" value="#008C3A"/>
    </inkml:brush>
  </inkml:definitions>
  <inkml:trace contextRef="#ctx0" brushRef="#br0">304 64 12957,'-39'-23'2317,"26"10"1729,7-8-2318,5 18-882,0 0 768,-3 4-279,-6 3-1058,1 0 1,-1 1-1,1 0 0,1 0 1,-1 1-1,1 0 0,0 1 1,0 0-1,1 0 1,0 0-1,0 1 0,0 0 1,1 1-1,1-1 0,-7 14 1,-9 16 198,3 1 0,-24 71 1,35-85-403,0 0 1,2 0-1,1 0 1,1 1-1,1-1 1,2 27 0,2 16-30,5 54-309,-4-105 177,-1-1-1,2 0 1,0 0 0,1-1 0,9 21 0,-11-32 67,0 1 0,0-1 0,0 0 1,1 0-1,-1 0 0,1 0 0,0 0 0,0-1 0,1 0 0,-1 0 0,7 4 0,-4-3 2,-2-2 11,0-1-1,0 1 1,0-1 0,0 0 0,0 0 0,0-1-1,0 1 1,1-1 0,-1 0 0,0-1-1,0 1 1,0-1 0,0 0 0,0 0 0,8-3-1,4 0-2,32-7 4,0-3 0,68-28 0,8-2 72,-116 42-110,0 0-1,0 0 1,0 1-1,0 1 0,0-1 1,0 2-1,0-1 1,0 1-1,0 0 1,0 1-1,0 0 0,12 5 1,-16-5-226,0 0-1,-1 0 1,1 1 0,-1-1 0,0 1 0,1 0 0,-1 0-1,-1 1 1,1 0 0,4 4 0,-6-5-219,0 0-1,0 0 1,0 1 0,0-1 0,-1 1 0,1-1-1,-1 1 1,0 0 0,0-1 0,0 1 0,-1 0-1,1 0 1,-1 0 0,0 6 0,0 28-5733,3-1-3838</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6.050"/>
    </inkml:context>
    <inkml:brush xml:id="br0">
      <inkml:brushProperty name="width" value="0.035" units="cm"/>
      <inkml:brushProperty name="height" value="0.035" units="cm"/>
      <inkml:brushProperty name="color" value="#008C3A"/>
    </inkml:brush>
  </inkml:definitions>
  <inkml:trace contextRef="#ctx0" brushRef="#br0">1 70 9017,'64'-49'2205,"-61"46"-1866,-1 1 0,1 0-1,1 0 1,-1 0 0,0 1-1,0-1 1,1 1 0,-1 0-1,1 0 1,-1 0 0,1 0 0,-1 0-1,1 1 1,4 0 0,-5 0-204,0 0 0,-1 1 1,1 0-1,-1-1 1,0 1-1,1 0 1,-1 0-1,0 0 0,1 1 1,-1-1-1,0 1 1,0-1-1,0 1 1,0 0-1,2 2 1,2 3 0,-1 1 0,0-1 0,-1 1 0,0 0 0,0 0 0,-1 0 0,0 1 0,3 13 0,-2-3-26,-1-1-1,-1 0 0,0 1 1,-2-1-1,0 1 0,-1-1 0,0 0 1,-2 1-1,0-1 0,-9 25 0,-6 10 2,-3-1 1,-30 53-1,-30 76 162,80-178-266,0-1 1,0 1 0,0 0-1,1 0 1,-1 0 0,1 0-1,0 0 1,-1 0 0,1 0-1,1-1 1,-1 1 0,1 3-1,-1-5-4,1 0 0,-1 0 0,1 0 0,0 0 0,-1 0 0,1 0 1,0 0-1,0 0 0,-1 0 0,1 0 0,0-1 0,0 1 0,0 0 0,0-1 0,0 1 0,0 0 0,0-1 0,0 0 0,0 1 0,0-1 0,1 0 0,-1 1 0,0-1 1,0 0-1,0 0 0,0 0 0,1 0 0,-1 0 0,0 0 0,0 0 0,2-1 0,23-4-51,-1-1 0,1-1-1,-1-2 1,-1 0 0,35-19 0,-10 5-176,60-30-307,-2-6 0,180-131 0,-229 152 435,-54 35 74,-3 5-4,2 2-17,-1 0-1,0 0 0,0 0 1,0 1-1,0-1 0,-1 0 1,1 1-1,-1-1 0,0 1 1,-1 0-1,1-1 0,-1 1 1,0 0-1,-1 6 0,2 17-329,0-21 213,-1 1-22,0 1 1,0-1-1,1 1 0,0-1 1,1 1-1,0-1 1,1 0-1,-1 0 0,1 1 1,1-2-1,0 1 0,4 7 1,-5-13 146,0 0 1,0 0-1,0-1 1,0 1 0,0-1-1,0 0 1,0 0-1,0 0 1,7 1-1,-5-1 9,-1 0 36,0 0 0,0 0 0,0 0 0,1-1 0,-1 0 1,0 0-1,1 0 0,-1 0 0,5-1 0,15 0-40,115 6 128,-117-5-227,-1-2-1,35-5 1,10-1-241,28 0 119,-56 4 458,64 1 1,-88 4-131,0 1 0,0 0 0,0 1 1,0 0-1,-1 1 0,1 1 0,-1 0 0,15 8 0,12 8-207,0-2-1,2-1 1,51 14-1,-78-29 78,0 0-1,1-1 1,28 0-1,10 1-10,118 23-1168,-136-18 525,-17-4-677,1 0 1,-1 2 0,34 13 0,-1 7-3160</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6.425"/>
    </inkml:context>
    <inkml:brush xml:id="br0">
      <inkml:brushProperty name="width" value="0.035" units="cm"/>
      <inkml:brushProperty name="height" value="0.035" units="cm"/>
      <inkml:brushProperty name="color" value="#008C3A"/>
    </inkml:brush>
  </inkml:definitions>
  <inkml:trace contextRef="#ctx0" brushRef="#br0">174 232 17158,'-135'-27'2706,"98"18"3299,36 9-5872,1-1 1,0 1-1,0 0 0,0 0 1,0 0-1,0-1 1,0 1-1,0 0 0,0 0 1,0-1-1,0 1 0,-1 0 1,1 0-1,0 0 1,0-1-1,0 1 0,1 0 1,-1 0-1,0-1 0,0 1 1,0 0-1,0 0 1,0-1-1,0 1 0,0 0 1,0 0-1,0 0 0,0-1 1,1 1-1,-1 0 1,0 0-1,0 0 0,0-1 1,0 1-1,1 0 0,-1 0 1,0 0-1,0 0 1,0 0-1,1 0 0,-1-1 1,0 1-1,0 0 0,1 0 1,-1 0-1,0 0 1,0 0-1,1 0 0,-1 0 1,0 0-1,1 0 0,9-8-1165,-4 3 1122,2-1 0,-1 1 0,0 1 0,1-1 0,0 1 0,0 0 1,0 1-1,12-3 0,11-2 1,34-3 1,-52 8-91,143-17-1,158 1 0,164 20 0,-333 1 0,554-4-3897,-1-43-2756,-523 26-677,-15 6-4573</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6.646"/>
    </inkml:context>
    <inkml:brush xml:id="br0">
      <inkml:brushProperty name="width" value="0.035" units="cm"/>
      <inkml:brushProperty name="height" value="0.035" units="cm"/>
      <inkml:brushProperty name="color" value="#008C3A"/>
    </inkml:brush>
  </inkml:definitions>
  <inkml:trace contextRef="#ctx0" brushRef="#br0">432 0 16297,'-27'11'1280,"20"-9"-762,1 0 0,0 1 0,-1 0 0,1 1 0,0-1 0,1 1 0,-1 0 0,1 0 0,-10 10 0,-23 25 1484,1 2 0,2 2 0,2 1 0,-33 58 0,44-59-2002,1 2 0,2 0 0,2 1 0,-15 66 0,27-91-903,1 0-1,1 1 1,1-1-1,0 1 1,2 0 0,5 40-1,-4-56-138,0 0 1,1 0-1,0-1 0,1 1 0,-1-1 1,1 1-1,0-1 0,0 0 1,1 0-1,5 6 0,17 19-10958</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7.088"/>
    </inkml:context>
    <inkml:brush xml:id="br0">
      <inkml:brushProperty name="width" value="0.035" units="cm"/>
      <inkml:brushProperty name="height" value="0.035" units="cm"/>
      <inkml:brushProperty name="color" value="#008C3A"/>
    </inkml:brush>
  </inkml:definitions>
  <inkml:trace contextRef="#ctx0" brushRef="#br0">67 107 11173,'0'2'221,"-1"-1"-1,1 1 1,-1 0-1,0 0 1,0 0-1,1 0 1,-1 0-1,-1-1 1,1 1-1,0 0 1,0-1 0,-1 1-1,1-1 1,-1 1-1,1-1 1,-1 0-1,1 0 1,-4 2-1,3-2 1491,1 2-231,-3 37 1053,3-29-2064,0 0 0,0-1 0,-1 1 0,-5 17 0,0-12-114,4-10 25,0 1 0,1 0 0,0 0 0,0-1 0,0 1 0,-1 10-1,20-33 583,-3 2-856,2 0 1,-1 1-1,2 1 1,0 1-1,0 0 1,1 1-1,0 1 1,1 1-1,0 0 1,29-7-1,-41 13-101,-1 1-1,1 0 0,0 0 0,-1 0 1,1 1-1,0 0 0,-1 0 0,1 1 1,0 0-1,-1 0 0,1 0 1,-1 1-1,1 0 0,-1 0 0,0 1 1,0 0-1,0 0 0,11 8 0,-11-6 0,0 1 0,0 0-1,0 0 1,-1 0 0,0 1-1,0 0 1,-1 0-1,0 0 1,0 1 0,-1-1-1,0 1 1,0 0-1,0 0 1,1 11 0,-1 0-9,0 0 1,-2 0-1,0 0 1,-1 1-1,-5 32 0,-25 94 21,5-35-14,-13 67 4,37-174-3,1-1 1,0 1-1,0 0 0,0 0 0,0 0 0,1-1 1,-1 1-1,1 0 0,0 0 0,3 6 0,-3-8-2,-1-1 0,1 1 0,-1-1 0,1 1 0,0-1 0,0 0 0,0 1 0,0-1-1,0 0 1,0 0 0,0 1 0,0-1 0,1 0 0,-1 0 0,0 0 0,1 0 0,-1-1-1,1 1 1,-1 0 0,1-1 0,-1 1 0,1 0 0,-1-1 0,4 1 0,1-3 4,1 1 0,-1-2 0,0 1 0,0 0 0,0-1 0,0 0 0,7-6 0,-9 7-3,6-5-4,-1 0 0,1 0 0,-2-1 0,1 0 0,-1 0 0,0-1 0,-1 0 0,12-19 0,0-6 34,19-47 1,-16 33-12,0 0-12,-3-1 0,-2-1 0,14-66 0,-23 77-125,-2-1 0,-1 0 0,-2-1 0,-5-76 0,1 106-406,0 1-1,-1-1 0,-1 0 0,0 1 1,0-1-1,-1 1 0,0 0 1,-1 0-1,0 1 0,0-1 0,-1 1 1,-13-15-1,18 22 216,0 1 1,0 0-1,0 0 1,0 0-1,0 0 1,0 0-1,0 0 1,-1 0-1,1 0 1,0 1-1,0-1 1,-1 0-1,1 1 1,-1-1-1,1 1 1,-1-1-1,1 1 1,-1 0-1,1 0 1,-1 0-1,1 0 1,-1 0-1,-1 0 1,-2 0-1121,-19 0-8346</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7.601"/>
    </inkml:context>
    <inkml:brush xml:id="br0">
      <inkml:brushProperty name="width" value="0.035" units="cm"/>
      <inkml:brushProperty name="height" value="0.035" units="cm"/>
      <inkml:brushProperty name="color" value="#008C3A"/>
    </inkml:brush>
  </inkml:definitions>
  <inkml:trace contextRef="#ctx0" brushRef="#br0">237 37 9001,'-3'-4'693,"2"3"-387,0 0-1,0-1 1,0 1-1,-1 0 1,1 0-1,0 0 1,0 0-1,-1 0 0,1 0 1,0 0-1,-3-1 1,-5 21 3727,2-6-2961,-1 0 0,0-1 1,-1 0-1,0 0 0,-20 19 1,-3 5 585,18-19-1163,1 1-1,0 1 1,2 0 0,0 0-1,1 1 1,-12 36-1,19-47-394,0 1 1,1 0-1,1 0 0,-1 1 0,2-1 0,-1 0 0,2 14 0,0-17-75,0-1 1,0 0-1,1 0 1,0 0-1,0 0 0,1 0 1,-1 0-1,1 0 1,0-1-1,1 1 1,-1-1-1,9 9 1,-10-11-23,1-1 0,0 1 0,-1 0 0,1-1 1,1 0-1,-1 1 0,0-1 0,0-1 0,1 1 0,-1 0 0,1-1 1,-1 0-1,1 1 0,0-2 0,0 1 0,-1 0 0,6 0 0,-3-2 0,-1 1-1,0-1 0,0 0 0,0 0 0,0 0 0,0-1 0,0 0 0,-1 0 0,1 0 0,0-1 0,5-4 0,7-5 2,-2-2 0,0 0 0,0 0 0,-2-1 0,17-23-1,2-11-8,-2-1 0,-3-2 0,-1-1 0,19-60 0,-16 40-35,-27 69 25,-6-3-9,3 6 20,1 0 0,0 0-1,0 1 1,0-1 0,-1 0 0,1 0-1,0 1 1,-1-1 0,1 0 0,-1 1-1,1-1 1,0 0 0,-1 1 0,0-1 0,1 1-1,-1-1 1,1 1 0,-1-1 0,0 1-1,1 0 1,-1-1 0,0 1 0,0-1-1,-54 40-775,53-37 507,0 1 0,1 0-1,-1 0 1,1-1 0,0 1 0,0 0-1,0 0 1,0 0 0,1 0-1,-1 4 1,-2 31-926,3-34 643</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7.912"/>
    </inkml:context>
    <inkml:brush xml:id="br0">
      <inkml:brushProperty name="width" value="0.035" units="cm"/>
      <inkml:brushProperty name="height" value="0.035" units="cm"/>
      <inkml:brushProperty name="color" value="#008C3A"/>
    </inkml:brush>
  </inkml:definitions>
  <inkml:trace contextRef="#ctx0" brushRef="#br0">1316 202 10217,'6'-4'400,"0"0"0,-1 0 0,0-1 0,0 0 0,-1 0 0,1 0 0,-1-1 0,0 0 1,0 0-1,-1 0 0,4-8 0,14-24 2735,-8 19-129,2 2 1,-1 0-1,27-23 1,-411 434-768,206-209-1890,-360 402-349,443-498 0,-82 118 0,133-166 175,12-15-1468,0 0 0,-22 46 0,-15 61-10694,51-124 9169,1 1-1,1-1 1,0 1 0,-2 18-1</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3:58.210"/>
    </inkml:context>
    <inkml:brush xml:id="br0">
      <inkml:brushProperty name="width" value="0.035" units="cm"/>
      <inkml:brushProperty name="height" value="0.035" units="cm"/>
      <inkml:brushProperty name="color" value="#008C3A"/>
    </inkml:brush>
  </inkml:definitions>
  <inkml:trace contextRef="#ctx0" brushRef="#br0">132 193 14717,'-6'2'665,"0"0"-1,0 1 0,0 0 1,0 0-1,0 1 0,1-1 1,-1 1-1,1 1 0,0-1 1,0 1-1,1 0 0,-1 0 0,1 0 1,0 0-1,1 1 0,-1 0 1,-3 7-1,0 5 102,0-1 0,1 1 0,1 1 0,1-1 0,-3 20 1,6-28-689,0 1 1,0-1 0,1 1-1,1-1 1,0 1 0,0-1-1,1 1 1,0-1 0,1 0-1,0 0 1,7 16 0,-8-22-60,0 1 1,1-1 0,-1 0 0,1 0-1,0-1 1,0 1 0,0-1-1,1 1 1,-1-1 0,1 0-1,0 0 1,0-1 0,0 1-1,0-1 1,0 0 0,0 0-1,1 0 1,-1 0 0,1-1 0,-1 0-1,1 0 1,0 0 0,-1 0-1,1-1 1,0 0 0,-1 0-1,11-1 1,-9-1-20,0 0 0,1 0 0,-1 0 0,0-1 0,0 1 0,0-2 0,0 1 0,-1-1 0,1 1 0,-1-1 0,0-1 0,0 1 0,-1-1 0,1 0 0,-1 0 0,0 0 0,0-1 0,-1 1 0,5-11 0,3-6 0,-1 0 0,-1 0 0,-1-1 0,5-25 0,-9 30-415,-1 1 1,0-1-1,-1 1 0,-1-1 0,-1 0 1,-1 1-1,0-1 0,-1 1 1,-1-1-1,-8-26 0,7 33 14,0 1-1,0 0 0,-1 0 1,0 0-1,-1 0 0,0 1 1,0 0-1,-1 0 0,0 1 1,-1 0-1,1 0 0,-2 1 1,1 0-1,-1 0 0,0 1 1,-1 0-1,-13-6 0,0 7-6530,-8 7-4127</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0.270"/>
    </inkml:context>
    <inkml:brush xml:id="br0">
      <inkml:brushProperty name="width" value="0.035" units="cm"/>
      <inkml:brushProperty name="height" value="0.035" units="cm"/>
      <inkml:brushProperty name="color" value="#008C3A"/>
    </inkml:brush>
  </inkml:definitions>
  <inkml:trace contextRef="#ctx0" brushRef="#br0">5536 1463 9241,'0'0'8983,"-1"2"-8504,-5 7-284,1 0 0,1 0 0,0 1 1,0-1-1,1 1 0,0 0 0,0 0 0,-1 13 0,-2 4 72,-9 45 193,6-26-239,-2-1 0,-19 48 0,-19 21 11,-6-1 1,-99 150-1,106-193-175,-76 83 1,111-138-50,-46 53-13,-69 59-1,86-92-37,0-1-1,-76 44 1,86-61 37,-1-2 0,0-1 0,-1-1 0,-1-2 0,0-1 0,0-2 0,-1-2 0,0-1 1,0-2-1,-42-1 0,4-4 51,-1-4 0,1-3 1,-140-36-1,-229-98 345,8-28 400,293 114-501,-880-410 1256,716 301-1140,-345-251 0,539 335-361,-141-134 1,204 168-246,3-2-1,1-2 1,3-2-1,-63-108 1,91 137 11,2-1 0,1 0 0,1-1 1,1 0-1,1 0 0,1-1 0,2 0 1,1 0-1,-1-48 0,6 54-153,0 0-1,2-1 1,0 1-1,2 0 0,0 0 1,2 0-1,0 1 1,1 0-1,1 1 0,1-1 1,1 2-1,22-30 1,-13 23-579,1 1-1,1 2 1,33-27 0,36-20-4309,-8 15-2051</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0.632"/>
    </inkml:context>
    <inkml:brush xml:id="br0">
      <inkml:brushProperty name="width" value="0.035" units="cm"/>
      <inkml:brushProperty name="height" value="0.035" units="cm"/>
      <inkml:brushProperty name="color" value="#008C3A"/>
    </inkml:brush>
  </inkml:definitions>
  <inkml:trace contextRef="#ctx0" brushRef="#br0">1831 283 9301,'6'-17'161,"6"-19"1195,10-50-1,-20 78-928,0-1-1,-1 0 1,0 1 0,-1-1 0,0 0-1,0 0 1,-1 1 0,0-1-1,0 0 1,-1 1 0,-6-17 0,7 24-371,0-1 0,1 1 1,-1-1-1,0 1 1,0-1-1,0 1 0,-1 0 1,1 0-1,0-1 1,0 1-1,-1 0 0,1 0 1,-1 0-1,1 1 0,-1-1 1,1 0-1,-1 0 1,1 1-1,-1-1 0,-2 0 1,1 1 11,-1 0 1,0-1-1,0 1 0,1 1 1,-1-1-1,0 0 0,0 1 1,1 0-1,-5 1 0,-4 2 92,0 1 0,0 1 0,1 0 0,-21 14-1,-130 106 837,63-46-609,-485 410 579,420-334-795,-196 240 0,296-315-121,-72 120 0,111-159-33,2 2 0,2 1-1,2 0 1,-26 95 0,41-120-35,1 0 1,0 0-1,1 1 0,2 0 1,0-1-1,1 1 0,1-1 1,0 1-1,2-1 1,1 0-1,0 0 0,1-1 1,2 1-1,0-1 1,0-1-1,2 0 0,0 0 1,1-1-1,1 0 1,1-1-1,0 0 0,1-1 1,27 23-1,0-6-306,1-1 0,1-2 0,1-2 0,2-2 1,66 27-1,1-10-1507,142 34 0,-10-22-3464,25-13-3233</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2.997"/>
    </inkml:context>
    <inkml:brush xml:id="br0">
      <inkml:brushProperty name="width" value="0.035" units="cm"/>
      <inkml:brushProperty name="height" value="0.035" units="cm"/>
      <inkml:brushProperty name="color" value="#008C3A"/>
    </inkml:brush>
  </inkml:definitions>
  <inkml:trace contextRef="#ctx0" brushRef="#br0">566 212 10441,'0'0'4559,"-2"-2"-2440,1 0-1427,0 1-1,0-1 1,0 1-1,0-1 1,0 1 0,-1-1-1,1 1 1,-1 0 0,1 0-1,-1 0 1,1 0 0,-1 0-1,0 0 1,0 0-1,1 1 1,-1-1 0,0 1-1,0-1 1,-3 0 0,-17 10-75,12-2-473,1 1-1,1 1 1,-1-1 0,1 1 0,1 1 0,0 0-1,-9 16 1,-1 0-96,-37 52-48,-119 195 0,150-228 0,-17 30 0,-53 143 0,85-195 0,1 1 0,1 0 0,1 0 0,1 1 0,1 0 0,2-1 0,0 1 0,2 0 0,0 0 0,9 43 0,-6-55 0,-1 0 0,2-1 0,0 1 0,0-1 0,1 0 0,1-1 0,-1 1 0,2-1 0,0-1 0,0 1 0,1-1 0,0-1 0,1 0 0,0 0 0,19 12 0,-15-12 0,0-2 0,1 0 0,0 0 0,0-2 0,0 1 0,1-2 0,0 0 0,0-1 0,0-1 0,0 0 0,0-1 0,25-2 0,-11-2 0,0-1 0,0-1 0,0-2 0,-1 0 0,0-2 0,-1-2 0,0 0 0,-1-2 0,0-1 0,-1-1 0,0-1 0,-1-2 0,-1 0 0,36-36 0,-28 20 0,-1-3 0,-1 0 0,-2-2 0,-2 0 0,-1-2 0,-3-1 0,-1-1 0,24-72 0,-27 58 0,-2 0 0,-2-1 0,10-109 0,-22 133 0,-1 0 0,-1 0 0,-2 0 0,-2 0 0,-1 0 0,-1 1 0,-2-1 0,-14-35 0,16 53-252,-2 0-1,0 0 1,-1 1 0,0 0-1,-1 1 1,-1-1 0,0 2-1,-1 0 1,-1 0-1,0 1 1,0 1 0,-26-16-1,28 20-9,0 0-1,-1 2 1,0-1-1,0 1 0,-1 1 1,1 1-1,-1-1 1,0 2-1,0 0 0,0 0 1,0 1-1,0 1 1,0 0-1,0 1 0,0 1 1,0-1-1,-21 7 1,19-3-1230,-1 1 0,1 0-1,0 2 1,1-1 0,0 2 0,-20 14 0,-17 25-9839</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3.321"/>
    </inkml:context>
    <inkml:brush xml:id="br0">
      <inkml:brushProperty name="width" value="0.035" units="cm"/>
      <inkml:brushProperty name="height" value="0.035" units="cm"/>
      <inkml:brushProperty name="color" value="#008C3A"/>
    </inkml:brush>
  </inkml:definitions>
  <inkml:trace contextRef="#ctx0" brushRef="#br0">182 0 14653,'-14'46'1708,"-11"37"3326,-17 94-1,-58 632 1306,100-804-6339,0 0 0,0 1 0,0-1 0,1 0 0,0 0 0,0 0 0,1 6 0,-2-10 0,1 0 0,-1 0 0,1 0 0,-1-1 0,0 1 0,1 0 0,-1 0 0,1 0 0,0 0 0,-1-1 0,1 1 0,0 0 0,-1 0 0,1-1 0,0 1 0,0-1 0,0 1 0,0-1 0,-1 1 0,1-1 0,0 1 0,0-1 0,0 0 0,0 0 0,0 1 0,0-1 0,0 0 0,0 0 0,0 0 0,0 0 0,0 0 0,0 0 0,0 0 0,0 0 0,0-1 0,2 1 0,3-3 0,1 1 0,-1-1 0,1-1 0,-1 1 0,0-1 0,0 0 0,0 0 0,-1 0 0,8-9 0,44-54 0,-46 53 0,206-309 80,-20 28-481,-33 87-4915,-44 80-5793,-59 72-1928</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3.583"/>
    </inkml:context>
    <inkml:brush xml:id="br0">
      <inkml:brushProperty name="width" value="0.035" units="cm"/>
      <inkml:brushProperty name="height" value="0.035" units="cm"/>
      <inkml:brushProperty name="color" value="#008C3A"/>
    </inkml:brush>
  </inkml:definitions>
  <inkml:trace contextRef="#ctx0" brushRef="#br0">326 283 10749,'5'-1'550,"-1"-1"0,1 0 0,-1 0 0,1 0 0,-1 0 0,0-1 0,0 1 0,0-1 0,0 0 0,-1 0 0,1-1 0,5-6 0,35-53 6624,-36 50-6041,-5 7-763,1-1-1,-1 0 1,-1 0 0,1 0-1,-1 0 1,0 0-1,-1 0 1,0-1-1,1-14 1,-2 18-240,0 0 0,0 0 0,0 1 1,-1-1-1,1 0 0,-1 0 0,0 1 1,0-1-1,0 0 0,-1 1 0,1-1 1,-1 1-1,0-1 0,1 1 0,-2 0 1,1 0-1,0 0 0,-1 0 0,1 0 1,-1 0-1,-3-2 0,2 4-130,1 0 0,0 0 0,0 1 0,0-1 0,-1 1 0,1-1 0,0 1 0,-1 0 0,1 1 0,0-1 0,-1 0 0,1 1 0,0 0 0,0 0 0,0 0 0,-3 1 0,5-1 0,-10 3 0,0 1 0,0 0 0,1 1 0,0 0 0,0 1 0,0 0 0,1 0 0,0 1 0,-14 17 0,-6 9 0,-29 46 0,52-70 0,-16 22 0,2 2 0,1 0 0,2 1 0,2 1 0,1 1 0,1 0 0,2 0 0,2 1 0,2 1 0,1-1 0,2 1 0,1 0 0,5 59 0,-1-85-548,1 0-1,1 1 1,0-1-1,1 0 1,0-1-1,1 1 1,0-1 0,1 0-1,0 0 1,12 15-1,-15-22 216,1 0 0,-1-1 0,1 1 0,1 0 0,-1-1 1,0 0-1,1 0 0,0-1 0,0 1 0,0-1 0,1 0 0,-1 0 0,1-1 0,-1 0 0,1 0 0,0 0 0,0 0 0,0-1 0,0 0 0,0-1 0,0 1 0,0-1 0,0 0 0,8-1 0,8-4-5684,9 1-3392</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3.848"/>
    </inkml:context>
    <inkml:brush xml:id="br0">
      <inkml:brushProperty name="width" value="0.035" units="cm"/>
      <inkml:brushProperty name="height" value="0.035" units="cm"/>
      <inkml:brushProperty name="color" value="#008C3A"/>
    </inkml:brush>
  </inkml:definitions>
  <inkml:trace contextRef="#ctx0" brushRef="#br0">268 244 12829,'-2'3'1003,"0"0"0,1 0 0,-1 0 0,1 0 0,-1 1 0,1-1-1,0 0 1,-1 7 0,1 2-385,0 0 0,2 25 0,1-8 449,-3 24-678,-2 0-1,-2 0 0,-3 0 1,-1-1-1,-3 0 1,-3-1-1,-1-1 0,-3 0 1,-2-2-1,-41 71 1,-20 6 294,80-123-132,3-11-407,0 0 0,0-1 0,1 1 1,0 0-1,1 0 0,0 0 0,0 0 0,1 0 0,10-16 0,5-5-7,31-37 0,-25 35 25,342-405-1852,-164 238-2557,15 16-3765,-156 140 2091,-5 11-3385</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4.409"/>
    </inkml:context>
    <inkml:brush xml:id="br0">
      <inkml:brushProperty name="width" value="0.035" units="cm"/>
      <inkml:brushProperty name="height" value="0.035" units="cm"/>
      <inkml:brushProperty name="color" value="#008C3A"/>
    </inkml:brush>
  </inkml:definitions>
  <inkml:trace contextRef="#ctx0" brushRef="#br0">1154 513 6105,'41'-49'3525,"-22"28"-1911,-1 0 0,-1-2-1,0 0 1,-2-1 0,18-39 0,-22 36-341,-1 0-1,-1-1 1,9-58 0,-11 43 190,-3 23-98,2-37 0,-24 74-348,8 0-745,1-1 1,1 2-1,-11 28 1,7-13-24,-255 530 628,-43-14-52,175-316-713,-334 653-112,442-823 0,3 1 0,3 0 0,-17 90 0,34-135-12,1 0 0,1 1 0,1-1 0,0 0 0,1 0 0,1 1 1,8 37-1,-7-49-130,0 0 1,0 1 0,1-1 0,0 0-1,0 0 1,1-1 0,0 1 0,0-1-1,1 0 1,0 0 0,0 0 0,1-1-1,0 1 1,0-1 0,0-1 0,8 6-1,-9-8 10,1 0 1,0 1-1,0-2 0,0 1 0,0-1 0,0 0 0,1 0 0,-1-1 1,0 0-1,1 0 0,-1 0 0,1-1 0,-1 0 0,1 0 0,-1-1 0,1 0 1,-1 0-1,1 0 0,-1-1 0,0 0 0,8-4 0,0 0 20,0-2 1,0 0-1,-1 0 0,-1-1 0,1-1 1,-2 0-1,1-1 0,-1 0 0,-1 0 1,0-2-1,-1 1 0,0-1 0,-1 0 0,0-1 1,9-24-1,-1-4 0,-1-1-1,-3 0 1,-2-1-1,6-54 1,-7 5 245,-5 0 0,-8-97 0,1-64 493,6 207-547,1 1 0,2 0 0,18-64 0,-18 90-88,2-1 1,0 1 0,1 1-1,1-1 1,1 2 0,0-1-1,21-24 1,-12 21-71,1 0-1,1 1 1,0 1 0,47-31 0,-22 23-30,0 2 0,2 3 1,1 1-1,0 3 1,88-22-1,-121 37 104,1 0-1,0 2 1,-1 0-1,30 0 1,-41 2 45,-1 1 1,0 0 0,0-1 0,1 2 0,-1-1-1,0 1 1,0 0 0,9 4 0,-12-4 5,0-1 0,1 1 0,-1 0 0,0 0 0,0 0 0,0 0 0,0 0 0,0 0 0,0 1 0,-1-1 0,1 1 0,-1-1 0,0 1 0,0 0 0,0-1 0,0 1 0,1 3 0,-1 5 88,0-1 0,0 0 0,-1 0 0,-1 1 0,0-1-1,0 0 1,-1 0 0,0 0 0,0 0 0,-7 14 0,-7 16 239,-24 44 0,25-54-235,-45 80 213,-38 81-841,39-51-2238,53-127 2400,-19 50-2920,16-29-1803,8-15-551,12-5-3088</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4.516"/>
    </inkml:context>
    <inkml:brush xml:id="br0">
      <inkml:brushProperty name="width" value="0.035" units="cm"/>
      <inkml:brushProperty name="height" value="0.035" units="cm"/>
      <inkml:brushProperty name="color" value="#008C3A"/>
    </inkml:brush>
  </inkml:definitions>
  <inkml:trace contextRef="#ctx0" brushRef="#br0">0 52 5869,'24'-39'1152,"-17"26"4</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4.706"/>
    </inkml:context>
    <inkml:brush xml:id="br0">
      <inkml:brushProperty name="width" value="0.035" units="cm"/>
      <inkml:brushProperty name="height" value="0.035" units="cm"/>
      <inkml:brushProperty name="color" value="#008C3A"/>
    </inkml:brush>
  </inkml:definitions>
  <inkml:trace contextRef="#ctx0" brushRef="#br0">791 1 13129,'-41'31'1214,"24"-19"-405,0 1 1,1 1-1,1 0 0,0 1 1,1 1-1,-14 19 1,-34 65 5323,-10 12-1125,-10 10-4200,-124 248 0,198-354-807,-33 68-642,16-31-1579,-45 72 1,60-112-255,1 2 1,0-1 0,2 1 0,-10 25 0,7 6-9864</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4.860"/>
    </inkml:context>
    <inkml:brush xml:id="br0">
      <inkml:brushProperty name="width" value="0.035" units="cm"/>
      <inkml:brushProperty name="height" value="0.035" units="cm"/>
      <inkml:brushProperty name="color" value="#008C3A"/>
    </inkml:brush>
  </inkml:definitions>
  <inkml:trace contextRef="#ctx0" brushRef="#br0">11 109 16446,'-10'-21'3164,"33"-15"-352,4 18-408,7 6-540,2 3-387,15 0-273,6 6-324,13 3-568,7 0-640,7 0-1024,-1 3-489,4-3-955,-6 6-1012,-1 0-2257,1 3-5324</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5.390"/>
    </inkml:context>
    <inkml:brush xml:id="br0">
      <inkml:brushProperty name="width" value="0.035" units="cm"/>
      <inkml:brushProperty name="height" value="0.035" units="cm"/>
      <inkml:brushProperty name="color" value="#008C3A"/>
    </inkml:brush>
  </inkml:definitions>
  <inkml:trace contextRef="#ctx0" brushRef="#br0">12 156 16698,'-2'-2'618,"1"-1"1,-1 0 0,1 0 0,0 0 0,0 0 0,0-1 0,0 1 0,1 0 0,-1 0 0,1 0 0,0-4 0,9-51 7430,-4 33-7456,-5 24-612,0 0 1,0-1-1,0 1 0,0 0 1,1-1-1,-1 1 1,0 0-1,1-1 0,-1 1 1,1 0-1,-1 0 0,1-1 1,0 1-1,-1 0 1,1 0-1,0 0 0,0 0 1,0 0-1,0 0 0,0 0 1,0 0-1,0 0 0,0 1 1,0-1-1,0 0 1,1 1-1,-1-1 0,2 0 1,0 0-562,-3 1 532,0 0 0,0 0 0,0 0 1,0 0-1,0 0 0,0 0 0,0 0 0,0 0 1,0-1-1,1 1 0,-1 0 0,0 0 0,0 0 0,0 0 1,0 0-1,0 0 0,0 0 0,0 0 0,0 0 1,1 0-1,-1 0 0,0 0 0,0 0 0,0 0 0,0 0 1,0 0-1,0 0 0,0 0 0,0 0 0,1 0 1,-1 1-1,0-1 0,0 0 0,0 0 0,0 0 0,0 0 1,0 0-1,0 0 0,0 0 0,0 0 0,0 0 0,0 0 1,0 0-1,1 0 0,-1 1 0,0-1 0,0 0 1,0 0-1,0 0 0,0 0 0,0 0 0,0 0 0,0 0 1,0 0-1,0 1 0,0-1 0,0 0 0,0 0 1,0 0-1,0 0 0,0 0 0,0 0 0,0 0 0,0 1 1,27 56-12183,-9-25-1095</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06.998"/>
    </inkml:context>
    <inkml:brush xml:id="br0">
      <inkml:brushProperty name="width" value="0.035" units="cm"/>
      <inkml:brushProperty name="height" value="0.035" units="cm"/>
      <inkml:brushProperty name="color" value="#008C3A"/>
    </inkml:brush>
  </inkml:definitions>
  <inkml:trace contextRef="#ctx0" brushRef="#br0">0 0 14957,'3'10'468,"-1"0"1,2 0-1,0 0 0,0-1 0,0 0 0,2 0 0,-1 0 0,1 0 0,0-1 0,0 0 0,1 0 0,1-1 1,10 10-1,1 0 262,1 0 0,0-2 0,1 0 0,1-1 0,1-1 0,39 16 0,32 6 161,151 35 0,107 1-246,-194-41-394,2982 451-1217,-2743-441-1479,-192-20-964,-4 2-4748,-91-7-3181</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0.232"/>
    </inkml:context>
    <inkml:brush xml:id="br0">
      <inkml:brushProperty name="width" value="0.05" units="cm"/>
      <inkml:brushProperty name="height" value="0.05" units="cm"/>
      <inkml:brushProperty name="color" value="#E71224"/>
    </inkml:brush>
  </inkml:definitions>
  <inkml:trace contextRef="#ctx0" brushRef="#br0">0 52 12481,'0'-2'260,"1"0"1,-1 0-1,1 1 0,0-1 1,-1 1-1,1-1 0,0 0 0,0 1 1,0-1-1,0 1 0,0 0 1,0-1-1,0 1 0,1 0 1,-1 0-1,0 0 0,1 0 0,2-2 1,1 0 442,0 1 1,0 0 0,1-1 0,-1 2-1,11-3 1,5 0 612,1 2 0,29 0 1,15 4-670,-1 2 1,78 16 0,-88-8-2280,68 23 1,-26-3-5733,-93-31 5315,10-13-5425,-1 0 3067</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0.356"/>
    </inkml:context>
    <inkml:brush xml:id="br0">
      <inkml:brushProperty name="width" value="0.05" units="cm"/>
      <inkml:brushProperty name="height" value="0.05" units="cm"/>
      <inkml:brushProperty name="color" value="#E71224"/>
    </inkml:brush>
  </inkml:definitions>
  <inkml:trace contextRef="#ctx0" brushRef="#br0">365 46 8225,'1'-2'136,"0"0"-1,0 0 1,0-1 0,-1 1 0,1 0 0,-1 0 0,1-1 0,-1 1 0,0 0-1,0-5 1,-7-5 1854,-12 8 3817,15 4-5602,1 0 1,-1 1 0,1-1 0,-1 1 0,0 0 0,1 0-1,0 0 1,-1 1 0,1-1 0,0 1 0,-1 0 0,1 0-1,0 0 1,0 0 0,1 0 0,-1 1 0,0-1-1,1 1 1,-1 0 0,-1 3 0,-5 7 0,1 0 1,1 1-1,-9 22 1,-2 3 377,-8 11-371,-77 157-517,59-100-3271,9 3-4361,24-61-726</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3.580"/>
    </inkml:context>
    <inkml:brush xml:id="br0">
      <inkml:brushProperty name="width" value="0.05" units="cm"/>
      <inkml:brushProperty name="height" value="0.05" units="cm"/>
      <inkml:brushProperty name="color" value="#E71224"/>
    </inkml:brush>
  </inkml:definitions>
  <inkml:trace contextRef="#ctx0" brushRef="#br0">0 4 14765,'19'-1'573,"-3"-1"159,-1 1-1,1 1 1,0 1 0,-1 0-1,18 4 1,136 15 5192,-78-12-4780,-55-3-871,358 46 1113,-360-46-1733,136 26-2433,-92-19-1236,-3 1-5488,-56-4 680</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3.766"/>
    </inkml:context>
    <inkml:brush xml:id="br0">
      <inkml:brushProperty name="width" value="0.05" units="cm"/>
      <inkml:brushProperty name="height" value="0.05" units="cm"/>
      <inkml:brushProperty name="color" value="#E71224"/>
    </inkml:brush>
  </inkml:definitions>
  <inkml:trace contextRef="#ctx0" brushRef="#br0">594 13 9949,'0'0'93,"0"-1"0,0 1 0,0-1 0,0 1 0,0-1 0,-1 1 0,1-1 0,0 0 0,0 1 0,0-1 1,0 1-1,-1-1 0,1 1 0,0-1 0,0 1 0,-1-1 0,1 1 0,0 0 0,-1-1 0,1 1 0,-1-1 0,1 1 0,0 0 0,-1-1 0,1 1 0,-1 0 0,0-1 0,-14 6 2172,-7 4-735,-14-3 673,28-5-1866,1-1 0,0 2 0,-1-1 0,1 1 1,0 0-1,0 1 0,0 0 0,-7 3 0,-15 13 270,1 2 1,2 1-1,-38 38 0,-66 86-1384,104-115 210,-83 98-3842,81-89 2392</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4.062"/>
    </inkml:context>
    <inkml:brush xml:id="br0">
      <inkml:brushProperty name="width" value="0.05" units="cm"/>
      <inkml:brushProperty name="height" value="0.05" units="cm"/>
      <inkml:brushProperty name="color" value="#E71224"/>
    </inkml:brush>
  </inkml:definitions>
  <inkml:trace contextRef="#ctx0" brushRef="#br0">1 39 12457,'18'-8'1099,"0"2"0,0 0-1,1 1 1,0 0 0,0 2 0,0 0 0,24 1-1,-16 3-73,1 1 0,49 12-1,-29-4-320,17 3 9,90 32 0,-13 10-7404,-104-37-1667,-24-9-60</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4.217"/>
    </inkml:context>
    <inkml:brush xml:id="br0">
      <inkml:brushProperty name="width" value="0.05" units="cm"/>
      <inkml:brushProperty name="height" value="0.05" units="cm"/>
      <inkml:brushProperty name="color" value="#E71224"/>
    </inkml:brush>
  </inkml:definitions>
  <inkml:trace contextRef="#ctx0" brushRef="#br0">560 37 9613,'-7'-21'3732,"-10"12"-2304,1 3-248,-4 18-171,-17 9-157,7 6-180,-7 0-164,0 10-100,-3-1-100,-4 6-260,-3 3-288,4 6-628,-4 4-592,-7 2-353,11-6-2655,2 3-3457</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5.030"/>
    </inkml:context>
    <inkml:brush xml:id="br0">
      <inkml:brushProperty name="width" value="0.05" units="cm"/>
      <inkml:brushProperty name="height" value="0.05" units="cm"/>
      <inkml:brushProperty name="color" value="#E71224"/>
    </inkml:brush>
  </inkml:definitions>
  <inkml:trace contextRef="#ctx0" brushRef="#br0">1 33 6985,'27'-15'1964,"-4"12"-184,1 0-400,12 0-84,18-3-120,-14 3-192,10 3-167,7 0-165,0 0-264,7 0-36,0 6-4,3-3-132,0 0-464,-4 6-600,4-9-405,-3-6-427,-4 3-2440,-3 0-3085</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5.204"/>
    </inkml:context>
    <inkml:brush xml:id="br0">
      <inkml:brushProperty name="width" value="0.05" units="cm"/>
      <inkml:brushProperty name="height" value="0.05" units="cm"/>
      <inkml:brushProperty name="color" value="#E71224"/>
    </inkml:brush>
  </inkml:definitions>
  <inkml:trace contextRef="#ctx0" brushRef="#br0">657 1 8445,'-40'18'1628,"26"-12"-236,-9 6-112,-21 9-172,14 0-156,-3 6-236,-4 9-140,-7 1-31,4 8-105,-7 3-124,4 3-76,-1 7-108,1-1-596,6 0-424,0 6-317,0-5-255,0-4-2512,10 0-2825</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5.585"/>
    </inkml:context>
    <inkml:brush xml:id="br0">
      <inkml:brushProperty name="width" value="0.05" units="cm"/>
      <inkml:brushProperty name="height" value="0.05" units="cm"/>
      <inkml:brushProperty name="color" value="#E71224"/>
    </inkml:brush>
  </inkml:definitions>
  <inkml:trace contextRef="#ctx0" brushRef="#br0">1 52 7309,'2'-4'264,"1"0"1,0 0 0,0 1 0,0-1-1,0 1 1,1 0 0,-1 0 0,1 0 0,0 0-1,0 1 1,0-1 0,0 1 0,0 0-1,0 0 1,1 1 0,-1-1 0,1 1-1,-1 0 1,1 0 0,-1 1 0,1-1-1,0 1 1,-1 0 0,1 0 0,4 1 0,12 2 176,0 0 0,-1 1 0,1 1 1,25 11-1,12 6-50,-1 3-1,-2 2 1,64 42 0,146 119-1995,-157-100-825,-39-24-2454,-28-21-1179</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5.754"/>
    </inkml:context>
    <inkml:brush xml:id="br0">
      <inkml:brushProperty name="width" value="0.05" units="cm"/>
      <inkml:brushProperty name="height" value="0.05" units="cm"/>
      <inkml:brushProperty name="color" value="#E71224"/>
    </inkml:brush>
  </inkml:definitions>
  <inkml:trace contextRef="#ctx0" brushRef="#br0">730 1 5432,'-67'12'1789,"37"-9"-353,-10 6-208,7 15-160,-4 3-196,0 12-176,-7 10-124,1 14-116,-1 6-88,-3 10-80,-3 2-316,-3 0-512,2 4-388,-2-7-908,2 1-1388,1 2-1441</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4.530"/>
    </inkml:context>
    <inkml:brush xml:id="br0">
      <inkml:brushProperty name="width" value="0.05" units="cm"/>
      <inkml:brushProperty name="height" value="0.05" units="cm"/>
      <inkml:brushProperty name="color" value="#E71224"/>
    </inkml:brush>
  </inkml:definitions>
  <inkml:trace contextRef="#ctx0" brushRef="#br0">1 176 10385,'6'-5'159,"4"-4"901,1 0-1,0 1 1,0 0-1,1 1 1,0 0-1,19-7 1,7 3-104,1 2-1,78-7 1,-10 1-638,-36 5-951,-47 8-721,1-2 0,-1 0 0,0-2 0,36-13 0,-40 11-2943,7 4-2165</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4.725"/>
    </inkml:context>
    <inkml:brush xml:id="br0">
      <inkml:brushProperty name="width" value="0.05" units="cm"/>
      <inkml:brushProperty name="height" value="0.05" units="cm"/>
      <inkml:brushProperty name="color" value="#E71224"/>
    </inkml:brush>
  </inkml:definitions>
  <inkml:trace contextRef="#ctx0" brushRef="#br0">107 54 7169,'-23'-12'2348,"26"-9"-400,-3 0 2564,-20 30-3447,-3-3-201,9 15-156,-2 19-192,9-4-56,4 6-112,-1 6-84,4 3-256,0 4-520,0 2-728,7 3-560,-4-6-3105,-3 7-3864</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6.959"/>
    </inkml:context>
    <inkml:brush xml:id="br0">
      <inkml:brushProperty name="width" value="0.05" units="cm"/>
      <inkml:brushProperty name="height" value="0.05" units="cm"/>
      <inkml:brushProperty name="color" value="#E71224"/>
    </inkml:brush>
  </inkml:definitions>
  <inkml:trace contextRef="#ctx0" brushRef="#br0">519 31 5617,'16'-7'610,"-11"5"-303,-1 0 1,0 0-1,0 0 1,0 0-1,0-1 1,-1 1-1,7-6 3797,-2 16-1766,-6-7-2246,-1 0 0,0 0 0,0-1 0,1 1 0,-1 0 0,0 0 0,0 1 0,0-1 0,0 0 0,0 0 0,0 0 0,-1 1 0,2 1 0,-1 7 250,-1 0 0,0 0-1,-1 0 1,0 0 0,-3 14 0,1-7-7,-5 27 306,-3 1 0,-1-2 0,-2 0 0,-2 0 0,-23 43 0,-122 192 432,16-29-1494,45-23-2865,45-70-4405,27-65-1341</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7.334"/>
    </inkml:context>
    <inkml:brush xml:id="br0">
      <inkml:brushProperty name="width" value="0.05" units="cm"/>
      <inkml:brushProperty name="height" value="0.05" units="cm"/>
      <inkml:brushProperty name="color" value="#E71224"/>
    </inkml:brush>
  </inkml:definitions>
  <inkml:trace contextRef="#ctx0" brushRef="#br0">1 146 6249,'6'-37'1884,"14"31"156,4-12-416,9-9-188,-19 21-60,12-12-124,11 0-243,-20 12-125,90-3 864,-40 18-1392,-17 6-64,1 3-464,-1 3-400,7 6-780,0 4-601,0-1-2759,-7 3-3693</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7.552"/>
    </inkml:context>
    <inkml:brush xml:id="br0">
      <inkml:brushProperty name="width" value="0.05" units="cm"/>
      <inkml:brushProperty name="height" value="0.05" units="cm"/>
      <inkml:brushProperty name="color" value="#E71224"/>
    </inkml:brush>
  </inkml:definitions>
  <inkml:trace contextRef="#ctx0" brushRef="#br0">265 1 7605,'-47'12'1996,"33"15"-272,-6 15-240,7-3-140,6 0-440,0 13 48,1 2-175,-4 12-133,0 10-136,-4 2-208,1 9-876,-11-8-917,-2 5 117,2 13-2892,-6-10-3273</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5.432"/>
    </inkml:context>
    <inkml:brush xml:id="br0">
      <inkml:brushProperty name="width" value="0.05" units="cm"/>
      <inkml:brushProperty name="height" value="0.05" units="cm"/>
      <inkml:brushProperty name="color" value="#E71224"/>
    </inkml:brush>
  </inkml:definitions>
  <inkml:trace contextRef="#ctx0" brushRef="#br0">89 90 3916,'-2'-2'957,"-26"-17"12908,26 18-13287,-2-2-99,0 1-1,0-1 1,0 0 0,0 0 0,0-1-1,0 1 1,1-1 0,-5-6 0,4 6-789,2 2 1003,-10-25 1948,20 53-2589,1-2-1,2 1 1,23 40 0,53 69-3046,-6-11-7755,-54-74 620</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3.142"/>
    </inkml:context>
    <inkml:brush xml:id="br0">
      <inkml:brushProperty name="width" value="0.05" units="cm"/>
      <inkml:brushProperty name="height" value="0.05" units="cm"/>
      <inkml:brushProperty name="color" value="#E71224"/>
    </inkml:brush>
  </inkml:definitions>
  <inkml:trace contextRef="#ctx0" brushRef="#br0">0 3 14121,'53'-2'5909,"99"7"0,-87 3-3683,69 17 0,61 32-3925,-3 13-4936,-173-63 5623,45 19-8895,-40-17 1753</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3.313"/>
    </inkml:context>
    <inkml:brush xml:id="br0">
      <inkml:brushProperty name="width" value="0.05" units="cm"/>
      <inkml:brushProperty name="height" value="0.05" units="cm"/>
      <inkml:brushProperty name="color" value="#E71224"/>
    </inkml:brush>
  </inkml:definitions>
  <inkml:trace contextRef="#ctx0" brushRef="#br0">566 48 10169,'1'-3'409,"-1"-1"-1,0 0 1,0 1 0,-1-1-1,1 1 1,-1-1-1,0 0 1,0 1 0,0-1-1,-5-8 3405,-14 18-1572,2 1-1828,0 1 0,0 1 0,1 1 0,0 0 0,1 1 0,-30 26 0,1-2-92,-98 90-1257,24-19-4144,78-71-482,3 3-3397</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3.515"/>
    </inkml:context>
    <inkml:brush xml:id="br0">
      <inkml:brushProperty name="width" value="0.05" units="cm"/>
      <inkml:brushProperty name="height" value="0.05" units="cm"/>
      <inkml:brushProperty name="color" value="#E71224"/>
    </inkml:brush>
  </inkml:definitions>
  <inkml:trace contextRef="#ctx0" brushRef="#br0">32 145 4852,'0'0'11061,"-3"1"-11003,-5 1-1350,-7 0 6056,14-2-4666,1-1 0,-1 1 0,1 0 0,0 0 0,-1-1-1,1 1 1,0 0 0,0-1 0,-1 1 0,1 0 0,0-1 0,0 1 0,-1-1 0,1 1 0,0 0-1,0-1 1,0 1 0,0-1 0,0 1 0,-1 0 0,1-1 0,0 1 0,0-1 0,0 1-1,0-1 1,0 1 0,0 0 0,1-1 0,-1 1 0,0-1 0,0 1 0,0-1 0,0 1 0,1-1-1,0-3-23,1-1 0,-1 1-1,1 0 1,0 0-1,1 0 1,-1 0-1,1 1 1,5-7-1,-5 7 208,-3-1-250,0-1 1,1 1 0,0 0 0,0 0-1,0-1 1,3-4 0,-2 5 23,-1 0 0,0 0 0,1 0-1,-1 0 1,-1-1 0,1-4 0,4-10 1011,-5 19-1023,0 0 0,0-1 1,0 1-1,0 0 0,1 0 0,-1 0 0,0 0 1,0-1-1,0 1 0,0 0 0,1 0 0,-1 0 1,0 0-1,0 0 0,0 0 0,1 0 0,-1-1 1,0 1-1,0 0 0,1 0 0,-1 0 0,0 0 0,0 0 1,0 0-1,1 0 0,-1 0 0,0 0 0,0 0 1,1 0-1,-1 0 0,0 0 0,0 1 0,0-1 1,1 0-1,-1 0 0,0 0 0,0 0 0,0 0 1,1 0-1,-1 0 0,0 1 0,0-1 0,0 0 1,0 0-1,1 0 0,-1 1 0,0-1 0,0 0 1,0 0-1,0 0 0,0 0 0,0 1 0,0-1 0,0 0 1,0 0-1,1 1 0,-1-1 0,0 0 0,0 0 1,0 0-1,0 1 0,0-1 0,0 0 0,-1 0 1,1 1-1,0-1 0,0 0 0,12 54 717,-11-51-637,0 0-85,129 242 792,-34-70-510,-83-145-314,13 33 19,-24-60-21,5 7-9,1 1-1,0-1 1,11 11-1,-7-8 65,-9-9-5,27 26 51,18 45-7,-36-54-27,17 33 0,-27-50-88,10 26-23,-11-27 38,9 14 26,-2-6 1,0-1 0,0 1 0,17 14 0,-24-24 129,1-3-1524,1-2 437,-1 1 0,0-1 0,0-1 0,0 1 0,0 0 0,-1 0 0,1-1 0,-1 1 0,0-1 0,0 1 0,0-10 1,0 2-3229</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3.920"/>
    </inkml:context>
    <inkml:brush xml:id="br0">
      <inkml:brushProperty name="width" value="0.05" units="cm"/>
      <inkml:brushProperty name="height" value="0.05" units="cm"/>
      <inkml:brushProperty name="color" value="#E71224"/>
    </inkml:brush>
  </inkml:definitions>
  <inkml:trace contextRef="#ctx0" brushRef="#br0">17 24 6693,'-13'-24'19465,"12"28"-19121,-1 14-56,1 1 0,1-1 0,1 1 0,1-1 0,0 1 0,7 24 0,1-4-248,31 73 0,-25-80-1416,2-1 0,29 40 0,-28-44-733,1-2-495,3 5-6011,-13-15 457</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2.695"/>
    </inkml:context>
    <inkml:brush xml:id="br0">
      <inkml:brushProperty name="width" value="0.05" units="cm"/>
      <inkml:brushProperty name="height" value="0.05" units="cm"/>
      <inkml:brushProperty name="color" value="#E71224"/>
    </inkml:brush>
  </inkml:definitions>
  <inkml:trace contextRef="#ctx0" brushRef="#br0">1 56 13561,'0'-1'300,"-1"-1"0,1 1 0,0-1 0,0 1 0,0-1 0,0 1 1,0-1-1,1 0 0,-1 1 0,0-1 0,1 1 0,-1-1 0,1 1 0,-1 0 0,1-1 0,0 1 0,-1 0 0,1-1 0,0 1 0,0 0 0,0 0 0,0-1 0,0 1 0,0 0 0,1 0 0,-1 0 0,0 1 0,0-1 0,1 0 0,-1 0 0,3 0 1,1-2 473,0 1 1,0 0 0,1 0 0,-1 0 0,1 1 0,-1 0-1,1 0 1,11 0 0,6 3-256,0 1 1,0 2-1,-1 0 0,39 14 0,-28-8-484,46 17-3,129 68-1,-20-8-784,-95-49-2241,15 6-2863,-34-16-3830,-40-14-868</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2.838"/>
    </inkml:context>
    <inkml:brush xml:id="br0">
      <inkml:brushProperty name="width" value="0.05" units="cm"/>
      <inkml:brushProperty name="height" value="0.05" units="cm"/>
      <inkml:brushProperty name="color" value="#E71224"/>
    </inkml:brush>
  </inkml:definitions>
  <inkml:trace contextRef="#ctx0" brushRef="#br0">737 8 11877,'-14'0'2128,"-1"0"0,-24-3 0,25 1-408,-1 1 1,0 0-1,-22 2 1,20 2-1015,0 1 1,0 1-1,0 0 1,1 1 0,0 1-1,0 1 1,-18 11-1,-3 4-210,-58 49-1,37-17-1941,38-34-94,-32 25 1,25-26 180,-47 39-3489,31-12-2163,11-4-4048</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4.409"/>
    </inkml:context>
    <inkml:brush xml:id="br0">
      <inkml:brushProperty name="width" value="0.05" units="cm"/>
      <inkml:brushProperty name="height" value="0.05" units="cm"/>
      <inkml:brushProperty name="color" value="#E71224"/>
    </inkml:brush>
  </inkml:definitions>
  <inkml:trace contextRef="#ctx0" brushRef="#br0">1 1 6205,'0'0'5464,"3"0"-4012,44 13 3722,-39-12-5000,-1 0-1,1 1 1,-1 0 0,0 0 0,1 1-1,-1 0 1,0 0 0,0 0-1,-1 1 1,1 1 0,-1-1 0,0 1-1,0 0 1,0 0 0,-1 0-1,0 1 1,0 0 0,4 7-1,5 8-36,-1 0-1,0 2 1,-2-1 0,9 28-1,43 108 61,-57-143-557,1-2 1,0 1-1,1-1 0,16 21 1,-4-5-1453,-18-27 577,-1-1 917,1 0 1,-1 0-1,1-1 0,-1 1 0,1 0 0,-1-1 1,1 0-1,-1 1 0,1-1 0,-1 0 0,1 0 1,0 0-1,-1 0 0,1 0 0,-1 0 0,1 0 1,0-1-1,-1 1 0,1 0 0,1-2 0,0-13-3029,0-6-1278</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5.825"/>
    </inkml:context>
    <inkml:brush xml:id="br0">
      <inkml:brushProperty name="width" value="0.05" units="cm"/>
      <inkml:brushProperty name="height" value="0.05" units="cm"/>
      <inkml:brushProperty name="color" value="#E71224"/>
    </inkml:brush>
  </inkml:definitions>
  <inkml:trace contextRef="#ctx0" brushRef="#br0">60 43 8561,'-22'2'2181,"21"-2"-2036,0 0 0,0 0 1,0-1-1,0 1 0,1 0 1,-1-1-1,0 1 0,0-1 1,0 1-1,1 0 0,-1-1 1,0 0-1,1 1 0,-1-1 1,0 1-1,1-1 0,-1 0 1,1 0-1,-1 1 0,1-1 1,-1 0-1,1 0 0,0 0 1,-1 1-1,1-1 0,0 0 1,0 0-1,-1-1 0,-4-8 5934,-1 3-5772,-2-3 1738,16 17-860,67 71-36,-60-63-1236,1 1 0,-2 1 1,0 0-1,21 36 0,-15-22-1234,25 29 0,-27-37-698,-1 1 0,0 0 1,12 27-1,-12-11-2590,0-1-2368</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6.233"/>
    </inkml:context>
    <inkml:brush xml:id="br0">
      <inkml:brushProperty name="width" value="0.05" units="cm"/>
      <inkml:brushProperty name="height" value="0.05" units="cm"/>
      <inkml:brushProperty name="color" value="#E71224"/>
    </inkml:brush>
  </inkml:definitions>
  <inkml:trace contextRef="#ctx0" brushRef="#br0">30 1 6473,'-29'66'5231,"29"-63"-5045,0-1 0,0 1 0,0-1 0,0 1 0,0-1 0,0 1 1,1-1-1,-1 1 0,1-1 0,-1 0 0,3 5 0,-2-3 59,5 8 59,-1 0 0,1-1 0,1 1 0,0-1 0,1-1 0,16 20 0,3 3-84,139 209-161,-24 14-3925,-125-218 3133,13 47-1,-21-57 542,1 1 0,2-1 0,26 48 0,58 67 3816,-92-139-3333,0 1 0,0-1-1,1 0 1,-1-1 0,1 1 0,0-1-1,8 4 1,4 3 433,-15-8-330,19 5 814,-16-5-3704</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6.906"/>
    </inkml:context>
    <inkml:brush xml:id="br0">
      <inkml:brushProperty name="width" value="0.05" units="cm"/>
      <inkml:brushProperty name="height" value="0.05" units="cm"/>
      <inkml:brushProperty name="color" value="#E71224"/>
    </inkml:brush>
  </inkml:definitions>
  <inkml:trace contextRef="#ctx0" brushRef="#br0">34 19 7261,'-34'-18'13360,"52"49"-11788,111 186-1232,-65-105-3053,-39-64 1014,31 82-6133,-26-72 527</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7.093"/>
    </inkml:context>
    <inkml:brush xml:id="br0">
      <inkml:brushProperty name="width" value="0.05" units="cm"/>
      <inkml:brushProperty name="height" value="0.05" units="cm"/>
      <inkml:brushProperty name="color" value="#E71224"/>
    </inkml:brush>
  </inkml:definitions>
  <inkml:trace contextRef="#ctx0" brushRef="#br0">0 0 4712,'14'33'2373,"-18"-12"-1453,4 0-236,4-2-156,-1 2-76,7 0-120,13 48-408,-12-27-500,-5-21-832,1 16-880,6 23-381</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7.298"/>
    </inkml:context>
    <inkml:brush xml:id="br0">
      <inkml:brushProperty name="width" value="0.05" units="cm"/>
      <inkml:brushProperty name="height" value="0.05" units="cm"/>
      <inkml:brushProperty name="color" value="#E71224"/>
    </inkml:brush>
  </inkml:definitions>
  <inkml:trace contextRef="#ctx0" brushRef="#br0">0 0 7957,'0'0'1485,"19"23"3977,-6-14-5210,-1 1 1,0 0-1,0 1 0,-1 0 0,11 15 1,-11-11-950,0 1 1,-1 0 0,-1 0 0,-1 1 0,0 0 0,10 37-1,-16-48 276,-1 0 0,0 0 0,0 0-1,-1 1 1,0-1 0,0 0-1,-2 8 1,1 15-1723,4 5-902</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7.495"/>
    </inkml:context>
    <inkml:brush xml:id="br0">
      <inkml:brushProperty name="width" value="0.05" units="cm"/>
      <inkml:brushProperty name="height" value="0.05" units="cm"/>
      <inkml:brushProperty name="color" value="#E71224"/>
    </inkml:brush>
  </inkml:definitions>
  <inkml:trace contextRef="#ctx0" brushRef="#br0">0 0 4296,'1'3'1111,"10"22"490,-10-23-996,23 20 717,-7-9-1305,-1 0-1,0 1 1,-1 0 0,-1 1 0,-1 1-1,18 26 1,-29-40-1414,-2 2-759,3 16-359</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7.645"/>
    </inkml:context>
    <inkml:brush xml:id="br0">
      <inkml:brushProperty name="width" value="0.05" units="cm"/>
      <inkml:brushProperty name="height" value="0.05" units="cm"/>
      <inkml:brushProperty name="color" value="#E71224"/>
    </inkml:brush>
  </inkml:definitions>
  <inkml:trace contextRef="#ctx0" brushRef="#br0">0 31 7613,'7'-3'1080,"17"-6"-400,-28-9-7069</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8.463"/>
    </inkml:context>
    <inkml:brush xml:id="br0">
      <inkml:brushProperty name="width" value="0.05" units="cm"/>
      <inkml:brushProperty name="height" value="0.05" units="cm"/>
      <inkml:brushProperty name="color" value="#E71224"/>
    </inkml:brush>
  </inkml:definitions>
  <inkml:trace contextRef="#ctx0" brushRef="#br0">74 92 4792,'-25'-2'1149,"25"1"-1085,-1 0-1,1 1 1,0-1-1,0 0 0,0 1 1,0-1-1,0 0 1,-1 0-1,1 1 1,0-1-1,1 0 1,-1 1-1,0-1 0,0 0 1,0 0-1,0 1 1,1-1-1,-1 0 1,0 1-1,0-1 1,1 1-1,-1-1 1,1 0-1,-1 1 0,0-1 1,1 1-1,-1-1 1,1 1-1,0-1 1,3-9 3965,-8 7-3478,-1-1 1,1 0-1,-1 0 1,1 0-1,0 0 1,1-1-1,-1 0 1,-4-8 2677,-9 0-1582,20 23-527,21 28-773,57 58-3590,-27-34-5153,-25-29 390</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8.650"/>
    </inkml:context>
    <inkml:brush xml:id="br0">
      <inkml:brushProperty name="width" value="0.05" units="cm"/>
      <inkml:brushProperty name="height" value="0.05" units="cm"/>
      <inkml:brushProperty name="color" value="#E71224"/>
    </inkml:brush>
  </inkml:definitions>
  <inkml:trace contextRef="#ctx0" brushRef="#br0">0 0 7357,'0'0'3016,"10"12"-1944,4-3 1628,-8 0-2340,18 18 140,3-2-588,-4-7-292,0 3-164,11 6-408,-7 3-320,-4 0-2184,4 0-1873</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8.838"/>
    </inkml:context>
    <inkml:brush xml:id="br0">
      <inkml:brushProperty name="width" value="0.05" units="cm"/>
      <inkml:brushProperty name="height" value="0.05" units="cm"/>
      <inkml:brushProperty name="color" value="#E71224"/>
    </inkml:brush>
  </inkml:definitions>
  <inkml:trace contextRef="#ctx0" brushRef="#br0">23 10 7189,'-23'9'5260,"33"-18"-4076,3 0 2345,4 12-4061,7 0-477,6 18-2115,-17-9-524,7 12-2217</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9.154"/>
    </inkml:context>
    <inkml:brush xml:id="br0">
      <inkml:brushProperty name="width" value="0.05" units="cm"/>
      <inkml:brushProperty name="height" value="0.05" units="cm"/>
      <inkml:brushProperty name="color" value="#E71224"/>
    </inkml:brush>
  </inkml:definitions>
  <inkml:trace contextRef="#ctx0" brushRef="#br0">10 1 7445,'-1'1'168,"0"1"1,0-1 0,0 1-1,0 0 1,0-1-1,0 1 1,1 0 0,-1-1-1,1 1 1,-1 0-1,1 0 1,0-1 0,-1 1-1,1 0 1,0 0-1,1 3 1,0-3 199,0 1-1,0-1 1,0 0-1,1 0 1,-1 1 0,1-1-1,0 0 1,-1 0-1,1-1 1,0 1-1,2 2 1,-2-3-216,-1 0 1,0 1-1,-1-1 0,1 1 0,0 0 1,0-1-1,-1 1 0,1-1 0,-1 1 1,1 0-1,0 2 0,2 9 673,3 4-1063,1 0 0,0 0-1,1-1 1,1 0 0,0-1-1,14 17 1,-17-25-247,1-2 1,0 1-1,0-1 0,0 0 0,1-1 1,0 1-1,13 4 0,-10-4-98,0 0 0,0 1 0,9 7 0,85 49 1261,-102-60-62,13 10 536,-8-4-746,0 1 1,-1 0 0,10 15 0,-11-15-563,-1-1 1,2 0 0,-1 0 0,1-1 0,9 9 0,-11-13-187,-1 1 0,-1 0 0,1 0 0,0 0 0,-1 1 0,3 4 0,-3-3-3905,2 11 1234</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39.387"/>
    </inkml:context>
    <inkml:brush xml:id="br0">
      <inkml:brushProperty name="width" value="0.05" units="cm"/>
      <inkml:brushProperty name="height" value="0.05" units="cm"/>
      <inkml:brushProperty name="color" value="#E71224"/>
    </inkml:brush>
  </inkml:definitions>
  <inkml:trace contextRef="#ctx0" brushRef="#br0">0 76 8077,'0'0'6092,"10"-15"-6508,4 3-392,-7-6-804,3 3-1732,-4 0-1661</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0.286"/>
    </inkml:context>
    <inkml:brush xml:id="br0">
      <inkml:brushProperty name="width" value="0.05" units="cm"/>
      <inkml:brushProperty name="height" value="0.05" units="cm"/>
      <inkml:brushProperty name="color" value="#E71224"/>
    </inkml:brush>
  </inkml:definitions>
  <inkml:trace contextRef="#ctx0" brushRef="#br0">53 38 7121,'0'-1'214,"1"0"1,-1 1-1,0-1 1,0 1-1,1-1 1,-1 1-1,0-1 1,0 0-1,0 1 1,0-1-1,0 0 1,1 1-1,-1-1 1,-1 0 0,1 1-1,0-1 1,0 0-1,0 1 1,0-1-1,0 1 1,0-1-1,-1 0 1,1 1-1,0-1 1,-1 1-1,1-1 1,0 1-1,-1-1 1,1 1-1,-1-1 1,1 1-1,0-1 1,-1 1-1,0-1 1,1 1 0,-1 0-1,1-1 1,-1 1-1,1 0 1,-1-1-1,0 1 1,1 0-1,-1 0 1,1 0-1,-1 0 1,0 0-1,1-1 1,-1 1-1,0 0 1,1 0-1,-1 1 1,0-1-1,-14-5 1860,3-1-1133,12 5-906,-1 1 1,1 0-1,0 0 0,0-1 1,0 1-1,-1 0 1,1 0-1,0 0 0,0-1 1,-1 1-1,1 0 1,0 0-1,0 0 0,-1 0 1,1 0-1,0-1 1,-1 1-1,1 0 0,0 0 1,0 0-1,-1 0 1,1 0-1,0 0 1,-1 0-1,1 0 0,0 0 1,-1 0-1,1 0 1,0 0-1,-1 0 0,1 1 1,0-1-1,0 0 1,-1 0-1,0 0 0,13 27-137,1-1-1,1-1 1,27 38-1,-19-31-1928,26 50-1,-1 23-5772,-20-46 286</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0.471"/>
    </inkml:context>
    <inkml:brush xml:id="br0">
      <inkml:brushProperty name="width" value="0.05" units="cm"/>
      <inkml:brushProperty name="height" value="0.05" units="cm"/>
      <inkml:brushProperty name="color" value="#E71224"/>
    </inkml:brush>
  </inkml:definitions>
  <inkml:trace contextRef="#ctx0" brushRef="#br0">3 1 9921,'-3'27'6921,"13"-9"-6577,-3 0-568,6 6-465,7 9-475,-6-3-236,-4-14-664,0 17-1364,10 21-1805</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0.583"/>
    </inkml:context>
    <inkml:brush xml:id="br0">
      <inkml:brushProperty name="width" value="0.05" units="cm"/>
      <inkml:brushProperty name="height" value="0.05" units="cm"/>
      <inkml:brushProperty name="color" value="#E71224"/>
    </inkml:brush>
  </inkml:definitions>
  <inkml:trace contextRef="#ctx0" brushRef="#br0">1 1 5124,'36'6'6345,"-39"12"-11297,3 3 1419</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0.800"/>
    </inkml:context>
    <inkml:brush xml:id="br0">
      <inkml:brushProperty name="width" value="0.05" units="cm"/>
      <inkml:brushProperty name="height" value="0.05" units="cm"/>
      <inkml:brushProperty name="color" value="#E71224"/>
    </inkml:brush>
  </inkml:definitions>
  <inkml:trace contextRef="#ctx0" brushRef="#br0">8 0 5509,'0'0'1634,"-1"3"-45,-1 5-582,-1 9-3,2-6 2582,3-8-3418,0 1-1,0-2 1,1 1 0,-1 0-1,1 0 1,0-1-1,-1 1 1,1-1-1,3 2 1,20 9 51,0-2 0,31 10 1,-14-5-519,-9-5-274,1-1 1,41 6-1,-5-2-42,-55-11 477,0-1 0,0 0 0,0-1 0,18-2 0,-13 1 126,-19-1-28,0 1 1,0-1-1,0 0 1,0 0-1,0 0 1,-1-1-1,1 1 1,0 0-1,-1-1 1,1 1-1,-1-1 1,1 1-1,-1-1 1,0 0-1,1 0 1,0-3-1,0 0-284,-1 0 0,0-1-1,0 1 1,-1-1 0,0 1 0,0 0-1,0-1 1,0 1 0,-1-1 0,0 1-1,0-1 1,-1 1 0,-1-6 0,1 3-631,-8-25-3224</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1.569"/>
    </inkml:context>
    <inkml:brush xml:id="br0">
      <inkml:brushProperty name="width" value="0.05" units="cm"/>
      <inkml:brushProperty name="height" value="0.05" units="cm"/>
      <inkml:brushProperty name="color" value="#E71224"/>
    </inkml:brush>
  </inkml:definitions>
  <inkml:trace contextRef="#ctx0" brushRef="#br0">7 9 6813,'-7'-9'10133,"16"14"-4466,-2 1-7905,-6-5 3648,0 11-1357,1 0 1,-1 0-1,2-1 0,0 1 0,0-1 0,1 0 0,1 0 1,7 14-1,11 31 10,-6-15-1322,2 0 0,2-1-1,35 50 1,-8-11-5254,-15-24-1280</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1.787"/>
    </inkml:context>
    <inkml:brush xml:id="br0">
      <inkml:brushProperty name="width" value="0.05" units="cm"/>
      <inkml:brushProperty name="height" value="0.05" units="cm"/>
      <inkml:brushProperty name="color" value="#E71224"/>
    </inkml:brush>
  </inkml:definitions>
  <inkml:trace contextRef="#ctx0" brushRef="#br0">7 0 7525,'-4'15'1424,"1"3"1848,10 0-3408,6 22-260,4-7-296,-4 6-400,1 3-1852,3 12-1033</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1.941"/>
    </inkml:context>
    <inkml:brush xml:id="br0">
      <inkml:brushProperty name="width" value="0.05" units="cm"/>
      <inkml:brushProperty name="height" value="0.05" units="cm"/>
      <inkml:brushProperty name="color" value="#E71224"/>
    </inkml:brush>
  </inkml:definitions>
  <inkml:trace contextRef="#ctx0" brushRef="#br0">1 1 4120,'38'31'1660,"-36"-29"-623,25 17 1074,5-10-1463,-18-6-468,-1 0 1,1 1-1,-1 1 1,0 0-1,0 1 1,16 10-1,1 14-1071,-27-28-257</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2.130"/>
    </inkml:context>
    <inkml:brush xml:id="br0">
      <inkml:brushProperty name="width" value="0.05" units="cm"/>
      <inkml:brushProperty name="height" value="0.05" units="cm"/>
      <inkml:brushProperty name="color" value="#E71224"/>
    </inkml:brush>
  </inkml:definitions>
  <inkml:trace contextRef="#ctx0" brushRef="#br0">1 70 4636,'0'0'43,"0"-1"-1,0 1 0,1 0 1,-1 0-1,0 0 0,0 0 1,1 0-1,-1-1 0,0 1 1,1 0-1,-1 0 0,0 0 1,0 0-1,1 0 0,-1 0 1,0 0-1,1 0 0,-1 0 1,0 0-1,1 0 0,-1 1 1,0-1-1,0 0 0,1 0 1,-1 0-1,0 0 0,1 0 0,-1 0 1,0 1-1,0-1 0,0 0 1,1 0-1,-1 0 0,0 1 1,8 12 2958,5 9 1207,-9-23-4118,0 0 0,0 0-1,0-1 1,0 1 0,0-1 0,6-4-1,-6 3-252,0 0-1,1-1 1,-1 0-1,-1 0 0,1 0 1,-1 0-1,1-1 1,-1 1-1,0-1 1,-1 0-1,3-6 0,-4 7-549,-1 0 0,1-1 0,-1 1 0,-1 0 0,1 0 0,-2-7 0</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9.107"/>
    </inkml:context>
    <inkml:brush xml:id="br0">
      <inkml:brushProperty name="width" value="0.05" units="cm"/>
      <inkml:brushProperty name="height" value="0.05" units="cm"/>
      <inkml:brushProperty name="color" value="#E71224"/>
    </inkml:brush>
  </inkml:definitions>
  <inkml:trace contextRef="#ctx0" brushRef="#br0">70 0 6825,'-39'0'1738,"31"0"2318,9 3-3420,0-2-627,0 2 79,0 0 0,0 0 0,0 0 0,0 1 1,0-1-1,-1 0 0,1 0 0,-1 1 0,0-1 0,0 0 1,0 1-1,-1 5 0,-19 116-356,16-103 238,1 1 1,1 0-1,1 34 1,0-3 111,1-43-219,0-1-1,1 1 1,0 0-1,1-1 1,0 0-1,0 1 1,1-1 0,1 0-1,8 19 1,3-2-743,2-1 0,21 28 0,-31-44 838,-3-5 129,-1 0 0,1 0 1,1-1-1,8 9 0,-3-4 202,-2 0 0,1 1-1,-1 0 1,0 0 0,-1 0-1,0 1 1,-1 0 0,0 1 0,6 18-1,-9-23-274,1 0-1,0 0 1,0-1-1,0 1 1,10 10-1,-12-15-150,0 0-726,-9-14-8607</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9.907"/>
    </inkml:context>
    <inkml:brush xml:id="br0">
      <inkml:brushProperty name="width" value="0.05" units="cm"/>
      <inkml:brushProperty name="height" value="0.05" units="cm"/>
      <inkml:brushProperty name="color" value="#E71224"/>
    </inkml:brush>
  </inkml:definitions>
  <inkml:trace contextRef="#ctx0" brushRef="#br0">1 4 4976,'17'-2'526,"-5"1"1527,-24 5-56,12-5-1880,-1 1 0,1 0-1,0 0 1,-1 0 0,1 0-1,-1 0 1,1 0 0,0 0 0,-1 0-1,1 0 1,-1 1 0,1-1-1,0 0 1,-1 0 0,1 0 0,0 0-1,-1 0 1,1 1 0,0-1-1,-1 0 1,1 0 0,0 1 0,-1-1-1,1 0 1,0 0 0,0 1-1,-1-1 1,1 0 0,0 1-1,0-1 1,0 0 0,-1 1 0,1-1-1,0 0 1,0 1 0,0-1-1,0 1 1,0-1 0,0 1 0,12 9 5166,-6-6-5895,-3-3 1514,-1 1-147,4 4-345,5 3-86,-2 0 0,1 0 0,-1 2 0,8 10 0,-15-18-537,1 0 0,-1 0 0,1 0 0,0-1 0,0 1-1,0-1 1,0 0 0,1 0 0,-1 0 0,6 3-1,40 13-6930,-42-15 5328,22 6-6474</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0.078"/>
    </inkml:context>
    <inkml:brush xml:id="br0">
      <inkml:brushProperty name="width" value="0.05" units="cm"/>
      <inkml:brushProperty name="height" value="0.05" units="cm"/>
      <inkml:brushProperty name="color" value="#E71224"/>
    </inkml:brush>
  </inkml:definitions>
  <inkml:trace contextRef="#ctx0" brushRef="#br0">11 124 8797,'-11'18'3664,"28"-24"-1780,-3 0 4201,-1-6-5497,4 3-144,0-3-172,-4 0-436,0 0-716,4 0-832,-4-3-977,11-12-2087,-7 9-3753</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0.700"/>
    </inkml:context>
    <inkml:brush xml:id="br0">
      <inkml:brushProperty name="width" value="0.05" units="cm"/>
      <inkml:brushProperty name="height" value="0.05" units="cm"/>
      <inkml:brushProperty name="color" value="#E71224"/>
    </inkml:brush>
  </inkml:definitions>
  <inkml:trace contextRef="#ctx0" brushRef="#br0">22 1 8957,'-1'0'197,"0"0"1,0 0-1,0 1 1,0-1-1,0 0 0,0 1 1,0-1-1,0 0 1,1 1-1,-1-1 1,0 1-1,0 0 1,0-1-1,1 1 1,-1-1-1,0 1 0,0 0 1,1 0-1,-1 0 1,1-1-1,-1 1 1,1 0-1,-1 0 1,1 0-1,-1 0 0,1 0 1,0 0-1,0 0 1,-1 0-1,1 0 1,0 0-1,0 0 1,0 0-1,0 0 0,0 0 1,0 0-1,1 1 1,1 4 215,0-1 0,1-1-1,0 1 1,0 0 0,0-1 0,6 6 0,-6-6-987,13 14-300,1-1 0,1 0-1,22 15 1,0 0-2155,-8-5-364</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0.873"/>
    </inkml:context>
    <inkml:brush xml:id="br0">
      <inkml:brushProperty name="width" value="0.05" units="cm"/>
      <inkml:brushProperty name="height" value="0.05" units="cm"/>
      <inkml:brushProperty name="color" value="#E71224"/>
    </inkml:brush>
  </inkml:definitions>
  <inkml:trace contextRef="#ctx0" brushRef="#br0">0 1 4368,'14'15'1989,"6"-12"-1145,-3 3 1616,3-3-1860,3 6-152,-6-6-88,0 3-108,6 3-244,21 9-188,-14-3-304,0 0-620,-3 6-1720,6 6-929</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1.090"/>
    </inkml:context>
    <inkml:brush xml:id="br0">
      <inkml:brushProperty name="width" value="0.05" units="cm"/>
      <inkml:brushProperty name="height" value="0.05" units="cm"/>
      <inkml:brushProperty name="color" value="#E71224"/>
    </inkml:brush>
  </inkml:definitions>
  <inkml:trace contextRef="#ctx0" brushRef="#br0">1 187 8533,'12'-27'23477,"-22"20"-26503,8 5 3329,2-1-473,1 0-1,0-1 0,0 1 0,0 0 1,0 0-1,0 0 0,4-5 0,4-13-1878,-2-27-4232,-4 21-11,0 3-4023</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1.658"/>
    </inkml:context>
    <inkml:brush xml:id="br0">
      <inkml:brushProperty name="width" value="0.05" units="cm"/>
      <inkml:brushProperty name="height" value="0.05" units="cm"/>
      <inkml:brushProperty name="color" value="#E71224"/>
    </inkml:brush>
  </inkml:definitions>
  <inkml:trace contextRef="#ctx0" brushRef="#br0">0 12 5753,'0'0'108,"0"1"0,0 0 1,0-1-1,0 1 1,0-1-1,0 1 1,0-1-1,0 1 1,0 0-1,1-1 0,-1 1 1,0-1-1,0 1 1,0-1-1,1 1 1,-1-1-1,0 1 1,0-1-1,1 1 1,-1-1-1,0 0 0,1 1 1,-1-1-1,1 1 1,-1-1-1,1 0 1,-1 1-1,1-1 1,-1 0-1,1 0 1,-1 1-1,1-1 0,0 0 1,16-11 4793,-1-2-2815,-15 13-1828,0 0-1,0-1 1,0 1 0,0-1-1,0 1 1,-1 0 0,1 0-1,0 0 1,0-1 0,0 1-1,0 0 1,0 0 0,0 0-1,0 0 1,0 1 0,1-1-1,18 9-1196,15 21-7000,-33-28 7548,29 28-8186</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2.826"/>
    </inkml:context>
    <inkml:brush xml:id="br0">
      <inkml:brushProperty name="width" value="0.05" units="cm"/>
      <inkml:brushProperty name="height" value="0.05" units="cm"/>
      <inkml:brushProperty name="color" value="#E71224"/>
    </inkml:brush>
  </inkml:definitions>
  <inkml:trace contextRef="#ctx0" brushRef="#br0">1 49 6593,'10'12'8096,"0"-21"-7708,0-3-204,3 6-516,1-3-480,6-3-320,-4 3-940,8 6-1160,16 6-1465</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3.005"/>
    </inkml:context>
    <inkml:brush xml:id="br0">
      <inkml:brushProperty name="width" value="0.05" units="cm"/>
      <inkml:brushProperty name="height" value="0.05" units="cm"/>
      <inkml:brushProperty name="color" value="#E71224"/>
    </inkml:brush>
  </inkml:definitions>
  <inkml:trace contextRef="#ctx0" brushRef="#br0">127 341 8565,'1'-1'138,"-1"1"1,1-1 0,-1 1-1,1-1 1,-1 1-1,0-1 1,1 0 0,-1 1-1,0-1 1,1 1-1,-1-1 1,0 0 0,0 1-1,0-1 1,1 0 0,-1 1-1,0-1 1,0 0-1,0 1 1,0-1 0,0 0-1,0 0 1,-1 1-1,1-1 1,0 0 0,0 1-1,0-1 1,-1-1-1,-17-21 4415,-37-18 2507,44 34-6361,7 4-475,1 0 0,-1-1 0,0 1 0,1-1-1,-1 0 1,1 0 0,0 0 0,1 0 0,-1 0 0,1-1 0,0 1-1,-4-10 1,6 12-289,-1-1 0,0 0 0,1 1 0,-1-1 0,1 1 0,0-1 0,0 0 0,0 0 0,0 1 0,0-1 0,1 0 0,-1 1-1,1-1 1,0 1 0,0-1 0,0 1 0,0-1 0,0 1 0,0-1 0,1 1 0,-1 0 0,1 0 0,-1 0 0,5-4 0,-1 0-700,1 0-1,-1 0 1,0 0 0,-1-1 0,8-13-1,-9 13-568,1 1-1,1-1 0,-1 1 1,1-1-1,0 1 0,10-9 1,13-4-7928</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3.743"/>
    </inkml:context>
    <inkml:brush xml:id="br0">
      <inkml:brushProperty name="width" value="0.05" units="cm"/>
      <inkml:brushProperty name="height" value="0.05" units="cm"/>
      <inkml:brushProperty name="color" value="#E71224"/>
    </inkml:brush>
  </inkml:definitions>
  <inkml:trace contextRef="#ctx0" brushRef="#br0">49 73 11717,'-2'-1'937,"0"0"-1,-1 0 1,1-1-1,0 1 1,-1 0-1,1-1 1,0 0-1,0 1 1,-2-4-1,-5-6 2316,7 10-1994,1 0-1215,0 1 1,0-1-1,0 0 0,0 0 1,0 1-1,0-1 1,1 0-1,-1 0 1,0 0-1,1 0 1,-1 0-1,0 0 0,1 0 1,-1 0-1,1 0 1,0-1-1,-1 1 1,1 0-1,0 0 1,0 0-1,0 0 0,0-2 1,0 2-173,0 0-1,0 0 1,0 0 0,1 0 0,-1 0 0,0 0-1,1 1 1,-1-1 0,1 0 0,-1 0-1,1 0 1,-1 1 0,1-1 0,0 0 0,-1 0-1,1 1 1,0-1 0,0 1 0,-1-1 0,1 1-1,0-1 1,0 1 0,0-1 0,0 1-1,0 0 1,0-1 0,0 1 0,-1 0 0,1 0-1,0 0 1,0 0 0,0 0 0,0 0 0,0 0-1,0 0 1,0 0 0,0 0 0,0 0-1,0 1 1,0-1 0,0 0 0,1 1 0,1 0-517,0 0 1,0 1-1,0-1 1,-1 1-1,1-1 1,0 1-1,0 0 1,-1 0-1,1 0 1,-1 0-1,0 1 1,4 4-1,-4-5 34,31 32-8435</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3.886"/>
    </inkml:context>
    <inkml:brush xml:id="br0">
      <inkml:brushProperty name="width" value="0.05" units="cm"/>
      <inkml:brushProperty name="height" value="0.05" units="cm"/>
      <inkml:brushProperty name="color" value="#E71224"/>
    </inkml:brush>
  </inkml:definitions>
  <inkml:trace contextRef="#ctx0" brushRef="#br0">11 405 9653,'0'-27'2128,"7"12"-188,-1 2-76,-9-2-159,-4 0-237,4-9-308,3 3-224,0-3-200,0 0-164,-3-3-88,-1 3-468,1-10-520,3 1-748,7 0-712,-4 0-973,4 12-1739,-1 0-3669</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7.278"/>
    </inkml:context>
    <inkml:brush xml:id="br0">
      <inkml:brushProperty name="width" value="0.05" units="cm"/>
      <inkml:brushProperty name="height" value="0.05" units="cm"/>
      <inkml:brushProperty name="color" value="#E71224"/>
    </inkml:brush>
  </inkml:definitions>
  <inkml:trace contextRef="#ctx0" brushRef="#br0">48 0 5913,'-47'24'1636,"60"-6"-140,1 0-324,-4 0-328,-3-2-180,-4 2-112,0-3-144,7 3-196,14 12-292,-1-9-340,1 3-268,2-12-440,-12-3-2020,9 3-1301</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7.387"/>
    </inkml:context>
    <inkml:brush xml:id="br0">
      <inkml:brushProperty name="width" value="0.05" units="cm"/>
      <inkml:brushProperty name="height" value="0.05" units="cm"/>
      <inkml:brushProperty name="color" value="#E71224"/>
    </inkml:brush>
  </inkml:definitions>
  <inkml:trace contextRef="#ctx0" brushRef="#br0">178 163 5112,'-27'-27'1421,"14"33"791,-1-24-1188,-2 3-336,-1 6-232,4 0-344,-4-9-400,-17-18-960,21 21-1552,0-7-905</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19.309"/>
    </inkml:context>
    <inkml:brush xml:id="br0">
      <inkml:brushProperty name="width" value="0.05" units="cm"/>
      <inkml:brushProperty name="height" value="0.05" units="cm"/>
      <inkml:brushProperty name="color" value="#E71224"/>
    </inkml:brush>
  </inkml:definitions>
  <inkml:trace contextRef="#ctx0" brushRef="#br0">5 121 12749,'-5'-21'1850,"5"20"-1750,0 0 0,0 1 0,0-1 0,1 0 0,-1 1 1,0-1-1,0 1 0,0-1 0,1 0 0,-1 1 0,0-1 0,1 1 1,-1-1-1,0 1 0,1-1 0,-1 1 0,1-1 0,-1 1 0,1-1 1,-1 1-1,1-1 0,-1 1 0,1 0 0,0-1 0,2-5 2153,-4 3-1790,0 0 0,1 0 0,0-1 0,0 1 0,0 0 0,0-1 0,0 1 0,0 0 0,1-1 0,0 1 0,0 0 0,1-4-1,0 5-269,-1 0 0,1 0 0,0 0 0,0 0 0,0 0 0,0 1 0,0-1 0,0 1 0,0-1-1,0 1 1,0 0 0,1 0 0,-1 0 0,1 0 0,-1 1 0,0-1 0,1 0 0,-1 1-1,5 0 1,26-5 271,1 3-1,0 1 0,0 1 0,39 6 1,134 29-495,-76-11-1991,-102-19 705,66 13-2165,-30 2-7969,-39-11 1190</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19.501"/>
    </inkml:context>
    <inkml:brush xml:id="br0">
      <inkml:brushProperty name="width" value="0.05" units="cm"/>
      <inkml:brushProperty name="height" value="0.05" units="cm"/>
      <inkml:brushProperty name="color" value="#E71224"/>
    </inkml:brush>
  </inkml:definitions>
  <inkml:trace contextRef="#ctx0" brushRef="#br0">450 49 13481,'-8'-10'727,"7"8"-521,0 0 0,0 0 0,-1-1 0,1 1 0,-1 0 0,1 0 0,-1 0 0,0 1 1,0-1-1,0 0 0,0 1 0,0-1 0,0 1 0,0-1 0,0 1 0,-1 0 0,1 0 0,-1 0 0,1 1 0,0-1 0,-1 0 0,1 1 0,-1 0 0,0-1 0,-2 1 0,-7 1 1241,0-1 0,0 0 0,-11-2 0,14 1-842,0 0 0,1 1 0,-1 0 0,0 0 1,1 1-1,-1 0 0,1 0 0,-11 4 0,8 0-506,-1 0 0,1 1-1,0 0 1,0 1-1,0 0 1,1 1-1,1 0 1,-1 1-1,1 0 1,0 0 0,1 1-1,0 0 1,1 0-1,0 1 1,-6 14-1,0 1-1338,1 0 0,2 1 0,0 0 0,2 0 0,-8 50 0,13-54-273,-5 31-3188,6-20-1365,2-10-3606</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19.793"/>
    </inkml:context>
    <inkml:brush xml:id="br0">
      <inkml:brushProperty name="width" value="0.05" units="cm"/>
      <inkml:brushProperty name="height" value="0.05" units="cm"/>
      <inkml:brushProperty name="color" value="#E71224"/>
    </inkml:brush>
  </inkml:definitions>
  <inkml:trace contextRef="#ctx0" brushRef="#br0">1 22 8033,'2'-2'621,"1"0"0,-1 0-1,1 0 1,0 0 0,-1 0 0,1 1 0,0 0 0,0-1 0,0 1 0,0 0 0,0 0 0,1 1 0,3-2 0,-4 2 1219,1 0-44,20 3-694,0 0 1,0 2-1,-1 1 1,1 0-1,25 12 0,219 62-1688,-178-60-4224,1 0-4626,-82-18 8242,20 4-6772</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19.950"/>
    </inkml:context>
    <inkml:brush xml:id="br0">
      <inkml:brushProperty name="width" value="0.05" units="cm"/>
      <inkml:brushProperty name="height" value="0.05" units="cm"/>
      <inkml:brushProperty name="color" value="#E71224"/>
    </inkml:brush>
  </inkml:definitions>
  <inkml:trace contextRef="#ctx0" brushRef="#br0">517 6 10945,'-84'3'2432,"47"-6"-84,7-3-371,0 12-249,3-3-244,0 3-300,-16 9-200,12 3-216,1 6-160,3 1-164,1 5-500,-1 6-348,0 0-484,4 0-696,3 3-416,13-21-752,-3 13-2341,0 17-4048</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8.516"/>
    </inkml:context>
    <inkml:brush xml:id="br0">
      <inkml:brushProperty name="width" value="0.05" units="cm"/>
      <inkml:brushProperty name="height" value="0.05" units="cm"/>
      <inkml:brushProperty name="color" value="#E71224"/>
    </inkml:brush>
  </inkml:definitions>
  <inkml:trace contextRef="#ctx0" brushRef="#br0">84 40 4252,'-3'-1'1120,"-31"-16"11094,33 15-12136,-1 0 1,0-1-1,0 1 0,1 0 0,-1 0 0,0 1 0,-1-1 0,1 0 1,-3-1-1,-9 33-3292,7-5-2034,3-5-1674</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8.721"/>
    </inkml:context>
    <inkml:brush xml:id="br0">
      <inkml:brushProperty name="width" value="0.05" units="cm"/>
      <inkml:brushProperty name="height" value="0.05" units="cm"/>
      <inkml:brushProperty name="color" value="#E71224"/>
    </inkml:brush>
  </inkml:definitions>
  <inkml:trace contextRef="#ctx0" brushRef="#br0">31 1 6225,'-3'1'1349,"-24"16"1823,27-4-2847,2 1 0,0-1 0,1 1 0,0-1-1,1 0 1,0 0 0,11 22 0,3 0-422,32 46 0,17 14-408,12 22-102,-2 27-638,-33-45-3023,-24-54 726</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49.721"/>
    </inkml:context>
    <inkml:brush xml:id="br0">
      <inkml:brushProperty name="width" value="0.05" units="cm"/>
      <inkml:brushProperty name="height" value="0.05" units="cm"/>
      <inkml:brushProperty name="color" value="#E71224"/>
    </inkml:brush>
  </inkml:definitions>
  <inkml:trace contextRef="#ctx0" brushRef="#br0">2 0 7129,'-1'8'9778,"5"3"-6773,9 13-4448,-9-19 2520,22 40-876,-15-29-819,-2 1 0,1 0 0,11 34 0,3 49-4095,-13-49 1112,8 17-2376</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7.096"/>
    </inkml:context>
    <inkml:brush xml:id="br0">
      <inkml:brushProperty name="width" value="0.05" units="cm"/>
      <inkml:brushProperty name="height" value="0.05" units="cm"/>
      <inkml:brushProperty name="color" value="#E71224"/>
    </inkml:brush>
  </inkml:definitions>
  <inkml:trace contextRef="#ctx0" brushRef="#br0">101 103 4464,'-26'0'1391,"25"-1"-1128,-1-1 1,1 1 0,-1-1 0,1 1 0,0-1 0,-1 1 0,1-1-1,0 0 1,0 0 0,0 0 0,1 1 0,-1-1 0,0 0 0,0 0 0,1 0-1,-1-4 1,-24-12 4632,-6-32-972,30 48-2898,2 24-11008,1-1 2762</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9.426"/>
    </inkml:context>
    <inkml:brush xml:id="br0">
      <inkml:brushProperty name="width" value="0.05" units="cm"/>
      <inkml:brushProperty name="height" value="0.05" units="cm"/>
      <inkml:brushProperty name="color" value="#E71224"/>
    </inkml:brush>
  </inkml:definitions>
  <inkml:trace contextRef="#ctx0" brushRef="#br0">1 464 5224,'14'-3'-1012,"0"1"10375,-13 9-4304,-4 3-4641,3-6-389,-1 0 0,0-1 0,1 1 0,0 0 0,0 0 0,0 0 0,0-1 0,1 1 0,-1 0 0,1-1 0,1 5-1,19 44 306,-10-26-135,2 8 210,23 39 1,-29-60-235,0-2 0,1 1-1,0-1 1,1 0 0,0 0 0,13 10 0,-17-17-33,0 0 1,0-1-1,0 1 1,1-1 0,-1 0-1,1-1 1,0 1-1,0-1 1,0 0-1,0-1 1,0 1 0,1-1-1,8 0 1,-6-1-28,0-1-1,0 1 1,1-2 0,-1 1-1,0-2 1,0 1 0,0-1 0,10-5-1,10-7 55,-1-1-1,-1-1 1,0-2-1,26-23 0,-53 42-166,301-280-1408,-135 118-1623,14-12-5792,-92 84-786</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9.740"/>
    </inkml:context>
    <inkml:brush xml:id="br0">
      <inkml:brushProperty name="width" value="0.05" units="cm"/>
      <inkml:brushProperty name="height" value="0.05" units="cm"/>
      <inkml:brushProperty name="color" value="#E71224"/>
    </inkml:brush>
  </inkml:definitions>
  <inkml:trace contextRef="#ctx0" brushRef="#br0">14 278 9077,'-5'-10'579,"3"9"-253,1-1 1,0 0-1,1 0 0,-1 0 1,0 1-1,0-1 0,1 0 1,-1 0-1,1 0 1,-1-3-1,15-29 3354,-12 35-3070,22 10-165,-1 1 0,-1 1 0,0 1 1,-1 1-1,-1 1 0,32 30 1,-22-19 120,58 41 1,-81-65-540,-1 0-1,0-1 1,1 1-1,0-1 1,-1-1 0,1 1-1,0-1 1,0-1 0,0 1-1,0-1 1,0 0-1,0-1 1,0 1 0,0-2-1,-1 1 1,1-1 0,0 1-1,9-6 1,11-4-33,0 0 0,-1-3-1,25-16 1,6-7-1139,56-47 1,-93 68 760,148-136-7635,-88 69-572</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0.606"/>
    </inkml:context>
    <inkml:brush xml:id="br0">
      <inkml:brushProperty name="width" value="0.05" units="cm"/>
      <inkml:brushProperty name="height" value="0.05" units="cm"/>
      <inkml:brushProperty name="color" value="#E71224"/>
    </inkml:brush>
  </inkml:definitions>
  <inkml:trace contextRef="#ctx0" brushRef="#br0">1 26 9489,'0'0'2408,"13"-6"1592,-4 2-2995,0 1-1,1 0 1,-1 0 0,17-1-1,41 2 541,-27 6-1295,51 11 0,-31-1-202,78 28 0,-11 10-3751,-111-44 2825,61 24-8556,-56-24 3372</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0.775"/>
    </inkml:context>
    <inkml:brush xml:id="br0">
      <inkml:brushProperty name="width" value="0.05" units="cm"/>
      <inkml:brushProperty name="height" value="0.05" units="cm"/>
      <inkml:brushProperty name="color" value="#E71224"/>
    </inkml:brush>
  </inkml:definitions>
  <inkml:trace contextRef="#ctx0" brushRef="#br0">463 7 8489,'-25'-5'2003,"20"3"1446,-20 10-198,3 0-2626,1 2 1,-1 0-1,2 1 0,0 2 0,0 0 1,-29 25-1,16-9-517,2 1 0,-51 64 0,69-76-896,0 1 1,2 0 0,-10 22 0,14-26-1616,1 0 0,-5 22 0,6-9-6148</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9.998"/>
    </inkml:context>
    <inkml:brush xml:id="br0">
      <inkml:brushProperty name="width" value="0.05" units="cm"/>
      <inkml:brushProperty name="height" value="0.05" units="cm"/>
      <inkml:brushProperty name="color" value="#E71224"/>
    </inkml:brush>
  </inkml:definitions>
  <inkml:trace contextRef="#ctx0" brushRef="#br0">1 290 5969,'20'0'4484,"3"-6"-3056,-3 6 1316,-10-12-1604,4 3-327,3-9-93,13-9-152,-10 3-272,13 0-604,11-10-548,133-68-6817,-103 69 1332</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1.042"/>
    </inkml:context>
    <inkml:brush xml:id="br0">
      <inkml:brushProperty name="width" value="0.05" units="cm"/>
      <inkml:brushProperty name="height" value="0.05" units="cm"/>
      <inkml:brushProperty name="color" value="#E71224"/>
    </inkml:brush>
  </inkml:definitions>
  <inkml:trace contextRef="#ctx0" brushRef="#br0">0 0 9577,'40'8'3921,"-39"-7"-3791,-1-1-1,1 1 1,0-1 0,0 1 0,-1-1-1,1 1 1,-1-1 0,1 1-1,-1 0 1,1-1 0,-1 1 0,1 0-1,-1-1 1,1 1 0,-1 0 0,0 0-1,1 0 1,-1-1 0,0 1-1,0 0 1,0 0 0,0 1 0,1 0 334,2 2-209,0 0 0,0 0 0,1 0 0,-1-1 0,1 0 1,0 0-1,-1 0 0,1 0 0,1 0 0,-1-1 0,0 0 0,1 0 0,8 3 0,13 7 397,161 71 1386,-97-47-1791,-28-11-1294,2-3-1,94 20 1,41-11-9541,-143-25 3848</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1.211"/>
    </inkml:context>
    <inkml:brush xml:id="br0">
      <inkml:brushProperty name="width" value="0.05" units="cm"/>
      <inkml:brushProperty name="height" value="0.05" units="cm"/>
      <inkml:brushProperty name="color" value="#E71224"/>
    </inkml:brush>
  </inkml:definitions>
  <inkml:trace contextRef="#ctx0" brushRef="#br0">761 22 7185,'-3'-2'248,"0"-1"0,0 1 0,-1 0 1,1-1-1,0 2 0,-1-1 0,0 0 1,1 1-1,-7-2 0,-27 3 4836,18 2-4287,-1 2 0,1 1 0,0 0 0,0 1 0,0 1 0,1 1 0,-29 16 0,-115 84 256,145-95-930,-25 17-361,-92 70-1826,108-78-998,0 1-1,-39 46 1,34-25-4768</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1.494"/>
    </inkml:context>
    <inkml:brush xml:id="br0">
      <inkml:brushProperty name="width" value="0.05" units="cm"/>
      <inkml:brushProperty name="height" value="0.05" units="cm"/>
      <inkml:brushProperty name="color" value="#E71224"/>
    </inkml:brush>
  </inkml:definitions>
  <inkml:trace contextRef="#ctx0" brushRef="#br0">1 1 10985,'11'0'269,"0"1"122,1-1 0,-1 2 0,1-1 0,-1 2 1,0-1-1,0 2 0,0-1 0,12 7 0,129 49 4352,-40-17-3329,18 9-569,22 9-2599,-54-12-4789,-70-34 2350,10 5-2109</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21.645"/>
    </inkml:context>
    <inkml:brush xml:id="br0">
      <inkml:brushProperty name="width" value="0.05" units="cm"/>
      <inkml:brushProperty name="height" value="0.05" units="cm"/>
      <inkml:brushProperty name="color" value="#E71224"/>
    </inkml:brush>
  </inkml:definitions>
  <inkml:trace contextRef="#ctx0" brushRef="#br0">641 1 9153,'-30'12'2104,"6"21"-76,-6-6-152,0 0-131,0 0-237,-4 10-352,1 2-220,-11 6-168,-3 3-72,0 6-228,-6 7-96,-1 8-260,-6-3-520,0 1-940,-4 5-736</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2.638"/>
    </inkml:context>
    <inkml:brush xml:id="br0">
      <inkml:brushProperty name="width" value="0.05" units="cm"/>
      <inkml:brushProperty name="height" value="0.05" units="cm"/>
      <inkml:brushProperty name="color" value="#E71224"/>
    </inkml:brush>
  </inkml:definitions>
  <inkml:trace contextRef="#ctx0" brushRef="#br0">117 34 8993,'-26'-33'12012,"22"33"-11665,0 1-318,0 0 0,0 0 1,-1 0-1,1 1 0,0 0 0,0 0 1,1 0-1,-1 0 0,0 0 0,1 1 1,-1 0-1,1 0 0,0 0 0,0 0 1,0 0-1,0 0 0,0 1 1,-2 5-1,-7 20-2939,7 4-4120,5-10-1954</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3.527"/>
    </inkml:context>
    <inkml:brush xml:id="br0">
      <inkml:brushProperty name="width" value="0.05" units="cm"/>
      <inkml:brushProperty name="height" value="0.05" units="cm"/>
      <inkml:brushProperty name="color" value="#E71224"/>
    </inkml:brush>
  </inkml:definitions>
  <inkml:trace contextRef="#ctx0" brushRef="#br0">62 85 9709,'-1'-1'197,"0"0"0,1 0 0,-1 0 1,1 0-1,-1 0 0,1-1 0,0 1 0,-1 0 1,1 0-1,0 0 0,0 0 0,0-1 1,0 1-1,0 0 0,0 0 0,0-1 0,0 1 1,1 0-1,-1 0 0,0 0 0,1 0 0,-1 0 1,1-1-1,-1 1 0,1 0 0,-1 0 0,1 0 1,0 0-1,0 0 0,1-1 0,-2 1 35,0 0 0,0 0 0,0 0 0,0 0 0,0-1 0,0 1 0,0 0 0,0 0 0,-1 0 0,1 0 0,0-1 0,-1 1 0,1 0 0,0 0 0,-1 0 0,0 0 0,1 0 0,-1 0 0,0 0 0,1 0 0,-1 0 0,0 1 0,0-1-1,0 0 1,-1-1 0,-3-2 3978,-17-11-2694,20 14-130,0 4-1900,-1 2 208,1-2-153,-1 1 0,1-1 0,0 1 1,0 0-1,1 0 0,-1-1 0,1 1 0,0 0 1,0 0-1,0 1 0,0-1 0,1 0 0,0 0 0,0 0 1,0 0-1,0 0 0,1 1 0,-1-1 0,3 6 0,4 12-5612,2 4-3842</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00.153"/>
    </inkml:context>
    <inkml:brush xml:id="br0">
      <inkml:brushProperty name="width" value="0.05" units="cm"/>
      <inkml:brushProperty name="height" value="0.05" units="cm"/>
      <inkml:brushProperty name="color" value="#E71224"/>
    </inkml:brush>
  </inkml:definitions>
  <inkml:trace contextRef="#ctx0" brushRef="#br0">0 193 6481,'30'-30'984,"-13"18"-332,6-3-396,11-12-556,-11-7-1020,1-5-661,16 3 193</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02.569"/>
    </inkml:context>
    <inkml:brush xml:id="br0">
      <inkml:brushProperty name="width" value="0.05" units="cm"/>
      <inkml:brushProperty name="height" value="0.05" units="cm"/>
      <inkml:brushProperty name="color" value="#E71224"/>
    </inkml:brush>
  </inkml:definitions>
  <inkml:trace contextRef="#ctx0" brushRef="#br0">1 384 4684,'0'0'6276,"1"-3"-5812,2-4-410,0 1 0,0-1 1,1 1-1,0 0 0,1 0 0,-1 1 1,1-1-1,0 1 0,0 0 1,1 1-1,-1-1 0,1 1 1,0 0-1,1 0 0,7-3 0,123-57-748,-42 23-12,173-77-3372,-87 48 248</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02.948"/>
    </inkml:context>
    <inkml:brush xml:id="br0">
      <inkml:brushProperty name="width" value="0.05" units="cm"/>
      <inkml:brushProperty name="height" value="0.05" units="cm"/>
      <inkml:brushProperty name="color" value="#E71224"/>
    </inkml:brush>
  </inkml:definitions>
  <inkml:trace contextRef="#ctx0" brushRef="#br0">34 721 5609,'-34'-3'4592,"51"-21"-4312,20-18-64,30-6-52,26-22-76,28-14-224,40-10-252,26-14-508,38-13-1916,43-5-921</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1.831"/>
    </inkml:context>
    <inkml:brush xml:id="br0">
      <inkml:brushProperty name="width" value="0.05" units="cm"/>
      <inkml:brushProperty name="height" value="0.05" units="cm"/>
      <inkml:brushProperty name="color" value="#E71224"/>
    </inkml:brush>
  </inkml:definitions>
  <inkml:trace contextRef="#ctx0" brushRef="#br0">0 22 8837,'0'0'3260,"13"-10"-1944,4 4 2733,7 6-3457,-1 0 264,0-3-784,4 0-464,-7 6-720,4-3-409,3-3-819,16 3-1596,-6 9-2761</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52.055"/>
    </inkml:context>
    <inkml:brush xml:id="br0">
      <inkml:brushProperty name="width" value="0.05" units="cm"/>
      <inkml:brushProperty name="height" value="0.05" units="cm"/>
      <inkml:brushProperty name="color" value="#E71224"/>
    </inkml:brush>
  </inkml:definitions>
  <inkml:trace contextRef="#ctx0" brushRef="#br0">1 54 7285,'2'2'2017,"5"3"-71,5 3 6297,9 7 5783,-15-10-13491,0-2-3856,-5-3 3321,0 1 0,0-1-1,0 0 1,0 0 0,1 0-1,-1 0 1,0 0-1,0 0 1,0 0 0,0 0-1,0 0 1,0 0-1,0-1 1,0 1 0,0 0-1,1-1 1,-1 1 0,1-2-1,2 1-81,9-2-779,1-1-1,-1 0 0,0-1 1,0 0-1,17-10 1,27-25-10577,-39 28 387</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02.741"/>
    </inkml:context>
    <inkml:brush xml:id="br0">
      <inkml:brushProperty name="width" value="0.05" units="cm"/>
      <inkml:brushProperty name="height" value="0.05" units="cm"/>
      <inkml:brushProperty name="color" value="#E71224"/>
    </inkml:brush>
  </inkml:definitions>
  <inkml:trace contextRef="#ctx0" brushRef="#br0">707 0 6413,'-171'85'732,"111"-34"-356,0 0-324,-4 1-232,-3-4-232,-13 3-536,-21 9-841,-3 7 529</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03.117"/>
    </inkml:context>
    <inkml:brush xml:id="br0">
      <inkml:brushProperty name="width" value="0.05" units="cm"/>
      <inkml:brushProperty name="height" value="0.05" units="cm"/>
      <inkml:brushProperty name="color" value="#E71224"/>
    </inkml:brush>
  </inkml:definitions>
  <inkml:trace contextRef="#ctx0" brushRef="#br0">1065 0 7017,'-241'103'820,"151"-58"-384,13 3-260,-7 1-348,4 2-20,-4 0-144,-13 6-124,-7 7-164,-6-7-1333,12 0 233</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03.273"/>
    </inkml:context>
    <inkml:brush xml:id="br0">
      <inkml:brushProperty name="width" value="0.05" units="cm"/>
      <inkml:brushProperty name="height" value="0.05" units="cm"/>
      <inkml:brushProperty name="color" value="#E71224"/>
    </inkml:brush>
  </inkml:definitions>
  <inkml:trace contextRef="#ctx0" brushRef="#br0">118 9 3172,'-98'-9'-948,"78"18"260</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09.668"/>
    </inkml:context>
    <inkml:brush xml:id="br0">
      <inkml:brushProperty name="width" value="0.05" units="cm"/>
      <inkml:brushProperty name="height" value="0.05" units="cm"/>
      <inkml:brushProperty name="color" value="#E71224"/>
    </inkml:brush>
  </inkml:definitions>
  <inkml:trace contextRef="#ctx0" brushRef="#br0">59 193 11677,'-59'-23'12494,"79"8"-10703,3 3-1062,2 2-1,-1 0 0,1 1 0,46-9 1,122-15 630,-176 30-1263,214-27 473,2 10 1,275 11-1,-452 12-847,98 17 1,-128-15-665,0 2-1,-1 0 1,0 2 0,0 1 0,44 25-1,-58-28-602,0 1 0,17 15 0,-2 6-6365,-14-15-3119</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09.887"/>
    </inkml:context>
    <inkml:brush xml:id="br0">
      <inkml:brushProperty name="width" value="0.05" units="cm"/>
      <inkml:brushProperty name="height" value="0.05" units="cm"/>
      <inkml:brushProperty name="color" value="#E71224"/>
    </inkml:brush>
  </inkml:definitions>
  <inkml:trace contextRef="#ctx0" brushRef="#br0">316 136 11729,'-62'-64'3463,"12"20"2974,27 23-1295,17 14-1215,-4 26-1944,5 7-1967,0 0-1,1 1 1,2 0 0,1 36-1,1-32-7,-40 515-609,-1-311-6348,10-105-1338,-4 0-5659</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29.282"/>
    </inkml:context>
    <inkml:brush xml:id="br0">
      <inkml:brushProperty name="width" value="0.05" units="cm"/>
      <inkml:brushProperty name="height" value="0.05" units="cm"/>
      <inkml:brushProperty name="color" value="#E71224"/>
    </inkml:brush>
  </inkml:definitions>
  <inkml:trace contextRef="#ctx0" brushRef="#br0">154 212 6185,'-10'-12'2449,"0"1"0,1-1 0,0-1 0,0 0 1,-10-23-1,6 16 234,0 1 0,-30-35 0,26 35-593,15 17-504,5 8-1431,119 311-148,-80-205-7,174 431 0,-164-430 0,5-2 0,117 170 0,-145-240 0,2-2 0,1-1 0,2-1 0,1-3 0,2 0 0,1-2 0,67 42 0,-93-68 0,0 0 0,0 0 0,0-1 0,1-1 0,0 0 0,0-1 0,0 0 0,0-1 0,0 0 0,0-1 0,0-1 0,1 0 0,-1-1 0,0 0 0,20-5 0,-17 1 0,-1 0 0,1 0 0,-1-1 0,-1-1 0,1-1 0,-1 0 0,-1-1 0,0 0 0,0-1 0,0-1 0,-1 0 0,13-16 0,0-4 0,-1-2 0,-1-1 0,-2-1 0,32-70 0,-25 35 0,33-127 0,-18 5-1838,-39 175 776,-1 0 0,0 0 1,0-23-1,-5 8-2985,-7 3-3367,-8-6-4823</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29.654"/>
    </inkml:context>
    <inkml:brush xml:id="br0">
      <inkml:brushProperty name="width" value="0.05" units="cm"/>
      <inkml:brushProperty name="height" value="0.05" units="cm"/>
      <inkml:brushProperty name="color" value="#E71224"/>
    </inkml:brush>
  </inkml:definitions>
  <inkml:trace contextRef="#ctx0" brushRef="#br0">647 174 6413,'14'-20'1647,"-12"17"-1207,0-1 0,1 0-1,-1 1 1,1 0 0,0 0 0,0-1-1,0 2 1,1-1 0,-1 0-1,6-3 1,57-37 2954,-47 29-2353,1 1 0,0 1 1,42-19-1,-62 31-951,1 0 1,0-1-1,-1 1 1,1 0-1,0 0 0,-1-1 1,1 1-1,0 0 1,-1 0-1,1 0 1,0 0-1,0 0 0,-1 0 1,1 0-1,0 0 1,-1 0-1,1 0 1,0 0-1,-1 1 0,1-1 1,0 0-1,-1 0 1,1 1-1,0-1 1,-1 0-1,1 1 0,-1-1 1,1 1-1,0-1 1,-1 1-1,1-1 1,-1 1-1,0-1 0,1 1 1,-1-1-1,1 1 1,-1 0-1,0-1 1,1 1-1,-1-1 0,0 1 1,0 0-1,0-1 1,1 1-1,-1 0 1,0 0-1,0-1 0,0 1 1,0 0-1,0-1 1,0 1-1,-1 1 1,1 3 198,0 1 0,-1-1 1,0 0-1,0 1 0,-1-1 0,-3 8 1,-18 36 1334,-3 0 1,-47 68-1,-80 86-932,121-162-764,-34 43 48,-50 64-97,-124 206-1,155-182-3268,22 9-4039,47-105 343,11-13-4525</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1.467"/>
    </inkml:context>
    <inkml:brush xml:id="br0">
      <inkml:brushProperty name="width" value="0.05" units="cm"/>
      <inkml:brushProperty name="height" value="0.05" units="cm"/>
      <inkml:brushProperty name="color" value="#E71224"/>
    </inkml:brush>
  </inkml:definitions>
  <inkml:trace contextRef="#ctx0" brushRef="#br0">1 726 8577,'0'0'11908,"4"-3"-10420,118-54 1882,-51 26-2485,-22 10-450,95-47 425,68-45-44,324-171 101,-516 273-1251,39-22 807,94-37 1,-130 61-1214,1 2-1,41-7 1,-48 12-1005,0 1 0,0 0 0,0 1-1,30 4 1</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2.343"/>
    </inkml:context>
    <inkml:brush xml:id="br0">
      <inkml:brushProperty name="width" value="0.05" units="cm"/>
      <inkml:brushProperty name="height" value="0.05" units="cm"/>
      <inkml:brushProperty name="color" value="#E71224"/>
    </inkml:brush>
  </inkml:definitions>
  <inkml:trace contextRef="#ctx0" brushRef="#br0">1 126 6341,'13'-14'15202,"5"8"-9780,23 4-7747,-19 2 3658,299-46-322,110-8-2517,-414 53 1351,-11 0 96,0 0-1,-1 1 1,1-1-1,0 1 1,-1 0-1,1 1 0,0 0 1,-1-1-1,1 2 1,-1-1-1,1 1 0,-1-1 1,0 1-1,0 1 1,1-1-1,-1 1 0,6 5 1,17 29-448,-28-34 483,-1 0 1,1 0 0,-1 0-1,0 1 1,0-1 0,0 0 0,0 0-1,0-1 1,-4 6 0,5-7 20,-1-1 1,0 1-1,1-1 1,-1 1-1,1-1 1,-1 1 0,1 0-1,-1-1 1,1 1-1,-1 0 1,1-1-1,-1 1 1,1 0-1,0-1 1,0 1-1,-1 0 1,1 0-1,0-1 1,0 1-1,0 1 1,-7 13-70,-184 246 43,99-130-142,-81 130-5,143-216 92,2 2 0,3 0 0,-29 75 0,53-119 70,0-2 14,1 0-1,0-1 1,-1 1-1,1 0 0,0 0 1,0 0-1,0-1 1,0 1-1,0 0 1,0 0-1,0 0 0,0 0 1,0 0-1,0-1 1,0 1-1,0 0 0,1 0 1,-1 0-1,0-1 1,1 1-1,-1 0 1,0 0-1,1-1 0,-1 1 1,1 0-1,-1-1 1,1 1-1,0 0 0,-1-1 1,1 1-1,0-1 1,-1 1-1,1-1 1,0 1-1,-1-1 0,1 1 1,0-1-1,0 0 1,0 0-1,-1 1 0,1-1 1,0 0-1,0 0 1,0 0-1,0 0 1,-1 0-1,2 0 0,4 0 4,0-1-1,-1 1 0,1-1 1,0 0-1,-1-1 0,6-1 0,111-51-150,-22 9-135,96-35-279,148-56-454,-267 103 873,97-56 0,-49 23 150,9-9 70,53-24 126,-68 46-2410</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2.854"/>
    </inkml:context>
    <inkml:brush xml:id="br0">
      <inkml:brushProperty name="width" value="0.05" units="cm"/>
      <inkml:brushProperty name="height" value="0.05" units="cm"/>
      <inkml:brushProperty name="color" value="#E71224"/>
    </inkml:brush>
  </inkml:definitions>
  <inkml:trace contextRef="#ctx0" brushRef="#br0">34 347 10665,'0'0'3893,"-1"2"-2185,-10 23 966,10-22-1716,-9 6 475,0 3 1493,12-15-2553,26-26 207,-17 19-483,0 0 1,-1-1-1,0-1 1,-1 0-1,-1 0 1,1 0-1,-2-1 1,9-19-1,2-27 166,22-117-1,-39 169 631,-20 20-293,15-10-540,1 0 0,0 0 0,-1 1-1,1-1 1,1 1 0,-1 0 0,1 0-1,-1 0 1,1 0 0,0 1 0,-2 7-1,-12 56 295,13-48-254,0-8-116,-1 7 121,1 0 0,1 0 1,-1 31-1,3-43-381,1-1 0,0 0 1,0 0-1,1 1 0,-1-1 0,1 0 1,0 0-1,1-1 0,0 1 0,0 0 1,0-1-1,0 0 0,1 1 0,0-1 1,5 5-1,-6-8-216,-1 0-1,1-1 1,0 1 0,-1 0 0,1-1-1,0 0 1,0 0 0,0 0 0,0 0-1,0 0 1,1 0 0,-1-1 0,4 1-1,-2-1-786,15-11-12835</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2.993"/>
    </inkml:context>
    <inkml:brush xml:id="br0">
      <inkml:brushProperty name="width" value="0.05" units="cm"/>
      <inkml:brushProperty name="height" value="0.05" units="cm"/>
      <inkml:brushProperty name="color" value="#E71224"/>
    </inkml:brush>
  </inkml:definitions>
  <inkml:trace contextRef="#ctx0" brushRef="#br0">71 31 11529,'-50'-6'5653,"40"-6"-4385,0 0 932</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3.177"/>
    </inkml:context>
    <inkml:brush xml:id="br0">
      <inkml:brushProperty name="width" value="0.05" units="cm"/>
      <inkml:brushProperty name="height" value="0.05" units="cm"/>
      <inkml:brushProperty name="color" value="#E71224"/>
    </inkml:brush>
  </inkml:definitions>
  <inkml:trace contextRef="#ctx0" brushRef="#br0">0 217 10513,'0'0'9621,"4"-24"-9241,-1 0-72,14 12-280,10-9-344,-4 0-340,0 0-512,4-3-252,3-1-493,1-2-2555,-1 9-3457</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3.350"/>
    </inkml:context>
    <inkml:brush xml:id="br0">
      <inkml:brushProperty name="width" value="0.05" units="cm"/>
      <inkml:brushProperty name="height" value="0.05" units="cm"/>
      <inkml:brushProperty name="color" value="#E71224"/>
    </inkml:brush>
  </inkml:definitions>
  <inkml:trace contextRef="#ctx0" brushRef="#br0">152 0 13241,'-34'9'4781,"14"0"-2453,3 0-332,4 0-332,3 0-332,-4 3-292,1-2-232,3 2-183,0 3-281,10 3-824,3 3-617,-6-3-779,0 0-928,-1 6-3665,1 3-5980</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4.673"/>
    </inkml:context>
    <inkml:brush xml:id="br0">
      <inkml:brushProperty name="width" value="0.05" units="cm"/>
      <inkml:brushProperty name="height" value="0.05" units="cm"/>
      <inkml:brushProperty name="color" value="#E71224"/>
    </inkml:brush>
  </inkml:definitions>
  <inkml:trace contextRef="#ctx0" brushRef="#br0">0 317 8997,'1'0'588,"0"1"-1,0-1 1,0 0 0,0 1-1,0-1 1,0 0 0,0 0-1,0 0 1,1 0 0,-1 0-1,0 0 1,0 0 0,0 0 0,2 0-1,16-9 3356,17-24-3222,-16 13 528,26-22-12,-28 24-748,35-27 0,-18 19-719,47-26-1,-37 23-1949,-17 7-2724,-13 12-390,2-3-4823</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4.890"/>
    </inkml:context>
    <inkml:brush xml:id="br0">
      <inkml:brushProperty name="width" value="0.05" units="cm"/>
      <inkml:brushProperty name="height" value="0.05" units="cm"/>
      <inkml:brushProperty name="color" value="#E71224"/>
    </inkml:brush>
  </inkml:definitions>
  <inkml:trace contextRef="#ctx0" brushRef="#br0">0 0 14197,'0'0'11511,"0"5"-10361,12 143 1527,2-46-3747,1-1-3690,-5-1-4920,-7-46-1361</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6.788"/>
    </inkml:context>
    <inkml:brush xml:id="br0">
      <inkml:brushProperty name="width" value="0.05" units="cm"/>
      <inkml:brushProperty name="height" value="0.05" units="cm"/>
      <inkml:brushProperty name="color" value="#E71224"/>
    </inkml:brush>
  </inkml:definitions>
  <inkml:trace contextRef="#ctx0" brushRef="#br0">1 347 6933,'20'-18'8692,"-21"16"-8264,-1 1 0,1-1 0,0 0 0,0 0-1,0 0 1,1 0 0,-1 0 0,0 0 0,1 0-1,-1 0 1,1 0 0,0 0 0,0 0 0,0-1-1,0 1 1,0 0 0,0 0 0,0 0 0,1 0-1,0-3 1,0-10 357,15 51 650,-6 6-809,31 81-1,-35-109-587,1 0 0,0 0 0,1-1-1,0 0 1,1-1 0,1 1 0,0-2 0,0 1 0,16 12 0,-23-22-39,0 0 1,-1-1-1,1 1 1,0 0-1,0-1 1,0 1-1,0-1 1,0 0-1,0 0 1,0 0-1,1-1 1,-1 1-1,0-1 1,1 0-1,-1 0 1,0 0-1,0 0 1,1 0-1,-1-1 1,0 1-1,0-1 1,1 0-1,-1 0 1,0 0-1,0-1 1,0 1-1,0-1 1,0 1-1,-1-1 1,1 0-1,0 0 1,-1 0-1,3-4 1,6-4-12,-2 0 1,1-1-1,-1-1 1,-1 1-1,0-1 1,9-20-1,147-262-1891,-157 282 1814,-2 4-65,-1 1 0,1 0 0,0 1 0,11-11 0,-14 15 62,15 6-125,30 16-350,-43-19 541,1-1-1,-1 0 1,1 0 0,0 0 0,-1-1-1,1 0 1,-1 0 0,1 0 0,8-4-1,10-1-137,-18 4 72,0-1 1,0 0-1,0 1 1,-1-1 0,1-1-1,-1 1 1,0-1 0,6-6-1,-4 4-82,3-2-175,0 0 0,1 0-1,-1 1 1,21-11 0,51-16-3978,-18 9-3026,-36 13 464</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8.380"/>
    </inkml:context>
    <inkml:brush xml:id="br0">
      <inkml:brushProperty name="width" value="0.05" units="cm"/>
      <inkml:brushProperty name="height" value="0.05" units="cm"/>
      <inkml:brushProperty name="color" value="#E71224"/>
    </inkml:brush>
  </inkml:definitions>
  <inkml:trace contextRef="#ctx0" brushRef="#br0">1 290 5701,'0'0'118,"1"0"0,-1 1 0,1-1 0,0 0 0,-1 0 0,1 0 0,-1 1 0,1-1 0,-1 0 0,1 0 0,0 0 0,-1 0 0,1 0 0,-1 0 0,1 0 0,-1 0 0,1 0 0,0 0 0,-1-1 0,1 1 0,-1 0 1,1 0-1,-1 0 0,1-1 0,-1 1 0,1 0 0,-1-1 0,1 1 0,0-1 0,4-16 3875,-4 9-3959,-1 5 1376,1 2-1303,-1 1 0,1 0-1,-1-1 1,1 1-1,-1 0 1,1-1 0,-1 1-1,1 0 1,-1-1-1,0 1 1,1-1 0,-1 1-1,1-1 1,-1 1-1,0-1 1,0 1 0,1-1-1,-1 1 1,0-1 0,0 1-1,0-2 1,1 1 40,-1 0 0,0 0 0,1 0 0,-1 0 0,1 0-1,-1 0 1,1 1 0,-1-1 0,1 0 0,-1 0 0,1 0 0,0 1 0,0-1 0,-1 0 0,1 1 0,0-1 0,0 0 0,0 1 0,0-1 0,-1 1 0,3-1 0,28-7 1994,-29 7-900,12 14 1352,9 10-60,1 10-900,6 13-327,71 145-250,-72-141-1050,65 112-6,-89-154 0,1 1 0,0-1 0,0-1 0,1 1 0,0-1 0,0 0 0,1-1 0,9 7 0,-13-10 0,0-1 0,0 0 0,0 0 0,0 0 0,0-1 0,0 1 0,0-1 0,1 0 0,-1 0 0,1-1 0,-1 1 0,0-1 0,1 0 0,-1 0 0,1 0 0,-1-1 0,1 0 0,-1 0 0,0 0 0,0 0 0,5-2 0,1-3 0,0 1 0,-1-2 0,1 1 0,-1-1 0,-1-1 0,1 1 0,-1-1 0,-1-1 0,1 0 0,8-14 0,9-16 0,24-53 0,24-60 0,-28 53 0,111-177 0,-152 270 0,0 0 0,1 1 0,-1 0 1,1 0-1,0 0 0,0 1 0,1 0 0,-1 0 0,1 0 1,0 0-1,0 1 0,0 0 0,1 0 0,-1 1 0,0 0 1,8-2-1,-9 4-2,0-1 1,1 1-1,-1 0 0,0 0 1,1 0-1,-1 1 1,0 0-1,1 0 1,-1 0-1,0 1 1,0-1-1,0 1 0,0 0 1,0 1-1,-1 0 1,1-1-1,-1 1 1,1 1-1,-1-1 1,7 8-1,23 27-1689,-1 3 0,36 57 0,-26-35-1373,-9-7-520,-22-35-890,23 31 0,-3-16-4610</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39.925"/>
    </inkml:context>
    <inkml:brush xml:id="br0">
      <inkml:brushProperty name="width" value="0.05" units="cm"/>
      <inkml:brushProperty name="height" value="0.05" units="cm"/>
      <inkml:brushProperty name="color" value="#E71224"/>
    </inkml:brush>
  </inkml:definitions>
  <inkml:trace contextRef="#ctx0" brushRef="#br0">134 1 11261,'-17'24'9222,"15"-24"-7262,0 0-1765,0 0-1,1 0 1,-1 0-1,0 0 1,0 0-1,1 1 1,-1-1 0,1 1-1,-1-1 1,0 1-1,1-1 1,-1 1-1,1 0 1,-1 0-1,1 0 1,0 0-1,-1 0 1,1 0-1,0 0 1,0 0-1,0 1 1,-2 1-1,0 3 178,1-1 0,0 0-1,0 1 1,0-1 0,-1 10 0,-1 1 145,-26 137 2609,9 78-3268,19-207 260,-3 58-118,3 1 0,11 100 0,-6-149 0,3 1 0,0-1 0,3 0 0,1-1 0,1 1 0,1-2 0,33 59 0,-34-74 0,1-1 0,1-1 0,0 0 0,0-1 0,2-1 0,0 0 0,0 0 0,28 16 0,-38-26 0,12 8-63,1-1 0,-1-1 0,1-1 1,1-1-1,0 0 0,0-1 0,27 5 0,-6-5-1114,1-2 0,51-1 0,-53-4-372,-1-2 1,1-1-1,55-14 0,-53 7-2956,52-21 1,-15-3-6041</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0.451"/>
    </inkml:context>
    <inkml:brush xml:id="br0">
      <inkml:brushProperty name="width" value="0.05" units="cm"/>
      <inkml:brushProperty name="height" value="0.05" units="cm"/>
      <inkml:brushProperty name="color" value="#E71224"/>
    </inkml:brush>
  </inkml:definitions>
  <inkml:trace contextRef="#ctx0" brushRef="#br0">249 435 9865,'-22'-4'1873,"20"2"-786,12-5 3503,-10 4-3337,2-25 1242,9-53-1,-6 55-1533,-1 0 0,-1-1 0,-1-41 0,-4 49-553,0 0-1,-9-37 1,10 52-363,0 0 1,0 0-1,0 1 0,-1-1 1,1 0-1,-1 1 0,0-1 1,0 1-1,0-1 0,-1 1 1,1 0-1,-1 0 0,0 0 1,0 0-1,0 1 0,0-1 1,0 1-1,0 0 0,-1 0 1,-6-3-1,8 5 3,-1-1-1,0 1 1,0 0-1,0 1 1,1-1-1,-1 0 1,0 1-1,0 0 1,1-1-1,-1 1 1,0 0-1,1 0 1,-1 1-1,1-1 1,0 0-1,-5 4 1,1 0 79,0-1 0,0 1 0,1 0 0,-1 0 0,-7 11 0,-1 7 11,1 1 0,1 0 0,0 1 1,2 0-1,1 1 0,2 0 1,0 1-1,1-1 0,2 1 1,-1 34-1,4-38-138,1 0 0,2 0 0,0 0 0,1 0 0,2-1 0,0 1 0,1-1 0,2 0 0,0-1 0,1 1 0,1-2 0,1 1 0,1-2 0,1 1 0,15 16 0,10 4 0,2-2 0,62 44 0,-52-43 0,55 55 0,-99-88 2,0 1 0,0 0 0,-1 1-1,0-1 1,0 1 0,0 0 0,-1 1 0,0-1 0,-1 0 0,0 1-1,0 0 1,-1 0 0,0 0 0,-1 0 0,1 15 0,-2-11-36,-1 0 1,-1 0-1,0 0 1,-1-1-1,0 1 0,-1-1 1,0 0-1,-1 0 1,0 0-1,-10 15 1,7-13-715,-1-1 1,0-1 0,-11 12-1,17-20 199,0-1 0,0 0-1,-1 0 1,1 0-1,-1 0 1,1 0 0,-1-1-1,0 1 1,0-1-1,0 0 1,-1-1-1,-7 3 1,11-4 210,0 0-1,0 0 1,0 0-1,0-1 1,0 1 0,0 0-1,0-1 1,0 1 0,0-1-1,0 1 1,0-1-1,0 0 1,0 1 0,0-1-1,1 0 1,-1 1-1,0-1 1,0 0 0,1 0-1,-1 0 1,1 0 0,-1 0-1,1 0 1,-1 0-1,1 0 1,-1 0 0,1 0-1,0-1 1,1-15-9131</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0.997"/>
    </inkml:context>
    <inkml:brush xml:id="br0">
      <inkml:brushProperty name="width" value="0.05" units="cm"/>
      <inkml:brushProperty name="height" value="0.05" units="cm"/>
      <inkml:brushProperty name="color" value="#E71224"/>
    </inkml:brush>
  </inkml:definitions>
  <inkml:trace contextRef="#ctx0" brushRef="#br0">134 583 12853,'-18'4'1207,"-27"8"1297,42-11-2196,0 0 0,1 0 0,0 0 0,-1 1 0,1-1 0,0 1 0,0-1 0,0 1 0,0 0 0,0 0 0,0 0 1,0 0-1,0 0 0,-1 3 0,-4 10 558,1 0 1,1 0 0,0 0 0,1 1-1,1-1 1,0 1 0,1 0 0,1 0 0,1 0-1,2 30 1,2-16-457,1 0-1,1 0 1,2 0-1,20 51 1,-20-62-410,1 1 0,1-2 0,1 1 0,0-1 0,22 25 0,-27-36 0,0-1 0,0 0 0,0 0 0,0 0 0,1-1 0,0 0 0,0-1 0,1 1 0,0-1 0,-1-1 0,1 1 0,0-1 0,0-1 0,1 1 0,-1-1 0,11 0 0,-16-1-44,1-1-1,-1-1 1,1 1 0,-1 0-1,0-1 1,1 0-1,-1 1 1,1-1 0,-1-1-1,0 1 1,0 0 0,0-1-1,0 0 1,0 1 0,0-1-1,0-1 1,0 1 0,-1 0-1,1-1 1,-1 1-1,1-1 1,-1 1 0,0-1-1,3-5 1,1-5-230,0-1 0,0 0 0,-1 0 0,5-22-1,-4 14 37,-1 2 137,-1 0 0,-1 0 0,-1-1-1,0 1 1,-2 0 0,0-1 0,-1 1-1,-1 0 1,-1 0 0,-1 0 0,-1 0-1,0 0 1,-2 1 0,0 0 0,-1 0-1,-1 1 1,-1 0 0,0 0 0,-1 1-1,-1 1 1,-20-22 0,-58-58 362,90 94-312,1 0 0,0 0 0,-1 0 0,1 0 0,0 0 1,0 0-1,0 1 0,0-1 0,1 0 0,-1 1 0,0-1 1,1 1-1,-1-1 0,1 1 0,1-2 0,66-40-1971,-45 30 1752,-1-2 1,0 0-1,-2-2 0,1 0 1,24-27-1,-29 23 302,0-1 0,-2-1 0,0 0 0,-1-1-1,-2-1 1,0 0 0,9-30 0,15-70 4467,-36 125-4478,0 0 1,0 0-1,0 0 1,0-1-1,0 1 1,0 0-1,0 0 1,0 0-1,0-1 1,0 1 0,0 0-1,0 0 1,0 0-1,0-1 1,0 1-1,0 0 1,0 0-1,0 0 1,0-1-1,0 1 1,0 0-1,0 0 1,0 0 0,1-1-1,-1 1 1,0 0-1,0 0 1,0 0-1,0 0 1,0-1-1,1 1 1,-1 0-1,0 0 1,0 0-1,0 0 1,0 0 0,1 0-1,-1 0 1,0 0-1,0-1 1,0 1-1,1 0 1,-1 0-1,0 0 1,0 0-1,0 0 1,1 0-1,-1 0 1,0 0 0,0 0-1,1 0 1,-1 0-1,0 1 1,0-1-1,0 0 1,1 0-1,-1 0 1,0 0-1,0 0 1,0 0-1,0 0 1,1 0 0,-1 1-1,0-1 1,10 22 983,7 39 317,-5-6-1103,-2 0 0,3 61 0,-7-53-219,15 224 0,-18-147 0,20 322 0,-19-423-375,3 0 0,12 48 0,-15-73-449,1 0 1,0 0-1,1-1 1,0 0-1,1 0 1,0 0-1,1-1 1,0 0-1,13 13 1,-4-13-3196,-4-8-1794,6-1-4778</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1.421"/>
    </inkml:context>
    <inkml:brush xml:id="br0">
      <inkml:brushProperty name="width" value="0.05" units="cm"/>
      <inkml:brushProperty name="height" value="0.05" units="cm"/>
      <inkml:brushProperty name="color" value="#E71224"/>
    </inkml:brush>
  </inkml:definitions>
  <inkml:trace contextRef="#ctx0" brushRef="#br0">0 566 11845,'4'-3'352,"0"-1"0,-1 1 0,1 0 0,-1-1 0,0 0 1,0 0-1,0 0 0,0 0 0,-1 0 0,0 0 0,0-1 0,0 1 0,0-1 0,-1 0 0,2-7 0,-2 9-178,0 0-1,1 1 1,-1-1-1,1 0 1,-1 0-1,1 1 0,0-1 1,0 1-1,0 0 1,0 0-1,1-1 1,-1 1-1,0 0 1,1 1-1,0-1 0,-1 0 1,1 1-1,0 0 1,0-1-1,0 1 1,0 0-1,0 1 1,0-1-1,0 0 1,4 1-1,6-2 33,0 2 0,-1-1 0,1 2 1,0 0-1,15 3 0,-18-3-149,-1 1 0,1 0 0,0 1 0,-1 0 0,0 1 0,1 0 1,-1 0-1,-1 1 0,1 0 0,-1 0 0,0 1 0,0 1 0,-1-1 0,1 1 0,-1 0 1,-1 1-1,0-1 0,0 1 0,0 1 0,-1-1 0,0 1 0,-1 0 0,0 0 0,0 0 0,4 17 1,-6-17-37,-1-1 0,1 0 0,-2 0 0,1 1 0,-1-1 0,-1 0 0,1 1 0,-1-1 0,-1 0 0,-3 14 0,4-18 77,5-6-254,0-1 109,0 0 0,0 0 0,0 0 0,0-1 0,-1 0 0,1 1 0,-1-1 0,5-7 0,22-44-242,-19 32 150,7-13-139,-2-1 0,23-78 0,7-81-208,-41 172 450,3-11 77,-2-1-1,4-72 1,-10 107-24,0 0-1,0 0 0,0 0 1,0 0-1,0 0 1,-1 0-1,1 0 1,0 0-1,0 0 1,-1 0-1,1 0 1,-1 0-1,1 0 1,-1 0-1,1 1 1,-1-1-1,1 0 1,-1 0-1,0 0 0,1 1 1,-1-1-1,0 0 1,0 1-1,0-1 1,1 1-1,-1-1 1,0 1-1,0-1 1,0 1-1,0-1 1,0 1-1,0 0 1,0 0-1,-1-1 1,0 1 37,0 0 0,0 0 1,0 1-1,0-1 0,0 0 1,0 1-1,0-1 0,0 1 1,0 0-1,1-1 0,-1 1 1,0 0-1,0 0 0,1 0 1,-1 0-1,0 1 1,1-1-1,0 0 0,-2 2 1,-13 16 331,2 0 1,0 0-1,1 1 1,1 1 0,1 0-1,1 1 1,1 0 0,-11 39-1,15-41-219,1 0 0,0 0-1,1 1 1,1-1 0,1 1-1,1-1 1,1 1 0,1 0-1,1-1 1,7 29 0,-6-36-99,1 0 1,0 0 0,1 0 0,0-1-1,1 0 1,15 21 0,-17-27-93,0 0-1,0-1 1,1 0 0,0 0-1,0 0 1,0 0 0,0-1 0,1 0-1,-1 0 1,1-1 0,0 0-1,0 0 1,0-1 0,9 3-1,-2-3-411,0 0-1,0-1 1,0 0-1,0-1 1,0-1-1,0 0 1,0-1-1,0 0 0,0-1 1,0-1-1,-1 0 1,1-1-1,13-7 1,-15 6-844,-1-1 0,0 0 0,0-1 0,-1 0 0,0 0 1,0-1-1,-1-1 0,16-19 0,2-13-7997</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1.705"/>
    </inkml:context>
    <inkml:brush xml:id="br0">
      <inkml:brushProperty name="width" value="0.05" units="cm"/>
      <inkml:brushProperty name="height" value="0.05" units="cm"/>
      <inkml:brushProperty name="color" value="#E71224"/>
    </inkml:brush>
  </inkml:definitions>
  <inkml:trace contextRef="#ctx0" brushRef="#br0">101 51 6577,'-53'-2'1913,"42"1"108,10-1-126,-1-3-904,-1 0 0,0 0 0,0 0 1,0 1-1,-1 0 0,0-1 0,0 1 0,-6-5 3576,33 28-2441,17 21-1261,-2 2 0,-2 1 0,-1 2 0,42 74 0,-55-79-665,-1 0 1,-3 1-1,-1 2 1,-2-1 0,-2 2-1,9 53 1,-14-29-224,-2 0 0,-3 0 0,-3 0 0,-3 1 0,-3-1-1,-3 0 1,-28 105 0,15-86-846,-50 179-3039,10-97-4843,54-148 2586,4-3-3730</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2.114"/>
    </inkml:context>
    <inkml:brush xml:id="br0">
      <inkml:brushProperty name="width" value="0.05" units="cm"/>
      <inkml:brushProperty name="height" value="0.05" units="cm"/>
      <inkml:brushProperty name="color" value="#E71224"/>
    </inkml:brush>
  </inkml:definitions>
  <inkml:trace contextRef="#ctx0" brushRef="#br0">18 153 8149,'-2'-1'133,"1"0"-9,0 0-1,0 0 0,0 0 1,0 0-1,0 0 0,0 0 1,0 0-1,0 0 1,0 0-1,0 0 0,1 0 1,-1-1-1,1 1 0,-1 0 1,1-1-1,-1 1 1,1 0-1,-1-1 0,1 1 1,0 0-1,0-1 1,0 1-1,0-1 0,0 1 1,0 0-1,0-1 0,1 1 1,-1 0-1,0-1 1,1 1-1,-1 0 0,1-1 1,0-1-1,2-7 805,0 1 0,0-1 0,0 1 0,2 0-1,5-11 1,-8 17-789,0 0 0,1 0 0,-1 0 0,0 0 0,1 1 0,0-1 0,-1 1 0,1 0 1,0 0-1,0 0 0,1 0 0,-1 0 0,0 1 0,0-1 0,1 1 0,-1 0 0,1 0 0,-1 0 0,1 0 0,3 1 0,-1 0-72,0 0 1,0 1-1,0 0 0,-1 0 0,1 0 1,-1 1-1,1 0 0,-1 0 1,1 1-1,-1-1 0,0 1 1,0 0-1,0 0 0,-1 1 1,1-1-1,-1 1 0,0 0 1,7 9-1,2 3 52,0 1 1,-2 0-1,0 0 1,10 22-1,-6-3 33,-3 0 1,0 1-1,-2 0 0,5 45 0,14 51 253,-12-70 575,-17-60-861,0-1 0,1 0 1,-1 0-1,0 1 1,0-1-1,-1 0 0,1 0 1,0 0-1,-1 1 1,1-1-1,-1 0 0,-1 3 1,0 1 212,2-4 407,0-24-243,2 12-565,0 0 1,1 0 0,0 0 0,1 0 0,-1 1 0,2-1 0,0 1 0,0 0 0,0 0 0,1 1 0,0-1 0,1 1-1,0 1 1,9-9 0,16-13-2292,71-49 0,-102 77 2293,23-15-2052,34-17 0,1 7-4203,-10 10-2430</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2.302"/>
    </inkml:context>
    <inkml:brush xml:id="br0">
      <inkml:brushProperty name="width" value="0.05" units="cm"/>
      <inkml:brushProperty name="height" value="0.05" units="cm"/>
      <inkml:brushProperty name="color" value="#E71224"/>
    </inkml:brush>
  </inkml:definitions>
  <inkml:trace contextRef="#ctx0" brushRef="#br0">131 109 12313,'0'0'2844,"-20"-15"297,-1 3-509,8 6-320,0 0 956,-4-6-2115,3 0-361,8-3-2501,2-1-739,-6 7-1168,-3 3-2517</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3.206"/>
    </inkml:context>
    <inkml:brush xml:id="br0">
      <inkml:brushProperty name="width" value="0.05" units="cm"/>
      <inkml:brushProperty name="height" value="0.05" units="cm"/>
      <inkml:brushProperty name="color" value="#E71224"/>
    </inkml:brush>
  </inkml:definitions>
  <inkml:trace contextRef="#ctx0" brushRef="#br0">336 2381 13793,'-166'78'1881,"88"-31"49,71-41-1379,-1-1 1,0-1-1,0 1 0,0-1 1,-1 0-1,-14 3 0,16-4-750,-7-1 3472,31-16-201,28-15-2001,1 2 1,83-34 0,-77 37-694,407-163 1130,17 21-1476,-163 58-7,2270-784-25,27 88 0,-2370 736-54,94-25-134,-113 37-2721,-161 43 339,-34 9-1205</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3.563"/>
    </inkml:context>
    <inkml:brush xml:id="br0">
      <inkml:brushProperty name="width" value="0.05" units="cm"/>
      <inkml:brushProperty name="height" value="0.05" units="cm"/>
      <inkml:brushProperty name="color" value="#E71224"/>
    </inkml:brush>
  </inkml:definitions>
  <inkml:trace contextRef="#ctx0" brushRef="#br0">0 1429 13381,'15'-18'777,"0"1"-1,2 1 1,0 0 0,0 1-1,1 1 1,1 1-1,1 1 1,21-11-1,22-15 825,80-48 507,233-100-1,171-34-1881,-541 218-227,1103-417-4863,-519 192-3945,-307 120-945</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6.750"/>
    </inkml:context>
    <inkml:brush xml:id="br0">
      <inkml:brushProperty name="width" value="0.05" units="cm"/>
      <inkml:brushProperty name="height" value="0.05" units="cm"/>
      <inkml:brushProperty name="color" value="#E71224"/>
    </inkml:brush>
  </inkml:definitions>
  <inkml:trace contextRef="#ctx0" brushRef="#br0">14 1032 8633,'-13'15'12573,"14"-18"-12212,5-9 122,0 0 1,0 1-1,1-1 1,1 1 0,9-10-1,-15 18 987,2 6-1301,-1 0 0,-1 0-1,1 0 1,0 0-1,-1 0 1,1 0 0,2 7-1,5 12 134,0 1-1,-2 0 1,9 40-1,-10-36-75,1 1 1,1-2-1,15 33 0,-20-51-131,1 0 0,-1 0 0,2-1 0,-1 0 0,1 0 0,0-1 0,0 1 0,0-1-1,1 0 1,10 6 0,-12-9-41,1 0 0,-1-1-1,1 0 1,0 0-1,-1 0 1,1 0 0,0-1-1,0 0 1,0 0 0,0-1-1,0 0 1,0 0-1,0 0 1,0-1 0,0 1-1,0-2 1,7-1 0,22-9 15,-1-1 0,-1-1 0,0-2 0,-1-1 0,-1-2 0,44-34 1,162-158 40,-10-23-562,-20 19-1553,-46 48-673,43-43-2859,-57 83-3393,-79 77-486</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7.062"/>
    </inkml:context>
    <inkml:brush xml:id="br0">
      <inkml:brushProperty name="width" value="0.05" units="cm"/>
      <inkml:brushProperty name="height" value="0.05" units="cm"/>
      <inkml:brushProperty name="color" value="#E71224"/>
    </inkml:brush>
  </inkml:definitions>
  <inkml:trace contextRef="#ctx0" brushRef="#br0">3 290 9613,'1'3'1627,"1"24"202,-1-1 1,-4 53-1,0 29 412,10-37-1469,3-1 1,3 0-1,3-1 0,49 130 1,-62-192-669,0 0 0,0-1 1,1 1-1,0-1 0,0 0 1,0 0-1,1 0 0,0-1 1,0 1-1,0-1 0,1 0 1,-1-1-1,12 7 0,-8-6 11,-1-1 0,1-1 0,0 1 0,0-2-1,1 1 1,-1-1 0,0-1 0,1 1 0,13-1-1,1-2 17,0-1 0,0-1 0,0-1 0,-1-1-1,1-1 1,-2-2 0,35-14 0,3-7-143,0-3 1,-2-3-1,-2-2 1,56-47 0,190-193-2728,15-76-4485,-213 233 1954,3 12-2942</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48.807"/>
    </inkml:context>
    <inkml:brush xml:id="br0">
      <inkml:brushProperty name="width" value="0.05" units="cm"/>
      <inkml:brushProperty name="height" value="0.05" units="cm"/>
      <inkml:brushProperty name="color" value="#E71224"/>
    </inkml:brush>
  </inkml:definitions>
  <inkml:trace contextRef="#ctx0" brushRef="#br0">21 106 7141,'0'3'303,"0"-1"-1,0 1 1,-1-1 0,1 0 0,-1 1 0,0-1 0,0 1 0,0-1 0,0 0-1,0 1 1,0-1 0,0 0 0,-1 0 0,1 0 0,-1 0 0,0 0 0,-3 2-1,5-3-198,0 0-1,0 0 0,0 1 0,0-1 0,1 0 0,-1 0 0,0 0 0,1 0 0,-1 0 0,0 0 0,1 0 0,-1 0 0,1 0 0,-1 0 0,1-1 1,0 1-1,1 2 0,-2-3 30,16 29 1363,-2 0 0,12 37 0,5 10-526,-16-42-645,1 2-35,1 0 1,1-2 0,2 0 0,32 42-1,-45-67-234,1-1-1,-1 0 1,1 0-1,1-1 0,-1 0 1,1-1-1,1 0 1,-1 0-1,1-1 0,0 0 1,0-1-1,0 0 1,1 0-1,0-1 0,-1-1 1,1 0-1,0 0 1,0-1-1,0-1 0,16 0 1,-2-3 32,0-1 0,0-1 0,0-1 0,-1-1 0,42-18 0,-16 1-29,75-47 0,241-200-2296,-229 163-693,-19 15-2936,-3-6-3744</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36.859"/>
    </inkml:context>
    <inkml:brush xml:id="br0">
      <inkml:brushProperty name="width" value="0.035" units="cm"/>
      <inkml:brushProperty name="height" value="0.035" units="cm"/>
      <inkml:brushProperty name="color" value="#008C3A"/>
    </inkml:brush>
  </inkml:definitions>
  <inkml:trace contextRef="#ctx0" brushRef="#br0">0 362 12241,'0'0'6521,"3"-1"-4344,5-5-1338,1 2 0,0-1 0,0 1 0,1 1 1,-1 0-1,1 0 0,19-3 0,77-2 638,-47 5-540,1036-81 1764,-746 56-2701,285-24 0,-284 18 0,-108 7-349,570-57-3178,-665 77-1410,-117 10 907,-14 4-2017,1 4-4846</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37.080"/>
    </inkml:context>
    <inkml:brush xml:id="br0">
      <inkml:brushProperty name="width" value="0.035" units="cm"/>
      <inkml:brushProperty name="height" value="0.035" units="cm"/>
      <inkml:brushProperty name="color" value="#008C3A"/>
    </inkml:brush>
  </inkml:definitions>
  <inkml:trace contextRef="#ctx0" brushRef="#br0">717 0 12229,'-76'2'4050,"42"-2"-1451,1 1-1,-35 6 0,55-4-2039,1 0-1,-1 0 0,1 1 1,0 1-1,1 0 1,-1 0-1,1 1 0,0 1 1,-11 8-1,1 3-282,0 1-1,2 0 1,0 2 0,1 0 0,1 1-1,-23 40 1,10-7 314,-44 111-1,47-88-624,3 2 1,4 0-1,3 1 1,-11 159-1,26-175-1117,3-1 1,11 79-1,0-65-2986,31 110 0,-14-105-2647,4-1-4309</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37.624"/>
    </inkml:context>
    <inkml:brush xml:id="br0">
      <inkml:brushProperty name="width" value="0.035" units="cm"/>
      <inkml:brushProperty name="height" value="0.035" units="cm"/>
      <inkml:brushProperty name="color" value="#008C3A"/>
    </inkml:brush>
  </inkml:definitions>
  <inkml:trace contextRef="#ctx0" brushRef="#br0">0 3 14793,'24'-3'8080,"-19"6"-6663,21 12-934,0 1 0,-1 2 1,0 0-1,-2 2 1,0 1-1,-1 0 1,-1 2-1,22 31 0,-14-14-322,-2 1-1,-1 2 1,-3 0-1,27 69 1,-39-81-126,-2 0 0,-1 0 1,-1 1-1,-1-1 0,-2 1 0,-2 1 1,0-1-1,-3 0 0,0 1 1,-2-1-1,-2 0 0,-16 62 0,18-84-60,0 0 0,1-1-1,0 1 1,0 1 0,1 12-1,1-23 19,0 1 0,0-1 0,0 0 0,0 1 0,0-1 0,0 1 1,0-1-1,0 0 0,0 1 0,0-1 0,1 0 0,-1 1 0,0-1 0,0 0 0,0 1 0,1-1 0,-1 0 0,0 0 0,0 1 0,1-1 0,-1 0 0,0 0 0,1 1 0,-1-1 0,0 0 0,0 0 0,1 0 0,-1 0 0,1 1 0,-1-1 0,0 0 0,1 0 0,-1 0 0,0 0 0,1 0 0,-1 0 0,0 0 0,1 0 0,0 0 0,21-8-178,32-30-78,-39 27 135,392-250-1602,138-101 1192,-351 203 487,-193 157-44,9 18 80,-1-3-106,-7-4-86,0 1 0,-1-1 0,0 1 1,0 13-1,-1-12-202,0-1 0,1 1 0,0 0 0,6 20 0,1 6-372,-7-33 465,1-2 81,0-1 210,-1 0-1,0 0 1,1 0 0,0 0-1,-1-1 1,1 1-1,-1 0 1,1-1-1,0 1 1,-1-1-1,1 0 1,0 1-1,-1-1 1,1 0-1,0 0 1,0 0 0,-1 0-1,1 0 1,0-1-1,2 0 1,0 0 10,-1-1 1,0 0 0,0 0-1,-1 0 1,1 0 0,0-1-1,-1 1 1,1-1 0,-1 1-1,0-1 1,3-3 0,82-110 194,-82 111-184,-1 0 0,1 0-1,0 0 1,0 1 0,1 0-1,-1 0 1,7-3 0,-9 6 16,0 1-78,30 2 406,-4 1-2938,-7-2-5528,-8-1 175</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0.820"/>
    </inkml:context>
    <inkml:brush xml:id="br0">
      <inkml:brushProperty name="width" value="0.035" units="cm"/>
      <inkml:brushProperty name="height" value="0.035" units="cm"/>
      <inkml:brushProperty name="color" value="#008C3A"/>
    </inkml:brush>
  </inkml:definitions>
  <inkml:trace contextRef="#ctx0" brushRef="#br0">166 1 11669,'-30'3'975,"19"-2"-339,1 0 0,-1 0 1,1-1-1,-1-1 0,-20-3 1,26 3 4,0 1 0,-1 0-1,1 0 1,-1 0 0,1 1 0,-6 1 0,10-2-544,1 0 0,0 0-1,-1 0 1,1 0-1,0 0 1,-1 0-1,1 0 1,0 0-1,-1 0 1,1 1-1,0-1 1,0 0-1,-1 0 1,1 0-1,0 0 1,-1 1 0,1-1-1,0 0 1,0 0-1,-1 1 1,1-1-1,0 0 1,0 0-1,0 1 1,-1-1-1,1 0 1,0 1-1,0-1 1,0 0 0,0 1-1,0-1 1,0 0-1,-1 1 1,1-1-1,1 1 195,0 0-1,1 0 1,-1 0 0,0 0-1,0 0 1,0 0 0,1 0-1,-1 0 1,0-1-1,1 1 1,-1-1 0,0 1-1,3 0 1,32 9 694,0-1-1,0-2 1,40 2 0,-20-2-671,1519 119-1444,-1216-135-4392,-121-13-5604,-129 8-761</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1.067"/>
    </inkml:context>
    <inkml:brush xml:id="br0">
      <inkml:brushProperty name="width" value="0.035" units="cm"/>
      <inkml:brushProperty name="height" value="0.035" units="cm"/>
      <inkml:brushProperty name="color" value="#008C3A"/>
    </inkml:brush>
  </inkml:definitions>
  <inkml:trace contextRef="#ctx0" brushRef="#br0">19 11 14625,'-17'-10'2609,"17"10"-2551,0 0 0,0 0-1,0 0 1,0 0 0,0 0-1,0 0 1,0 0 0,-1 0-1,1 0 1,0 0-1,0 0 1,0 0 0,0 0-1,0 0 1,0 0 0,0 0-1,0 1 1,0-1 0,0 0-1,0 0 1,0 0-1,0 0 1,-1 0 0,1 0-1,0 0 1,0 0 0,0 1-1,0-1 1,0 0 0,0 0-1,0 0 1,0 0 0,0 0-1,0 0 1,0 0-1,0 0 1,0 1 0,0-1-1,0 0 1,0 0 0,0 0-1,1 0 1,-1 0 0,0 0-1,0 0 1,0 0-1,0 1 1,0-1 0,0 0-1,0 0 1,0 0 0,0 0-1,0 0 1,0 0 0,0 0-1,1 0 1,-1 0-1,0 0 1,0 0 0,0 0-1,0 0 1,0 0 0,0 0-1,0 0 1,1 0-1,22 30 3607,123 119 1902,-18-19-3842,-83-80-1606,-2 1 1,-2 3 0,-2 1-1,56 110 1,-82-136-105,0 0 0,-2 1 0,-1 1 0,-1 0 0,-2 0 0,-2 0 0,0 1 0,-2 0 0,-1 0 0,-2 0 0,-1 0 0,-7 42 0,-3-26-39,-1-2 0,-2 1 0,-2-1 0,-3-2 0,-27 51 0,-136 199-466,114-193-63,-74 147 0,132-227-330,1 0 1,1 1-1,-9 36 1,15-50 237,1 1 0,0-1 1,1 0-1,0 1 0,1 12 1,0-16-200,0 1 0,0-1 1,1 0-1,0 0 1,-1 0-1,2 0 0,-1-1 1,0 1-1,6 7 0,27 23-11334</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1.504"/>
    </inkml:context>
    <inkml:brush xml:id="br0">
      <inkml:brushProperty name="width" value="0.035" units="cm"/>
      <inkml:brushProperty name="height" value="0.035" units="cm"/>
      <inkml:brushProperty name="color" value="#008C3A"/>
    </inkml:brush>
  </inkml:definitions>
  <inkml:trace contextRef="#ctx0" brushRef="#br0">182 8 14993,'9'-7'2193,"-12"11"-374,0-1-1406,0 1 0,0-1 0,1 1 0,-1-1 0,1 1 0,-3 6 0,2 4 310,0 1 0,1-1 0,1 0 0,0 1 0,2 21 0,-1 13 430,-60 547 4182,42-480-5306,-36 278-2,29 0-38,25-386 8,-1 28-264,10 67 0,-8-95 226,0 0 0,0-1 0,1 1 0,0-1 0,1 1 0,0-1 0,0 0 1,1 0-1,-1 0 0,1-1 0,1 1 0,-1-1 0,1 0 0,11 10 0,-13-14 14,-1 0 0,1-1-1,0 1 1,0-1 0,0 0 0,0 0-1,0 0 1,0 0 0,1-1 0,-1 1-1,0-1 1,0 0 0,0 0-1,1 0 1,-1 0 0,6-2 0,43-14-176,-52 16 199,18-8-86,-1-1 0,-1-1 0,0 0 0,22-19 0,54-53-155,-54 47 168,112-86-163,-144 116 231,-3 3 8,0 0 0,0 0 0,1 1 0,-1-1 0,0 1 0,1 0 0,-1 0 0,0 0 0,1 0 1,-1 0-1,1 1 0,0 0 0,-1 0 0,1 0 0,-1 0 0,1 0 0,-1 1 0,1-1 0,-1 1 0,1 0 0,3 1 1,0 1-3,1 1 1,-1-1-1,0 1 1,1 0-1,-2 1 1,1 0-1,10 9 1,79 94 89,-74-79-59,2 0-1,2-2 1,42 35 0,-14-31 58,-54-31-84,1 0 1,0-1 0,-1 1-1,1-1 1,0 1 0,-1-1 0,1 1-1,-1-1 1,1 1 0,-1-1-1,1 0 1,-1 1 0,1-1-1,-1 0 1,0 1 0,1-1-1,-1 0 1,1-1 0,-1 0 3,2-1-4,-1-1 0,0 1 1,0-1-1,0 1 0,-1-1 0,1 0 0,-1 1 0,0-1 0,0 0 0,0 1 1,-1-1-1,1 0 0,-1 1 0,0-1 0,0 1 0,0-1 0,-2-3 1,-2-7 0,-1 1 0,0 0 0,-12-17 0,-65-83 19,-9-15-2217,80 108 504,1 0 0,-13-33 0,23 49 963,-1 0 0,0 0-1,1 1 1,0-1-1,0 0 1,0 0-1,0 0 1,1 0-1,-1 0 1,1-1 0,0 1-1,0 0 1,1 0-1,-1 0 1,3-6-1,13-2-7663</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1.835"/>
    </inkml:context>
    <inkml:brush xml:id="br0">
      <inkml:brushProperty name="width" value="0.035" units="cm"/>
      <inkml:brushProperty name="height" value="0.035" units="cm"/>
      <inkml:brushProperty name="color" value="#008C3A"/>
    </inkml:brush>
  </inkml:definitions>
  <inkml:trace contextRef="#ctx0" brushRef="#br0">1 112 11153,'1'1'174,"0"0"0,0 0-1,0-1 1,0 1 0,0 0 0,0 0-1,0 0 1,0 0 0,0 0 0,0 0 0,0 0-1,-1 0 1,1 1 0,-1-1 0,1 0-1,0 0 1,-1 1 0,0-1 0,1 3-1,9 30 1620,-10-33-1696,32 155 2900,-29-132-2873,0-1-1,-2 1 1,0-1 0,-4 36-1,1-45-151,1 0 0,1 25-1,1-1-133,2 31-289,0-35 234,-3-30 212,0 0 1,0-1-1,1 1 0,-1 0 0,1-1 0,0 1 0,0-1 0,0 1 0,0-1 0,0 1 0,1-1 0,0 0 0,0 0 0,0 1 0,0-1 0,0 0 0,0-1 0,1 1 0,-1 0 0,1-1 0,0 0 0,0 1 0,0-1 0,0 0 0,0 0 1,1-1-1,-1 1 0,0-1 0,1 0 0,-1 1 0,1-2 0,-1 1 0,1 0 0,0-1 0,-1 1 0,7-1 0,3-1 98,-1 0 0,0-1-1,1 0 1,-1-1 0,0 0-1,0-1 1,-1-1 0,1 1 0,-1-2-1,12-7 1,17-11 512,-1-2-1,-2-2 0,0-1 1,-2-2-1,-2-2 0,-1-1 1,35-47-1,-54 63-240,-1-2 0,0 1 0,-2-2 0,0 1 0,-2-2 0,0 1 0,6-29 0,-11 34-233,-1 0 0,0 0 0,-1-1 0,-1 1 1,0 0-1,-1-1 0,-1 1 0,-1 0 0,0 0 0,-1 0 0,-7-16 0,-5-12-3145,15 42 871,4 6-1194,13 23-3395,12 17-4433</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2.419"/>
    </inkml:context>
    <inkml:brush xml:id="br0">
      <inkml:brushProperty name="width" value="0.035" units="cm"/>
      <inkml:brushProperty name="height" value="0.035" units="cm"/>
      <inkml:brushProperty name="color" value="#008C3A"/>
    </inkml:brush>
  </inkml:definitions>
  <inkml:trace contextRef="#ctx0" brushRef="#br0">346 0 14297,'-3'1'276,"1"0"0,0 0 0,-1 1 0,1-1 0,0 1-1,0-1 1,0 1 0,0 0 0,0 0 0,0-1 0,1 1 0,-1 1-1,1-1 1,-1 0 0,1 0 0,0 0 0,0 1 0,0-1-1,0 1 1,0-1 0,0 1 0,1-1 0,-1 1 0,1 4 0,-3 13 1187,1 0 1,2 26 0,-1-16-426,-13 113 191,-7-1 0,-6-1-1,-6-2 1,-59 158 0,76-252-1333,-4 15-1058,-57 115 0,76-173 594,22-23-1258,1-10 1360,-2 0 0,-1-2 0,20-47 0,-12 25 158,161-305-1311,-130 263 1183,110-143 0,-152 221 379,1 0 0,1 0 0,39-30 0,-48 43 39,0 0 0,0 0-1,0 1 1,0 0 0,1 0 0,0 1 0,0 1 0,0-1 0,0 2-1,0-1 1,1 2 0,13-2 0,-20 3 13,0 0 0,1 0 1,-1 1-1,0-1 0,1 1 0,-1 0 0,0 1 0,0-1 0,0 1 0,0-1 1,0 1-1,0 0 0,0 1 0,-1-1 0,1 1 0,-1-1 0,1 1 1,-1 0-1,0 0 0,0 1 0,-1-1 0,1 0 0,-1 1 0,1 0 1,-1 0-1,0-1 0,-1 1 0,1 1 0,-1-1 0,3 8 0,-2 3-5,1-1 0,-2 1-1,0 0 1,0 0-1,-2 0 1,0 0-1,-5 27 1,-30 111-568,-10 57-1338,35-85 563,11-108 1138,0 0 0,2 1 0,0-1 0,0 1-1,7 17 1,-7-29 156,0 0 0,1 0 0,0-1 0,0 1 0,1-1-1,-1 0 1,1 0 0,0 0 0,1-1 0,-1 1 0,1-1 0,9 6 0,-11-7 70,0-2 0,0 1 0,0 0 0,0-1 0,1 1 0,-1-1 0,1 0 0,-1 0 0,1-1 0,-1 1 0,1-1 0,-1 1 0,1-1 0,0 0 0,-1 0 0,8-2 0,0-1 108,0 0 0,0 0 0,17-9 1,-12 5-14,7-3 225,-1-2 0,22-15 0,33-16 760,-69 39-926,0 1-1,0 0 1,0 0-1,0 1 1,1 0-1,-1 1 1,17-1 0,-22 2-134,-1 0 0,1 0 0,0 0 0,-1 0 0,1 1 0,0-1 0,-1 1 0,1 0 0,0 0 0,-1 0 0,1 0 0,-1 0 0,0 0 0,1 1 0,-1-1 0,0 1 0,0 0 0,0 0 0,0-1 0,0 1 0,0 1 0,-1-1 0,1 0 0,-1 0-1,1 0 1,-1 1 0,0-1 0,0 1 0,0-1 0,0 1 0,0 0 0,0-1 0,-1 1 0,1 4 0,0 6 28,-1 0 0,0 0 0,-1 0 0,0 0-1,-4 19 1,-1-8 3,0 0 1,-2-1-1,-19 44 1,-43 62-855,9-18-1696,55-100 2092,-26 58-3052,16-24-2010,11-19-1512</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2.545"/>
    </inkml:context>
    <inkml:brush xml:id="br0">
      <inkml:brushProperty name="width" value="0.035" units="cm"/>
      <inkml:brushProperty name="height" value="0.035" units="cm"/>
      <inkml:brushProperty name="color" value="#008C3A"/>
    </inkml:brush>
  </inkml:definitions>
  <inkml:trace contextRef="#ctx0" brushRef="#br0">101 9 9465,'-17'-9'3600,"10"27"-2868,4 3-420,-7-2-544,0-4-480,-7 3-868,-6 12-1832,9 3-1777</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3.495"/>
    </inkml:context>
    <inkml:brush xml:id="br0">
      <inkml:brushProperty name="width" value="0.035" units="cm"/>
      <inkml:brushProperty name="height" value="0.035" units="cm"/>
      <inkml:brushProperty name="color" value="#008C3A"/>
    </inkml:brush>
  </inkml:definitions>
  <inkml:trace contextRef="#ctx0" brushRef="#br0">249 253 7577,'-63'-15'2142,"61"14"-1979,0 0 1,0 0-1,0 0 1,0 0-1,1 0 0,-1 0 1,0 0-1,1-1 1,-1 1-1,1 0 0,0-1 1,-1 0-1,-1-2 1,-8-8 1267,4 8-653,0 1 0,-1 0 0,1 0 1,-13-3-1,-17-6 2200,-1 1 42,12 3 956,41 9-1790,283 15 707,-192-15-2508,1515-30-385,-2-84 0,-1558 109 0,537-24-6611,-543 31 3675,-40 1 973,-11 1-227,-23 13-3690,-29 12-4323</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3.682"/>
    </inkml:context>
    <inkml:brush xml:id="br0">
      <inkml:brushProperty name="width" value="0.035" units="cm"/>
      <inkml:brushProperty name="height" value="0.035" units="cm"/>
      <inkml:brushProperty name="color" value="#008C3A"/>
    </inkml:brush>
  </inkml:definitions>
  <inkml:trace contextRef="#ctx0" brushRef="#br0">286 1 15173,'13'2'1936,"-11"5"-85,-16 15 1358,0-4-1529,1 7 966,2 0 1,-17 48 0,9-18-1784,-22 66-824,5 1-1,-27 172 0,37-135-93,7 0 0,3 241 0,17-300-802,5 112-3670,-2-166 798,2 1-1,16 65 0,13-7-9315</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4.203"/>
    </inkml:context>
    <inkml:brush xml:id="br0">
      <inkml:brushProperty name="width" value="0.035" units="cm"/>
      <inkml:brushProperty name="height" value="0.035" units="cm"/>
      <inkml:brushProperty name="color" value="#008C3A"/>
    </inkml:brush>
  </inkml:definitions>
  <inkml:trace contextRef="#ctx0" brushRef="#br0">19 424 12329,'-1'0'174,"0"-1"0,0 1 1,0-1-1,0 1 0,0-1 0,0 0 0,0 1 0,0-1 0,0 0 1,0 0-1,1 0 0,-1 0 0,0 0 0,0 1 0,1-1 1,-1 0-1,1-1 0,-1 1 0,1 0 0,-1 0 0,1 0 0,0 0 1,-1 0-1,1 0 0,0 0 0,0-1 0,0 1 0,0 0 0,0 0 1,0 0-1,0 0 0,0-1 0,1 1 0,-1 0 0,0 0 0,1 0 1,-1 0-1,1 0 0,-1 0 0,1 0 0,-1 0 0,1 0 1,0 0-1,1-1 0,1-2 53,1 1-1,0 0 1,0 0 0,0 0 0,1 1-1,-1-1 1,1 1 0,-1 0 0,9-2-1,-2 0 67,82-28 1263,142-30 1,21-6-929,-218 55-470,0-2-1,0-2 1,-2-1 0,51-33-1,-83 48-97,0 0 1,1 0-1,-1-1 0,0 0 1,0 0-1,-1 0 0,1 0 0,-1 0 1,0-1-1,0 0 0,-1 1 0,1-1 1,2-8-1,-5 11-34,-1 2 24,-1-1-1,0 0 1,0 1-1,1-1 1,-1 1 0,0 0-1,0 0 1,0-1-1,0 1 1,1 0-1,-4 1 1,-4 1 37,-1 0 1,1 1-1,0 0 0,1 1 0,-1 0 1,1 0-1,-1 1 0,1 0 0,0 1 1,1-1-1,0 1 0,-9 9 1,-5 7 134,0 0 1,-28 41-1,36-43-165,1 0 0,1 0 0,0 1 0,2 1-1,1 0 1,0 0 0,2 0 0,0 1 0,2 0 0,1 0 0,-1 28 0,3-38-63,2 1 0,0-1 0,1 0 0,0 1 0,1-1 0,0 0 0,1 0 0,0-1 0,8 15 0,-7-18-39,1 0 0,-1 0 0,2-1 1,-1 0-1,1 0 0,0 0 0,1-1 0,-1 0 0,2-1 0,-1 0 0,1 0 1,0-1-1,9 5 0,-6-5-26,1 0-1,0 0 1,0-1 0,0-1 0,0 0 0,1-1-1,-1 0 1,0-1 0,1-1 0,0 0-1,-1-1 1,1 0 0,-1-1 0,0 0 0,0-1-1,1-1 1,-2 0 0,24-12 0,-14 5 21,0-1 1,-1-2-1,-1 0 1,-1-1-1,0-1 1,0-1-1,-2 0 1,0-1-1,21-31 1,195-302 325,-222 336-225,0 1 0,1 1 0,0 0-1,1 0 1,0 2 0,1-1 0,1 2 0,18-11-1,-26 17-26,0 0-1,0 1 0,1 0 0,0 0 0,0 0 0,-1 1 0,1 1 1,1-1-1,-1 1 0,0 1 0,0-1 0,0 2 0,0-1 1,1 1-1,-1 0 0,0 0 0,0 1 0,0 0 0,-1 1 1,9 3-1,-9-2 13,1 0 0,-1 0-1,1 1 1,-1 0 0,-1 0 0,1 0 0,-1 1 0,0 0 0,0 0 0,0 1-1,-1 0 1,0 0 0,6 13 0,-6-10 8,-1 1 1,0 0-1,-1 0 0,0 0 1,-1 1-1,0-1 0,-1 1 0,0-1 1,-1 15-1,-2 0 22,-1 0 0,-1 0 0,-2-1 0,-1 1 0,0-1 0,-2 0 0,-1-1 0,-17 31 0,-4-3 2,-1-2-1,-3-1 1,-54 58-1,-135 119-36,184-188-105,-33 36-2233,77-79 440,83-91-2965,10 7 1441,52-52-4156,-44 35-1180</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4.342"/>
    </inkml:context>
    <inkml:brush xml:id="br0">
      <inkml:brushProperty name="width" value="0.035" units="cm"/>
      <inkml:brushProperty name="height" value="0.035" units="cm"/>
      <inkml:brushProperty name="color" value="#008C3A"/>
    </inkml:brush>
  </inkml:definitions>
  <inkml:trace contextRef="#ctx0" brushRef="#br0">364 1 11117,'2'5'273,"0"0"0,0 0 0,-1 0 1,0 0-1,0 0 0,0 0 0,-1 0 0,1 0 0,-1 1 0,-1 7 0,-2 0 771,0 0-1,-10 25 0,11-32-864,-46 124 4538,-64 197 531,83-224-4472,-75 306-1110,85-318-1307,-13 72-3471,28-132 1369,-1 43-1,7-2-6869</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4.502"/>
    </inkml:context>
    <inkml:brush xml:id="br0">
      <inkml:brushProperty name="width" value="0.035" units="cm"/>
      <inkml:brushProperty name="height" value="0.035" units="cm"/>
      <inkml:brushProperty name="color" value="#008C3A"/>
    </inkml:brush>
  </inkml:definitions>
  <inkml:trace contextRef="#ctx0" brushRef="#br0">101 73 18122,'-47'-9'2616,"30"6"-264,-3-6-292,3 0 929,34-3-1973,27 0-360,12 9-568,25-3-840,19 0-548,14 3-693,17 3-1083,13 6-3641,10-6-6360</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38.294"/>
    </inkml:context>
    <inkml:brush xml:id="br0">
      <inkml:brushProperty name="width" value="0.035" units="cm"/>
      <inkml:brushProperty name="height" value="0.035" units="cm"/>
      <inkml:brushProperty name="color" value="#008C3A"/>
    </inkml:brush>
  </inkml:definitions>
  <inkml:trace contextRef="#ctx0" brushRef="#br0">177 1 13657,'-41'7'1372,"-32"7"2795,66-12-3244,1 0-1,0 0 0,-1 1 1,1 0-1,0 0 1,0 0-1,1 1 0,-8 5 1,13-9-890,0 1-1,0-1 1,0 0 0,0 0-1,-1 0 1,1 0 0,0 0 0,0 0-1,0 0 1,0 1 0,0-1 0,0 0-1,0 0 1,0 0 0,0 0-1,0 0 1,0 0 0,0 1 0,0-1-1,0 0 1,0 0 0,0 0 0,0 0-1,0 0 1,0 0 0,0 1-1,0-1 1,0 0 0,0 0 0,0 0-1,1 0 1,-1 0 0,0 0 0,0 0-1,0 1 1,0-1 0,0 0-1,0 0 1,0 0 0,0 0 0,0 0-1,1 0 1,-1 0 0,0 0-1,0 0 1,0 0 0,0 0 0,0 0-1,0 0 1,1 0 0,-1 1 0,0-1-1,0 0 1,0 0 0,0 0-1,0 0 1,0-1 0,1 1 0,12 9 268,0 0 0,0-1 0,1-1-1,0 0 1,0-1 0,30 8 0,102 16 930,-142-30-1230,525 61-1,9-33 0,-530-27 0,854 1 0,-579-6 0,211-15-3849,-391 14 2670,-45-1-3454,-23-3-2506,-6-3-5844</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38.527"/>
    </inkml:context>
    <inkml:brush xml:id="br0">
      <inkml:brushProperty name="width" value="0.035" units="cm"/>
      <inkml:brushProperty name="height" value="0.035" units="cm"/>
      <inkml:brushProperty name="color" value="#008C3A"/>
    </inkml:brush>
  </inkml:definitions>
  <inkml:trace contextRef="#ctx0" brushRef="#br0">491 181 13993,'-38'-34'1022,"26"23"-459,0 1 0,0 0-1,-1 1 1,0 0 0,-1 1 0,0 1 0,-25-11 0,3 3 1365,6 2 1754,-1 1-1,-54-13 1,85 25-3678,0 0 0,1 0 0,-1 0 0,0 0 1,0 0-1,0 1 0,0-1 0,0 0 0,0 0 0,0 0 0,0 0 0,0 0 0,0 0 1,0 0-1,0 0 0,0 0 0,0 0 0,1 1 0,-1-1 0,0 0 0,0 0 1,0 0-1,0 0 0,0 0 0,0 0 0,0 0 0,0 0 0,0 1 0,0-1 0,0 0 1,0 0-1,0 0 0,0 0 0,-1 0 0,1 0 0,0 0 0,0 0 0,0 1 1,0-1-1,0 0 0,0 0 0,0 0 0,0 0 0,0 0 0,0 0 0,0 0 0,0 0 1,0 0-1,0 0 0,-1 0 0,1 0 0,0 0 0,0 1 0,0-1 0,0 0 1,0 0-1,0 0 0,0 0 0,0 0 0,-1 0 0,1 0 0,0 0 0,15 36 1,2 0 1,2-2-1,39 58 0,22 40-9,-61-95 4,-2 1 0,-1 1 0,-2 0 0,-2 1 0,-2 0 0,-2 1 0,-1 0 0,-2 0 0,-2 0 0,-1 1 0,-3-1 0,-1 1 0,-10 51 0,-2-27 0,-2 0 0,-46 111 0,-71 115 0,-18 46 0,140-311-605,2 0-1,1 1 1,1 0-1,1 1 1,1-1-1,0 36 1,5-58 224,0 0-1,1 0 1,-1-1 0,1 1 0,0 0 0,1-1 0,-1 1 0,1-1 0,1 1 0,-1-1-1,0 0 1,1 0 0,7 9 0,-6-9-665,0-1 0,1 1 0,0-1 0,0 0 0,0 0 0,0 0 0,10 4 0,31 12-10795</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38.933"/>
    </inkml:context>
    <inkml:brush xml:id="br0">
      <inkml:brushProperty name="width" value="0.035" units="cm"/>
      <inkml:brushProperty name="height" value="0.035" units="cm"/>
      <inkml:brushProperty name="color" value="#008C3A"/>
    </inkml:brush>
  </inkml:definitions>
  <inkml:trace contextRef="#ctx0" brushRef="#br0">223 237 13345,'-11'28'743,"0"-4"797,1 0 0,1 1 1,2 0-1,-9 49 0,-25 179 2017,12-100-2755,17-70-495,-5 0 0,-33 104-1,49-184-156,-1-6-110,0-6-36,1 1 0,-1-1-1,1 1 1,0-1-1,1 1 1,0-1 0,2-12-1,14-65 55,-9 55-43,25-102 260,6 1 1,6 2-1,104-216 1,-77 221 597,-59 108-637,1 0-1,0 0 1,1 1 0,26-23 0,-38 37-201,1-1-1,0 1 1,0 0 0,0 0 0,0 0-1,0 0 1,0 0 0,1 1-1,-1-1 1,0 1 0,1 0-1,-1 0 1,1 0 0,0 1-1,-1-1 1,1 1 0,0 0-1,-1 0 1,1 0 0,0 0-1,-1 1 1,1-1 0,-1 1-1,1 0 1,-1 0 0,1 1-1,-1-1 1,1 1 0,-1-1-1,0 1 1,0 0 0,0 0-1,0 1 1,0-1 0,0 0-1,3 6 1,4 3 73,-2 0 0,1 1-1,-2 0 1,1 1 0,-2-1 0,0 1-1,0 1 1,3 14 0,10 48-108,-3 0 0,9 136 0,-10 137-248,-12-195-456,24 167 0,-25-310 253,0 4-278,1 0 0,8 27 0,17 15-4867,43 48-14297</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39.119"/>
    </inkml:context>
    <inkml:brush xml:id="br0">
      <inkml:brushProperty name="width" value="0.035" units="cm"/>
      <inkml:brushProperty name="height" value="0.035" units="cm"/>
      <inkml:brushProperty name="color" value="#008C3A"/>
    </inkml:brush>
  </inkml:definitions>
  <inkml:trace contextRef="#ctx0" brushRef="#br0">155 299 13141,'-27'-18'793,"-53"-38"3306,72 50-2909,0-2 0,0 1 0,1-1 0,-6-9 0,12 16-1097,1 0 0,-1 1 0,1-1 1,0 0-1,0 0 0,-1 0 0,1 0 1,0 0-1,0 0 0,0 0 0,0 0 0,0 0 1,0 0-1,0 0 0,0 0 0,0 0 0,1 1 1,-1-1-1,0 0 0,1 0 0,-1 0 0,0 0 1,1 0-1,-1 1 0,1-1 0,0 0 0,-1 0 1,1 1-1,-1-1 0,1 0 0,0 1 1,0-1-1,-1 0 0,2 0 0,33-19 343,-10 13-487,0 0-1,1 2 1,-1 0 0,1 2-1,29 0 1,-31 2-166,176-11-1940,321-31-7300,-343 17 4867,-100 9 1479</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39.670"/>
    </inkml:context>
    <inkml:brush xml:id="br0">
      <inkml:brushProperty name="width" value="0.035" units="cm"/>
      <inkml:brushProperty name="height" value="0.035" units="cm"/>
      <inkml:brushProperty name="color" value="#008C3A"/>
    </inkml:brush>
  </inkml:definitions>
  <inkml:trace contextRef="#ctx0" brushRef="#br0">339 206 11025,'-25'-12'1525,"20"9"4444,-1 3-4654,-2 0-784,0 0-68,1 0 1,-1 0 0,1 1-1,-1 0 1,1 0-1,-1 1 1,1-1-1,-13 7 1,8-3-39,0 1 1,0 1-1,1 0 1,0 1 0,0 0-1,1 1 1,0 0-1,0 0 1,1 1-1,1 0 1,0 1-1,-12 19 1,9-10-150,2 1-1,0 0 1,1 0 0,1 1 0,1-1 0,-5 36 0,6-17-335,2 0 1,1 1 0,2 0 0,2-1-1,9 50 1,-8-73-392,1-1 1,1 1-1,0-1 0,1 0 1,1 0-1,0 0 0,1-1 0,1-1 1,1 1-1,0-1 0,0-1 1,1 0-1,1 0 0,0-1 1,15 11-1,-16-16-55,0-1 0,1 1 0,0-2 0,0 0 0,0 0 0,0-1 0,0-1 0,1 0 0,0-1 0,0 0 0,0 0 0,19-2 0,-9 0-186,0-2 1,1 0-1,-1-2 0,0 0 1,0-2-1,26-10 0,-19 4 414,-1-2-1,0-2 1,-1 0-1,0-2 1,-1-1-1,-2-1 1,31-30-1,-18 12 955,-3-2-1,-1-2 1,49-77 0,-67 92 263,-1-1 1,12-30-1,-22 46-470,-1-1-1,0 1 0,-1-1 1,0 0-1,-1 0 0,0 0 1,-1-18-1,-1 27-276,0 1 0,0 0 0,-1-1 0,1 1 0,-1 0 0,0-1 0,0 1 0,-1 0 0,1 0 0,0 0 0,-1 0 0,0 0 0,0 0 0,0 0 0,0 0 0,0 1 0,0-1 0,-1 1 0,1 0 0,-1 0 0,0 0 0,0 0 0,0 0 1,1 0-1,-2 1 0,1-1 0,0 1 0,0 0 0,-5-1 0,1 0 42,1 1 1,0 1 0,-1-1 0,1 1 0,-1 0-1,1 0 1,-1 1 0,1 0 0,-1 0-1,1 0 1,0 1 0,0 0 0,0 0 0,-9 5-1,6-2-30,0 1 0,1 0-1,-1 0 1,1 1 0,1 0 0,-1 0-1,1 1 1,1 0 0,-1 0-1,1 1 1,-5 9 0,4-4-99,1-1 0,1 1-1,0 0 1,0 0 0,2 0 0,0 1 0,-2 18 0,4-9-109,0 1 1,2 0 0,1-1-1,0 1 1,2-1 0,1 0 0,1 0-1,1 0 1,12 27 0,-7-26-353,0-1 1,2-1-1,0 0 1,2-1-1,1-1 1,0 0-1,1-1 1,2-1-1,0-1 1,0 0 0,2-2-1,46 27 1,-40-28-227,0-2 0,0-1 1,1-2-1,1 0 1,0-2-1,0-1 1,0-2-1,1-1 0,0-1 1,0-1-1,37-4 1,-44-1 268,0 0 0,0-2 0,-1-1 0,0-1 0,0-1 1,0-1-1,-1-1 0,-1-1 0,39-26 0,2-8-296,100-96-1,-14-5 1578,141-176-1,-36-21 4252,-231 309-4438,-10 14-144,1 1 0,1 0 0,26-27 0,-39 45-575,0 0 0,0 0-1,0 0 1,0 0 0,0 0-1,0 0 1,1 0 0,-1 1-1,0-1 1,1 0 0,-1 1-1,1-1 1,-1 1 0,0 0-1,1-1 1,-1 1 0,1 0-1,-1 0 1,1 0 0,-1 0-1,1 0 1,-1 0 0,1 0-1,-1 0 1,1 1 0,-1-1-1,1 1 1,-1-1 0,1 1-1,-1-1 1,0 1 0,0 0-1,1 0 1,-1 0 0,0 0-1,0-1 1,0 2 0,0-1-1,0 0 1,1 1 0,3 3 76,-2 0 0,1 1 0,-1-1 0,1 1 0,-2-1 1,1 1-1,-1 0 0,3 8 0,-1 2 46,-1-1 0,-1 1 0,1 19 0,0 37 114,-2-1 1,-10 79 0,-55 261-535,18-93-4193,32-189-804,-5-2-5150,18-106 876</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39.857"/>
    </inkml:context>
    <inkml:brush xml:id="br0">
      <inkml:brushProperty name="width" value="0.035" units="cm"/>
      <inkml:brushProperty name="height" value="0.035" units="cm"/>
      <inkml:brushProperty name="color" value="#008C3A"/>
    </inkml:brush>
  </inkml:definitions>
  <inkml:trace contextRef="#ctx0" brushRef="#br0">748 46 9485,'-3'-8'777,"2"5"-604,0 0 1,0 0-1,-1 0 1,1 0-1,-1 0 1,1 0 0,-4-4-1,4 6 52,0 0-1,0 1 1,0-1-1,0 0 1,0 1-1,0-1 1,0 0 0,0 1-1,0-1 1,0 1-1,0 0 1,0-1-1,0 1 1,-1 0-1,1-1 1,0 1 0,-2 0-1,-5 0 211,-1-1-1,0 2 0,1-1 1,-1 1-1,1 0 0,-1 1 1,1 0-1,0 0 1,-1 1-1,1 0 0,1 1 1,-1-1-1,0 2 1,-6 4-1,-18 16 241,1 2 0,1 1 0,-37 46 0,34-32-665,-30 48-1,32-44-241,-139 229-4580,78-91-4345,62-117 1415</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0.045"/>
    </inkml:context>
    <inkml:brush xml:id="br0">
      <inkml:brushProperty name="width" value="0.035" units="cm"/>
      <inkml:brushProperty name="height" value="0.035" units="cm"/>
      <inkml:brushProperty name="color" value="#008C3A"/>
    </inkml:brush>
  </inkml:definitions>
  <inkml:trace contextRef="#ctx0" brushRef="#br0">0 0 9945,'40'24'2232,"-13"13"-152,-7 8-180,17 118 3405,-34-91-3713,1 9-256,-4 7-260,-4 8-244,1 7-168,-4 2-167,4 1-253,3 2-777,0-8-355,-7-1-632,1-5-720,6-7-932,3-5-2589,14-13-4844</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4.720"/>
    </inkml:context>
    <inkml:brush xml:id="br0">
      <inkml:brushProperty name="width" value="0.035" units="cm"/>
      <inkml:brushProperty name="height" value="0.035" units="cm"/>
      <inkml:brushProperty name="color" value="#008C3A"/>
    </inkml:brush>
  </inkml:definitions>
  <inkml:trace contextRef="#ctx0" brushRef="#br0">20 1 16145,'-1'0'97,"1"0"0,0 1 0,0-1 0,-1 0 0,1 1 0,0-1 0,-1 0 0,1 0 0,0 1 0,-1-1 0,1 0 0,0 0 0,-1 1 0,1-1 0,0 0 0,-1 0 0,1 0 0,-1 0 0,1 0 0,-1 0 0,1 1 0,0-1 1,-1 0-1,1 0 0,-1 0 0,1-1 0,0 1 0,-1 0 0,1 0 0,-1 0 0,1 0 0,-1 0 0,1 0 0,0 0 0,-1-1 0,1 1 0,0 0 0,-5-3 5975,76 15-2561,44 10-1963,-49-11-944,288 46 596,139 3-4508,1-28-1425,-385-34 360,-40-1-1686,1-3-5251</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4.910"/>
    </inkml:context>
    <inkml:brush xml:id="br0">
      <inkml:brushProperty name="width" value="0.035" units="cm"/>
      <inkml:brushProperty name="height" value="0.035" units="cm"/>
      <inkml:brushProperty name="color" value="#008C3A"/>
    </inkml:brush>
  </inkml:definitions>
  <inkml:trace contextRef="#ctx0" brushRef="#br0">490 0 11929,'-1'0'184,"0"1"0,0-1 0,0 0 0,0 1 0,0-1 0,0 1 0,1-1 1,-1 1-1,0-1 0,0 1 0,1-1 0,-1 1 0,0 0 0,1-1 0,-1 1 0,0 0 0,1 0 0,-1-1 0,1 1 0,-1 0 0,1 0 0,0 0 0,-1 0 0,1 0 0,0 0 1,0 0-1,-1 0 0,1 0 0,0-1 0,0 1 0,0 0 0,0 0 0,1 2 0,6 41 1677,-3-26-859,15 79 2741,41 119-1,-21-83-2230,47 245 145,-75-304-1391,-3 0-1,-4 1 1,-5 86 0,-5-84-258,-3-1-1,-35 139 1,31-173-25,-1 0 1,-2 0 0,-2-2 0,-2 0 0,-1-1 0,-37 49-1,29-50-932,-2-1-1,-2-2 0,-2-1 1,-63 49-1,62-57-3125,-1-2-1,-72 34 1,27-20-8643</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5.440"/>
    </inkml:context>
    <inkml:brush xml:id="br0">
      <inkml:brushProperty name="width" value="0.035" units="cm"/>
      <inkml:brushProperty name="height" value="0.035" units="cm"/>
      <inkml:brushProperty name="color" value="#008C3A"/>
    </inkml:brush>
  </inkml:definitions>
  <inkml:trace contextRef="#ctx0" brushRef="#br0">524 771 12389,'8'-14'4153,"-18"24"-1633,-20 29 1247,-6 44 195,-30 59-1016,-92 113-623,71-120-1722,50-78-539,-68 123-18,102-171-44,9-10 0,7-10 0,-12 11 0,27-27 0,-2-2 0,0-1 0,31-48 0,58-109 0,-104 167 0,263-521 0,29-48 0,-298 581 0,7-13 0,0 2 0,2 0 0,27-30 0,-39 45 0,1 1 0,1 0 0,-1 0 0,0 0 0,1 1 0,-1-1 0,1 1 0,0 0 0,0 0 0,0 0 0,0 0 0,0 1 0,0 0 0,0 0 0,1 0 0,-1 0 0,0 0 0,1 1 0,-1 0 0,0 0 0,1 0 0,-1 1 0,0-1 0,1 1 0,-1 0 0,6 2 0,0 2 0,-1 0 0,0 1 0,-1 0 0,1 1 0,-1-1 0,-1 2 0,1-1 0,-1 1 0,0 0 0,-1 0 0,0 1 0,0 0 0,7 16 0,5 12 0,-2 2 0,11 43 0,5 31 25,-5 0-1,19 183 1,-11 237-339,-24-292-173,-4-111-2850,-2-47-870,-1 0-3557,0-1-5984</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5.800"/>
    </inkml:context>
    <inkml:brush xml:id="br0">
      <inkml:brushProperty name="width" value="0.035" units="cm"/>
      <inkml:brushProperty name="height" value="0.035" units="cm"/>
      <inkml:brushProperty name="color" value="#008C3A"/>
    </inkml:brush>
  </inkml:definitions>
  <inkml:trace contextRef="#ctx0" brushRef="#br0">7 861 14553,'-1'0'217,"1"-1"0,-1 1 0,1-1 0,-1 1 0,1-1 0,-1 0-1,1 1 1,0-1 0,-1 0 0,1 1 0,0-1 0,0 0 0,-1 1-1,1-1 1,0 0 0,0 0 0,0 1 0,0-1 0,0 0 0,0 0 0,0 1-1,0-1 1,0 0 0,0 0 0,1 1 0,-1-1 0,1-1 0,0 1-21,0-1 1,0 1 0,0-1 0,1 1 0,-1 0 0,0 0 0,1 0-1,-1 0 1,1 0 0,0 0 0,2-1 0,7-2 169,0 1 1,22-5 0,-33 8-342,67-10 422,121-1 0,-72 7-674,281-27-651,-1-31 19,-306 41 642,0-5 0,108-46 0,-135 44 155,-2-3-1,-1-2 0,102-76 0,-110 68 306,-1-1 0,-3-3 0,-1-2 0,46-61 0,-91 105-228,2-1 121,-1 0 0,0 0 0,0-1 0,0 1 1,0-1-1,-1 1 0,0-1 0,0 0 0,0 0 0,-1 0 1,1 0-1,-1 0 0,0-10 0,0 15-108,-1-1 1,0 1-1,0-1 0,-1 1 1,1 0-1,0-1 1,0 1-1,0-1 0,0 1 1,0-1-1,0 1 0,-1-1 1,1 1-1,0 0 1,0-1-1,-1 1 0,1-1 1,0 1-1,-1 0 0,1-1 1,0 1-1,-1 0 1,1-1-1,0 1 0,-1 0 1,1 0-1,-1-1 0,1 1 1,-1 0-1,1 0 1,0 0-1,-1 0 0,1-1 1,-1 1-1,1 0 0,-1 0 1,1 0-1,-1 0 1,0 0-1,-22 7 500,15-4-323,-5 3 51,1 0-1,-1 1 0,1 1 1,1-1-1,0 2 1,0 0-1,-17 17 1,-64 83 1122,59-67-1162,3 2 0,2 1 0,1 2 0,3 0 0,1 2-1,3 0 1,2 1 0,2 1 0,-9 57 0,17-62-528,2 1 0,2-1 0,2 1 0,6 81 0,-1-109-133,0 1 1,1-1-1,1 0 0,1 0 1,0-1-1,2 1 0,0-1 0,1-1 1,0 0-1,2 0 0,0-1 1,1 0-1,27 28 0,-25-32-317,0 0 0,0-1 0,1 0 0,0-2-1,1 1 1,0-2 0,26 10 0,-26-12-759,1-1 0,1-1-1,-1-1 1,30 3 0,32-5-6732</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45.989"/>
    </inkml:context>
    <inkml:brush xml:id="br0">
      <inkml:brushProperty name="width" value="0.035" units="cm"/>
      <inkml:brushProperty name="height" value="0.035" units="cm"/>
      <inkml:brushProperty name="color" value="#008C3A"/>
    </inkml:brush>
  </inkml:definitions>
  <inkml:trace contextRef="#ctx0" brushRef="#br0">618 1 13249,'-33'9'683,"11"-2"334,0 0-1,0 1 1,-38 20-1,24-6-348,1 1 0,1 1 0,1 2 0,1 1 0,2 2 0,1 1 0,1 1 0,1 2 0,2 0 0,2 2 0,-32 60 0,42-67-83,2 0 1,0 1-1,2 0 0,1 0 0,1 1 1,2 0-1,-2 36 0,6-41-378,2 1 0,0-1 0,2 0 1,0 1-1,2-2 0,1 1 0,1 0 0,1-1 0,14 30 0,-10-31-693,1-1 1,0 0-1,2-1 0,1-1 1,0 0-1,1-1 1,1-1-1,1 0 0,1-2 1,0 0-1,1-1 0,1-1 1,27 13-1,-8-8-1161,2-1 0,0-2 0,0-2 0,2-2-1,0-2 1,71 6 0,-10-8-9807</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58.844"/>
    </inkml:context>
    <inkml:brush xml:id="br0">
      <inkml:brushProperty name="width" value="0.035" units="cm"/>
      <inkml:brushProperty name="height" value="0.035" units="cm"/>
      <inkml:brushProperty name="color" value="#008C3A"/>
    </inkml:brush>
  </inkml:definitions>
  <inkml:trace contextRef="#ctx0" brushRef="#br0">570 272 10681,'-2'-29'1584,"2"23"-1158,0 1 0,-1 0 0,1-1 0,-1 1 0,0 0 1,0-1-1,-1 1 0,0 0 0,-2-5 0,-20-37 7122,-30-87-1,53 131-6609,-4 28-730,-129 574-208,127-570 0,-78 313 0,-115 578 0,192-867-163,-27 244-5380,33-259 3885,2 0 0,1 0 1,3 0-1,0-1 1,19 67-1,-5-55-12473</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59.145"/>
    </inkml:context>
    <inkml:brush xml:id="br0">
      <inkml:brushProperty name="width" value="0.035" units="cm"/>
      <inkml:brushProperty name="height" value="0.035" units="cm"/>
      <inkml:brushProperty name="color" value="#008C3A"/>
    </inkml:brush>
  </inkml:definitions>
  <inkml:trace contextRef="#ctx0" brushRef="#br0">102 7 14277,'-51'153'3729,"39"-116"-2153,2-1 0,1 2 0,-6 61 0,11-49-659,3 1 0,6 63 1,6-27-317,4-1 0,50 163 0,-57-225-500,1-1 0,0 0 0,2 0 0,0-1 0,2 0 0,26 34 0,-30-46-39,0 1 1,1-2-1,0 1 1,0-1-1,1-1 1,0 0-1,1-1 1,0 0-1,0 0 1,1-1-1,-1-1 1,1 0-1,26 5 1,-2-4 61,0-2 1,-1-2-1,1-1 0,0-2 1,67-10-1,-24-3 91,123-40 1,-103 19-128,-2-4 1,-2-5 0,168-105 0,246-211-1334,-301 204-348,36-27-1374,-105 77-678,1 3-4306,-39 33-3643</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59.627"/>
    </inkml:context>
    <inkml:brush xml:id="br0">
      <inkml:brushProperty name="width" value="0.035" units="cm"/>
      <inkml:brushProperty name="height" value="0.035" units="cm"/>
      <inkml:brushProperty name="color" value="#008C3A"/>
    </inkml:brush>
  </inkml:definitions>
  <inkml:trace contextRef="#ctx0" brushRef="#br0">309 148 9525,'-29'-18'822,"18"10"-306,0 1-1,-1 1 1,0 0 0,0 1 0,0 0 0,-16-4-1,1 0 2071,0-2 0,-40-22 0,10 4 1129,54 27-2852,8 3-180,180 30 629,-75-9-1026,442 50 36,-130-20-3020,-399-48 2246,-13-2-61,-1 0 0,1-1-1,-1-1 1,1 0 0,16-1 0,44-6-5184,-38 2-179,-18-6-2234</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4:59.864"/>
    </inkml:context>
    <inkml:brush xml:id="br0">
      <inkml:brushProperty name="width" value="0.035" units="cm"/>
      <inkml:brushProperty name="height" value="0.035" units="cm"/>
      <inkml:brushProperty name="color" value="#008C3A"/>
    </inkml:brush>
  </inkml:definitions>
  <inkml:trace contextRef="#ctx0" brushRef="#br0">872 148 8649,'-88'-112'5886,"84"108"-5314,1 0 17,1 0-1,-2 0 1,1 1 0,0-1 0,-1 1 0,1 0 0,-7-4 0,8 8-464,0-1 1,1 0-1,-1 0 1,0 1-1,1-1 1,-1 1-1,0 0 1,1-1-1,-1 1 1,1 0-1,-1 0 1,1 0-1,-1 0 1,1 0-1,0 0 1,-1 1-1,1-1 1,0 0-1,0 1 1,0-1-1,0 1 1,0-1-1,0 1 1,1-1-1,-1 1 1,0 0-1,0 2 1,-1 2 72,1 1 1,-1-1-1,1 1 1,0-1-1,1 1 0,0 7 1,2 20 545,2 0 0,15 61 0,29 70 283,-29-106-712,24 77 192,73 280 510,-105-360-924,-2 0 1,-3 0-1,-3 0 0,-2 1 1,-10 94-1,-1-93-34,-3 0 0,-2-1 0,-2 0 0,-3-2 0,-3 0 0,-39 69 1,-6-9-944,-140 181 0,116-188-2202,-136 125 0,155-162 344,-9 17-3765,18-1-4113</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0.754"/>
    </inkml:context>
    <inkml:brush xml:id="br0">
      <inkml:brushProperty name="width" value="0.035" units="cm"/>
      <inkml:brushProperty name="height" value="0.035" units="cm"/>
      <inkml:brushProperty name="color" value="#008C3A"/>
    </inkml:brush>
  </inkml:definitions>
  <inkml:trace contextRef="#ctx0" brushRef="#br0">384 284 8909,'21'-39'3299,"22"-54"0,-23 57-983,-16 31-1632,-1-1-1,1 0 0,-1-1 0,0 1 1,-1 0-1,0-1 0,3-11 0,8-34 3627,-13 50-3255,3 27 1483,-7 30-2144,-3 0 0,-1 0-1,-21 66 1,-110 291-394,126-377 0,-93 219-1280,-9 26-1836,89-208 1652,-31 145 1,51-162-2849,13-20-2221,11-3-5082</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1.049"/>
    </inkml:context>
    <inkml:brush xml:id="br0">
      <inkml:brushProperty name="width" value="0.035" units="cm"/>
      <inkml:brushProperty name="height" value="0.035" units="cm"/>
      <inkml:brushProperty name="color" value="#008C3A"/>
    </inkml:brush>
  </inkml:definitions>
  <inkml:trace contextRef="#ctx0" brushRef="#br0">0 222 11525,'0'0'8821,"7"0"-8296,134-3 522,44-2-587,-108-5-413,139-34 0,-185 35 414,-1-1 0,0-1 0,-1-2 0,-1-1-1,0-2 1,-1 0 0,35-28 0,-59 41-314,26-17 1221,-28 20-1324,-1-1-1,1 1 1,-1 0-1,1-1 0,0 1 1,-1 0-1,1-1 0,-1 1 1,1 0-1,0 0 1,-1 0-1,1 0 0,-1 0 1,1-1-1,0 1 1,-1 0-1,1 1 0,0-1 1,-1 0-1,1 0 0,0 0 1,-1 0-1,1 0 1,-1 1-1,1-1 0,0 0 1,-1 0-1,1 1 1,-1-1-1,1 0 0,-1 1 1,1-1-1,-1 1 0,1-1 1,-1 1-1,1-1 1,-1 1-1,0-1 0,1 1 1,-1-1-1,0 1 1,1-1-1,-1 1 0,0 0 1,1 4 118,0 1 1,-1-1 0,1 0-1,-1 0 1,-1 0 0,1 0-1,-1 0 1,0 0 0,0 0-1,-3 8 1,-22 59 726,14-44-634,-90 203 123,8-20-3240,32-86-3895,34-75-422,3 4-5977</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1.206"/>
    </inkml:context>
    <inkml:brush xml:id="br0">
      <inkml:brushProperty name="width" value="0.035" units="cm"/>
      <inkml:brushProperty name="height" value="0.035" units="cm"/>
      <inkml:brushProperty name="color" value="#008C3A"/>
    </inkml:brush>
  </inkml:definitions>
  <inkml:trace contextRef="#ctx0" brushRef="#br0">90 40 15201,'-33'-21'3149,"13"12"-685,3 0 3288,7 24-4983,0 0-361,17 15-889,6 18-451,-3-5-764,-3-1-948,-7 3-968,3 9-1877,11 0-4416</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1.924"/>
    </inkml:context>
    <inkml:brush xml:id="br0">
      <inkml:brushProperty name="width" value="0.035" units="cm"/>
      <inkml:brushProperty name="height" value="0.035" units="cm"/>
      <inkml:brushProperty name="color" value="#008C3A"/>
    </inkml:brush>
  </inkml:definitions>
  <inkml:trace contextRef="#ctx0" brushRef="#br0">761 36 8373,'-45'-30'2407,"45"29"-2307,-1 1 0,1-1 0,-1 1 0,1-1 0,-1 1 0,1 0 0,-1-1 0,1 1 0,-1 0 0,0-1 0,1 1 0,-1 0 0,1 0 0,-1-1 0,0 1 0,1 0 0,-1 0 0,0 0 0,1 0 0,-2 0 1,-8 2 395,-1 0 0,1 1 0,0 0 0,1 0 0,-1 1 0,0 0 1,1 1-1,0 0 0,0 1 0,1 0 0,-1 0 0,-7 7 1,10-7-395,0 0 0,0 1 1,0 0-1,0 0 1,1 0-1,1 0 1,-1 1-1,1 0 1,0 0-1,1 0 1,0 0-1,0 0 1,1 1-1,0-1 0,-1 12 1,2-16-90,1 0 1,0 0-1,0-1 1,0 1-1,1 0 1,-1 0-1,1 0 1,0-1-1,0 1 0,0 0 1,1-1-1,-1 1 1,1-1-1,0 1 1,0-1-1,0 0 1,0 0-1,0 0 0,1 0 1,0 0-1,3 3 1,-2-4-7,0 1-1,0-1 1,0 0 0,1 0-1,-1 0 1,1-1 0,-1 0-1,1 0 1,0 0 0,-1 0 0,1-1-1,0 1 1,0-1 0,-1 0-1,1-1 1,0 1 0,0-1 0,4-1-1,1-1 152,-1 1 1,1-1-1,-1-1 0,0 0 0,-1 0 0,1 0 0,-1-1 0,1-1 0,-1 1 0,-1-1 1,1-1-1,-1 1 0,0-1 0,-1 0 0,0-1 0,0 0 0,0 0 0,-1 0 0,0 0 0,6-17 1,-4 4 733,-5 19-423,-3 4-11,-6 29 857,0-6-1417,-11 56 250,-5-2 1,-2 0 0,-4-2-1,-60 114 1,-151 194-27,121-213-82,56-78 12,-84 96 0,119-162-52,26-26 22,2-16-21,2-1-1,0 1 1,1 0 0,0 0 0,1 0 0,1 0 0,8-16 0,51-90-65,-32 70-326,2 1 1,73-78-1,101-79-1260,-128 129 1209,105-94-560,8 8 1,322-208-1,-497 359 987,-14 8 23,1 1 0,-1 0 0,1-1 1,0 2-1,0-1 0,0 1 0,0-1 0,1 1 0,-1 1 0,0-1 1,1 1-1,0 0 0,10-1 0,-15 2-5,0 1-1,0-1 1,-1 0-1,1 0 1,0 0 0,0 0-1,-1 1 1,1-1-1,0 0 1,0 0 0,-1 1-1,1-1 1,-1 1-1,1-1 1,0 1 0,-1-1-1,1 1 1,-1-1-1,1 1 1,-1-1-1,1 1 1,-1 0 0,1-1-1,-1 1 1,0 0-1,1-1 1,-1 1 0,0 0-1,0 0 1,1-1-1,-1 1 1,0 0 0,0 0-1,0 1 1,0 2 6,0 1 1,-1 0-1,1-1 0,-1 1 1,0-1-1,-3 9 1,-5 9 38,-21 38 0,-72 110 115,-51 101-84,114-167-74,10-21-32,28-81 24,0 0 0,0 0 0,0 0 0,0 0 0,0 0 0,0 0 0,1 1 0,-1-1 0,1 0 0,-1 1 0,1-1 0,0 0 0,0 1 0,0-1 0,0 0 0,1 0-1,-1 1 1,1-1 0,-1 0 0,1 1 0,0-1 0,-1 0 0,1 0 0,1 0 0,-1 0 0,0 0 0,2 3 0,0-4 2,0 1-1,0-1 0,-1 1 1,1-1-1,0 0 0,0 0 1,0-1-1,0 1 1,0-1-1,1 1 0,-1-1 1,0 0-1,0 0 0,0 0 1,0-1-1,0 1 0,0-1 1,0 0-1,0 0 0,5-2 1,197-77 108,7-2 953,-191 75-775,2 1 0,-1 1 0,1 2 0,-1 0 0,1 1 0,0 1 0,0 1 0,23 4 0,-30-2-128,0 2 0,0 0 1,0 0-1,-1 2 0,0 0 1,0 0-1,0 2 1,-1-1-1,0 2 0,0 0 1,22 21-1,0 4-749,60 75 1,-18-5-8710,-58-77 4382,6 2-5365</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2.814"/>
    </inkml:context>
    <inkml:brush xml:id="br0">
      <inkml:brushProperty name="width" value="0.035" units="cm"/>
      <inkml:brushProperty name="height" value="0.035" units="cm"/>
      <inkml:brushProperty name="color" value="#008C3A"/>
    </inkml:brush>
  </inkml:definitions>
  <inkml:trace contextRef="#ctx0" brushRef="#br0">40 319 14325,'-31'-98'2831,"29"92"-2279,0 0 0,1 0 0,0 0 0,0 0 0,0 0 0,1 0 0,0 0 0,0 0 0,0 0 0,1-1 1,0 1-1,0 0 0,0 0 0,1 1 0,0-1 0,0 0 0,5-8 0,-5 11 1197,-1 4-1564,0 0 0,1-1 0,-1 1 0,0 0 0,0 0 0,0 0 0,0 0 0,0 1 0,0-1 0,0 0 0,0 0 0,1 2 0,1 1 188,4 7-270,0-1-1,-1 1 1,0 1 0,-1-1 0,0 1 0,-1 0 0,5 18 0,14 97 211,-20-101-304,11 76-10,-6 1 0,-4 0 0,-10 119 0,-18 54 0,-8 155 0,30-403 0,0-12 0,1 0 0,1-1 0,0 1 0,2-1 0,4 30 0,-5-43 0,0-1 0,0 0 0,-1 0 0,1 1 0,0-1 0,0 0 0,0 0 0,0 0 0,0 0 0,0 0 0,0 0 0,1 0 0,-1 0 0,0 0 0,1-1 0,-1 1 0,0 0 0,1-1 0,-1 1 0,1-1 0,-1 0 0,1 1 0,-1-1 0,0 0 0,1 0 0,-1 0 0,1 0 0,-1 0 0,1 0 0,-1-1 0,1 1 0,2-1 0,4-1 0,-1 0 0,1 0 0,-1 0 0,13-7 0,-4-1 0,0 0 0,-1-2 0,0 0 0,15-15 0,-2 2 0,163-154 0,225-274 0,295-312-6790,-651 707 4196,70-52-1,-110 95 1788,0 1-1,1 1 0,1 0 0,0 2 0,0 0 0,2 2 0,46-13 0,-68 21 712,1 0-1,-1 1 1,1-1-1,0 1 1,-1 0-1,1 0 1,0 0-1,-1 0 1,1 0-1,0 1 1,-1-1-1,1 1 1,0-1-1,-1 1 1,1 0-1,-1 0 1,1 0-1,-1 1 1,4 1-1,-4-1 61,-1 0-1,1 0 1,-1 1 0,1-1-1,-1 0 1,0 0-1,1 1 1,-1-1 0,-1 1-1,1-1 1,0 1-1,0-1 1,-1 1 0,0-1-1,1 1 1,-1 3-1,-1 5 130,0-1 0,0 1 0,-1-1 0,0 1 0,-1-1 0,0 0 0,0 0 0,-8 13-1,-9 15 892,-3-2-1,-1 0 0,-32 35 0,-94 92 2320,55-63-1971,63-65-994,-364 435 2192,376-444-2450,14-20 47,1 0 0,0 0 0,1 1 0,-1 0 0,1 0 1,0 0-1,1 0 0,0 0 0,0 1 0,-2 7 0,5-14-74,0 0-1,0 0 0,0 0 1,-1 0-1,1 0 0,0 0 1,0 0-1,0 0 0,1-1 1,-1 1-1,0 0 0,0 0 0,0 0 1,1 0-1,-1 0 0,0-1 1,1 1-1,-1 0 0,1 0 1,-1 0-1,1-1 0,-1 1 1,1 0-1,1 0 6,-1 0-1,1-1 1,-1 1-1,0-1 1,1 1 0,-1-1-1,1 0 1,-1 1 0,1-1-1,-1 0 1,1 0-1,-1 0 1,1 0 0,-1-1-1,4 1 1,1-2 20,1 0 0,0 0 1,-1-1-1,1 0 0,8-5 0,4-2 64,12-2-121,0 0-1,0 2 1,48-10-1,-56 17-839,0 0 1,0 2-1,0 1 0,0 0 1,40 7-1,-44-4-1323,36 11-1,-8 7-4750,-10 0-2430</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3.076"/>
    </inkml:context>
    <inkml:brush xml:id="br0">
      <inkml:brushProperty name="width" value="0.035" units="cm"/>
      <inkml:brushProperty name="height" value="0.035" units="cm"/>
      <inkml:brushProperty name="color" value="#008C3A"/>
    </inkml:brush>
  </inkml:definitions>
  <inkml:trace contextRef="#ctx0" brushRef="#br0">363 110 10721,'56'-53'2236,"-52"49"-1501,-1 0 0,0 0 0,0-1 0,0 1 0,0-1-1,3-9 1,0 2 958,-6 12-1668,0 0 0,0-1 0,0 1 0,0 0 0,0 0 0,0 0 0,0-1 0,0 1 0,0 0 0,0 0 0,0 0-1,1-1 1,-1 1 0,0 0 0,0 0 0,0 0 0,0 0 0,0-1 0,1 1 0,-1 0 0,0 0 0,0 0 0,0 0 0,0 0 0,1 0 0,-1 0 0,0 0 0,0 0 0,0-1 0,1 1 0,-1 0 0,0 0 0,0 0 0,0 0 0,1 0 0,-1 0 0,0 0 0,0 0 0,0 0 0,1 1 0,-1-1 0,0 0 0,0 0 0,0 0 0,1 0 0,-1 0-1,0 0 1,0 0 0,0 0 0,1 0 0,-1 1 0,0-1 0,0 0 0,7 16 766,0 26 174,-6-10-639,-2-1 0,0 1-1,-3-1 1,0 0 0,-2 0 0,-2 0 0,0-1-1,-20 45 1,-4-3-51,-3-3 1,-56 82-1,57-102 180,-2-1 0,-3-2 1,-1-1-1,-63 53 0,101-96-109,2-6-294,1 1 0,-1-1 0,1 1 0,0 0 1,0-1-1,0 1 0,1 0 0,-1 0 0,1 0 0,-1 0 0,1 0 0,0 0 0,4-4 1,35-32 16,-33 32-19,471-350-3920,-364 278 2046,178-112-3627,-89 80-2209,-92 60-678</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3.223"/>
    </inkml:context>
    <inkml:brush xml:id="br0">
      <inkml:brushProperty name="width" value="0.035" units="cm"/>
      <inkml:brushProperty name="height" value="0.035" units="cm"/>
      <inkml:brushProperty name="color" value="#008C3A"/>
    </inkml:brush>
  </inkml:definitions>
  <inkml:trace contextRef="#ctx0" brushRef="#br0">104 19 7689,'-53'21'13845,"53"-39"-16057,3 3-957,-33 12-1563,7 0-3705</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7.065"/>
    </inkml:context>
    <inkml:brush xml:id="br0">
      <inkml:brushProperty name="width" value="0.035" units="cm"/>
      <inkml:brushProperty name="height" value="0.035" units="cm"/>
      <inkml:brushProperty name="color" value="#008C3A"/>
    </inkml:brush>
  </inkml:definitions>
  <inkml:trace contextRef="#ctx0" brushRef="#br0">344 132 13937,'0'-1'196,"0"-1"-1,0 1 0,0 0 0,0-1 1,0 1-1,0-1 0,-1 1 0,1-1 1,0 1-1,-1 0 0,1-1 0,-1 1 1,1 0-1,-1-1 0,0 1 1,1 0-1,-1 0 0,0-1 0,0 1 1,0 0-1,0 0 0,0 0 0,0 0 1,0 0-1,-1 0 0,1 1 0,0-1 1,0 0-1,-1 1 0,1-1 1,0 1-1,-1-1 0,1 1 0,0-1 1,-1 1-1,1 0 0,-1 0 0,-4-1 7609,-9 16-5819,10-8-1855,0 0 0,0 1 0,1 0 0,0 0 0,0 0 1,-4 16-1,-13 61 518,15-57-586,-24 112-62,-21 85 0,-69 332 0,108-489 0,-4 112 0,15-159 0,2 1 0,1-1 0,0 0 0,2 0 0,0 0 0,1 0 0,1-1 0,14 30 0,-16-42 0,0 0 0,1 0 0,0 0 0,0-1 0,0 0 0,1 0 0,0 0 0,1-1 0,0 0 0,0 0 0,0-1 0,1 1 0,-1-2 0,1 1 0,0-1 0,1 0 0,-1-1 0,1 0 0,-1 0 0,1-1 0,0 0 0,0 0 0,0-1 0,0-1 0,0 1 0,9-2 0,11-1 0,-1-1 0,0-2 0,0-1 0,-1-1 0,0-1 0,0-1 0,29-15 0,-8 0 0,0-2 0,-2-2 0,-1-2 0,-1-2 0,72-69 0,-72 57 0,-2-2 0,-2-2 0,-2-2 0,57-99 0,-76 113 0,-2 0 0,-1-1 0,-2-1 0,-2-1 0,-1 1 0,-2-2 0,-2 1 0,-1-1 0,0-68 0,-7 78 0,-1-1 0,-1 1 0,-2 0 0,-1 0 0,-1 0 0,-1 1 0,-2 0 0,-1 0 0,-1 1 0,-2 1 0,-1 0 0,-1 1 0,-25-32 0,19 32-71,-1 1-1,-1 2 1,0 0-1,-2 2 1,-1 0-1,-1 2 1,0 2-1,-1 0 1,-41-16 0,48 23-29,0 2 1,-1 1-1,0 0 1,-1 2-1,1 1 1,-1 0-1,0 2 1,0 1-1,0 1 1,0 0 0,0 2-1,0 1 1,-39 10-1,48-8-396,1 1 1,0 0-1,0 1 0,0 1 0,1 0 0,0 0 0,1 2 1,0-1-1,-12 13 0,17-14-208,0-1-1,1 1 1,-1 1-1,2-1 1,-1 1-1,-4 12 1,7-15-62,1 0 1,0 0-1,0 1 1,0-1-1,1 0 1,0 1-1,1-1 1,-1 1-1,1-1 1,1 11-1,13 32-8600</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7.315"/>
    </inkml:context>
    <inkml:brush xml:id="br0">
      <inkml:brushProperty name="width" value="0.035" units="cm"/>
      <inkml:brushProperty name="height" value="0.035" units="cm"/>
      <inkml:brushProperty name="color" value="#008C3A"/>
    </inkml:brush>
  </inkml:definitions>
  <inkml:trace contextRef="#ctx0" brushRef="#br0">1 0 15493,'1'2'198,"0"-1"0,0 0-1,0 1 1,0-1 0,0 1-1,0-1 1,-1 1 0,1-1-1,0 1 1,-1 0-1,1-1 1,-1 1 0,1 0-1,-1-1 1,0 1 0,0 0-1,0 0 1,0-1 0,0 1-1,0 0 1,0-1 0,-1 1-1,1 0 1,-1 0-1,1-1 1,-2 3 0,-4 27 2086,7 17 783,10 80 0,0-34-1478,49 382 341,-48-419-1930,22 61 0,-34-116 0,1-1 0,-1 1 0,1 0 0,0 0 0,-1 0 0,1 0 0,0-1 0,0 1 0,1 0 0,-1-1 0,0 1 0,0-1 0,1 0 0,-1 1 0,1-1 0,-1 0 0,1 0 0,0 0 0,-1 0 0,1 0 0,0 0 0,0 0 0,0 0 0,-1-1 0,1 1 0,0-1 0,0 0 0,0 1 0,0-1 0,0 0 0,0 0 0,0 0 0,0 0 0,0-1 0,0 1 0,0 0 0,0-1 0,0 1 0,0-1 0,-1 0 0,1 0 0,0 0 0,2-1 0,6-4 0,0 0 0,-1-1 0,0 0 0,0-1 0,14-15 0,36-46-3020,86-133 0,-40 50-1500,-38 62-2706,0 2-4771</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7.800"/>
    </inkml:context>
    <inkml:brush xml:id="br0">
      <inkml:brushProperty name="width" value="0.035" units="cm"/>
      <inkml:brushProperty name="height" value="0.035" units="cm"/>
      <inkml:brushProperty name="color" value="#008C3A"/>
    </inkml:brush>
  </inkml:definitions>
  <inkml:trace contextRef="#ctx0" brushRef="#br0">103 21 9513,'-14'31'1864,"11"-25"1576,4-6-3298,0 1 0,-1-1 0,1 1 1,-1-1-1,0 1 0,1 0 0,-1-1 1,0 1-1,1 0 0,-1-1 0,0 1 0,1 0 1,-1 0-1,0-1 0,0 1 0,0 0 1,0 0-1,0-1 0,0 1 0,0 2 1,0-2-26,0 0 0,0 0 0,0 0 0,0 0 0,0 1 1,0-1-1,1 0 0,-1 0 0,0 0 0,1 0 0,-1 0 1,1 0-1,-1 1 0,1-1 0,0 0 0,-1 0 0,2 1 0,5 0 103,0 0-1,-1 0 0,1-1 0,0 0 0,0 0 0,0 0 1,0-1-1,0 0 0,0-1 0,0 1 0,0-1 0,0-1 1,11-3-1,-13 4-118,0-1 0,0 0 0,-1 0 0,1-1-1,-1 1 1,1-1 0,-1 0 0,0 0 0,7-7 0,-11 9-59,0 0 0,0 0-1,0 0 1,0 0 0,0 0 0,0 0-1,0 0 1,0 0 0,-1 0 0,1 0 0,0 0-1,-1 0 1,1 0 0,-1 0 0,1 0-1,-2-1 1,2 1 40,0 0-45,-1 0 1,1 1-1,-1-1 1,1 0-1,-1 0 1,0 1-1,1-1 1,-1 0-1,1 1 1,-1-1-1,0 1 1,0-1-1,1 1 1,-1-1 0,0 1-1,0 0 1,0-1-1,0 1 1,1 0-1,-1-1 1,0 1-1,0 0 1,0 0-1,0 0 1,-1 0-1,-31 5 549,21 0-369,0-1 0,1 2 0,-15 8 0,15-7-187,0 2 0,0 0 0,1 0 0,1 1 0,-1 0 0,1 0 0,1 1 0,0 0 0,1 1 0,0 0 0,1 0 0,0 0 0,1 1 0,0 0 0,1 0-1,0 0 1,1 1 0,1-1 0,0 1 0,1-1 0,0 1 0,1 0 0,1 0 0,0-1 0,1 1 0,0-1 0,1 1 0,1-1 0,6 16 0,-1-7-715,2-2-1,0 1 1,1-1-1,1-1 1,1-1 0,24 26-1,-22-28-590,0-1-1,2 0 1,-1-2 0,2 0-1,0-1 1,34 16-1,-50-26 1172,1 0 0,-1-1 0,1 1 0,0-1 1,0 0-1,-1 0 0,1 0 0,0-1 0,0 1 0,0-1 0,0 0 0,0 0 0,0 0 0,0-1 0,0 0 0,0 1 0,0-1 0,-1 0 0,1-1 0,0 1 0,-1-1 0,1 0 0,-1 0 0,1 0 0,-1 0 0,4-3 0,1-4 364,0 0 0,0-1-1,-1 1 1,0-1 0,-1-1-1,0 1 1,7-18 0,112-205 3551,-96 182-2973,-16 29-513,0 0 0,2 1 0,1 0 0,0 1 0,1 1-1,36-30 1,-47 43-272,1 1 0,0 0-1,0 1 1,0 0-1,1 0 1,-1 0 0,1 1-1,0 0 1,0 0-1,0 1 1,0 0 0,1 0-1,-1 1 1,1 1-1,-1-1 1,0 1 0,1 0-1,-1 1 1,1 0-1,-1 1 1,0-1 0,1 1-1,-1 1 1,9 3-1,-11-3-22,1 1 0,-1-1 0,0 1-1,0 0 1,0 0 0,0 1 0,-1 0-1,1 0 1,-1 0 0,-1 1 0,1 0-1,-1-1 1,0 2 0,6 11 0,-6-8 6,0 0 0,-1 0 1,-1 1-1,1-1 1,-2 1-1,1-1 0,-2 1 1,1 0-1,-2 13 1,-2 3 80,-2 0-1,0 0 1,-2 0 0,-1 0 0,-1-1 0,-25 49-1,29-63 238,-1 0-1,-1 0 0,0 0 1,0-1-1,-1 0 0,0 0 1,-1-1-1,-1-1 0,-11 11 0,31-43 405,16-17-1126,1 2 1,50-55 0,-4 6-1270,34-62-2255,-2 4-3883,-20 37-2521</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8.303"/>
    </inkml:context>
    <inkml:brush xml:id="br0">
      <inkml:brushProperty name="width" value="0.035" units="cm"/>
      <inkml:brushProperty name="height" value="0.035" units="cm"/>
      <inkml:brushProperty name="color" value="#008C3A"/>
    </inkml:brush>
  </inkml:definitions>
  <inkml:trace contextRef="#ctx0" brushRef="#br0">974 189 13601,'-71'-74'2269,"68"71"-1931,0 0 0,0-1-1,1 1 1,-1-1 0,1 1 0,0-1-1,0 0 1,-2-7 0,-5-7 1184,5 11-667,-2 0 1,1 0-1,-13-11 0,17 16-694,-1 1-1,0-1 1,0 1-1,1-1 1,-1 1-1,0 0 1,0-1-1,0 1 1,0 0-1,-1 0 0,1 1 1,0-1-1,0 0 1,0 1-1,-1 0 1,1-1-1,0 1 1,-1 0-1,1 0 1,-5 1-1,4 0-7,0 1 1,0 0-1,0 0 0,0 0 1,0 0-1,0 1 0,0-1 1,1 1-1,-1-1 0,-2 6 1,-22 33 827,8-5-524,3 0-1,1 2 1,1 0-1,2 0 1,-7 47 0,12-56-400,-87 412 41,-21 85-117,-8-65 19,-23 89 0,29 1 0,116-544-2,-12 71-855,-3 83 0,15-139 581,1-1 1,1 1-1,1-1 0,0 1 0,2-1 1,0 0-1,2 0 0,15 39 0,-19-55 80,0-1 1,1 1-1,-1-1 0,1 0 0,-1 0 1,1 0-1,1 0 0,-1-1 0,0 1 0,1-1 1,0 0-1,0 0 0,0 0 0,0 0 0,0-1 1,1 1-1,-1-1 0,1 0 0,-1-1 0,1 1 1,0-1-1,-1 0 0,1 0 0,0 0 0,0-1 1,6 0-1,-2-1-54,0 0 1,-1-1-1,0 0 1,1-1 0,-1 1-1,0-2 1,0 1-1,0-1 1,-1 0-1,1-1 1,-1 0-1,0 0 1,0 0 0,7-9-1,3-4 70,-1-1 0,0 0 0,-2-1 0,0-1 0,-1-1 0,-1 0 0,-1 0 0,12-39 0,-10 22 359,-3 0 0,-1-1-1,-2 0 1,4-63 0,-11 63 124,-1 0 0,-2-1-1,-2 1 1,-2 0 0,-22-74 0,-87-186 1110,72 198-794,-36-121 1,75 202-540,0-1 1,1 0-1,1 0 0,1 0 1,1 0-1,0 0 0,6-36 1,-3 43-56,1 0 0,1 1-1,0-1 1,1 1 0,1 0 0,0 0 0,1 1 0,0-1 0,1 2 0,1-1 0,0 1 0,11-11 0,-13 15-15,1 1 1,-1 1-1,1-1 1,0 1-1,1 1 1,0 0-1,12-6 1,1 0 4,0 1 0,1 1 0,0 1-1,0 1 1,1 1 0,-1 1 0,1 2 0,42-3 0,-35 7 23,0 2 0,-1 0 0,0 2 0,0 1 1,0 2-1,-1 1 0,0 1 0,0 1 0,-1 2 0,-1 1 0,47 31 0,-55-31-15,0 2 1,0 0-1,-1 1 0,-1 1 0,-1 0 0,-1 1 0,-1 1 0,0 0 0,-1 1 0,-1 1 0,-2 0 0,0 0 0,-1 1 0,-1 0 0,6 31 0,-7-18-447,-2-1-1,-1 1 1,-2 54 0,-3-61-881,-2 0 0,-10 43 0,9-56-770,1 0 0,0-1 1,0 24-1,5-3-6325</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8.570"/>
    </inkml:context>
    <inkml:brush xml:id="br0">
      <inkml:brushProperty name="width" value="0.035" units="cm"/>
      <inkml:brushProperty name="height" value="0.035" units="cm"/>
      <inkml:brushProperty name="color" value="#008C3A"/>
    </inkml:brush>
  </inkml:definitions>
  <inkml:trace contextRef="#ctx0" brushRef="#br0">1 146 6709,'-1'-5'159,"1"0"0,1 0 0,-1 0 1,1 0-1,0 0 0,0 0 0,0 0 1,1 0-1,0 1 0,-1-1 0,2 0 1,-1 1-1,1-1 0,-1 1 0,1 0 1,0 0-1,1 0 0,-1 0 0,1 1 1,0-1-1,-1 1 0,1 0 0,1 0 1,-1 1-1,7-4 0,4 0-277,-1 1 1,1 0-1,1 1 1,-1 1-1,0 0 1,17 0-1,102 0-990,-66 3 867,-50 0 207,11-1 142,0 1-1,52 9 0,49 18 1740,-125-25-1676,0-1 1,0 1-1,0 0 1,0 0-1,0 1 1,-1-1-1,1 1 1,-1 0-1,0 0 1,0 1-1,0-1 1,0 1-1,-1 0 1,1 0 0,-1 0-1,0 0 1,0 1-1,0-1 1,-1 1-1,0-1 1,0 1-1,0 0 1,2 8-1,-2 1 331,-1 0 0,0 0 0,0 0 0,-1 0 0,-1 0 0,-3 18 0,-15 68 2405,-4-1 1,-55 147-1,25-87-1245,-49 208 533,55-119-3971,31-159-394,-3 36-4482,18-117 5536,1-1-1,0 1 0,1 0 1,-1-1-1,4 12 0,16 33-9622</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8.727"/>
    </inkml:context>
    <inkml:brush xml:id="br0">
      <inkml:brushProperty name="width" value="0.035" units="cm"/>
      <inkml:brushProperty name="height" value="0.035" units="cm"/>
      <inkml:brushProperty name="color" value="#008C3A"/>
    </inkml:brush>
  </inkml:definitions>
  <inkml:trace contextRef="#ctx0" brushRef="#br0">115 229 14389,'-61'-45'2597,"44"36"-145,1-3-356,6-9-336,0 6-352,23-3-284,17-3-432,24 2-660,16 7-808,7 0-808,20-3-1128,7-3-3641,10 6-5788</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5:08.857"/>
    </inkml:context>
    <inkml:brush xml:id="br0">
      <inkml:brushProperty name="width" value="0.035" units="cm"/>
      <inkml:brushProperty name="height" value="0.035" units="cm"/>
      <inkml:brushProperty name="color" value="#008C3A"/>
    </inkml:brush>
  </inkml:definitions>
  <inkml:trace contextRef="#ctx0" brushRef="#br0">51 61 11213,'0'0'1968,"-10"-12"-208,-1-3 2281,-2 0-7542,-4-3-999</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6:58.617"/>
    </inkml:context>
    <inkml:brush xml:id="br0">
      <inkml:brushProperty name="width" value="0.05" units="cm"/>
      <inkml:brushProperty name="height" value="0.05" units="cm"/>
      <inkml:brushProperty name="color" value="#E71224"/>
    </inkml:brush>
  </inkml:definitions>
  <inkml:trace contextRef="#ctx0" brushRef="#br0">259 0 29823,'0'11596'0</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02.138"/>
    </inkml:context>
    <inkml:brush xml:id="br0">
      <inkml:brushProperty name="width" value="0.05" units="cm"/>
      <inkml:brushProperty name="height" value="0.05" units="cm"/>
      <inkml:brushProperty name="color" value="#E71224"/>
    </inkml:brush>
  </inkml:definitions>
  <inkml:trace contextRef="#ctx0" brushRef="#br0">0 5 25165,'12867'0'0</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07.602"/>
    </inkml:context>
    <inkml:brush xml:id="br0">
      <inkml:brushProperty name="width" value="0.05" units="cm"/>
      <inkml:brushProperty name="height" value="0.05" units="cm"/>
      <inkml:brushProperty name="color" value="#E71224"/>
    </inkml:brush>
  </inkml:definitions>
  <inkml:trace contextRef="#ctx0" brushRef="#br0">1 45 4124,'0'0'2325,"3"-1"-1682,1-2-254,-1 2-28,0-1 1,0 0-1,0 1 0,1 0 1,-1 0-1,0 0 0,5-1 1,-13-28 976,1 48-1293,1-1 0,0 1-1,2 0 1,0-1 0,1 1 0,2 18-1,14 103-23,-12-114 6,9 52-84,33 108 0,-14-81-2590,-17-58 290,1 5-1612</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14.148"/>
    </inkml:context>
    <inkml:brush xml:id="br0">
      <inkml:brushProperty name="width" value="0.05" units="cm"/>
      <inkml:brushProperty name="height" value="0.05" units="cm"/>
      <inkml:brushProperty name="color" value="#E71224"/>
    </inkml:brush>
  </inkml:definitions>
  <inkml:trace contextRef="#ctx0" brushRef="#br0">1 36 4228,'0'0'3473,"0"-3"-2947,3-30 3963,-4 36-4454,0 13-18,0-1 0,1 1 0,0 0 0,1-1 0,1 1 1,5 19-1,-3-13-37,18 71 110,1-6-91,-17-62 5,0 0 1,2-1-1,16 38 1,4 8 25,-22-52-13,4 11-42,7 34 1,-12-43 29,1-1-1,1-1 1,0 1 0,2-1-1,0 0 1,12 17-1,-9-17 3,-2 1-1,0 0 0,-1 1 0,12 39 0,-8 11 101,-11-50-87,2 1 1,9 28-1,20 14 8,-22-42-57,-6-12 51,-1-1 0,0 1 0,0 0 1,-1 0-1,-1 0 0,1 0 1,1 14-1,-3-16-21,11 29-9,-9-26 9,3 2-2,0-1 1,0 0-1,0 0 1,2-1 0,-1 0-1,12 12 1,-11-14 9,0 1 0,-1 1 0,0-1 1,0 1-1,-1 0 0,-1 1 0,1 0 1,4 15-1,-3 1 1,1 2-6,0 0-1,2 0 1,19 37 0,-20-49-5,1 0 1,0-1 0,15 16-1,-13-16 19,0 1 0,-1 0-1,-1 1 1,15 35 0,35 149 397,-33-142-33,2 0-1,2-2 0,40 54 0,38 70 424,-92-148-606,19 31 229,-31-56-339,1 1 0,-1-1-1,-1 1 1,7 19 0,-8-21-59,0 1 0,0-1 0,1 0 0,0 0 0,8 11 0,-1-3 119,-1 0-1,0 1 0,-2 0 0,0 0 1,11 33-1,-8-9 105,11 63-1,-17-76-188,1 0 1,1-1-1,2 0 0,0 0 1,26 47-1,-20-45 21,-1-5-49,-2 0 0,-1 1 0,0 0 0,-2 0 0,10 42 0,-15-40-133,11 100 274,0 39-83,8-18 41,-8-19-60,-4-47-98,-2-33 28,2 0-1,2 0 1,2-2-1,27 59 1,-18-47 10,-2 3 5,19 91-1,-23-55-37,-9-48 37,16 57-1,37 75-110,-53-150 126,8 15 26,14 17 43,3-2 1,3-1 0,2-2 0,54 63 0,-58-84-36,-2 1 0,-2 2 0,42 73 0,-60-89-21,-1 1 1,-1 0-1,-2 1 0,0 0 1,-2 1-1,-1-1 0,-1 1 1,1 31-1,-2 44 64,-4-59-84,2 0 0,2 0 0,16 76 0,2-38 1,45 147 433,-49-176-306,3-1 0,33 60 0,75 92 292,-103-166-355,117 179 135,-75-121-175,-60-88-88,-2-6 32,13 17-22,0 5-4,-16-20 28,0 0 0,0 0 0,0 0 0,0 0 0,0 1 0,-1-1 0,3 8 0,-1-3 4,32 56-16,-13-25 39,-6-19-22,-12-16-3,0 1-1,0 0 1,-1 0 0,7 13-1,-2-3 10,0 0 0,0-1-1,2-1 1,0 0 0,19 20-1,-8-10 88,-1 1 0,26 42 0,4 6 55,-15-19-71,-24-36-83,0 0 0,19 22-1,2-1 73,-16-19-36,26 24-1,-22-22-18,-1 1-1,-1 1 0,22 36 1,-19-28 14,-4-10 259,0-1-1,1 0 1,41 33-1,-25-23-214,113 120 782,-102-105-257,77 99 1,-82-94-432,28 39 16,-7-6-123,-52-73 46,-1 1 0,0 0 0,8 17 0,12 18 92,35 56-45,-36-65-122,-16-22 1,-1 0 0,2-1 0,18 18 0,-7-10 185,28 38-1,9 8 24,41 36-109,-68-71-99,-16-18-30,23 31-1,9-1-58,106 150 98,62 129 490,31 36-492,-227-333-40,1-1 0,2-2-1,38 32 1,-50-48 9,1 0 0,0-1 0,0 0 0,29 10 0,-1-2 2,-22-9-6,1 0 0,-1-2-1,1 0 1,0-1 0,33 2 0,-49-6-3,-1 1 0,1-1 0,-1 1 0,1 1 1,-1-1-1,8 4 0,0 0-1,1-1-14,-1 0 0,1 1 0,18 11 0,-29-15 33,26 18-20,-26-17 50,18 6-24,-3-2-18,-13-5 11,-2 1-17,5 5 35,0-1 0,0 2 0,-1-1 0,0 1 0,7 11-1,-11-15-18,1 0 0,0-1 0,-1 1-1,1 0 1,1-1 0,3 4 0,7 9 37,-10-11-33,1 1 0,-1-1 0,1-1 0,0 1 0,7 5 0,-10-8 61,9 7-28,26 19 17,-34-26-43,14 0-24,2-2 25,-1 0 1,1-2-1,29-5 1,-22 2-47,-23 5 70,20-3-94,5-1 10,-23 4 29,1-1 0,0 1 1,0 0-1,-1 0 0,1 0 1,0 1-1,0 0 0,-1 0 1,1 0-1,10 5 0,6-1-19,-17-5 16,-1 1 1,1 1-1,-1-1 0,1 0 0,-1 1 0,1 0 0,6 4 0,-9-4 19,31 11 93,-27-8-137,31 23 105,-36-26-97,28 18 16,-26-16 3,1-1-1,0 0 0,0 0 1,0 0-1,1 0 1,-1 0-1,1-1 0,-1 0 1,8 2-1,-9-3 6,0 1-40,0 0 42,0-1 1,0 1-1,0-1 0,0 0 0,0 0 1,6 1-1,8 4-5,-1-3 17,22 0 0,-35-3 37,0 1-80,34 4 20,-34-5 65,0 1-76,54 27 4,-45-24 24,0-1 0,1 0 0,22 3 0,-30-6-14,-1 1-2,16-4-20,-1 3 25,-15 0-8,-1 0-76,5 2 90,-1 0-1,0 0 0,1 1 1,-1 0-1,11 7 0,-15-8 27,10 4 44,25 14 136,-36-19-136,32 8 161,-33-10-232,0 1 1,0-1-1,0 1 1,0-1-1,0 1 1,0 0 0,0-1-1,0 1 1,0 0-1,0 0 1,1 0 0,-1 0-1,0 0 1,0 0-1,0 0 1,0 0-1,2 1 1,19-2 36,138-41-42,-102 26 147,-55 15-160,1 0-1,103-25 125,-104 26-103,1 0-37,32 2-28,-32-1 37,19-4 23,-3 3-5,-16 0-10,-1-1 5,30-5 0,-29 6 28,14-6-22,71-22-77,-86 26 79,18 1-47,29-9 103,-41 7-41,0 1 1,-1-1 0,14-7-1,-13 6-13,87-50 97,2-1-159,-44 27 24,-1-2 0,58-44-1,-8 4-39,-23 26 92,-47 27 6,39-27 0,-15-2 32,-3-3 1,76-84-1,-17 15-150,-22 24 53,-71 75 39,29-38-1,3-4-13,-32 37-13,0 0-1,-2-2 1,21-38 0,17-25-2,-1 11-52,54-71 42,57-41 34,-22 15 57,-18 19 14,-98 125-81,2 1 1,54-43-1,23-22-29,-89 77 48,-1-1-1,0 0 1,18-29-1,-19 26-16,81-131-41,-30 43-22,-26 44 91,44-61-55,-40 68 83,-4-1-1,-1-2 0,-4-1 0,45-110 0,-22 41-228,6 2 0,148-221 0,-99 183 173,-90 131 6,-3-1 1,29-66-1,-23 42-77,307-617-290,-127 182 94,-156 361 38,58-139-18,16-40 114,-38 83 115,-9-1 36,9-10-52,-65 185 46,109-332-16,-88 241-9,-35 124 23,5-37 0,5-13-49,6-11 72,-14 47-21,22-56-1,25-18-25,-34 71 29,22-57 1,-2 6-56,-28 63 39,20-55 1,-18 41 44,-11 28-30,0 1-1,5-25 0,-4 5 17,2-10-17,22-70 0,-27 101-7,-1 0 1,4-28 0,-1 3 33,1-27-31,4 24 3,-9 30 0,1 0 0,0 1 1,1-1-1,0 1 1,12-21-1,17-30-4,-32 60 27,1 0-40,0 0-117,0 0-39,0 0-1,-1 0 1,1 0 0,0 0 0,-1 0 0,1 0 0,-1-1-1,2-3 1,3 8-714,16 6-751,-16-6 1,-13 16-8914,4 0 1285</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18.747"/>
    </inkml:context>
    <inkml:brush xml:id="br0">
      <inkml:brushProperty name="width" value="0.035" units="cm"/>
      <inkml:brushProperty name="height" value="0.035" units="cm"/>
      <inkml:brushProperty name="color" value="#008C3A"/>
    </inkml:brush>
  </inkml:definitions>
  <inkml:trace contextRef="#ctx0" brushRef="#br0">59 58 6121,'27'-27'12248,"-28"29"-11589,-1 6-324,-1 1 0,2-1 0,-1 0 0,1 1 0,0 0 0,1-1 1,0 1-1,0-1 0,1 1 0,3 12 0,-2-7-167,-1-1 1,0 1-1,-2 23 1,3-35-162,1-1 0,-1 0 0,1 1-1,-1-1 1,1-1 0,-1 1 0,1 0-1,0-1 1,0 1 0,3-1 0,-2-1-17,1-1 2,12-17-21,-12 13 14,-1-1 0,-1 1 0,1-1 0,3-11 0,1 2 3,-7 13 10,-7-15-9,6 18 10,0-1 1,-1 0-1,1 1 0,0-1 0,-1 0 0,1 1 1,0-1-1,-1 0 0,1 1 0,-1-1 0,1 1 0,-1-1 1,1 1-1,-1-1 0,0 1 0,1-1 0,-1 1 1,0 0-1,1-1 0,-1 1 0,0 0 0,1 0 1,-1-1-1,0 1 0,1 0 0,-1 0 0,0 0 1,0 0-1,1 0 0,-1 0 0,0 0 0,0 0 1,1 0-1,-1 0 0,0 0 0,0 1 0,1-1 1,-1 0-1,0 0 0,1 1 0,-1-1 0,0 0 1,1 1-1,-1-1 0,-1 2 0,-6 1 8,4-2-4,4 32-12,0-30 12,10 7 18,-10-10-20,0 1 1,1 0-1,-1-1 0,0 1 0,1-1 1,-1 1-1,1 0 0,-1-1 0,0 1 1,1-1-1,-1 1 0,1-1 0,-1 0 1,1 1-1,0-1 0,-1 1 0,1-1 1,-1 0-1,1 1 0,0-1 0,-1 0 1,1 0-1,0 0 0,0 1 0,37-10-27,-32-9 22,-4 12 2,0 0-1,-1 0 0,0 0 0,-1-1 0,1 1 0,-1 0 0,0-1 0,-1 1 0,0 0 0,0 0 0,0 0 0,0-1 0,-1 1 0,0 1 0,-1-1 0,-2-6 0,0-2 4,4 11-6,-8-7-26,9 9 31,0 0 0,0 1-1,0-1 1,-1 0 0,1 1 0,0-1-1,0 0 1,-1 1 0,1-1 0,-1 1-1,1-1 1,-1 1 0,1-1 0,0 1-1,-1-1 1,0 1 0,1-1 0,-1 1-1,1-1 1,-1 1 0,0 0 0,1-1-1,-2 1 1,0 0 1,1 0 0,-1 1 0,1-1 0,-1 1 0,1-1 0,-1 1 0,0 0 0,1-1 0,0 1 0,-1 0 0,1 0 0,0 0 0,-1 0 0,1 0 0,0 1 0,0-1 0,0 0 0,0 0 0,0 1 0,0-1 0,0 1 0,0-1 0,1 1 0,-1-1 0,1 1 0,-1-1 0,1 1 0,-1 0 0,1 2 0,-11 24-10,10-26 10,0 0-1,0 0 0,1 0 0,-1 0 1,0 1-1,1-1 0,0 0 0,0 1 1,-1-1-1,1 0 0,0 0 1,1 1-1,-1-1 0,0 0 0,1 1 1,-1-1-1,1 0 0,0 0 0,0 0 1,0 0-1,0 1 0,2 2 0,5 16 1,-7-20-2,0-1 0,0 1 1,0-1-1,0 1 0,0-1 0,-1 0 0,1 1 1,0-1-1,0 0 0,0 0 0,0 0 0,0 0 0,0 1 1,0-1-1,0-1 0,0 1 0,0 0 0,2 0 0,-1 0-1,-1 0 2,1 0-1,0 0 0,-1 0 1,1-1-1,0 1 1,-1 0-1,1-1 1,-1 1-1,1-1 1,0 1-1,-1-1 0,1 0 1,-1 1-1,1-1 1,-1 0-1,0 0 1,1 0-1,-1 0 0,0-1 1,0 1-1,0 0 1,1 0-1,-1-1 1,-1 1-1,1-1 1,0 1-1,0-1 0,0 1 1,-1-1-1,1 1 1,-1-1-1,1 0 1,-1 1-1,0-1 0,0 0 1,0 1-1,0-1 1,0 0-1,0 1 1,0-1-1,0 0 1,-1-2-1,0 0 0,1 0-1,-1 1 1,1-1 0,-1 0-1,-1 1 1,1-1-1,0 1 1,-1-1 0,0 1-1,1-1 1,-1 1 0,-1 0-1,1 0 1,0 0 0,-1 0-1,0 1 1,1-1 0,-1 1-1,0-1 1,-5-2-1,5 4 5,0 0 0,-1 0 0,1 0 0,0 0 0,-1 1 0,1-1 0,-1 1-1,1 0 1,-1 0 0,1 0 0,-1 0 0,1 0 0,-1 1 0,1 0-1,0 0 1,-1 0 0,1 0 0,0 0 0,-1 1 0,1-1 0,0 1-1,0 0 1,0 0 0,1 0 0,-1 0 0,-4 5 0,2-2-5,0 0 1,1 0 0,-1 0-1,1 0 1,0 1 0,1 0-1,0 0 1,-1 0 0,2 0-1,-1 0 1,1 1 0,0-1-1,0 1 1,1 0 0,-2 12-1,3-14 4,0-1 0,0 1 0,1-1-1,-1 1 1,1-1 0,0 0 0,0 1 0,1-1-1,-1 0 1,1 0 0,0 0 0,0 0 0,0 0-1,1 0 1,-1-1 0,1 1 0,0-1 0,0 0-1,0 0 1,0 0 0,1 0 0,-1 0 0,1-1 0,0 1-1,6 2 1,-3-2 16,0-1-1,-1 0 1,1-1 0,0 1-1,1-1 1,8 0 0,-1 0-65,-12-1 50,-1-1 0,1 0 0,0 0 0,0 0 0,0 0 0,0 0-1,-1-1 1,1 1 0,-1-1 0,1 0 0,-1 0 0,0 0 0,1 0-1,-1 0 1,0 0 0,0 0 0,3-6 0,-3 5-5,0 0 0,0-1 1,-1 1-1,1-1 0,-1 0 0,1 0 1,-1 1-1,0-1 0,-1 0 0,1 0 1,-1 0-1,0 0 0,0 0 0,0 0 1,0 0-1,0 0 0,-1 0 0,-2-7 1,-2-6 23,-1 0 1,-15-31-1,12 28 22,8 18-61,1 2 25,-1 1-1,1 0 0,-1-1 1,1 1-1,0-1 1,-1 1-1,1 0 1,-1-1-1,1 1 1,-1-1-1,1 1 0,-1-1 1,0 0-1,1 1 1,-1-1-1,0 0 1,1 1-1,-1-1 0,0 0 1,1 0-1,-1 1 1,0-1-1,-1 0 1,1 0-7,0 1 1,0-1-1,0 0 1,-1 1-1,1-1 1,0 1-1,0-1 1,0 1-1,0 0 0,0 0 1,0-1-1,0 1 1,0 0-1,0 0 1,0 0-1,0 0 1,1 0-1,-2 1 1,1 2-3,-2 5 1,0 0 1,0 0 0,1 0 0,0 1 0,1-1-1,0 1 1,1-1 0,1 19 0,4 0 14,0-24-6,-1-3-1,17 17 13,-16-16-20,12 5 3,-14-7-4,0 0 0,-1 1-1,1-2 1,0 1 0,0 0 0,-1 0 0,1-1 0,0 0 0,-1 1 0,1-1 0,-1 0-1,1 0 1,-1-1 0,1 1 0,-1 0 0,0-1 0,1 1 0,-1-1 0,2-2-1,-1 1 1,-1-1-1,1 1 0,-1-1 0,0 0 1,0 0-1,0 1 0,0-2 0,-1 1 1,1 0-1,-1 0 0,1-5 0,-1-1 0,0 0-1,0 0 1,-1 0 0,0 0-1,-1 0 1,0 0-1,0 0 1,-1 0-1,-6-18 1,6 24-3,0 0 0,1 0-1,-1 0 1,-1 0 0,1 0 0,0 0 0,-1 1 0,0-1 0,0 1 0,-6-6 0,3 9-4,-1 2 4,0 1 1,0 0-1,1 0 0,-1 1 0,1 0 1,0 0-1,0 1 0,-6 5 0,9-7 9,0 0 0,0 1 0,0 0-1,1-1 1,-1 1 0,1 0 0,0 0-1,0 0 1,0 0 0,0 1-1,1-1 1,0 0 0,0 1 0,0-1-1,0 1 1,1 7 0,-2-7-10,0 1-2,7 28 15,-5-31-6,0-1-1,1 1 1,0-1-1,-1 1 1,1-1-1,0 1 1,0-1-1,0 0 1,1 1-1,-1-1 1,0 0-1,1 0 1,0 0-1,-1 0 1,1 0-1,0-1 1,0 1-1,0 0 0,0-1 1,0 1-1,0-1 1,1 0-1,2 1 1,-3-1-11,22 2 122,-21-2-117,1-1-1,0 0 1,0 0 0,-1-1-1,1 1 1,0-1 0,-1 0 0,1 0-1,-1 0 1,1 0 0,-1-1-1,0 1 1,1-1 0,-1 0 0,4-3-1,1-1-9,0-1 1,0-1-1,13-15 0,-21 22 11,0 0 0,0 0-1,0 0 1,1-1 0,-1 1 0,-1 0 0,1 0 0,0 0-1,0 0 1,0 0 0,0 0 0,-1 0 0,1-1 0,-1 1 0,1 0-1,-2-2 1,1 1-4,1-2 5,-1 1 1,0-1-1,0 1 1,0-1 0,0 1-1,0-1 1,-1 1-1,0 0 1,1-1 0,-1 1-1,-1 0 1,1 0 0,0 0-1,-1 1 1,1-1-1,-1 1 1,0-1 0,0 1-1,0 0 1,0 0 0,0 0-1,0 0 1,-1 1-1,1-1 1,-1 1 0,1 0-1,-1 0 1,-6-1-1,6 2 6,1 1-1,-1 0 0,1-1 0,0 1 0,-1 1 0,1-1 0,0 0 0,-1 1 0,1-1 0,-4 4 0,6-4-1,-4 3-4,1 0 1,0 0-1,0 0 1,0 1-1,0 0 1,1-1-1,-1 2 1,1-1-1,0 0 0,1 0 1,0 1-1,-1 0 1,2-1-1,-1 1 1,-1 12-1,3-15 4,0 0-1,1 0 0,-1 0 1,1 0-1,0 0 1,0 0-1,0 0 0,1 0 1,-1 0-1,1 0 1,-1 0-1,1-1 1,0 1-1,0-1 0,0 1 1,0-1-1,1 0 1,-1 0-1,4 3 0,-4-3-22,0-1 13,18-1-38,-19 1 42,-1-1 1,1 0 0,0 0-1,-1 0 1,1 0 0,0 0-1,-1 0 1,1 0 0,0 0-1,-1 0 1,1-1 0,0 1-1,-1 0 1,1 0 0,-1 0-1,1-1 1,0 1 0,-1 0-1,1-1 1,-1 1 0,1-1-1,-1 1 1,1 0 0,-1-1-1,1 1 1,-1-1 0,0 1-1,1-1 1,-1 0 0,0 1-1,1-1 1,-1 0 0,0-1-18,0-1 0,0 1 0,0 0 0,-1 0 0,1-1 0,-1 1 0,1 0 0,-1 0 0,-2-4 0,0-1-221,0 0 0,-1 1 0,1-1-1,-2 1 1,-4-6 0,-11-6-3128,-2 9-3507,5 11-1696</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19.324"/>
    </inkml:context>
    <inkml:brush xml:id="br0">
      <inkml:brushProperty name="width" value="0.035" units="cm"/>
      <inkml:brushProperty name="height" value="0.035" units="cm"/>
      <inkml:brushProperty name="color" value="#008C3A"/>
    </inkml:brush>
  </inkml:definitions>
  <inkml:trace contextRef="#ctx0" brushRef="#br0">0 0 6745,'1'0'172,"-1"1"0,1-1 0,0 0 0,0 0 0,-1 0 1,1 1-1,-1-1 0,1 0 0,0 1 0,-1-1 0,1 1 0,-1-1 1,1 1-1,-1-1 0,1 1 0,-1-1 0,1 1 0,-1-1 1,1 1-1,-1 0 0,0-1 0,1 1 0,-1-1 0,0 1 0,0 0 1,0 0-1,1-1 0,-1 2 0,1 1 587,0 0-1,0 0 0,1-1 1,-1 1-1,1 0 1,-1-1-1,1 1 1,0-1-1,3 3 1,-2-2-628,0-1 291,-1 0 0,0 0-1,0 0 1,0 0-1,0 0 1,0 1 0,0-1-1,-1 1 1,1-1-1,-1 1 1,0-1-1,1 1 1,0 5 0,15 36 2141,-13-35-2154,-1-1-1,1 1 0,-2 0 0,4 12 0,32 340 2355,-9-155-6608,0-69-6314,-24-117 7798,11 57-11013</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0.228"/>
    </inkml:context>
    <inkml:brush xml:id="br0">
      <inkml:brushProperty name="width" value="0.035" units="cm"/>
      <inkml:brushProperty name="height" value="0.035" units="cm"/>
      <inkml:brushProperty name="color" value="#008C3A"/>
    </inkml:brush>
  </inkml:definitions>
  <inkml:trace contextRef="#ctx0" brushRef="#br0">825 39 10841,'-17'-7'952,"0"0"0,0 1 0,0 1-1,-1 1 1,0 0 0,0 2 0,0 0 0,-29 0 0,29 4-442,0 0 0,0 1 0,0 1 0,1 1 0,0 0 0,0 1 0,-17 9 0,-107 63 1501,109-59-1818,2 1 0,1 1 1,0 2-1,2 1 0,0 1 0,2 1 1,1 1-1,1 2 0,1 0 0,-24 44 1,42-64-193,0-1 1,0 1 0,1 0 0,0 1 0,1-1-1,0 0 1,0 1 0,1 0 0,0 17 0,1-23-59,0 0 0,1 0-1,0 0 1,-1 0 0,1 0 0,1 0 0,-1-1 0,0 1 0,1 0 0,0-1 0,0 1 0,0-1 0,0 0 0,0 1 0,1-1 0,0 0-1,-1 0 1,1-1 0,0 1 0,1-1 0,-1 1 0,0-1 0,1 0 0,-1 0 0,1-1 0,6 3 0,0-1-39,1 0 1,-1-2-1,1 1 1,0-1 0,0-1-1,-1 0 1,1 0-1,0-1 1,0 0-1,-1-1 1,1 0 0,-1-1-1,1 0 1,-1-1-1,16-8 1,-10 4 50,1-1-1,-2-1 1,1 0 0,-2-1 0,1-1-1,-1 0 1,-1-1 0,17-22 0,-22 27 291,-2-1 1,1 0 0,-1 0 0,0 0 0,-1-1-1,0 0 1,-1 0 0,0 0 0,0-1-1,-1 1 1,-1-1 0,3-14 0,-6 24-206,1 1 0,0 0 0,0-1 0,0 1 0,0 0 0,0-1 1,0 1-1,0 0 0,0-1 0,0 1 0,0 0 0,1-1 0,-1 1 0,0 0 0,0-1 0,0 1 1,0 0-1,0 0 0,0-1 0,1 1 0,-1 0 0,0 0 0,0-1 0,1 1 0,-1 0 1,0 0-1,0-1 0,1 1 0,-1 0 0,0 0 0,0 0 0,1 0 0,-1 0 0,0-1 0,1 1 1,-1 0-1,0 0 0,1 0 0,-1 0 0,0 0 0,0 0 0,1 0 0,-1 0 0,0 0 0,1 0 1,-1 0-1,1 0 0,18 14 447,14 28-328,-11-3 84,-1 0-1,-3 2 0,-1 0 1,13 48-1,-15-45-177,28 108 131,16 142 42,-47-227-249,-3 0 0,-1 90 1,-7-130-6,-2 117-360,-7-1 1,-6 1-1,-43 188 1,49-295 298,-1-1 0,-2 0 0,-2-1 0,-1-1 0,-2 0 0,-29 49 0,38-74 51,0 0-1,-1-1 1,0 1-1,0-2 1,-15 12-1,21-17 23,0-1 0,0 0 0,0 0 0,0 1 0,-1-1 0,1-1 0,0 1 0,-1 0 0,1-1 0,0 1-1,-1-1 1,1 0 0,-1 1 0,1-1 0,-1 0 0,1-1 0,-1 1 0,1 0 0,-1-1 0,1 1 0,0-1 0,-1 0-1,1 0 1,0 0 0,0 0 0,-1 0 0,-2-3 0,0 1-1,0-1 0,0 0 0,1 0 0,-1 0 0,1-1 0,0 0 0,0 1 0,1-1 0,-6-11 0,-1-6-5,2 0 0,0-1 0,2 0 0,0-1 0,2 1 0,1-1 0,0 0 0,2 0 0,2-26 0,4-31-122,21-104 0,4 34-970,7 1 0,6 2 1,6 3-1,7 1 0,80-147 1,40 1-3769,-41 112-2825,-78 113 834</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0.700"/>
    </inkml:context>
    <inkml:brush xml:id="br0">
      <inkml:brushProperty name="width" value="0.035" units="cm"/>
      <inkml:brushProperty name="height" value="0.035" units="cm"/>
      <inkml:brushProperty name="color" value="#008C3A"/>
    </inkml:brush>
  </inkml:definitions>
  <inkml:trace contextRef="#ctx0" brushRef="#br0">39 171 7481,'-9'-16'481,"6"12"-291,0 0 0,0 0-1,0-1 1,1 1 0,0-1-1,0 0 1,0 1 0,0-1-1,1 0 1,0 0 0,0 0-1,0 0 1,0 0 0,1-1-1,0 1 1,0 0 0,2-7-1,5-34 4590,-6 31-1413,-4 31 2629,-2 19-5372,2 1-1,1-1 1,2 0-1,5 38 1,27 145 2982,-16-125-3072,98 406-2188,-103-458 156,19 41 1,-26-71 852,1 0 1,1 0 0,0-1 0,0 1 0,1-2 0,0 1-1,1-1 1,13 13 0,-20-21 537,0 0 0,0 0-1,0 0 1,1-1 0,-1 1 0,0-1 0,0 1 0,0-1-1,1 1 1,-1-1 0,0 1 0,1-1 0,-1 0-1,0 0 1,1 0 0,-1 0 0,0 0 0,1 0-1,-1 0 1,0 0 0,2-1 0,6 0-435,-5 1 327,1 0-1,0 0 1,0-1-1,0 0 0,-1 0 1,1 0-1,0-1 1,-1 1-1,1-1 1,-1 0-1,0 0 0,0-1 1,0 1-1,0-1 1,0 0-1,0 0 1,0 0-1,-1-1 1,0 1-1,4-6 0,5-11 112,-1 1 0,-1-1 0,-1-1 0,-1 0 0,0 0 0,-2-1 0,0 0 0,-2 0 0,3-27 0,-1 5 1891,20-66 0,-23 97-1378,4-44 1886,-6 54-1607,32 21 979,-23-8-1514,-1 0 0,-1 1-1,0 1 1,0 0 0,-1 0 0,-1 0 0,6 14 0,-6-12-58,1 0 1,0 0 0,1 0-1,1-1 1,18 23 0,-20-30-55,-1-1 0,0 1 0,1-1 0,10 6-1,-15-10-33,0 0 0,0 1 0,0-1 1,0-1-1,0 1 0,1 0 0,-1 0 0,0-1 0,1 1 0,-1-1 0,0 0 0,1 0 0,-1 0 0,0 0 0,1 0 0,-1 0 0,0-1 0,0 1 0,1-1 0,2-1 0,-4 2-4,0 0-1,0-1 1,0 1-1,0-1 1,0 1 0,0-1-1,-1 1 1,1-1 0,0 0-1,0 1 1,-1-1-1,1 0 1,0 0 0,-1 0-1,1 1 1,-1-1 0,1 0-1,-1 0 1,1 0-1,-1 0 1,1 0 0,-1 0-1,0 0 1,0 0 0,0 0-1,1 0 1,-1 0-1,0-2 1,0-3-2,1-3 9,0 0 1,-1 0 0,-1 0 0,1 0 0,-1 0-1,-1 0 1,0 0 0,0 0 0,-1 1 0,0-1-1,0 1 1,-1 0 0,0 0 0,-9-14 0,-3 1-36,-1 0 0,-1 1 1,-36-33-1,44 45-291,-1 0 0,1 1-1,-1 0 1,0 1 0,-14-6 0,-30-10-5112,29 12 46</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1.464"/>
    </inkml:context>
    <inkml:brush xml:id="br0">
      <inkml:brushProperty name="width" value="0.035" units="cm"/>
      <inkml:brushProperty name="height" value="0.035" units="cm"/>
      <inkml:brushProperty name="color" value="#008C3A"/>
    </inkml:brush>
  </inkml:definitions>
  <inkml:trace contextRef="#ctx0" brushRef="#br0">0 738 13541,'5'18'668,"-3"-12"-344,0 0 0,-1 0 0,0-1 0,0 1 0,0 0 0,-1 0 0,1 0 0,-2 0 0,1 0 1,-1 0-1,-1 7 0,-2 9 485,1 0 1,2 0-1,0 0 1,1 0-1,1 1 0,1-1 1,1 0-1,0 0 1,2 0-1,11 29 1,46 113 851,9 30-665,-33-101-641,-20-54-227,-18-38-126,0 0 1,0 0-1,1 0 0,-1 1 0,1-1 1,-1-1-1,1 1 0,-1 0 0,1 0 1,0 0-1,-1 0 0,1 0 0,0 0 1,0-1-1,-1 1 0,1 0 1,0-1-1,0 1 0,0 0 0,0-1 1,0 0-1,0 1 0,0-1 0,0 1 1,0-1-1,0 0 0,0 0 0,0 1 1,0-1-1,0 0 0,1 0 0,-1 0 1,0 0-1,0-1 0,0 1 0,0 0 1,0 0-1,0-1 0,2 0 0,1-1-13,1-1-1,0 1 1,-1-1-1,0-1 1,0 1-1,5-5 1,-5 4-6,49-46-347,45-38 21,-88 80 225,1 0 1,0 1-1,1 0 0,0 1 1,0 1-1,0 0 1,20-6-1,-28 10 22,1 0 1,0 0-1,0 0 0,0 1 0,0 0 1,0 0-1,0 0 0,0 1 0,0-1 0,-1 1 1,1 0-1,0 0 0,0 1 0,-1 0 0,1 0 1,-1 0-1,1 0 0,4 4 0,-5-3 11,-1 0-1,0 0 0,0 0 1,0 1-1,0-1 1,-1 1-1,1-1 1,-1 1-1,0 0 0,0 0 1,-1 0-1,1 0 1,-1 0-1,0 1 1,0-1-1,0 0 1,0 1-1,-1-1 0,0 0 1,0 9-1,-5 19-381,-1 1 0,-17 50-1,15-54-822,22-32 1123,0 0 0,-1-1 0,1-1 0,-1 0 0,0-1 0,0 0 0,-1-1 0,0 0 0,0-1 0,-1 0 0,13-13 0,12-11-634,-2-2 1,31-39 0,-49 53 459,35-40-1001,71-111-1,-114 157 1199,-1-1-1,-1 0 0,0 0 0,-1 0 0,6-31 1,-11 44 138,1-1 1,-1 1-1,0-1 1,1 0-1,-1 1 1,0-1-1,-1 1 1,1-1 0,0 0-1,-1 1 1,0-1-1,1 1 1,-3-4-1,3 5 10,-1 0 0,1 1 0,-1-1 0,1 0 0,-1 1 1,0-1-1,1 0 0,-1 1 0,0-1 0,1 1 0,-1 0 0,0-1 0,0 1 0,0-1 0,1 1 0,-1 0 0,0 0 0,0 0 0,0-1 0,0 1 0,0 0 0,1 0 0,-1 0 0,0 0 0,0 0 0,0 0 0,0 1 0,0-1 0,1 0 0,-1 0 0,0 1 0,0-1 0,0 0 0,1 1 0,-1-1 0,0 1 0,-1 0 0,-11 7 41,-1 1 1,2 0-1,-1 0 0,1 2 0,1-1 0,-14 17 0,18-19-96,0 1 0,0 1 0,1 0-1,0-1 1,1 2 0,0-1 0,0 1 0,1 0-1,-5 19 1,8-26-54,1 1 0,-1-1 0,1 1 0,0-1-1,0 1 1,0 0 0,0-1 0,1 1 0,0-1-1,0 1 1,0-1 0,0 1 0,1-1 0,0 0 0,0 0-1,0 0 1,0 0 0,1 0 0,-1 0 0,1 0-1,0-1 1,0 1 0,0-1 0,6 4 0,-2-2 37,-1-1 1,2 0-1,-1 0 1,0-1-1,1 0 0,0 0 1,0-1-1,0 0 1,0 0-1,0-1 1,0 0-1,15 0 1,13-2 983,0-2 0,0-2 0,-1-1 0,0-1 0,45-16 0,-61 15-856,0 0 0,-1-2 0,0 0 0,-1 0 0,0-2 0,0 0-1,-1-1 1,-1 0 0,-1-2 0,0 0 0,0 0 0,17-27 0,-14 13-144,0-1 0,-2-1 1,-1 0-1,-2-1 0,16-64 1,19-175 1039,-33 172-541,9-89 654,20-106 2214,-31 251-1594,-12 43-1655,0 0 1,0-1-1,0 1 1,0 0 0,0-1-1,0 1 1,0-1-1,1 1 1,-1 0-1,0 0 1,0-1-1,0 1 1,1 0-1,-1-1 1,0 1 0,0 0-1,1 0 1,-1-1-1,0 1 1,1 0-1,-1 0 1,0 0-1,1 0 1,-1-1 0,0 1-1,1 0 1,-1 0-1,0 0 1,1 0-1,0 0 1,-1 1 14,1 0-1,0 0 1,0-1 0,-1 1 0,1 0-1,0 0 1,-1 0 0,1 0 0,-1 0-1,1 1 1,-1-1 0,0 0-1,1 0 1,-1 0 0,0 2 0,10 50 708,-2 1 1,1 100 0,2 18-577,21 50-2542,-7-74-3681,-13-78 361,1 11-4993</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2.399"/>
    </inkml:context>
    <inkml:brush xml:id="br0">
      <inkml:brushProperty name="width" value="0.035" units="cm"/>
      <inkml:brushProperty name="height" value="0.035" units="cm"/>
      <inkml:brushProperty name="color" value="#008C3A"/>
    </inkml:brush>
  </inkml:definitions>
  <inkml:trace contextRef="#ctx0" brushRef="#br0">1 176 13197,'13'-12'5652,"-14"14"-3805,0 1-1611,0 0-1,0 0 1,0 0-1,0 0 1,1 0 0,-1 0-1,1 0 1,0 0 0,0 0-1,0 0 1,0 0 0,0 1-1,1-1 1,-1 0 0,1 0-1,0 0 1,0-1-1,0 1 1,1 0 0,-1 0-1,3 3 1,5 16 503,54 162 1339,-55-155-1996,12 36 189,-17-59-255,-1-1-1,1 0 1,0 0 0,0 0-1,0 0 1,1-1 0,-1 1-1,1-1 1,7 6 0,-8-8-59,1 0-1,-1-1 1,0 0 0,1 0 0,-1 0 0,1 0 0,0 0 0,-1-1 0,1 1-1,-1-1 1,1 0 0,0 0 0,-1-1 0,1 1 0,-1-1 0,1 1 0,-1-1 0,5-2-1,13-3-519,34-17 0,-48 20 502,35-16-384,0-1 0,-2-3 1,59-42-1,-76 50 346,10-9-4,-6 1 148,9-11-163,-6 0 96,2 2-1,47-37 1,-75 65 14,1 1 0,1 0 0,-1 0 1,0 0-1,1 1 0,-1 0 0,1 0 0,0 0 0,0 1 0,0 0 0,-1 0 1,1 0-1,0 1 0,0 0 0,0 0 0,0 1 0,0-1 0,0 1 1,0 1-1,0-1 0,0 1 0,-1 0 0,9 4 0,43 8 120,-54-14-114,-1 0-1,1 0 1,0 0-1,0 0 1,0-1-1,0 1 1,0-1-1,0 0 1,-1 1-1,5-3 1,-3 1-3,0 2 9,-1-1 0,1 0 0,0 0-1,-1 0 1,0 0 0,1-1 0,-1 1-1,0-1 1,0 0 0,0 0 0,0 0-1,0 0 1,3-4 0,27-36 153,-29 35 9,1 0 0,0 0 0,0 1 0,1-1 0,6-5 0,-2 5-27,1-1-1,0 1 1,0 1 0,1 0 0,-1 1 0,1 0 0,1 1-1,-1 0 1,1 1 0,-1 0 0,1 1 0,14-1 0,132-18-46,-126 24-1190,-32-3 1060,0 0 0,-1 0-1,1 0 1,-1 0-1,1 0 1,-1 1-1,1-1 1,-1 0 0,1 0-1,-1 1 1,1-1-1,-1 0 1,0 1-1,1-1 1,-1 0-1,1 1 1,-1-1 0,0 1-1,1-1 1,-1 0-1,0 1 1,0-1-1,1 1 1,-1-1 0,0 1-1,0-1 1,0 1-1,1-1 1,-1 1-1,0-1 1,0 1 0,0 0-1,0-1 1,0 1-1,0-1 1,0 1-1,0-1 1,0 1-1,-1-1 1,1 1 0,0-1-1,0 1 1,0-1-1,-1 1 1,1-1-1,0 1 1,0-1 0,-1 1-1,1-1 1,-1 1-1,-3 6-1023,1-1 0,0 1-1,0 0 1,0 0 0,-1 10-1,-3 17-6864,3-13 136</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2.550"/>
    </inkml:context>
    <inkml:brush xml:id="br0">
      <inkml:brushProperty name="width" value="0.035" units="cm"/>
      <inkml:brushProperty name="height" value="0.035" units="cm"/>
      <inkml:brushProperty name="color" value="#008C3A"/>
    </inkml:brush>
  </inkml:definitions>
  <inkml:trace contextRef="#ctx0" brushRef="#br0">1 6 9077,'13'-6'3316,"0"9"-4776,4 6-1780,0 13-1469</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2.910"/>
    </inkml:context>
    <inkml:brush xml:id="br0">
      <inkml:brushProperty name="width" value="0.035" units="cm"/>
      <inkml:brushProperty name="height" value="0.035" units="cm"/>
      <inkml:brushProperty name="color" value="#008C3A"/>
    </inkml:brush>
  </inkml:definitions>
  <inkml:trace contextRef="#ctx0" brushRef="#br0">0 317 9785,'17'7'3138,"-10"-15"1608,5-12-1712,17-14-1548,-2-1 0,-1-2 1,-2 0-1,27-58 0,-41 79-989,-9 16-476,0-1-1,0 0 1,-1 0-1,1 0 1,0 0-1,-1 0 1,1 0 0,-1 0-1,1 0 1,-1 0-1,0 0 1,1 0-1,-1 0 1,0 0-1,0-2 1,17 18 168,-7-5-156,0 0 0,1 0 0,1-1-1,23 15 1,-29-21-162,0-1-1,0 1 0,0-1 1,1 0-1,-1-1 0,0 1 1,1-1-1,-1-1 1,1 1-1,0-1 0,-1 0 1,1-1-1,6-1 1,2-2-147,0-1 0,0 0 0,-1-1 1,1-1-1,-2-1 0,1 0 1,15-12-1,-20 13 373,1-1 0,-1-1 1,-1 1-1,9-12 0,-15 18 1685,26 17-1142,-23-10-857,-1 0 1,1 1 0,-1-1 0,-1 1 0,1-1 0,4 11 0,-4-9-324,-2-6 165,0 1 0,0-1 0,1 1 0,-1-1 0,1 0 0,-1 0 0,1 0 0,-1 0 0,1 0-1,-1-1 1,1 1 0,4-1 0,-5 1-410,5-5-3002,0-8 2446,-7 12 805,14-13-4142,2 4-2483</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3.004"/>
    </inkml:context>
    <inkml:brush xml:id="br0">
      <inkml:brushProperty name="width" value="0.035" units="cm"/>
      <inkml:brushProperty name="height" value="0.035" units="cm"/>
      <inkml:brushProperty name="color" value="#008C3A"/>
    </inkml:brush>
  </inkml:definitions>
  <inkml:trace contextRef="#ctx0" brushRef="#br0">24 112 5228,'-10'-69'2437,"3"48"-1517,1 0 164</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3.582"/>
    </inkml:context>
    <inkml:brush xml:id="br0">
      <inkml:brushProperty name="width" value="0.035" units="cm"/>
      <inkml:brushProperty name="height" value="0.035" units="cm"/>
      <inkml:brushProperty name="color" value="#008C3A"/>
    </inkml:brush>
  </inkml:definitions>
  <inkml:trace contextRef="#ctx0" brushRef="#br0">0 327 6837,'0'0'73,"0"0"1,1 0 0,-1 1-1,0-1 1,0 0 0,0 0-1,0 0 1,0 1 0,0-1-1,0 0 1,1 0 0,-1 0-1,0 1 1,0-1 0,0 0 0,0 0-1,1 0 1,-1 0 0,0 1-1,0-1 1,0 0 0,1 0-1,-1 0 1,0 0 0,0 0-1,0 0 1,1 0 0,-1 0-1,0 0 1,0 0 0,1 0-1,-1 0 1,0 0 0,0 0-1,1 0 1,-1 0 0,0 0-1,0 0 1,1 0 0,17-4 2613,31-16 1367,-26 10-2807,37-13-309,76-42 1,-84 30-222,-49 34-364,-2 1-340,0 0 1,0-1 0,0 1 0,0 0-1,0 0 1,0-1 0,0 1 0,0-1 0,0 1-1,0-1 1,-1 1 0,1-1 0,0 0-1,0 1 1,0-1 0,0-1 0,0 1-9,0 0 0,0 1 1,-1-1-1,1 0 0,0 0 0,0 1 1,0-1-1,0 1 0,0-1 1,-1 1-1,1-1 0,0 1 0,0 0 1,0-1-1,0 1 0,2 0 1,-1 0 0,0 0 0,-1 0 0,1 0 0,0 0 0,0 0 1,-1 0-1,1-1 0,0 1 0,0 0 0,-1-1 0,1 0 0,-1 1 1,3-2-1,11-3-249,65-29-777,-78 33 1006,0-1 0,0 1-1,0-1 1,0 0-1,0 0 1,0 1 0,-1-1-1,1-1 1,-1 1-1,1 0 1,1-5 0,3-2 138,30-44 2372,-34 50-1537,9-11-637,-8 10-249,-14 10-46,-55 31-247,-37 24 94,90-51 118,-1 1 1,2 0 0,0 1-1,0 0 1,-14 18 0,21-22 8,0-1 0,0 1-1,1-1 1,0 1 0,-4 11 0,7-15-6,0-1-1,0 1 0,0 0 1,0 0-1,1 0 1,0 0-1,0 0 1,0-1-1,0 1 0,0 0 1,1 0-1,0 0 1,2 7-1,-2-10-46,-1 1-1,1-1 1,0 0 0,0 1-1,0-1 1,0 0 0,0 1-1,1-1 1,-1 0 0,0 0-1,1 0 1,-1 0 0,0 0-1,1 0 1,-1 0 0,1-1-1,-1 1 1,1 0 0,0-1-1,-1 1 1,1-1 0,0 0-1,-1 0 1,1 1 0,0-1-1,-1 0 1,3-1 0,3 1-290,0-1 0,0 0 1,0 0-1,13-4 1,0-3-393,1-1 1,29-18 0,-37 19 972,0 1-1,1 0 1,-1 1 0,2 0-1,-1 1 1,21-4 0,-30 9-205,-1 0 0,1 0 0,0 0 1,-1 1-1,1 0 0,0 0 0,-1 0 0,1 1 1,-1 0-1,1 0 0,-1 0 0,0 0 1,0 0-1,0 1 0,4 3 0,-6-5-1188</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3.708"/>
    </inkml:context>
    <inkml:brush xml:id="br0">
      <inkml:brushProperty name="width" value="0.035" units="cm"/>
      <inkml:brushProperty name="height" value="0.035" units="cm"/>
      <inkml:brushProperty name="color" value="#008C3A"/>
    </inkml:brush>
  </inkml:definitions>
  <inkml:trace contextRef="#ctx0" brushRef="#br0">142 37 12813,'-37'-9'4045,"17"9"-2513,0 0 908,-1-6-2644,1 3-1012,10-6-1148,-3 0-2673</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5.395"/>
    </inkml:context>
    <inkml:brush xml:id="br0">
      <inkml:brushProperty name="width" value="0.035" units="cm"/>
      <inkml:brushProperty name="height" value="0.035" units="cm"/>
      <inkml:brushProperty name="color" value="#008C3A"/>
    </inkml:brush>
  </inkml:definitions>
  <inkml:trace contextRef="#ctx0" brushRef="#br0">31 1 9681,'-5'11'654,"0"0"1,1 0-1,0 0 0,0 1 1,2 0-1,-1 0 0,1 0 1,1 0-1,0 0 0,1 0 1,0 0-1,3 14 0,-1-10-273,2 0-1,0 0 1,1 0-1,0 0 1,2-1-1,-1 0 1,2 0-1,13 20 1,17 19 77,2-1-1,53 53 1,-51-61-366,-2 2 1,-2 1-1,-2 2 1,31 58-1,-58-91-151,0 1 0,-2 0-1,0 0 1,-1 0 0,-1 1-1,0 0 1,2 31 0,-6-39-441,-1 1 0,0-1 1,-1 0-1,0 1 0,-6 21 0,4-24-570,0 0 0,-1 1 0,0-1 0,-1 0 0,0-1 0,0 1 0,-10 11 0,-10 7-7360</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31.610"/>
    </inkml:context>
    <inkml:brush xml:id="br0">
      <inkml:brushProperty name="width" value="0.035" units="cm"/>
      <inkml:brushProperty name="height" value="0.035" units="cm"/>
      <inkml:brushProperty name="color" value="#008C3A"/>
    </inkml:brush>
  </inkml:definitions>
  <inkml:trace contextRef="#ctx0" brushRef="#br0">106 885 5929,'-29'40'9375,"22"-31"-4131,9-13-5207,0 1 1,0 0-1,1-1 0,-1 1 1,1 0-1,0 1 1,4-4-1,1-2 5,35-48-34,-41 54 19,-5-19-46,2 9 29,-1 0-25,1 0 0,1-1 0,0 1 0,3-17 0,-3 26 34,6-30-10,-5 29 78,-7-58 327,5 59-367,0 0-1,-1 1 1,1-1-1,0 0 1,-1 1-1,0-1 1,1 1 0,-1-1-1,0 1 1,-1 0-1,1 0 1,-3-3-1,4 4-41,-1 0 615,0 4-380,-5 10-60,1 0 0,0 1 0,1-1 0,0 1 0,-5 28 0,-9 83 591,12-70-505,-10 54 142,5-39-228,2 0-1,4 0 0,2 77 0,5-135-215,0 1 1,0-1-1,1 0 0,0 1 1,1-1-1,1-1 0,0 1 1,1 0-1,0-1 0,0 0 0,1 0 1,1 0-1,0-1 0,8 10 1,-12-18-10,0 0 0,-1 0-1,1-1 1,0 1 0,0-1 0,0 0 0,0 1 0,0-1 0,0 0 0,0-1 0,0 1 0,0-1 0,0 1 0,1-1 0,-1 0 0,0 0 0,0 0 0,6-2 0,-1 1-11,1-1 0,-1 0 0,1 0 0,-1-1 1,13-7-1,-1-1-28,-1-2 0,0 0 1,-1-1-1,-1-1 0,0-1 1,-1 0-1,-1-1 0,0-1 0,17-27 1,3-12-17,53-117 1,-51 84 71,-5-1 0,-3-2 1,-4-1-1,-5-2 0,-3 1 0,6-182 1,-22 240 26,-2 1 1,-2-1-1,-1 1 1,-14-59-1,17 93 4,1 0-1,-1 0 1,0 0-1,1 0 1,-1 0-1,0 0 1,0 0-1,-1 0 1,1 0-1,0 1 1,-1-1-1,1 1 1,-1-1-1,1 1 1,-1-1-1,0 1 1,1 0-1,-1 0 1,0 0-1,0 0 1,0 0-1,0 0 1,0 0-1,0 1 1,0-1-1,0 1 1,0-1-1,-3 1 1,1 0 7,-1 0 0,1 0 0,-1 1 0,1-1 0,0 1 0,-1 0 0,1 0 1,0 1-1,0-1 0,0 1 0,0 0 0,-4 2 0,-10 9 6,1 0 0,1 1 0,0 1 0,1 0 0,1 1 0,0 1 0,1 0 0,-15 28 0,-7 17 32,-32 80 1,52-108-64,2 1 1,1-1 0,2 2-1,2 0 1,0 0 0,-3 66-1,11-96-65,0 0 0,0 0 0,1 0 0,-1 0-1,1 0 1,2 6 0,-2-10 34,0-1-1,-1 0 0,1 0 1,0 1-1,0-1 1,-1 0-1,1 0 1,0 0-1,0 0 1,0 0-1,1 0 1,-1 0-1,0 0 1,0 0-1,0-1 0,1 1 1,-1 0-1,0-1 1,1 1-1,-1-1 1,0 0-1,1 1 1,-1-1-1,1 0 1,-1 0-1,1 0 1,1 0-1,10 0-474,0 0 1,1-1-1,-1 0 1,0-1-1,0-1 1,0 0-1,0-1 1,0 0-1,16-9 1,-11 4-1244,0-1-1,0-2 1,16-13 0,6-5-4592</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31.766"/>
    </inkml:context>
    <inkml:brush xml:id="br0">
      <inkml:brushProperty name="width" value="0.035" units="cm"/>
      <inkml:brushProperty name="height" value="0.035" units="cm"/>
      <inkml:brushProperty name="color" value="#008C3A"/>
    </inkml:brush>
  </inkml:definitions>
  <inkml:trace contextRef="#ctx0" brushRef="#br0">27 0 6317,'20'18'3988,"-33"-9"-2972,0-3 1948,3 3-2808,0 3-320</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26.382"/>
    </inkml:context>
    <inkml:brush xml:id="br0">
      <inkml:brushProperty name="width" value="0.035" units="cm"/>
      <inkml:brushProperty name="height" value="0.035" units="cm"/>
      <inkml:brushProperty name="color" value="#008C3A"/>
    </inkml:brush>
  </inkml:definitions>
  <inkml:trace contextRef="#ctx0" brushRef="#br0">355 82 4296,'-19'-12'1577,"15"9"1836,3 0-2506,0-1-805,-1 1-1,1-1 1,-1 1 0,0-1 0,0 1-1,0 0 1,0-1 0,0 1 0,-1 0-1,1 0 1,-1 1 0,0-1 0,0 1-1,0-1 1,0 1 0,0 0 0,-1 0-1,1 0 1,-1 1 0,1-1 0,-1 1-1,1 0 1,-1 0 0,-7-1 0,-21 4-699,0 2 1,1 1 0,-44 14 0,14-4-3369,36-9 562</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25.274"/>
    </inkml:context>
    <inkml:brush xml:id="br0">
      <inkml:brushProperty name="width" value="0.035" units="cm"/>
      <inkml:brushProperty name="height" value="0.035" units="cm"/>
      <inkml:brushProperty name="color" value="#008C3A"/>
    </inkml:brush>
  </inkml:definitions>
  <inkml:trace contextRef="#ctx0" brushRef="#br0">59 74 4480,'-10'-30'8027,"4"51"-7444,3-1-314,2-16 187,-3 19 103,1-10-88,3-7-336,-1 0 0,0 0-1,-1 0 1,1 0 0,-1-1 0,-3 7-1,-6 23 196,6 13-127,2 0 1,2 0-1,8 66 0,-5-81-72,51 360 596,-22-199-486,46 258 175,-11-81-207,45 269-46,49 345 43,-31-82-219,71-14 78,179 214 127,-296-893-160,75 169-52,-26-104 147,248 384 0,-292-525-92,90 128 9,31-5-20,-55-106-55,108 61-19,-90-82 201,15 11-152,-147-114 42,1-1 0,1-2 0,52 21 0,-70-36-31,0-1 0,1-1 0,-1-1 0,1-1 1,0-1-1,1-2 0,47 0 0,379-62-80,-168 15-70,757-8-193,-613 49 238,742-20-113,-829 1 233,-2-15 0,630-154 0,-523 62-9,-12-40-178,-289 100 149,210-137 0,-166 72-210,319-299 1,118-207-75,-375 364 288,226-263 13,-235 231-121,-175 214 117,73-141 1,-38 27-83,96-286 0,35-248 22,-169 528 11,50-173 15,-1-72-28,85-720 0,-160 791-44,-16-629 0,-55 570 120,30 422-357,-1-1 0,-1 1 1,-10-28-1,14 52 239,0-1 0,0 1 0,0 0 1,0 0-1,0 0 0,0 0 0,0 0 0,-1 0 0,1 0 1,-1 0-1,1 0 0,-1 1 0,0-1 0,0 1 0,0-1 1,0 1-1,0 0 0,0 0 0,0 0 0,0 0 0,0 0 1,0 0-1,-1 0 0,1 1 0,-4-1 0,-3 0-306,0 1-1,0 0 0,0 0 0,0 1 0,-11 3 0,-5-1-479,-22 1-2119,1 6-1088</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28.128"/>
    </inkml:context>
    <inkml:brush xml:id="br0">
      <inkml:brushProperty name="width" value="0.035" units="cm"/>
      <inkml:brushProperty name="height" value="0.035" units="cm"/>
      <inkml:brushProperty name="color" value="#008C3A"/>
    </inkml:brush>
  </inkml:definitions>
  <inkml:trace contextRef="#ctx0" brushRef="#br0">15 289 4340,'-1'1'77,"1"-1"0,-1 0 0,1-1-1,-1 1 1,1 0 0,0 0-1,-1 0 1,1 0 0,-1 0 0,1 0-1,0 0 1,-1-1 0,1 1 0,-1 0-1,1 0 1,0 0 0,-1-1-1,1 1 1,0 0 0,0-1 0,-1 1-1,1 0 1,0-1 0,-1 1 0,1 0-1,0-1 1,0 1 0,0 0-1,0-1 1,-1 1 0,1-1 0,0 1-1,0-1 1,0 1 0,0 0 0,0-1-1,0 1 1,0-1 0,12-10 2520,-6 7-3306,-3 2 1582,1-11-528,3-6 2683,-3 12-2823,0 1 1,0-1-1,1 1 1,10-11 2804,-22 29-2648,6-11-350,0 0 1,1 1 0,-1-1-1,0 0 1,1 0-1,-1 1 1,1-1-1,-1 1 1,1-1-1,0 0 1,0 1 0,-1-1-1,1 1 1,0-1-1,0 0 1,0 1-1,1-1 1,-1 1-1,0-1 1,1 0-1,-1 1 1,0-1 0,1 0-1,0 1 1,-1-1-1,1 0 1,1 2-1,2 2 33,0 0-1,0 0 1,1 0-1,9 7 0,4 5-158,-16-15 82,-4-5-76,-15-30 119,16 30 82,-3-17 295,4 19-359,0 0 0,0 1 0,0-1 0,0 0 0,0 0-1,0 1 1,0-1 0,0 0 0,-1 1 0,1-1 0,0 0 0,-1 1-1,1-1 1,0 0 0,-1 1 0,1-1 0,-1 1 0,1-1-1,-1 1 1,1-1 0,-1 1 0,1-1 0,-1 1 0,1-1 0,-1 1-1,0 0 1,1-1 0,-1 1 0,0 0 0,1 0 0,-1-1 0,0 1-1,1 0 1,-1 0 0,0 0 0,1 0 0,-1 0 0,0 0-1,0 0 1,1 0 0,-1 0 0,0 0 0,1 0 0,-1 1 0,0-1-1,0 0 1,1 0 0,-1 1 0,1-1 0,-1 0 0,0 1-1,1-1 1,-1 1 0,1-1 0,-2 2 0,-1 0 3,0 1 0,0-1 0,0 1 0,0 0 0,0 0 0,1 0 0,0 0 0,-1 1 0,-2 6 1,-1 7 17,2-1 0,0 1 0,1 0 0,1-1 0,1 1 0,0 0 0,1 0 0,1 1 0,5 30 0,-3-38-78,1-1 1,0 0-1,0 0 0,0 0 0,8 10 1,-10-16-29,-1-2 28,0 0 1,0 1-1,1-1 0,-1 0 0,0 1 0,1-1 0,-1 0 0,1 0 0,-1 0 1,1 0-1,-1-1 0,1 1 0,3 1 0,0-6 11,-1-1-1,0 1 0,0-1 0,0 0 1,-1 0-1,1 0 0,-1-1 1,0 1-1,-1-1 0,1 0 1,-1 1-1,0-1 0,-1 0 1,2-7-1,2-17-71,3-48 0,-7 68 104,9-266-124,-9 271 103,-1 0 0,1 0 0,-2 1 0,1-1 0,0 0 0,-1 0 0,0 0 0,0 1 0,0-1 0,-3-5 0,5 13 16,-1 0 0,1 0-1,-1 0 1,0 1-1,0-1 1,0 0 0,0 0-1,0 0 1,-2 6-1,0 8 24,7 47 10,-3-45-53,0 0-1,-2 21 0,1-27-2,-1-1 0,2 1-1,0 0 1,3 13-1,1 2-51,-5-24 37,-4-8-250,-3-9 265,0 0 1,1-1-1,0 0 1,1 1-1,0-2 1,-3-25-1,4 19 13,-1 0 0,-12-35 0,15 54-1,-1 0 0,1 0-1,0 0 1,0 1 0,-1-1-1,1 0 1,-1 0-1,1 1 1,-1-1 0,0 1-1,0-1 1,1 1-1,-1 0 1,0-1 0,0 1-1,-1 0 1,1 1 0,0-1-1,-3-1 1,-6-2-7,10 3 5,0 1 0,0 0 1,0 0-1,0-1 0,1 1 0,-1 0 0,0 0 0,0 0 1,0 0-1,0 0 0,0 0 0,0 0 0,0 1 0,0-1 1,0 0-1,0 0 0,0 1 0,0-1 0,0 1 0,1-1 1,-1 1-1,0-1 0,0 1 0,0-1 0,1 1 0,-1 0 1,0-1-1,1 1 0,-1 0 0,1-1 0,-1 1 0,1 0 1,-2 1-1,-10 27 1,11-25-11,-1 2 5,1 0 0,0 1-1,0-1 1,1 1 0,0-1-1,0 1 1,0-1 0,1 1-1,2 10 1,-2-12-99,0 1-1,0-1 1,1 0-1,0 0 1,0 0-1,0 0 1,0 0-1,1 0 1,0-1-1,0 1 1,0-1-1,0 0 1,1 0-1,0 0 1,0 0-1,0-1 1,5 4-1,-7-6 50,1 0 0,-1 0-1,1 0 1,-1-1 0,0 1 0,1-1-1,-1 0 1,1 1 0,-1-1 0,1 0 0,-1 0-1,1-1 1,-1 1 0,1-1 0,4-1-1,6 0 4,-11 1 46,0 1 0,0-1 0,-1 0 0,1 0 0,0 0 0,0 0 0,-1 0 0,1 0 0,-1 0 0,1-1 0,-1 1 0,1-1 0,-1 1 0,2-3 0,7-7 64,0 0-167,-1 2 787,-10 22-319,1-12-354,0 0 0,0 0 0,-1 1-1,1-1 1,0 0 0,0 1 0,0-1-1,1 0 1,-1 1 0,0-1 0,0 0-1,1 0 1,-1 0 0,1 1 0,-1-1 0,1 0-1,-1 0 1,1 0 0,0 0 0,0 0-1,-1 0 1,1 0 0,0 0 0,0 0 0,0 0-1,0 0 1,0 0 0,0-1 0,0 1-1,1 0 1,-1-1 0,0 1 0,1 0-1,8 2-54,-1 1-1,0-1 1,15 3-1,-5-2-35,-17-3 75,1-1 0,0-1 1,0 1-1,-1 0 0,1 0 1,0-1-1,-1 0 0,1 0 1,0 1-1,2-3 0,-1 2-1,-1 0 130,-5-2 7,-17-24 248,13 25-100,-5 5-205,0 1 0,0 0 0,1 0 0,0 1 1,-1 1-1,2-1 0,-1 2 0,1-1 0,0 1 1,0 1-1,1 0 0,0 0 0,0 0 0,1 1 1,0 0-1,0 1 0,1-1 0,-9 21 0,15-27-64,0 0-1,1 0 0,-1 0 1,1-1-1,0 1 1,-1 0-1,1-1 0,0 1 1,1-1-1,-1 1 0,0-1 1,3 3-1,-4-4 0,4 3-82,0 1 0,0-1 0,0 0 0,1 0 0,-1 0 0,1 0 0,0-1 0,7 4 0,-9-6-263,28-16-2857,-31 14 3170,-1-2-528,-1-1 1,0 0-1,0 1 1,0 0-1,0-1 1,-1 1-1,1 0 1,-1 0-1,0 0 1,0 1 0,-4-4-1,-9-3-4132</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8:59.351"/>
    </inkml:context>
    <inkml:brush xml:id="br0">
      <inkml:brushProperty name="width" value="0.035" units="cm"/>
      <inkml:brushProperty name="height" value="0.035" units="cm"/>
      <inkml:brushProperty name="color" value="#008C3A"/>
    </inkml:brush>
  </inkml:definitions>
  <inkml:trace contextRef="#ctx0" brushRef="#br0">124 88 13261,'1'-4'310,"-1"0"1,1 0-1,-1 1 0,1-1 0,0 0 0,0 1 1,1-1-1,-1 1 0,4-7 0,-3 7 533,0-1 0,0 1 0,0-1 0,-1 0 0,0 1 0,0-1 0,0 0 1,0 0-1,0-8 0,-13 41 2308,10 2-2173,2 51 0,1-5-167,-13 250 9,1 272 415,16-494-1235,4-1 0,4-1 0,28 103 0,-28-160 0,2-1 0,2-1 0,33 62 0,-33-77 0,1 0 0,1-2 0,1 0 0,2-1 0,41 39 0,-43-49 0,-1 0 0,2-1 0,0-1 0,0-2 0,1 0 0,1-1 0,0-1 0,1-1 0,0-1 0,0-1 0,0-1 0,1-2 0,0 0 0,0-2 0,0 0 0,0-2 0,0-1 0,0 0 0,0-2 0,0-1 0,0-1 0,-1-2 0,0 0 0,0-1 0,-1-1 0,0-2 0,0 0 0,-1-1 0,-1-2 0,0 0 0,-1-1 0,30-29 0,-25 17 0,-2-1 0,-1 0 0,-1-2 0,-1 0 0,-2-2 0,-1 0 0,-2-1 0,21-65 0,-19 40 0,-3-2 0,-2 0 0,-3 0 0,2-94 0,-13 96 0,-1 0 0,-3 1 0,-3-1 0,-2 1 0,-3 1 0,-2 0 0,-2 1 0,-3 1 0,-3 0 0,-1 2 0,-3 1 0,-2 1 0,-2 2 0,-2 1 0,-2 2 0,-56-54 0,60 69-46,-2 1 0,-1 2 0,-1 1 0,-2 2 0,0 2 0,-54-24 0,69 36-38,0 2 0,0 0-1,-1 1 1,0 2 0,0 0-1,0 2 1,-1 0 0,1 2-1,-1 1 1,0 1 0,1 0-1,-46 11 1,41-4-647,0 2 1,0 1-1,1 1 1,0 1-1,1 2 1,-28 20-1,34-20-814,1 1 0,-33 34-1,40-35-446,-1 1-1,2 1 1,-20 34-1,-2 29-8652</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8:59.742"/>
    </inkml:context>
    <inkml:brush xml:id="br0">
      <inkml:brushProperty name="width" value="0.035" units="cm"/>
      <inkml:brushProperty name="height" value="0.035" units="cm"/>
      <inkml:brushProperty name="color" value="#008C3A"/>
    </inkml:brush>
  </inkml:definitions>
  <inkml:trace contextRef="#ctx0" brushRef="#br0">7 561 15589,'-1'-3'2703,"0"1"-2431,0 0 0,1 0 0,-1 0-1,0 0 1,1-1 0,-1 1 0,1 0-1,0 0 1,-1-1 0,1 1 0,0 0 0,1-1-1,-1 1 1,0 0 0,1 0 0,-1-1-1,1 1 1,0 0 0,-1 0 0,3-4-1,1 1-31,-1 1-1,1-1 0,0 0 0,0 1 0,1 0 0,-1 0 0,7-4 0,9-5 112,1 1 1,0 1 0,1 0-1,0 2 1,1 1 0,25-6-1,-6 0-35,378-99 928,-279 78-1391,440-94-4716,-316 73-1107,-122 29-245,-8 10-3539</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8:59.910"/>
    </inkml:context>
    <inkml:brush xml:id="br0">
      <inkml:brushProperty name="width" value="0.035" units="cm"/>
      <inkml:brushProperty name="height" value="0.035" units="cm"/>
      <inkml:brushProperty name="color" value="#008C3A"/>
    </inkml:brush>
  </inkml:definitions>
  <inkml:trace contextRef="#ctx0" brushRef="#br0">385 0 16490,'-58'0'2996,"46"0"-163,9 2-36,-4 3-2458,0 0 0,1 1 0,0-1 0,0 1 0,0 1 0,1-1 0,0 1 0,0 0 0,1 0 1,0 0-1,-6 15 0,-3 11 1389,-13 52 0,21-64-1602,-45 227-126,23-91 0,-22 114-4517,-17 344 1,62-474-3207,3-7-5304</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00.219"/>
    </inkml:context>
    <inkml:brush xml:id="br0">
      <inkml:brushProperty name="width" value="0.035" units="cm"/>
      <inkml:brushProperty name="height" value="0.035" units="cm"/>
      <inkml:brushProperty name="color" value="#008C3A"/>
    </inkml:brush>
  </inkml:definitions>
  <inkml:trace contextRef="#ctx0" brushRef="#br0">114 1 17570,'-33'30'2772,"50"12"-164,3 6-16,-7 10-259,-3 5-225,-3 9-292,-4 16-848,-3 11-968,-6 13 0,-5 8 0,-12 13 0,0 15 0,-1 14 0,-6 1-1208,10 6-2156,13 6-1217,4 0-2367,-1-10-6734</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6.579"/>
    </inkml:context>
    <inkml:brush xml:id="br0">
      <inkml:brushProperty name="width" value="0.035" units="cm"/>
      <inkml:brushProperty name="height" value="0.035" units="cm"/>
      <inkml:brushProperty name="color" value="#008C3A"/>
    </inkml:brush>
  </inkml:definitions>
  <inkml:trace contextRef="#ctx0" brushRef="#br0">309 658 3276,'-30'-24'708,"13"9"-104,3-9-136,-6-12 77,10 5-25,0 1-76,0-6-80,-3-6-64,3-6-164,0-1 72,-7-2-64,0-3-144,-10 3-212,-6-4-336,-1-2-1481,-2 3 85</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7.016"/>
    </inkml:context>
    <inkml:brush xml:id="br0">
      <inkml:brushProperty name="width" value="0.035" units="cm"/>
      <inkml:brushProperty name="height" value="0.035" units="cm"/>
      <inkml:brushProperty name="color" value="#008C3A"/>
    </inkml:brush>
  </inkml:definitions>
  <inkml:trace contextRef="#ctx0" brushRef="#br0">1250 14 6413,'-8'-3'499,"0"0"1,0 1 0,0 0-1,0 1 1,0 0 0,-1 0-1,1 0 1,0 1 0,-1 1 0,-15 2-1,-8 3 97,-45 15-1,60-16-260,-52 18-154,0 2 1,1 4 0,2 2-1,1 3 1,2 3-1,1 3 1,2 2 0,-55 52-1,111-91-207,-54 47-997,-92 101 0,33 3-4038,66-79 109</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7.188"/>
    </inkml:context>
    <inkml:brush xml:id="br0">
      <inkml:brushProperty name="width" value="0.035" units="cm"/>
      <inkml:brushProperty name="height" value="0.035" units="cm"/>
      <inkml:brushProperty name="color" value="#008C3A"/>
    </inkml:brush>
  </inkml:definitions>
  <inkml:trace contextRef="#ctx0" brushRef="#br0">1 91 7981,'46'-61'1936,"-25"40"-380,-1 15-248,6 3-188,-5 3-156,-1 3-144,-7 12-180,17 18-107,-13 10-105,0 14-64,-1 15-124,-2 22-564,-1 20-632,-6 19-449,-10 3-599,-11 11-1824,4 7-2561</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7.658"/>
    </inkml:context>
    <inkml:brush xml:id="br0">
      <inkml:brushProperty name="width" value="0.035" units="cm"/>
      <inkml:brushProperty name="height" value="0.035" units="cm"/>
      <inkml:brushProperty name="color" value="#008C3A"/>
    </inkml:brush>
  </inkml:definitions>
  <inkml:trace contextRef="#ctx0" brushRef="#br0">148 1281 8941,'-64'6'1871,"60"-6"-1475,1-1 1,-1 0-1,1 1 1,-1-1 0,1 0-1,0 0 1,-1-1-1,1 1 1,0-1 0,-5-3-1,-10-4 1772,17 9-2089,-1-1 0,1 1 0,-1-1-1,1 0 1,0 1 0,0-1 0,-1 0-1,1 0 1,0 0 0,0 0 0,0 0 0,0 0-1,0 0 1,0-1 0,1 1 0,-1 0-1,0 0 1,0-1 0,1 1 0,-1 0 0,1-1-1,-1 1 1,1-1 0,0 1 0,-1 0 0,1-1-1,0 1 1,0-1 0,0 1 0,0-1-1,0 1 1,1-2 0,0-4 60,0 1 1,1-1-1,0 1 1,0 0-1,0 0 0,1 0 1,3-6-1,7-10 38,2 1 0,0 1-1,1 0 1,1 1 0,1 1 0,0 1-1,35-25 1,11-2 26,84-43 0,518-220 340,25 58-1332,-63 58-2764,-203 95-5645,-328 81 2302</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7.925"/>
    </inkml:context>
    <inkml:brush xml:id="br0">
      <inkml:brushProperty name="width" value="0.035" units="cm"/>
      <inkml:brushProperty name="height" value="0.035" units="cm"/>
      <inkml:brushProperty name="color" value="#008C3A"/>
    </inkml:brush>
  </inkml:definitions>
  <inkml:trace contextRef="#ctx0" brushRef="#br0">47 18 7057,'-1'1'175,"-1"-1"0,1 1 1,-1-1-1,1 0 0,-1 1 0,0-1 1,1 0-1,-1 0 0,1 0 1,-1 0-1,1 0 0,-1-1 1,1 1-1,-1 0 0,0-1 1,1 1-1,0-1 0,-1 0 0,1 1 1,-1-1-1,1 0 0,0 0 1,-1 0-1,1 0 0,0 0 1,0 0-1,0 0 0,0 0 1,0 0-1,0-1 0,-3-3 5540,7 6-5577,0 0 0,0 0-1,-1 0 1,1 0-1,0 1 1,-1-1-1,1 1 1,-1 0 0,0 0-1,1 0 1,-1 0-1,0 0 1,0 0-1,0 0 1,0 1 0,1 2-1,15 21 357,-2 1 0,0 1 0,16 42-1,28 102 201,-35-95-471,54 170 184,-58-169-315,-4 0 1,-3 2-1,-4 0 0,0 143 0,-14-119-697,-4-1-1,-5 0 0,-33 127 1,32-175-1332,-1 0 0,-35 79 0,47-129 1279,0 1 1,-1 0-1,0-1 0,0 0 1,0 0-1,-1 0 1,0-1-1,1 0 0,-9 6 1,0 1-5855</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8.369"/>
    </inkml:context>
    <inkml:brush xml:id="br0">
      <inkml:brushProperty name="width" value="0.035" units="cm"/>
      <inkml:brushProperty name="height" value="0.035" units="cm"/>
      <inkml:brushProperty name="color" value="#008C3A"/>
    </inkml:brush>
  </inkml:definitions>
  <inkml:trace contextRef="#ctx0" brushRef="#br0">80 35 9577,'0'0'1398,"-7"12"1158,6-9-2300,0 1 0,0-1 0,1 1 0,-1-1 0,1 1 0,0-1 0,0 1 1,0-1-1,1 0 0,-1 1 0,1-1 0,0 1 0,0-1 0,1 4 0,4 16 390,9 45 73,3-1 1,2 0 0,4-2-1,62 120 1,-52-122-598,2-1 0,3-2 0,3-2-1,62 69 1,-84-108-108,0-1-1,1-2 0,0 0 0,37 20 0,-55-34-12,0 0-1,1 0 1,-1 0-1,1 0 1,0-1-1,-1 0 1,1 0-1,0 0 1,0 0-1,0 0 1,-1-1-1,1 0 0,0 0 1,0 0-1,0 0 1,0 0-1,0-1 1,0 0-1,-1 0 1,1 0-1,0 0 1,0 0-1,-1-1 1,1 0-1,-1 0 1,0 0-1,1 0 1,-1 0-1,0-1 0,0 1 1,0-1-1,-1 0 1,1 0-1,-1 0 1,1 0-1,-1 0 1,0 0-1,0-1 1,-1 1-1,1-1 1,-1 0-1,1 1 1,-1-1-1,0 0 0,-1 0 1,2-6-1,0-13-6,-1-1-1,-1 1 0,0-1 0,-2 1 0,-1 0 0,-8-33 1,-47-137-348,39 140 105,-2 1-1,-3 1 1,-1 2-1,-58-84 1,65 108 172,-2 1 0,-1 0 0,-1 2 1,0 0-1,-2 2 0,-1 0 0,0 2 1,-1 1-1,-1 1 0,-32-15 0,51 28 68,0 0-1,0 0 0,1 1 1,-1 0-1,-1 1 0,1-1 0,0 2 1,0-1-1,0 1 0,-1 0 1,1 1-1,0 0 0,0 0 0,-15 5 1,17-4 9,-1 1-1,2-1 1,-1 1 0,0 1 0,0-1-1,1 1 1,0 0 0,0 0 0,0 1 0,0 0-1,1-1 1,0 1 0,0 1 0,0-1 0,1 1-1,-1-1 1,1 1 0,1 0 0,-3 7-1,1-2-4,0 1-1,2-1 1,-1 1-1,1 0 0,1-1 1,0 1-1,1 0 1,0 0-1,1 0 0,0-1 1,1 1-1,3 13 1,0-11 29,0 1-1,1-1 1,0-1 0,1 1 0,1-1 0,0 0 0,1-1 0,17 20 0,-10-15-265,0-2 0,1 0-1,0-1 1,2-1 0,-1-1-1,1 0 1,1-1 0,0-1-1,1-1 1,0-1 0,0-1 0,41 8-1,-40-12-919,0-1 0,1-1-1,-1 0 1,1-2 0,-1-1 0,25-5-1,10-5-4401</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8.575"/>
    </inkml:context>
    <inkml:brush xml:id="br0">
      <inkml:brushProperty name="width" value="0.035" units="cm"/>
      <inkml:brushProperty name="height" value="0.035" units="cm"/>
      <inkml:brushProperty name="color" value="#008C3A"/>
    </inkml:brush>
  </inkml:definitions>
  <inkml:trace contextRef="#ctx0" brushRef="#br0">54 1 5485,'-27'172'1168,"10"-109"-244,7 0-100,10-2-132,0-4-156,7 0-48,3 3-144,10 4-88,0-4-92,10-3-200,14 0-388,9-5-148,4-13-580,7-3-1380,10-9-649</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7:28.767"/>
    </inkml:context>
    <inkml:brush xml:id="br0">
      <inkml:brushProperty name="width" value="0.035" units="cm"/>
      <inkml:brushProperty name="height" value="0.035" units="cm"/>
      <inkml:brushProperty name="color" value="#008C3A"/>
    </inkml:brush>
  </inkml:definitions>
  <inkml:trace contextRef="#ctx0" brushRef="#br0">24 1 6857,'-20'15'1580,"20"-15"-1547,0 0 0,0 0 0,-1 0 0,1 0 0,0 0 0,0 1 0,0-1 0,-1 0 0,1 0 0,0 0 0,0 0 0,0 0 0,0 0-1,0 1 1,-1-1 0,1 0 0,0 0 0,0 0 0,0 0 0,0 1 0,0-1 0,0 0 0,0 0 0,0 0 0,0 1 0,0-1 0,0 0-1,0 0 1,0 0 0,0 1 0,0-1 0,0 0 0,0 0 0,0 1 0,0-1 0,0 0 0,0 0 0,0 0 0,0 0 0,0 1 0,13 36 2141,36 70 0,-11-26-976,-3 4-517,-4 2 0,-3 1 0,27 159 0,-44-169-815,-4 0 1,-3 1-1,-4-1 1,-16 140-1,0-122-1494,-50 171-1,-22-34-3608,19-79-675</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01.262"/>
    </inkml:context>
    <inkml:brush xml:id="br0">
      <inkml:brushProperty name="width" value="0.035" units="cm"/>
      <inkml:brushProperty name="height" value="0.035" units="cm"/>
      <inkml:brushProperty name="color" value="#008C3A"/>
    </inkml:brush>
  </inkml:definitions>
  <inkml:trace contextRef="#ctx0" brushRef="#br0">669 54 10597,'-26'-46'5005,"24"45"-4750,0 0 0,0 0 0,0 0-1,0 0 1,0 0 0,-1 1 0,1 0 0,0-1 0,0 1-1,-1 0 1,1 0 0,0 0 0,0 0 0,-3 1-1,1 0-94,0 0-1,0 0 0,0 1 0,1 0 1,-1 0-1,0 0 0,1 0 0,0 1 1,-1-1-1,1 1 0,0 0 0,0 0 1,1 0-1,-4 5 0,-36 56 1446,27-39-1057,-284 566 3461,277-544-3855,-16 36 142,3 2 0,-47 176 1,75-232-293,2 0 0,1 0 0,1 1 0,2 0 0,1 0 0,1-1 0,1 1 1,2 0-1,1-1 0,2 0 0,0 0 0,2-1 0,15 33 0,-6-27-349,2 0 0,1-1 0,1-1-1,2-1 1,1-2 0,1 0-1,2-2 1,1 0 0,1-3 0,1 0-1,1-2 1,46 25 0,-28-21-849,1-2 1,2-3-1,54 16 1,-46-20-1542,1-3 0,88 8 0,10-11-5889</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02.134"/>
    </inkml:context>
    <inkml:brush xml:id="br0">
      <inkml:brushProperty name="width" value="0.035" units="cm"/>
      <inkml:brushProperty name="height" value="0.035" units="cm"/>
      <inkml:brushProperty name="color" value="#008C3A"/>
    </inkml:brush>
  </inkml:definitions>
  <inkml:trace contextRef="#ctx0" brushRef="#br0">615 692 10901,'-93'-87'2285,"80"76"-1355,-1 0 0,-1 0 0,0 1-1,0 1 1,-18-7 0,25 12-492,-1 1 0,0 0 0,0 1 0,0 0-1,0 0 1,-1 1 0,1 0 0,0 1 0,-11 0-1,13 1-275,0 0-1,0 1 1,0 0-1,0 0 1,1 1-1,-1-1 1,1 1 0,-1 1-1,1-1 1,0 1-1,0 0 1,-7 7-1,-2 3 200,1 1-1,-25 31 1,20-18-173,1 0-1,1 1 0,1 1 1,2 1-1,1 0 1,2 1-1,-15 64 1,18-55-107,2 0 1,1 0 0,3 0-1,1 0 1,2 0-1,8 48 1,22 67-70,71 215 1,-46-187-988,-35-62-1562,-9-137 1783,0-5 505,-1-1-1,-1 1 1,13-41 0,8-17-100,23-28 63,4 3-1,127-169 1,-145 221 236,70-70 0,-35 44 2,-43 41 22,2 2-1,1 2 1,63-45 0,-96 76 29,0-1-1,0 0 1,0 1 0,0 0 0,0-1 0,1 1 0,-1 0 0,0 0-1,1 0 1,-1 0 0,1 1 0,-1-1 0,1 1 0,-1 0 0,1-1-1,0 1 1,-1 0 0,1 0 0,-1 1 0,1-1 0,-1 0 0,1 1 0,-1 0-1,1-1 1,-1 1 0,1 0 0,2 2 0,-2 0-1,1 1 1,-1 0-1,0 0 1,0 0-1,0 0 1,0 0-1,-1 0 1,0 1-1,0 0 1,0-1-1,0 1 1,-1 0-1,1 5 1,12 39 23,52 215-23,-57-231 7,1 0 0,2-1 0,1 0 0,20 34 0,-29-59-10,0 0 1,1 0-1,0-1 1,0 1 0,1-1-1,0 0 1,0 0-1,0-1 1,1 0 0,0 0-1,0 0 1,14 6-1,-16-9 6,-1 0-1,1 0 0,0-1 0,-1 0 0,1 0 0,0 0 1,0 0-1,0-1 0,-1 0 0,1 0 0,0 0 0,0 0 0,0-1 1,0 0-1,-1 0 0,1 0 0,0-1 0,-1 0 0,1 0 0,-1 0 1,0 0-1,0 0 0,8-7 0,5-4 88,-12 10-76,1-1 1,-1-1-1,0 1 1,0-1-1,0 0 0,0 0 1,-1 0-1,0-1 0,0 1 1,4-9-1,14-37-774,3 2 0,2 0 0,57-75 0,-41 69-668,-2-2 0,51-93 0,-69 94 1087,-21 52 357,72 7-2151,-32-6 1918,0-3 0,-1-1 0,1-2 0,-1-2-1,-1-2 1,0-1 0,-1-2 0,66-38-1,-78 38 482,-1-2 0,0-1-1,-1-1 1,-2-1 0,0-1-1,-1-1 1,-1-1-1,-1-1 1,-2 0 0,0-2-1,-2 0 1,20-44 0,-17 24 329,-2-2 1,-1 1 0,-3-2 0,-3 0-1,9-83 1,-17 109-483,-1 13 45,0 0 1,-1 0-1,-1-22 1,1 33-153,0-1 1,0 1-1,0-1 1,0 0-1,0 1 1,0-1-1,0 1 1,0-1-1,0 1 0,0-1 1,0 1-1,0-1 1,-1 1-1,1-1 1,0 1-1,0-1 1,-1 1-1,1-1 1,0 1-1,0-1 0,-1 1 1,1 0-1,-1-1 1,1 1-1,0-1 1,-1 1-1,1 0 1,-1-1-1,1 1 0,-1 0 1,1 0-1,-1-1 1,1 1-1,-1 0 1,1 0-1,-1 0 1,1 0-1,-1 0 0,1 0 1,-2 0-1,0 1 9,0 0-1,0 0 0,0 0 0,0 0 0,1 1 0,-1-1 1,0 1-1,1-1 0,-1 1 0,-2 3 0,-4 7 25,0 0-1,0 0 0,-7 17 0,-6 25 22,2 2 0,-13 64-1,-13 120 24,43-230-80,-15 90-100,-6 159 0,22-221-41,-1 16-336,2 1 0,13 93 0,-7-112-247,2 0 0,1-1 1,2-1-1,1 0 1,2 0-1,1-1 1,35 55-1,-46-82 222,0-1 0,0 1 1,1-1-1,-1-1 0,1 1 0,0-1 0,0 1 0,1-1 0,7 4 1,6 0-3358</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02.307"/>
    </inkml:context>
    <inkml:brush xml:id="br0">
      <inkml:brushProperty name="width" value="0.035" units="cm"/>
      <inkml:brushProperty name="height" value="0.035" units="cm"/>
      <inkml:brushProperty name="color" value="#008C3A"/>
    </inkml:brush>
  </inkml:definitions>
  <inkml:trace contextRef="#ctx0" brushRef="#br0">383 40 6321,'-31'-33'1578,"25"27"2167,12 100-355,-2-62-2637,-2 53 0,-5-36-572,-3-1-1,-1 1 1,-3-1-1,-2-1 0,-2 1 1,-2-2-1,-2 0 1,-2-2-1,-2 0 1,-37 55-1,46-82-334,-1 0 1,-1-1-1,-23 19 1,31-29-32,6-4 67,-1-1 1,1 1 0,0-1-1,-1 0 1,0 1-1,1-1 1,-1 0 0,0 0-1,0 0 1,1 0 0,-1-1-1,0 1 1,0-1-1,0 1 1,0-1 0,0 1-1,0-1 1,0 0 0,0 0-1,0 0 1,0 0-1,0 0 1,0 0 0,0-1-1,-3 0 1,3-1-188,-1 1 0,1 0 0,1-1 0,-1 1 0,0-1 0,0 0 0,1 0 0,-1 0 0,0 0 0,1 0 0,0 0 0,0 0 0,-1 0 0,1 0 0,1-1 0,-1 1 0,0 0 0,0-3 0,-4-30-5590</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02.524"/>
    </inkml:context>
    <inkml:brush xml:id="br0">
      <inkml:brushProperty name="width" value="0.035" units="cm"/>
      <inkml:brushProperty name="height" value="0.035" units="cm"/>
      <inkml:brushProperty name="color" value="#008C3A"/>
    </inkml:brush>
  </inkml:definitions>
  <inkml:trace contextRef="#ctx0" brushRef="#br0">0 0 8565,'0'3'1213,"2"40"256,1-1 0,2 0-1,12 43 1,40 124-133,-9-40-665,-28-77-690,-4 0 0,-4 1-1,0 178 1,-17-155-1945,-4-1 0,-44 203-1,25-198-1596,2-6-1584</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02.914"/>
    </inkml:context>
    <inkml:brush xml:id="br0">
      <inkml:brushProperty name="width" value="0.035" units="cm"/>
      <inkml:brushProperty name="height" value="0.035" units="cm"/>
      <inkml:brushProperty name="color" value="#008C3A"/>
    </inkml:brush>
  </inkml:definitions>
  <inkml:trace contextRef="#ctx0" brushRef="#br0">2 0 9793,'-1'2'177,"1"0"1,0 0-1,-1 0 0,1 0 1,0 0-1,0 0 1,0 0-1,1 0 0,-1 0 1,0 0-1,1 0 1,-1 0-1,1 0 0,0 0 1,0 0-1,-1 0 1,1-1-1,0 1 0,1 0 1,-1-1-1,0 1 0,0 0 1,1-1-1,-1 0 1,3 3-1,13 19 623,8 25-172,-3 1 0,17 57 0,2 2-381,59 131 228,77 190-178,-77-130-311,-98-293 37,0 1 0,0-1 1,0 0-1,1-1 0,0 1 0,0 0 0,6 6 0,-2-9 61,13-5-282,0-2 0,0 0 0,-1-1 0,0-1 0,0 0 0,30-16 0,17-4-678,249-64-2502,8 27 864,-53 12-821,-236 43 665,-17 0 1450</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03.023"/>
    </inkml:context>
    <inkml:brush xml:id="br0">
      <inkml:brushProperty name="width" value="0.035" units="cm"/>
      <inkml:brushProperty name="height" value="0.035" units="cm"/>
      <inkml:brushProperty name="color" value="#008C3A"/>
    </inkml:brush>
  </inkml:definitions>
  <inkml:trace contextRef="#ctx0" brushRef="#br0">141 0 5629,'0'0'2228,"-17"3"-1328,0 0 236,-3 0-768,-3 0-248,6 3-492,-3 0-2604,-7 0-1073</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18.583"/>
    </inkml:context>
    <inkml:brush xml:id="br0">
      <inkml:brushProperty name="width" value="0.035" units="cm"/>
      <inkml:brushProperty name="height" value="0.035" units="cm"/>
      <inkml:brushProperty name="color" value="#008C3A"/>
    </inkml:brush>
  </inkml:definitions>
  <inkml:trace contextRef="#ctx0" brushRef="#br0">0 130 7025,'2'-3'493,"-1"1"0,1-1 1,-1 0-1,0-1 0,0 1 1,0 0-1,-1 0 1,1 0-1,-1-1 0,1 1 1,-1 0-1,-1-7 0,1 7-672,0-1 1805,1 1-994,11-66 2193,-11 66-2039,1 4-782,0 0 1,0 1-1,0 0 0,0-1 1,0 1-1,0 0 1,-1 0-1,1 0 0,0 0 1,-1 0-1,0 0 1,2 4-1,0 36 15,3 107-21,2 46 46,35 209 0,-27-317-138,54 165 1,-44-183-205,-15-43-60,10 37 1,-20-58 309,1 0 0,0 0 0,0 0 0,0 0 0,1-1 0,0 1 0,3 4 0,-4-7-81,-2 2 3,1-1 137,1 10-192,0 0 0,8 24 1,-8-34 140,-1-1-539,8 20 404,0-1 1,2-1 0,1 1-1,0-2 1,18 21 0,-11-17 177,-1 0 0,-1 2 0,24 46 0,-37-61-1,0 0 0,-1 1 0,2 12-1,-3-13-23,1 0-1,-1 0 1,2 0-1,4 10 0,7 8-56,-1 1-21,2 0 0,33 44 1,9-2 90,54 72-115,-105-130 98,-1-1-1,-1 1 1,0 0 0,0 1-1,-1-1 1,2 18 0,-2-15 0,0 1 1,0-1-1,14 28 1,2 1-27,-12-27 24,1 0 1,14 21 0,-4-8 47,16 35 0,-8-15-105,-15-33-28,1-1 0,0 1 1,2-2-1,24 22 0,1-5-189,46 30 0,-48-38 17,60 55-1,-53-40 89,-24-21 101,0 0 0,27 33 0,-19-13 28,38 63 0,-39-56 48,2-1 1,63 70-1,-46-64 7,-26-30-7,-1 1 0,21 31-1,-23-23 13,25 57 0,-35-65 20,-6-18 8,-1 1-1,1 0 0,0-1 1,0 1-1,1-1 0,-1 0 1,4 4-1,94 116-2,21-4 406,7 7 287,-93-89-593,-15-18 46,26 35-1,-41-49-145,-1 1-1,0 0 1,0 1-1,0-1 1,-1 1-1,0-1 0,-1 1 1,1 0-1,1 15 1,7 52 183,2-1 0,4-1 0,3-1 0,4 0 0,34 74 0,-33-90-46,104 214 464,-105-223-500,-15-27-84,2 0 0,16 23-1,116 170 109,-91-133-54,-34-51-103,24 31-1,143 170 740,-133-174-617,-8-11-87,123 146 39,5-3-61,-22-26 153,78 78 144,-195-202-244,3-1-1,1-2 0,2-2 1,1-1-1,1-2 0,2-2 1,0-2-1,2-1 0,1-3 1,1-2-1,74 22 0,27 0-38,-11-11 29,3-6 0,175 9 0,-314-34-39,189 10-42,312-23 1,-425 5 194,-1-3 0,0-3 1,131-43-1,-160 39-65,0-2-1,-2-2 1,53-35-1,115-98-14,-132 79-64,90-102-87,39-46 33,162-119-67,19 5 37,-343 290 45,-3-1 1,-1-2-1,67-106 1,79-187-398,-85 120 377,-43 89 55,89-224-170,-82 188 115,100-293-484,-33 84 24,-85 228 341,48-239 0,-63 179 89,-28 144 70,4 0 0,2 1 1,38-105-1,-13 85-54,96-154 0,-21 87 137,-38 56-61,-22 27 1,47-71 24,-65 84-40,-9 15 6,37-76 0,-35 56 4,15-37 21,-25 44 49,63-195 608,-62 177-134,17-113 0,-25 100-326,12-120 129,-4 26-1331,-20 181 940,0 0 0,0-1 0,0 1 1,0 0-1,0 0 0,0-1 0,0 1 0,0 0 1,0 0-1,0-1 0,0 1 0,0 0 0,-1 0 1,1-1-1,0 1 0,0 0 0,0 0 1,0 0-1,0-1 0,-1 1 0,1 0 0,0 0 1,0 0-1,0 0 0,-1-1 0,1 1 0,0 0 1,0 0-1,0 0 0,-1 0 0,1 0 1,0 0-1,0 0 0,-1 0 0,1-1 0,0 1 1,0 0-1,-1 0 0,1 0 0,-1 1 1,-3-4-465,0 1 0,-1 0 0,1 1 0,0-1 0,-1 1 0,0 0 0,1 0 0,-1 0 1,0 1-1,0-1 0,1 1 0,-1 0 0,0 1 0,-9 1 0,-34 16-5653</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21.210"/>
    </inkml:context>
    <inkml:brush xml:id="br0">
      <inkml:brushProperty name="width" value="0.035" units="cm"/>
      <inkml:brushProperty name="height" value="0.035" units="cm"/>
      <inkml:brushProperty name="color" value="#008C3A"/>
    </inkml:brush>
  </inkml:definitions>
  <inkml:trace contextRef="#ctx0" brushRef="#br0">135 570 4196,'-14'-27'4349,"13"21"-3848,-1 0 1,1 0 0,-1 1-1,0-1 1,-1 1 0,-5-11-1,7 15 1212,-39 9-1557,37-7-106,-4 35 126,7-33-153,-7 15 38,2 0 8,4-15-30,-16 55 119,4 47-90,6 0 0,7 143 1,40 209 73,-26-355-93,5-1-1,4-2 1,5 0-1,74 177 1,-52-155-1,29 66-45,198 336 118,-105-218-119,146 225 683,-98-233-404,-112-151-143,114 200 1,-174-262-202,-11-22 133,-3 2 0,36 95 1,-8-7-55,-22-58 50,-21-48-15,3-2-1,1-1 0,2 0 1,2-2-1,1-1 0,3-1 1,68 67-1,-47-57-26,45 45 1,171 127-1,-208-182 22,128 61 0,77 11-77,-73-32 40,-117-46-1,3-3 0,0-3 0,2-4 0,125 21 0,-148-36 14,54 8 32,140 2 1,-6-26 13,-155 2-66,-34 3 5,0-2 1,81-18-1,-27-2 79,39-10-123,152-52 42,-171 47-40,181-60-34,-177 55-76,-21 6 118,-1-6 0,-1-5 0,-4-4 0,-1-5 0,110-82 0,27-53-13,-186 142 83,-3 4-135,68-81 0,-46 33 141,-5-3 1,111-206-1,9-89-43,-59 123-39,-88 183 55,76-129-65,-58 109 52,93-130 67,-25 43 0,-80 114-122,-11 21 17,46-101 0,-28 19 36,39-152-1,18-155 427,-69 265-231,21-66 213,4 30 232,-49 143-473,-3 8-56,11-75-1,-1-17 0,-6 46-89,-7 38-21,5-40-178,9-31 272,-19 85-25,2 0 0,3 1-1,3 0 1,2 2 0,36-75 0,-42 106-18,-6 11-43,2 0 0,-1 0 0,18-21 0,-23 33-33,-1 0 1,0 0 0,0 0-1,0-1 1,-1 1-1,1 0 1,1-11-1,-4 14 38,7-9 17,-7 12-44,0 0 0,0 1-1,0-1 1,0 0 0,0 0 0,0 0 0,0 0-1,-1 0 1,1 0 0,0 0 0,0 0-1,0 0 1,0 0 0,0 0 0,0 0-1,-1 0 1,1 0 0,0 0 0,0 0 0,0 0-1,0 0 1,0 0 0,-1 0 0,1 0-1,0 0 1,0 0 0,0 0 0,0 0-1,0 0 1,0 0 0,0 0 0,-1 0 0,1-1-1,0 1 1,0 0 0,0 0 0,0 0-1,0 0 1,0 0 0,0 0 0,0 0-1,0 0 1,0-1 0,-1 1 0,1 0 0,0 0-1,0 0 1,0 0 0,0 0 0,0 0-1,0-1 1,0 1 0,0 0 0,0 0-1,0 0 1,0 0 0,0 0 0,0-1 0,0 1-1,-23 10-513,-35 21-1415,-24 23-4704,35-19-702</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29.194"/>
    </inkml:context>
    <inkml:brush xml:id="br0">
      <inkml:brushProperty name="width" value="0.035" units="cm"/>
      <inkml:brushProperty name="height" value="0.035" units="cm"/>
      <inkml:brushProperty name="color" value="#008C3A"/>
    </inkml:brush>
  </inkml:definitions>
  <inkml:trace contextRef="#ctx0" brushRef="#br0">45 0 6829,'0'0'7823,"-2"2"-6558,-18 16 906,19-17-1319,0 2-152,-2 27 379,3-27-671,1 1-76,0 1-281,0-1 0,0 1 0,1 0-1,-1-1 1,1 1 0,0-1 0,1 0 0,-1 1-1,1-1 1,0 0 0,0-1 0,0 1 0,0 0-1,0-1 1,1 0 0,0 1 0,0-2-1,0 1 1,0 0 0,0-1 0,0 0 0,8 3-1,41 12 128,-49-16-156,20-3 2,2-8 13,-25 9-36,0 1-1,0-1 1,0 0 0,0 1-1,0-1 1,-1 0-1,1 0 1,0 1 0,0-1-1,-1 0 1,1 0 0,0 0-1,-1 0 1,1 0-1,-1-1 1,2-4 1,0-1 0,-1 1-1,0 0 1,0 0 0,0-1 0,-1-7 0,0 11 3,0 1 1,0-1 0,-1 0 0,1 0 0,-1 0-1,1 0 1,-1 0 0,0 1 0,0-1 0,0 0-1,0 1 1,-1-1 0,1 1 0,-1-1 0,-2-2-1,1 2 1,0 1 0,0 0 0,-1 0-1,1 0 1,-1 0 0,1 1 0,-1-1-1,0 1 1,1 0 0,-1 0 0,0 0-1,0 0 1,0 1 0,0 0 0,1 0-1,-1 0 1,0 0 0,0 0 0,0 1-1,0 0 1,0 0 0,1 0 0,-1 0-1,0 0 1,1 1 0,-1 0 0,1 0-1,-1 0 1,1 0 0,-4 4 0,-1-1 7,0 2 1,0-1-1,1 1 1,0 0 0,1 0-1,0 1 1,0 0-1,0 0 1,1 0 0,0 1-1,-4 10 1,8-17-9,0 1 0,0 0 0,0 0 1,1 0-1,-1 0 0,1 0 0,0 0 0,0 0 1,0 0-1,0 0 0,0 0 0,1 0 1,-1 0-1,1 0 0,0 0 0,0 0 0,0-1 1,0 1-1,0 0 0,1-1 0,1 4 0,-1-3-1,1-3-26,3-1 23,0 0-1,0 0 0,0-1 0,0 1 0,0-1 0,7-4 0,-11 5 1,1-1 0,-1 0 0,0 0-1,1 0 1,-1 0 0,0 0 0,0 0 0,-1-1 0,1 1 0,0-1 0,-1 1 0,1-1 0,-1 0 0,0 1 0,0-1 0,1-5-1,0-2 0,-1 0 0,0 1-1,-1-1 1,0 0-1,-1 0 1,0 0-1,0 1 1,-5-17-1,2 7-61,4 16 38,1 5-47,0-1 65,0 1 1,1 0 0,-1-1 0,0 1-1,-1 0 1,1 0 0,0 0 0,0-1-1,0 4 1,-1-3 2,1 0 0,-1-1 0,1 1 1,0 0-1,0 0 0,0 0 0,0-1 0,0 1 0,0 0 0,0-1 0,0 1 0,1-1 0,-1 1 0,2 0 0,67 45-549,-67-45 490,-13-7-210,9 5 247,1 0 0,-1 0 0,0 0 1,1 0-1,-1-1 0,0 1 0,0 0 1,1 0-1,-1 0 0,0-1 0,1 1 1,-1 0-1,1-1 0,-1 1 1,0-1-1,1 1 0,-1 0 0,1-1 1,-1 1-1,1-1 0,-1 0 0,1 1 1,-1-1-1,1 1 0,0-1 0,-1 0 1,1 0-1,7-33-2338,7-1-6745</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29.814"/>
    </inkml:context>
    <inkml:brush xml:id="br0">
      <inkml:brushProperty name="width" value="0.035" units="cm"/>
      <inkml:brushProperty name="height" value="0.035" units="cm"/>
      <inkml:brushProperty name="color" value="#008C3A"/>
    </inkml:brush>
  </inkml:definitions>
  <inkml:trace contextRef="#ctx0" brushRef="#br0">114 7 6593,'0'-1'97,"-1"1"0,1-1 0,-1 0 0,0 1 0,1 0 0,-1-1 0,0 1 1,1-1-1,-1 1 0,0 0 0,0-1 0,1 1 0,-1 0 0,0 0 0,0 0 1,1 0-1,-1-1 0,0 1 0,0 0 0,0 0 0,1 0 0,-1 1 0,0-1 0,0 0 1,0 0-1,0 1 0,-1 0 113,0 0 1,1 0-1,-1 0 0,1 0 1,0 0-1,-1 1 0,1-1 1,0 1-1,0-1 0,0 1 1,-2 2-1,-3 8 1083,1 1 0,-7 23 0,6-20-534,4-8-542,0 0 1,1 0-1,0 0 1,0-1-1,1 1 1,0 0-1,0 0 0,2 9 1,0 18 348,-1-28-524,0 0-1,0 0 1,1 0-1,0 0 1,0 0-1,1 0 1,0-1-1,0 1 1,1-1-1,-1 0 1,1 0-1,1 0 1,-1-1-1,1 1 1,0-1-1,0 0 1,1 0-1,-1-1 1,1 1-1,0-1 1,0-1-1,9 5 0,-8-4-41,1-2 97,15-16-29,-24 11-64,-1 0 0,1 0 1,-1 0-1,1 0 0,-1 1 0,0-1 0,0 1 0,0-1 0,-4-2 1,-89-29-51,93 33 76,0 4-2533,-37 48-5804,19-15 2056</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2.228"/>
    </inkml:context>
    <inkml:brush xml:id="br0">
      <inkml:brushProperty name="width" value="0.035" units="cm"/>
      <inkml:brushProperty name="height" value="0.035" units="cm"/>
      <inkml:brushProperty name="color" value="#008C3A"/>
    </inkml:brush>
  </inkml:definitions>
  <inkml:trace contextRef="#ctx0" brushRef="#br0">2 106 4184,'17'-39'3459,"-17"32"-2514,-1 0 0,0 0 0,0 0 0,-1 0 0,0 0 0,0 0 0,-4-8 0,4 13 1172,2 5-1983,-1 4-62,0 1 0,1 0 0,0-1 0,1 1 0,0-1 0,0 1 0,0-1 0,1 1 0,0-1 0,6 14 0,5 8 74,24 39 1,-23-46-31,-1 2 1,10 26-1,-21-44-95,77 246 485,-51-134-409,15 73 4,-16-59-91,7-2-1,74 188 1,151 229 364,-191-421-304,6-4 0,108 137 0,-103-157-37,49 57-143,93 108 186,-190-228-72,-3 1 1,47 88 0,37 114 151,-81-177-132,-2 1 0,-4 1 1,-2 1-1,13 72 1,5 21-8,-35-140-4,4 8-28,1-1 1,1-1-1,29 46 0,8 20-14,-34-60 35,-2 2 0,-1 0 1,-2 0-1,-2 1 0,6 48 0,-13-73-6,8 72 6,5 0-1,28 100 1,-2-71 46,61 101-52,9-20-120,-102-177 148,-1 0 0,0 1 1,5 17-1,8 21-99,14 31 153,-22-53-32,1-1 0,19 33 0,-26-54-46,2 0-1,-1-1 1,1 1 0,1-2-1,0 1 1,0-1 0,1 0 0,0-1-1,14 9 1,82 46-34,-45-28 34,97 74 1,-131-88 24,-2-1 219,44 44 0,-63-58-232,-1 0 0,0 0-1,0 1 1,-1-1 0,0 1-1,0 0 1,0 0 0,-1 1-1,0-1 1,-1 1 0,1-1 0,-2 1-1,2 9 1,-2 87 384,-3-77-326,2 0 1,1 0-1,1 0 0,10 48 0,-11-72-183,0 0 0,1 0 0,-1 0 1,1 0-1,0 0 0,0 0 0,0 0 0,0-1 1,0 1-1,0-1 0,1 1 0,3 1 0,-6-3 69,14-22-2634,-8 8 1594,0 0 0,-1 0 0,0 0 0,-1-1 0,-1 0 0,0 0 0,0-15 0,4-33-5418</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4.709"/>
    </inkml:context>
    <inkml:brush xml:id="br0">
      <inkml:brushProperty name="width" value="0.035" units="cm"/>
      <inkml:brushProperty name="height" value="0.035" units="cm"/>
      <inkml:brushProperty name="color" value="#008C3A"/>
    </inkml:brush>
  </inkml:definitions>
  <inkml:trace contextRef="#ctx0" brushRef="#br0">87 394 12509,'-50'-133'2112,"43"115"-1277,1-1 0,-6-25 0,11 38-492,1-1 0,-1 1 0,1 0 0,1 0 0,-1 0 0,1 0 0,3-11 0,-3 9 174,0 0 0,-1 0-1,0 0 1,0 0 0,-1 1 0,0-1 0,0 0 0,-1 0-1,-3-11 1,-2-9 1251,7 28-1753,0 0 0,0 1 0,0-1 0,0 0 0,0 0 0,0 0-1,0 0 1,1 0 0,-1 0 0,0 0 0,0 0 0,0 0 0,0 0 0,0 0 0,0 0 0,0 0 0,0 0 0,0 0 0,1 0 0,-1 0 0,0 0 0,0 0 0,0 0 0,0 0 0,0 0 0,0 0 0,0 0-1,0 0 1,0 0 0,1 0 0,-1 0 0,0 0 0,0 0 0,0 0 0,0 0 0,0 0 0,0 0 0,0 0 0,0 0 0,0 0 0,0 0 0,0 0 0,0-1 0,1 1 0,-1 0 0,0 0 0,0 0 0,0 0-1,0 0 1,0 0 0,0 0 0,0 0 0,0 0 0,0-1 0,0 1 0,0 0 0,0 0 0,0 0 0,0 0 0,0 0 0,12 5 287,0 0-1,0 1 1,-1 1 0,1 0 0,19 16 0,54 55 427,-48-42-398,889 944 1847,-328-346-2178,-547-588-42,1-1-1,3-3 1,1-3 0,78 41-1,-107-66 19,1 0-1,1-3 0,0 0 0,1-2 0,0-1 0,0-1 0,1-1 0,-1-2 1,1-2-1,0 0 0,55-5 0,-68 0-16,1-1 0,-1 0 0,0-1 0,-1-1-1,1-1 1,-1 0 0,0-2 0,21-13 0,-16 6-41,0 0 0,-2-1 0,0-1 0,-1-1 0,20-25 0,1-12-434,-2-2 0,-3-1 0,47-106 0,-48 87-482,-3-2 0,37-150 0,-56 170-528,-2 0 0,-3-1-1,-2 0 1,-6-105 0,-12 82-4453,-6 12-3764</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4.943"/>
    </inkml:context>
    <inkml:brush xml:id="br0">
      <inkml:brushProperty name="width" value="0.035" units="cm"/>
      <inkml:brushProperty name="height" value="0.035" units="cm"/>
      <inkml:brushProperty name="color" value="#008C3A"/>
    </inkml:brush>
  </inkml:definitions>
  <inkml:trace contextRef="#ctx0" brushRef="#br0">795 0 14717,'-3'3'2605,"-31"48"3865,16-24-4019,-29 34 0,9-15-1722,2 2 1,-58 102-1,-40 120 1069,105-209-1711,-195 487-3247,189-446 1497,-27 86-2116,50-145 389,2 0 1,-5 65-1,12-6-7622</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5.351"/>
    </inkml:context>
    <inkml:brush xml:id="br0">
      <inkml:brushProperty name="width" value="0.035" units="cm"/>
      <inkml:brushProperty name="height" value="0.035" units="cm"/>
      <inkml:brushProperty name="color" value="#008C3A"/>
    </inkml:brush>
  </inkml:definitions>
  <inkml:trace contextRef="#ctx0" brushRef="#br0">64 76 13377,'-9'-18'806,"-15"-36"2836,23 50 206,-15 14-922,14-7-2803,1-1 1,-1 1-1,1 0 0,-1 0 1,1 0-1,0 0 0,0 0 1,1 0-1,-1 0 0,1 0 1,-1 0-1,1 0 0,0 0 1,0 0-1,1 5 0,8 55 855,-5-40-599,78 313 1598,-35-161-1560,155 517-3648,-126-463-2050,1-1-4815,-50-151 1365</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5.507"/>
    </inkml:context>
    <inkml:brush xml:id="br0">
      <inkml:brushProperty name="width" value="0.035" units="cm"/>
      <inkml:brushProperty name="height" value="0.035" units="cm"/>
      <inkml:brushProperty name="color" value="#008C3A"/>
    </inkml:brush>
  </inkml:definitions>
  <inkml:trace contextRef="#ctx0" brushRef="#br0">1153 1 12781,'-174'9'1736,"97"15"-340,-4 9-275,11 6-201,0 10-340,-4 5-152,-6 12 32,-4 13-112,-10 14-580,7 12-664,7 10-628,3 0-901,13 8-1807,24 1-3245</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5.680"/>
    </inkml:context>
    <inkml:brush xml:id="br0">
      <inkml:brushProperty name="width" value="0.035" units="cm"/>
      <inkml:brushProperty name="height" value="0.035" units="cm"/>
      <inkml:brushProperty name="color" value="#008C3A"/>
    </inkml:brush>
  </inkml:definitions>
  <inkml:trace contextRef="#ctx0" brushRef="#br0">7 21 10941,'-6'-21'2104,"16"33"-412,33 33 953,-13-21-1685,7 16-248,7 8-148,13 12-120,10 0-432,3 13-740,4 2-876,-4 4-841,14 8-1995,6 3-3433</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6.690"/>
    </inkml:context>
    <inkml:brush xml:id="br0">
      <inkml:brushProperty name="width" value="0.035" units="cm"/>
      <inkml:brushProperty name="height" value="0.035" units="cm"/>
      <inkml:brushProperty name="color" value="#008C3A"/>
    </inkml:brush>
  </inkml:definitions>
  <inkml:trace contextRef="#ctx0" brushRef="#br0">503 930 7561,'-4'-9'403,"1"0"0,0 0 0,0-1 0,1 1 0,1-1 0,0 1 0,0-1 0,0 0 0,2-13 0,1 5 284,-1 0 1,-1 0-1,-1 0 0,-1 0 1,0 0-1,-1 0 1,-1 0-1,-7-20 0,2 4 218,-6-25 57,-3 2-1,-2 0 1,-47-92-1,53 123-753,-1 1-1,-1 1 1,-1 0-1,-2 2 0,0 0 1,-1 0-1,-1 2 0,-1 1 1,-42-29-1,55 42-156,1 1 0,-1 1 0,0 0 0,0 0-1,-14-3 1,21 6-40,0 1 0,1-1 0,-1 1 0,1 0 0,-1 0 0,0 0 0,1 0 0,-1 0 0,0 0 0,1 1 0,-1-1 0,1 0 1,-1 1-1,1-1 0,-1 1 0,1 0 0,-3 1 0,3-1 2,0 0 1,0 1 0,0-1-1,0 0 1,0 1 0,0-1-1,1 1 1,-1 0 0,0-1-1,1 1 1,-1-1 0,1 1-1,0 0 1,-1-1 0,1 1-1,0 0 1,0-1 0,0 1-1,0 0 1,1 0 0,-1 1-1,2 5 43,0 0-1,0 0 1,0 0-1,1-1 1,0 1-1,5 8 1,12 29 79,28 88 128,48 215 0,-25 123-167,-30 7-790,32 246-249,-70-702 908,2 0 0,9 30 0,-13-51 35,0 1 0,-1-1 1,1 1-1,0-1 0,0 1 0,0-1 0,-1 0 0,2 0 0,-1 1 0,0-1 0,0 0 1,0 0-1,0 0 0,1 0 0,-1 0 0,1-1 0,-1 1 0,0 0 0,1-1 0,-1 1 0,1 0 1,-1-1-1,1 0 0,0 1 0,-1-1 0,1 0 0,-1 0 0,1 0 0,0 0 0,-1 0 0,1 0 1,-1-1-1,1 1 0,0 0 0,-1-1 0,1 1 0,2-2 0,3-1 3,0 0-1,0-1 0,-1 1 1,1-1-1,-1-1 1,10-7-1,6-10-106,-1 0 1,-1-1-1,22-34 1,46-84-442,-42 65 198,46-76-599,98-150-733,-163 262 1522,29-43-336,3 2 1,103-108-1,-150 178 467,0 1-1,1 0 1,26-15-1,-37 24 27,1-1-1,0 1 1,-1 1-1,1-1 1,0 0-1,0 0 1,0 1-1,0 0 1,-1 0-1,1 0 1,0 0-1,0 0 1,0 0-1,0 1 1,0-1-1,0 1 1,-1 0 0,1 0-1,0 0 1,4 2-1,-2 0 3,-1-1 0,1 1 1,-1 0-1,0 1 0,0-1 0,0 1 0,-1-1 1,1 1-1,-1 0 0,4 6 0,66 132 42,-56-103-46,2-2 0,2 0 0,47 66-1,-56-89-62,1 0-1,0-1 0,0-1 1,2 0-1,-1-1 0,31 18 1,-34-24-84,0 0 1,-1 0-1,2-1 0,-1-1 1,0 0-1,1 0 1,-1-1-1,1-1 1,0 0-1,-1 0 1,1-1-1,15-3 1,-14 2 84,1-2 1,-1 0 0,0-1 0,0 0-1,0-1 1,-1 0 0,1-1 0,-1 0 0,-1-1-1,13-10 1,-5 1 52,-1-1-1,0 0 1,-1-2-1,-1 0 0,-1-1 1,-1 0-1,-1-1 1,0 0-1,-2-2 1,10-24-1,8-33-369,30-131 1,-51 178 111,82-255-2793,-28 100-1635,-30 87 475</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6.854"/>
    </inkml:context>
    <inkml:brush xml:id="br0">
      <inkml:brushProperty name="width" value="0.035" units="cm"/>
      <inkml:brushProperty name="height" value="0.035" units="cm"/>
      <inkml:brushProperty name="color" value="#008C3A"/>
    </inkml:brush>
  </inkml:definitions>
  <inkml:trace contextRef="#ctx0" brushRef="#br0">94 40 7289,'-60'-40'8266,"49"62"-5817,7-10-2134,0-1 1,1 1-1,0 0 0,-1 14 0,-1 69 668,5-86-906,3 379 1570,41 175-1032,46-6-2028,68 115-4471,-95-405-715,-36-145 577</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7.037"/>
    </inkml:context>
    <inkml:brush xml:id="br0">
      <inkml:brushProperty name="width" value="0.035" units="cm"/>
      <inkml:brushProperty name="height" value="0.035" units="cm"/>
      <inkml:brushProperty name="color" value="#008C3A"/>
    </inkml:brush>
  </inkml:definitions>
  <inkml:trace contextRef="#ctx0" brushRef="#br0">0 12 9325,'10'-12'2624,"4"27"-1540,-4 3-120,0 3-120,3 16-164,-6 8-84,3 6-107,0 12-141,-7 7-84,4 2-284,-4 13-672,1 5-433,-8 3-483,-6 10-2372,-6 2-2829</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7.321"/>
    </inkml:context>
    <inkml:brush xml:id="br0">
      <inkml:brushProperty name="width" value="0.035" units="cm"/>
      <inkml:brushProperty name="height" value="0.035" units="cm"/>
      <inkml:brushProperty name="color" value="#008C3A"/>
    </inkml:brush>
  </inkml:definitions>
  <inkml:trace contextRef="#ctx0" brushRef="#br0">1 1011 10745,'17'18'6269,"60"-78"-2277,-27 26-3448,10-5-112,11-9-84,-1-6-88,4-9-64,9-7-192,-2-14-300,-8-7-524,4-5-564,-13-1-460,-7-2-413,0 2-2487,0 1-3717</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37.462"/>
    </inkml:context>
    <inkml:brush xml:id="br0">
      <inkml:brushProperty name="width" value="0.035" units="cm"/>
      <inkml:brushProperty name="height" value="0.035" units="cm"/>
      <inkml:brushProperty name="color" value="#008C3A"/>
    </inkml:brush>
  </inkml:definitions>
  <inkml:trace contextRef="#ctx0" brushRef="#br0">131 1 7085,'0'0'1364,"-13"21"-88,-1-6 492,-6-3-1160,-3 0-284,13 0-408,-4 0-384,1-3-496,3 3-2272,-3-3-1453</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1.851"/>
    </inkml:context>
    <inkml:brush xml:id="br0">
      <inkml:brushProperty name="width" value="0.035" units="cm"/>
      <inkml:brushProperty name="height" value="0.035" units="cm"/>
      <inkml:brushProperty name="color" value="#008C3A"/>
    </inkml:brush>
  </inkml:definitions>
  <inkml:trace contextRef="#ctx0" brushRef="#br0">1 88 13649,'16'-48'2503,"-14"35"1348,-9-13 8811,17 58-12641,-1 0-1,-2 0 1,-1 1-1,-1 0 1,-1 39-1,-9 177-30,-1-111-1,0-8 11,1-50 0,8 109 0,-3-186 0,0 1 0,1-1 0,-1 1 0,1-1 0,0 1 0,0-1 0,0 0 0,1 1 0,-1-1 0,1 0 0,0 0 0,0 0 0,0 0 0,2 2 0,-2-3 0,0-1 0,-1 0 0,1 0 0,0 0 0,-1 0 0,1 0 0,0 0 0,0 0 0,0-1 0,0 1 0,0-1 0,0 0 0,0 1 0,0-1 0,0 0 0,0 0 0,0 0 0,0 0 0,0-1 0,0 1 0,0 0 0,0-1 0,0 0 0,0 1 0,3-2 0,13-6 0,0 0 0,0-1 0,-1 0 0,23-17 0,-33 21 0,1 0 0,0 1 0,0 0 0,1 1 0,-1 0 0,1 0 0,0 1 0,-1 0 0,19-1 0,5 0 0,40 4 0,-61-1 0,66 2 0,126-13 0,-170 6 0,-1-1 0,1-1 0,-1-2 0,-1-1 0,0-1 0,41-22 0,-48 21 0,0-2 0,-1-1 0,-1 0 0,0-2 0,23-23 0,-39 34 0,0-1 0,0 0 0,0 0 0,-1 0 0,0-1 0,-1 1 0,0-1 0,0 0 0,0-1 0,-1 1 0,0-1 0,-1 1 0,0-1 0,-1 0 0,1 0 0,-1 0 0,-1 0 0,0 0 0,-2-13 0,-2 2-175,-1 0 0,-2 0 1,0 1-1,-1-1 0,0 2 0,-16-24 0,-20-48-2257,25 35-6439,14 41 3791</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2.560"/>
    </inkml:context>
    <inkml:brush xml:id="br0">
      <inkml:brushProperty name="width" value="0.035" units="cm"/>
      <inkml:brushProperty name="height" value="0.035" units="cm"/>
      <inkml:brushProperty name="color" value="#008C3A"/>
    </inkml:brush>
  </inkml:definitions>
  <inkml:trace contextRef="#ctx0" brushRef="#br0">233 0 13293,'-57'6'8923,"49"0"-5083,-9 22-1412,17-27-2299,-7 16 392,1 1 0,0 1 1,2-1-1,0 1 0,1 0 0,0 20 1,-3 12-17,-92 464-505,96-508 0,-9 59 0,11-61 0,-1 1 0,1-1 0,1 1 0,-1 0 0,1-1 0,0 1 0,0-1 0,0 0 0,4 9 0,5 0 0,-7-12 0,0-1 0,-1 0 0,1 0 0,0-1 0,0 1 0,0-1 0,0 1 0,0-1 0,0 0 0,0 0 0,0 0 0,0-1 0,0 1 0,5-2 0,40-14 0,-39 13 0,18-7 0,-3 0 0,0 2 0,0 0 0,0 2 0,1 1 0,29-3 0,-26 9 0,1 1 0,-1 1 0,49 12 0,10 2 0,4-6 0,0-4 0,151-7 0,-178-5 0,1-3 0,-1-2 0,-1-4 0,97-33 0,-139 38 0,1-1 0,-1-1 0,-1-2 0,26-18 0,-44 30 0,-1 0 0,1-1 0,-1 1 0,0 0 0,0 0 0,1-1 0,-1 1 0,0-1 0,0 1 0,0-1 0,-1 1 0,1-1 0,0 1 0,0-4 0,2-1 0,-3 5 0,1 0 0,-1 1 0,0-1 0,1 1 0,-1-1 0,0 0 0,0 1 0,1-1 0,-1 0 0,0 1 0,0-1 0,0 0 0,0 1 0,0-1 0,0 0 0,0 1 0,0-1 0,0 0 0,0 0 0,0 1 0,0-1 0,-1 0 0,1 1 0,0-1 0,-1 1 0,1-1 0,0 0 0,-1 1 0,1-1 0,0 1 0,-1-1 0,1 1 0,-1-1 0,1 1 0,-1-1 0,1 1 0,-1-1 0,-1 0 0,-19-2 0,20 3 0,-7 1 0,0 0 0,0 0 0,0 1 0,1-1 0,-1 2 0,0-1 0,-11 6 0,-51 31 0,49-27 0,14-7 0,1-1 0,-1 1 0,1 0 0,0 0 0,1 1 0,-1 0 0,1 0 0,0 0 0,-7 12 0,7-2 0,6-14 0,-1 0 0,1-1 0,0 1 0,0-1 0,0 0 0,0 1 0,0-1 0,0 0 0,0 1 0,1-1 0,-1 0 0,0 0 0,1 0 0,-1 0 0,1 0 0,-1 0 0,1-1 0,-1 1 0,1 0 0,0-1 0,-1 0 0,1 1 0,0-1 0,2 1 0,47 2 0,138-15-275,-58 1 115,-107 9 192,0-1 1,0-1-1,0-1 0,-1-2 0,0 0 0,27-12 0,-7-1-42,-1-2 0,42-29 1,-57 32 28,-1 0 0,-1-2 1,-1-1-1,-1-1 0,24-31 1,-8 2 41,52-91 1,-17 19-62,-74 125 0,0-1 0,0 1 0,0-1 0,0 0 0,0 1 0,0-1 0,0 0 0,0 1 0,0-1 0,1 1 0,-1-1 0,0 0 0,0 1 0,0-1 0,1 0 0,-1 1 0,0-1 0,0 0 0,1 1 0,-1-1 0,0 0 0,1 0 0,-1 1 0,0-1 0,1 0 0,-1 0 0,0 0 0,1 0 0,-1 1 0,0-1 0,1 0 0,-1 0 0,1 0 0,-1 0 0,0 0 0,1 0 0,-1 0 0,1 0 0,-1 0 0,0 0 0,1 0 0,-1 0 0,1 0 0,-1 0 0,0 0 0,1-1 0,-1 1 0,0 0 0,1 0 0,-1 0 0,0-1 0,1 1 0,-1 0 0,0 0 0,1-1 0,-1 1 0,0 0 0,0-1 0,1 1 0,-1 0 0,0-1 0,0 1 0,0 0 0,0-1 0,1 0 0,0 5 0,0 1 0,0-1 0,0 1 0,-1-1 0,0 0 0,0 1 0,0-1 0,0 1 0,-1-1 0,-1 7 0,-15 48 0,7-32 0,-21 66-1094,-17 63-2818,43-143 1814,-1 6-730,4-3-5990,2 1-2215</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2.683"/>
    </inkml:context>
    <inkml:brush xml:id="br0">
      <inkml:brushProperty name="width" value="0.035" units="cm"/>
      <inkml:brushProperty name="height" value="0.035" units="cm"/>
      <inkml:brushProperty name="color" value="#008C3A"/>
    </inkml:brush>
  </inkml:definitions>
  <inkml:trace contextRef="#ctx0" brushRef="#br0">74 121 14045,'-45'-38'9565,"33"33"-8073,-4-1-324,32 0-324,0 1-295,18-1-549,24-3-781,-8-2-283,14 2-844,9-2-832,9 2-3529,17 3-5648</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2.983"/>
    </inkml:context>
    <inkml:brush xml:id="br0">
      <inkml:brushProperty name="width" value="0.035" units="cm"/>
      <inkml:brushProperty name="height" value="0.035" units="cm"/>
      <inkml:brushProperty name="color" value="#008C3A"/>
    </inkml:brush>
  </inkml:definitions>
  <inkml:trace contextRef="#ctx0" brushRef="#br0">118 0 15005,'-29'3'9675,"26"-2"-7026,-2 1-2482,1 0 0,-1 1 0,1 0 0,0-1 0,0 1 0,0 1 1,0-1-1,0 1 0,1-1 0,-1 1 0,1 0 0,0 0 0,0 0 0,0 1 0,1-1 0,0 1 0,0 0 0,0-1 0,-2 10 0,-1 0 183,2 1-1,0-1 1,1 1-1,0 0 1,1 29-1,2-31-954,0 0 0,1 0 0,1 0 0,0 0-1,6 17 1,-3-18-805,-1 0 0,1 0 0,1-1 0,0 0 0,1 0 0,0 0 0,0-1 0,19 17-1,5 1-12050</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3.127"/>
    </inkml:context>
    <inkml:brush xml:id="br0">
      <inkml:brushProperty name="width" value="0.035" units="cm"/>
      <inkml:brushProperty name="height" value="0.035" units="cm"/>
      <inkml:brushProperty name="color" value="#008C3A"/>
    </inkml:brush>
  </inkml:definitions>
  <inkml:trace contextRef="#ctx0" brushRef="#br0">22 78 13165,'-22'-57'2144,"29"37"3265,18 28-5813,13 12-560,-6 12-260,3 8-396,6 6-73,-6 2-219,0-2-1840,-7 5-2413</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3.334"/>
    </inkml:context>
    <inkml:brush xml:id="br0">
      <inkml:brushProperty name="width" value="0.035" units="cm"/>
      <inkml:brushProperty name="height" value="0.035" units="cm"/>
      <inkml:brushProperty name="color" value="#008C3A"/>
    </inkml:brush>
  </inkml:definitions>
  <inkml:trace contextRef="#ctx0" brushRef="#br0">188 320 12001,'3'-27'2176,"-4"26"-1938,1 0-1,0 0 1,-1 0 0,1 0 0,0 0 0,-1 0 0,0 0 0,1 0-1,-1 0 1,1 0 0,-1 0 0,0 0 0,0 0 0,0 0 0,0 1 0,1-1-1,-1 0 1,0 1 0,0-1 0,0 0 0,0 1 0,-2-1 0,-1-1 659,2 1-644,1-1 0,-1 1 0,1 0 0,0-1 0,-1 1 0,1 0 0,0-1 0,0 0 0,0 1 0,0-1 0,0 0 0,0 1 0,1-1 1,-1 0-1,0 0 0,1 0 0,0 1 0,-1-1 0,1 0 0,0 0 0,0-2 0,1-2 218,0 1-1,0-1 1,0 1-1,1-1 1,0 1-1,4-9 1,1 2-363,0-1 1,1 1-1,0 1 1,0-1-1,2 1 1,-1 1-1,1 0 0,1 0 1,0 1-1,0 0 1,1 1-1,0 0 1,0 1-1,1 1 0,0 0 1,0 0-1,0 1 1,19-4-1,-18 6-39,0 0-1,0 0 0,0 2 1,0 0-1,1 0 1,-1 1-1,0 1 1,0 0-1,1 1 1,-1 1-1,0 0 1,-1 1-1,1 1 1,-1 0-1,0 0 1,0 1-1,0 1 1,17 12-1,-25-15-68,-1-1 0,1 1 0,-1 1 0,0-1 0,1 1 0,-2-1 0,1 1 0,-1 0 0,0 0 0,0 1 0,0-1 0,0 1 0,-1-1 0,0 1 0,-1 0 0,1 0 0,-1 0 0,0 0 0,0 0 0,-1 0 0,0 0 0,0 6 0,-2 0 0,0 0 0,-1-1 0,0 0 0,0 1 0,-2-1 0,1-1 0,-1 1 0,-1-1 0,0 1 0,-12 14 0,-5 3-20,-1 0 0,-1-2 0,-51 42 0,-98 54-916,134-99-1276,-2-2 0,0-1 0,-50 14 0,15-5-5772,28-8-3951</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5.534"/>
    </inkml:context>
    <inkml:brush xml:id="br0">
      <inkml:brushProperty name="width" value="0.035" units="cm"/>
      <inkml:brushProperty name="height" value="0.035" units="cm"/>
      <inkml:brushProperty name="color" value="#008C3A"/>
    </inkml:brush>
  </inkml:definitions>
  <inkml:trace contextRef="#ctx0" brushRef="#br0">369 46 12601,'-40'-38'3437,"32"30"2246,0 21-1909,6-9-3146,-7 13 522,2 0-1,0 0 0,-7 27 1,-10 26 366,-14 20-1246,-110 303-2267,140-367 881,-24 92-3788,16-40-4725,9-36-2248</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5.737"/>
    </inkml:context>
    <inkml:brush xml:id="br0">
      <inkml:brushProperty name="width" value="0.035" units="cm"/>
      <inkml:brushProperty name="height" value="0.035" units="cm"/>
      <inkml:brushProperty name="color" value="#008C3A"/>
    </inkml:brush>
  </inkml:definitions>
  <inkml:trace contextRef="#ctx0" brushRef="#br0">1 81 11341,'1'-2'2316,"4"-3"-1805,-1 0 0,1 0 0,0 0 1,0 1-1,0 0 0,0 0 0,1 0 0,0 1 0,-1 0 0,2 0 0,-1 0 0,0 1 0,0 0 0,1 0 0,8-1 1,16-2 1286,64-3 0,-65 6-1063,-9 1-373,216-5 2632,-211 7-2711,0 2-1,0 0 0,-1 2 0,1 0 1,-1 2-1,49 20 0,-65-23-284,0 2 0,0-1 0,-1 1 0,1 1 0,-1-1 0,0 2 0,-1-1 0,0 1 0,0 0 1,-1 0-1,0 1 0,0-1 0,-1 2 0,9 17 0,-7-7-1028,0 0 0,5 25 0,5 43-6807,-10-58 1201,4 7-4286</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5.894"/>
    </inkml:context>
    <inkml:brush xml:id="br0">
      <inkml:brushProperty name="width" value="0.035" units="cm"/>
      <inkml:brushProperty name="height" value="0.035" units="cm"/>
      <inkml:brushProperty name="color" value="#008C3A"/>
    </inkml:brush>
  </inkml:definitions>
  <inkml:trace contextRef="#ctx0" brushRef="#br0">1 232 7989,'12'-115'2404,"1"90"-332,-7 7-272,-3-2-316,1 0-443,12 6-93,-1 3-428,8 5-396,-1 3-528,3 9-480,13 5-273,-6 6-219,-6 3-204,-1 0-336,-12-8-1360,-1 5-1529</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6.100"/>
    </inkml:context>
    <inkml:brush xml:id="br0">
      <inkml:brushProperty name="width" value="0.035" units="cm"/>
      <inkml:brushProperty name="height" value="0.035" units="cm"/>
      <inkml:brushProperty name="color" value="#008C3A"/>
    </inkml:brush>
  </inkml:definitions>
  <inkml:trace contextRef="#ctx0" brushRef="#br0">216 1 10833,'-31'29'2076,"18"-19"-399,1 1-1,1 1 1,0 0 0,-15 22 0,-7 14 491,23-36-1722,1 1 1,0 0-1,1 0 0,0 1 0,1 0 0,1 1 0,0-1 0,-7 27 1,12-34-349,0 1 1,1-1 0,-1 1 0,1-1 0,1 1 0,-1-1 0,1 1 0,1-1 0,-1 0 0,1 1 0,1-1 0,-1 0-1,1 0 1,5 8 0,-5-10-52,0-1 0,0 1 0,1-1 0,-1 0 0,1-1 0,0 1 0,0 0 0,0-1-1,0 0 1,1 0 0,-1 0 0,1-1 0,0 0 0,0 0 0,0 0 0,0 0 0,0-1 0,0 0 0,1 0-1,9 1 1,-10-2 24,0 1-1,0-1 1,0 0 0,0-1-1,0 1 1,1-1-1,-1 0 1,0 0-1,0-1 1,-1 0-1,1 0 1,0 0-1,0 0 1,-1-1-1,0 1 1,1-1 0,-1 0-1,0-1 1,0 1-1,-1-1 1,1 1-1,-1-1 1,1 0-1,-1 0 1,-1-1-1,1 1 1,0-1 0,-1 1-1,0-1 1,0 0-1,-1 0 1,1 0-1,-1 0 1,0 0-1,0 0 1,-1 0-1,0 0 1,0-1-1,0-4 1,-3-17-215,0 1-1,-11-35 1,8 37-188,1-1 0,1 1 0,-1-33-1,14-2-5530,-6 42 1771,20 11-13974</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6.414"/>
    </inkml:context>
    <inkml:brush xml:id="br0">
      <inkml:brushProperty name="width" value="0.035" units="cm"/>
      <inkml:brushProperty name="height" value="0.035" units="cm"/>
      <inkml:brushProperty name="color" value="#008C3A"/>
    </inkml:brush>
  </inkml:definitions>
  <inkml:trace contextRef="#ctx0" brushRef="#br0">187 15 10273,'0'0'46,"0"-1"0,0 1 0,0 0 0,0 0 0,0 0 0,0-1 0,0 1 0,0 0 0,0 0 0,-1 0 0,1 0 0,0-1 0,0 1 0,0 0 0,0 0 0,0 0 0,0 0 0,-1 0 0,1 0 0,0-1 0,0 1 0,0 0 0,0 0 0,-1 0 0,1 0 0,0 0 0,0 0 0,0 0 0,0 0 0,-1 0 0,1 0 0,0 0 0,0 0 0,0 0 0,-1 0 0,1 0 0,0 0 0,0 0 0,0 0 0,0 0 0,-1 0 0,1 0 1,0 0-1,0 0 0,0 0 0,0 1 0,-1-1 0,1 0 0,0 0 0,0 0 0,0 0 0,0 0 0,0 0 0,-1 1 0,1-1 0,0 0 0,0 0 0,0 0 0,0 0 0,0 1 0,0-1 0,0 0 0,0 0 0,-1 1 143,1 0-1,0-1 1,0 1 0,-1-1-1,1 1 1,-1-1 0,1 1 0,0-1-1,-1 1 1,1-1 0,-1 1-1,1-1 1,-1 1 0,1-1 0,-1 0-1,0 1 1,1-1 0,-1 0-1,1 1 1,-1-1 0,0 0 0,0 0-1,-5 2 318,1-1 0,-1 1-1,1 0 1,0 0 0,-1 0 0,1 1-1,0 0 1,1 0 0,-1 1 0,0-1-1,1 1 1,0 0 0,0 0 0,-7 8-1,5 0 54,-1 0-1,2 1 1,0-1-1,0 1 1,2 0-1,-4 18 0,3-14-390,-41 225 1805,45-230-1957,3 16-16,0-32 6,0 0 0,1 0 0,0 0 0,-1 0 1,9-6-1,-3 3 19,20-24 350,35-47 1,-4 4 134,79-69-332,-119 125-168,1 1-1,0 1 0,1 1 0,0 1 1,34-15-1,-53 28-9,0-1 0,0 1 0,0 0 0,0 0 0,1 1 0,-1-1 0,0 0 0,1 1 0,-1 0 0,0 0 0,1 0 0,-1 0 0,0 1 0,1-1 0,-1 1 0,0 0 0,0 0 0,1 0 0,-1 0 0,0 1 0,0-1 0,0 1 0,0 0 0,-1 0 0,1 0 0,0 0 0,-1 0 0,0 1 0,1-1 0,-1 1 0,0-1 0,0 1 0,0 0 0,-1 0 0,1 0 0,-1 0 0,1 0 0,-1 0 0,0 0 0,0 1 0,-1-1 0,2 6 0,-1 13 26,0-1 0,-5 37 1,0 19-445,5-55-277,0 9-2321,4 33 1,-3-53 548,1-1 0,-1 1 1,8 18-1,14 16-10384</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7.333"/>
    </inkml:context>
    <inkml:brush xml:id="br0">
      <inkml:brushProperty name="width" value="0.035" units="cm"/>
      <inkml:brushProperty name="height" value="0.035" units="cm"/>
      <inkml:brushProperty name="color" value="#008C3A"/>
    </inkml:brush>
  </inkml:definitions>
  <inkml:trace contextRef="#ctx0" brushRef="#br0">197 92 12969,'8'-5'398,"-3"2"46,0-1 0,0 1 0,0-1 0,0 0-1,-1 0 1,8-9 0,-11 10-6,1 0-1,0 0 0,-1 0 0,0 0 1,0 0-1,0 0 0,0 0 1,0 0-1,0-1 0,-1-2 1,0 5-165,0 0 1,1 1 0,-1-1 0,0 0-1,0 1 1,0-1 0,0 1 0,1-1-1,-1 0 1,0 1 0,1-1-1,-1 1 1,0-1 0,1 1 0,-1-1-1,1 1 1,-1-1 0,1 1 0,-1-1-1,1 1 1,-1 0 0,1-1 0,-1 1-1,1 0 1,0-1 0,-1 1-1,1 0 1,-1 0 0,1-1 0,0 1-1,-1 0 1,1 0 0,0 0 0,-1 0-1,1 0 1,0 0 0,-1 0 0,1 0-1,0 0 1,-1 1 0,1-1 0,-1 0-1,2 1 1,8 11-865,-9-4 595,0 0-1,-1 0 0,0 0 0,0 0 0,0 0 0,-1 0 1,-1 0-1,-2 11 0,-19 63-3,-3-1 0,-61 130 0,-14 37 0,86-207 0,9-27 0,1 1 0,0 0 0,0 0 0,1 1 0,-2 30 0,5-44 0,1 0 0,0 0 0,0 0 0,0 0 0,0 0 0,0 0 0,0 0 0,1-1 0,-1 1 0,1 0 0,-1 0 0,1 0 0,0 0 0,0 0 0,0-1 0,0 1 0,0 0 0,0-1 0,0 1 0,0-1 0,1 1 0,-1-1 0,0 0 0,1 1 0,1 0 0,1-1 0,-1-1 0,0 1 0,0-1 0,1 0 0,-1 0 0,0 0 0,0 0 0,0 0 0,1-1 0,-1 0 0,0 0 0,0 1 0,0-2 0,0 1 0,5-3 0,154-82 0,-105 52 0,64-26 0,-77 41 0,1 3 0,55-13 0,-81 25 0,0 1 0,0 1 0,0 0 0,1 1 0,-1 1 0,0 1 0,0 1 0,25 5 0,-38-6 0,0 1 0,-1 0 0,1 0 0,0 0 0,-1 1 0,1 0 0,-1 0 0,0 0 0,0 1 0,0 0 0,0 0 0,-1 0 0,0 0 0,0 1 0,0 0 0,0 0 0,4 7 0,-6-8 0,-1 0 0,1 0 0,-1 0 0,0 0 0,1 1 0,-2-1 0,1 1 0,-1-1 0,1 0 0,-1 1 0,0-1 0,-1 1 0,1-1 0,-1 1 0,0-1 0,0 0 0,0 1 0,-1-1 0,1 0 0,-1 0 0,0 0 0,0 0 0,0 0 0,-5 5 0,-4 4 0,-1 1 0,0-2 0,-1 0 0,-1 0 0,1-2 0,-22 14 0,-8 1 0,-47 20 0,30-20-2093,-81 21 1,118-39 1405,35-18-11094,17-3-1349</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7.782"/>
    </inkml:context>
    <inkml:brush xml:id="br0">
      <inkml:brushProperty name="width" value="0.035" units="cm"/>
      <inkml:brushProperty name="height" value="0.035" units="cm"/>
      <inkml:brushProperty name="color" value="#008C3A"/>
    </inkml:brush>
  </inkml:definitions>
  <inkml:trace contextRef="#ctx0" brushRef="#br0">69 527 12133,'80'-6'4343,"127"-24"0,-178 24-2848,46-17 0,-63 19-1019,0-1 0,0 0 0,-1-1 1,0-1-1,0 0 0,13-11 0,-22 17-410,1-1 0,-1 0-1,0 0 1,0 0 0,0 0-1,0-1 1,0 1 0,0 0-1,0-1 1,-1 0 0,0 1-1,1-1 1,-1 0-1,0 0 1,0 1 0,0-1-1,-1 0 1,1 0 0,-1 0-1,1 0 1,-1 0 0,0 0-1,0 0 1,-1 0 0,1 0-1,-1 0 1,1 0-1,-1 0 1,0 0 0,0 0-1,0 1 1,0-1 0,-1 0-1,1 1 1,-1-1 0,1 1-1,-1-1 1,0 1 0,0 0-1,-4-3 1,0-1 3,-1 0 0,0 0 0,-1 1 0,1 0 1,-1 0-1,0 1 0,0 0 0,0 1 0,-1 0 0,0 0 1,1 1-1,-12-2 0,-3 2 7,-1 1 0,1 1 0,-1 1 0,1 1 0,0 1 1,-1 1-1,2 1 0,-1 1 0,-23 10 0,34-12-51,0 1-1,0 0 1,1 1-1,0 1 1,0-1-1,1 2 1,-1 0-1,2 0 1,-1 0-1,1 2 1,1-1-1,-1 1 1,2 0 0,-1 0-1,1 1 1,1 0-1,0 1 1,-5 13-1,8-17-17,1 1 1,0-1-1,1 0 0,0 1 0,0-1 0,1 1 0,0-1 1,0 1-1,1-1 0,0 1 0,0-1 0,1 1 0,4 10 1,-2-9-35,1 1 0,0-1 0,1 1 0,0-2 0,1 1 0,0-1 0,0 0 0,17 16 1,-9-11-110,1-2 1,1 0 0,0 0 0,1-2 0,0 0 0,0-1 0,1-1 0,0-1 0,1 0 0,34 6 0,-16-8-72,0-1 0,0-3 0,-1 0-1,1-3 1,0-1 0,0-2 0,-1-1 0,0-2 0,50-18 0,-53 14 230,-1-2 0,-1-1 0,0-1 0,-1-2 0,-1-1-1,-1-2 1,0-1 0,-2 0 0,-1-3 0,25-28 0,200-267 1869,-159 199-177,-39 49-1069,-53 71-646,1 1 0,-1-1 0,0 0 0,1 1 0,-1-1 0,1 1 0,-1-1 0,1 1 0,-1-1 0,1 1 0,-1-1 0,1 1 0,-1 0 0,1-1 0,0 1 0,-1 0 0,1-1 0,-1 1 0,1 0 0,0 0 0,-1 0 0,2-1 0,-1 2 0,0 0 0,0 0 0,0 1 0,-1-1 0,1 0 0,0 0 0,-1 0 0,1 1 0,-1-1 0,1 0 0,-1 1 0,0-1 0,0 0 0,1 1 0,-1-1 0,0 0 0,0 1 0,0-1 0,-1 3 0,-2 29 0,-6-2 0,0 0 0,-2 0 0,-17 33 0,13-32 0,-14 34 29,-74 180-355,62-147-2111,22-57-1339,-18 63 0,29-63-3503,9-8-4939</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7.941"/>
    </inkml:context>
    <inkml:brush xml:id="br0">
      <inkml:brushProperty name="width" value="0.035" units="cm"/>
      <inkml:brushProperty name="height" value="0.035" units="cm"/>
      <inkml:brushProperty name="color" value="#008C3A"/>
    </inkml:brush>
  </inkml:definitions>
  <inkml:trace contextRef="#ctx0" brushRef="#br0">1 35 13777,'50'-34'2252,"-8"37"69,21 2-353,-18 1-352,5 3-420,8-1-156,8 1-540,10 2-796,4 1-376,-1-4-484,1 4-588,2-1-480,-12-2-801,-13-1-1499,-3 4-3521</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8.231"/>
    </inkml:context>
    <inkml:brush xml:id="br0">
      <inkml:brushProperty name="width" value="0.035" units="cm"/>
      <inkml:brushProperty name="height" value="0.035" units="cm"/>
      <inkml:brushProperty name="color" value="#008C3A"/>
    </inkml:brush>
  </inkml:definitions>
  <inkml:trace contextRef="#ctx0" brushRef="#br0">67 0 9937,'-5'4'856,"1"-1"1,-1 1-1,1 0 0,0 1 0,0-1 1,0 1-1,1 0 0,-5 7 1,1 9-394,2 1 0,0-1 0,2 1 1,0 0-1,2 0 0,0 0 0,1 0 0,6 38 1,-5-54-440,1 0 1,0-1-1,0 1 1,0 0-1,1 0 0,0-1 1,0 0-1,0 0 1,1 0-1,-1 0 1,1 0-1,1 0 1,-1-1-1,1 0 1,6 5-1,-8-7-11,0 0 0,0-1 0,1 1-1,-1-1 1,0 0 0,1 0 0,-1 0 0,1 0-1,-1 0 1,1-1 0,0 0 0,-1 0 0,5 0 0,43-7 459,-42 5-283,-1-1 146,-1 1-1,1-1 1,-1 0 0,0 0 0,0-1 0,0 0 0,0-1-1,6-5 1,-5 5 131,-1-1-1,1 1 1,1 1-1,11-6 1,-17 9-534,1 1 1,-1-1-1,1 1 1,0 0-1,-1 0 0,1 0 1,-1 0-1,1 1 1,0-1-1,-1 1 0,6 2 1,44 17-2204,-28-10 859,-13-6 701,-1-1 1,1 0-1,-1-1 0,1 0 0,0-1 0,0 0 0,0-1 1,13-1-1,-17 0 550,0 0-1,-1 0 1,1-1 0,0 0 0,-1-1 0,1 1-1,-1-2 1,0 1 0,0-1 0,0 0 0,0 0-1,-1-1 1,8-7 0,48-52-1535,-24 16-3774,-19 25 382</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8.923"/>
    </inkml:context>
    <inkml:brush xml:id="br0">
      <inkml:brushProperty name="width" value="0.035" units="cm"/>
      <inkml:brushProperty name="height" value="0.035" units="cm"/>
      <inkml:brushProperty name="color" value="#008C3A"/>
    </inkml:brush>
  </inkml:definitions>
  <inkml:trace contextRef="#ctx0" brushRef="#br0">144 346 9685,'10'-6'142,"2"1"1315,0-1 1,-1-1 0,0 0-1,0-1 1,0 0 0,-1 0 0,-1-1-1,1 0 1,13-19 0,-21 25-1213,8-13 732,-1 1 1,0-2 0,-1 1 0,8-28 0,-9 22-500,7-30 459,-14 49-912,0 1 1,0-1-1,0 0 1,0 1-1,0-1 1,0 1-1,-1-1 1,1 1-1,-1 0 1,0-1-1,0 1 1,1-1-1,-2 1 1,1 0-1,0 0 1,0 0-1,-1 0 1,-2-3 0,2 3-13,0 1 0,-1 0 1,1-1-1,-1 1 1,1 0-1,-1 0 0,0 0 1,0 1-1,1-1 1,-1 1-1,0-1 1,0 1-1,0 0 0,1 0 1,-1 0-1,0 1 1,0-1-1,0 1 0,1-1 1,-1 1-1,-4 2 1,-6 1 4,1 0 0,0 2 1,-12 6-1,6-1-5,0 1 0,1 0 0,1 2-1,0 0 1,-27 31 0,33-34-56,0 1-1,1 1 1,1 0 0,0 0 0,1 1 0,0-1 0,1 2-1,-6 21 1,11-31-8,0 1 0,0-1-1,0 1 1,1-1 0,0 1 0,0 0-1,0-1 1,1 1 0,0 0 0,0-1 0,0 1-1,1-1 1,0 1 0,0-1 0,4 8-1,-2-7-67,1 1-1,-1-1 0,1 0 0,1-1 0,-1 1 1,1-1-1,0 0 0,0 0 0,0-1 1,10 6-1,-2-3-129,1-1 1,-1 0-1,1-1 1,0 0-1,1-2 0,-1 1 1,1-2-1,0 0 1,-1-1-1,26-1 0,-26-2 158,1 0 0,-1-1 0,0-1-1,0 0 1,0-1 0,-1-1 0,0 0 0,0-1-1,16-10 1,-11 4 32,0-1 1,-1-1-1,-1 0 1,0-1-1,19-25 0,-12 2-46,-16 24 50,-7 13 50,-1 0 0,1 1 0,-1-1 0,1 0 0,-1 1 0,0-1 0,0 0 0,1 1 0,-1-1 0,0 0 0,-1 0 0,1 1 0,-1-4 0,1-4-12,-6 15 18,-1-1 0,1 1 0,1 0 0,-1 1 0,1-1 0,0 1 0,1 0-1,-1 0 1,-4 11 0,7-13-1,0 0 1,0 0-1,1 0 0,0 0 0,0 0 0,0 0 0,0 0 0,1 0 0,-1 0 0,1 0 1,1 1-1,-1-1 0,1 0 0,0 0 0,0 0 0,0 0 0,3 6 0,-2-7-31,1-1 0,-1 1 0,1-1 0,-1 0 0,1 0 0,0 0 0,0-1 0,0 1 0,1-1 0,-1 1 0,1-1-1,-1 0 1,1 0 0,0-1 0,-1 1 0,1-1 0,0 0 0,7 1 0,-1 0-46,1 0 0,-1-1 0,1 0 0,0-1 0,-1 0 0,12-2 0,0-3 19,-1 0 0,1-2 0,-1-1 0,-1 0-1,0-2 1,0 0 0,33-24 0,-25 16 7,0 2 0,39-17 0,-58 31 26,1-1-1,0 1 1,0 0 0,0 1 0,-1 0 0,1 1 0,0 0-1,0 1 1,0 0 0,0 0 0,0 1 0,-1 0 0,1 1-1,10 4 1,3 2-765,0 1 0,-1 1 0,0 2 0,29 20-1,10 5-1915,-58-37 2726,0 0 1,0-1-1,0 1 0,1-1 1,-1 1-1,0-1 0,0 0 1,1-1-1,-1 1 0,0 0 1,4-2-1,-4 2 70,46-15 2384,-40 12-2081,0 0 0,0 0 0,0 1-1,16-2 1,129 2-672,-73 3-3614,-71-1 2493,-1-1 1,1 0 0,0 0-1,11-4 1,1 2-5560</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0.046"/>
    </inkml:context>
    <inkml:brush xml:id="br0">
      <inkml:brushProperty name="width" value="0.035" units="cm"/>
      <inkml:brushProperty name="height" value="0.035" units="cm"/>
      <inkml:brushProperty name="color" value="#008C3A"/>
    </inkml:brush>
  </inkml:definitions>
  <inkml:trace contextRef="#ctx0" brushRef="#br0">1 217 9297,'8'-38'2864,"5"-39"0,-9 3 4590,-5 71-6798,0 0 1,0 0-1,0 0 1,0 0 0,-1 0-1,1 1 1,-4-5-1,18 30 168,-1 1 0,-1 0 0,14 48 0,12 85 699,-25-81-1467,-3 0 0,-3 1 1,-7 110-1,-37 231-64,13-227 8,-19 194 0,39-304 0,4 0 0,15 140 0,-10-194 0,1 0 0,1-1 0,2 1 0,0-1 0,1-1 0,2 0 0,21 36 0,-23-46 0,0-2 0,2 1 0,0-1 0,0 0 0,1-1 0,1-1 0,0 0 0,0 0 0,1-2 0,1 1 0,-1-2 0,1 0 0,18 6 0,-3-4 0,0-2 0,0-1 0,1-1 0,0-1 0,0-2 0,0-2 0,1 0 0,-1-2 0,0-2 0,0-1 0,60-15 0,-37 4 0,-1-2 0,-1-3 0,0-2 0,-2-3 0,88-55 0,-87 43-26,-2-1 0,-2-3 0,-1-2 1,-2-1-1,46-63 0,-40 40-162,-3-3 0,-3-1 0,48-108 0,-78 148-634,-1 0 0,12-49 0,-22 66-121,-1 0-1,0-1 1,0-17 0,-2 24-533,0 0 0,-1 0 0,0 1 0,-1-1 0,0 0 0,-5-14 0,0 7-10829</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0.346"/>
    </inkml:context>
    <inkml:brush xml:id="br0">
      <inkml:brushProperty name="width" value="0.035" units="cm"/>
      <inkml:brushProperty name="height" value="0.035" units="cm"/>
      <inkml:brushProperty name="color" value="#008C3A"/>
    </inkml:brush>
  </inkml:definitions>
  <inkml:trace contextRef="#ctx0" brushRef="#br0">1280 163 10253,'6'-8'500,"1"-2"692,0 1-1,-1-1 0,9-19 1,-14 27-920,0 0 1,0 0-1,0 0 1,0-1-1,-1 1 1,1 0-1,-1 0 1,0-1-1,0 1 1,0 0-1,0 0 1,0-1-1,0 1 1,0 0-1,-1 0 1,1-1-1,-1 1 1,1 0-1,-1 0 1,0 0-1,0 0 1,0 0 0,0 0-1,-1 0 1,-2-3-1,-31-31 4203,34 36-4376,0 0 0,0-1 0,0 1 0,1 0 0,-1 0 0,0 0 0,0 0 0,0 0 0,0 0 0,0 0 0,0 0 0,0 0 0,0 0 0,1 0 0,-1 0 0,0 1 0,0-1 0,0 0-1,0 1 1,0-1 0,-1 1 0,-1 1 229,-6 2-108,1 0 0,-1 1 0,1 0 0,0 1 0,0-1 0,1 2 0,-9 8-1,-49 57 1169,56-61-1352,-196 257-177,29-37-431,120-163-73,-86 78-1,29-48-2280,-41 38-1797,25 2-2804,-4-2-5076</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1.161"/>
    </inkml:context>
    <inkml:brush xml:id="br0">
      <inkml:brushProperty name="width" value="0.035" units="cm"/>
      <inkml:brushProperty name="height" value="0.035" units="cm"/>
      <inkml:brushProperty name="color" value="#008C3A"/>
    </inkml:brush>
  </inkml:definitions>
  <inkml:trace contextRef="#ctx0" brushRef="#br0">906 304 11329,'-3'-7'518,"0"-1"1,0 1-1,1-1 0,0 0 1,1 0-1,0 0 1,0 0-1,1 0 0,0-1 1,0 1-1,1 0 0,0 0 1,0 0-1,1 0 1,0 1-1,1-1 0,-1 0 1,1 1-1,1-1 0,4-6 1,-4 6-145,0 0 0,1 0 0,0 1 1,0 0-1,1 0 0,0 0 0,0 1 0,1 0 1,0 0-1,13-9 0,-5 7-68,0 1-1,1 1 1,-1 0-1,1 1 1,0 1 0,0 0-1,1 1 1,31-1 0,-40 4-237,-1 0 1,1 1 0,0 0-1,0 0 1,-1 1 0,1 0-1,-1 0 1,1 1 0,8 4 0,-12-5-40,1 1 0,-1 0 0,0 0 0,0 0 0,-1 0 0,1 1 0,0 0 0,-1-1 0,0 1 0,0 1 0,0-1 0,-1 0 0,1 1 0,-1-1 0,2 7 0,-2-5-21,-1 0 0,0 1 0,-1-1 0,1 0 0,-1 0-1,0 1 1,-1-1 0,0 0 0,0 0 0,0 0 0,0 0-1,-1 0 1,0 0 0,0 0 0,-1 0 0,0-1 0,0 1-1,-6 7 1,-7 11-73,-2-1-1,-33 34 0,-52 45-360,-4-4 0,-150 104-1,-257 139-273,454-302 679,-93 54 387,151-92-215,9-1-41,97-13-559,152-37 0,-74 11-1282,154-34-3542,-87 18-6412,-224 51 5382</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1.301"/>
    </inkml:context>
    <inkml:brush xml:id="br0">
      <inkml:brushProperty name="width" value="0.035" units="cm"/>
      <inkml:brushProperty name="height" value="0.035" units="cm"/>
      <inkml:brushProperty name="color" value="#008C3A"/>
    </inkml:brush>
  </inkml:definitions>
  <inkml:trace contextRef="#ctx0" brushRef="#br0">768 255 6725,'2'-22'875,"-1"1"0,-3-27 0,-8-18 4298,7 42-3271,3 19-1351,-1 1 0,1-1-1,-1 1 1,0 0 0,0-1 0,0 1 0,-1 0 0,1 0-1,-1-1 1,0 1 0,0 1 0,-1-1 0,1 0 0,-1 0-1,-5-5 1,7 9-386,0 0 0,0-1 0,0 1 1,0 0-1,0 0 0,0 0 0,0-1 0,0 1 0,0 0 0,0 1 0,0-1 0,0 0 0,-1 0 0,1 0 0,0 1 0,0-1 0,0 0 0,0 1 0,0-1 0,1 1 1,-3 0-1,1 0 309,-3 1-312,1 1 1,0-1-1,0 1 0,0-1 0,0 1 1,1 0-1,-1 1 0,1-1 0,-1 1 1,1-1-1,-4 8 0,-27 52 1227,26-46-1302,-72 149-65,-98 197-171,66-181-2406,-7 12-3791,57-54-1401,4-2-5261</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3.677"/>
    </inkml:context>
    <inkml:brush xml:id="br0">
      <inkml:brushProperty name="width" value="0.035" units="cm"/>
      <inkml:brushProperty name="height" value="0.035" units="cm"/>
      <inkml:brushProperty name="color" value="#008C3A"/>
    </inkml:brush>
  </inkml:definitions>
  <inkml:trace contextRef="#ctx0" brushRef="#br0">0 23 16830,'2'-23'5130,"1"29"-936,4 37-713,7 208-1211,-5-54-1408,-1-93-1617,8 84-3274,-10-148 2429,2 0 0,21 65 0,-10-52-5950,0-3-5099</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4.219"/>
    </inkml:context>
    <inkml:brush xml:id="br0">
      <inkml:brushProperty name="width" value="0.035" units="cm"/>
      <inkml:brushProperty name="height" value="0.035" units="cm"/>
      <inkml:brushProperty name="color" value="#008C3A"/>
    </inkml:brush>
  </inkml:definitions>
  <inkml:trace contextRef="#ctx0" brushRef="#br0">1 627 11917,'9'-10'773,"1"2"-1,0-1 1,1 1 0,0 1-1,0 0 1,0 0-1,1 1 1,19-6 0,8-1 957,58-10 1,-48 12-779,219-45 1600,179-45-775,-408 89-1645,-2-1 1,0-1-1,54-30 1,-72 34-43,-1-2 1,-1 0-1,0-1 1,0-1-1,-1-1 1,-1 0-1,-1-1 1,14-18-1,62-87 1944,-88 118-1873,20 17 121,-18-9-264,1-1 1,-1 1 0,0 0 0,0 0 0,0 0 0,-1 1 0,0-1 0,0 1 0,0 0 0,-1 0 0,1 0 0,-2 0 0,1 0-1,-1 1 1,0-1 0,0 0 0,0 7 0,0 20-43,-1 0 0,-4 36 0,2-51-65,-11 98-527,6-67-45,2-1 1,3 1-1,4 80 1,-1-125 617,0 0 0,0 0 0,0 0 0,1 0 1,-1-1-1,1 1 0,0 0 0,0-1 0,1 1 1,2 3-1,1 2 75,-5-9-16,-1 1 1,1-1-1,0 1 0,0-1 1,0 1-1,0-1 0,0 0 1,0 1-1,0-1 0,0 0 1,0 0-1,0 0 0,0 1 1,0-1-1,0 0 0,0 0 1,0-1-1,0 1 0,0 0 1,0 0-1,1-1 0,1 1 55,18-1 203,-1-2 0,1 0 0,-1 0 0,22-8 0,-24 5 22,1 1-1,0 2 1,0-1-1,38 0 1,-13 8-45,0 2 0,82 23 0,13 1 313,-116-26-513,0-2 0,0 0 0,1-2 1,27-3-1,-15-1-51,0-2 0,67-20 0,-83 20 0,-1-2 0,0-1 0,-1 0 0,0-1 0,0-1 0,-1-1 0,22-20 0,-19 15 0,-6 5 0,0-1 0,-1 0 0,-1-1 0,13-18 0,-24 30 0,1 1 0,-1-1 0,0 0 0,0 0 0,0 0 0,0 0 0,-1 1 0,1-1 0,0 0 0,0-3 0,0-1 0,0 5 0,-1 0 0,0 0 0,0 1 0,1-1 0,-1 0 0,0 0 0,0 0 0,0 0 0,0 0 0,0 1 0,0-1 0,0 0 0,0 0 0,0 0 0,0 0 0,0 0 0,-1 0 0,1 1 0,0-1 0,-1 0 0,1 0 0,-1 0 0,1 1 0,-1-1 0,1 0 0,-1 1 0,1-1 0,-1 0 0,0 1 0,1-1 0,-1 1 0,0-1 0,1 1 0,-1-1 0,0 1 0,0-1 0,0 1 0,1 0 0,-1-1 0,0 1 0,0 0 0,0 0 0,0 0 0,0 0 0,1 0 0,-1 0 0,0 0 0,0 0 0,0 0 0,0 0 0,0 0 0,0 0 0,1 1 0,-2-1 0,-3 2 0,0 1 0,0-1 0,1 1 0,-1-1 0,1 1 0,0 1 0,0-1 0,0 0 0,0 1 0,1 0 0,-1 0 0,1 0 0,0 1 0,0-1 0,-3 7 0,-3 7 0,0 0 0,-11 34 0,18-47-61,1 0 0,0-1-1,0 1 1,0 0 0,0 0 0,1-1 0,-1 1-1,1 0 1,1 0 0,-1 0 0,1 0-1,0-1 1,0 1 0,0 0 0,0 0 0,4 6-1,-2-6-151,1 0-1,-1 0 0,1 0 0,0 0 0,0-1 0,1 1 1,-1-1-1,1 0 0,0 0 0,0-1 0,8 5 1,12 3-1062,0-1 0,1-1 0,0-1 0,49 8 1,21 1-6224,16-2-4807</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4.692"/>
    </inkml:context>
    <inkml:brush xml:id="br0">
      <inkml:brushProperty name="width" value="0.035" units="cm"/>
      <inkml:brushProperty name="height" value="0.035" units="cm"/>
      <inkml:brushProperty name="color" value="#008C3A"/>
    </inkml:brush>
  </inkml:definitions>
  <inkml:trace contextRef="#ctx0" brushRef="#br0">57 172 15177,'-14'0'1108,"12"1"-816,0-1-1,-1 0 0,1 0 1,-1 0-1,1 0 0,-1-1 1,1 1-1,0-1 0,-1 1 1,1-1-1,0 0 0,-1 0 1,1 0-1,0 0 0,-6-4 4485,35 0-1247,-12 5-3167,1 0 1,0 2-1,0 0 0,-1 0 1,30 10-1,79 31 1251,-112-38-1593,29 12-20,0 1 0,70 44 0,-89-47 0,-1 0 0,0 1 0,-2 2 0,0 0 0,0 1 0,18 25 0,-32-35 0,1-1 0,-1 1 0,0 0 0,-1 0 0,0 1 0,-1 0 0,0-1 0,0 1 0,-1 0 0,0 0 0,-1 0 0,0 1 0,-1-1 0,0 0 0,0 0 0,-1 0 0,-1 0 0,1 0 0,-2 0 0,1 0 0,-1 0 0,-1 0 0,0-1 0,0 0 0,-1 0 0,0 0 0,-1 0 0,0-1 0,0 0 0,0 0 0,-1-1 0,-1 1 0,1-2 0,-1 1 0,0-1 0,-1 0 0,1-1 0,-1 1 0,0-2 0,0 0 0,-15 5 0,16-6 0,0-1 0,-1 0 0,1 0 0,-1-1 0,1 0 0,-11-1 0,16 0 0,0 0 0,0 0 0,1-1 0,-1 1 0,0-1 0,1 1 0,-1-1 0,1 0 0,-1 0 0,1 0 0,-1-1 0,1 1 0,-1-1 0,1 1 0,0-1 0,0 0 0,0 1 0,0-1 0,0 0 0,0-1 0,1 1 0,-1 0 0,1 0 0,-2-5 0,0 0 0,0 0 0,1-1 0,1 1 0,-1-1 0,1 0 0,1 0 0,-1 1 0,1-1 0,0 0 0,1 0 0,0 0 0,0 1 0,1-1 0,0 0 0,0 1 0,1 0 0,0-1 0,0 1 0,1 0 0,7-11 0,6-7 0,2 1 0,0 0 0,1 1 0,27-23 0,8-2-1022,2 2 0,1 2 0,3 3 0,102-52 0,-62 45-1472,2 5 1,140-39-1,-144 58-4067,-6 6-4070</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5.344"/>
    </inkml:context>
    <inkml:brush xml:id="br0">
      <inkml:brushProperty name="width" value="0.035" units="cm"/>
      <inkml:brushProperty name="height" value="0.035" units="cm"/>
      <inkml:brushProperty name="color" value="#008C3A"/>
    </inkml:brush>
  </inkml:definitions>
  <inkml:trace contextRef="#ctx0" brushRef="#br0">172 944 10581,'2'1'331,"-1"0"-1,1 0 1,0 0-1,0 0 1,0 0 0,0 0-1,0-1 1,0 1 0,1-1-1,-1 1 1,0-1-1,0 0 1,0 0 0,0 0-1,1 0 1,-1 0 0,0 0-1,0-1 1,3 0-1,52-9 2906,-31 3-1664,0-1-1,45-19 0,-59 22-1106,-1-1 0,0-1-1,0 0 1,0 0 0,-1-1 0,0 0-1,-1-1 1,10-11 0,-17 18-388,0 0-1,0 0 1,0-1-1,-1 1 1,1-1 0,-1 1-1,1-1 1,-1 1-1,0-1 1,0 0 0,0 0-1,0 0 1,-1 1-1,1-1 1,-1 0 0,0 0-1,1 0 1,-1 0-1,-1-5 1,0 5-36,0 1 0,0-1 0,-1 1 1,1 0-1,0-1 0,-1 1 0,0 0 0,1 0 0,-1 0 1,0 0-1,0 0 0,0 1 0,0-1 0,-1 1 0,1-1 1,0 1-1,-4-2 0,-4-1 17,0 0 0,-1 1 1,1 0-1,-1 0 0,0 1 0,0 1 1,0 0-1,-16 0 0,9 3-34,1 1-1,0 0 1,0 2-1,0-1 1,0 2-1,1 0 1,0 2 0,0-1-1,1 2 1,0 0-1,0 1 1,1 0 0,-14 13-1,15-11-3,0 0 0,1 0-1,1 1 1,0 1 0,1 0 0,0 0-1,1 1 1,1 1 0,1-1 0,0 1-1,0 0 1,2 1 0,-5 18 0,9-22-33,0-1 0,1 1 0,0 0 0,1-1 0,1 1 1,-1 0-1,2-1 0,0 0 0,1 0 0,0 0 0,0 0 0,1 0 0,1-1 1,0 0-1,1 0 0,0 0 0,0-1 0,1 0 0,1-1 0,-1 0 1,1 0-1,1-1 0,0 0 0,0 0 0,1-1 0,-1-1 0,22 10 1,-12-8-88,2-1 1,-1-1 0,1-1-1,0-1 1,0 0 0,0-2-1,39-1 1,-29-3 14,0-1 0,-1-2 0,1-1 0,55-19 0,-31 3 27,-2-2 0,0-3 1,-2-1-1,-1-3 1,64-52-1,-54 33 14,-2-4 1,-2-2-1,-3-2 0,-2-3 1,48-74-1,-15 3 3,106-227-1,-90 151 377,-99 205-220,-5 8-32,-50 123 146,-65 242 0,108-329-219,2 0 0,1 0 0,-2 65-1,9-87 3,0 1 0,2-1 0,0 1 0,1-1-1,0 1 1,2-1 0,1-1 0,0 1 0,15 31 0,-14-39-3,0 0 1,1 0 0,0 0 0,1-1-1,0-1 1,1 0 0,0 0-1,0 0 1,1-1 0,0-1 0,0 0-1,0-1 1,1 0 0,0 0 0,1-1-1,-1-1 1,1 0 0,0-1 0,0 0-1,0-1 1,0-1 0,0 0 0,16-1-1,-5 0-2,0-2-1,0-1 1,0-1-1,0-1 1,-1-1-1,0-1 1,0-1-1,-1-1 1,0-1-1,0-1 1,-1-1-1,25-19 1,-29 19-18,-6 5-6,0 0-1,-1-1 1,0 0 0,0-1 0,-1 0-1,0-1 1,0 0 0,-1 0 0,10-17-1,-17 26 16,-1 0 0,0 1 0,1-1 0,-1 1-1,0-1 1,1 0 0,-1 1 0,0-1 0,0 0 0,0 0-1,0 1 1,1-1 0,-1 0 0,0 1 0,0-1 0,0 0-1,-1 0 1,1 1 0,0-1 0,0 0 0,0 1 0,0-1-1,-1 0 1,1 1 0,0-1 0,-1 0 0,1 1 0,0-1-1,-1 1 1,1-1 0,-1 0 0,1 1 0,-1-1 0,0 0 0,-1 0-15,0 1 0,0-1 0,-1 0 1,1 0-1,0 1 0,0 0 1,-1-1-1,1 1 0,0 0 1,-1 0-1,-1 0 0,-10 2-119,-1 0 0,-21 5 0,24-3-128,1 0 1,-1 0-1,1 1 1,0 0 0,1 1-1,-1 0 1,1 1 0,0 0-1,1 1 1,0 0 0,0 0-1,0 1 1,1 0 0,1 0-1,-1 1 1,2 0-1,-1 0 1,-5 13 0,13-21 325,0-1 0,0 1 0,0-1 0,0 1 0,0-1 0,0 0 0,0 0 0,1 0-1,-1 1 1,0-1 0,1 0 0,-1-1 0,1 1 0,-1 0 0,1 0 0,-1-1 0,1 1 0,-1 0 0,1-1 0,2 1 0,6-4 378,0 1 0,0 1-1,0 0 1,14 0 0,-23 1-427,-1 1 1,1-1-1,0 0 0,-1 0 1,1 1-1,0-1 0,-1 0 1,1 1-1,0-1 0,-1 1 1,1-1-1,-1 1 0,1-1 1,-1 1-1,1 0 0,-1-1 1,0 1-1,1-1 0,-1 1 1,1 0-1,-1-1 0,0 1 1,1 1-1,0 0 6,4 6-603,1-1 0,1 0 0,0 0 1,12 10-1,-7-8-2145,-1-2-1,1 1 1,1-2 0,21 9 0,4 2-7615</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1.805"/>
    </inkml:context>
    <inkml:brush xml:id="br0">
      <inkml:brushProperty name="width" value="0.035" units="cm"/>
      <inkml:brushProperty name="height" value="0.035" units="cm"/>
      <inkml:brushProperty name="color" value="#008C3A"/>
    </inkml:brush>
  </inkml:definitions>
  <inkml:trace contextRef="#ctx0" brushRef="#br0">401 776 12685,'-1'0'142,"-26"6"1091,17-6-244,10-6 1238,1 4-1920,0 0 0,0 0 1,-1 0-1,1 0 1,-1-1-1,0 1 1,0 0-1,1 0 0,-1-1 1,-1 1-1,1 0 1,0 0-1,-1 0 1,1-1-1,-1 1 0,1 0 1,-1 0-1,0 0 1,0 0-1,0 0 1,-2-2-1,1-1 25,1 1 1,-1-1-1,1 1 1,-1-1-1,1 0 1,1 1-1,-2-9 0,4 2-37,-1 0 0,2-1 0,0 1 0,0 1 0,0-1 0,2 0 0,-1 1 0,11-17 0,59-79 1520,-22 36-735,-31 37-950,-2 0 0,17-38 0,-28 52-109,0-1 1,-2-1-1,0 1 1,-1-1-1,2-25 1,-6 40-22,-1-1 0,0 1 0,-1-1 0,1 0 0,-1 1 0,-1-1 0,1 1 0,-1 0 0,0-1 0,-1 1 0,1 0 0,-5-7 0,6 12 0,-1-1 0,1 1 0,0-1 0,-1 1 0,1 0 0,-1 0 0,1 0 0,-1 0 0,0 0 0,0 0 0,1 0 0,-1 0 0,0 1 0,0-1 0,0 1 0,0-1 0,1 1 0,-1 0 0,0-1 0,0 1 0,0 0 0,-3 1 0,-34 5 0,32-3 0,0 0 0,1 0 0,0 0 0,-1 1 0,1 0 0,1 0 0,-1 1 0,1-1 0,-1 1 0,1 1 0,-8 9 0,3-1 0,1 0 0,0 1 0,-12 28 0,11-18 0,1 1 0,2 0 0,1 1 0,0 0 0,2 0 0,0 50 0,17 170 0,-4-136 0,-4-45 0,-3 1 0,-9 95 0,5-140 0,-2 0 0,-1 0 0,0-1 0,-2 1 0,0-1 0,-1-1 0,-1 1 0,-1-2 0,-1 1 0,-1-1 0,-18 21 0,10-16-538,-1-2 0,-41 35 1,48-47 171,1 0 0,-2-1 0,1 0-1,-1-1 1,0-1 0,-25 9 0,39-16 231,0 1 0,0-1 0,0 0 0,0 0 0,0 1 0,0-1 0,0 0 0,0 0 0,0 0 0,0 0 0,0 0 1,0 0-1,0 0 0,0-1 0,0 1 0,0 0 0,0-1 0,0 1 0,0 0 0,0-1 0,0 1 0,0-1 0,0 1 0,0-1 0,0 0 0,1 1 0,-1-1 0,0 0 0,1 0 0,-1 0 0,-1-1 0,1 0-165,1 0 0,-1 0 0,0 0 0,1 0 0,-1 0 0,1-1 0,0 1 1,0 0-1,0 0 0,0 0 0,0 0 0,0 0 0,0-1 0,1 1 0,0-2 0,0 0-409,1 0 0,0 0 0,0 0-1,0 1 1,1-1 0,-1 0 0,1 1 0,4-5 0,40-36-9398</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2.005"/>
    </inkml:context>
    <inkml:brush xml:id="br0">
      <inkml:brushProperty name="width" value="0.035" units="cm"/>
      <inkml:brushProperty name="height" value="0.035" units="cm"/>
      <inkml:brushProperty name="color" value="#008C3A"/>
    </inkml:brush>
  </inkml:definitions>
  <inkml:trace contextRef="#ctx0" brushRef="#br0">353 1 16097,'-66'36'3489,"62"-33"-3064,0-1-1,0 1 1,1 0 0,-1 0 0,1 0 0,0 1-1,0-1 1,0 1 0,0-1 0,1 1 0,-1 0-1,1 0 1,-2 7 0,-1-2 366,-18 43 225,1 1 1,-15 59 0,-18 111 1789,25-93-2219,7-33-1085,5 1 0,-10 159 1,28-240-484,0-1 1,0 0-1,2 1 1,0-1 0,1 0-1,7 24 1,-6-30-368,0-1 1,0 0-1,1 0 0,0 0 0,0 0 1,1-1-1,8 9 0,20 18-9297</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2.456"/>
    </inkml:context>
    <inkml:brush xml:id="br0">
      <inkml:brushProperty name="width" value="0.035" units="cm"/>
      <inkml:brushProperty name="height" value="0.035" units="cm"/>
      <inkml:brushProperty name="color" value="#008C3A"/>
    </inkml:brush>
  </inkml:definitions>
  <inkml:trace contextRef="#ctx0" brushRef="#br0">27 300 14321,'-1'0'83,"1"0"0,-1 0-1,1 0 1,-1 0 0,0 0-1,1-1 1,-1 1 0,1 0 0,-1 0-1,1 0 1,-1 1 0,1-1-1,-1 0 1,1 0 0,-1 0-1,1 0 1,-1 0 0,1 1 0,-1-1-1,1 0 1,-1 0 0,1 1-1,-1-1 1,1 0 0,-1 1-1,1-1 1,0 0 0,-1 1 0,1-1-1,0 1 1,-1-1 0,1 1-1,0-1 1,0 1 0,-1-1-1,1 1 1,2 23 2216,0 6-581,-8 8 310,3-23-1213,1 0 0,1 0-1,0 19 1,2-6-400,1 0-1,1 0 1,2-1-1,0 0 1,2 0-1,2 0 1,0-1 0,1 0-1,2-1 1,0 0-1,2-1 1,1 0-1,24 29 1,-33-46-402,1-1 0,0 0 0,0 0 1,0 0-1,1-1 0,0 0 0,0-1 0,0 1 0,1-2 0,0 1 1,-1-1-1,1 0 0,0-1 0,1 0 0,-1-1 0,11 1 0,-14-1-10,0-1-1,0-1 0,0 1 0,0-1 0,0 0 0,0 0 0,-1-1 0,1 0 0,0 0 0,-1 0 0,1 0 0,-1-1 0,0 0 0,0 0 0,0-1 0,0 1 0,-1-1 0,1 0 0,-1 0 0,0-1 0,0 1 0,0-1 0,-1 0 0,0 0 0,0 0 0,3-7 0,-2 1-2,0-1 0,0 0 0,-2 1 0,1-1 0,-2 0 0,0 0 0,0-12 0,-1-6 0,-8-50 0,5 61-80,-1 1 1,-2 0-1,1 0 1,-2 1-1,-1-1 1,0 1-1,-1 1 1,0 0-1,-17-21 0,3 8-185,-2 1-1,-1 1 0,-50-40 1,39 34-912,35 31 448,22-12-819,-5 10 1283,0 0 0,0 0 0,0 2 0,0-1 0,1 2 0,22 1 0,-2-2-56,157-10-641,255-51 0,-420 57 1273,1-1-1,-1-2 0,51-22 0,-64 23 482,0 0 1,-1-1-1,0-1 0,0-1 0,-1 0 1,0 0-1,18-23 0,-29 32 145,-13 30-41,-51 153-896,-116 237 0,143-352-96,-119 244-2095,108-208 775,-34 117 1,72-194 283,1 0 0,2 1 0,-3 29 0,7-42-608,1 1-1,0-1 1,1 1-1,4 18 1,9 19-9695</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2.623"/>
    </inkml:context>
    <inkml:brush xml:id="br0">
      <inkml:brushProperty name="width" value="0.035" units="cm"/>
      <inkml:brushProperty name="height" value="0.035" units="cm"/>
      <inkml:brushProperty name="color" value="#008C3A"/>
    </inkml:brush>
  </inkml:definitions>
  <inkml:trace contextRef="#ctx0" brushRef="#br0">10 99 14193,'-5'-22'2077,"4"17"-1368,0 1 1,0-1 0,0 0-1,1 0 1,0 1-1,0-8 1,0 10-556,1 1-1,-1-1 1,0 1 0,1 0-1,-1-1 1,1 1 0,0 0-1,0-1 1,-1 1 0,1 0-1,0 0 1,0 0 0,0 0-1,0 0 1,0 0-1,0 0 1,1 0 0,-1 0-1,0 0 1,0 1 0,1-1-1,-1 0 1,0 1 0,1-1-1,-1 1 1,3-1 0,12-2 310,1 0 1,0 2 0,0 0 0,0 0 0,0 2-1,34 4 1,-20 0-36,0 1-1,-1 1 0,48 19 0,-62-20-346,0 1 0,0 1 0,-1 0 0,0 1 0,-1 1 0,0 0 0,25 24 0,-36-31-112,0 1-1,0 0 0,0 0 1,0 0-1,-1 0 1,0 1-1,1-1 0,-2 1 1,1-1-1,0 1 1,-1 0-1,0 0 0,0 0 1,-1-1-1,1 9 1,-2-5-125,1-1 0,-1 1 0,-1-1 1,0 1-1,0-1 0,0 1 0,-1-1 1,0 0-1,-5 9 0,1-4-477,-1 0 0,0-1 1,-1 0-1,0 0 0,0-1 0,-2 0 1,1-1-1,-1 0 0,0 0 0,-19 10 0,-44 13-8855,60-19-63</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2.882"/>
    </inkml:context>
    <inkml:brush xml:id="br0">
      <inkml:brushProperty name="width" value="0.035" units="cm"/>
      <inkml:brushProperty name="height" value="0.035" units="cm"/>
      <inkml:brushProperty name="color" value="#008C3A"/>
    </inkml:brush>
  </inkml:definitions>
  <inkml:trace contextRef="#ctx0" brushRef="#br0">365 115 11897,'-1'-1'112,"1"1"0,-1-1 0,1 1 0,-1-1 0,1 1 0,-1-1 0,1 0-1,-1 1 1,1-1 0,0 1 0,0-1 0,-1 0 0,1 1 0,0-1 0,0 0 0,0 1 0,-1-1 0,1 0 0,0 1-1,0-1 1,0 0 0,0 1 0,0-1 0,1 0 0,-1 1 0,0-1 0,0 0 0,0 1 0,1-1 0,-1 0 0,0 1-1,1-2 1,18-12 3202,-15 11-2780,-4 3-371,1-1 0,0 1 0,-1-1 0,1 0 0,-1 0 0,1 1 0,-1-1-1,1 0 1,-1 0 0,0 1 0,1-1 0,-1 0 0,0 0 0,0 0 0,1 0-1,-1 0 1,0 0 0,0 1 0,0-1 0,0-1 0,0-2 413,2 0-80,1-1 0,0 1 0,0 0 0,0 0 0,0 1 0,1-1 0,-1 1-1,1-1 1,0 1 0,0 0 0,0 0 0,0 1 0,1-1 0,6-2-1,-9 4 560,-6 1-348,-7 1-695,0 1 0,0 0-1,0 1 1,0 0 0,0 1 0,1 0 0,-1 1-1,1 0 1,0 0 0,1 1 0,-1 0-1,1 1 1,-11 10 0,-12 12-23,1 1 0,-31 40 0,38-41 11,1 2 0,1 1 0,-19 39 0,31-51 0,0 0 0,2 1 0,1 1 0,0 0 0,2-1 0,-5 38 0,9-50-88,0-1 1,1 1-1,1 0 1,-1-1-1,1 0 1,1 1-1,-1-1 1,2 1-1,-1-1 0,1 0 1,0 0-1,1-1 1,-1 1-1,2-1 1,-1 1-1,1-1 1,0 0-1,1-1 0,-1 0 1,1 1-1,1-2 1,-1 1-1,1-1 1,0 0-1,0 0 0,14 6 1,3 0-360,0-1 1,0-1-1,1-2 0,1 0 1,-1-2-1,1 0 0,43 1 1,-12-4-1870,0-3-1,78-11 1,29-17-5637,-58 7-991</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3.117"/>
    </inkml:context>
    <inkml:brush xml:id="br0">
      <inkml:brushProperty name="width" value="0.035" units="cm"/>
      <inkml:brushProperty name="height" value="0.035" units="cm"/>
      <inkml:brushProperty name="color" value="#008C3A"/>
    </inkml:brush>
  </inkml:definitions>
  <inkml:trace contextRef="#ctx0" brushRef="#br0">1023 34 8297,'-8'-11'2609,"6"8"-162,-3-1 954,-7-2-2495,11 5-390,-1 0-228,0 0 0,0 0 1,0 0-1,0 0 0,-1 0 0,1 0 0,0 1 0,0-1 0,-1 1 0,1 0 0,0 0 0,-1-1 0,1 1 0,0 1 0,-1-1 1,1 0-1,0 1 0,0-1 0,-1 1 0,1-1 0,0 1 0,0 0 0,0 0 0,0 0 0,0 0 0,0 1 0,0-1 0,0 0 1,0 1-1,0 0 0,1-1 0,-1 1 0,1 0 0,-1 0 0,-1 3 0,-1 1 81,0 0 1,0 1-1,1-1 0,0 1 0,0-1 1,1 1-1,0 0 0,0 0 0,0 0 1,0 12-1,2 15-272,9 63 1,1-3-135,-8-49 37,-3-1 0,-10 81 0,6-96 0,-2-1 0,-1 1 0,-1-2 0,-1 1 0,-18 34 0,2-16-873,-1-1 0,-3-1-1,-1-2 1,-3-1 0,-1-1 0,-66 57 0,36-44-1934,-2-4 1,-2-2-1,-114 57 1,21-24-9639</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3.568"/>
    </inkml:context>
    <inkml:brush xml:id="br0">
      <inkml:brushProperty name="width" value="0.035" units="cm"/>
      <inkml:brushProperty name="height" value="0.035" units="cm"/>
      <inkml:brushProperty name="color" value="#008C3A"/>
    </inkml:brush>
  </inkml:definitions>
  <inkml:trace contextRef="#ctx0" brushRef="#br0">449 19 7605,'0'-1'273,"0"0"1,0 0 0,0 0 0,0 0-1,0 1 1,0-1 0,0 0 0,-1 0-1,1 0 1,0 0 0,0 0-1,-1 0 1,1 1 0,-1-1 0,1 0-1,-1 0 1,1 1 0,-1-1 0,1 0-1,-2 0 1,1 1-47,0 1 1,-1-1-1,1 0 0,0 1 1,0 0-1,0-1 0,0 1 1,0 0-1,0-1 0,0 1 1,0 0-1,0 0 0,0 0 1,1 0-1,-1 0 0,0 0 1,0 2-1,-8 10 694,0 0 1,1 1-1,1 0 0,-11 29 1,4-9 201,-24 67 2189,-28 114 1,47-151-2452,-160 721 1245,158-674-2228,5 1 0,-4 201 1,22-267-15,2 0 1,2-1 0,21 82-1,-18-96 14,2 0 0,1-1-1,2 0 1,1-1 0,1-1-1,25 33 1,-19-33-489,1-1 1,2-2-1,0 0 0,2-2 0,1-1 0,0-1 1,2-1-1,0-1 0,41 17 0,-8-9-1991,1-3 0,1-2 0,125 23 0,65-5-8902</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4.067"/>
    </inkml:context>
    <inkml:brush xml:id="br0">
      <inkml:brushProperty name="width" value="0.035" units="cm"/>
      <inkml:brushProperty name="height" value="0.035" units="cm"/>
      <inkml:brushProperty name="color" value="#008C3A"/>
    </inkml:brush>
  </inkml:definitions>
  <inkml:trace contextRef="#ctx0" brushRef="#br0">183 204 3984,'-5'-6'418,"0"0"0,-1 0-1,0 1 1,0-1-1,0 2 1,0-1 0,-1 1-1,0-1 1,0 2 0,-13-6-1,12 5 447,-1 0-1,1 0 1,0-1-1,0 0 1,0 0 0,1-1-1,0 0 1,-8-8-1,14 13-658,-1-1-1,1 1 1,-1-1 0,1 0-1,0 1 1,0-1-1,-1 0 1,1 0 0,1 0-1,-1 0 1,0 0-1,0 0 1,1 0 0,-1-1-1,1 1 1,0 0-1,-1 0 1,1 0 0,0-1-1,1 1 1,-1 0-1,0 0 1,0 0 0,1 0-1,-1 0 1,1-1-1,0 1 1,0 0 0,0 0-1,1-2 1,0 2-65,1-1 1,0 1-1,-1-1 1,1 1 0,0 0-1,0 0 1,0 1-1,0-1 1,0 1-1,0-1 1,1 1-1,-1 0 1,0 0-1,1 0 1,-1 1-1,1-1 1,-1 1 0,1 0-1,3 0 1,12 1 158,-1 0 1,1 1 0,0 2-1,-1 0 1,0 0 0,0 2-1,0 0 1,33 17-1,-42-18-245,0 0-1,0 1 0,0 0 1,0 0-1,-1 1 1,0 0-1,-1 0 0,1 1 1,-1 0-1,-1 0 0,0 1 1,0 0-1,0 0 0,-1 0 1,-1 1-1,0 0 0,5 17 1,-7-20-55,-2 1 0,1-1 0,-1 1 0,0 0 1,-1-1-1,0 1 0,0-1 0,-1 1 1,1-1-1,-2 0 0,1 0 0,-1 0 0,0 0 1,0 0-1,-1 0 0,0-1 0,0 1 0,-1-1 1,-5 6-1,-8 7-68,0 0 0,-1-1 1,-2-1-1,-24 17 0,-172 111-249,194-122 291,22-22 19,1-1-1,0 0 1,-1 1-1,1-1 0,0 1 1,0-1-1,0 1 0,-1-1 1,1 1-1,0-1 0,0 1 1,0-1-1,0 1 1,0-1-1,0 1 0,0-1 1,0 1-1,0-1 0,0 1 1,0-1-1,1 1 0,-1-1 1,0 1-1,0-1 1,0 0-1,1 1 0,-1-1 1,0 1-1,0-1 0,1 1 1,3 1-99,0 0 0,-1 0 1,1-1-1,0 1 0,0-1 1,0 0-1,0 0 0,1 0 1,-1-1-1,7 1 0,22 0-1429,0-1 0,58-7 1,-20 0-1763,-2 4-2011</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4.538"/>
    </inkml:context>
    <inkml:brush xml:id="br0">
      <inkml:brushProperty name="width" value="0.035" units="cm"/>
      <inkml:brushProperty name="height" value="0.035" units="cm"/>
      <inkml:brushProperty name="color" value="#008C3A"/>
    </inkml:brush>
  </inkml:definitions>
  <inkml:trace contextRef="#ctx0" brushRef="#br0">149 1 5240,'-10'7'1082,"7"1"5256,21 3 6384,-6-6-10474,2 2-4587,-3 1 2969,2-1-168,-1 2 1,-1-1-1,1 2 1,9 10 0,-18-18-416,-1 1 1,1 0 0,-1 0-1,0 0 1,0 0 0,0 1-1,0-1 1,-1 0 0,1 1-1,-1-1 1,0 1 0,0-1-1,0 1 1,-1 0-1,1-1 1,-1 1 0,0 0-1,0 0 1,0-1 0,-1 1-1,0 5 1,-9 19-152,-1 0 0,-2 0 1,-22 35-1,25-45-277,-3 4-508,-1 0 1,0-2-1,-30 32 0,31-39-706,0 0-1,-1-1 0,-18 12 0,5-3-4400,6 3-3572</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4.757"/>
    </inkml:context>
    <inkml:brush xml:id="br0">
      <inkml:brushProperty name="width" value="0.035" units="cm"/>
      <inkml:brushProperty name="height" value="0.035" units="cm"/>
      <inkml:brushProperty name="color" value="#008C3A"/>
    </inkml:brush>
  </inkml:definitions>
  <inkml:trace contextRef="#ctx0" brushRef="#br0">48 123 17542,'-47'-37'7072,"53"23"-4327,0 0 2663,7-1-5484,0 4-1132,6-3-3601,-3-1 1109,6 12-16290</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5.268"/>
    </inkml:context>
    <inkml:brush xml:id="br0">
      <inkml:brushProperty name="width" value="0.035" units="cm"/>
      <inkml:brushProperty name="height" value="0.035" units="cm"/>
      <inkml:brushProperty name="color" value="#008C3A"/>
    </inkml:brush>
  </inkml:definitions>
  <inkml:trace contextRef="#ctx0" brushRef="#br0">1 58 14885,'0'0'3073,"3"-18"-2645,3 4-1612,10 0-5261,3 2-1328</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6.354"/>
    </inkml:context>
    <inkml:brush xml:id="br0">
      <inkml:brushProperty name="width" value="0.035" units="cm"/>
      <inkml:brushProperty name="height" value="0.035" units="cm"/>
      <inkml:brushProperty name="color" value="#008C3A"/>
    </inkml:brush>
  </inkml:definitions>
  <inkml:trace contextRef="#ctx0" brushRef="#br0">0 158 10365,'0'0'45,"0"0"-1,0 1 1,0-1 0,0 0-1,0 0 1,0 0 0,0 0-1,0 0 1,0 0 0,0 0-1,0 1 1,0-1 0,0 0-1,1 0 1,-1 0-1,0 0 1,0 0 0,0 0-1,0 0 1,0 0 0,0 0-1,0 0 1,0 0 0,0 1-1,0-1 1,0 0 0,1 0-1,-1 0 1,0 0 0,0 0-1,0 0 1,0 0 0,0 0-1,0 0 1,0 0 0,1 0-1,-1 0 1,0 0 0,0 0-1,0 0 1,0 0 0,0 0-1,0 0 1,0 0 0,0 0-1,1 0 1,-1 0 0,0 0-1,0 0 1,0-1-1,0 1 1,0 0 0,0 0-1,0 0 1,0 0 0,0 0-1,0 0 1,1 0 0,-1 0-1,0 0 1,5-12 2928,6-33 2737,0 5-1719,-9 36-3760,0 1-1,0 0 1,1 0 0,-1 0 0,1 0-1,0 0 1,0 0 0,0 1 0,0-1-1,0 1 1,0 0 0,1 0 0,5-2-1,43-13 1031,-31 14-1010,0 1 1,0 1-1,1 1 0,-1 1 1,0 1-1,0 1 0,0 1 0,0 1 1,25 8-1,-33-8-251,1 0 0,-1 1 0,0 0 0,0 1 0,0 0 0,-1 1 0,-1 1 0,1 0 0,-1 0 0,-1 1 0,0 1 0,0 0 0,-1 0 0,0 1 0,-1 0 0,-1 0 0,1 1 0,-2 0 0,0 0 0,-1 0 0,0 1 0,-1 0 0,0 0 0,-1 0 0,-1 0 0,0 1 0,-1-1 0,-1 1 0,-1 18 0,-5 4-700,-1-1 0,-2 1 0,-1-1 0,-2-1 0,-2 0 0,-1-1 1,-20 33-1,-151 221-7156,155-244 7271,-71 96-5018,61-79 1940</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6.479"/>
    </inkml:context>
    <inkml:brush xml:id="br0">
      <inkml:brushProperty name="width" value="0.035" units="cm"/>
      <inkml:brushProperty name="height" value="0.035" units="cm"/>
      <inkml:brushProperty name="color" value="#008C3A"/>
    </inkml:brush>
  </inkml:definitions>
  <inkml:trace contextRef="#ctx0" brushRef="#br0">1 129 8797,'14'0'1909,"-14"0"-1353,1 0 1,-1 0-1,1 0 0,-1-1 0,1 1 1,-1 0-1,1 0 0,-1-1 0,1 1 1,1-2 1668,-2 2-1669,1-1 0,-1 1 1,0-1-1,1 1 0,-1-1 0,0 1 1,0-1-1,1 1 0,-1-1 1,0 1-1,0-1 0,0 0 0,0 1 1,1-2-1,2-8 2782,4-1-6712,-1 5 3068,1 1 0,-1 0 0,1 0 0,1 1 0,-1-1 0,1 1 0,14-5 0,-4 1-783,-12 5 705,48-20-4500,-15 12-1538,1 4-2169</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6.619"/>
    </inkml:context>
    <inkml:brush xml:id="br0">
      <inkml:brushProperty name="width" value="0.035" units="cm"/>
      <inkml:brushProperty name="height" value="0.035" units="cm"/>
      <inkml:brushProperty name="color" value="#008C3A"/>
    </inkml:brush>
  </inkml:definitions>
  <inkml:trace contextRef="#ctx0" brushRef="#br0">1 126 10001,'25'-26'4360,"-35"18"-2592,1-1 665,15-5-1937,4 2-548,2 1-848,11-12-917,-14 12-2959,13-1-3753</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7.741"/>
    </inkml:context>
    <inkml:brush xml:id="br0">
      <inkml:brushProperty name="width" value="0.035" units="cm"/>
      <inkml:brushProperty name="height" value="0.035" units="cm"/>
      <inkml:brushProperty name="color" value="#008C3A"/>
    </inkml:brush>
  </inkml:definitions>
  <inkml:trace contextRef="#ctx0" brushRef="#br0">1 301 5268,'6'-8'742,"1"1"0,1 0 0,-1 1 0,1 0 0,0 0-1,1 1 1,11-6 0,-17 9 248,-2 0 59,16-56 4154,-16 55-4542,-2 1-70,-11-21 3356,13 20-3727,-1 0-197,1-1 0,-1 1-1,1 0 1,0 0 0,1 0 0,-1 0-1,0 0 1,1 0 0,0 0 0,-1 0-1,1 1 1,0-1 0,0 1 0,1-1-1,-1 1 1,1 0 0,-1 0 0,1 0-1,-1 0 1,1 0 0,0 1 0,0-1-1,3-1 1,20-9-876,1 0-1,0 2 0,57-14 1,31 2-7419,-40 12-1468</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7.909"/>
    </inkml:context>
    <inkml:brush xml:id="br0">
      <inkml:brushProperty name="width" value="0.035" units="cm"/>
      <inkml:brushProperty name="height" value="0.035" units="cm"/>
      <inkml:brushProperty name="color" value="#008C3A"/>
    </inkml:brush>
  </inkml:definitions>
  <inkml:trace contextRef="#ctx0" brushRef="#br0">39 249 12253,'-29'6'2288,"20"-15"1977,25-5-2457,0-3-268,12 3-308,23-12-340,3 12-604,19-6-624,10-3-616,9-3-740,9 6-652,-5-6-901,-4 1-1431,3 5-3661</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8.131"/>
    </inkml:context>
    <inkml:brush xml:id="br0">
      <inkml:brushProperty name="width" value="0.035" units="cm"/>
      <inkml:brushProperty name="height" value="0.035" units="cm"/>
      <inkml:brushProperty name="color" value="#008C3A"/>
    </inkml:brush>
  </inkml:definitions>
  <inkml:trace contextRef="#ctx0" brushRef="#br0">38 0 12197,'-6'6'332,"3"-5"-101,1 1 1,0-1 0,0 1 0,0 0-1,0-1 1,0 1 0,0 0 0,0 0-1,1 1 1,-1-1 0,1 0 0,-1 1-1,1-1 1,0 0 0,0 1 0,0 0-1,0-1 1,1 1 0,-1-1 0,1 1-1,0 0 1,-1 4 0,2 7 379,0 1 0,1-1 1,1 1-1,0-1 0,1 0 0,1-1 1,0 1-1,9 16 0,10 15 498,30 42-1,-50-81-1024,73 109 1028,-2-5-93,118 234 0,-168-288-1167,-3 1-1,-2 2 0,-3 0 0,-3 1 0,-2 0 1,5 86-1,-15-104-448,-2 0 1,-2 0-1,-2 0 0,-1-1 0,-3 0 1,-1 0-1,-2 0 0,-1-1 0,-3-1 1,-24 49-1,-102 142-7492,126-207 6787,-67 98-7529</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8.301"/>
    </inkml:context>
    <inkml:brush xml:id="br0">
      <inkml:brushProperty name="width" value="0.035" units="cm"/>
      <inkml:brushProperty name="height" value="0.035" units="cm"/>
      <inkml:brushProperty name="color" value="#008C3A"/>
    </inkml:brush>
  </inkml:definitions>
  <inkml:trace contextRef="#ctx0" brushRef="#br0">7 129 15261,'38'3'2969,"-50"-20"-513,-1 0 1436,3 3-2472,1-1 613,15 4-2862,1 0-403,12-1-948,12-8-864,1 6-3105,-13 14-5464</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55.437"/>
    </inkml:context>
    <inkml:brush xml:id="br0">
      <inkml:brushProperty name="width" value="0.035" units="cm"/>
      <inkml:brushProperty name="height" value="0.035" units="cm"/>
      <inkml:brushProperty name="color" value="#008C3A"/>
    </inkml:brush>
  </inkml:definitions>
  <inkml:trace contextRef="#ctx0" brushRef="#br0">0 1 28703,'0'6956'0</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59.627"/>
    </inkml:context>
    <inkml:brush xml:id="br0">
      <inkml:brushProperty name="width" value="0.035" units="cm"/>
      <inkml:brushProperty name="height" value="0.035" units="cm"/>
      <inkml:brushProperty name="color" value="#008C3A"/>
    </inkml:brush>
  </inkml:definitions>
  <inkml:trace contextRef="#ctx0" brushRef="#br0">1 19 26814,'9722'0'0</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05.903"/>
    </inkml:context>
    <inkml:brush xml:id="br0">
      <inkml:brushProperty name="width" value="0.05" units="cm"/>
      <inkml:brushProperty name="height" value="0.05" units="cm"/>
      <inkml:brushProperty name="color" value="#E5F420"/>
    </inkml:brush>
  </inkml:definitions>
  <inkml:trace contextRef="#ctx0" brushRef="#br0">83 18 1644,'-31'-14'408,"5"11"-476,1 3-580</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15.909"/>
    </inkml:context>
    <inkml:brush xml:id="br0">
      <inkml:brushProperty name="width" value="0.05" units="cm"/>
      <inkml:brushProperty name="height" value="0.05" units="cm"/>
      <inkml:brushProperty name="color" value="#004F8B"/>
    </inkml:brush>
  </inkml:definitions>
  <inkml:trace contextRef="#ctx0" brushRef="#br0">1 1 3356,'0'0'8568,"2"1"-8358,1 2-231,1 0 0,-1 0 0,0 1 0,0-1 0,-1 1 0,1 0 0,-1 0 0,0 0 0,0 0 0,0 0 0,0 0 0,-1 0 0,1 1 0,-1-1 0,0 1 0,0 5-1,8 25-4110,0-12-528</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18.982"/>
    </inkml:context>
    <inkml:brush xml:id="br0">
      <inkml:brushProperty name="width" value="0.05" units="cm"/>
      <inkml:brushProperty name="height" value="0.05" units="cm"/>
      <inkml:brushProperty name="color" value="#004F8B"/>
    </inkml:brush>
  </inkml:definitions>
  <inkml:trace contextRef="#ctx0" brushRef="#br0">199 347 5228,'0'0'7133,"0"-3"-6102,0 1-962,0 0 385,0 0 0,0 0 1,0 1-1,0-1 0,0 0 0,-1 0 1,1 1-1,0-1 0,-1 0 0,1 0 1,-2-2-1,1 4-386,0-1-1,0 1 1,0-1 0,0 1 0,0 0-1,0-1 1,0 1 0,1 0 0,-1 0-1,0 0 1,0 0 0,0 0 0,0 0-1,0 0 1,0 0 0,0 0 0,0 0 0,0 0-1,0 1 1,0-1 0,0 0 0,0 1-1,0-1 1,0 1 0,0-1 0,1 1-1,-2 0 1,-1 1 1,1 0-1,0 0 1,0 1-1,0-1 1,0 0-1,0 1 1,0-1-1,1 1 1,-1 0-1,1 0 0,-1 0 1,1-1-1,-1 7 1,-7 11 230,-16 24 212,2 1 0,2 1 0,-28 91 0,44-119-430,2 0 1,0 0-1,1 1 0,1-1 1,2 37-1,1-42-57,0 0 1,0-1-1,2 1 1,-1-1-1,2 0 0,-1 0 1,2-1-1,0 1 1,12 17-1,-12-21 32,1 0 0,0-1 0,0 0 0,1 0 1,0-1-1,0 0 0,1-1 0,0 1 0,0-2 0,0 1 0,0-1 1,1-1-1,-1 1 0,1-2 0,0 1 0,0-1 0,0-1 0,0 0 0,0 0 1,1-1-1,-1-1 0,0 1 0,0-1 0,0-1 0,0 0 0,0-1 0,0 0 1,-1 0-1,1-1 0,-1 0 0,12-8 0,-2-2-71,-2 0 0,0-2 1,-1 0-1,0-1 0,-1-1 0,-1 0 0,-1-1 1,15-29-1,-13 19-124,-2 0 0,0-1 1,-2 0-1,-2-1 0,9-49 1,-13 37 11,-2-1 0,-3-46 1,0 41 142,-3 6-78,-2 1 0,-2 0 0,-1 1 0,-23-67 0,26 92 78,4 12-24,-1 1 0,0-1 0,0 0 0,0 1-1,0-1 1,-1 1 0,1 0 0,-1 0 0,0 0 0,0 0-1,0 0 1,0 1 0,0 0 0,-1-1 0,1 1 0,-1 0 0,0 0-1,1 1 1,-1-1 0,0 1 0,-7-2 0,5 2 0,-1-1 1,0 1-1,0 1 1,1-1-1,-1 1 1,0 0-1,0 0 1,0 1-1,1 0 1,-1 0 0,0 1-1,-8 3 1,-6 5 6,1 1 1,0 1 0,1 1 0,1 1-1,0 0 1,1 1 0,0 1 0,1 1-1,1 0 1,1 1 0,0 1 0,1 0-1,1 0 1,1 1 0,1 1 0,1 0-1,1 1 1,0-1 0,2 1 0,-6 33-1,10-40 15,0 1-1,0 0 1,2 29 0,1-40-7,0 0 0,0 0 1,0 0-1,0 0 0,1 0 1,0 0-1,0 0 0,0 0 0,1 0 1,-1-1-1,1 0 0,0 1 1,1-1-1,-1 0 0,7 5 1,1 0-8,1 0-1,1 0 1,-1-2 0,1 0 0,1 0 0,-1-1 0,1-1 0,0 0 0,22 5 0,-3-4 6,-1-1 1,1-2-1,38 0 1,-32-5 1,53-8 1,-30 2-332,-52 6 105,1 1-1,-1-2 1,1 1 0,-1-2 0,0 1-1,0-1 1,10-6 0,6-7-3278,-5-4-4183</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6.356"/>
    </inkml:context>
    <inkml:brush xml:id="br0">
      <inkml:brushProperty name="width" value="0.05" units="cm"/>
      <inkml:brushProperty name="height" value="0.05" units="cm"/>
      <inkml:brushProperty name="color" value="#004F8B"/>
    </inkml:brush>
  </inkml:definitions>
  <inkml:trace contextRef="#ctx0" brushRef="#br0">0 1 10173,'0'0'7637,"1"4"-6513,1 9-572,-2-4-183,2 1 0,-1 0-1,2-1 1,-1 0 0,1 1 0,0-1 0,7 13 0,36 54 599,3-1 0,3-2 0,66 69 1,-90-112-1192,-1 2 1,-2 0-1,-1 2 1,20 38-1,-41-66 151,-1-1 0,1 1-1,-1-1 1,0 1 0,-1 0 0,0 0-1,0 0 1,0 0 0,0 0 0,-1 0 0,0 0-1,0 0 1,-1 0 0,0-1 0,0 1 0,0 0-1,-4 11 1,1-9-103,-1-1 0,1 1 0,-1-1 0,-1 0 0,1 0 1,-1-1-1,0 1 0,-1-1 0,0-1 0,0 1 0,-12 7 0,-25 12-2688,0-1-1,-2-3 1,-95 31-1,53-25-4496</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2.248"/>
    </inkml:context>
    <inkml:brush xml:id="br0">
      <inkml:brushProperty name="width" value="0.05" units="cm"/>
      <inkml:brushProperty name="height" value="0.05" units="cm"/>
      <inkml:brushProperty name="color" value="#004F8B"/>
    </inkml:brush>
  </inkml:definitions>
  <inkml:trace contextRef="#ctx0" brushRef="#br0">0 361 7749,'0'0'3568,"3"-2"-2161,20-9-450,1 1 1,0 2-1,0 0 0,1 2 1,36-5-1,-11 1-399,630-157 1439,-402 94-1690,-208 54-297,-29 7-631,65-11 0,-102 22-247,-11 8-5475,5-5 5551,1-1-1,0 1 1,0-1 0,-2 5-1</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2.728"/>
    </inkml:context>
    <inkml:brush xml:id="br0">
      <inkml:brushProperty name="width" value="0.05" units="cm"/>
      <inkml:brushProperty name="height" value="0.05" units="cm"/>
      <inkml:brushProperty name="color" value="#004F8B"/>
    </inkml:brush>
  </inkml:definitions>
  <inkml:trace contextRef="#ctx0" brushRef="#br0">244 0 7821,'0'0'10479,"-3"1"-9636,-61 17 2887,63-16-3673,0-1 0,0 1 0,0-1-1,1 0 1,-1 1 0,1 0 0,-1-1 0,1 1 0,-1-1 0,1 1 0,0 0 0,0-1 0,0 1 0,0-1 0,0 1 0,0 0 0,0-1 0,1 3 0,-1 3 425,1 11-118,1 0 0,1 0 0,8 26-1,-6-23-178,0 0 0,2 36 0,-3-15-18,12 55 0,3 32-496,-12-39-375,3 65-586,-9-128 1061,-2 0-1,-2 0 1,-8 44 0,8-58 189,-1 0 0,0-1 1,-1 1-1,-1-1 0,1 0 1,-2-1-1,-12 19 0,13-23 40,0 0 0,0-1 0,0 0 0,-1 0 0,1-1-1,-1 0 1,-1 0 0,1 0 0,-1-1 0,0 0 0,0 0 0,-12 3-1,12-6-33,0 1-1,-1-1 0,1-1 0,-1 0 1,1 0-1,-10-1 0,16 0-84,1 1 0,0-1 0,0 0 0,-1 1 0,1-1 0,0 0 0,0 0 1,0 0-1,-1 0 0,1 0 0,0 0 0,1 0 0,-1 0 0,0 0 0,0-1 0,0 1 0,1 0 0,-1 0 0,0-1 0,1 1 0,-1 0 0,1-1 0,0 1 0,-1-1 1,1 1-1,0-1 0,0 1 0,0 0 0,0-1 0,0 1 0,0-1 0,1 1 0,-1-1 0,1-2 0,0 2-516,0 0-1,-1 0 1,1 0-1,0 0 1,0 0-1,1 0 1,-1 0-1,0 0 1,1 1-1,-1-1 1,4-2-1,7-8-7569</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3.554"/>
    </inkml:context>
    <inkml:brush xml:id="br0">
      <inkml:brushProperty name="width" value="0.05" units="cm"/>
      <inkml:brushProperty name="height" value="0.05" units="cm"/>
      <inkml:brushProperty name="color" value="#004F8B"/>
    </inkml:brush>
  </inkml:definitions>
  <inkml:trace contextRef="#ctx0" brushRef="#br0">46 407 5469,'3'-14'7167,"-2"-2"-5452,1 0-807,-2 13 976,8-19 4949,-24 66-6559,10-31-191,1 1-1,1 0 1,0 0 0,-4 26 0,5-4 5,1 1 1,4 41-1,-1-63-71,1-1-1,1 0 1,-1 0 0,2 0-1,0 0 1,1 0 0,1-1-1,8 16 1,-10-22-12,1-1 0,0 0 0,0 0 0,0-1 1,1 1-1,0-1 0,0 0 0,0-1 0,1 0 0,-1 0 0,1 0 0,0 0 1,1-1-1,-1-1 0,0 1 0,1-1 0,-1 0 0,1-1 0,9 1 0,-10-1-8,-1-1 0,1 1 0,-1-2-1,1 1 1,0-1 0,-1 0-1,0 0 1,1-1 0,-1 0-1,0 0 1,1 0 0,-1-1 0,-1 0-1,1 0 1,0 0 0,-1-1-1,1 0 1,-1 0 0,0 0 0,-1-1-1,1 0 1,-1 0 0,5-6-1,1-6-115,0-2-1,-1 1 1,-1-2-1,-1 1 1,0-1-1,-1 0 0,-2 0 1,4-28-1,-2-20-377,-4-83-1,-2 99 335,-1 25 76,0 0-1,-2-1 1,-9-39-1,9 54 69,-1 1 0,1 1 1,-2-1-1,0 0 0,0 1 0,-1 0 0,0 1 0,-1-1 0,0 1 1,-10-10-1,-25-8-93,41 28 111,0 0 1,0-1 0,0 1 0,0 0-1,0 0 1,0-1 0,0 1 0,0 0 0,0 0-1,-1 0 1,1 0 0,0 1 0,0-1-1,0 0 1,0 0 0,0 1 0,-1 0-1,-3 0 5,-1 0-11,-1 0 1,1 0-1,0 1 0,0 0 0,0 0 1,0 1-1,0-1 0,0 1 1,1 1-1,-1-1 0,1 1 0,0 0 1,0 0-1,0 0 0,1 1 0,-1 0 1,1-1-1,0 2 0,1-1 1,-1 0-1,1 1 0,-4 9 0,-20 32-57,14-25-19,1 0 0,-12 34 1,11-22 56,-1 5-76,-17 69 1,29-98 98,0 0-1,1 0 0,0 0 1,0 0-1,1 1 0,1-1 1,0 0-1,0 0 0,1 0 1,0 0-1,0 0 0,6 11 1,-6-17 1,1 0 1,0-1-1,0 1 1,0-1 0,0 0-1,1 1 1,0-2-1,-1 1 1,1 0-1,0-1 1,0 0 0,0 0-1,0 0 1,1 0-1,5 1 1,-4-1 12,7 3-19,-1-2 1,1 0-1,-1 0 1,1-1-1,0-1 1,18 0-1,78-8-1025,-81 4 432,-13 1 40,0-1 0,-1 0 1,0-1-1,1-1 0,-1 0 0,-1-1 0,15-8 1,48-32-6024,-40 23 882</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4.018"/>
    </inkml:context>
    <inkml:brush xml:id="br0">
      <inkml:brushProperty name="width" value="0.05" units="cm"/>
      <inkml:brushProperty name="height" value="0.05" units="cm"/>
      <inkml:brushProperty name="color" value="#004F8B"/>
    </inkml:brush>
  </inkml:definitions>
  <inkml:trace contextRef="#ctx0" brushRef="#br0">166 0 6657,'10'1'10421,"2"11"-6332,12 24-4722,-11-16 1742,6 7-732,-2 1 0,0 0 0,-2 1 1,-1 1-1,16 52 0,-22-51-320,-1 1 0,-1-1-1,-2 1 1,-2 1 0,0-1 0,-5 37-1,0-25-269,-3 0-1,-2 0 0,-26 83 0,34-126 208,-77 197-1764,67-178 1074,0-2 0,-1 1 0,0-1 0,-2-1 1,0 0-1,-1-1 0,-30 27 0,31-34-932,1 0 0,-1-2-1,-19 10 1,-6 2-4980</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4.516"/>
    </inkml:context>
    <inkml:brush xml:id="br0">
      <inkml:brushProperty name="width" value="0.05" units="cm"/>
      <inkml:brushProperty name="height" value="0.05" units="cm"/>
      <inkml:brushProperty name="color" value="#004F8B"/>
    </inkml:brush>
  </inkml:definitions>
  <inkml:trace contextRef="#ctx0" brushRef="#br0">103 0 5184,'-4'3'47,"0"-2"149,1 0 0,0 1 0,-1 0 0,1 0 0,0 0 0,0 0 1,1 0-1,-1 0 0,0 1 0,1 0 0,-1-1 0,1 1 0,0 0 1,0 0-1,0 0 0,0 0 0,1 1 0,-1-1 0,1 0 0,0 1 0,-1 4 1,-10 45 2495,7-37-2020,2 0 0,0 0 0,-2 26 0,5 22 899,-5 158 1804,1-174-3016,-3 31 398,6 143 0,3-196-726,1-1 1,2 0 0,0 0 0,1 0-1,2-1 1,1 1 0,0-2 0,2 1-1,24 38 1,-19-39-294,1 0-1,1-2 1,1 0 0,1 0-1,38 29 1,-41-38-488,1 0 1,1-1-1,20 9 1,-22-13-681,-1-1 1,1 0 0,1-1 0,17 2 0,8 0-5931</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7.583"/>
    </inkml:context>
    <inkml:brush xml:id="br0">
      <inkml:brushProperty name="width" value="0.05" units="cm"/>
      <inkml:brushProperty name="height" value="0.05" units="cm"/>
      <inkml:brushProperty name="color" value="#004F8B"/>
    </inkml:brush>
  </inkml:definitions>
  <inkml:trace contextRef="#ctx0" brushRef="#br0">448 0 6405,'-3'1'1470,"-14"6"-347,1 0 0,-1 1 1,2 1-1,-1 0 0,-26 22 1,30-22-936,-33 27 302,-78 79-1,20-4-4436,79-81 359,9 3-1675</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7.834"/>
    </inkml:context>
    <inkml:brush xml:id="br0">
      <inkml:brushProperty name="width" value="0.05" units="cm"/>
      <inkml:brushProperty name="height" value="0.05" units="cm"/>
      <inkml:brushProperty name="color" value="#004F8B"/>
    </inkml:brush>
  </inkml:definitions>
  <inkml:trace contextRef="#ctx0" brushRef="#br0">58 15 12937,'-16'-14'13768,"14"16"-13241,-1 0-513,0 1 0,-1 1 0,1-1 0,0 0 0,1 1 0,-1-1 0,1 1 0,-1 0 0,1 0 0,0 0 0,0 0-1,1 0 1,-1 0 0,1 0 0,0 1 0,0-1 0,1 0 0,-1 1 0,1-1 0,0 1 0,1 7 0,-1 41-1270,3 39-3485,-2-73 1931,1 0 0,9 33 1,12 18-7320</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30.750"/>
    </inkml:context>
    <inkml:brush xml:id="br0">
      <inkml:brushProperty name="width" value="0.05" units="cm"/>
      <inkml:brushProperty name="height" value="0.05" units="cm"/>
      <inkml:brushProperty name="color" value="#004F8B"/>
    </inkml:brush>
  </inkml:definitions>
  <inkml:trace contextRef="#ctx0" brushRef="#br0">19 17 4032,'0'0'11269,"-2"-2"-10511,-14-13 1760,19 18-2421,0 0 0,0 0 0,-1 0 0,1 0 1,0 1-1,-1-1 0,0 1 0,0 0 0,0-1 0,-1 1 0,1 0 0,1 6 0,9 57 355,-1-7-339,44 124-4092,-35-123-1352,-4-4-2779</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36.597"/>
    </inkml:context>
    <inkml:brush xml:id="br0">
      <inkml:brushProperty name="width" value="0.05" units="cm"/>
      <inkml:brushProperty name="height" value="0.05" units="cm"/>
      <inkml:brushProperty name="color" value="#004F8B"/>
    </inkml:brush>
  </inkml:definitions>
  <inkml:trace contextRef="#ctx0" brushRef="#br0">7 663 3424,'-4'3'4383,"5"-7"-3114,6-11-1666,-5 13 929,-1 0 277,-2-1-667,3-32 528,-1 18 2943,-14 32-2337,11-12-1208,11 60 917,11-20-214,-19-6-52,-1-26-615,0 0 1,0 0-1,1 0 0,3 17 1,-3-23-69,0 1 1,1-1-1,0 1 1,0-1-1,0 0 0,1 0 1,-1 0-1,1 0 1,1 0-1,-1 0 1,5 4-1,23 36 303,-20-32-200,-1 0 0,-1 1 0,0 0 1,-1 1-1,12 30 0,2 1 119,-3-8-122,2-1-1,45 60 0,-48-68-33,-16-25-77,1 0 0,-1 0 0,1 0 0,0 0 0,0 0 0,6 5 0,21 15 187,-25-21-188,0 1-1,0 0 1,0 0-1,-1 0 1,1 0-1,-1 1 1,0 0-1,0 0 1,3 5-1,-6-8 22,8 16 53,15 22 111,-22-37-187,-1 0 1,0-1-1,1 1 1,-1 0-1,0 0 1,-1 0-1,1 0 1,0 4-1,3 9 98,14 17 33,0 0 0,29 37-1,4 7 30,-38-58-130,1 0-1,0-1 0,1-1 0,1 0 0,1-1 0,37 27 0,1-7 150,-53-35-165,25 21 342,-13-10-233,0 0 0,1-1 1,16 11-1,-28-20-69,0 0 1,-1 0 0,0 0-1,1 0 1,-1 1-1,0 0 1,0-1-1,0 1 1,2 5-1,0-2 104,169 254 2065,-144-205-2065,-28-52-152,-1-3-29,0 1-1,0 0 0,0 0 0,0 0 1,0-1-1,0 1 0,0 0 0,1 0 1,-1 0-1,0-1 0,0 1 0,1 0 1,-1 0-1,0-1 0,1 1 1,-1 0-1,1 0 0,5 13 81,0 15-128,-6-26 56,1-1 19,4 27 10,-5-26-24,2 0-38,12 57 114,-14-57-78,0-1 20,-6 67 141,6-66-97,0 34-5,1-17-29,1-4-12,1-1 0,1 0 0,8 23 0,0-1 21,-6-21 8,1-1-1,0 0 1,17 26-1,-19-33-45,10 21 49,-1 1 1,-2 0-1,0 1 1,-2 1-1,6 33 1,-6-23 77,2-1 1,20 48-1,50 106 448,-18-27-303,-13-33-105,13 54 110,-3-9 160,-56-166-375,-1 0 0,0 0 0,3 25 0,-5-27 1,0 1 1,0-1-1,9 21 1,-2-7 61,-2-1 1,0 2 0,4 36-1,-5-27-93,10 36-1,3-11-42,-12-37 0,-3 3 0,10 11 0,-13-32 0,-1-4 0,0-1 0,0 1 0,0 0 0,1-1 0,-1 1 0,1-1 0,-1 1 0,1-1 0,-1 1 0,1-1 0,0 1 0,0-1 0,0 0 0,0 1 0,1 1 0,2 0 0,-3-2 0,0 0 0,0 0 0,0 0 0,0 0 0,-1 0 0,1 0 0,0 0 0,-1 0 0,1 0 0,-1 0 0,1 0 0,-1 0 0,1 0 0,-1 0 0,0 0 0,1 1 0,-1-1 0,0 1 0,1 4 0,9 19 0,-9-19 0,0-4 0,0 0 0,0 0 0,0-1 0,0 1 0,0 0 0,0 0 0,0-1 0,1 1 0,-1-1 0,1 1 0,-1-1 0,1 1 0,2 0 0,18 17 0,-19-15 0,17 12 0,-14-14 0,-5-1 0,1-1 0,-1 1 0,1 0 0,-1 0 0,1 0 0,-1 0 0,1 1 0,-1-1 0,0 0 0,0 0 0,1 1 0,-1-1 0,0 1 0,1 2 0,1 0 0,7 8 0,0-1 0,0 0 0,18 14 0,-24-23 0,14 17 0,-8-9 0,1 3 0,1-1 0,0 0 0,1-1 0,15 10 0,-10-7 0,-6-3 0,-2 1 0,1-1 0,16 26 0,-3-4 0,11 7 0,20 28 0,-41-52 0,2 6 0,0 13 0,2 12 0,-6-27 0,-11-19 0,0 0 0,0-1 0,0 1 0,0 0 0,0 0 0,0-1 0,0 1 0,0 0 0,-1 0 0,1 0 0,0 0 0,-1 0 0,1 0 0,0 0 0,-1 1 0,1-1 0,-1 0 0,1 2 0,0 2 0,14 18 0,14 9 0,-18-18 0,0 1 0,15 29 0,-21-35 0,0 0 0,1 0 0,0-1 0,13 15 0,11 12 0,0 1 0,34 58 0,-43-62 0,-5-3 0,-13-23 0,0-1 0,0 0 0,0 1 0,0-1 0,1 0 0,0-1 0,6 6 0,-6-7 0,14 18 0,-3 2 0,3 5 0,1-2 0,1 0 0,31 30 0,-47-54 0,14 22 0,-2 7 0,3-3 0,-3-2 0,-3 0 0,0 8 0,14 21 0,-16-22 0,-7-22 0,-1-4 0,0 0 0,1 0 0,-1-1 0,10 12 0,-4-6 0,18 27 0,-6 6 0,-12-24 0,1 0 0,24 37 0,20 19 0,-33-51 0,-19-21 0,1 1 0,18 11 0,10 3 0,-4 12 0,14 2 0,-37-28 0,26 14 0,0-5 0,4 4 0,-1-2 0,-6-5 0,163 74 0,-180-80 0,0 0 0,0 0 0,-1 1 0,13 10 0,-13-8 0,2-1 0,20 12 0,13 9 0,-39-27 0,17 16 0,14 10 0,-30-25 0,-1 0 0,0 1 0,0-1 0,-1 1 0,1 0 0,-1 0 0,8 9 0,-9-10 0,16 12 0,-4-1 0,-13-11 0,0 0 0,1 1 0,-1-1 0,1 0 0,-1 0 0,1 0 0,0 0 0,0 0 0,0-1 0,1 1 0,-1-1 0,5 2 0,-3-1 0,16 14 0,5 4 0,-23-17 0,19 13 0,-19-15 0,1 0 0,0 0 0,0 0 0,0 1 0,-1-1 0,1 1 0,-1 0 0,1 0 0,-1 0 0,3 5 0,-3-4 0,19 12 0,-17-15 0,2 1 0,11 15 0,-15-14 0,-1-1 0,10 20 0,1 6 0,19 5 0,-29-28 0,1-1 0,0 0 0,1 0 0,-1 0 0,1-1 0,0 1 0,8 3 0,-9-4 0,-1 0 0,0-1 0,0 0 0,0 1 0,0-1 0,0 0 0,0 0 0,1-1 0,-1 1 0,0-1 0,1 0 0,0 0 0,-1 0 0,8 1 0,-10-2 0,14 6 0,-1-3 0,23-4 0,5 2 0,2-1 0,-8 3 0,-29-3 0,29 6 0,-30-4 0,24 1 0,-24-2 0,23-5 0,11-5 0,-9-2 0,3 2 0,-2-3 0,6-1 0,17-5 0,95-46 0,-93 37 0,163-56 0,-193 72 0,44-23 0,0-1 0,171-78 0,-183 81 0,79-54 0,-120 73 0,12-8 0,-2 0 0,-1-2 0,35-36 0,-11 8 0,-36 37 0,0-1 0,-1 0 0,-1 0 0,18-27 0,-20 27 0,0 0 0,1 0 0,0 2 0,28-24 0,7-8 0,-33 30 0,22-24 0,2 2 0,59-45 0,-81 69 0,-1-1 0,22-24 0,-5 4 0,-14 15 0,29-41 0,2-3 0,-17 25 0,-2 0 0,35-60 0,39-93 0,-38 67 0,-18 39 0,177-344 0,-195 370 0,40-59 0,19-34 0,96-246 0,-149 308 0,-5-1 0,31-146 0,-39 150 0,-14 58 0,8-51 0,-16 73 0,33-191 0,-11 121 0,-16 46 0,1 1 0,2 0 0,1 0 0,28-52 0,-24 53 0,1-7 0,26-46 0,6-3 0,-31 52 0,1 1 0,43-57 0,-52 78 0,-1-1 0,0 0 0,-1 0 0,-1-1 0,9-21 0,8-18 0,83-118 0,3-6 0,-52 68 0,-6-2 0,41-127 0,-30 24 0,12-38 0,-47 178 0,3 2 0,50-88 0,-59 118 0,-13 23 0,21-31 0,36-52 0,21-28 0,10-10 0,-72 98 0,31-68 0,-22 36 0,20-52 0,-49 112 0,4-13 0,-1 0 0,-1-1 0,4-45 0,-6 32 0,-3 33 0,2-25 0,-5-1 0,-4-1-211,6 32-953,9-27-14824</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4.597"/>
    </inkml:context>
    <inkml:brush xml:id="br0">
      <inkml:brushProperty name="width" value="0.05" units="cm"/>
      <inkml:brushProperty name="height" value="0.05" units="cm"/>
      <inkml:brushProperty name="color" value="#004F8B"/>
    </inkml:brush>
  </inkml:definitions>
  <inkml:trace contextRef="#ctx0" brushRef="#br0">0 26 8281,'0'0'9062,"3"0"-7775,9 0-1748,5-2 5975,-16 1-5285,-1 0-1,0 0 1,1 0 0,-1 0 0,0 0 0,0 0-1,0 0 1,1-1 0,-1 1 0,0 0 0,0 0-1,-1 0 1,1 0 0,0 0 0,0 0 0,0 0-1,-1 0 1,0-4 3058,1 23-2310,0 37-279,-1-41-855,1 0 1,0 0-1,4 24 1,-3-34 35,18 85-4795,-7-26-6669,-3-15-946</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5.080"/>
    </inkml:context>
    <inkml:brush xml:id="br0">
      <inkml:brushProperty name="width" value="0.05" units="cm"/>
      <inkml:brushProperty name="height" value="0.05" units="cm"/>
      <inkml:brushProperty name="color" value="#004F8B"/>
    </inkml:brush>
  </inkml:definitions>
  <inkml:trace contextRef="#ctx0" brushRef="#br0">0 29 16398,'35'3'9251,"-18"35"-7191,-16-28-1936,-1-5-62,1 0-1,0 0 1,0 0 0,0 0-1,0 0 1,1 0 0,0 0-1,3 5 1,-3-7-25,5 10 78,1-1 1,0 0-1,19 22 1,-23-31-100,0 1-1,0-1 1,0 0 0,0 0 0,1-1 0,-1 1-1,1-1 1,0 0 0,-1 0 0,1-1 0,0 1 0,0-1-1,0 0 1,10 0 0,-13 0-1,1-1-1,-1 0 1,0 0-1,0 0 1,0 0 0,0 0-1,0-1 1,0 1-1,0 0 1,1-1 0,-1 0-1,0 1 1,0-1-1,-1 0 1,1 0 0,0 0-1,0-1 1,0 1-1,-1 0 1,1-1 0,0 1-1,-1-1 1,1 1-1,-1-1 1,0 0 0,0 1-1,0-1 1,1 0-1,-2 0 1,1 0 0,1-2-1,-1 0 26,-1 0-1,1 1 0,-1-1 1,1 0-1,-1 0 0,-1 0 0,1 0 1,0 0-1,-1 0 0,0 0 1,0 1-1,0-1 0,0 0 1,-1 1-1,1-1 0,-4-5 0,-2-3 10,-1 0-1,0 0 0,-1 0 0,0 1 0,-1 1 0,-15-14 0,21 20-216,0 0 0,0 0 0,0 0 0,0-1 1,1 1-1,-5-9 0,7 11-961</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5.218"/>
    </inkml:context>
    <inkml:brush xml:id="br0">
      <inkml:brushProperty name="width" value="0.05" units="cm"/>
      <inkml:brushProperty name="height" value="0.05" units="cm"/>
      <inkml:brushProperty name="color" value="#004F8B"/>
    </inkml:brush>
  </inkml:definitions>
  <inkml:trace contextRef="#ctx0" brushRef="#br0">0 29 14773,'0'0'2957,"10"-11"-2429,-1 2-876,10 4-7217,0 2 204</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5.469"/>
    </inkml:context>
    <inkml:brush xml:id="br0">
      <inkml:brushProperty name="width" value="0.05" units="cm"/>
      <inkml:brushProperty name="height" value="0.05" units="cm"/>
      <inkml:brushProperty name="color" value="#004F8B"/>
    </inkml:brush>
  </inkml:definitions>
  <inkml:trace contextRef="#ctx0" brushRef="#br0">29 14 13393,'0'-1'189,"0"0"0,0 1-1,-1-1 1,1 0 0,0 1-1,0-1 1,-1 0 0,1 1 0,0-1-1,-1 1 1,1-1 0,-1 1-1,1-1 1,0 1 0,-1-1 0,1 1-1,-1-1 1,1 1 0,-1 0-1,0-1 1,1 1 0,-1 0-1,1-1 1,-1 1 0,0 0 0,0-1-1,-10 14 5376,7-6-5688,2-5 1601,4 1-1167,0 0 0,0 0 0,0 0 0,0-1 1,0 1-1,0-1 0,1 0 0,-1 1 0,1-1 0,5 3 0,-3-1 96,1 1-331,0-1 1,0 2-1,-1-1 0,1 1 0,-1-1 1,-1 1-1,1 1 0,-1-1 0,0 1 1,-1 0-1,1-1 0,-1 2 0,-1-1 1,1 0-1,-1 0 0,0 1 0,-1-1 1,0 1-1,0 0 0,-1-1 0,0 1 1,0 0-1,-1-1 0,-2 15 1,-70 155 4,71-174-118,4-2-82,3 1-54,1-1-1,-1 0 1,1 0 0,0 0-1,-1-1 1,1 0-1,-1 0 1,1-1-1,-1 1 1,1-1 0,0 0-1,-1-1 1,9-2-1,10-5-1282,36-18-1,-4-2-1113,63-27-7286,-50 34-400</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16.630"/>
    </inkml:context>
    <inkml:brush xml:id="br0">
      <inkml:brushProperty name="width" value="0.05" units="cm"/>
      <inkml:brushProperty name="height" value="0.05" units="cm"/>
      <inkml:brushProperty name="color" value="#004F8B"/>
    </inkml:brush>
  </inkml:definitions>
  <inkml:trace contextRef="#ctx0" brushRef="#br0">7 20 15286,'5'-19'0,"-17"38"0,19-19 0</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6.060"/>
    </inkml:context>
    <inkml:brush xml:id="br0">
      <inkml:brushProperty name="width" value="0.05" units="cm"/>
      <inkml:brushProperty name="height" value="0.05" units="cm"/>
      <inkml:brushProperty name="color" value="#004F8B"/>
    </inkml:brush>
  </inkml:definitions>
  <inkml:trace contextRef="#ctx0" brushRef="#br0">45 104 12981,'6'-7'951,"1"1"0,0-1 0,0 1 0,1 0 0,-1 1 0,13-6 0,-18 10-664,-2 0-91,0 0 0,1 0 1,-1 1-1,0-1 0,1 0 0,-1 0 0,0 1 0,0-1 1,1 0-1,-1 0 0,0 0 0,0 0 0,0 1 0,0-1 1,0 0-1,0 0 0,-1 0 0,1 1 0,0-1 0,0 0 1,-1-1-1,1-15 5065,10-2-2818,-10 33-1625,-13 38-814,-20 78-210,21-77-1374,-13 23-4153,17-55 811,-10 37 0,8 2-7498</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6.498"/>
    </inkml:context>
    <inkml:brush xml:id="br0">
      <inkml:brushProperty name="width" value="0.05" units="cm"/>
      <inkml:brushProperty name="height" value="0.05" units="cm"/>
      <inkml:brushProperty name="color" value="#004F8B"/>
    </inkml:brush>
  </inkml:definitions>
  <inkml:trace contextRef="#ctx0" brushRef="#br0">112 28 15457,'-20'14'8598,"1"-4"-5453,15-8-3109,0-1 1,0 1-1,1 0 1,-1 0 0,1 0-1,0 0 1,-1 1-1,1 0 1,0-1 0,1 1-1,-1 0 1,0 1-1,1-1 1,-3 5 0,4-8-26,-2 6 45,0-1 0,0 0 0,1 1 0,-1-1 0,1 1 0,0 0 0,-1 9 0,3-13-59,0 0 1,0 0-1,1 0 0,-1 0 0,0-1 1,1 1-1,0 0 0,-1 0 0,1 0 1,0-1-1,0 1 0,0 0 0,0-1 1,0 1-1,0-1 0,1 1 0,-1-1 1,0 1-1,1-1 0,-1 0 1,1 0-1,-1 0 0,1 0 0,0 0 1,0 0-1,-1 0 0,1 0 0,3 0 1,14 6-133,0 0 0,-1-2 1,2 0-1,33 4 0,-41-8 116,0 0 1,0-1-1,0 0 0,0-1 0,0 0 0,-1-1 0,1-1 0,0 1 0,11-6 0,11-14 317,-33 21-287,-1 0 1,0 0-1,1 1 1,-1-1-1,0 0 1,1 0-1,-1 0 1,0 0-1,0 0 1,0 0-1,0 0 1,0 0-1,0 0 1,0 0-1,0 1 1,0-1-1,0 0 1,-1 0-1,1 0 1,-1-1-1,1 0 23,-1-3-44,0 0 0,0 1 0,0-1 1,0 1-1,-1-1 0,1 1 1,-1 0-1,0 0 0,-1 0 1,1 0-1,-1 0 0,1 0 1,-1 0-1,-1 1 0,1 0 0,0-1 1,-1 1-1,1 0 0,-7-3 1,-8-5-945,0 2 1,0 0-1,-27-8 0,28 11-2968,1-1 0,-31-16 0</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6.607"/>
    </inkml:context>
    <inkml:brush xml:id="br0">
      <inkml:brushProperty name="width" value="0.05" units="cm"/>
      <inkml:brushProperty name="height" value="0.05" units="cm"/>
      <inkml:brushProperty name="color" value="#004F8B"/>
    </inkml:brush>
  </inkml:definitions>
  <inkml:trace contextRef="#ctx0" brushRef="#br0">1 35 8461,'25'-23'612,"-3"14"-3376,7 6-561</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6.856"/>
    </inkml:context>
    <inkml:brush xml:id="br0">
      <inkml:brushProperty name="width" value="0.05" units="cm"/>
      <inkml:brushProperty name="height" value="0.05" units="cm"/>
      <inkml:brushProperty name="color" value="#004F8B"/>
    </inkml:brush>
  </inkml:definitions>
  <inkml:trace contextRef="#ctx0" brushRef="#br0">0 30 12745,'10'-5'949,"-1"1"-1,1 0 0,-1 0 1,1 1-1,0 0 0,1 1 1,-1 0-1,0 1 1,12-1-1,-18 2-849,0 0 1,0 0-1,0 1 1,0-1 0,0 1-1,0 0 1,0 0-1,0 0 1,-1 1-1,1-1 1,0 1-1,-1 0 1,1 0-1,-1 0 1,0 1-1,1-1 1,-1 1-1,0-1 1,-1 1 0,1 0-1,0 0 1,-1 1-1,0-1 1,0 0-1,0 1 1,3 6-1,-3-5-93,-1 0 0,0 0 0,0 0 0,-1 0 0,1 0-1,-1 0 1,0 0 0,-1 0 0,1 0 0,-1 0 0,0 0 0,0 0-1,-3 7 1,-4 10-234,-19 35-1,9-20-153,14-28 366,-4 7-834,1 1 1,1 0 0,-7 27-1,13-42 526,-1-1 0,1 1 0,-1-1 0,1 1 0,-1 0 0,0-1-1,1 0 1,-1 1 0,0-1 0,0 0 0,0 1 0,0-1 0,0 0 0,-1 0 0,1 0 0,0 0-1,0 0 1,-1 0 0,1 0 0,-1 0 0,1 0 0,-1-1 0,1 1 0,-1-1 0,1 1-1,-1-1 1,1 1 0,-4-1 0,-1 2-1006,-17 6-5702</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7.570"/>
    </inkml:context>
    <inkml:brush xml:id="br0">
      <inkml:brushProperty name="width" value="0.05" units="cm"/>
      <inkml:brushProperty name="height" value="0.05" units="cm"/>
      <inkml:brushProperty name="color" value="#004F8B"/>
    </inkml:brush>
  </inkml:definitions>
  <inkml:trace contextRef="#ctx0" brushRef="#br0">26 1 10989,'1'2'7292,"1"6"-6101,-1-4-538,0-1 0,-1 0 0,1 1 1,-1-1-1,1 1 0,-1 0 0,0-1 0,-1 5 0,-2 19 502,1 0 0,2 51 0,1-52-2629,-1 0-1,-1 0 0,-6 34 0,-6 31-8462,7-38-58</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7.898"/>
    </inkml:context>
    <inkml:brush xml:id="br0">
      <inkml:brushProperty name="width" value="0.05" units="cm"/>
      <inkml:brushProperty name="height" value="0.05" units="cm"/>
      <inkml:brushProperty name="color" value="#004F8B"/>
    </inkml:brush>
  </inkml:definitions>
  <inkml:trace contextRef="#ctx0" brushRef="#br0">0 6 14389,'2'1'2371,"2"1"-1032,11 5 172,-4-5 3442,-14 18-3475,3-18-1421,0 0 0,0-1 0,0 1-1,1 0 1,-1-1 0,0 1 0,1 0 0,-1-1-1,1 1 1,-1-1 0,1 1 0,0 0 0,0-1 0,0 0-1,-1 1 1,2-1 0,-1 1 0,0-1 0,0 0 0,0 0-1,0 0 1,1 0 0,-1 0 0,1 0 0,2 2-1,-1-1-79,11 18 665,-12-17-320,-3-15-213,-8-29-1762,9 38 542,10-25-6333,-1 17 1506,3 4-3500</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8.179"/>
    </inkml:context>
    <inkml:brush xml:id="br0">
      <inkml:brushProperty name="width" value="0.05" units="cm"/>
      <inkml:brushProperty name="height" value="0.05" units="cm"/>
      <inkml:brushProperty name="color" value="#004F8B"/>
    </inkml:brush>
  </inkml:definitions>
  <inkml:trace contextRef="#ctx0" brushRef="#br0">7 37 11969,'0'0'65,"0"0"-1,0 0 0,-1 0 1,1 0-1,0 0 1,0 0-1,-1 0 1,1 0-1,0 0 0,0 0 1,-1 0-1,1 0 1,0 0-1,0 0 0,0-1 1,-1 1-1,1 0 1,0 0-1,0 0 1,-1 0-1,1 0 0,0 0 1,0-1-1,0 1 1,-1 0-1,1 0 1,0 0-1,0-1 0,0 1 1,0 0-1,0 0 1,0 0-1,-1-1 1,1 1-1,0 0 0,0 0 1,0-1-1,0 1 1,0 0-1,0 0 1,0-1-1,0 1 0,0 0 1,0 0-1,0-1 1,0 1-1,0 0 1,0 0-1,0-1 0,0 1 1,1 0-1,-1 0 1,0-1-1,0 1 1,0 0-1,0 0 0,0 0 1,0-1-1,1 1 1,-1 0-1,18-7 2842,-8 4 4653,-5-4-6937,4-3-2970,-11 16 1460,-3 7 614,4-8-4535</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8.538"/>
    </inkml:context>
    <inkml:brush xml:id="br0">
      <inkml:brushProperty name="width" value="0.05" units="cm"/>
      <inkml:brushProperty name="height" value="0.05" units="cm"/>
      <inkml:brushProperty name="color" value="#004F8B"/>
    </inkml:brush>
  </inkml:definitions>
  <inkml:trace contextRef="#ctx0" brushRef="#br0">59 11 10889,'53'-11'10768,"-58"12"-10457,-1 1-1,0 0 0,0 0 0,1 0 1,-1 0-1,1 1 0,0 0 0,0 0 1,0 1-1,0-1 0,1 1 1,-1 0-1,1 0 0,0 1 0,0-1 1,0 1-1,1 0 0,0 0 0,0 0 1,0 1-1,-4 9 0,6-11-276,-1-1 0,1 1 0,0-1 0,0 1 0,0 0 0,0 0 0,1-1 1,0 1-1,0 0 0,0 0 0,0 0 0,0 0 0,1-1 0,0 1 0,-1 0 0,1 0 0,1-1 0,-1 1 0,1-1 0,-1 1 0,1-1 0,0 0 0,0 1 0,0-1 0,1 0 0,-1 0 0,1 0 0,0-1 0,-1 1 0,1-1 1,0 0-1,1 1 0,-1-1 0,6 2 0,-1-1-52,0 0 0,0-1 0,0 0 0,0 0 0,1-1 0,-1 0 0,1-1 0,-1 0 0,1 0 0,-1-1 0,0 0 0,12-2 0,-2-2-7,1 0 0,-1 0 1,-1-2-1,27-13 0,-33 15 98,0-1 0,-1-1 0,0 0 1,0 0-1,0-1 0,-1 0 0,0-1 0,-1 0 0,0-1 0,10-13 0,19-19 1301,-21 28-459,-13 14-633,-5 7-207,-44 102-3645,18-40-2708,13-29-1158,2 8-5063</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9.287"/>
    </inkml:context>
    <inkml:brush xml:id="br0">
      <inkml:brushProperty name="width" value="0.05" units="cm"/>
      <inkml:brushProperty name="height" value="0.05" units="cm"/>
      <inkml:brushProperty name="color" value="#004F8B"/>
    </inkml:brush>
  </inkml:definitions>
  <inkml:trace contextRef="#ctx0" brushRef="#br0">9 12 9781,'0'0'1855,"13"-6"1123,3 1 3161,-19 7-7155,-15 19 171,16-19 553,1 1-191,-1-1-259,-7 12 1620,6-9-3332</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9.581"/>
    </inkml:context>
    <inkml:brush xml:id="br0">
      <inkml:brushProperty name="width" value="0.05" units="cm"/>
      <inkml:brushProperty name="height" value="0.05" units="cm"/>
      <inkml:brushProperty name="color" value="#004F8B"/>
    </inkml:brush>
  </inkml:definitions>
  <inkml:trace contextRef="#ctx0" brushRef="#br0">53 17 6213,'-28'0'19740,"27"-2"-19134,-3-5 924,-2-1-713,-6 71 1965,11-21-2481,0-19-1376,1 0-1,1-1 1,7 39 0,0-25-2357,10 21-6631,0-1-1146</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9.816"/>
    </inkml:context>
    <inkml:brush xml:id="br0">
      <inkml:brushProperty name="width" value="0.05" units="cm"/>
      <inkml:brushProperty name="height" value="0.05" units="cm"/>
      <inkml:brushProperty name="color" value="#004F8B"/>
    </inkml:brush>
  </inkml:definitions>
  <inkml:trace contextRef="#ctx0" brushRef="#br0">0 40 16798,'13'-3'10080,"-4"-14"-9988,1 6-736,15 8-1800,1-3 96</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164"/>
    </inkml:context>
    <inkml:brush xml:id="br0">
      <inkml:brushProperty name="width" value="0.05" units="cm"/>
      <inkml:brushProperty name="height" value="0.05" units="cm"/>
      <inkml:brushProperty name="color" value="#004F8B"/>
    </inkml:brush>
  </inkml:definitions>
  <inkml:trace contextRef="#ctx0" brushRef="#br0">191 0 16834,'0'0'2466,"-3"1"-407,-7 7-1178,-1-1 1,2 1 0,-1 1-1,1-1 1,0 2 0,1-1-1,-7 12 1,5-9-506,-7 9 133,2 0 0,0 1 0,-18 38 0,30-54-478,0 1 0,1 0 0,0 0 0,0 0 0,0 0 1,1 0-1,0 13 0,1-16-54,0 0 0,1 0 0,0 0 1,-1 0-1,1 1 0,1-1 0,-1 0 0,1 0 0,-1-1 0,1 1 1,0 0-1,0-1 0,1 1 0,3 3 0,4 4-204,1 0 0,0-1 1,1 0-1,0-1 0,0-1 0,1 0 0,21 10 0,105 36-1859,-44-19 633,-92-34 1381,-1 0 1,1 0 0,-1 0-1,1 0 1,-1 0 0,0 0-1,0 1 1,0-1 0,0 1-1,0 0 1,0 0-1,0-1 1,0 1 0,-1 0-1,1 1 1,-1-1 0,1 0-1,-1 0 1,0 1 0,0-1-1,2 5 1,-4-5 10,1 0 0,0 0-1,-1 0 1,1 0 0,-1 0 0,1 0 0,-1 0 0,0 0-1,0 0 1,0 0 0,0 0 0,-1-1 0,1 1-1,0 0 1,-1-1 0,1 1 0,-1-1 0,1 1 0,-1-1-1,0 0 1,1 0 0,-1 0 0,0 0 0,0 0-1,0 0 1,-3 1 0,-11 4-582,1 0 1,-1-1-1,0-1 1,0-1-1,0 0 0,-21 1 1,21-3-1393,-1-1 1,0-1-1,-24-4 1,13-2-4500</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302"/>
    </inkml:context>
    <inkml:brush xml:id="br0">
      <inkml:brushProperty name="width" value="0.05" units="cm"/>
      <inkml:brushProperty name="height" value="0.05" units="cm"/>
      <inkml:brushProperty name="color" value="#004F8B"/>
    </inkml:brush>
  </inkml:definitions>
  <inkml:trace contextRef="#ctx0" brushRef="#br0">0 58 10169,'29'-17'1300,"-13"11"-588,0-3-508,6 1-396,0-1-820,-3 6-2292,0-2-1589</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568"/>
    </inkml:context>
    <inkml:brush xml:id="br0">
      <inkml:brushProperty name="width" value="0.05" units="cm"/>
      <inkml:brushProperty name="height" value="0.05" units="cm"/>
      <inkml:brushProperty name="color" value="#004F8B"/>
    </inkml:brush>
  </inkml:definitions>
  <inkml:trace contextRef="#ctx0" brushRef="#br0">73 44 8713,'1'-1'190,"0"1"1,0 0-1,0 0 0,0-1 1,-1 1-1,1-1 0,0 1 1,0 0-1,-1-1 1,1 1-1,0-1 0,0 0 1,-1 1-1,1-1 0,-1 0 1,1 1-1,-1-1 1,1 0-1,-1 1 0,1-1 1,-1 0-1,0 0 0,1 0 1,-1 0-1,0 1 1,1-1-1,-1 0 0,0 0 1,0 0-1,0 0 0,0 0 1,0 1-1,0-1 1,0 0-1,0 0 0,-1 0 1,1 0-1,0 0 1,0 0-1,-1 1 0,1-1 1,0 0-1,-1 0 0,0 0 1,-2-10 4228,-16 16-1120,16-3-3083,-1 0 1,1 1 0,-1-1-1,1 1 1,0 0 0,0-1-1,0 1 1,0 1 0,0-1 0,1 0-1,0 1 1,-1-1 0,1 1-1,0 0 1,1-1 0,-1 1-1,1 0 1,-1 0 0,1 0-1,0 7 1,-4 11 88,2 0 0,-1 31 0,4-33-1326,1 0 0,1 0 0,1 0 0,7 24 0,2 18-10227,-6-17 122</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754"/>
    </inkml:context>
    <inkml:brush xml:id="br0">
      <inkml:brushProperty name="width" value="0.05" units="cm"/>
      <inkml:brushProperty name="height" value="0.05" units="cm"/>
      <inkml:brushProperty name="color" value="#004F8B"/>
    </inkml:brush>
  </inkml:definitions>
  <inkml:trace contextRef="#ctx0" brushRef="#br0">0 6 6005,'16'-6'-797</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880"/>
    </inkml:context>
    <inkml:brush xml:id="br0">
      <inkml:brushProperty name="width" value="0.05" units="cm"/>
      <inkml:brushProperty name="height" value="0.05" units="cm"/>
      <inkml:brushProperty name="color" value="#004F8B"/>
    </inkml:brush>
  </inkml:definitions>
  <inkml:trace contextRef="#ctx0" brushRef="#br0">0 29 10513,'10'28'11133,"-4"-45"-12257,4 0-564,-1 6-913,4 2-2159,3 6-3729</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1.859"/>
    </inkml:context>
    <inkml:brush xml:id="br0">
      <inkml:brushProperty name="width" value="0.05" units="cm"/>
      <inkml:brushProperty name="height" value="0.05" units="cm"/>
      <inkml:brushProperty name="color" value="#004F8B"/>
    </inkml:brush>
  </inkml:definitions>
  <inkml:trace contextRef="#ctx0" brushRef="#br0">1 4 8225,'17'-4'5770,"-32"16"-1909,13-11-2506,3 8-416,0 0 0,0 0 0,1 0 0,4 12 0,5 32 705,-12 10-599,-1-47-1003,2-1 0,0 1-1,1 0 1,0 0 0,5 18-1,-5-30-95,0 1-1,1-1 0,0 0 0,0 0 0,0 0 0,0 0 0,1 0 1,-1 0-1,1-1 0,0 1 0,0-1 0,0 0 0,1 0 0,-1 0 1,1 0-1,0-1 0,0 1 0,0-1 0,0 0 0,0 0 0,0 0 1,8 1-1,-3 0-27,0-1 1,1-1-1,-1 0 0,0 0 1,1-1-1,-1 0 1,10-1-1,-13 0 47,0 0 0,0 0 0,0 0 0,0-1-1,-1 0 1,1 0 0,-1 0 0,1-1 0,-1 1 0,0-1 0,8-6 0,-14 7 2,0 0 1,1 1 0,-1-1 0,0 0 0,0 1 0,0-1 0,0 1 0,0 0 0,-1-1 0,1 1 0,0 0-1,-1 0 1,-1-2 0,-6-1-371,1 0-1,-1 1 1,0 0-1,0 0 1,-16-2-1,-25-1-5660,22 3-6527</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121"/>
    </inkml:context>
    <inkml:brush xml:id="br0">
      <inkml:brushProperty name="width" value="0.05" units="cm"/>
      <inkml:brushProperty name="height" value="0.05" units="cm"/>
      <inkml:brushProperty name="color" value="#004F8B"/>
    </inkml:brush>
  </inkml:definitions>
  <inkml:trace contextRef="#ctx0" brushRef="#br0">52 47 9801,'31'-17'2135,"-24"14"3364,-6 2-5262,-1 0 0,1-1 0,0 1 1,-1 0-1,1 0 0,-1 0 0,1-1 0,-1 1 0,0 0 1,1 0-1,-1-1 0,0 1 0,0 0 0,0-1 0,0-1 1,1-1 2916,-8 10-2930,1 0 0,0 0 1,0 1-1,0 0 1,1 0-1,0 1 1,1-1-1,0 1 1,0 0-1,-3 9 0,0 11-1617,1 0 0,1 1 1,-2 45-1,2-17-6198,-1-14-3115</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245"/>
    </inkml:context>
    <inkml:brush xml:id="br0">
      <inkml:brushProperty name="width" value="0.05" units="cm"/>
      <inkml:brushProperty name="height" value="0.05" units="cm"/>
      <inkml:brushProperty name="color" value="#004F8B"/>
    </inkml:brush>
  </inkml:definitions>
  <inkml:trace contextRef="#ctx0" brushRef="#br0">41 3 3380,'-41'-3'-140</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388"/>
    </inkml:context>
    <inkml:brush xml:id="br0">
      <inkml:brushProperty name="width" value="0.05" units="cm"/>
      <inkml:brushProperty name="height" value="0.05" units="cm"/>
      <inkml:brushProperty name="color" value="#004F8B"/>
    </inkml:brush>
  </inkml:definitions>
  <inkml:trace contextRef="#ctx0" brushRef="#br0">13 63 4812,'0'-17'1629,"3"0"3907,-13 3-7328,4 0-1244</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716"/>
    </inkml:context>
    <inkml:brush xml:id="br0">
      <inkml:brushProperty name="width" value="0.05" units="cm"/>
      <inkml:brushProperty name="height" value="0.05" units="cm"/>
      <inkml:brushProperty name="color" value="#004F8B"/>
    </inkml:brush>
  </inkml:definitions>
  <inkml:trace contextRef="#ctx0" brushRef="#br0">296 1 11693,'-52'33'8168,"50"-32"-7306,-1 19 352,-4 48-95,4-49-2026,-1 0 0,-1 1 0,-7 17 0,8-27 476,0 0 0,-1-1 0,0 1 0,0-1 0,-1-1 0,0 1 0,0-1 0,-1 0 0,-1 0 0,1-1 0,-1 0 0,0 0 1,-16 9-1,7-7 657,0-1 0,-26 9 0,23-10 666,16-5 903,3-5-1594,0 0 0,1 0 0,-1 0 0,1 0 1,-1 0-1,1 0 0,0 0 0,0 0 0,0 0 1,1 1-1,-1-1 0,2-5 0,1 3-101,1 0-1,-1 0 1,1 0-1,-1 1 1,1-1-1,0 1 1,1 0-1,-1 1 1,1-1 0,0 1-1,7-4 1,9-8 51,85-71-2054,-11 8-6873,-77 65 1718</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839"/>
    </inkml:context>
    <inkml:brush xml:id="br0">
      <inkml:brushProperty name="width" value="0.05" units="cm"/>
      <inkml:brushProperty name="height" value="0.05" units="cm"/>
      <inkml:brushProperty name="color" value="#004F8B"/>
    </inkml:brush>
  </inkml:definitions>
  <inkml:trace contextRef="#ctx0" brushRef="#br0">0 43 8261,'3'3'1340,"1"-20"-672,2 0-4520,0 5 419</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17.631"/>
    </inkml:context>
    <inkml:brush xml:id="br0">
      <inkml:brushProperty name="width" value="0.05" units="cm"/>
      <inkml:brushProperty name="height" value="0.05" units="cm"/>
      <inkml:brushProperty name="color" value="#004F8B"/>
    </inkml:brush>
  </inkml:definitions>
  <inkml:trace contextRef="#ctx0" brushRef="#br0">62 652 7473,'-32'-6'8188,"30"4"-6746,-6-1-909,-8-5 1555,16 8-2035,0-1 1,-1 1-1,1 0 1,0-1-1,0 1 1,-1-1-1,1 1 1,0-1-1,0 1 0,-1-1 1,1 1-1,0-1 1,0 1-1,0-1 1,0 1-1,0-1 1,0 1-1,0-1 1,0 1-1,0-1 0,0 1 1,0-1-1,0 1 1,1-1-1,-1 1 1,0-1-1,0 1 1,0-1-1,1 1 1,-1-1-1,0 1 0,0-1 1,1 0-1,3-4 180,0 0 0,1 0-1,-1 1 1,1-1 0,0 1 0,0 0-1,1 0 1,7-4 0,53-24 951,-46 23-895,473-183 719,17 38-4687,-405 123 2549,264-74-7655,-182 56-754</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19.661"/>
    </inkml:context>
    <inkml:brush xml:id="br0">
      <inkml:brushProperty name="width" value="0.05" units="cm"/>
      <inkml:brushProperty name="height" value="0.05" units="cm"/>
      <inkml:brushProperty name="color" value="#004F8B"/>
    </inkml:brush>
  </inkml:definitions>
  <inkml:trace contextRef="#ctx0" brushRef="#br0">112 165 5284,'12'-3'7894,"-23"7"-3192,1 1-4054,14-5-620,1 0 0,-1 0 0,0 0 0,0-1 0,1 0 0,-1 1 1,5-3-1,5 0 75,-2 2-84,-1-1 0,0 1 0,0-2 1,0 0-1,0 0 0,-1-1 0,1-1 0,-1 1 1,0-2-1,0 1 0,-1-1 0,1-1 0,-1 0 1,-1 0-1,14-15 0,-21 20-18,0 1-1,0-1 1,0 0 0,-1 0-1,1 0 1,-1 0 0,1 0-1,-1 0 1,0 0 0,0 0-1,1 0 1,-1-1 0,-1 1-1,1 0 1,0 0 0,0 0-1,-2-4 1,1 3 6,0 1-6,-1 1 1,0-1 0,1 1-1,-1 0 1,0-1-1,0 1 1,0 0 0,0 0-1,0 0 1,0 1 0,0-1-1,-1 0 1,-1 0-1,-5 1 1,1-1-1,0 1 1,0 1-1,-1 0 1,1 0-1,0 0 0,0 1 1,0 0-1,-12 5 1,-15 4 8,18-7-11,0 1 0,0 1 0,1 0 0,-1 1 0,1 1-1,1 1 1,0 0 0,-17 14 0,30-22 4,1 0 0,0-1-1,0 1 1,0 0 0,0 0-1,1 0 1,-1 0 0,0 0 0,0 0-1,1 0 1,-1 0 0,0 1-1,1-1 1,-1 0 0,1 0 0,-1 1-1,1-1 1,0 0 0,0 0 0,-1 1-1,1-1 1,0 0 0,0 1-1,0-1 1,1 0 0,-1 1 0,0-1-1,0 0 1,1 0 0,-1 1-1,0-1 1,1 0 0,0 0 0,-1 0-1,1 0 1,1 2 0,0 0 2,1-1 0,-1 1 0,1-1 1,0 0-1,-1 0 0,1 0 0,0-1 0,0 1 0,1-1 1,-1 1-1,0-1 0,0 0 0,5 1 0,1-1-10,0 0 0,0 0 0,0-1 0,0 0 0,0 0 0,0-1 0,0-1-1,0 1 1,-1-1 0,1-1 0,15-6 0,-1-2 72,0-1-1,36-25 1,-58 36-77,0-1 0,1 0 0,-1 0 0,0 0 0,0 0 0,0 0 0,0-1 0,0 1 0,-1 0 0,1 0 0,0-3 0,0-1 33,0 3-22,-1-1 0,0 0 0,0 1 0,-1-1 0,1 1 0,-1-1 0,1 1 0,-1 0 0,0-1 0,0 1 1,-1 0-1,1-1 0,-1 1 0,-3-6 0,3 7 5,1 1 1,-1-1-1,1 0 1,-1 0-1,1 1 1,-1-1-1,0 1 1,0-1 0,0 1-1,0 0 1,0-1-1,0 1 1,0 0-1,0 1 1,0-1-1,0 0 1,-1 0-1,1 1 1,0 0-1,-4-1 1,1 1-4,0 0 0,0 1-1,1 0 1,-1 0 0,0 0 0,0 0 0,0 1-1,1 0 1,-6 2 0,-4 4 0,1 0 0,0 0 0,0 1 0,1 1 0,-13 13-1,17-16-17,2-1 17,0 0 0,0 1-1,0 0 1,-6 9 0,11-13 67,3 8-34,-2-10-33,0-1-1,0 1 1,0 0-1,0 0 1,0 0-1,0 0 0,0-1 1,0 1-1,0 0 1,0 0-1,1 0 0,-1 0 1,0-1-1,1 1 1,-1 0-1,0 0 0,1-1 1,-1 1-1,1 0 1,-1-1-1,1 1 1,0 0-1,-1-1 0,1 1 1,0 0-1,21-4 64,0-2 1,-1 0-1,1-1 0,-2-2 0,1 0 0,-1-1 0,0 0 1,21-16-1,-40 25-58,1-1 0,-1 1 0,0-1 1,0 0-1,0 1 0,0-1 0,0 0 1,0 0-1,0 0 0,-1 0 0,1 0 0,0 0 1,0 0-1,-1 0 0,1 0 0,-1 0 0,1-1 1,-1 1-1,1 0 0,-1 0 0,0 0 0,1-1 1,-1 1-1,0 0 0,0-1 0,0 1 0,0 0 1,0 0-1,0-1 0,0 1 0,-1 0 1,1 0-1,0-1 0,-1 1 0,1 0 0,-1 0 1,1 0-1,-1 0 0,0 0 0,1 0 0,-1 0 1,0 0-1,0 0 0,0 0 0,0 0 0,0 0 1,-1-1-1,1 1-4,0 1 0,0-1 1,0 0-1,0 1 0,0-1 0,0 1 0,1-1 1,-1 1-1,0-1 0,-1 1 0,1 0 1,0-1-1,0 1 0,0 0 0,0 0 0,-2 0 1,-2-1 6,-6-2 4,1 0 0,-1 1 0,0 0 0,0 1 0,0 0 0,0 1 0,-18 1 0,23 0-7,-1 0 1,1 0-1,-1 1 0,1 0 0,0 0 1,-1 0-1,1 1 0,0 0 0,1 0 1,-1 0-1,0 1 0,1 0 0,-9 8 1,13-11-7,-1 1 1,0-1-1,0 1 1,1-1-1,-1 1 1,1 0-1,0 0 1,-1-1-1,1 1 1,0 0-1,0 0 1,0 1 0,0-1-1,1 0 1,-1 0-1,0 0 1,1 0-1,0 1 1,-1-1-1,1 0 1,0 1-1,0-1 1,0 0-1,1 0 1,-1 1-1,0-1 1,1 0 0,0 0-1,-1 0 1,1 1-1,0-1 1,2 2-1,-3-2-2,1-1-1,0 1 0,0-1 1,0 1-1,0-1 0,0 0 1,0 0-1,0 1 1,0-1-1,0 0 0,1 0 1,-1 0-1,0 0 0,1 0 1,-1-1-1,1 1 1,-1 0-1,1-1 0,-1 1 1,1-1-1,-1 1 0,3-1 1,1 1 14,-1 0-12,0 0 0,1-1 0,-1 1 0,0-1 0,1 0 1,-1 0-1,0-1 0,1 1 0,-1-1 0,6-1 0,-6 1-3,0 0-12,1-1 0,-1 0 0,1 1-1,-1-1 1,0-1 0,8-4 0,4-2-2,-14 8-1,-3-3-36,-7-27-146,8 31 197,0 0-1,0 0 0,0 0 1,0 0-1,0-1 0,0 1 1,0 0-1,0 0 0,0 0 1,0 0-1,0 0 0,0 0 1,0-1-1,0 1 0,-1 0 1,1 0-1,0 0 0,0 0 1,0 0-1,0 0 0,0 0 1,0-1-1,0 1 0,-1 0 1,1 0-1,0 0 0,0 0 1,0 0-1,0 0 0,0 0 1,-1 0-1,1 0 0,0 0 1,0 0-1,0 0 0,0 0 1,0 0-1,-1 0 0,1 0 1,0 0-1,0 0 0,0 0 1,0 0-1,0 0 0,-1 0 1,1 0-1,0 1 0,-14-2 20,2 1-650,1 0 0,-1 0 1,0 1-1,-14 3 0,22-3-714,-28-9-6358</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0.413"/>
    </inkml:context>
    <inkml:brush xml:id="br0">
      <inkml:brushProperty name="width" value="0.05" units="cm"/>
      <inkml:brushProperty name="height" value="0.05" units="cm"/>
      <inkml:brushProperty name="color" value="#004F8B"/>
    </inkml:brush>
  </inkml:definitions>
  <inkml:trace contextRef="#ctx0" brushRef="#br0">35 849 4520,'0'0'6694,"0"-2"-6583,-1-3-297,1 4 252,0 0 1,-1-1-1,1 1 1,0 0-1,0-1 1,-1 1-1,1 0 1,-1 0-1,1 0 1,-1-1-1,0 1 1,1 0-1,-1 0 1,-1-1-1,1 2 37,0-1 0,-1 1-1,1 0 1,0 0 0,-1 0 0,1 0-1,0 1 1,-1-1 0,1 0 0,0 0 0,0 1-1,-1-1 1,1 1 0,0-1 0,0 1-1,-2 1 1,0-1 1261,3 0-1291,1 1-1,-1 0 1,0-1 0,0 1 0,1-1-1,-1 1 1,0-1 0,1 1 0,0-1 0,-1 0-1,1 1 1,0-1 0,0 0 0,0 1 0,0-1-1,0 0 1,0 0 0,0 0 0,2 2-1,0-1 51,1 0-1,-1 0 1,1 0-1,-1 0 0,1-1 1,0 0-1,6 2 0,4 0 159,1-2-1,-1 1 1,17-2 0,155 8 1468,62-1-379,-73-24-574,235-52 1,-270 42-610,1133-222 577,278-148-575,-1310 318-476,-239 78 153,10-6-934,-12 7 1026,1 0 1,-1 0-1,0 0 1,1-1-1,-1 1 1,0 0-1,1 0 1,-1 0 0,0 0-1,1 0 1,-1-1-1,0 1 1,0 0-1,1 0 1,-1 0-1,0-1 1,0 1-1,1 0 1,-1 0-1,0-1 1,0 1 0,0 0-1,0-1 1,1 1-1,-1 0 1,0 0-1,0-1 1,0 1-1,0 0 1,0-1-1,0 1 1,0 0-1,0-1 1,0 1 0,0 0-1,0-1 1,-77-26-7499,54 19 2832,3 4-1693</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1.515"/>
    </inkml:context>
    <inkml:brush xml:id="br0">
      <inkml:brushProperty name="width" value="0.05" units="cm"/>
      <inkml:brushProperty name="height" value="0.05" units="cm"/>
      <inkml:brushProperty name="color" value="#004F8B"/>
    </inkml:brush>
  </inkml:definitions>
  <inkml:trace contextRef="#ctx0" brushRef="#br0">116 281 7465,'-2'-16'9515,"-10"22"-4575,1 2-6890,4-2 2017,1 1 1,-1 1-1,1-1 1,-10 16-1,-6 8-146,19-27 12,0 0 0,1 0 1,-1 1-1,0-1 0,1 0 0,0 1 1,0 0-1,1-1 0,-1 1 0,1 0 1,0 0-1,0 0 0,1 0 0,-1 0 1,1 0-1,0 0 0,2 7 0,-2-12 53,1 1 0,-1 0-1,1-1 1,0 1-1,-1 0 1,1-1-1,0 1 1,-1-1-1,1 1 1,0-1 0,0 1-1,0-1 1,0 0-1,-1 1 1,1-1-1,0 0 1,0 0 0,0 0-1,0 0 1,0 0-1,1 0 1,0 1-27,4 0 27,1 0 1,-1 0-1,1-1 0,-1 0 1,1 0-1,0-1 1,-1 1-1,1-1 1,-1-1-1,0 1 0,1-1 1,-1 0-1,0-1 1,0 0-1,0 1 0,11-9 1,-13 9 134,-1-1 0,1 1 1,0-1-1,-1 0 0,1-1 0,-1 1 1,0-1-1,0 1 0,-1-1 1,1 0-1,-1 0 0,0 0 0,1 0 1,-2 0-1,1-1 0,-1 1 1,1 0-1,-1-1 0,0 1 0,-1-1 1,1 0-1,-1 1 0,0-1 0,0 0 1,-1-5-1,-7-55 2606,7 62-2249,1 7 103,-5 73 160,5 0 1,15 133-1,-13-186-706,6 43-247,-2-30-133,-2 0 0,-2 0 0,-3 51 0,0-78 268,0 0-1,-1 0 1,0-1 0,0 1-1,-1-1 1,-1 1 0,1-1-1,-1 0 1,-1 0 0,0-1-1,0 0 1,-1 1 0,0-2-1,0 1 1,0-1 0,-1 0-1,-14 11 1,18-16 63,0 1 0,0-1 1,-1 0-1,1-1 0,-1 1 0,1-1 0,-1 1 1,0-1-1,0 0 0,0 0 0,1-1 0,-1 1 1,0-1-1,-7 0 0,10 0 10,0 0 1,-1-1 0,1 1-1,0-1 1,0 1 0,-1 0-1,1-1 1,0 0-1,0 1 1,0-1 0,0 0-1,0 0 1,0 1-1,0-1 1,0 0 0,0 0-1,0 0 1,-1-2-1,1 1-10,0 0 0,0 0 0,1 0-1,-1-1 1,0 1 0,1 0 0,0 0-1,-1-1 1,1 1 0,0 0 0,0-1-1,0 1 1,1 0 0,0-3 0,3-16-255,1-1 0,1 1 0,1 0 1,1 1-1,1 0 0,15-24 1,79-112-2971,-100 152 3133,214-256-4597,-5 7 3144,-163 177 2288,-36 53 242,0 2-1,2-1 0,1 2 1,26-28-1,-40 46 585,-6 27-826,-38 116 81,14-53-762,25-78-71,-2 6-117,1 0-1,-3 24 0,6-35 97,1 1 0,0-1 0,0 0 1,1 1-1,-1-1 0,1 0 0,0 0 0,0 0 0,1 0 0,0 0 0,0 0 0,2 5 0,-3-9 28,-1 0-1,1 1 0,0-1 0,-1 0 1,1 0-1,0-1 0,-1 1 1,1 0-1,0 0 0,0 0 0,0 0 1,0-1-1,0 1 0,0 0 1,0-1-1,0 1 0,0-1 1,0 1-1,0-1 0,0 0 0,1 1 1,-1-1-1,2 0 0,-1 1 12,1 0 4,-1-1 0,1 1 1,-1-1-1,1 0 0,-1 0 0,1 0 0,-1 0 0,1 0 1,-1 0-1,1 0 0,3-2 0,6-8 83,-10 7-51,50-35 988,-50 38-999,0-1-1,1 1 0,-1 0 0,0 0 1,1 0-1,-1 0 0,0 0 0,1 0 1,-1 0-1,0 1 0,1-1 0,3 3 1,4-1 38,154 9 525,-160-11-553,0-1-1,0 0 1,0 0-1,0 0 1,0 0-1,0 0 1,0-1-1,0 0 1,-1 0-1,1 0 1,-1 0-1,1-1 0,-1 1 1,6-6-1,-10 7-25,1 0-1,0 0 0,-1 0 0,1 0 1,0 0-1,-1 1 0,1-1 1,-1 0-1,1 0 0,-1 0 0,0 1 1,1-1-1,-1 0 0,0 1 0,-1-2 1,1 1 2,-58-45-519,58 45-159,-27-3-2313</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2.212"/>
    </inkml:context>
    <inkml:brush xml:id="br0">
      <inkml:brushProperty name="width" value="0.05" units="cm"/>
      <inkml:brushProperty name="height" value="0.05" units="cm"/>
      <inkml:brushProperty name="color" value="#004F8B"/>
    </inkml:brush>
  </inkml:definitions>
  <inkml:trace contextRef="#ctx0" brushRef="#br0">97 175 7057,'-18'-17'1669,"17"17"-1531,0-1 0,0 1-1,1 0 1,-1-1 0,0 1 0,0-1-1,0 1 1,0 0 0,1 0 0,-1 0-1,0-1 1,0 1 0,0 0 0,0 0-1,0 0 1,0 0 0,0 1 0,1-1-1,-1 0 1,0 0 0,0 0 0,0 1-1,0-1 1,1 0 0,-1 1 0,0-1-1,0 1 1,1-1 0,-2 2 0,-14 13 3078,9 3-2409,1 0 0,0 0-1,2 1 1,-5 34 0,6-11-708,2-1 0,1 0 1,8 59-1,1 41-1143,-9-138 981,9 32 162,-1-36-37,-1-1 0,1 0-1,-1 0 1,0 0 0,0-1 0,0 0-1,8-4 1,-1 0 77,-11 6-108,1 0 0,0 1 0,0-1 0,1 1 0,-1 0 0,0 0 0,0 0 0,0 1 0,5 0 0,-7 0-41,-2 0 8,1 0 1,-1 0-1,0 0 1,0 0-1,0 0 1,0 0-1,0 0 1,0 0-1,-1 0 1,1 0 0,0 0-1,0 0 1,-1 0-1,1 0 1,-1 1-1,1-2 0,-3 6-15,1 1-1,-1-1 1,0-1 0,-1 1-1,1 0 1,-1-1-1,0 0 1,-5 5-1,-16 24 31,24-32-60,2-4 62,30-22-23,0 2 0,62-34 0,7-6-3,-100 62 11,15-9-90,0-1 0,-1 0 0,-1-1 0,1-1 0,-2 0 0,22-27 0,-33 36-94,12-19-1828,-14 22 2046,-1 24-818,4-22-333,5-15 843,11-23 465,-8 14 493,15-40 0,-15 18 28,-1-1 0,-2-1 0,1-84 0,-6 84 43,-5-22 210,3 65-480,1 26-93,20 129-868,-12-100-2969,4 57 0,-11-73-1188,3 0-2615</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2.367"/>
    </inkml:context>
    <inkml:brush xml:id="br0">
      <inkml:brushProperty name="width" value="0.05" units="cm"/>
      <inkml:brushProperty name="height" value="0.05" units="cm"/>
      <inkml:brushProperty name="color" value="#004F8B"/>
    </inkml:brush>
  </inkml:definitions>
  <inkml:trace contextRef="#ctx0" brushRef="#br0">0 6 9461,'13'9'6380,"0"-15"-7008,-1-2-384</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3.016"/>
    </inkml:context>
    <inkml:brush xml:id="br0">
      <inkml:brushProperty name="width" value="0.05" units="cm"/>
      <inkml:brushProperty name="height" value="0.05" units="cm"/>
      <inkml:brushProperty name="color" value="#004F8B"/>
    </inkml:brush>
  </inkml:definitions>
  <inkml:trace contextRef="#ctx0" brushRef="#br0">29 57 5028,'0'0'4776,"-3"1"-3411,-23 12 8771,29-13-10079,4-1-166,-1 0 0,0 0 0,1 1 0,-1 0 1,0 0-1,1 1 0,-1 0 0,0 0 0,7 2 0,-8-4-1473,0 0 1530,-1 0 0,1 0 0,0-1 0,-1 0 0,6-3 0,4-1 424,-12 6-590,-1 0 0,1-1 0,-1 1-1,1 0 1,-1 0 0,1 0 0,0 0-1,-1 0 1,1 0 0,-1 1-1,1-1 1,-1 0 0,1 1 0,-1-1-1,1 1 1,-1 0 0,1-1 0,-1 1-1,0 0 1,1 0 0,-1 0 0,1 1-1,2-2 267,-1-1-1,0 0 0,0 0 0,0-1 1,0 1-1,0 0 0,3-4 0,48-31 3651,-51 34-2646,-33-11-11464</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4.326"/>
    </inkml:context>
    <inkml:brush xml:id="br0">
      <inkml:brushProperty name="width" value="0.035" units="cm"/>
      <inkml:brushProperty name="height" value="0.035" units="cm"/>
      <inkml:brushProperty name="color" value="#008C3A"/>
    </inkml:brush>
  </inkml:definitions>
  <inkml:trace contextRef="#ctx0" brushRef="#br0">44 83 6349,'-10'-8'19383,"9"12"-18806,-8 34-358,1 0 1,1 0-1,2 0 0,2 1 0,2 0 1,7 73-1,-3-91-364,-1 3-166,2 0 1,1 0 0,9 28-1,-12-46 211,1 1 1,0-1-1,0 1 0,1-1 0,0 0 0,0 0 0,0-1 0,0 1 1,1-1-1,0 0 0,0 0 0,1-1 0,-1 1 0,1-1 0,9 4 1,-11-6 36,1 0 0,0-1 1,0 1-1,-1-1 1,1 0-1,0-1 0,0 1 1,0-1-1,0 0 1,0 0-1,10-2 0,-4 0-8,0-1-1,0 0 0,0 0 0,12-6 1,-8 1 36,0 0 0,0-2 1,-1 1-1,0-2 1,-1 0-1,0 0 1,0-2-1,-2 1 0,1-1 1,-2-1-1,0 0 1,0-1-1,-2 0 1,0 0-1,0 0 1,-2-1-1,7-20 0,-6 13-220,-1 0 0,-2 0 0,0-1 0,-1 1 0,-1-1 0,-1 0 0,-1 0 0,-2 0 0,0 1 0,-1-1 0,-12-40 0,14 57-302,-2 1-1,1 0 1,-1 0 0,0-1-1,0 2 1,0-1 0,-6-6-1,-9-2-4872,2 8-1764</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4.609"/>
    </inkml:context>
    <inkml:brush xml:id="br0">
      <inkml:brushProperty name="width" value="0.035" units="cm"/>
      <inkml:brushProperty name="height" value="0.035" units="cm"/>
      <inkml:brushProperty name="color" value="#008C3A"/>
    </inkml:brush>
  </inkml:definitions>
  <inkml:trace contextRef="#ctx0" brushRef="#br0">1 156 5144,'0'0'2979,"0"-3"-2297,0-31 512,0 31-658,1 1 13,20-24 361,-16 18-769,1 0-1,1 0 1,-1 1 0,1-1-1,1 1 1,-1 1 0,1 0 0,0 0-1,1 0 1,9-4 0,-14 8-174,0 1 0,0 0 0,0 0 0,1 0 0,-1 0 0,0 1 0,1 0 0,-1 0 0,0 0 0,1 0 0,-1 0 0,0 1 0,1 0 0,-1 0 0,6 3 0,3 1-819,0 1-1,25 15 1,-33-18 609,-3-3-36,1 0 1,0 1 0,0-1 0,-1 0 0,1 0-1,0-1 1,0 1 0,0 0 0,-1-1 0,1 0-1,0 1 1,-1-1 0,1 0 0,-1-1 0,5-1-1,0 0-661,12-4-898</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6.731"/>
    </inkml:context>
    <inkml:brush xml:id="br0">
      <inkml:brushProperty name="width" value="0.035" units="cm"/>
      <inkml:brushProperty name="height" value="0.035" units="cm"/>
      <inkml:brushProperty name="color" value="#008C3A"/>
    </inkml:brush>
  </inkml:definitions>
  <inkml:trace contextRef="#ctx0" brushRef="#br0">51 57 5569,'13'6'1036,"-10"-8"-60,-16-15 1232,10 13 1271,0 6-3059,1 0-1,-1 0 1,0 0 0,1 0 0,0 0 0,0 0-1,-4 5 1,-7 77 506,4 1-1,4 1 1,8 140 0,-3-223-896,1 1 0,-1 0 1,1-1-1,0 1 0,-1-1 1,2 1-1,-1-1 0,0 1 1,1-1-1,-1 0 0,1 0 1,0 0-1,0 0 0,0 0 1,1 0-1,-1 0 0,1-1 1,-1 1-1,7 3 0,-5-3-7,2-1 0,-1 1 0,0-1-1,0-1 1,1 1 0,-1-1 0,0 0-1,1 0 1,0-1 0,-1 1 0,10-2-1,9-1-6,-1-2 0,1-1 0,-1-1 0,42-16 0,385-173-2120,-282 118 609,140-73-2321,-140 66-535,-1 4-2187</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5.579"/>
    </inkml:context>
    <inkml:brush xml:id="br0">
      <inkml:brushProperty name="width" value="0.035" units="cm"/>
      <inkml:brushProperty name="height" value="0.035" units="cm"/>
      <inkml:brushProperty name="color" value="#008C3A"/>
    </inkml:brush>
  </inkml:definitions>
  <inkml:trace contextRef="#ctx0" brushRef="#br0">6 232 7273,'-1'-1'268,"0"-1"0,0 1 0,1-1 1,-1 1-1,1-1 0,0 1 0,-1-1 1,1 0-1,0 1 0,0-1 0,0 0 0,0 1 1,0-1-1,1-3 0,0 4-29,0 0 0,0-1 0,0 1 0,0 0-1,0 0 1,1 0 0,-1 0 0,0 0 0,1 0 0,-1 0-1,1 1 1,-1-1 0,6-1 3510,-21 91-1026,13-72-2579,0-11-149,1 0 0,-1 0 0,1-1 1,0 1-1,1 0 0,0 0 0,-1 0 0,2 0 0,2 9 1,4 9-174,-7-18-26,1 0 0,-1 0 0,1 0 0,1 0-1,-1 0 1,1 0 0,0 0 0,0-1 0,1 0 0,0 1-1,0-1 1,0-1 0,0 1 0,1-1 0,-1 1-1,11 5 1,-3-4-144,2 0 1,-1-2-1,0 1 0,1-2 0,0 0 0,0 0 0,0-2 0,0 1 0,0-2 1,1 0-1,-1-1 0,0 0 0,0-1 0,19-5 0,3-3 169,-1-1 0,0-2 0,-1-2 1,45-25-1,-27 15 238,1 4 0,2 1 0,0 3-1,73-13 1,101-14-1363,-75 16 672,-109 19 677,1 1-1,0 3 1,-1 2-1,1 2 1,0 2-1,0 1 1,0 3-1,0 2 1,-1 2-1,57 19 1,-50-13 34,0-1-1,0-3 1,1-2 0,1-3 0,-1-2 0,1-2 0,-1-2 0,1-3 0,57-11 0,-47 5 249,-16 3 296,0-2-1,0-2 1,-1-2 0,60-23-1,-74 17-799,0-1-1,-1-2 1,54-45 0,17-12-6083,-70 58 1916</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7.516"/>
    </inkml:context>
    <inkml:brush xml:id="br0">
      <inkml:brushProperty name="width" value="0.035" units="cm"/>
      <inkml:brushProperty name="height" value="0.035" units="cm"/>
      <inkml:brushProperty name="color" value="#008C3A"/>
    </inkml:brush>
  </inkml:definitions>
  <inkml:trace contextRef="#ctx0" brushRef="#br0">1 303 6721,'2'-12'440,"-1"-1"556,-1 1 9463,0 14-10355,1 0 0,0-1 0,-1 1 1,1 0-1,0 0 0,0-1 1,0 1-1,0-1 0,0 1 0,0-1 1,3 3-1,4 7 246,3 13-111,-2 1 0,0 0 0,-2 1 0,-1 0 0,0 0 0,1 31 0,-3-24-84,1 1-68,13 74 120,-15-93-167,1-1 1,1 0-1,0-1 1,0 1-1,10 15 0,-12-25-29,0 0 0,0 0 0,0-1 0,0 1 0,0-1 0,1 0 0,-1 0 0,1 0 0,0-1 0,0 1 0,0-1 0,0 0 0,1 0 0,-1 0 0,1-1 0,-1 1 0,1-1 0,-1 0 0,1-1 0,0 1 0,-1-1 0,1 0 0,0 0 0,-1 0 0,10-2 0,8-2-4,1-2 1,-1 0 0,0-1 0,21-10-1,-24 9-19,508-253-3196,-15-48-3095,-315 186 1575,-50 34-942</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8.504"/>
    </inkml:context>
    <inkml:brush xml:id="br0">
      <inkml:brushProperty name="width" value="0.035" units="cm"/>
      <inkml:brushProperty name="height" value="0.035" units="cm"/>
      <inkml:brushProperty name="color" value="#008C3A"/>
    </inkml:brush>
  </inkml:definitions>
  <inkml:trace contextRef="#ctx0" brushRef="#br0">36 0 3780,'-26'60'408,"20"-40"-884,3 23-616,15-9 332</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9.796"/>
    </inkml:context>
    <inkml:brush xml:id="br0">
      <inkml:brushProperty name="width" value="0.035" units="cm"/>
      <inkml:brushProperty name="height" value="0.035" units="cm"/>
      <inkml:brushProperty name="color" value="#008C3A"/>
    </inkml:brush>
  </inkml:definitions>
  <inkml:trace contextRef="#ctx0" brushRef="#br0">364 164 4024,'-2'-13'1717,"-5"20"889,-12 10-1681,7-10-710,0 0-1,0 1 1,1 0-1,0 0 1,1 2 0,0-1-1,0 1 1,1 0-1,0 1 1,1 0-1,0 1 1,1 0-1,-6 14 1,-9 20 323,2 2 0,-15 55 1,13-25-63,3 2 0,-10 99 1,0 167 44,23-239-395,-6 99-302,30 383 1,-5-469-317,6-2 0,4 0 0,6-1 0,71 182 1,-72-233 122,3-1 0,3-2 0,3-1 0,2-2 1,3-2-1,75 82 0,-84-106 297,1-2-1,1-1 1,2-2-1,1-1 1,1-2-1,2-2 1,0-2-1,1-1 1,2-3-1,0-1 1,46 11 0,-23-14 309,0-3 0,1-3 1,0-3-1,1-3 0,-1-3 1,105-15-1,-55-4 375,-1-5 0,213-74 0,-199 48-352,-3-6 0,-2-5 1,-3-6-1,202-147 1,-175 99-312,256-258 0,-319 280-33,-5-4 1,-4-4 0,113-194 0,-133 187 43,45-120 1,-76 157 14,-3-2 1,28-143-1,-45 169 26,-2 0 0,-2-1 0,-2 1 1,-2-1-1,-12-75 0,5 86 19,0 1 0,-3 0 0,-1 1 1,-2 0-1,-1 0 0,-2 2 0,-39-60 0,25 52 16,-2 1 0,-2 2 0,-1 2 0,-2 1-1,-2 2 1,-1 2 0,-1 1 0,-2 3 0,-83-42-1,40 31-4,-2 3 0,-1 5 0,-1 3 0,-139-23 0,45 24-24,-1 7-1,0 9 1,-224 16-1,145 16-552,-430 90 1,517-69-558,-223 85 1,33 31-3223,340-144 2411,13-5-191</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10.794"/>
    </inkml:context>
    <inkml:brush xml:id="br0">
      <inkml:brushProperty name="width" value="0.035" units="cm"/>
      <inkml:brushProperty name="height" value="0.035" units="cm"/>
      <inkml:brushProperty name="color" value="#008C3A"/>
    </inkml:brush>
  </inkml:definitions>
  <inkml:trace contextRef="#ctx0" brushRef="#br0">153 0 4948,'-85'29'272,"37"11"-1812,29-17 844</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12.394"/>
    </inkml:context>
    <inkml:brush xml:id="br0">
      <inkml:brushProperty name="width" value="0.035" units="cm"/>
      <inkml:brushProperty name="height" value="0.035" units="cm"/>
      <inkml:brushProperty name="color" value="#008C3A"/>
    </inkml:brush>
  </inkml:definitions>
  <inkml:trace contextRef="#ctx0" brushRef="#br0">0 24 4048,'0'0'2237,"2"-2"-1779,16-17-1222,-31 17-2231</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12.918"/>
    </inkml:context>
    <inkml:brush xml:id="br0">
      <inkml:brushProperty name="width" value="0.035" units="cm"/>
      <inkml:brushProperty name="height" value="0.035" units="cm"/>
      <inkml:brushProperty name="color" value="#008C3A"/>
    </inkml:brush>
  </inkml:definitions>
  <inkml:trace contextRef="#ctx0" brushRef="#br0">54 1 3748,'0'0'3157,"-3"0"-2420,-32 2 350,32-2-290,2 3-497,-1 1-245,0 0 1,1 0-1,-1 0 1,1 0 0,0 0-1,0 1 1,1-1 0,-1 0-1,1 0 1,0 1 0,0-1-1,0 0 1,2 5 0,12 66 94,-8-50-69,8 71 65,-13-76-132,1-1 0,1 0 1,0 0-1,2-1 0,0 1 1,1-1-1,0 0 0,11 18 0,-16-34-18,1 1-1,0-1 0,0 1 0,0-1 0,1 0 0,-1 0 1,0 0-1,1 0 0,-1 0 0,1 0 0,0-1 0,0 1 1,0-1-1,-1 0 0,1 0 0,0 0 0,1 0 0,-1 0 1,0-1-1,0 1 0,0-1 0,0 0 0,0 0 0,5-1 1,5 0-91,0-1 1,-1-1 0,1 0 0,18-8-1,2-3-912,-1-2 0,60-38 0,-59 33-346,41-26-1807</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6.770"/>
    </inkml:context>
    <inkml:brush xml:id="br0">
      <inkml:brushProperty name="width" value="0.035" units="cm"/>
      <inkml:brushProperty name="height" value="0.035" units="cm"/>
      <inkml:brushProperty name="color" value="#008C3A"/>
    </inkml:brush>
  </inkml:definitions>
  <inkml:trace contextRef="#ctx0" brushRef="#br0">7 1592 5168,'-1'0'462,"1"1"-1,-1-1 1,1 1-1,-1-1 1,1 1-1,-1-1 0,1 1 1,-1-1-1,1 1 1,0 0-1,-1-1 1,1 1-1,0 0 0,0-1 1,-1 1-1,1 0 1,0-1-1,0 1 0,0 0 1,0 0-1,5 19 3355,20 24-4501,-11-20 1609,48 108 106,55 112-436,-38-98-531,-28-56 17,60 148 0,-95-197-86,29 53 1,-38-85-51,0 1 0,0-1 0,1 0 0,1-1 1,-1 0-1,2 0 0,-1-1 0,1 0 0,12 7 0,-12-9-13,0 2 0,0-1 0,-1 1 0,0 1 0,-1-1 0,1 1 0,-1 1-1,-1 0 1,8 11 0,4 29-40,-13-31 77,-5-15 28,0 1-26,4 32 67,-4-33-32,7 29-1,6 14 54,1-13-50,-12-25-8,0 0-1,0 0 1,9 14 0,52 96 116,-56-105-91,-1 1 0,9 22 0,9 17 87,82 131 594,-69-87-390,-29-71-212,-1 0-1,8 49 1,-11-50-65,1 12 158,1 53 0,-6-61-28,2 0 1,0-1-1,9 30 0,-1-16 112,20 62 40,-29-99-317,0 0-1,0 1 1,1-1 0,0 0 0,-1 0 0,2-1-1,-1 1 1,6 6 0,1 1 5,15 28-2,-21-32-6,0 0 0,1-1 0,0 1 0,0-1 0,13 13 0,-14-17-1,-1 1-6,8 16-1,9 4 1,-18-22 3,-1 1-26,15 30 34,-8-21-8,-5-8 1,1 1 0,-1 0-1,0 0 1,0 0 0,0 0 0,1 6 0,2-2 6,-1 0 0,1 0 1,0-1-1,1 0 1,12 12-1,-10-10 8,1 0-1,-2 0 1,14 21-1,71 112 165,-84-131-146,0 1-1,0-2 1,1 1-1,0-2 0,1 1 1,13 9-1,-3-2 155,60 49 568,105 65 0,-181-129-721,-3-2 75,1 2 14,0 0 1,1 0 0,0-1 0,-1 0 0,1 0-1,0 0 1,0 0 0,6 1 0,-8-2-54,11 4 134,-10-4 77,9 5 68,-5-2-261,0 0 1,-1 0-1,0 1 1,0 0-1,0 1 0,9 10 1,-14-15-51,27 21 46,15 15-45,-41-36-12,12 10-95,-3 0 138,35 23-69,-43-32 2,2 0-3,1 0 1,0 1 0,-1 0-1,1 0 1,-1 1 0,0-1-1,0 1 1,0 0 0,5 6-1,-10-10-1,13 10 13,1-1 1,0 0 0,26 12 0,7 12 8,34-6-38,-79-26 40,2-1-2,24 2-27,46 8 0,-47-6 5,46 3 1,-42-1 46,-26-4-46,-2-1-30,19-1 36,29-1 35,208 10-62,-173-9 35,-78 0-15,-1 0 1,1 0-1,-1 0 0,0-1 1,11-3-1,7 1 31,10 2-37,42-7 0,-46 4 8,36-1 0,-14 2 13,0-3 0,-1-1 0,72-22 0,73-32 9,-165 51-2,-29 9 0,1 0-1,28-7-25,76-22 31,-96 25-30,0-1 1,0-1 0,0 0 0,18-15 0,5-3-19,166-90-4,-40 24-9,-107 61 46,-2-3 1,-2-2-1,-1-3 1,46-44 0,39-48-67,-98 98 43,-20 19 5,0-2-1,21-25 0,3-2 7,-30 33 4,0-1 0,0 0 0,-1 0-1,0-1 1,-1-1 0,9-15 0,-12 16-17,1 1 0,1 0 0,0 0 0,16-16 1,10-15 44,30-39-29,124-123 0,-115 130-27,-18 17-10,209-231 28,-131 117-65,76-88-14,-144 193 53,77-60 0,-77 70 85,89-95 1,-130 120-57,-1-1 1,-1-1-1,-2-1 0,-1 0 1,-1-2-1,16-51 0,42-123-86,-59 169 97,8-24-2,-15 34-45,16-32 0,5-15 40,-14 37-50,34-61 1,-15 33-123,17-33-156,29-64-201,-65 131 483,-11 26 28,-1-1-1,0-1 0,0 1 0,4-18 0,1-13-38,1 1 0,2 0 0,32-68 0,-18 49-15,-8 15 52,42-69 0,-39 71-40,-16 30 48,0 0-1,0 0 1,1 0 0,10-11 0,-10 13 9,-1 1 0,0-1 0,0 1 1,-1-1-1,0-1 0,-1 1 0,3-11 0,14-33-53,-15 40 47,0 0 1,0-1 0,4-21 0,-7 24 25,0 0 1,1 1-1,1-1 1,-1 1 0,2 0-1,9-18 1,70-112-72,-54 85 46,-21 36 22,3-6-55,-6 12 32,1 0 1,0 0-1,14-19 0,-19 30 14,-1 0 0,0 0 1,1-1-1,-1 1 0,0 0 0,0-1 1,0 1-1,-1-1 0,1 0 0,-1 1 1,1-1-1,-1-3 0,0 3 1,1 0 0,-1 0 0,1 0 0,-1 0 0,1 1 0,0-1 0,0 0 0,0 0 0,3-3 0,15-25-50,-3 7 34,27-35-1,-24 26 120,-17 28-142,-1 3 7,2-1 21,-1-1 1,0 1-1,0 0 1,0 0-1,0-1 1,-1 1-1,2-6 1,17-49-1703,-19 56 763</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8.101"/>
    </inkml:context>
    <inkml:brush xml:id="br0">
      <inkml:brushProperty name="width" value="0.035" units="cm"/>
      <inkml:brushProperty name="height" value="0.035" units="cm"/>
      <inkml:brushProperty name="color" value="#008C3A"/>
    </inkml:brush>
  </inkml:definitions>
  <inkml:trace contextRef="#ctx0" brushRef="#br0">1 26 5517,'22'-2'1828,"-12"-10"-1180,-1 1 1392</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9.226"/>
    </inkml:context>
    <inkml:brush xml:id="br0">
      <inkml:brushProperty name="width" value="0.035" units="cm"/>
      <inkml:brushProperty name="height" value="0.035" units="cm"/>
      <inkml:brushProperty name="color" value="#008C3A"/>
    </inkml:brush>
  </inkml:definitions>
  <inkml:trace contextRef="#ctx0" brushRef="#br0">1 266 9233,'25'-5'7679,"-30"10"-2193,-4 3-4997,7-7-417,2 1-67,0 0-1,0 0 0,1 1 0,-1-1 0,0 0 0,1 0 0,0 0 0,-1 0 1,1 0-1,0 0 0,0 0 0,0 0 0,0 0 0,0-1 0,1 1 0,-1 0 1,0-1-1,1 1 0,-1 0 0,1-1 0,0 0 0,0 1 0,-1-1 1,1 0-1,3 1 0,-3 0 3,2-2-4,74 2-5,-55-7 3,-5-2-18,26 2 35,-36 5-11,0-1 0,0 0 0,0 0 0,0-1 0,-1 0 0,1 0 0,0-1 0,-1 0 0,13-7 0,4-4 13,0 2 0,33-13 0,-53 24-20,1 1 0,-1-1 1,0 1-1,0 0 0,0 0 0,0 0 0,1 0 0,-1 1 0,0 0 0,0 0 0,0 0 0,0 0 0,0 1 0,4 2 0,25 6-75,-23-9 56,1 0 1,0 0 0,-1-1 0,1 0-1,-1-1 1,1 0 0,0-1-1,-1 0 1,0-1 0,1 0 0,-1 0-1,11-6 1,8-7-438,-1 0 1,42-32-1,-68 47 407,5-3-382,1 1-1,0-1 1,0 1 0,0 1-1,0-1 1,0 1-1,0 1 1,1 0 0,-1 0-1,1 1 1,15 0-1,-10 0-86,0 0 0,0-1 0,15-4-1,8-4-90,-19 6 1000,-1-1 0,0-1-1,0 0 1,0-1 0,-1-1 0,23-13-1,0-10 2652,-37 28-2645,-1 0-272,2-4-494,6-7 325,-6 6-8556</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0.990"/>
    </inkml:context>
    <inkml:brush xml:id="br0">
      <inkml:brushProperty name="width" value="0.035" units="cm"/>
      <inkml:brushProperty name="height" value="0.035" units="cm"/>
      <inkml:brushProperty name="color" value="#008C3A"/>
    </inkml:brush>
  </inkml:definitions>
  <inkml:trace contextRef="#ctx0" brushRef="#br0">39 1 3756,'0'0'4883,"-1"3"-4407,-2 25 398,3-25-103,-1-1-507,0 2-63,-1 0 0,0 0 0,0 0 0,-1-1 0,1 1 0,-1-1 0,0 1 0,0-1 0,0 0 0,-4 3 0,4-4 1504,5 0-1611,0 1 0,0 0 0,0-1 0,0 0 0,0 1 0,0-1 0,1 0 0,3 2-1,28 1 103,-30-5-144,15-3-59,28-11 30,-64 7 29,16 6-49,0 0 0,0 0 0,0 0 0,0 0 1,0 1-1,-1-1 0,1 0 0,0 1 0,0-1 1,-1 1-1,1 0 0,-1-1 0,1 1 0,0 0 1,-1 0-1,1 0 0,-2 0 0,-3 1-4,-39 16 14,42-16-3,3 1-7,-2 5 18,-7 13-13,9-18-4,0 0 0,0 0-1,1 0 1,0 0 0,-1 0-1,1 0 1,0 0 0,0 0-1,0-1 1,0 1 0,0 0-1,0-1 1,0 1 0,3 2-1,3 0 0,-4-2-5,1 0 1,-1 0 0,1-1 0,0 1 0,0-1 0,-1 1 0,1-1 0,8 1 0,-3-2 1,1 0 0,-1-1-1,0 0 1,1 0 0,-1-1 0,0 0 0,0-1-1,10-4 1,-17 6 3,0 0-1,0 0 1,0 0 0,0 0-1,0 0 1,0-1-1,0 1 1,0-1-1,0 0 1,-1 1 0,1-1-1,0 0 1,-1 0-1,0 0 1,1 0 0,-1 0-1,0 0 1,0 0-1,0-1 1,0 1 0,-1 0-1,1 0 1,-1-1-1,1 1 1,-1-1 0,0-3-1,0 1-5,0 0 0,0-1 0,-1 1 0,0 0 0,0 0-1,0 0 1,-1 0 0,1 0 0,-6-9 0,6 13 9,1 0 0,-1 0 0,0 0 0,0 0 0,-1 1 1,1-1-1,0 1 0,0-1 0,0 0 0,0 1 0,0 0 0,-1-1 0,1 1 1,0 0-1,0-1 0,-1 1 0,1 0 0,-3 0 0,-24 1-85,25 0 69,-1-1 17,-1 1 0,1-1 0,0 1 0,-1 0 0,1 1 1,0-1-1,0 1 0,0 0 0,-6 4 0,8-5-46,0 1 13,-2 3-7,3-5 35,0 0 0,1 1 0,-1-1 0,1 1 1,-1-1-1,1 0 0,-1 1 0,1-1 1,-1 1-1,1-1 0,0 1 0,-1-1 1,1 1-1,0 0 0,-1-1 0,1 1 0,0-1 1,0 1-1,-1 0 0,1-1 0,0 1 1,0 0-1,0-1 0,0 1 0,0 0 0,0-1 1,0 1-1,0 0 0,0-1 0,0 1 1,1-1-1,-1 1 0,0 0 0,0-1 1,0 1-1,1 0 0,-1-1 0,0 1 0,1-1 1,-1 1-1,1-1 0,-1 1 0,1-1 1,0 1-1,0 0 0,1 1 0,-1-1 0,1 0 0,0 0 0,0 0 0,0 0 0,0 0 0,0-1 0,0 1 0,0 0 0,0-1 0,0 0 0,0 1-1,0-1 1,0 0 0,0 0 0,0 0 0,0 0 0,4-1 0,0 0-11,-1-1-1,1 0 0,0 0 1,-1 0-1,7-5 0,-9 6-91,-2 1 103,0-1 0,-1 1 0,1 0 0,0-1-1,0 1 1,0-1 0,0 1 0,0-1-1,-1 0 1,1 1 0,0-1 0,-1 0-1,1 1 1,0-1 0,-1 0 0,1 0 0,-1 0-1,1 0 1,-1 1 0,1-1 0,-1-2-1,0 2-1,0 1 0,0-1 0,0 0 0,0 0 0,-1 1 0,1-1-1,0 0 1,-1 1 0,1-1 0,-1 0 0,1 1 0,-1-1 0,1 1 0,-1-1-1,1 1 1,-1-1 0,1 1 0,-1-1 0,0 1 0,1-1 0,-2 1-1,-2-2 6,0 0-1,0 0 1,0 0-1,-1 1 1,1-1-1,-1 1 0,-5 0 1,-3 1-18,0 1 0,0 0 0,0 2-1,-22 5 1,27-6 34,7-1-19,0-1 0,0 1 1,0-1-1,0 1 0,0 0 0,0 0 0,0-1 0,1 1 1,-1 0-1,0 0 0,0 0 0,1 0 0,-1 0 0,1 0 0,-1 0 1,0 0-1,1 0 0,0 0 0,-1 0 0,1 0 0,0 0 1,0 0-1,-1 0 0,1 1 0,0-1 0,0 0 0,0 0 0,0 0 1,0 0-1,1 0 0,-1 1 0,0-1 0,1 0 0,0 2 1,1 0-7,0 0 0,0 0 0,0 0 0,1-1 0,-1 1 0,1-1 0,0 1 0,0-1 0,0 0 0,0 0 0,0 0 0,0-1 0,0 1 0,1-1 0,-1 1 0,1-1 1,-1 0-1,1-1 0,-1 1 0,6 0 0,11 1-144,-1-1 0,33-3 0,-20 0-62,-28 2 151,-23 1-296,7 2 245,18 0-26,19 1 74,-25-4 61,1 0 1,0 0 0,0 0-1,-1 0 1,1 0-1,0-1 1,-1 1 0,1 0-1,0 0 1,0-1-1,-1 1 1,1-1 0,-1 1-1,1-1 1,0 1-1,-1-1 1,1 1 0,-1-1-1,1 1 1,0-2-1,1-1 1,0 3-97,-1-1 0,1 0 0,-1 0 0,1 0 0,-1 0 0,0-1 0,1 1 0,-1 0-1,0 0 1,0-1 0,0 1 0,0-1 0,0 1 0,-1-1 0,1 1 0,0-1 0,-1 0 0,1 1 0,-1-1 0,1 0 0,-1 1 0,0-1 0,0 0 0,0 0 0,0 1-1,0-1 1,0 0 0,-1-2 0,0 2-119,0 0 0,0 0-1,0 0 1,0 0-1,-1 0 1,1 1 0,-1-1-1,1 1 1,-1-1 0,0 1-1,0-1 1,0 1 0,1 0-1,-1 0 1,0 0 0,0 0-1,-1 0 1,1 1-1,0-1 1,0 1 0,-4-1-1</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2.756"/>
    </inkml:context>
    <inkml:brush xml:id="br0">
      <inkml:brushProperty name="width" value="0.035" units="cm"/>
      <inkml:brushProperty name="height" value="0.035" units="cm"/>
      <inkml:brushProperty name="color" value="#008C3A"/>
    </inkml:brush>
  </inkml:definitions>
  <inkml:trace contextRef="#ctx0" brushRef="#br0">1 4 3116,'21'9'918,"-17"-7"3850,51-13-3194,-51 10-1558,0 0 0,0 0-1,1 1 1,-1 0-1,0 0 1,1 0 0,-1 0-1,8 2 1,-11-2-15,2 1-25,10 5 22,-5-1 35,0 1 1,0-1-1,0 2 0,-1-1 0,9 11 0,-14-15-1,14 29-197,-4 32 235,-12-60 16,1-1 17,10 25-114,-10-24-2,16 22 57,18 19-24,-33-42 58,0 0-157,0 1 55,0 1 16,0-1-1,1 0 1,-1 0 0,0 0-1,1-1 1,0 1 0,0-1 0,-1 1-1,1-1 1,1 0 0,4 3-1,-3 7 255,-1-2-1266,-3-6-2804</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3.190"/>
    </inkml:context>
    <inkml:brush xml:id="br0">
      <inkml:brushProperty name="width" value="0.035" units="cm"/>
      <inkml:brushProperty name="height" value="0.035" units="cm"/>
      <inkml:brushProperty name="color" value="#008C3A"/>
    </inkml:brush>
  </inkml:definitions>
  <inkml:trace contextRef="#ctx0" brushRef="#br0">10 29 4888,'0'0'9032,"-1"-3"-8264,-7-20 388,8 20 566,0 6-1111,70 306 2938,-51-223-3391,36 93 1,-38-133-1435,2-1 1,2-1 0,43 67 0,-38-76-2377,19 16-6654</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2.746"/>
    </inkml:context>
    <inkml:brush xml:id="br0">
      <inkml:brushProperty name="width" value="0.035" units="cm"/>
      <inkml:brushProperty name="height" value="0.035" units="cm"/>
      <inkml:brushProperty name="color" value="#008C3A"/>
    </inkml:brush>
  </inkml:definitions>
  <inkml:trace contextRef="#ctx0" brushRef="#br0">66 192 3668,'-15'-43'3863,"14"41"-3505,-5-10 286,1 0-293,4 10 506,1-1-533,0-2-122,0 0 0,-1 0-1,1 0 1,-1 0 0,0 0 0,0 0 0,0 0-1,-1 0 1,-3-8 0,4 11 163,-12-4 457,12 4-635,0 1 0,0-1-1,-1 1 1,1-1 0,0 1 0,1-1 0,-1 0-1,0 1 1,0-1 0,1 0 0,-1 0 0,1 0 0,0 1-1,-1-1 1,1 0 0,0 0 0,0 0 0,0 0 0,0 0-1,1 0 1,-1 1 0,0-1 0,1 0 0,0 0 0,-1 0-1,1 1 1,1-3 0,13 15 479,-12-8-598,0 0 1,0 0-1,-1 1 0,1-1 0,-1 0 0,0 1 1,0 0-1,0-1 0,0 1 0,-1 0 1,2 7-1,9 51 366,-10-48-291,13 63-438,3-1 0,4-1 0,54 126 1,-61-168-1048,2 0 1,35 49 0,17 7-5308,-36-54 922</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3.457"/>
    </inkml:context>
    <inkml:brush xml:id="br0">
      <inkml:brushProperty name="width" value="0.035" units="cm"/>
      <inkml:brushProperty name="height" value="0.035" units="cm"/>
      <inkml:brushProperty name="color" value="#008C3A"/>
    </inkml:brush>
  </inkml:definitions>
  <inkml:trace contextRef="#ctx0" brushRef="#br0">26 10 5236,'-21'-7'2721,"17"5"521,14 6-1877,-9-4-1233,1 1 0,0 0 0,-1-1 0,1 1 0,-1 0 0,1 0 0,-1 0 0,0 1 0,1-1 0,-1 0-1,0 0 1,0 1 0,0-1 0,0 1 0,0-1 0,0 1 0,0-1 0,1 3 0,4 8 240,5 3 514,0-1-1,19 21 1,16 19 248,11 20-1113,3-2 0,73 65 0,89 56-7694,-193-170 5173,16 12-3640</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4.332"/>
    </inkml:context>
    <inkml:brush xml:id="br0">
      <inkml:brushProperty name="width" value="0.035" units="cm"/>
      <inkml:brushProperty name="height" value="0.035" units="cm"/>
      <inkml:brushProperty name="color" value="#008C3A"/>
    </inkml:brush>
  </inkml:definitions>
  <inkml:trace contextRef="#ctx0" brushRef="#br0">2 21 4548,'0'0'30,"0"0"0,0-1 0,0 1-1,0 0 1,1 0 0,-1 0 0,0 0-1,0 0 1,0 0 0,0 0 0,0 0-1,0-1 1,0 1 0,0 0 0,0 0-1,0 0 1,0 0 0,0 0-1,0 0 1,0-1 0,0 1 0,0 0-1,0 0 1,0 0 0,0 0 0,0 0-1,0 0 1,0-1 0,0 1 0,0 0-1,0 0 1,0 0 0,0 0 0,0 0-1,0 0 1,0-1 0,0 1 0,0 0-1,-1 0 1,1 0 0,0 0-1,0 0 1,0 0 0,0 0 0,0 0-1,0 0 1,0 0 0,0 0 0,-1-1-1,1 1 1,0 0 0,0 0 0,0 0-1,0 0 1,0 0 0,0 0 0,-1 0-1,1 0 1,18-7 7792,-1 1-5130,-15 5-2283,2 2 33,4 0-240,-6 0-154,0-1 1,0 0 0,1 1 0,-1-1 0,0 1-1,0 0 1,0 0 0,0 0 0,0 0 0,0 0-1,0 0 1,0 0 0,0 1 0,-1-1 0,1 0-1,-1 1 1,1 0 0,-1-1 0,1 1-1,-1 0 1,2 4 0,9 26 342,-2 0-1,-1 2 1,-2-1-1,3 37 1,-8-59-329,7 52 273,21 119 290,-23-153-568,2 0-1,1 0 1,0 0-1,18 29 1,9 12-6,3-3 0,53 68 1,-42-65-20,47 86 0,-75-118-48,69 94 116,-83-120-258,1 0-1,0-1 0,19 17 1,-26-27-28,-2-1-47,0 0 183,-1 0-1,1 1 0,0-1 1,0 0-1,0 0 1,0 1-1,0-1 1,0 0-1,0 1 1,0-1-1,-1 1 1,1-1-1,0 1 1,0-1-1,-1 1 0,2 1 1,-1-2-45,-1 1 1,0-1-1,1 1 1,-1-1-1,0 0 0,1 1 1,-1-1-1,1 0 1,-1 1-1,1-1 0,-1 0 1,1 0-1,-1 0 1,1 1-1,-1-1 1,1 0-1,-1 0 0,1 0 1,-1 0-1,1 0 1,0 0-1,-1 0 1,1 0-1,-1 0 0,1 0 1,-1 0-1,1 0 1,-1 0-1,1-1 0,-1 1 1,1 0-1,-1 0 1,1-1-1,-1 1 1,1 0-1,-1-1 0,1 1 1,-1 0-1,0-1 1,1 1-1,-1 0 0,0-1 1,1 1-1,-1-1 1,1 0-1,0 0-275,0-1 0,1 1 0,-1 0 0,0-1 0,0 1 0,0-1 0,0 1 0,0-1 1,0 1-1,0-1 0,-1 0 0,1 1 0,-1-1 0,1 0 0,-1 0 0,1 1 0,-1-5 0,1-14-6227</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4.512"/>
    </inkml:context>
    <inkml:brush xml:id="br0">
      <inkml:brushProperty name="width" value="0.035" units="cm"/>
      <inkml:brushProperty name="height" value="0.035" units="cm"/>
    </inkml:brush>
  </inkml:definitions>
  <inkml:trace contextRef="#ctx0" brushRef="#br0">124 29 3168,'0'0'1839,"-4"0"-1411,0-1-83,0 0-1,-1-1 0,1 1 1,0-1-1,-1 0 1,1 0-1,0 0 0,0-1 1,1 1-1,-7-7 1,8 8-235,0 3-73,-13 19 12,13-18-49,-15 17-1029,7-34 295,3 11-2369,-7 8 1533</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4.887"/>
    </inkml:context>
    <inkml:brush xml:id="br0">
      <inkml:brushProperty name="width" value="0.035" units="cm"/>
      <inkml:brushProperty name="height" value="0.035" units="cm"/>
    </inkml:brush>
  </inkml:definitions>
  <inkml:trace contextRef="#ctx0" brushRef="#br0">0 270 7609,'19'-27'1382,"78"-100"4962,-82 111-5644,0 0-1,1 1 1,1 0 0,1 1 0,21-12 0,-35 24-622,0 0 0,0 0 0,0 0 0,0 1 0,0 0 0,0 0 0,0 0 0,1 0 0,-1 1-1,0 0 1,1 0 0,-1 0 0,0 0 0,0 1 0,1-1 0,-1 1 0,5 2 0,0 0 17,-1 0-1,0 0 1,0 1-1,-1 0 1,1 1-1,-1 0 1,11 9-1,23 25 183,0 1-1,-3 3 0,-2 1 0,55 87 0,100 215 169,-107-183-332,41 51-71,-92-164-27,3-1 1,44 47-1,-61-76-14,1-1 0,1-1 0,0 0 0,2-2 0,0-1 1,38 19-1,-43-25 3,0-2 0,1 0 1,0-1-1,0-1 0,1-1 1,-1 0-1,1-2 0,0 0 1,36-2-1,-15-5 8,0-1 0,-1-2 0,0-3 0,0 0 0,-1-3 0,-1-1 0,0-2 0,-1-1 0,47-33 0,-31 15 2,-1-3 0,-2-2 0,-1-2 1,-3-3-1,51-63 0,-65 68-88,-2 0 0,-2-3-1,30-59 1,-46 76-169,0-1 0,-2 0 0,0 0-1,-2-1 1,-2 0 0,0 0 0,1-33-1,-7 48-93,0 1 0,0 0-1,-1 0 1,-1 0 0,0 1-1,-1-1 1,-1 0 0,-6-17 0,7 24-167,0-1 1,-1 1-1,1 0 0,-1 0 1,-1 0-1,1 0 1,-1 1-1,0 0 1,0 0-1,0 0 1,-1 1-1,0-1 1,0 1-1,0 1 1,0-1-1,-12-4 1,-29-3-6651</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5.277"/>
    </inkml:context>
    <inkml:brush xml:id="br0">
      <inkml:brushProperty name="width" value="0.035" units="cm"/>
      <inkml:brushProperty name="height" value="0.035" units="cm"/>
    </inkml:brush>
  </inkml:definitions>
  <inkml:trace contextRef="#ctx0" brushRef="#br0">1052 35 11169,'2'-31'4162,"-1"28"-1066,-6 5-2005,-7 4-784,0 0 0,0 1 0,1 0 0,0 1 0,0 1 0,1 0 0,0 0 0,-11 14 0,-71 96 808,60-74-888,-261 401-444,165-241-1215,-174 302-6535,248-388 3584,16-9-2257</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1.168"/>
    </inkml:context>
    <inkml:brush xml:id="br0">
      <inkml:brushProperty name="width" value="0.035" units="cm"/>
      <inkml:brushProperty name="height" value="0.035" units="cm"/>
    </inkml:brush>
  </inkml:definitions>
  <inkml:trace contextRef="#ctx0" brushRef="#br0">2120 49 8721,'0'0'8297,"0"-2"-7038,1-1-995,0 0-1,-1 0 1,1 0-1,1 0 1,-1 1-1,0-1 1,1 0-1,-1 1 1,1-1-1,0 1 1,0-1-1,0 1 1,0 0-1,0 0 1,0 0-1,3-2 1,-2 3 1389,-7 2-1446,-84 38 70,-1-5 0,-162 40 0,-483 57-182,-6-37-54,538-79-643,200-15 496,-1 0 0,1 0 0,-1 0 0,0 0 0,1-1 0,-1 1 0,1-1 0,-1 1 0,1-1 0,-1 0 0,1 0 0,0 0 0,-1-1 0,-2-1 0,5 3 40,-1-1 1,1 1 0,0-1 0,-1 1 0,1-1 0,0 1-1,0 0 1,-1-1 0,1 1 0,0-1 0,0 1 0,0-1-1,-1 1 1,1-1 0,0 1 0,0-1 0,0 1 0,0-1-1,0 0 1,0 1 0,0-1 0,0 1 0,1-1 0,-1 0-1,1-1-71,-1 1-1,1 0 0,0-1 0,0 1 0,0 0 0,0-1 0,0 1 0,1 0 1,-1 0-1,0 0 0,3-2 0,8-4-1211,0 0 0,0 1 1,1 0-1,0 1 0,21-6 1,31-6-7684</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1.605"/>
    </inkml:context>
    <inkml:brush xml:id="br0">
      <inkml:brushProperty name="width" value="0.035" units="cm"/>
      <inkml:brushProperty name="height" value="0.035" units="cm"/>
    </inkml:brush>
  </inkml:definitions>
  <inkml:trace contextRef="#ctx0" brushRef="#br0">987 60 10221,'1'-2'2438,"10"-25"1455,-10 25-2345,2-10 1035,-1-2-1441,-1 11 1277,-4 4-1919,-10 3-362,0 1 1,0 0-1,1 0 0,-1 2 1,1-1-1,1 2 1,-14 10-1,-23 13 34,-172 106-12,-51 30-1064,190-123 587,-2 0-165,-85 61 0,166-105 477,1 1 0,0 0 0,0 0 0,-1 0 0,1 0 0,0 0-1,0 0 1,0 0 0,0 0 0,0 0 0,0 0 0,1 0 0,-1 1 0,0-1 0,0 0-1,1 1 1,-1-1 0,1 0 0,0 1 0,-1-1 0,1 1 0,0-1 0,0 1 0,-1-1-1,1 1 1,1-1 0,-1 0 0,0 1 0,0-1 0,0 1 0,1-1 0,-1 1 0,1-1-1,-1 0 1,1 1 0,-1-1 0,1 0 0,1 2 0,1 1 0,0-1 0,0 0 0,0 0 0,0 0 0,1 0 0,0 0 0,-1-1 0,1 0 0,0 1 0,0-1 0,6 1 1,19 7-24,1-2 0,0-2 0,49 6 0,100-2-392,-162-10 347,679 4-4090,-231-16-4778,-296 6 1894</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2.800"/>
    </inkml:context>
    <inkml:brush xml:id="br0">
      <inkml:brushProperty name="width" value="0.035" units="cm"/>
      <inkml:brushProperty name="height" value="0.035" units="cm"/>
    </inkml:brush>
  </inkml:definitions>
  <inkml:trace contextRef="#ctx0" brushRef="#br0">2017 9 8549,'0'0'6398,"13"-6"-3532,-3 3-1384,-9 10 723,-15 15-1124,2-13-1039,-1-1 0,0 0-1,0 0 1,0-2 0,-1 1 0,-20 5 0,1 1 4,-353 119 26,-10-32-152,138-37 44,-62 9-77,-15 4-2095,307-68 1267,-49 9-602,18-13-6648,37-4 1295</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3.098"/>
    </inkml:context>
    <inkml:brush xml:id="br0">
      <inkml:brushProperty name="width" value="0.035" units="cm"/>
      <inkml:brushProperty name="height" value="0.035" units="cm"/>
    </inkml:brush>
  </inkml:definitions>
  <inkml:trace contextRef="#ctx0" brushRef="#br0">535 0 10365,'0'0'8165,"-3"2"-7365,-32 27 27,1 1 0,-42 49 0,-2 2-407,-97 106 68,115-119-366,38-43-75,-19 29 0,40-53-32,0 1 1,-1 0-1,1 0 1,0 1-1,0-1 0,0 0 1,1 0-1,-1 0 1,0 1-1,1-1 1,-1 0-1,1 1 1,0-1-1,0 0 1,0 1-1,0-1 0,0 0 1,1 1-1,-1-1 1,1 0-1,-1 1 1,1-1-1,0 0 1,0 0-1,2 4 1,-1-4 0,0 1 0,0-1 1,0 0-1,0 1 1,0-1-1,1 0 0,-1 0 1,1 0-1,0-1 1,-1 1-1,1-1 1,0 1-1,0-1 0,0 0 1,0 0-1,0 0 1,4 0-1,21 3 26,1-2 0,-1-2-1,43-3 1,90-20-119,-131 18 43,594-110-2488,-208 29-7050,-275 57 962</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4.326"/>
    </inkml:context>
    <inkml:brush xml:id="br0">
      <inkml:brushProperty name="width" value="0.035" units="cm"/>
      <inkml:brushProperty name="height" value="0.035" units="cm"/>
    </inkml:brush>
  </inkml:definitions>
  <inkml:trace contextRef="#ctx0" brushRef="#br0">7143 43 7085,'-15'-8'2196,"-17"0"9397,13 7-11216,12 0 228,1 1 0,-1-1 0,1-1 0,0 1 0,-9-4 0,-9-2 421,-9 3 301,-67 0 0,63 4-1092,-600 9 996,475-4-1134,-1801 96 131,586-23-226,-663-13-24,1735-68-98,166 1-181,117 2 192,-72-5-557,84 4 416,1 0 1,-1-1-1,0-1 1,1 0-1,-1 0 1,-16-9-1,25 11 189,0 1 0,0-1 1,0 1-1,0-1 0,1 0 0,-1 1 0,0-1 0,1 0 0,-1 0 0,0 1 0,1-1 1,-1 0-1,1 0 0,-1 0 0,1 0 0,0 0 0,-1 0 0,1 0 0,0 0 1,0 0-1,-1 0 0,1 0 0,0 0 0,0 0 0,0 0 0,0 0 0,0 0 0,1 0 1,-1 0-1,0 0 0,0 0 0,1 0 0,-1 0 0,0 0 0,1 0 0,-1 0 0,1 1 1,-1-1-1,1 0 0,0 0 0,-1 0 0,2 0 0,2-5-321,1 1 0,-1 0 0,1 0 0,11-8 0,4 1-1470,1 0 1,0 2-1,0 0 0,33-9 0,-54 19 1775,93-32-10464</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4.810"/>
    </inkml:context>
    <inkml:brush xml:id="br0">
      <inkml:brushProperty name="width" value="0.035" units="cm"/>
      <inkml:brushProperty name="height" value="0.035" units="cm"/>
    </inkml:brush>
  </inkml:definitions>
  <inkml:trace contextRef="#ctx0" brushRef="#br0">8129 25 11957,'-22'-11'4476,"20"9"-4256,0 1 0,0-1 1,-1 1-1,1 0 0,-1 0 0,1 0 0,0 0 0,-1 0 0,0 0 0,1 1 0,-1-1 0,1 1 0,-5-1 0,-79 6 1034,-88 15 0,126-14-1066,-777 135 758,335-51-813,-1728 236 65,199-197 255,318-110-409,1345-18-1454,209-1-2208,143 0 2290,4-4 772,1 1 1,-1-1 0,1 1 0,0-1 0,0 1 0,0-1-1,1 1 1,-1 0 0,1 0 0,-1 0 0,1 0 0,0 0 0,1 0-1,2-3 1,19-14-5761</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5.210"/>
    </inkml:context>
    <inkml:brush xml:id="br0">
      <inkml:brushProperty name="width" value="0.035" units="cm"/>
      <inkml:brushProperty name="height" value="0.035" units="cm"/>
    </inkml:brush>
  </inkml:definitions>
  <inkml:trace contextRef="#ctx0" brushRef="#br0">4823 21 9037,'-3'-8'1339,"6"8"-550,4 8 8897,-10-10-8872,-2-1-661,-1 0 0,0 1 0,0 0-1,0 0 1,0 0 0,0 0 0,0 1 0,-1 0-1,1 0 1,0 1 0,-1 0 0,1 0-1,-11 2 1,-11-1 89,-434 34 799,320-20-1006,-568 35-825,-5-25 65,663-24 692,-1693-15-2621,1445 4 1008,36 1-1561,88 5-2020,40 2-2629</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5.623"/>
    </inkml:context>
    <inkml:brush xml:id="br0">
      <inkml:brushProperty name="width" value="0.035" units="cm"/>
      <inkml:brushProperty name="height" value="0.035" units="cm"/>
    </inkml:brush>
  </inkml:definitions>
  <inkml:trace contextRef="#ctx0" brushRef="#br0">0 340 12045,'35'-80'1768,"-16"46"-276,-3 3-363,0 5-233,6 0-248,1 3-416,2 0-460,7 1-576,3-1-545,0-6-527,0 12-2148,6 11-2921</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5.780"/>
    </inkml:context>
    <inkml:brush xml:id="br0">
      <inkml:brushProperty name="width" value="0.035" units="cm"/>
      <inkml:brushProperty name="height" value="0.035" units="cm"/>
    </inkml:brush>
  </inkml:definitions>
  <inkml:trace contextRef="#ctx0" brushRef="#br0">0 346 11517,'54'-37'1928,"-19"6"-168,-6 8-283,2 3-293,-2 0-292,9-9-344,3 4-524,10-4-692,-3-2-892,-4-6-817,7 2-1867,3 7-3253</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6.270"/>
    </inkml:context>
    <inkml:brush xml:id="br0">
      <inkml:brushProperty name="width" value="0.035" units="cm"/>
      <inkml:brushProperty name="height" value="0.035" units="cm"/>
    </inkml:brush>
  </inkml:definitions>
  <inkml:trace contextRef="#ctx0" brushRef="#br0">170 18 11305,'0'0'4282,"-7"-11"-1046,7 11-3077,-1-1 1,1 1 0,0 0 0,-1-1 0,1 1 0,0-1 0,-1 1 0,1 0 0,0-1 0,-1 1 0,1 0 0,0-1 0,-1 1 0,1 0 0,-1-1 0,1 1 0,-1 0 0,1 0 0,-1 0 0,1 0 0,-1-1 0,1 1 0,-1 0 0,1 0 0,-1 0 0,1 0 0,-1 0 0,0 0 0,-7 6 112,-1 0 0,1 0 0,0 1 0,1 0 0,0 0 0,0 0-1,1 1 1,-1 0 0,2 1 0,-1 0 0,1-1 0,0 2 0,1-1 0,0 0 0,-3 14 0,4-13-188,-8 26 61,2 0 1,1 0-1,1 0 1,3 1 0,1 0-1,1 43 1,9 79-1576,10 39-2322,-8-108-107,-3 5-4110,-5-49-953</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6.476"/>
    </inkml:context>
    <inkml:brush xml:id="br0">
      <inkml:brushProperty name="width" value="0.035" units="cm"/>
      <inkml:brushProperty name="height" value="0.035" units="cm"/>
    </inkml:brush>
  </inkml:definitions>
  <inkml:trace contextRef="#ctx0" brushRef="#br0">565 50 7609,'-1'-1'151,"0"1"1,0-1-1,0 0 1,0 1-1,0-1 1,0 0-1,0 0 1,1 1-1,-1-1 1,0 0-1,0 0 1,1 0-1,-1 0 1,0 0-1,1 0 1,-1 0-1,1 0 1,-1 0-1,1 0 1,0 0-1,0 0 1,-1-1-1,1 1 1,0 0-1,0 0 1,0 0-1,0 0 1,0-1-1,0 1 1,0 0 0,1 0-1,-1 0 1,0 0-1,1 0 1,-1 0-1,1 0 1,-1-1-1,1 1 1,-1 0-1,2 0 1,-21-7 2887,14 8-2855,1 0 0,0 0-1,0 0 1,0 1 0,-1-1-1,1 1 1,0 0 0,0 0 0,0 0-1,0 1 1,0-1 0,-6 5-1,-48 31 750,43-27-635,-15 12-75,0 2 0,2 0 0,1 2 0,1 1 1,1 1-1,2 1 0,-21 33 0,16-17-1412,-26 58 0,-11 55-7009,42-87-506</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6.694"/>
    </inkml:context>
    <inkml:brush xml:id="br0">
      <inkml:brushProperty name="width" value="0.035" units="cm"/>
      <inkml:brushProperty name="height" value="0.035" units="cm"/>
    </inkml:brush>
  </inkml:definitions>
  <inkml:trace contextRef="#ctx0" brushRef="#br0">1 98 12625,'28'-43'2148,"-2"26"-299,-1 3-233,-12 11-388,12-9-276,17 4-200,-4 14-136,3 5-248,3 3-292,7 6-704,3 3-484,-3 6-680,-10-4-629,4 13-2351,-1 7-3749</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6.835"/>
    </inkml:context>
    <inkml:brush xml:id="br0">
      <inkml:brushProperty name="width" value="0.035" units="cm"/>
      <inkml:brushProperty name="height" value="0.035" units="cm"/>
    </inkml:brush>
  </inkml:definitions>
  <inkml:trace contextRef="#ctx0" brushRef="#br0">0 1 120</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1.556"/>
    </inkml:context>
    <inkml:brush xml:id="br0">
      <inkml:brushProperty name="width" value="0.035" units="cm"/>
      <inkml:brushProperty name="height" value="0.035" units="cm"/>
    </inkml:brush>
  </inkml:definitions>
  <inkml:trace contextRef="#ctx0" brushRef="#br0">351 1175 10957,'0'-3'626,"-1"0"0,1-1 0,-1 1-1,0 0 1,0 0 0,0 0 0,0 0 0,-1 0 0,-1-4 0,1 5 498,-9-27 1134,10 27-2167,1 0-1,0 0 1,0 0 0,0-1 0,0 1-1,0 0 1,0 0 0,1 0 0,-1 0-1,1 0 1,-1-1 0,1 1 0,2-3-1,0-4 119,10-62 280,-2 0 0,-4-1-1,-2 0 1,-4 0 0,-3 0 0,-3 0 0,-3 0 0,-23-91 0,26 143-475,-4-25 62,-2 0 0,-2 1 0,-35-79-1,46 118-73,-1 1-1,1-1 1,-1 0-1,0 1 1,0 0-1,-1 0 0,1 0 1,-8-6-1,9 9-1,1 0 0,-1 0 0,0 0 0,0 0 0,1 1 0,-1-1 0,0 1 0,0-1 0,0 1 0,0 0-1,0 0 1,0-1 0,1 1 0,-1 1 0,0-1 0,0 0 0,0 0 0,0 1 0,0-1 0,0 1 0,1-1 0,-1 1 0,0 0-1,0 0 1,1 0 0,-1 0 0,-2 2 0,-2 3 7,1-1 0,-1 1 1,1 1-1,0-1 0,1 1 0,-1 0 0,1 0 0,1 0 0,-6 14 0,-9 26 15,1 1-1,2 1 1,3 0-1,-10 80 0,12-27 0,3 130 0,10-141-59,18 120 1,-13-162-28,3 0 0,2-1 0,1-1 0,24 49 0,-28-74-1,1-1 1,21 29-1,74 91-290,-76-107 244,1-1-1,40 33 0,-52-50 64,0 1 0,-1 1 0,-1 0 1,-1 1-1,17 27 0,-29-40 40,-1 0 0,0 0 0,0 1 0,0 0 0,-1-1 0,0 1-1,0 0 1,-1 0 0,0 0 0,0 0 0,-1 0 0,1 0 0,-2 13 0,-1-10 2,0 0 1,-1 0-1,0 0 0,0 0 0,-1 0 1,-1-1-1,1 1 0,-10 13 0,-1-4-78,0 0 0,-1-1 0,-1-1 0,0 0 0,-1-1 0,-1-1-1,-28 17 1,32-23-134,1-1-1,-1-1 0,0 0 0,-1-1 1,-17 4-1,27-8-117,0-1-1,0 0 1,0-1 0,0 1 0,0-1 0,1 0 0,-12-2 0,15 1 22,-1 1 0,0-1 1,0 0-1,0 0 0,1-1 0,-1 1 1,0 0-1,1-1 0,0 1 1,-1-1-1,1 0 0,0 0 1,0 0-1,0 0 0,0 0 0,-2-4 1,2 4-289,0-1 0,0 0 0,1 0 0,-1 1 0,1-1 0,0 0 1,-2-6-1,3-31-6797</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2.116"/>
    </inkml:context>
    <inkml:brush xml:id="br0">
      <inkml:brushProperty name="width" value="0.035" units="cm"/>
      <inkml:brushProperty name="height" value="0.035" units="cm"/>
    </inkml:brush>
  </inkml:definitions>
  <inkml:trace contextRef="#ctx0" brushRef="#br0">96 0 12757,'-2'2'1926,"0"-1"-1743,1 0-1,-1 0 0,1 0 1,-1 0-1,1 1 0,-1-1 1,1 0-1,0 1 0,0-1 0,0 1 1,0 0-1,0-1 0,0 1 1,0 0-1,0 0 0,1-1 1,-1 1-1,1 0 0,-1 0 1,1 0-1,0 0 0,-1 0 0,1 0 1,0-1-1,0 1 0,1 0 1,-1 0-1,1 2 0,-1 10 394,-4 48 941,-3 1-1,-18 78 1,11-66-1032,2 3-624,5 1-1,3 138 1,5-195-53,0 0 0,1 0-1,1 0 1,1 0 0,1-1 0,1 1 0,11 26-1,-16-45 158,1-1-1,0 1 0,0 0 0,0-1 0,0 1 0,0-1 0,0 0 0,0 0 0,1 0 0,-1 0 0,1 0 0,0 0 0,0-1 0,-1 1 0,1-1 0,0 0 0,0 0 0,6 1 0,-3-1-6,-1 0 1,1-1-1,-1 1 0,1-1 0,0-1 0,-1 1 1,1-1-1,0 0 0,6-2 0,13-6-92,-1-2 0,46-25 0,5-4 71,0 11 218,116-30 1,17-6 20,-198 61-174,0-1 1,-1 0-1,1-1 1,-1 0-1,0-1 0,-1 0 1,0 0-1,0-1 1,0 1-1,-1-2 0,9-13 1,-14 20-15,-1 0 0,0 0 0,0-1 0,0 1-1,0 0 1,-1-1 0,1 1 0,0-1 0,-1 1 0,0-1 0,0 1 0,1-1 0,-2 1 0,1-1 0,0 1 0,0-1 0,-1 1 0,-1-5 0,1 2-22,-2 1 1,1-1 0,0 1-1,-1-1 1,0 1 0,0 0-1,0 0 1,-7-6 0,-6-3-92,0 0 1,0 1-1,-29-15 1,43 25 115,-12-5-10,9 5 2,-1-1-1,1 0 1,0-1-1,0 1 1,-5-6-1,9 8 7,0 0-1,0 0 0,0 0 0,0 0 0,0 0 1,0-1-1,1 1 0,-1 0 0,0-1 1,1 1-1,-1 0 0,1-1 0,0 1 0,-1-1 1,1 1-1,0-1 0,0 1 0,0-1 1,0 1-1,0-1 0,0 1 0,0 0 0,1-1 1,-1 1-1,0-1 0,2-2 0,6-9-54,0 0 1,1 1-1,0 0 0,1 0 0,1 1 0,-1 0 0,21-15 0,-14 11-20,62-50-27,2 2-1,100-56 1,-176 116 177,0 0-1,0 1 1,1-1 0,-1 1 0,1 0 0,-1 0-1,1 1 1,0 0 0,0 0 0,0 0 0,9 0-1,-12 1-24,1 1-1,0-1 1,-1 1-1,1 0 1,-1 0-1,1 0 1,-1 1-1,1-1 1,-1 1-1,0 0 1,0-1-1,0 2 1,0-1-1,0 0 1,0 1-1,0-1 1,-1 1-1,0 0 1,4 5-1,3 8 49,-1 0-1,-1 1 0,-1 0 0,0 0 1,-1 0-1,-1 1 0,3 28 0,0-8-3,60 247-3542,-1-102-7208,-53-157 5325</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2.354"/>
    </inkml:context>
    <inkml:brush xml:id="br0">
      <inkml:brushProperty name="width" value="0.035" units="cm"/>
      <inkml:brushProperty name="height" value="0.035" units="cm"/>
    </inkml:brush>
  </inkml:definitions>
  <inkml:trace contextRef="#ctx0" brushRef="#br0">40 503 6517,'-4'-11'162,"-4"-7"486,2 0 0,0-1-1,1 1 1,1-1-1,-2-27 1,6 30-232,0-1 0,1 1 1,0-1-1,2 1 0,0 0 0,1 0 0,0 0 1,1 0-1,1 1 0,0 0 0,2 0 1,9-16-1,-10 21-286,0 0 0,1 0-1,0 1 1,0 0 0,1 0 0,1 1 0,-1 0 0,1 0 0,1 1 0,-1 1 0,1 0 0,0 0 0,1 1 0,-1 0-1,1 1 1,19-4 0,-23 7-85,1-1 0,0 2 0,-1-1 0,1 1 0,0 0 0,-1 1 0,1 0 0,15 4 1,-21-4-32,0 0 1,0 0-1,0 0 1,0 1 0,0-1-1,0 1 1,0-1 0,-1 1-1,1 0 1,0 0-1,-1 0 1,0 0 0,0 1-1,1-1 1,-1 1 0,-1-1-1,1 1 1,0 0-1,-1-1 1,1 1 0,-1 0-1,0 0 1,0 0 0,0 0-1,0 1 1,0 4-1,0-1-1,-1 0 0,-1-1 0,1 1 0,-1 0 0,0-1-1,-1 1 1,1-1 0,-1 1 0,-1-1 0,1 0 0,-4 7 0,-1-2-11,0 1 1,-1-1 0,0-1 0,-18 20 0,-2-5-89,-1-1-1,-51 32 1,66-46 30,-6 3-396,-38 19 0,32-18-1042,23-13-14,6-21-10440</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2.619"/>
    </inkml:context>
    <inkml:brush xml:id="br0">
      <inkml:brushProperty name="width" value="0.035" units="cm"/>
      <inkml:brushProperty name="height" value="0.035" units="cm"/>
    </inkml:brush>
  </inkml:definitions>
  <inkml:trace contextRef="#ctx0" brushRef="#br0">0 0 7113,'0'0'7992</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7.928"/>
    </inkml:context>
    <inkml:brush xml:id="br0">
      <inkml:brushProperty name="width" value="0.035" units="cm"/>
      <inkml:brushProperty name="height" value="0.035" units="cm"/>
    </inkml:brush>
  </inkml:definitions>
  <inkml:trace contextRef="#ctx0" brushRef="#br0">0 579 11889,'11'-2'560,"0"0"-1,-1-1 0,1 0 1,-1-1-1,0 0 1,0 0-1,0-1 1,0 0-1,14-11 1,39-25 1703,127-87 720,-143 93-2506,79-76 1,-113 95-363,1-1 0,17-29 0,-18 25-3,-11 18-95,-1 0 0,1 0 0,-1-1 0,0 1 0,0-1 0,-1 1 1,1 0-1,-1-1 0,1 1 0,-1-1 0,0 1 0,0-1 1,-1 1-1,1-1 0,-1 1 0,0-1 0,0 1 0,0-1 0,-3-4 1,2 2 12,2 4-11,-1 0 0,0 1-1,0-1 1,0 0 0,0 1 0,-1-1 0,1 0-1,0 1 1,-1-1 0,1 1 0,-1 0 0,1 0-1,-1-1 1,0 1 0,0 0 0,1 0 0,-3 0-1,-34-9 365,26 9-274,0 1 1,-1 1 0,1 0-1,0 0 1,-1 1 0,1 1-1,0 0 1,0 0 0,1 1-1,-1 1 1,1 0-1,0 1 1,0 0 0,1 0-1,-1 1 1,1 1 0,-9 9-1,0 0 75,1 1 0,1 0 0,1 2 0,0 0-1,2 1 1,0 0 0,-16 34 0,23-40-111,1 1 0,1 0 0,0 0 0,1 0 0,0 1 0,2-1 0,0 1 0,0 0 0,2 22 0,1-31-68,-1-1 0,1 1 0,0-1 0,1 0 0,0 1 0,0-1 0,1 0 0,-1 0 0,2 0 0,-1 0 0,1-1 0,0 1 0,0-1 0,0 0 0,1 0 1,0-1-1,0 0 0,1 1 0,0-1 0,0-1 0,0 1 0,0-1 0,8 3 0,5 1-285,0-1 0,0-1 1,1-1-1,-1-1 0,1 0 0,1-2 1,37 1-1,-12-4-999,0-2 1,64-14-1,-45 3-1500,91-32 0,-14-9-4453,-64 23-451</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8.053"/>
    </inkml:context>
    <inkml:brush xml:id="br0">
      <inkml:brushProperty name="width" value="0.035" units="cm"/>
      <inkml:brushProperty name="height" value="0.035" units="cm"/>
    </inkml:brush>
  </inkml:definitions>
  <inkml:trace contextRef="#ctx0" brushRef="#br0">1 1 12377,'25'14'7709,"-9"-2"-6161,3 5-324,-9 3-188,5 20-212,1-6-308,-3 3-792,-3 3-472,2 3-924,-2-3-856,-7 3-3413,-3 5-5144</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8.228"/>
    </inkml:context>
    <inkml:brush xml:id="br0">
      <inkml:brushProperty name="width" value="0.035" units="cm"/>
      <inkml:brushProperty name="height" value="0.035" units="cm"/>
    </inkml:brush>
  </inkml:definitions>
  <inkml:trace contextRef="#ctx0" brushRef="#br0">16 38 11789,'-16'-26'3076,"35"20"-1936,-3 1-323,-6 16-389,12 18-632,25 91-3893,-34-63 329,-3 0-2429</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8.447"/>
    </inkml:context>
    <inkml:brush xml:id="br0">
      <inkml:brushProperty name="width" value="0.035" units="cm"/>
      <inkml:brushProperty name="height" value="0.035" units="cm"/>
    </inkml:brush>
  </inkml:definitions>
  <inkml:trace contextRef="#ctx0" brushRef="#br0">1 416 10677,'12'-46'2425,"3"1"1,2 1-1,1 1 1,3 0-1,36-56 1,-51 91-2177,1 0 0,-1 0 1,2 1-1,-1 0 0,1 1 1,0-1-1,0 1 0,1 1 1,0 0-1,0 0 0,0 0 1,0 1-1,1 1 0,0 0 1,17-4-1,-21 6-196,1 1 1,-1-1-1,0 1 1,1 0-1,-1 1 1,0-1-1,1 1 0,-1 1 1,0-1-1,0 1 1,0 0-1,0 0 1,0 1-1,0 0 0,0 0 1,-1 0-1,0 1 1,0-1-1,0 1 0,0 1 1,0-1-1,-1 1 1,1-1-1,-1 1 1,-1 1-1,5 5 0,-3 0-66,0 1-1,0 0 1,-1-1-1,0 1 1,-1 1-1,-1-1 0,0 0 1,0 1-1,-1-1 1,-1 1-1,0 0 1,-1-1-1,-4 22 0,-1 1-440,-2-1-1,-1 0 0,-24 55 0,16-54-554,-1 0 1,-2-2 0,-1 0-1,-1-1 1,-2-2-1,-33 34 1,18-31-2364,15-15-2118,10-8-4257</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9.666"/>
    </inkml:context>
    <inkml:brush xml:id="br0">
      <inkml:brushProperty name="width" value="0.035" units="cm"/>
      <inkml:brushProperty name="height" value="0.035" units="cm"/>
    </inkml:brush>
  </inkml:definitions>
  <inkml:trace contextRef="#ctx0" brushRef="#br0">1 995 4124,'31'-8'2386,"-27"7"-374,-4 0-1612,0-1 1,1 1-1,-1 0 0,1-1 1,-1 1-1,1 0 0,0-1 1,-1 1-1,1 0 0,0 0 0,0-1 1,0 1-1,0 0 0,0 0 1,0 0-1,0 0 0,1 1 0,1-2 1,12-8 3012,-8 7-4644,-5 2 1405,1 2 30,13 5 143,-2-2 1,0 2-1,20 10 1,-30-14-285,0 0 0,-1 1 0,1 0 0,-1 0 0,1 0-1,-1 0 1,0 0 0,0 1 0,0-1 0,0 1 0,-1 0 0,4 7 0,-4-4 17,0 0 1,0 1-1,-1 0 1,0-1-1,0 1 1,-1 14-1,1 2 137,32 218 974,-6-143-862,-20-77-256,0 0 0,-2 0-1,0 0 1,-1 0 0,0 27 0,-2-35 12,1 1 0,0-1 1,0 0-1,1 0 0,1 0 1,1 0-1,0-1 1,0 0-1,10 14 0,0 3 107,45 59 252,-38-53-292,-11-18-54,0 2 0,14 31 0,31 64 1120,-51-102-1010,1-1 0,1 0-1,11 15 1,11 18 265,-6-5-243,142 262 968,-156-284-1069,1-1-1,26 32 1,-8-10-2,-11-16-56,1 0-1,28 27 0,-8-9-32,12 13 30,12 15-7,46 80 187,29 34 725,38 28-202,-142-169-740,-1 1 0,37 64 0,-57-85 53,31 57 105,-42-74-189,0-1 0,15 14 0,72 94 0,48 62 0,-118-148 0,0 1 0,19 38 0,-32-55 0,1 1 0,0-1 0,1-1 0,0 0 0,1 0 0,0 0 0,15 11 0,-10-8 0,0 0 0,16 20 0,-18-21 0,0-1 0,0 1 0,1-2 0,0 0 0,28 14 0,-10-5 0,29 19 0,1-3 0,2-2 0,111 39 0,-121-58 0,0-3 0,0-2 0,1-2 0,105-3 0,60-14 0,-91 2 0,-101 6 0,1-2 0,-1 0 0,1-2 0,-1 0 0,-1-2 0,0-1 0,0-1 0,-1-2 0,0 0 0,-2-2 0,44-33 0,-3 1 0,-33 26 0,42-39 0,67-79 0,64-59 0,30 3 0,-187 158 0,-1-2 0,-2-2 0,-2-2 0,-2-1 0,37-53 0,9-48 0,-15 23 0,5 8 0,5 3 0,138-146 0,-187 223 0,-2-2 0,46-71 0,33-85 0,13-12 0,-85 147 0,26-50 0,10-35 0,114-244 0,-103 135 0,-66 188 0,3 1 0,-9 31 0,10-47 0,19-70 0,-16 64 0,-14 52 0,1 1 0,20-38 0,11-27 0,-27 62 0,0 1 0,2 1 0,25-33 0,-21 31 0,2-5 0,-3-1 0,-1 0 0,-2-2 0,14-46 0,-11 30 0,-15 43 0,-5 14 0,-1 0 0,1 0 0,-1 0 0,1 0 0,-1 0 0,0 0 0,1 0 0,-1 0 0,0-1 0,0 1-1,1 0 1,-1 0 0,0 0 0,0 0 0,0 0 0,-1 0 0,1-1 0,0 1 0,0 0 0,0 0 0,-1 0 0,1 0 0,-1 0 0,1 0 0,-1 0 0,1 0 0,-2-1 0,0-1-11,1 0-235,-1 1 1,1-1-1,-1 1 1,1 0-1,-1-1 1,0 1-1,0 0 1,0 0-1,0 0 0,0 0 1,0 1-1,0-1 1,-1 1-1,1-1 1,-1 1-1,1 0 1,-1 0-1,1 0 0,-1 0 1,0 0-1,-3 0 1,-4 0-1814,1 0 0,-1 0-1,0 1 1,1 1 0,-14 1 0,-27 4-9955</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2.411"/>
    </inkml:context>
    <inkml:brush xml:id="br0">
      <inkml:brushProperty name="width" value="0.035" units="cm"/>
      <inkml:brushProperty name="height" value="0.035" units="cm"/>
    </inkml:brush>
  </inkml:definitions>
  <inkml:trace contextRef="#ctx0" brushRef="#br0">74 1587 4804,'0'0'5622,"-3"-1"-5324,-4-2 365,0 0 1,1 0-1,-1-1 1,1 0-1,-10-8 1,14 11 4,-15-25 1429,17 23-2279,-3-15 1277,4 18-1070,-1 0 0,0 0 0,0-1 0,0 1 0,0 0 0,1-1 0,-1 1 0,0 0 0,0 0 0,0-1 0,1 1 0,-1 0 0,0 0 1,0 0-1,1-1 0,-1 1 0,0 0 0,1 0 0,-1 0 0,0 0 0,0-1 0,1 1 0,-1 0 0,0 0 0,1 0 0,-1 0 0,0 0 0,1 0 1,-1 0-1,0 0 0,1 0 0,-1 0 0,0 0 0,1 0 0,-1 1 0,0-1 0,1 0 0,-1 0 0,0 0 0,1 0 0,-1 0 0,0 1 0,0-1 0,1 0 1,-1 0-1,0 0 0,0 1 0,1-1 0,-1 0 0,2 2 25,0 0 1,1-1-1,-1 1 0,0 0 1,0 0-1,-1 0 1,1 0-1,0 0 0,-1 1 1,1-1-1,-1 1 0,0-1 1,2 5-1,12 40 479,-9-25-238,73 184 856,-67-174-1024,-1 2-1,-1-1 1,5 44-1,-3-20-23,1 11 106,-6-30-134,15 48 0,1-10 49,36 97 312,-46-138-194,-2 0 0,11 52-1,-14-52 193,1 0-1,17 43 1,-12-25 296,-13-47-648,0 0 0,0 1 0,1-1 0,0 0 0,0 0 0,0 0 0,1-1 0,-1 1 0,1 0 0,1-1 0,4 6 1,7 5 53,1-1 1,0 0 0,32 20 0,-5-2-78,61 61 0,12 11 36,-51-56 29,2-3 1,3-2-1,116 53 0,-156-81-11,-1 1-1,-1 2 1,-1 0 0,-1 2-1,31 31 1,57 44 958,-10-17-495,-56-40 29,2-2-1,100 54 1,-82-62-601,1-4 0,78 19 0,-136-41 0,28 10 0,25 4 0,0-2 0,92 7 0,-75-11 0,-62-12 0,0-1 0,0-1 0,-1-1 0,0 0 0,1-2 0,-1 0 0,31-16 0,-2 2 0,31-18 0,0-2 0,91-66 0,-149 93 0,170-101 0,5-3 0,-158 92 0,-2-1 0,-1-3 0,34-36 0,9-34 0,-38 53 0,34-53 0,14-18 0,3-9 0,-24 32 0,48-75 0,-87 129 0,-2-2 0,24-50 0,31-94 0,-45 100 0,18-58 0,5-12 0,5-21 0,-45 119 0,49-108 0,4 43 0,-2 28-165,-48 68 72,34-53 0,-41 55 10,7-13-65,0-2 1,14-41-1,50-146-34,-2-7 151,-37 109 145,-19 56-160,27-59 27,-29 47-4,6-2-72,-15 37 100,-15 43-43,5-28 55,-6 22 4,4 0-14,1-2 1,-4 8-7,-1-9 1619,0 1-3099,-3 2-4944,2 10 5698,-1-1 0,1 1 0,-1-1 0,1 1-1,-1-1 1,1 1 0,0 0 0,-1 0-1,1 0 1,0 0 0,0 0 0,-1 0 0,1 0-1,0 0 1,-1 2 0,-34 29-10035</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3.559"/>
    </inkml:context>
    <inkml:brush xml:id="br0">
      <inkml:brushProperty name="width" value="0.035" units="cm"/>
      <inkml:brushProperty name="height" value="0.035" units="cm"/>
    </inkml:brush>
  </inkml:definitions>
  <inkml:trace contextRef="#ctx0" brushRef="#br0">8 54 4868,'-8'14'1379,"17"-25"150,-3 5 1895,-7 20-2857,0-12-260,1 1 1,0-1 0,0 1 0,0-1 0,0 1 0,1-1-1,-1 1 1,0-1 0,1 1 0,0-1 0,1 3 0,-2-4-283,0-1 0,0 1 1,0 0-1,1-1 0,-1 1 0,0-1 1,1 1-1,-1-1 0,0 1 0,1-1 1,-1 1-1,0-1 0,1 1 1,-1-1-1,1 0 0,-1 1 0,1-1 1,-1 0-1,1 1 0,-1-1 0,1 0 1,-1 0-1,1 1 0,-1-1 1,1 0-1,0 0 0,-1 0 0,1 0 1,-1 0-1,1 0 0,0 0 0,-1 0 1,1 0-1,-1 0 0,1 0 1,0 0-1,-1 0 0,1-1 0,-1 1 1,1 0-1,-1 0 0,1-1 0,-1 1 1,1 0-1,-1-1 0,1 1 1,-1 0-1,1-1 0,-1 1 0,1-1 1,0 0-48,50-18 964,-64-13-1024,-3 24-59,7 4 171,12 13-61,-1-6 17,0-1 1,0 1 0,0-1 0,0 0-1,0 0 1,1 0 0,-1 0 0,1-1 0,0 1-1,-1 0 1,1-1 0,0 0 0,0 0-1,0 0 1,0 0 0,0 0 0,0 0 0,0-1-1,5 1 1,11 3 48,-17-6-19,0 1-1,0-1 1,0 1-1,0-1 1,0 0-1,-1 1 1,1-1-1,-1 0 1,1 0-1,-1 0 1,0-1-1,1-1 1,1-25 80,-2 26-76,-4 2 66,-20-10-62,22 10-25,0 1-1,0 0 1,0 0-1,1 0 1,-1 0 0,0 0-1,0 1 1,0-1-1,0 0 1,1 0-1,-1 1 1,0-1-1,0 0 1,1 1-1,-1-1 1,0 0-1,0 1 1,1-1 0,-1 1-1,0 0 1,-1 1 2,-11 8-7,19 0 50,0-4 51,-5-6-46,0 0 0,1-1 0,-1 1 0,0 0 0,0-1 1,1 0-1,-1 1 0,0-1 0,0 0 0,0 0 1,0 1-1,0-1 0,0 0 0,0 0 0,0 0 0,0 0 1,0 0-1,-1 0 0,2-3 0,-14-12-1038,10 15 323,-1-1-1,1 1 1,-1-1 0,1 1 0,-1 0-1,1 0 1,-1 0 0,0 1 0,0-1-1,1 1 1,-1-1 0,-4 1-1,2-1 116</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5.684"/>
    </inkml:context>
    <inkml:brush xml:id="br0">
      <inkml:brushProperty name="width" value="0.035" units="cm"/>
      <inkml:brushProperty name="height" value="0.035" units="cm"/>
    </inkml:brush>
  </inkml:definitions>
  <inkml:trace contextRef="#ctx0" brushRef="#br0">140 60 6837,'0'-2'219,"0"1"0,0 0 0,0 0 0,0 0 0,0 0 0,0 0 0,0 0 0,0-1 0,0 1 0,1 0 0,-1 0 1,0 0-1,1 0 0,-1 0 0,1 0 0,0 0 0,-1 0 0,1 0 0,0 0 0,-1 1 0,1-1 0,0 0 0,0 0 0,0 0 0,-1 1 1,1-1-1,0 1 0,0-1 0,0 1 0,0-1 0,0 1 0,0-1 0,2 1 0,3-3-603,-3 1 2422,1-15-625,-2 10 980,-12 8-1391,5 3-977,0-1 0,0 1 0,0-1 1,0 2-1,1-1 0,-1 0 0,1 1 1,1 0-1,-1 0 0,1 0 1,-4 6-1,-20 26 57,22-33-75,-4 5-25,1-1 0,0 1 0,0 0 0,1 0 0,0 1 1,0 0-1,1 1 0,1-1 0,-7 18 0,11-25 20,6-4-62,11-2 75,-13 3-12,1 0 0,-1-1 0,0 1 1,1-1-1,-1 0 0,0 0 0,0 0 0,1 0 0,-1-1 0,0 1 0,0-1 1,-1 0-1,1 0 0,4-4 0,20-17-47,-13 11-41,0-1-1,-1-1 0,14-17 0,-25 29-543</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7.104"/>
    </inkml:context>
    <inkml:brush xml:id="br0">
      <inkml:brushProperty name="width" value="0.035" units="cm"/>
      <inkml:brushProperty name="height" value="0.035" units="cm"/>
    </inkml:brush>
  </inkml:definitions>
  <inkml:trace contextRef="#ctx0" brushRef="#br0">104 101 3556,'1'1'50,"0"-1"0,0 1 0,0-1 1,1 0-1,-1 0 0,0 1 0,0-1 0,0 0 0,0 0 0,0 0 0,1 0 0,-1-1 0,0 1 0,0 0 0,0 0 0,0-1 0,0 1 0,1-1 0,-1 1 0,1-1 0,-2-1 51,1 1 0,0-1 0,-1 1-1,1-1 1,-1 0 0,0 0-1,1 1 1,-1-1 0,0 0-1,0 1 1,0-1 0,0-2 0,0 1 1277,-3 2-1012,-23-7 1692,22 8-1769,4 0-330,-2 0 151,0 0 0,1 0 0,-1 0 0,0 0 0,1 0 0,-1-1 1,0 1-1,1 0 0,-1-1 0,1 1 0,-1-1 0,0 0 0,1 1 1,-1-1-1,1 0 0,0 0 0,-1 0 0,1 0 0,0 0 0,-1 0 1,1-1-1,0 1 0,0 0 0,0-1 0,0 1 0,0 0 0,1-1 1,-1 1-1,0-1 0,1 1 0,-1-1 0,0-3 0,0 3 738,1 2-838,-1 0 1,1-1 0,-1 1-1,1 0 1,-1-1 0,1 1-1,-1 0 1,1-1 0,-1 1-1,1 0 1,0-1 0,-1 1-1,1-1 1,0 1 0,-1-1-1,1 1 1,0-1 0,0 1 0,-1-1-1,1 1 1,0-2 0,-1 2 30,1-1 0,0 0 0,-1 0 0,1 0 0,-1 0 1,1 1-1,-1-1 0,1 0 0,-1 0 0,1 1 0,-1-1 0,0 0 1,1 1-1,-1-1 0,0 1 0,0-1 0,0 1 0,1-1 1,-2 1-1,-10-4-117,-1 1 1960,13 3-1861,-1 0-1,1 0 0,0 1 1,0-1-1,-1 0 1,1 0-1,0 0 0,0 1 1,0-1-1,-1 0 0,1 0 1,0 1-1,0-1 1,0 0-1,0 0 0,0 1 1,-1-1-1,1 0 0,0 1 1,0-1-1,0 0 1,0 0-1,0 1 0,0-1 1,0 0-1,0 1 0,0-1 1,0 0-1,0 1 1,0-1-1,0 0 0,1 0 1,-1 1-1,0-1 0,0 0 1,0 0-1,0 1 1,0-1-1,1 0 0,-1 0 1,0 1-1,1 3-23,-1 1-1,1-1 1,-1 0 0,0 1-1,-1-1 1,1 0 0,-3 9-1,3-11 19,0 0 105,-3 22 185,0 63 557,5 0 1,12 87-1,-1 56-202,-12-186-604,-4 118 94,0-40-62,-1-26-51,2 50 94,37 311 521,0-219 181,-28-194-579,-6-28-132,2-1 0,8 27 0,-4-21-84,-4-9-4,1-1 1,0 0 0,1 0 0,0-1-1,1 1 1,7 10 0,-6-12-31,-1 0 1,-1 1-1,0 0 0,0 0 1,-1 0-1,0 0 0,-1 1 0,0-1 1,0 1-1,-1 0 0,-1 0 1,0 0-1,0 0 0,-1 0 1,-1 0-1,0 0 0,0 0 1,-4 12-1,-10 43 7,14-63-73,2-8-3416,8-46-918,-5 10-1594,1-5-2074</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8.572"/>
    </inkml:context>
    <inkml:brush xml:id="br0">
      <inkml:brushProperty name="width" value="0.035" units="cm"/>
      <inkml:brushProperty name="height" value="0.035" units="cm"/>
    </inkml:brush>
  </inkml:definitions>
  <inkml:trace contextRef="#ctx0" brushRef="#br0">187 60 3596,'0'0'3052,"-2"-2"-2709,-7-5 113,-1 0 1,0 1 0,-11-5 0,-13-9 900,32 19-888,-3-1-79,1 1 1,0 0 0,0 0 0,0 1 0,-1-1-1,-4 1 1,0 2 130,7-2-453,0 1 0,0-1 1,0 0-1,0 1 0,1-1 0,-1 1 0,0 0 0,0-1 0,0 1 0,1 0 0,-4 2 0,1 5 113,-1 1 0,2 0 0,-1-1 0,1 1 0,0 1 0,1-1-1,0 0 1,1 1 0,0-1 0,0 1 0,1-1 0,1 16 0,3 15 351,16 65 1,-14-77-285,42 303 1501,-29 6-591,7-119-314,-12-120-634,3 14 77,4 0 0,37 111 1,18 102-63,-68-283-205,-2 0 0,-2 0 1,-2 66-1,-10-20 60,-19 86 0,20-134 33,3-20-5,-2 8 174,2-1 0,1 1 0,1 1 0,2 29 0,-3 93 1759,0-16-677,5-33-151,26 187 1,-23-254-998,4 73 492,-9-105-679,1 0-81,1 28-71,-2-28-79,1 0-748,1 25-1367,-2-24 712</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0.015"/>
    </inkml:context>
    <inkml:brush xml:id="br0">
      <inkml:brushProperty name="width" value="0.035" units="cm"/>
      <inkml:brushProperty name="height" value="0.035" units="cm"/>
    </inkml:brush>
  </inkml:definitions>
  <inkml:trace contextRef="#ctx0" brushRef="#br0">93 23 4512,'-11'-9'845,"18"5"-223,-6 4-517,0 0 1,0 0-1,0-1 0,0 1 0,0 0 1,0-1-1,0 1 0,0-1 0,7-6 8963,-18 16-8553,9-9-457,0 0 1,0 1 0,0-1 0,0 1-1,0 0 1,0-1 0,0 1 0,0 0-1,1 0 1,-1-1 0,0 1 0,0 0-1,1 0 1,-1 0 0,0 0 0,1 0 0,-2 2-1,13 126 1481,-3-53-1158,-6-2 38,-3-1-1,-3 0 0,-16 81 0,18-145-383,-12 118 551,2 145 0,28 129-109,7-52-331,-13-44 19,-8-151-41,-11 155 382,-1-55-269,1-79-107,6-124-95,-24 118 191,6-50 98,16-85-193,-1 10 243,1-1 0,2 80-1,11 45 805,16 166 473,-15-218-1394,-5 0 0,-6 0 0,-18 142 0,15-179 349,7 115-1,0-150-310,-1-2-100,8 106 283,-5-88-302,-4 83 0,-2-56-246,2-82-19,-1 2-92,1 0 1,1-1 0,-1 1 0,1-1 0,3 13-1,-3-17-29,0 1 0,1-1 0,-1 0 0,0 0 0,1 1 0,-1-1 0,1 0 0,0 0 0,0-1 0,-1 1 0,1 0-1,0-1 1,1 1 0,-1-1 0,0 1 0,0-1 0,1 0 0,-1 0 0,4 1 0,0 0-506,-1 1 0,1-1 0,-1 1 0,0 0 0,8 7 0,-7-6-1186,-1 1 0,0 0 0,-1 0 0,1 0 0,3 7 0,2 2-6340</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9.411"/>
    </inkml:context>
    <inkml:brush xml:id="br0">
      <inkml:brushProperty name="width" value="0.035" units="cm"/>
      <inkml:brushProperty name="height" value="0.035" units="cm"/>
    </inkml:brush>
  </inkml:definitions>
  <inkml:trace contextRef="#ctx0" brushRef="#br0">350 898 12973,'-19'-10'2058,"19"10"-1916,0-1 0,-1 0 0,1 0 1,-1 0-1,1 1 0,0-1 0,0 0 0,0 0 1,-1 0-1,1 0 0,0 0 0,0 1 0,0-1 1,0 0-1,0 0 0,0 0 0,1 0 0,-1 0 1,0 0-1,0 1 0,1-1 0,0-2 137,-1 2-79,0-1 1,1 0-1,-1 0 0,0 1 1,0-1-1,-1 0 1,1 1-1,0-1 1,0 0-1,-1 0 0,1 1 1,-1-1-1,0 1 1,1-1-1,-1 0 1,0 1-1,0 0 0,0-1 1,0 1-1,-2-3 1,1 4-144,1 1 0,0-1 1,-1 0-1,1 0 1,0 1-1,-1-1 0,1 1 1,0 0-1,-1-1 0,1 1 1,0 0-1,0 0 0,0-1 1,-2 3-1,0-1 55,-9 7-11,1 0 0,0 0-1,1 1 1,0 0-1,0 1 1,-12 19 0,-46 82-461,42-66-17,-46 91-1344,63-118 1256,1 2-1,1-1 1,1 1 0,-6 41-1,11-59 397,1-1 1,-1 1-1,1-1 1,0 0-1,0 1 0,0-1 1,0 1-1,1-1 0,-1 0 1,1 1-1,-1-1 0,1 1 1,0-1-1,0 0 0,0 0 1,0 0-1,0 1 0,0-1 1,1 0-1,-1 0 0,1-1 1,-1 1-1,1 0 0,0 0 1,0-1-1,0 1 0,0-1 1,0 0-1,0 1 0,2 0 1,0-1 17,0 0 0,0 0 0,0 0-1,0-1 1,0 0 0,0 0 0,0 0 0,0 0 0,0 0 0,0-1 0,0 0 0,0 0 0,0 0 0,-1 0 0,1-1 0,0 1 0,5-4 0,10-6 79,-1-1 0,0-1 1,0 0-1,-1-2 0,-1 0 1,-1-1-1,25-31 1,-21 20 182,-1-1-1,-2-1 1,0 0 0,17-50 0,-8-1 208,-3-2 1,-4 0-1,9-101 0,-5-151 410,-23 266-363,-3 0 1,-25-126 0,28 194-443,0 1 0,0-1-1,1 0 1,-1 0 0,0 1 0,0-1 0,0 1 0,1-1 0,-1 1 0,0-1 0,0 1 0,1-1 0,-1 1 0,0 0 0,1-1-1,-1 1 1,0 1 0,-1 2 2,-1 0 0,1 0 0,0 0 1,0 0-1,0 1 0,1-1 0,0 1 0,-1 0 0,2-1 0,-2 9 0,2 54 122,1-39-82,3 86 55,6-1-1,4 0 1,30 117 0,-39-208-90,5 23-121,3 1 1,1-1-1,34 71 0,-43-104 35,1-1 0,1-1-1,0 1 1,1-1 0,0 0 0,0-1-1,1 1 1,0-2 0,1 1 0,0-2-1,0 1 1,1-1 0,-1-1 0,2 0-1,-1 0 1,1-1 0,-1 0 0,22 4-1,-17-6 7,1-1 0,-1-1 0,1 0-1,-1-1 1,25-3 0,-29 1 28,-1 0 0,1-1-1,-1 0 1,0-1 0,15-6 0,127-66-159,-126 61 213,-1-2 0,-1-1 1,0 0-1,-2-2 0,0-1 1,25-30-1,-27 28 10,18-22 117,-2-2-1,-2-2 1,-3 0 0,47-97 0,-71 130-86,-1-1 0,0 0 1,6-26-1,-13 41-58,0 0 0,1-1 0,-1 1 0,0 0 0,0-1 0,0 1 0,0 0 0,0-1 0,-1 1 0,1 0 0,-1-1 0,0 1 0,1 0 0,-1 0 0,0 0 0,-3-4 0,4 4-8,-1 1 1,0 0-1,0 1 0,0-1 0,0 0 1,0 0-1,0 0 0,0 0 0,0 1 1,-1-1-1,1 1 0,0-1 0,0 1 1,-1-1-1,1 1 0,0-1 0,0 1 1,-1 0-1,1 0 0,0 0 0,-1 0 1,1 0-1,0 0 0,-1 0 0,1 0 1,0 1-1,-3 0 0,-7 3 18,0 1-1,1 1 0,0 0 1,0 0-1,0 1 1,1 1-1,0-1 0,0 1 1,1 1-1,0 0 1,0 0-1,1 0 1,0 1-1,1 0 0,-9 19 1,11-20-16,-1 1 1,2 0 0,-1 0-1,2 0 1,-1 0-1,1 1 1,1-1-1,-1 13 1,2-17-7,0 0 1,1 0-1,0 0 1,0 0-1,0 0 0,0 0 1,1-1-1,0 1 1,1 0-1,-1-1 1,1 0-1,0 1 0,0-1 1,6 7-1,-3-8-46,-1 1-1,0-2 1,1 1 0,0-1-1,0 0 1,0 0 0,0 0-1,0-1 1,1 0-1,-1-1 1,1 1 0,-1-1-1,1 0 1,0-1-1,10 0 1,11 0-362,0-1 0,0-1 0,0-2 0,0-1 0,-1-1 0,0-1 0,0-1 1,0-2-1,31-16 0,-40 17 150,0-1 0,-1-1 0,0 0 0,-1-1 0,-1 0 0,0-2 0,0 0 0,-2 0 0,0-2 0,0 1 0,-1-1 0,-1-1 0,16-35 0,-1-13 1221,-4-2 0,19-93 0,-28 58 1535,-6 35-1017,-7 64 69,0 6-1362,-14 62 169,-28 85 0,38-134-325,-8 43-355,12-58 310,0 0 1,-1 0-1,1 0 1,0 0 0,0 0-1,0-1 1,0 1 0,0 0-1,1 0 1,-1 0 0,0 0-1,0-1 1,1 1-1,-1 0 1,0 0 0,1 0-1,-1-1 1,1 1 0,-1 0-1,1 0 1,-1-1 0,1 1-1,-1-1 1,1 1-1,0 0 1,-1-1 0,1 1-1,0-1 1,-1 1 0,1-1-1,0 0 1,1 1 0,22 1-134,-13-5 69,0 0 0,0-1-1,0 0 1,-1-1 0,1-1 0,16-11-1,56-48-373,-49 36 105,-28 24 260,20-16-1180,51-32 0,-74 51 511,-17 1-4120,1-2 2789,-1 0-1,-15-5 0,26 7 1257</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9.727"/>
    </inkml:context>
    <inkml:brush xml:id="br0">
      <inkml:brushProperty name="width" value="0.035" units="cm"/>
      <inkml:brushProperty name="height" value="0.035" units="cm"/>
    </inkml:brush>
  </inkml:definitions>
  <inkml:trace contextRef="#ctx0" brushRef="#br0">209 63 9961,'0'-33'1876,"0"26"3409,1 7-5173,-1-1 0,0 0 1,0 0-1,0 1 0,0-1 1,0 0-1,0 0 0,0 1 1,0-1-1,0 0 0,0 0 1,0 1-1,0-1 0,-1 0 1,1 1-1,0-1 0,-1 0 1,1 1-1,0-1 0,-1 0 1,1 1-1,-1-1 1,1 0-1,-1 1 0,1-1 1,-1 1-1,1-1 0,-1 1 1,0 0-1,1-1 0,-1 1 1,0-1-1,1 1 0,-1 0 1,0 0-1,0-1 0,1 1 1,-1 0-1,0 0 0,0 0 1,1 0-1,-1 0 0,0 0 1,0 0-1,1 0 0,-1 0 1,0 0-1,0 0 1,1 1-1,-1-1 0,0 0 1,0 1-1,-3 1 163,0-1 0,0 2-1,0-1 1,0 0 0,0 1 0,1-1 0,-1 1 0,-3 5 0,-10 11 177,1 2 1,0 0-1,2 0 1,1 2-1,0 0 1,-12 33-1,18-39-351,1 2-1,0-1 1,2 0-1,0 1 1,2 0 0,0 0-1,0 0 1,2 0-1,3 30 1,-1-34-59,0-1 0,1 0 1,1 0-1,0 0 0,1-1 1,13 27-1,-14-34-85,0 0-1,0 0 0,1 0 1,0 0-1,0-1 1,1 0-1,-1 0 1,1 0-1,0-1 0,1 1 1,-1-2-1,1 1 1,-1-1-1,1 0 1,12 4-1,3-2-357,0-1 1,0 0-1,1-2 0,-1 0 1,1-2-1,-1 0 0,1-2 1,35-6-1,181-54-4380,-182 45 3284,155-48-6980,-94 31 500</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0.133"/>
    </inkml:context>
    <inkml:brush xml:id="br0">
      <inkml:brushProperty name="width" value="0.035" units="cm"/>
      <inkml:brushProperty name="height" value="0.035" units="cm"/>
    </inkml:brush>
  </inkml:definitions>
  <inkml:trace contextRef="#ctx0" brushRef="#br0">64 201 8385,'-7'-2'1435,"0"0"1,-1 1 0,1 0-1,0 1 1,-1-1 0,-8 2-1,13-18 1718,3 15-3026,0 0 0,0 1 1,0-1-1,0 0 1,1 0-1,-1 1 0,1-1 1,-1 0-1,1 0 0,0 1 1,-1-1-1,1 1 1,0-1-1,0 1 0,0-1 1,0 1-1,0 0 1,1-1-1,-1 1 0,0 0 1,0 0-1,1 0 0,-1 0 1,1 0-1,-1 0 1,1 0-1,0 0 0,-1 1 1,1-1-1,0 1 1,-1-1-1,1 1 0,3-1 1,3 0 98,1-1 0,-1 2 0,1-1 0,-1 1 0,1 0 0,10 3 0,5 1-37,0 2 1,-1 1-1,0 1 1,0 1-1,-1 1 1,42 26-1,-35-18-288,0 3 0,-2 0 0,0 2 0,32 35 0,-52-50-42,0 0 1,-1 1 0,0 0-1,0 0 1,-1 0 0,0 1 0,0 0-1,-1 0 1,-1 0 0,0 1-1,0-1 1,-1 1 0,1 12 0,-3-16 75,0-1 1,0 1 0,0 0 0,-1-1 0,0 1 0,0-1-1,-1 1 1,0-1 0,0 1 0,-1-1 0,1 0-1,-1 0 1,-1 0 0,1-1 0,-1 1 0,0-1-1,0 0 1,-1 0 0,1 0 0,-1 0 0,0-1 0,-10 7-1,-15 6-149,19-14 194,0-5 60,-16-4 130,26 6-161,0-1-1,1 1 1,-1-1-1,0 0 1,1 1 0,-1-1-1,0 0 1,1 0 0,-1 1-1,1-1 1,-1 0 0,1 0-1,-1 0 1,1 0-1,0 1 1,-1-1 0,1 0-1,0 0 1,0 0 0,-1 0-1,1 0 1,0 0-1,0 0 1,0 0 0,0 0-1,1 0 1,-1 0 0,0-1-1,4-12-3,-1 1 1,2-1-1,0 1 0,0 0 0,1 0 0,1 1 0,0 0 0,16-21 1,82-85-1401,-91 103 1096,215-212-6760,-168 167 2515,13-12-4338</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0.662"/>
    </inkml:context>
    <inkml:brush xml:id="br0">
      <inkml:brushProperty name="width" value="0.035" units="cm"/>
      <inkml:brushProperty name="height" value="0.035" units="cm"/>
    </inkml:brush>
  </inkml:definitions>
  <inkml:trace contextRef="#ctx0" brushRef="#br0">66 416 5781,'40'55'4971,"-39"-55"-4829,0 1 0,0-1 0,1 1 0,-1-1 1,0 1-1,0-1 0,1 0 0,-1 0 0,0 1 1,0-1-1,1 0 0,-1 0 0,0 0 0,1-1 0,-1 1 1,2 0-1,1-1 260,8 1 155,0-1 0,-1-1 0,1 0 0,0 0 0,-1-2 0,0 1 0,1-1 0,-1-1 0,-1 0 0,1 0 1,-1-1-1,0 0 0,12-10 0,-16 11-454,-1 0 0,1 0 0,-1-1 0,0 1 1,0-1-1,0 0 0,-1-1 0,0 1 0,6-13 0,-9 14-77,1 1-1,-1 0 0,0-1 1,0 1-1,-1-1 0,1 1 1,-1-1-1,0 1 0,0-1 1,-1 1-1,1-1 0,-1 1 1,0-1-1,0 1 0,0-1 1,-1 1-1,-2-6 0,3 8-26,-1-1-1,1 1 1,-1-1-1,1 1 1,-1 0-1,0 0 0,0-1 1,0 1-1,0 1 1,0-1-1,0 0 0,-1 0 1,1 1-1,-1-1 1,1 1-1,-1 0 1,-4-2-1,1 2-12,1 0 0,-1 0 0,1 0 0,-1 1 1,1 0-1,-1 0 0,1 1 0,-11 1 0,-2 3-99,0 0 0,0 1-1,1 1 1,-30 16 0,34-15-60,-1 1 0,1 0 1,0 1-1,1 0 0,0 2 0,1-1 1,-16 21-1,25-30 129,0 0-1,1 1 1,-1-1-1,1 1 1,-1-1 0,1 1-1,0 0 1,0 0 0,0 0-1,1-1 1,-1 1 0,1 0-1,-1 0 1,1 0 0,0 0-1,0 0 1,0 0 0,1 0-1,-1 0 1,1 0 0,-1 0-1,1 0 1,0-1-1,0 1 1,0 0 0,3 3-1,-2-2 5,0-1-1,1 1 0,-1-1 0,1 0 1,0 0-1,0 0 0,0-1 0,0 1 0,1-1 1,-1 0-1,1 0 0,0 0 0,-1 0 1,1 0-1,0-1 0,0 0 0,7 2 0,11-1-24,0 0 0,0-1-1,0-1 1,0-2 0,-1 0-1,1-1 1,21-6-1,-10 0 261,0-2-1,0-1 1,52-28-1,-72 33-88,0-1-1,0 0 1,-1-2-1,0 1 1,-1-1-1,0-1 1,15-18-1,-21 24-86,1-1-1,0 1 1,0 0-1,1 1 1,-1-1 0,1 1-1,0 1 1,10-5-1,2-1 9,-3 1-21,20-11 172,0-1 0,56-41 0,-88 57-91,0-1 0,0 1 1,0-1-1,-1 1 1,0-1-1,0 0 0,0 0 1,0-1-1,-1 1 1,0-1-1,0 1 0,-1-1 1,1 1-1,-1-1 1,0 0-1,-1 0 0,0 0 1,1 1-1,-2-1 1,-1-11-1,2 16-55,-1-1 1,1 1-1,0 0 0,-1 0 1,1-1-1,0 1 0,0 0 1,0-1-1,0 1 0,0 0 1,0-1-1,0 1 0,1 0 1,-1 0-1,0-1 0,1 1 1,-1 0-1,1 0 0,-1 0 1,2-3-1,-1 4-8,0 0-1,-1 0 1,1 0-1,0-1 1,0 1-1,0 0 1,0 0-1,-1 0 1,1 0-1,0 1 1,0-1-1,0 0 1,-1 0-1,1 0 1,0 1-1,0-1 1,0 0-1,-1 1 1,1-1-1,0 0 1,-1 1-1,1-1 1,0 2-1,10 5 135,-1 1-1,16 18 0,-23-23-182,10 11-3,0 0 0,-2 1 0,1 0-1,-2 1 1,0 0 0,12 28 0,-19-37-86,-1 0 0,1 1-1,-2-1 1,1 1 0,-1-1 0,0 1 0,0 0 0,-1 10 0,-1-13-48,1-1 0,-1 1-1,0 0 1,-1-1 0,1 1 0,-1-1 0,0 1 0,0-1 0,0 0 0,0 1-1,-1-1 1,0-1 0,0 1 0,-5 5 0,-2 0-827,-1 0 0,0-1 0,-1 0 0,0-1 0,-19 9 0,-1 1-2745,-19 13-4140</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2.135"/>
    </inkml:context>
    <inkml:brush xml:id="br0">
      <inkml:brushProperty name="width" value="0.035" units="cm"/>
      <inkml:brushProperty name="height" value="0.035" units="cm"/>
    </inkml:brush>
  </inkml:definitions>
  <inkml:trace contextRef="#ctx0" brushRef="#br0">26 0 13117,'-26'29'4041,"29"-12"-2325,4 0-280,-4-3-280,3 6-172,-3 3-396,1 3-516,-8 0-488,4 2-1028,4-8-1016,-1 18-3145,6-4-4596</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2.288"/>
    </inkml:context>
    <inkml:brush xml:id="br0">
      <inkml:brushProperty name="width" value="0.035" units="cm"/>
      <inkml:brushProperty name="height" value="0.035" units="cm"/>
    </inkml:brush>
  </inkml:definitions>
  <inkml:trace contextRef="#ctx0" brushRef="#br0">0 26 11025,'7'-11'1208,"-1"-3"-688,0 31-10289</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2.899"/>
    </inkml:context>
    <inkml:brush xml:id="br0">
      <inkml:brushProperty name="width" value="0.035" units="cm"/>
      <inkml:brushProperty name="height" value="0.035" units="cm"/>
    </inkml:brush>
  </inkml:definitions>
  <inkml:trace contextRef="#ctx0" brushRef="#br0">1 632 12601,'3'-7'837,"1"1"0,0 0 0,0 0 0,0 0 0,1 0 1,-1 1-1,1-1 0,12-8 0,-15 12-693,0 1 9,1-1 0,-1 0 0,1 1 0,-1 0 0,1 0 0,0 0 0,0 0 0,-1 0 0,1 0 0,0 1-1,0-1 1,0 1 0,0 0 0,5 0 0,39 6 158,-35-4-259,39 7-55,-43-6-32,0-1 0,1-1 1,-1 1-1,0-1 0,1-1 1,-1 1-1,1-2 0,-1 1 1,0-1-1,1 0 0,-1-1 1,0 0-1,15-5 0,-11 1 31,0-1 0,0 0 0,13-12 0,-15 12 29,0 0-1,0 0 0,0 1 0,1 0 1,13-5-1,-16 9-10,4-3 22,0 1 0,0 0 0,22-3 0,20 3 10,6-1-291,108-23-1,-157 26 279,0-2 0,0 1 1,-1-2-1,1 1 0,-1-1 0,0-1 1,-1 0-1,1 0 0,-1-1 0,0 0 0,-1 0 1,0-1-1,0 0 0,-1-1 0,1 0 0,-2 0 1,0 0-1,0-1 0,0 0 0,-1 0 1,3-11-1,-1-1 124,-1 0 0,-1 0 0,4-34-1,-8 47-122,0 0 0,-1 0-1,-1 0 1,1-1-1,-1 1 1,-1 0 0,1 0-1,-2 0 1,1 0-1,-1 1 1,-5-11 0,7 17-43,0 1 1,0-1-1,0 1 1,0 0-1,0 0 1,0-1 0,0 1-1,0 0 1,0 0-1,-1 0 1,1 0 0,0 1-1,-1-1 1,1 0-1,0 0 1,-1 1 0,1-1-1,-1 1 1,1-1-1,-1 1 1,0 0 0,-2-1-1,0 1-21,1 1 0,-1-1-1,0 1 1,0 0 0,1 0 0,-1 0 0,0 0-1,1 0 1,-6 3 0,-2 3-154,1-1-1,-1 1 1,1 1 0,0 0-1,-11 13 1,9-9-167,2 0 1,0 2-1,0-1 1,-10 21-1,18-30 288,-1 0 0,1 0 0,0 1 0,1-1 0,-1 1 0,1-1 0,0 1-1,0 0 1,0 0 0,1-1 0,0 1 0,-1 0 0,2 0 0,-1 0 0,1-1 0,-1 1 0,1 0 0,1 0 0,2 6 0,-2-8 102,0 0-1,0-1 1,1 1 0,-1-1 0,1 0 0,-1 0-1,1 0 1,0 0 0,0 0 0,0 0 0,0-1-1,0 0 1,0 1 0,1-1 0,-1 0 0,0-1-1,0 1 1,6 0 0,12 1 611,38 0 0,-49-2-479,1 0-27,-1 0-1,0 1 1,0 0-1,0 1 1,0 0 0,-1 1-1,13 4 1,-17-5-112,0 0 1,-1 1-1,1 0 0,-1 0 1,1 0-1,-1 0 0,0 1 1,0-1-1,-1 1 0,1 0 1,-1 1-1,0-1 0,0 0 0,0 1 1,3 7-1,2 10 33,-1 0 1,0 1-1,-2 0 0,-1 0 1,-1 0-1,-1 0 0,-1 36 1,-17 152-44,13-186-49,-8 55 22,-3 0 0,-38 118 1,-78 125-93,118-299 106,0 1 0,-2-2 0,-1 0 0,0 0 1,-2-2-1,0 0 0,-22 20 0,38-41-9,0 0 0,0 0 0,-1 0 0,1 0 0,0 0 0,0 0 0,-1-1 0,1 1 0,0 0 0,0-1 0,0 1 0,-1 0 0,1-1 1,0 1-1,0-1 0,0 0 0,0 1 0,0-1 0,0 0 0,0 0 0,0 0 0,0 0 0,1 0 0,-1 0 0,0 0 0,0-1 1,1-5-24,1 0 1,0 0-1,1 0 1,-1 0-1,1 0 1,1 0 0,0 0-1,-1 0 1,5-5-1,2-8-100,148-287-4561,-79 164 1281,-15 26-1419,4-5-2729</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3.027"/>
    </inkml:context>
    <inkml:brush xml:id="br0">
      <inkml:brushProperty name="width" value="0.035" units="cm"/>
      <inkml:brushProperty name="height" value="0.035" units="cm"/>
    </inkml:brush>
  </inkml:definitions>
  <inkml:trace contextRef="#ctx0" brushRef="#br0">3 9 12353,'13'-8'1928,"-22"25"-144,2 0 5825,14-3-9753,-1-2-348,-3 5-13562</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3.632"/>
    </inkml:context>
    <inkml:brush xml:id="br0">
      <inkml:brushProperty name="width" value="0.035" units="cm"/>
      <inkml:brushProperty name="height" value="0.035" units="cm"/>
    </inkml:brush>
  </inkml:definitions>
  <inkml:trace contextRef="#ctx0" brushRef="#br0">0 1878 12537,'5'2'259,"-1"0"1,1 0-1,0-1 0,0 1 1,-1-1-1,1 0 0,0 0 1,0-1-1,0 1 0,0-1 0,5-1 1,59-10 1126,-29 4-484,608-106 3339,-204 33-3558,-77 16-269,1633-316 297,1-35-449,-1637 339-242,-18 4-42,730-158 127,-12-26-278,-1049 252 133,108-28-1331,163-66-1,-282 97 1078,-1 0 1,0-1-1,1 1 0,-1-1 0,0 0 0,0 0 0,4-3 0,-7-4-2113,-13 0-1604,-29-9-5631</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4.166"/>
    </inkml:context>
    <inkml:brush xml:id="br0">
      <inkml:brushProperty name="width" value="0.035" units="cm"/>
      <inkml:brushProperty name="height" value="0.035" units="cm"/>
    </inkml:brush>
  </inkml:definitions>
  <inkml:trace contextRef="#ctx0" brushRef="#br0">140 2695 8745,'-94'36'2370,"91"-35"-2127,0 0-1,0 0 0,0 0 1,0 1-1,1-1 1,-1 1-1,1 0 1,-1 0-1,1 0 1,0 0-1,-1 0 1,1 0-1,-3 5 1,1-2 524,2-2 1119,7-7 0,136-76 2212,88-23-2068,-179 81-1611,319-126 875,482-177 357,240-73-699,-338 136-1068,711-254-1442,-33-57-2073,-1389 554 3197,224-102-1439,-17-19-6867,-170 85-1417</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5.868"/>
    </inkml:context>
    <inkml:brush xml:id="br0">
      <inkml:brushProperty name="width" value="0.035" units="cm"/>
      <inkml:brushProperty name="height" value="0.035" units="cm"/>
    </inkml:brush>
  </inkml:definitions>
  <inkml:trace contextRef="#ctx0" brushRef="#br0">44 70 7109,'3'-20'2242,"-3"17"-179,-2 1-100,-9-9-602,-20-22 11989,32 39-13023,0 0-1,0 1 1,0-1 0,1 0 0,0 0 0,0 0-1,4 6 1,0 3 77,1 7-230,-1 0 0,-1 1 0,-1-1 0,0 1 0,-1 39 0,-13 115 443,-6-40-2168,-8 96-5864,20-169 3028,9 107 0,6-85-7656</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6.457"/>
    </inkml:context>
    <inkml:brush xml:id="br0">
      <inkml:brushProperty name="width" value="0.035" units="cm"/>
      <inkml:brushProperty name="height" value="0.035" units="cm"/>
    </inkml:brush>
  </inkml:definitions>
  <inkml:trace contextRef="#ctx0" brushRef="#br0">71 915 12173,'-9'-11'2640,"2"-1"0,-1 0 0,-6-16 0,13 25-773,-1 6-1678,0 0 1,-1 0 0,1 0 0,0 1 0,1-1 0,-1 0 0,-2 6-1,1 10 0,0-1-1,1 1 1,1 0 0,2 33-1,1-39-308,1 0 0,0 0 0,1 0 0,0 0-1,1-1 1,1 0 0,0 0 0,0 0 0,1-1 0,1 0-1,0 0 1,0 0 0,20 17 0,-22-23 33,1 0 0,-1 0 1,1-1-1,0 1 0,0-2 0,1 1 1,-1-1-1,1 0 0,0-1 0,0 1 1,0-2-1,0 1 0,0-1 0,0 0 1,0-1-1,17-1 0,-19 1 64,0 0 0,1-1 1,-1 0-1,0 0 0,0-1 0,1 0 0,-1 0 0,0 0 1,-1-1-1,1 1 0,0-1 0,-1-1 0,0 1 0,1-1 1,-1 0-1,-1 0 0,1-1 0,-1 1 0,0-1 0,0 0 0,0 0 1,3-6-1,-5 6 12,-1 1 1,1-1 0,-1 0-1,0 1 1,-1-1 0,1 0-1,-1 0 1,0 1 0,0-1-1,-1 0 1,1 0 0,-3-6-1,1 1 21,-1-1 0,0 1 0,-1 0 0,-7-14 0,2 9-19,0 1 0,-1 0-1,-1 1 1,0 0 0,-1 0 0,0 2 0,0-1-1,-20-12 1,-13-6 51,-61-30 1,61 35 14,40 23-51,-25-19 30,29 21-36,1-1 0,-1 1 0,1-1-1,-1 1 1,1-1 0,0 1-1,-1-1 1,1 0 0,0 1-1,-1-1 1,1 0 0,0 0-1,0 1 1,-1-1 0,1 0 0,0 1-1,0-1 1,0 0 0,0 0-1,0 1 1,0-1 0,0 0-1,0 1 1,1-1 0,-1 0-1,0 0 1,0 1 0,0-1 0,1 0-1,-1 1 1,0-1 0,1 0-1,-1 1 1,1-1 0,-1 1-1,1-1 1,-1 1 0,2-2-1,12-9-149,1-1 0,0 2 0,1 0-1,0 0 1,30-11 0,-15 5-205,76-35-755,46-26-312,-104 49 965,-1-2-1,84-68 1,-112 80 460,-1-1 1,-1-1-1,0 0 1,-1-1 0,-2-1-1,0 0 1,-1-1-1,14-33 1,-19 33 334,0 0 1,-2 0-1,9-47 0,-15 66 341,-3 5-615,1 0 0,0 0 1,-1 0-1,1 0 0,0 1 1,0-1-1,0 0 0,0 1 1,0-1-1,0 1 0,-1 2 1,0-1 38,-1 5-20,0 0 1,0 0 0,1 0-1,0 0 1,0 1-1,1-1 1,0 1-1,1-1 1,0 1-1,0-1 1,3 17-1,-1 11 146,5 751 480,-7-766-893,9 220-2000,-4-190 27,2-1 0,22 85 0,-15-92-2255,4-7-2455</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6.704"/>
    </inkml:context>
    <inkml:brush xml:id="br0">
      <inkml:brushProperty name="width" value="0.035" units="cm"/>
      <inkml:brushProperty name="height" value="0.035" units="cm"/>
    </inkml:brush>
  </inkml:definitions>
  <inkml:trace contextRef="#ctx0" brushRef="#br0">1 87 8773,'2'-2'1984,"27"-12"1054,51-19-1,-52 23-2408,0 3 1,35-6-1,-44 10-633,1 1 1,-1 0 0,1 2-1,-1 0 1,1 2-1,-1 0 1,0 1 0,0 0-1,0 2 1,25 9-1,-40-13-17,-1 1 0,0-1 0,1 0 0,-1 1-1,0 0 1,0 0 0,0 0 0,-1 0 0,1 0 0,0 1-1,-1-1 1,1 1 0,-1 0 0,0 0 0,0 0 0,0 0-1,0 0 1,-1 0 0,3 6 0,-3-4 9,-1-1 1,1 0 0,-1 0-1,0 0 1,0 0 0,-1 1-1,1-1 1,-1 0-1,0 0 1,0 0 0,-1 0-1,1 0 1,-1 0-1,-2 5 1,-5 5-17,0 0 0,-1-1-1,0 0 1,0-1 0,-2 0 0,0-1 0,-19 15-1,-8 1-489,-1-1 0,-69 33 0,70-42-3201,-55 17 1,74-26-2169</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5.940"/>
    </inkml:context>
    <inkml:brush xml:id="br0">
      <inkml:brushProperty name="width" value="0.035" units="cm"/>
      <inkml:brushProperty name="height" value="0.035" units="cm"/>
    </inkml:brush>
  </inkml:definitions>
  <inkml:trace contextRef="#ctx0" brushRef="#br0">16 41 14265,'-15'-38'8685,"14"36"-7077,4 4-124,6 5-965,0 1 0,-1 0 0,0 0 0,0 1 0,-1 0 0,9 15 0,34 67 1139,-36-64-1231,30 64-175,-3 2 0,-4 2-1,46 187 1,-17 42-252,29 119 0,-89-419 0,1 0 0,1 0 0,0-1 0,2 0 0,1 0 0,19 29 0,-25-46 0,0 1 0,0-1 0,0-1 0,1 1 0,0-1 0,0 0 0,0 0 0,1 0 0,-1-1 0,1 0 0,0 0 0,0-1 0,1 0 0,-1-1 0,1 1 0,-1-1 0,1 0 0,0-1 0,0 0 0,0 0 0,0-1 0,0 0 0,0-1 0,8-1 0,5-1 0,0-2 0,-1-1 0,1 0 0,-1-1 0,-1-2 0,1 0 0,18-12 0,9-8 0,66-55 0,-23 7-357,-4-4 0,80-99 1,133-196-1885,-290 364 1492,13-17-752,19-33 0,-19 14-2362,-20 42 2461,0-1 0,0 1 0,-1-1 1,0 1-1,0-11 0</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6.158"/>
    </inkml:context>
    <inkml:brush xml:id="br0">
      <inkml:brushProperty name="width" value="0.035" units="cm"/>
      <inkml:brushProperty name="height" value="0.035" units="cm"/>
    </inkml:brush>
  </inkml:definitions>
  <inkml:trace contextRef="#ctx0" brushRef="#br0">854 9 15049,'-57'-8'3073,"29"13"-581,-17 4-328,10 2-128,4 9-144,-14 6-295,1 11-257,-4 6-248,-6 8-156,0 9-244,-3 12-500,3 14-672,10 16-892,-7 4-612,-3 8-941,-10 9-1359,10 9-2077,19-6-5804</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6.443"/>
    </inkml:context>
    <inkml:brush xml:id="br0">
      <inkml:brushProperty name="width" value="0.035" units="cm"/>
      <inkml:brushProperty name="height" value="0.035" units="cm"/>
    </inkml:brush>
  </inkml:definitions>
  <inkml:trace contextRef="#ctx0" brushRef="#br0">3 166 16658,'-3'-37'2812,"19"17"-600,16-12-360,-7 18-316,0-3-336,10 2-276,4 1-231,14 3-457,11 8-900,3 0-433,-4 3-699,1 6-772,-7-1-468,-3 15-2617,-13 12-4672</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6.570"/>
    </inkml:context>
    <inkml:brush xml:id="br0">
      <inkml:brushProperty name="width" value="0.035" units="cm"/>
      <inkml:brushProperty name="height" value="0.035" units="cm"/>
    </inkml:brush>
  </inkml:definitions>
  <inkml:trace contextRef="#ctx0" brushRef="#br0">1 295 14481,'9'-17'2693,"14"-9"-289,2 3-476,0 6-428,10-3-264,16-3-456,16 3-988,9-6-420,16-2-944,3-4-988,16-2-3397,7 5-5156</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6.929"/>
    </inkml:context>
    <inkml:brush xml:id="br0">
      <inkml:brushProperty name="width" value="0.035" units="cm"/>
      <inkml:brushProperty name="height" value="0.035" units="cm"/>
    </inkml:brush>
  </inkml:definitions>
  <inkml:trace contextRef="#ctx0" brushRef="#br0">230 9 15349,'-2'-8'10573,"-7"24"-5128,5-4-6307,-26 119 2669,12-42-1352,-71 311-455,41-166-5824,37-180 2865,-2 22-5190,8-17-4702</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7.250"/>
    </inkml:context>
    <inkml:brush xml:id="br0">
      <inkml:brushProperty name="width" value="0.035" units="cm"/>
      <inkml:brushProperty name="height" value="0.035" units="cm"/>
    </inkml:brush>
  </inkml:definitions>
  <inkml:trace contextRef="#ctx0" brushRef="#br0">3 269 12425,'-1'-1'215,"1"0"0,-1-1 0,1 1 1,0-1-1,-1 1 0,1 0 0,0-1 0,0 1 0,0-1 0,0 1 0,0-1 1,1 1-1,-1-1 0,0 1 0,1-1 0,0-1 0,0 2-54,0 0 1,1 0-1,-1 0 0,0 0 1,1 1-1,-1-1 1,1 0-1,-1 0 0,1 1 1,-1-1-1,1 1 0,1-1 1,12-3 479,190-61 2700,-118 40-2741,-1-4-1,91-43 1,-103 36 1509,-72 35-1645,-3 27 71,-2-1 1,-12 49 0,2-14-257,-7 39-16,11-65-363,2 0 0,1 0 0,2 0 0,2 1 0,2 52 0,9-5-1244,-9-79 1262,0-1 0,0 0 0,0 0 0,0 1 0,1-1 0,-1 0 0,1 0 0,-1 0 0,1 0 0,0 1 0,0-1 0,0 0 0,0 0 0,0 0 0,1-1 0,-1 1 0,0 0 0,1 0 0,0-1 0,-1 1 0,1-1 0,0 1 0,0-1 0,-1 0 0,1 0 0,0 0 0,0 0 0,0 0 0,5 1 0,1 1-330,-5-1 248,-1-1 0,1 0 0,0-1 0,0 1 1,0 0-1,-1-1 0,1 1 0,0-1 0,0 0 0,0 0 1,0 0-1,0-1 0,0 1 0,5-2 0,8-1-484,15-1-1299,37-11 0,2-9-4083,-6-4-1823</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8.499"/>
    </inkml:context>
    <inkml:brush xml:id="br0">
      <inkml:brushProperty name="width" value="0.035" units="cm"/>
      <inkml:brushProperty name="height" value="0.035" units="cm"/>
    </inkml:brush>
  </inkml:definitions>
  <inkml:trace contextRef="#ctx0" brushRef="#br0">534 241 6489,'0'0'17802,"-7"-12"-15800,-2-2 1918,7 16-3686,-1 2-197,0 0 0,0-1 1,0 1-1,1 0 0,-1 1 0,1-1 0,0 0 1,1 1-1,-1-1 0,1 1 0,-1 0 1,1-1-1,1 1 0,-1 0 0,1 0 1,0-1-1,0 1 0,0 0 0,0 0 1,3 7-1,-2-6-47,0-1-1,1 1 1,0-1 0,0 1-1,0-1 1,0 0 0,1 0 0,0 0-1,0 0 1,1-1 0,-1 1 0,1-1-1,0 0 1,0 0 0,0 0-1,1-1 1,-1 1 0,1-1 0,0 0-1,0 0 1,0-1 0,0 1-1,0-1 1,1 0 0,7 1 0,1 0-44,-1-2 0,0 1 1,1-2-1,-1 0 0,0 0 1,1-1-1,-1-1 0,0 0 0,23-8 1,-14 4 13,0-1 0,-1-2 0,0 0 1,-1-1-1,27-18 0,-38 21 120,0 1 1,0-2-1,-1 0 0,0 0 0,0 0 1,-1-1-1,0 0 0,-1 0 0,0-1 1,0 0-1,-1 0 0,6-17 1,22-47 1456,-31 64-1537,-9 23 0,-12 33 0,14-29 0,-5 15 0,-10 59 0,-27 211 0,-55 257-899,79-472 699,-5-1 1,-3-1 0,-4-2 0,-58 102 0,70-146 111,-2-2-1,-2 0 1,-1-2-1,-2-2 1,-47 43 0,59-60 94,-1-1 1,0 0 0,-1-2 0,-1 0 0,0-2 0,-1 0 0,0-1 0,0-1 0,-1-2 0,0 0 0,-39 6 0,56-12 17,0-1 1,-1 1 0,1-1-1,0-1 1,-1 1 0,1-1-1,0 0 1,-12-3 0,16 3-18,-1-1 0,1 1 1,-1 0-1,1-1 1,-1 1-1,1-1 0,0 0 1,0 1-1,0-1 0,0 0 1,0-1-1,0 1 1,0 0-1,1 0 0,-1-1 1,1 1-1,0-1 0,0 1 1,0-1-1,0 0 0,0 1 1,-1-5-1,1-2-3,0-1 1,1 1-1,-1-1 0,2 1 0,-1-1 0,2 1 1,-1 0-1,1-1 0,5-12 0,5-12-57,19-38-1,-27 64 40,31-62-392,4 2 0,48-65 1,106-121-1637,-120 162 1344,423-488-4232,-443 521 4583,19-22-65,124-140-144,-21-17 2305,-160 211-413,-13 14-274,-2 13-1026,-1 0 0,1-1-1,0 1 1,0 0-1,0 0 1,-1 0-1,1-1 1,0 1-1,0 0 1,-1 0-1,1 0 1,0 0-1,0 0 1,-1-1 0,1 1-1,0 0 1,-1 0-1,1 0 1,0 0-1,0 0 1,-1 0-1,1 0 1,0 0-1,-1 0 1,1 0 0,0 0-1,0 0 1,-1 0-1,1 0 1,0 1-1,-1-1 1,1 0-1,0 0 1,0 0-1,-1 0 1,1 0 0,0 1-1,-3 0 88,1 0 1,0 1-1,0-1 0,0 1 1,0-1-1,1 1 0,-1 0 1,0 0-1,1-1 1,-1 1-1,1 0 0,0 1 1,-1-1-1,1 0 0,-1 4 1,-11 38 807,11-35-714,-55 285 3053,14-56-2953,22-145-522,-16 69-3651,-22 232 1,58-374 2874,0 1 1,1-1 0,1 1 0,1-1 0,5 27-1,-7-45 868,0-1 0,0 0 0,1 0-1,-1 1 1,0-1 0,0 0 0,1 0-1,-1 1 1,1-1 0,-1 0 0,1 0-1,-1 0 1,1 0 0,0 0 0,0 0 0,-1 0-1,1 0 1,0 0 0,0 0 0,0 0-1,0 0 1,0-1 0,0 1 0,0 0-1,0-1 1,1 1 0,-1-1 0,0 1-1,0-1 1,0 1 0,1-1 0,-1 0-1,0 0 1,0 0 0,1 0 0,-1 1-1,0-2 1,1 1 0,-1 0 0,0 0-1,0 0 1,1-1 0,-1 1 0,0 0-1,0-1 1,0 1 0,1-1 0,0-1-1,3-1-32,0 0 0,0 0-1,-1-1 1,1 0 0,-1 0-1,0 0 1,0 0 0,6-10-1,4-9 76,-2 0 0,0-1 0,-2-1 0,7-26 0,23-107 1652,-4 17 907,-18 77-791,4 2 0,39-80 0,-53 125-1339,1 0 1,1 1 0,1 0-1,0 1 1,1 0-1,0 0 1,2 2-1,-1-1 1,2 2-1,-1 0 1,2 1-1,30-18 1,-39 26-227,1 0 1,-1 0-1,1 1 1,0 0-1,0 0 1,0 1-1,0 0 1,0 1-1,15 0 0,-21 0-106,0 0 0,-1 0-1,1 0 1,0 0 0,0 0-1,0 1 1,0-1 0,0 1-1,-1 0 1,1-1 0,0 1-1,0 0 1,-1 0 0,1 0-1,-1 0 1,1 0 0,-1 0 0,1 1-1,-1-1 1,0 0 0,2 3-1,-2-2-3,0 0 0,-1 0 0,1 0 0,-1 0 0,1 0-1,-1 0 1,0 0 0,0 0 0,0 0 0,0 0 0,0 0 0,0 0-1,-1 0 1,1 0 0,-1 0 0,0 2 0,-3 5 36,0 1 0,-1-1 1,0 0-1,0 0 0,-8 8 1,3-4 8,-1-1 1,-15 14-1,18-19-23,0 1 0,1-1-1,0 1 1,0 1 0,-7 10-1,16-17-49,0-1 0,0 0 0,-1 0-1,1 0 1,0 0 0,0 0 0,0-1-1,1 1 1,-1-1 0,2 1 0,16 1-219,0 0 0,0-2 1,0 0-1,0-1 0,0-1 1,35-8-1,116-42-1285,-157 47 1402,-1 0 1,0-2 0,13-7 0,-21 11 111,-1 0 0,1 0 1,-1 0-1,0-1 0,0 0 1,-1 1-1,1-2 1,-1 1-1,0 0 0,0-1 1,4-6-1,-6 9 43,0 0 0,0 0 0,-1 1 0,1-1 0,0 0 0,-1 0 0,1 0 0,-1 0 0,0 0 0,1 0 0,-1 0 0,0 0 1,0 0-1,0 0 0,-1 0 0,1 0 0,0 0 0,-1 0 0,1 0 0,-1 1 0,-1-3 0,1 2-2,0 1 0,-1-1-1,1 1 1,0 0 0,-1 0 0,0 0 0,1 0-1,-1 0 1,1 0 0,-1 0 0,0 0 0,0 1-1,0-1 1,1 1 0,-1-1 0,0 1 0,-3 0-1,-3-1 52,0 1-1,0 0 1,-1 1-1,1 0 0,0 0 1,1 1-1,-1 0 1,-11 5-1,17-7-82,0 1 1,0 1-1,0-1 0,1 0 0,-1 0 0,0 1 0,1-1 0,-1 1 1,1-1-1,0 1 0,-1-1 0,1 1 0,0 0 0,0 0 1,0 0-1,0-1 0,1 1 0,-1 0 0,0 0 0,1 0 1,-1 1-1,1 1 0,-1 1-70,1 0 1,0 0 0,0 0-1,1 0 1,0 0-1,-1 0 1,2 0-1,1 6 1,3 2-274,0 1 0,1-1 0,0 0-1,1 0 1,1-1 0,0 0 0,0-1 0,1 0 0,1 0 0,0-1 0,0-1 0,1 0 0,0 0-1,1-1 1,-1 0 0,20 7 0,12 4-1394,1-2 1,1-3-1,87 17 0,-91-23 592,1-2-1,79 1 0,-98-8 921,1 0-1,-1-2 1,1-1-1,-1-1 1,0 0-1,34-14 1,-53 17 204,0-1 0,1 0 1,-1 0-1,-1 0 0,1 0 1,0-1-1,-1 0 1,0 1-1,0-2 0,0 1 1,0 0-1,-1-1 0,0 0 1,0 0-1,0 0 0,0 0 1,-1 0-1,0 0 1,0-1-1,0 1 0,-1-1 1,2-7-1,-1-10 133,0 0 1,-2-1-1,0 1 1,-5-29-1,2 14 136,2 27-182,-11-301 3840,12 299-3656,2-1-1,-1 1 1,1-1 0,5-14-1,-6 24-147,1-1 0,-1 1-1,1 0 1,0-1 0,0 1-1,1 0 1,-1 0 0,1 1-1,0-1 1,0 0-1,0 1 1,0 0 0,0 0-1,1 0 1,7-5 0,-10 8-85,1-1 0,-1 1 1,0-1-1,1 1 0,-1 0 1,0 0-1,1-1 0,-1 1 1,1 0-1,-1 0 0,1 1 1,-1-1-1,0 0 0,1 0 1,-1 1-1,0-1 0,1 1 1,-1-1-1,0 1 0,1-1 1,-1 1-1,0 0 0,0 0 1,0 0-1,1-1 0,-1 1 1,0 0-1,0 0 0,-1 1 1,1-1-1,0 0 0,0 0 1,0 2-1,2 1 27,0 0 0,-1 0 0,0 0-1,0 1 1,0-1 0,0 1 0,-1-1 0,0 1 0,1 7 0,-1 4 81,-1 1 1,-1-1-1,0 1 1,-1-1-1,-1 1 1,-1-1-1,0 0 0,-1-1 1,-8 18-1,-10 15 616,-42 67 0,47-85-305,-46 66 3304,64-96-3734,0 0 0,0 0 0,-1 0-1,1 0 1,0 1 0,0-1 0,0 0-1,-1 0 1,1 0 0,0 0-1,0 1 1,0-1 0,0 0 0,-1 0-1,1 0 1,0 0 0,0 1 0,0-1-1,0 0 1,0 0 0,0 1-1,0-1 1,0 0 0,0 0 0,-1 0-1,1 1 1,0-1 0,0 0 0,0 0-1,0 1 1,0-1 0,1 0-1,-1 0 1,0 1 0,0-1 0,0 0-1,0 0 1,0 0 0,0 1 0,0-1-1,0 0 1,0 0 0,1 0-1,-1 1 1,0-1 0,0 0 0,0 0-1,0 0 1,1 0 0,-1 1 0,0-1-1,0 0 1,0 0 0,1 0-1,-1 0 1,0 0 0,0 0 0,1 0-1,-1 0 1,0 0 0,0 1 0,23-9 575,35-23-65,-55 29-478,256-156-874,-12-17-3835,-29 19-5505,-97 74-291</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8.890"/>
    </inkml:context>
    <inkml:brush xml:id="br0">
      <inkml:brushProperty name="width" value="0.035" units="cm"/>
      <inkml:brushProperty name="height" value="0.035" units="cm"/>
    </inkml:brush>
  </inkml:definitions>
  <inkml:trace contextRef="#ctx0" brushRef="#br0">550 129 13249,'2'-23'565,"-1"-29"2124,-1 45-1662,0 0-1,-1 0 1,0 0 0,-1 0 0,-3-11 3777,-10 28-1760,11-5-2840,1-1 1,-1 1 0,1 0 0,0 0 0,1 1-1,-1-1 1,1 1 0,0-1 0,-2 12 0,-7 61 705,6-41-701,-135 779-94,-27-139-851,25-99-7696,117-466 4455,16-40-1959,10-4-4766</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9.123"/>
    </inkml:context>
    <inkml:brush xml:id="br0">
      <inkml:brushProperty name="width" value="0.035" units="cm"/>
      <inkml:brushProperty name="height" value="0.035" units="cm"/>
    </inkml:brush>
  </inkml:definitions>
  <inkml:trace contextRef="#ctx0" brushRef="#br0">184 0 14557,'0'0'7338,"2"3"-5710,2 2-1300,-1 0 0,1 0 0,0 0-1,1-1 1,-1 1 0,1-1 0,0 0 0,8 5 0,53 27 812,-28-15-657,-26-14-370,21 12 145,38 30 0,-63-43-304,-1 1-1,1 0 0,-1 0 1,0 0-1,-1 1 1,1 0-1,-2 0 1,1 1-1,-1-1 0,4 10 1,-8-12-19,1-1 0,-1 0 0,0 0-1,-1 0 1,1 0 0,-1 1 0,0-1 0,-1 0 0,1 0 0,-1 1 0,0-1 0,0 0-1,-1 0 1,1 0 0,-1 0 0,0 0 0,0-1 0,-1 1 0,0 0 0,1-1-1,-2 0 1,1 0 0,-6 6 0,-3 3-121,0-1-1,-1 0 0,-1-1 1,0 0-1,-27 14 1,-26 9-871,-2-4 1,-92 27-1,124-44 126,-20 2-3426</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9.395"/>
    </inkml:context>
    <inkml:brush xml:id="br0">
      <inkml:brushProperty name="width" value="0.035" units="cm"/>
      <inkml:brushProperty name="height" value="0.035" units="cm"/>
    </inkml:brush>
  </inkml:definitions>
  <inkml:trace contextRef="#ctx0" brushRef="#br0">532 11 12469,'-42'-5'1171,"25"3"9,0 0-1,0 0 0,0 2 1,0 0-1,-25 4 1,22 0-547,1 1 1,-1 1 0,1 0 0,1 2 0,-1 0 0,1 1 0,1 1 0,0 0 0,-30 24 0,35-23-621,0 1 0,0 0 1,2 0-1,-1 1 0,2 0 0,-1 1 1,2 0-1,0 1 0,1-1 1,0 2-1,1-1 0,-7 29 0,7-18-431,-10 53-774,15-73 1084,1 1 0,0-1 1,0 1-1,0-1 0,1 0 0,0 1 1,0-1-1,1 0 0,3 12 0,-3-16 82,-1 1 0,1-1 0,0 0-1,0 1 1,-1-1 0,1 0 0,1 0 0,-1 0-1,0-1 1,0 1 0,1 0 0,-1-1 0,1 0-1,-1 1 1,1-1 0,0 0 0,-1 0 0,1-1-1,0 1 1,0 0 0,0-1 0,-1 0 0,6 0-1,6 0 112,-1 0-1,1-1 0,18-4 0,-27 4-52,100-27 1077,-80 20-862,0 1 0,0 1 0,36-4-1,-57 10-441,0 0-1,0 0 1,0 1-1,0-1 1,0 1-1,0 0 1,0 0-1,-1 1 0,1-1 1,0 1-1,-1 0 1,1 0-1,-1 0 1,1 0-1,-1 1 1,0-1-1,0 1 0,0 0 1,0 0-1,-1 0 1,1 0-1,2 5 1,26 24-3692,9-2-3585,-11-11-64</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9.849"/>
    </inkml:context>
    <inkml:brush xml:id="br0">
      <inkml:brushProperty name="width" value="0.035" units="cm"/>
      <inkml:brushProperty name="height" value="0.035" units="cm"/>
    </inkml:brush>
  </inkml:definitions>
  <inkml:trace contextRef="#ctx0" brushRef="#br0">80 546 9781,'-7'-56'2244,"-1"-5"3721,7 55-5101,0 1 1,0 0-1,0-1 0,-1 1 1,0 0-1,0 0 1,0 0-1,-5-8 1,6 11-27,2 21-180,1 0-1,7 28 0,1 6-350,-9-26-287,-1-1 0,-1 1 0,-1-1 0,-1 0 0,-2 0 0,0 0 1,-2 0-1,-1-1 0,-1 0 0,-17 34 0,25-56 129,2-8-74,6-11-80,1 1 0,0 0 0,1 0-1,1 0 1,0 1 0,1 1 0,1 0 0,0 0 0,17-14 0,131-95-1604,4 11-1712,180-88 1,-220 137 1718,3 5 0,171-50 0,-284 103 1891,0 1 0,0 1 0,0 0 0,24 1 0,-46 13 1179,-9 3-779,-1-1 0,-35 21 0,-16 12 111,48-30-681,1 1 0,-27 31-1,40-42-196,1 0 0,1 1 0,0-1 0,0 1 0,0 0 0,1 0 0,0 1-1,1 0 1,0-1 0,0 1 0,-1 10 0,4-17 118,-1-1 0,1 0 0,0 0 0,0 0 0,0 1 0,0-1 0,0 0 0,1 0-1,-1 0 1,0 0 0,1 1 0,-1-1 0,0 0 0,1 0 0,-1 0 0,1 0 0,0 0 0,-1 0 0,1 0 0,0 0 0,0 0 0,-1 0 0,1 0 0,0-1 0,0 1 0,0 0 0,0 0 0,0-1-1,0 1 1,0-1 0,0 1 0,1-1 0,-1 1 0,0-1 0,0 0 0,0 0 0,0 1 0,1-1 0,-1 0 0,0 0 0,0 0 0,0 0 0,1-1 0,-1 1 0,2 0 0,10-2 1047,-1-1 1,0 1-1,21-9 1,-11 4 975,34-12 993,-40 15-3020,-15 4-36,0-1 0,0 1 0,-1 0 0,1 0 0,0-1 0,0 1 0,-1 0 0,1 0 0,0 0 0,0 0 0,0 0 0,-1 0 0,1 0 0,0 0 0,0 1 0,0-1 0,-1 0 0,1 0 0,0 1 0,0-1 0,-1 0 0,1 1 0,1 0 0,0 8 0,-2-8 0,5 20-612,-3-10-1170,1 1-1,0-1 0,1 0 0,0 0 1,1 0-1,0-1 0,0 0 1,10 13-1,11 9-11344</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10.685"/>
    </inkml:context>
    <inkml:brush xml:id="br0">
      <inkml:brushProperty name="width" value="0.035" units="cm"/>
      <inkml:brushProperty name="height" value="0.035" units="cm"/>
    </inkml:brush>
  </inkml:definitions>
  <inkml:trace contextRef="#ctx0" brushRef="#br0">1 289 11197,'29'-20'3453,"-16"10"574,-1 3 5799,-12 41-8327,0-8-1550,1-1 0,1 0 0,9 38 0,-10-59-27,0 1 0,0-1-1,1 0 1,0 0 0,0 0 0,0 0 0,0 0 0,1-1-1,-1 1 1,1-1 0,0 1 0,0-1 0,1 0-1,-1 0 1,0 0 0,1-1 0,0 1 0,-1-1-1,6 2 1,-4-2 44,0-1-1,0 1 1,0-1-1,0 0 1,0-1-1,0 1 0,0-1 1,0 0-1,1-1 1,-1 1-1,0-1 1,0 0-1,0 0 1,0 0-1,0-1 1,7-3-1,37-18 101,-30 13 19,1 0 0,0 2 0,0 0 0,1 1 0,0 1-1,22-3 1,-32 10-104,1-1-1,-1 2 0,0-1 1,1 2-1,-1-1 1,0 2-1,20 8 0,-14-5-123,0-2-1,22 6 0,-9-8 78,0-1-1,1-2 0,-1-1 1,53-8-1,-53 5 97,0 1-1,1 1 1,-1 1-1,53 7 1,9 12 39,-50-8-237,1-1-1,0-3 1,0-1 0,1-3-1,46-2 1,-61-3 74,0-1 0,44-12-1,-65 14 238,0 0 0,0-1 0,0-1-1,-1 1 1,1-1 0,-1-1-1,0 1 1,-1-1 0,1 0 0,-1-1-1,0 1 1,0-1 0,9-13 0,-13 16-44,0 1 0,0-1 1,0 0-1,0 1 1,0 0-1,1-1 1,-1 1-1,1 0 1,-1 0-1,1 0 0,0 0 1,4-1-1,-4 4-71,-1 0 0,1 0 0,-1 1 0,0-1 0,0 1 0,1-1 0,-1 1 0,0 0 0,0 0 0,3 4-1,3 2 36,0-2-93,1 0 0,0 0 0,1 0 1,0-2-1,0 1 0,0-1 0,0-1 1,0 1-1,1-2 0,0 0 0,-1 0 0,1-1 1,16 1-1,17-2-329,83-11 0,-122 11 342,24-3 54,-1-2 0,0-1 0,0-1-1,-1-1 1,1-1 0,-2-2-1,0 0 1,0-2 0,-1-1 0,0-1-1,-2-1 1,0-1 0,0-1 0,-2-1-1,0-1 1,-2-1 0,0-1 0,-1 0-1,-1-1 1,14-27 0,38-60 2450,-68 107-2105,-2 8-123,-17 42-328,5-18-133,2 1 1,1 0-1,1 0 0,2 1 1,-6 53-1,12-58-1352,2 0 0,6 53 0,-4-66 439,0 0 0,1-1 0,0 1 1,1-1-1,0 0 0,1 0 0,0-1 1,9 12-1,7 10-6238</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10.952"/>
    </inkml:context>
    <inkml:brush xml:id="br0">
      <inkml:brushProperty name="width" value="0.035" units="cm"/>
      <inkml:brushProperty name="height" value="0.035" units="cm"/>
    </inkml:brush>
  </inkml:definitions>
  <inkml:trace contextRef="#ctx0" brushRef="#br0">10 187 8613,'-4'-15'506,"3"10"-37,-1 0 0,1 0 0,0 0 0,1 0 0,-1-11 0,1 15-312,1-1 0,-1 0 0,1 0 0,-1 0-1,1 1 1,0-1 0,-1 0 0,1 1 0,0-1 0,0 0 0,0 1 0,1-1 0,-1 1-1,0 0 1,0-1 0,1 1 0,-1 0 0,1 0 0,2-2 0,14-8 1404,1 1 1,30-11-1,-12 5-505,-24 12-759,0 0-1,1 0 1,-1 2-1,1-1 0,0 2 1,21 0-1,35-5 690,59-7 1249,-104 11-1965,-21 2-232,-1 0 1,1-1-1,0 1 1,0 1-1,0-1 0,-1 1 1,1-1-1,0 1 0,-1 0 1,1 0-1,0 1 0,-1-1 1,0 1-1,1 0 0,-1 0 1,4 3-1,-6-4-40,-1 0-1,0-1 0,0 1 1,0 0-1,0 0 0,0 0 1,0 0-1,0 0 1,0 0-1,0-1 0,0 1 1,0 0-1,0 0 1,-1 0-1,1 0 0,0 0 1,-1-1-1,1 1 0,-1 1 1,0-1-14,-30 79-2117,30-77 1770,3 0 18,3 4 195,-4-6 109,0 1 0,0 0-1,0-1 1,0 1 0,1-1-1,-1 1 1,0-1 0,1 0-1,-1 1 1,1-1-1,-1 0 1,1 0 0,0 0-1,-1 0 1,1 0 0,0-1-1,0 1 1,0 0-1,-1-1 1,1 0 0,0 1-1,0-1 1,0 0 0,0 0-1,0 0 1,0 0-1,3 0 1,63-5-2660,1-2 1,97-25-1,-121 18-3441,-26 15 558</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11.091"/>
    </inkml:context>
    <inkml:brush xml:id="br0">
      <inkml:brushProperty name="width" value="0.035" units="cm"/>
      <inkml:brushProperty name="height" value="0.035" units="cm"/>
    </inkml:brush>
  </inkml:definitions>
  <inkml:trace contextRef="#ctx0" brushRef="#br0">36 1 8929,'25'3'1752,"-34"11"-488,-1 0-468,-3 6-1260,4-3-528,-1 0-2340,1 1-1637</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11.232"/>
    </inkml:context>
    <inkml:brush xml:id="br0">
      <inkml:brushProperty name="width" value="0.035" units="cm"/>
      <inkml:brushProperty name="height" value="0.035" units="cm"/>
    </inkml:brush>
  </inkml:definitions>
  <inkml:trace contextRef="#ctx0" brushRef="#br0">0 243 10745,'19'-28'1920,"-3"2"852,-13 9-1667,3 2-185,1-2-184,9 3-164,-4-6-112,7 3-160,13-9-8,-22 18-160,9-10-296,0 4-532,-3 3-684,-4-1-509</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06.918"/>
    </inkml:context>
    <inkml:brush xml:id="br0">
      <inkml:brushProperty name="width" value="0.035" units="cm"/>
      <inkml:brushProperty name="height" value="0.035" units="cm"/>
      <inkml:brushProperty name="color" value="#008C3A"/>
    </inkml:brush>
  </inkml:definitions>
  <inkml:trace contextRef="#ctx0" brushRef="#br0">145 784 11797,'-5'-4'649,"4"3"-341,-1 0 0,1 0 0,-1 0 0,1 0 0,0 0 0,-1-1 0,1 1 1,0-1-1,0 1 0,-2-4 0,-20 5 3459,-37-2 1143,53 1-3180,-13 1 762,8-1-1755,10-1 193,24-8 9,337-95 275,-198 62-1001,1287-313-1096,-1143 289-1712,150-29-3498,-150 47-2134,-67 18-3758</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19:07.477"/>
    </inkml:context>
    <inkml:brush xml:id="br0">
      <inkml:brushProperty name="width" value="0.035" units="cm"/>
      <inkml:brushProperty name="height" value="0.035" units="cm"/>
      <inkml:brushProperty name="color" value="#008C3A"/>
    </inkml:brush>
  </inkml:definitions>
  <inkml:trace contextRef="#ctx0" brushRef="#br0">95 766 11709,'-4'1'836,"1"-1"1,0 1-1,0-1 0,0 0 1,-1 1-1,1-2 0,0 1 1,-1 0-1,1-1 0,-6-1 1,0 1-406,6 0 1452,0 1-186,-31 0 1266,31 0-1562,9-1-2,224-55-838,697-183 962,659-188-1523,-1418 388-5402,-164 38 1334,-25 25-16245</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4.325"/>
    </inkml:context>
    <inkml:brush xml:id="br0">
      <inkml:brushProperty name="width" value="0.035" units="cm"/>
      <inkml:brushProperty name="height" value="0.035" units="cm"/>
    </inkml:brush>
  </inkml:definitions>
  <inkml:trace contextRef="#ctx0" brushRef="#br0">51 145 12801,'-22'-70'3603,"7"26"2334,14 41-5344,0 1 0,1-1 0,0 0 1,-1 1-1,1-1 0,0 1 0,0-1 0,0 0 0,1-2 0,-1 5-548,0 0-1,0 0 1,0 0 0,0 0 0,0 0-1,0 0 1,0 0 0,1 0 0,-1 0 0,0 1-1,0-1 1,0 0 0,0 0 0,0 0 0,0 0-1,0 0 1,0 0 0,0 0 0,0 0 0,0 0-1,0 0 1,1 0 0,-1 0 0,0 0 0,0 0-1,0 0 1,0 0 0,0 0 0,0 0-1,0 0 1,0 0 0,0 0 0,0 0 0,0 0-1,1 0 1,-1 0 0,0 0 0,0 0 0,0 0-1,0-1 1,0 1 0,0 0 0,0 0 0,0 0-1,0 0 1,0 0 0,0 0 0,0 0-1,0 0 1,0 0 0,0 0 0,0 0 0,0 0-1,1 0 1,-1 0 0,0-1 0,0 1 0,0 0-1,0 0 1,0 0 0,0 0 0,0 0 0,0 0-1,0 0 1,0 0 0,0 0 0,0 0-1,-1-1 1,1 1 0,5 17 1315,2 57-1360,-4 131 0,-4-113 0,-11 282 0,5-181 0,3-103 0,0-30 0,2 0 0,3 1 0,14 90 0,-12-137 0,16 70 0,-16-77 0,-1 0 0,1 0 0,0 0 0,1 0 0,0-1 0,0 1 0,0-1 0,9 10 0,-11-15 0,0 1 0,0-1 0,-1 0 0,1 0 0,0 0 0,0-1 0,0 1 0,0 0 0,0-1 0,0 1 0,0-1 0,0 0 0,0 0 0,0 1 0,0-1 0,0-1 0,0 1 0,0 0 0,1 0 0,-1-1 0,0 1 0,0-1 0,-1 0 0,1 0 0,0 0 0,0 1 0,0-2 0,2 0 0,4-3 0,-1 0 0,1 0 0,-1-1 0,0 0 0,6-7 0,84-105 0,20-21 0,-110 132 0,133-123 0,-125 118 0,-1 2 0,2-1 0,0 2 0,0 0 0,0 1 0,1 1 0,0 0 0,22-5 0,-34 11 0,-1 0 0,1 0 0,0 1 0,0-1 0,0 1 0,-1 0 0,1 0 0,0 1 0,0 0 0,0-1 0,-1 2 0,1-1 0,0 0 0,-1 1 0,1 0 0,-1 0 0,0 0 0,0 1 0,0 0 0,5 3 0,-4-1 0,-1 0 0,1 0 0,-1 1 0,0-1 0,0 1 0,-1 0 0,1 1 0,-2-1 0,1 0 0,0 1 0,-1 0 0,-1-1 0,3 12 0,-1 18 0,-1 0 0,-2 1 0,-1-1 0,-2 1 0,-13 63 0,7-48 0,-4 94 0,13-144-1,-1 17-634,1 0 0,1 0 0,1 0 0,1 0 0,5 21 0,-6-35 363,0 0-1,0 0 0,0-1 0,1 1 0,-1 0 0,1-1 0,0 1 0,0-1 0,1 0 0,-1 0 0,1 0 1,0-1-1,0 1 0,0-1 0,1 0 0,-1 0 0,1-1 0,-1 1 0,1-1 0,0 0 0,0 0 1,0-1-1,10 3 0,34 1-7153,10-6-4571</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5.337"/>
    </inkml:context>
    <inkml:brush xml:id="br0">
      <inkml:brushProperty name="width" value="0.035" units="cm"/>
      <inkml:brushProperty name="height" value="0.035" units="cm"/>
    </inkml:brush>
  </inkml:definitions>
  <inkml:trace contextRef="#ctx0" brushRef="#br0">267 719 9989,'-1'-2'364,"-1"-1"0,0 0 1,1 0-1,0 0 0,0 0 1,0-1-1,0 1 0,0 0 1,0 0-1,1-1 0,0 1 0,0 0 1,0-1-1,0 1 0,0 0 1,0-1-1,1 1 0,0 0 0,0 0 1,1-4-1,-2 4 61,1 1 0,-1-1 0,0 1 0,0 0 0,-1-1 0,1 1 0,0 0 0,-1-1 0,1 1 0,-1 0 0,-2-5 0,-1-6 2710,-2-4-1573,6 17-1508,0 0 0,0 0 0,0 0 0,-1 0 0,1 0-1,0-1 1,0 1 0,0 0 0,0 0 0,0 0 0,-1 0-1,1 0 1,0 0 0,0 0 0,0 0 0,0 0 0,-1 0 0,1 0-1,0-1 1,0 1 0,0 0 0,0 0 0,-1 0 0,1 0 0,0 0-1,0 0 1,0 0 0,0 1 0,-1-1 0,1 0 0,0 0 0,0 0-1,0 0 1,0 0 0,-1 0 0,1 0 0,0 0 0,0 0-1,0 0 1,0 1 0,0-1 0,-1 0 0,-1 3 377,0 1-1,0-1 1,0 1 0,0 0 0,1-1-1,-3 9 1,-55 205-431,16-54 0,15-68 0,-45 178 0,66-235 0,1 2 0,2-1 0,2 1 0,1-1 0,6 44 0,-3-58 0,2-1 0,1 1 0,1-1 0,0-1 0,17 38 0,-19-53 0,0 0 0,0 0 0,1 0 0,1-1 0,-1 1 0,1-1 0,0 0 0,1-1 0,0 0 0,0 0 0,0 0 0,1-1 0,-1 0 0,1 0 0,0-1 0,1 0 0,-1-1 0,11 4 0,-7-5 0,-1 0 0,1-1 0,-1 0 0,0-1 0,1 0 0,-1-1 0,1 0 0,-1-1 0,1 0 0,-1-1 0,0 0 0,0 0 0,-1-2 0,1 1 0,10-7 0,2-2 0,0-1 0,0-2 0,-2 0 0,1-1 0,23-26 0,-15 10 0,-1-1 0,-2-1 0,-1-2 0,-2 0 0,-2-2 0,-1 0 0,15-43 0,-18 34 0,-2-2 0,-2 0 0,-3-1 0,-1 0 0,4-92 0,-11 44 0,-5 0 0,-26-182 0,19 232 0,-2 0 0,-2 0 0,-2 1 0,-2 1 0,-3 1 0,-1 0 0,-42-65 0,53 96 0,-1 0 0,0 1 0,-1 0 0,-1 1 0,0 1 0,-28-21 0,36 29 0,-1 1 0,1 0 0,-1 0 0,0 0 0,1 0 0,-1 1 0,0 0 0,-1 1 0,1-1 0,0 1 0,0 0 0,-1 0 0,1 1 0,-1 0 0,1 0 0,0 1 0,-1 0 0,1 0 0,0 0 0,0 1 0,0-1 0,-11 6 0,7-1 0,0 0 0,1 1 0,0 0 0,1 1 0,-1 0 0,1 0 0,1 1 0,0 0 0,0 0 0,1 0 0,0 1 0,0 0 0,1 0 0,-4 12 0,0 1 0,1 1 0,1 1 0,1-1 0,1 1 0,-2 34 0,5-25-106,3 0 1,1 0-1,1 0 1,2-1-1,1 1 1,2-1-1,1-1 0,2 1 1,1-1-1,1-1 1,2-1-1,1 0 0,1 0 1,2-2-1,1 0 1,1-2-1,1 0 1,1-1-1,2-1 0,0-2 1,1 0-1,2-2 1,0-1-1,1-1 0,0-1 1,2-2-1,41 16 1,-42-20-952,0-2 1,0-1-1,0-1 1,1-1-1,0-2 1,1-1 0,-1-1-1,0-2 1,1-1-1,57-10 1,-18-5-4823,2 1-3448</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5.835"/>
    </inkml:context>
    <inkml:brush xml:id="br0">
      <inkml:brushProperty name="width" value="0.035" units="cm"/>
      <inkml:brushProperty name="height" value="0.035" units="cm"/>
    </inkml:brush>
  </inkml:definitions>
  <inkml:trace contextRef="#ctx0" brushRef="#br0">80 98 11701,'-43'-57'3869,"6"19"8308,39 38-12036,-1-1-1,1 1 0,-1 0 0,0-1 1,1 1-1,-1 0 0,1 0 1,-1 0-1,1 0 0,-1 0 1,0 0-1,1 0 0,1 1 1,0 0 118,4 0-102,0 1 1,0 0 0,0 0-1,-1 1 1,1 0 0,-1 0-1,1 1 1,-1-1 0,-1 1 0,11 9-1,3 3 242,29 35-1,-33-34-399,-2 0 0,0 1 0,-1 0 0,-1 0 0,-1 2 0,0-1-1,-2 1 1,0 1 0,-1-1 0,-1 1 0,-1 1 0,-1-1 0,-1 1 0,-1-1-1,-1 1 1,-1 0 0,0 0 0,-6 33 0,-11 11-459,-3-2 1,-2-1-1,-49 95 1,71-157 455,0-1 1,0 0-1,0 0 1,1 0 0,-1 0-1,0 0 1,0 0 0,0 0-1,0 0 1,0 0 0,0 0 0,1 0-1,-1 0 1,0 0 0,0 0-1,0 0 1,0 0 0,0 0 0,0 0-1,0 1 1,1-1 0,-1 0-1,0 0 1,0 0 0,0 0 0,0 0-1,0 0 1,0 0 0,0 0-1,0 1 1,0-1 0,0 0-1,0 0 1,0 0 0,0 0 0,0 0-1,0 0 1,0 1 0,1-1-1,-1 0 1,-1 0 0,1 0 0,0 0-1,0 0 1,0 1 0,0-1-1,0 0 1,0 0 0,0 0 0,0 0-1,0 0 1,0 1 0,20-17-62,32-34 50,-43 41-1,254-288-30,-47 47 1422,-215 249-1361,-1 0 1,1 0 0,-1 1 0,1-1 0,0 0 0,0 0 0,-1 1 0,1-1-1,0 0 1,0 1 0,0-1 0,0 1 0,0-1 0,0 1 0,0-1-1,0 1 1,0-1 0,0 1 0,0 0 0,0 0 0,0 0 0,0 0 0,0 0-1,0 0 1,0 0 0,0 0 0,0 0 0,0 0 0,0 0 0,0 1-1,0-1 1,0 0 0,0 1 0,0-1 0,0 1 0,0-1 0,0 1 0,0-1-1,1 2 1,0 0 10,-1 0-1,0 0 0,0 0 1,0 0-1,0 0 0,0 0 1,0 0-1,0 1 0,0-1 1,-1 0-1,1 1 0,-1-1 1,0 0-1,0 1 0,0-1 1,0 4-1,-6 36-27,2 1 0,2-1 0,2 1 0,7 56 0,-5-87-26,0 1 0,1-1 0,1 0 0,-1 0 1,2 0-1,0 0 0,0-1 0,1 0 0,1 0 0,0 0 0,0-1 0,1 0 1,0-1-1,0 1 0,1-2 0,1 1 0,0-1 0,0-1 0,18 11 1,-15-11-514,0-1 0,1-1 1,0 0-1,0-1 1,0-1-1,1 0 1,14 1-1,39 0-3765,-1-5-4268,-22-1-3437</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6.118"/>
    </inkml:context>
    <inkml:brush xml:id="br0">
      <inkml:brushProperty name="width" value="0.035" units="cm"/>
      <inkml:brushProperty name="height" value="0.035" units="cm"/>
    </inkml:brush>
  </inkml:definitions>
  <inkml:trace contextRef="#ctx0" brushRef="#br0">504 29 13637,'-18'-7'674,"12"4"-382,1 0 1,-1 0-1,0 1 1,0-1-1,1 2 0,-2-1 1,1 1-1,0 0 1,0 0-1,0 0 1,-1 1-1,1 0 1,0 0-1,0 1 1,-1 0-1,1 0 1,-7 2-1,-3 4 225,0 0 1,1 1-1,0 1 1,0 0-1,1 1 0,0 1 1,1 0-1,0 1 0,1 0 1,0 1-1,1 0 0,0 1 1,-11 19-1,1 3 673,1 2 0,2 0-1,1 0 1,-15 57 0,13-21-1190,4 1 0,2 0 0,5 0 0,0 146 0,9-184-442,2 0 0,1 1 0,2-2 0,1 1-1,2-1 1,1 0 0,27 60 0,-28-77 111,1 0 0,1 0 0,1-1 0,1 0 0,0-1 0,1 0 0,1-2 0,0 1 0,1-2 0,1 0-1,0-1 1,1-1 0,0 0 0,34 15 0,-24-17-1225,0-1-1,0-1 0,1-1 1,0-2-1,1-1 0,-1-1 1,44-1-1,33-4-7270</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6.290"/>
    </inkml:context>
    <inkml:brush xml:id="br0">
      <inkml:brushProperty name="width" value="0.035" units="cm"/>
      <inkml:brushProperty name="height" value="0.035" units="cm"/>
    </inkml:brush>
  </inkml:definitions>
  <inkml:trace contextRef="#ctx0" brushRef="#br0">661 95 13581,'3'-55'3047,"-6"16"5759,8 72-4897,14 15-2453,-5-15-616,5 20-760,-2 2 1,-3 0 0,-2 0-1,-3 2 1,-2-1-1,-2 1 1,-3-1 0,-3 1-1,-1 0 1,-4 0-1,-2-1 1,-2 0-1,-31 95 1,15-82-651,-3-1 0,-70 120 1,70-142-23,-2-2 0,-2-1 1,-2-1-1,-66 61 0,80-86-533,-1-1 0,0-1-1,-1-1 1,-37 18 0,-47 13-7065,29-16-3109</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6.755"/>
    </inkml:context>
    <inkml:brush xml:id="br0">
      <inkml:brushProperty name="width" value="0.035" units="cm"/>
      <inkml:brushProperty name="height" value="0.035" units="cm"/>
    </inkml:brush>
  </inkml:definitions>
  <inkml:trace contextRef="#ctx0" brushRef="#br0">1 238 12369,'9'-23'2396,"-9"3"113,-3 0-257,3 0-296,3 3-344,4 0-304,12-12-264,9 9-300,4 3-824,13 3-504,-1-1-524,4 4-636,2 2-540,-5 4-320,-7 13-2685,-3 7-4224</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6.878"/>
    </inkml:context>
    <inkml:brush xml:id="br0">
      <inkml:brushProperty name="width" value="0.035" units="cm"/>
      <inkml:brushProperty name="height" value="0.035" units="cm"/>
    </inkml:brush>
  </inkml:definitions>
  <inkml:trace contextRef="#ctx0" brushRef="#br0">1 289 11185,'9'-26'2552,"14"29"233,8-9-133,4-14-540,-3 0-500,19 3-212,12-6-412,10-2-1040,10-7-568,6 1-1072,6-1-980,7-2-3337,2 8-5248</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9.013"/>
    </inkml:context>
    <inkml:brush xml:id="br0">
      <inkml:brushProperty name="width" value="0.035" units="cm"/>
      <inkml:brushProperty name="height" value="0.035" units="cm"/>
    </inkml:brush>
  </inkml:definitions>
  <inkml:trace contextRef="#ctx0" brushRef="#br0">192 353 9501,'0'0'2382,"-3"-2"-208,-19-12 221,16 7 5261,-14 14-5246,18-6-2271,0 1 0,-1-1 0,1 1 0,0 0 0,0 0 0,0 0 0,0 0 1,1 0-1,-1 0 0,0 0 0,1 1 0,-1-1 0,1 0 0,0 1 0,0-1 0,0 1 1,-1 4-1,-8 55 1141,6-37-680,-55 545 1265,44 77-1865,16-609 0,2 1 0,2-1 0,1 0 0,2-1 0,2 0 0,16 42 0,-23-72 0,-1-1 0,1 0 0,1 0 0,-1-1 0,1 1 0,0-1 0,0 0 0,1 0 0,0 0 0,0 0 0,0-1 0,0 0 0,1 0 0,-1 0 0,1-1 0,0 1 0,0-1 0,0-1 0,1 1 0,-1-1 0,0 0 0,1-1 0,0 0 0,-1 0 0,1 0 0,0-1 0,0 0 0,-1 0 0,1 0 0,0-1 0,-1 0 0,1-1 0,-1 1 0,1-1 0,-1-1 0,1 1 0,10-7 0,3-3 2,-2-1 0,0 0 0,0-1 0,-1-1 0,-1-1 0,-1-1 0,26-35 0,-9 5-43,51-102 1,-46 68-188,-3-3 1,-4 0 0,-4-2 0,-3-1 0,-4-1 0,-5 0 0,-3-1-1,-4-1 1,-3 0 0,-5 1 0,-4-1 0,-3 1 0,-34-144-1,36 204 178,-2 0-1,-2 1 0,0 0 0,-2 0 0,-1 1 0,-29-45 1,36 64 43,-1-1 1,0 1-1,0 0 1,0 0-1,-1 1 0,0 0 1,0 0-1,-1 1 1,0 0-1,0 1 1,-1 0-1,1 0 1,-1 1-1,0 0 1,0 1-1,0 0 1,-1 1-1,1 0 0,-1 0 1,0 1-1,1 0 1,-16 2-1,12 1 4,0 1 0,0 0 0,0 1 0,0 0 0,1 1 0,0 1 0,0 0 0,0 1 0,1 0 0,0 1 0,0 1-1,1 0 1,0 0 0,-10 11 0,1 2 1,0 0-1,2 1 1,0 1-1,2 0 1,-26 52-1,28-46-12,1 1-1,2 0 1,-15 63-1,23-79 25,1-1 1,1 1-1,0 0 0,1 0 0,0-1 0,1 1 0,1 0 0,0-1 1,1 1-1,1-1 0,7 20 0,-4-19-8,0 0 0,1-1 0,1 0-1,0-1 1,1 0 0,0 0 0,1-1 0,1 0 0,15 12 0,-7-9-17,0-1 0,0-1 1,1-1-1,1-1 1,36 13-1,0-7-378,0-1 0,2-4 0,-1-2 1,73 3-1,171-12-3218,-103-13-4974,-178 10 6948,56-3-8490</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9.523"/>
    </inkml:context>
    <inkml:brush xml:id="br0">
      <inkml:brushProperty name="width" value="0.035" units="cm"/>
      <inkml:brushProperty name="height" value="0.035" units="cm"/>
    </inkml:brush>
  </inkml:definitions>
  <inkml:trace contextRef="#ctx0" brushRef="#br0">343 50 10889,'-19'-22'12604,"-3"25"-9525,19-2-2887,0 0-1,0 0 0,1 0 0,-1 0 0,0 1 0,1-1 0,-1 1 0,0 0 0,1-1 0,0 1 0,-1 0 0,1 1 0,0-1 0,-2 4 1,-24 40 1315,22-33-1089,-23 43-185,4 1 1,1 2 0,4 1 0,2 0 0,-17 100 0,33-141-234,0 0 0,0 0 0,2 1 0,1-1 0,0 0 0,1 0 0,1 0 0,1 0 0,8 22 0,-9-33 0,0 0 0,1 0 0,-1-1 0,2 1 0,-1-1 0,1 0 0,1 0 0,-1-1 0,1 1 0,0-1 0,0 0 0,1-1 0,0 0 0,0 0 0,0 0 0,0-1 0,1 0 0,0 0 0,0-1 0,0 0 0,0-1 0,16 4 0,-9-4 0,1 0 0,-1-1 0,1-1 0,0-1 0,-1 0 0,1-1 0,-1 0 0,0-1 0,0-1 0,0-1 0,0 0 0,-1-1 0,1 0 0,-1-1 0,-1-1 0,1 0 0,-2-1 0,1 0 0,-1-1 0,19-19 0,-18 15 0,-1 0 0,0-1 0,-1 0 0,-1-1 0,0 0 0,-1 0 0,-1-1 0,-1 0 0,0-1 0,-1 0 0,-1 0 0,0 0 0,-2 0 0,0-1 0,-1 0 0,-1-36 0,-3 34 0,0 1 0,-2 0 0,0 0 0,-2 0 0,0 0 0,-1 1 0,0-1 0,-2 2 0,-1-1 0,0 2 0,-1-1 0,-1 1 0,0 1 0,-1 0 0,-1 1 0,-1 0 0,0 1 0,0 1 0,-2 0 0,-18-10 0,8 7-1073,-1 1 0,-1 2 1,0 1-1,-1 1 0,0 1 0,0 2 0,-1 1 0,0 2 1,0 0-1,-55 1 0,39 10-5747,7 9-4342</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0.632"/>
    </inkml:context>
    <inkml:brush xml:id="br0">
      <inkml:brushProperty name="width" value="0.035" units="cm"/>
      <inkml:brushProperty name="height" value="0.035" units="cm"/>
    </inkml:brush>
  </inkml:definitions>
  <inkml:trace contextRef="#ctx0" brushRef="#br0">191 78 5937,'-25'-1'3336,"0"1"0,-50 6 0,13 11 1092,59-16-1304,26 4-981,-3-3-1860,0-1 0,0-1 0,0 0 0,0-2 0,23-4 0,5-1 9,651-63 1071,-427 47-2894,-95 25-7246,-172-1 6278,-23 10-10703</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0.817"/>
    </inkml:context>
    <inkml:brush xml:id="br0">
      <inkml:brushProperty name="width" value="0.035" units="cm"/>
      <inkml:brushProperty name="height" value="0.035" units="cm"/>
    </inkml:brush>
  </inkml:definitions>
  <inkml:trace contextRef="#ctx0" brushRef="#br0">58 69 13233,'-48'-57'3276,"39"45"5124,10 15-6150,4 15-1456,-1 0 0,-1 0 0,0 0 0,-1 0 1,-1 22-1,1 14 49,2 374-1536,-8-149-1121,5-236-153,4 85-9113,6-47-3149</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1.404"/>
    </inkml:context>
    <inkml:brush xml:id="br0">
      <inkml:brushProperty name="width" value="0.035" units="cm"/>
      <inkml:brushProperty name="height" value="0.035" units="cm"/>
    </inkml:brush>
  </inkml:definitions>
  <inkml:trace contextRef="#ctx0" brushRef="#br0">402 466 12041,'-1'-1'256,"0"0"0,-1 0 0,1 0 1,0 0-1,0 0 0,0 0 0,0-1 0,0 1 0,0 0 0,0-1 0,1 1 0,-1-1 1,0 1-1,1-1 0,-1 1 0,1-1 0,-1-1 0,-5-15 7345,-13 18-4073,17 0-3432,0 1 0,0-1 0,0 1 0,0-1 0,0 1 0,0 0 0,0-1 0,0 1 0,1 0 0,-1 0 1,0 0-1,1 1 0,-1-1 0,0 0 0,1 0 0,-1 1 0,1-1 0,0 1 0,0 0 0,-1-1 0,1 1 0,0 0 0,0 0 0,-1 3 0,-2 6 492,0 1 1,0-1-1,-2 15 0,2-9-355,-83 250-233,54-178 0,4 2 0,-22 122 0,44-175 0,-2 18 0,-3 69 0,11-109 0,1 0 0,1 0 0,1 0 0,0-1 0,1 1 0,0 0 0,2-1 0,0 0 0,7 17 0,-9-27-19,0 0 1,-1 0-1,2 0 1,-1 0-1,1-1 1,-1 1-1,1-1 1,0 0-1,1 0 1,-1 0-1,1-1 1,0 0-1,-1 0 1,2 0-1,-1 0 1,9 3-1,-6-4-45,1 0 0,-1-1 0,0 0 0,1 0 0,-1-1 0,1 0-1,-1 0 1,0-1 0,1 0 0,11-3 0,0-2-63,-1-1 1,1 0-1,-1-1 0,-1-1 0,0-1 0,0-1 1,-1 0-1,25-23 0,-18 11 45,-1 0 0,-1-2 0,-2 0 0,0-2 0,-2 0 0,23-45 0,-22 31 31,-2 0 0,-1-2 0,-3 1 0,11-58 0,-12 26 51,-4 0 0,-3-1 0,-4 0 1,-2 0-1,-18-115 0,9 127 87,-27-97 0,29 136-47,0 0 0,-2 0 0,0 1 0,-2 1-1,0 0 1,-30-39 0,36 53-21,-1 1-1,1 0 0,-1 1 1,-1-1-1,1 1 0,-1 1 0,0 0 1,-1 0-1,-16-7 0,19 10-9,0 0-1,-1 0 1,1 1 0,0 0-1,-1 0 1,1 0 0,-1 1-1,1 0 1,-1 1-1,1-1 1,0 1 0,-1 0-1,1 1 1,0 0 0,-11 4-1,4 0 1,0 1-1,1 1 1,0 0-1,0 1 1,1 0-1,0 1 1,0 0 0,-16 20-1,2 3 26,-39 66 0,35-46 6,2 2-1,-36 102 1,49-114-33,2 2-1,2 0 1,2 0 0,-3 62 0,11-91-7,0 0 1,1 1-1,0-1 1,1 0-1,1 0 0,1 0 1,0 0-1,1-1 0,1 0 1,0 0-1,11 18 0,-10-22-28,0 0-1,1-1 1,1 0 0,-1 0-1,1-1 1,1 0-1,0-1 1,0 0 0,1-1-1,0 0 1,0 0-1,0-1 1,1-1 0,21 8-1,4-3-400,0-2 0,1-1 0,0-2 0,0-1 0,0-2 0,0-2 0,74-9 0,78-24-3069,-5-12-3774,-137 32 4392,50-12-7482</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1.639"/>
    </inkml:context>
    <inkml:brush xml:id="br0">
      <inkml:brushProperty name="width" value="0.035" units="cm"/>
      <inkml:brushProperty name="height" value="0.035" units="cm"/>
    </inkml:brush>
  </inkml:definitions>
  <inkml:trace contextRef="#ctx0" brushRef="#br0">218 9 14233,'-32'-8'2024,"29"8"-1351,-1 0 0,1-1 1,-1 2-1,1-1 0,-1 0 0,1 1 1,-1 0-1,1-1 0,-1 1 0,1 1 1,0-1-1,0 0 0,0 1 0,-1 0 1,1-1-1,1 1 0,-1 1 1,0-1-1,-3 3 0,0 1-481,0 0 0,1 0 0,0 1 0,0-1 0,0 1 0,1 0 0,0 0 0,1 1 0,-4 7 1,-22 78 818,18-54-898,6-16-985,0 0 0,2-1 0,-1 27 0,-2 15-2886,2-12-4655,5-11-5711</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2.116"/>
    </inkml:context>
    <inkml:brush xml:id="br0">
      <inkml:brushProperty name="width" value="0.035" units="cm"/>
      <inkml:brushProperty name="height" value="0.035" units="cm"/>
    </inkml:brush>
  </inkml:definitions>
  <inkml:trace contextRef="#ctx0" brushRef="#br0">32 51 13809,'-31'-51'14958,"33"54"-14691,0 1 1,1-1 0,0 0-1,0 0 1,0-1-1,0 1 1,0-1 0,1 1-1,-1-1 1,5 2 0,4 4 130,13 10-268,-2 2-1,0 0 1,22 26-1,-33-33-109,-1 1 0,-1 0 0,0 1 0,-1 0 0,0 1 0,11 29 0,-18-36-89,0 0 1,0 0-1,-1 1 0,0-1 1,0 0-1,-1 1 0,-1-1 1,1 0-1,-2 1 0,1-1 1,-1 0-1,0 0 0,-1 0 1,-6 13-1,0-1-113,-1-1-1,-1-1 1,-1 0 0,-1 0-1,-15 16 1,17-21 68,9-11 36,6-3 18,10-3 89,0 0-1,0 0 0,-1-1 0,0-1 0,18-8 0,66-41 199,-65 36-145,187-97 1430,-215 113-1503,-1 0 0,1 1 0,0-1 0,0 1 0,-1 0 0,1 0 1,0 1-1,0-1 0,0 1 0,0 0 0,0 0 0,8 1 0,-10-1-3,0 1 0,1 0 0,-1 0 0,0 0 1,0 0-1,0 0 0,0 1 0,0-1 0,0 0 0,-1 1 0,1 0 0,0-1 0,-1 1 0,1 0 0,-1 0 1,3 3-1,1 7 14,-1-1 0,0 1-1,0 0 1,-1 1 0,-1-1 0,2 21 0,6 25 5,-8-50-263,0 1-1,1-1 1,0 0-1,0 0 1,1 0-1,0 0 1,0-1-1,1 1 1,0-1-1,0 0 1,1-1-1,0 1 1,0-1-1,0 0 1,1-1-1,0 1 1,0-1-1,0-1 1,1 1-1,-1-1 1,16 5 0,19 4-4201,0-3 0,65 8 0,-26-9-6781</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6.792"/>
    </inkml:context>
    <inkml:brush xml:id="br0">
      <inkml:brushProperty name="width" value="0.035" units="cm"/>
      <inkml:brushProperty name="height" value="0.035" units="cm"/>
    </inkml:brush>
  </inkml:definitions>
  <inkml:trace contextRef="#ctx0" brushRef="#br0">0 82 10953,'0'0'2420,"1"-3"-114,23-52 8880,-23 53-10972,1 0 0,0 1 0,0 0 0,0-1 0,1 1 0,-1 0 0,0 0 0,0 0 0,1 0 0,-1 1 0,0-1 0,1 1 0,4-1 0,-1-1 277,-1 1-394,0-1 1,0 1-1,1 0 1,-1 0-1,0 1 0,0 0 1,0-1-1,1 2 0,-1-1 1,0 1-1,0-1 0,0 1 1,0 1-1,7 2 1,-9-3-62,-1 1 1,1 0 0,-1 0-1,1 0 1,-1 0 0,0 0 0,0 1-1,0-1 1,0 1 0,-1-1-1,1 1 1,-1 0 0,1 0-1,-1-1 1,0 1 0,0 0 0,0 0-1,-1 0 1,1 0 0,-1 0-1,1 0 1,-1 1 0,0-1 0,0 0-1,-1 5 1,-3 18-39,0 0 1,-2-1-1,-1 1 1,-1-2-1,-12 26 0,0 4-425,16-43-63,-21 70-4379,16-26-3904,8 7-6441</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2.530"/>
    </inkml:context>
    <inkml:brush xml:id="br0">
      <inkml:brushProperty name="width" value="0.035" units="cm"/>
      <inkml:brushProperty name="height" value="0.035" units="cm"/>
    </inkml:brush>
  </inkml:definitions>
  <inkml:trace contextRef="#ctx0" brushRef="#br0">17 84 13045,'-1'-2'-67,"-14"-11"6359,16 12-5843,0 0 0,1 1 1,-1-1-1,1 0 0,-1 1 0,1-1 0,-1 1 0,1 0 1,-1-1-1,1 1 0,-1 0 0,1 0 0,2 0 0,333-19 5004,-147 12-3697,35-7-4427,176-8-6516,-369 22 2409,-1 0-4369</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2.716"/>
    </inkml:context>
    <inkml:brush xml:id="br0">
      <inkml:brushProperty name="width" value="0.035" units="cm"/>
      <inkml:brushProperty name="height" value="0.035" units="cm"/>
    </inkml:brush>
  </inkml:definitions>
  <inkml:trace contextRef="#ctx0" brushRef="#br0">188 1 15545,'-25'0'5945,"22"20"-2837,3 23-223,-4-3-305,-11 8-244,2 6-1968,0 6-368,-6 6 0,3 0 0,-3 3 0,3 2 0,0 0 0,10 1 0,-3-18-1376,-4 6-1364,19 12-5669,13-10-8849</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3.198"/>
    </inkml:context>
    <inkml:brush xml:id="br0">
      <inkml:brushProperty name="width" value="0.035" units="cm"/>
      <inkml:brushProperty name="height" value="0.035" units="cm"/>
    </inkml:brush>
  </inkml:definitions>
  <inkml:trace contextRef="#ctx0" brushRef="#br0">425 231 16702,'-24'-12'3499,"23"12"-3013,-1-1 1,1 0 0,0 0 0,0 0 0,-1 0 0,1 0 0,0 0 0,0 0 0,0 0 0,1 0-1,-1 0 1,0 0 0,0-1 0,-1-1 0,-4-5 2310,-12 13-1120,13-2-1619,0-1 0,0 2 1,1-1-1,0 0 0,-1 1 1,2 0-1,-1 0 0,0 0 1,-3 6-1,-28 47 132,15-22-174,-23 35-16,3 3 0,-57 144 0,79-166 0,3 0 0,1 1 0,3 1 0,3 0 0,-4 80 0,12-116 0,0-1 0,1 1 0,1-1 0,1 1 0,0-1 0,2 0 0,-1 0 0,2-1 0,13 28 0,-14-34 0,0-1 0,0 0 0,1 0 0,0 0 0,0-1 0,1 0 0,0 0 0,0-1 0,1 0 0,0 0 0,0-1 0,0 1 0,0-2 0,1 1 0,0-1 0,0-1 0,0 0 0,10 2 0,0-2 0,0 0 0,0-2 0,0 0 0,-1-2 0,1 0 0,0-1 0,0 0 0,-1-2 0,1 0 0,-1-1 0,35-15 0,-20 5 0,-1-2 0,-1-1 0,0-1 0,-1-2 0,35-31 0,-35 24 0,-2-2 0,-2 0 0,0-2 0,-2-1 0,-2 0 0,-1-2 0,-1-1 0,-2 0 0,-2-1 0,-1-1 0,12-50 0,-15 39 0,-2 0 0,-2-1 0,-2 0 0,-2 0 0,-2 0 0,-3 0 0,-2 0 0,-16-84 0,16 118 0,-1 0 0,0 0 0,-2 1 0,0 0 0,0 0 0,-2 0 0,0 1 0,0 0 0,-1 0 0,-12-12 0,17 21 0,-1 0 0,0 1 0,0-1 0,0 1 0,0 1 0,-1-1 0,1 1 0,-1 0 0,0 0 0,0 1 0,0-1 0,-1 1 0,1 1 0,0-1 0,-1 1 0,1 0 0,-1 1 0,1-1 0,-1 1 0,1 0 0,-1 1 0,1 0 0,-1 0 0,1 0 0,-1 1 0,1 0 0,-9 4 0,2 0 0,1 1 0,0 1 0,0-1 0,0 2 0,1 0 0,0 0 0,1 1 0,0 0 0,1 1 0,0 0 0,-9 15 0,-7 12 0,2 2 0,-20 48 0,28-54 0,1 1 0,1 0 0,2 1 0,2 0 0,1 1 0,-5 70 0,12-89 0,2-1 0,0 0 0,1 1 0,1-1 0,0 0 0,1 0 0,9 21 0,-8-26 0,0 0 0,1-1 0,1 0 0,0 0 0,0 0 0,1-1 0,1-1 0,-1 1 0,2-1 0,18 15 0,-10-13-326,1 0 0,-1-1 0,2-1 0,-1-1 0,1 0 0,0-2 0,1 0 0,0-1 0,0-2 0,0 0 0,38 0-1,-5-3-1002,1-3-1,-1-2 0,74-17 0,-13-5-2869,-40 8-1346,15-6-5262</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3.463"/>
    </inkml:context>
    <inkml:brush xml:id="br0">
      <inkml:brushProperty name="width" value="0.035" units="cm"/>
      <inkml:brushProperty name="height" value="0.035" units="cm"/>
    </inkml:brush>
  </inkml:definitions>
  <inkml:trace contextRef="#ctx0" brushRef="#br0">111 1 10729,'-6'20'12354,"10"-20"-10404,8 0-1156,0 1 0,0 1 0,1 0 0,-1 1 0,16 5 0,-14-3-575,0 1 1,0 0-1,-1 1 0,0 1 1,0 0-1,0 0 0,17 17 1,-27-22-208,1 0 1,-2 0-1,1 1 1,0-1-1,-1 1 1,1-1-1,-1 1 1,0 0 0,0 0-1,-1 0 1,1 0-1,-1 0 1,0 0-1,0 0 1,0 1-1,0 5 1,-1-3-37,-1-1-1,0 0 1,0 0 0,0 1-1,0-1 1,-1 0 0,0 0-1,-1-1 1,1 1-1,-5 7 1,-4 4-59,-1 0 0,-1-1 0,0 0-1,-2-1 1,-28 25 0,-60 39-124,-20 17 309,123-94-94,-1-1 0,1 0 0,0 0 0,0 0 0,0 1 0,0-1 0,0 0-1,0 0 1,0 0 0,0 1 0,0-1 0,0 0 0,1 0 0,-1 0 0,0 0 0,1 1 0,-1-1 0,1 0 0,-1 0 0,1 0 0,0 0 0,-1 0 0,1 0 0,0 0 0,0 0 0,0-1 0,0 1 0,1 1 0,8-2-80,0 0 1,-1 0 0,1-1 0,0 0 0,0-1 0,-1 0 0,13-4 0,-2 1-168,322-81-9420,-231 62 2915,8 0-4185</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4.006"/>
    </inkml:context>
    <inkml:brush xml:id="br0">
      <inkml:brushProperty name="width" value="0.035" units="cm"/>
      <inkml:brushProperty name="height" value="0.035" units="cm"/>
    </inkml:brush>
  </inkml:definitions>
  <inkml:trace contextRef="#ctx0" brushRef="#br0">9 26 12357,'-1'0'61,"1"0"1,-1 0-1,1-1 0,-1 1 0,1 0 1,-1 0-1,1-1 0,0 1 0,-1 0 0,1-1 1,-1 1-1,1-1 0,0 1 0,0 0 1,-1-1-1,1 1 0,0-1 0,0 1 1,-1-1-1,1 1 0,0-1 0,0 1 1,0-1-1,0 1 0,0-1 0,0 1 0,-1-1 1,1 1-1,0-1 0,1 1 0,-1-1 1,14-7 4248,33 4 2185,-32 6-6096,-1 0-1,0 1 0,1 1 1,-1 0-1,0 1 1,-1 0-1,1 1 0,-1 1 1,0 0-1,-1 1 1,16 12-1,-12-8-209,-1 1-1,0 1 1,-2 0 0,1 0 0,-2 1-1,0 1 1,0 0 0,9 20 0,-16-27-192,-1 1 1,0 0-1,-1 0 1,0 0-1,-1 1 1,0-1-1,0 1 1,-1-1 0,-1 1-1,0-1 1,0 1-1,-1 0 1,0-1-1,-1 1 1,-4 13-1,-5 8-360,-1 0 0,-2-1 0,-25 42-1,-8 20-909,47-92 1256,0 0 0,0 0 0,0 0 0,1 0 0,-1 0 0,1-1 0,-1 1 0,0 0 0,1 0 0,-1 0 0,1 0 0,0-1-1,-1 1 1,1 0 0,0-1 0,-1 1 0,1 0 0,0-1 0,0 1 0,0-1 0,-1 1 0,1-1 0,0 1 0,0-1 0,0 0 0,1 1 0,4-2 8,0 0-1,0 0 1,0 0 0,0-1-1,0 0 1,10-5 0,-4 2 40,27-13 289,-1-2 0,-1-2 0,38-29 0,-32 21 150,-3 4-130,3-4 432,2 1-1,63-29 1,-101 56-771,-1-1 0,0 1 0,1 1 1,-1-1-1,1 1 0,-1 0 0,1 1 0,0 0 0,-1 0 1,1 0-1,0 1 0,-1-1 0,1 2 0,-1-1 0,1 1 0,-1 0 1,0 0-1,0 1 0,0 0 0,11 6 0,5 7-1,0 1-1,-1 0 1,36 40-1,3 2-1,-28-33-1322,2-1 1,1-2-1,0-1 1,42 18-1,159 55-10126,-144-63-265</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4.334"/>
    </inkml:context>
    <inkml:brush xml:id="br0">
      <inkml:brushProperty name="width" value="0.035" units="cm"/>
      <inkml:brushProperty name="height" value="0.035" units="cm"/>
    </inkml:brush>
  </inkml:definitions>
  <inkml:trace contextRef="#ctx0" brushRef="#br0">269 84 13281,'28'-60'2551,"-28"59"-2398,1 0 0,-1 0 0,1 0 0,-1 0 0,0 0 0,1 0 0,-1 0 1,0-1-1,0 1 0,0 0 0,0 0 0,0 0 0,0 0 0,-3-7 9433,1 10-7854,-11 17-1207,0 1 0,1 0 0,1 0 0,1 1 0,-13 40 0,3-12-201,-91 232-324,97-248-955,-12 43 0,14-25-1530,1 1 1,3 0 0,-2 57-1,10-100 1111,0-1-1,0 0 1,1 0-1,2 14 1,16 25-9689</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4.492"/>
    </inkml:context>
    <inkml:brush xml:id="br0">
      <inkml:brushProperty name="width" value="0.035" units="cm"/>
      <inkml:brushProperty name="height" value="0.035" units="cm"/>
    </inkml:brush>
  </inkml:definitions>
  <inkml:trace contextRef="#ctx0" brushRef="#br0">1 132 14721,'3'-20'2829,"3"-3"-377,10 9-376,19 0-380,13 5-340,15 0-332,20 4-612,18-4-1000,11 1-600,8-1-788,4 3-688,-3 1-3321,-4 5-5196</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4.878"/>
    </inkml:context>
    <inkml:brush xml:id="br0">
      <inkml:brushProperty name="width" value="0.035" units="cm"/>
      <inkml:brushProperty name="height" value="0.035" units="cm"/>
    </inkml:brush>
  </inkml:definitions>
  <inkml:trace contextRef="#ctx0" brushRef="#br0">239 290 15061,'0'0'5507,"-1"2"-3170,-14 44 3193,4 29-2728,2-11-1477,-16 39-1197,-47 125 0,40-134-154,-37 169 1,67-251 25,1 0 0,0 0 0,0 0 0,1 0 0,1 0 0,0 0 0,0-1 0,6 21 0,-6-28 0,1 0 0,-1-1 0,1 1 0,0 0 0,0 0 0,0-1 0,0 1 0,1-1 0,-1 0 0,1 0 0,0 0 0,0 0 0,0 0 0,0 0 0,1-1 0,-1 0 0,1 1 0,0-1 0,-1-1 0,1 1 0,0 0 0,0-1 0,0 0 0,0 0 0,0 0 0,0 0 0,6-1 0,9 0 0,-1 0 0,0-2 0,1 0 0,-1-2 0,0 1 0,0-2 0,-1-1 0,0 0 0,0-1 0,29-16 0,3-7 0,-1-1 0,49-43 0,-58 42 0,-2-2 0,-1-2 0,-2-1 0,-1-1 0,-2-2 0,-2-1 0,-2-2 0,-2 0 0,-1-2 0,-3-1 0,-1 0 0,-3-1 0,-1-1 0,-3-1 0,-2 0 0,6-58 0,-14 81 0,-1-1 0,-2 0 0,0 0 0,-2 0 0,-1 1 0,-12-53 0,12 69 0,0 0 0,-1 1 0,0-1 0,-1 1 0,0 0 0,0 0 0,-1 1 0,0 0 0,-9-10 0,9 13 0,1 0 0,-1 1 0,0-1 0,-1 1 0,1 1 0,0-1 0,-1 1 0,0 0 0,0 0 0,0 1 0,0 0 0,0 0 0,-1 1 0,-7-1 0,-1 2 0,0 0 0,0 1 0,1 0 0,-1 2 0,0 0 0,1 0 0,0 2 0,0 0 0,0 0 0,0 2 0,1 0 0,0 0 0,0 1 0,1 1 0,-14 12 0,-1 2 0,2 0 0,0 2 0,2 1 0,1 1 0,-34 53 0,41-55 0,1 0 0,1 1 0,1 1 0,2 0 0,0 1 0,2 0 0,-7 38 0,14-55 0,0-1 0,1 1 0,0 0 0,1 0 0,1 0 0,-1 0 0,2 0 0,0 0 0,0-1 0,1 1 0,0-1 0,0 1 0,1-1 0,1 0 0,0 0 0,0-1 0,1 1 0,0-1 0,1-1 0,0 1 0,0-1 0,15 13 0,-5-8-280,0-1 1,1-1-1,1-1 0,-1 0 1,2-2-1,-1 0 0,34 9 1,4-4-1433,88 11 1,33-13-3733,-58-10-2241,-22-1-3309</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5.191"/>
    </inkml:context>
    <inkml:brush xml:id="br0">
      <inkml:brushProperty name="width" value="0.035" units="cm"/>
      <inkml:brushProperty name="height" value="0.035" units="cm"/>
    </inkml:brush>
  </inkml:definitions>
  <inkml:trace contextRef="#ctx0" brushRef="#br0">148 1 11345,'-32'14'2394,"25"-12"2958,-3-9-3874,4-1 810,11 7 578,30 7-490,-17-1-1858,1 1 1,-1 0-1,33 18 0,-43-20-489,0 1-1,0 0 0,0 1 1,-1 0-1,1 0 0,-1 0 1,-1 1-1,1 0 1,-1 0-1,-1 1 0,8 11 1,-7-5-275,0 0-1,-1 0 1,0 1 0,-1-1 0,0 1 0,-2 0 0,1 0 0,-2 1-1,0 25 1,-2-32 159,1 0-1,0 0 1,1 1-1,0-1 1,4 15-1,-4-18 73,1 0-1,-1-1 1,0 1-1,0 0 0,0 0 1,-1 0-1,0 0 1,0 0-1,-1 0 1,0-1-1,0 1 0,0 0 1,-1 0-1,1-1 1,-1 1-1,-1 0 0,-4 7 1,-2 0-13,0-1 1,-1 0-1,-1 0 0,0-1 1,-1-1-1,0 0 0,-25 16 1,-102 48-2161,77-44-238,28-18-2138,20-9-1167</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5.813"/>
    </inkml:context>
    <inkml:brush xml:id="br0">
      <inkml:brushProperty name="width" value="0.035" units="cm"/>
      <inkml:brushProperty name="height" value="0.035" units="cm"/>
    </inkml:brush>
  </inkml:definitions>
  <inkml:trace contextRef="#ctx0" brushRef="#br0">112 273 11969,'-21'-43'2971,"11"18"2108,9 20-4474,0 0 0,1 0-1,-1 0 1,1-1 0,0 1-1,2-9 1,-1 7 717,-1-2-899,1 0 1,1 0-1,0 1 0,0-1 0,1 1 0,0-1 0,0 1 0,1 0 0,0 0 0,1 1 0,-1-1 1,1 1-1,1 0 0,0 0 0,0 0 0,7-6 0,10 1-423,-14 14 0,-6 0 0,1-1 0,-1 0 0,0 0 0,0 0 0,0 0 0,0 0 0,0 1 0,0 0 0,0-1 0,0 1 0,-1 0 0,1 0 0,-1 1 0,1-1 0,-1 0 0,0 1 0,0 0 0,0-1 0,0 1 0,1 4 0,1-1 0,-1 1 0,0 1 0,0-1 0,-1 0 0,0 1 0,0-1 0,0 13 0,-1-18 0,0 1 0,-1-1 0,0 0 0,1 1 0,-1-1 0,0 0 0,0 1 0,0-1 0,-1 0 0,1 1 0,0-1 0,-2 4 0,0 0 0,1 3 0,-1 0 0,0-1 0,0 1 0,0-1 0,-1 0 0,-6 12 0,7-17 0,-5 22 0,12-20 0,-3-4 0,4 7 0,-1 1 0,0-1 0,0 1 0,-1 0 0,0 0 0,-1 0 0,1 0 0,-2 1 0,0-1 0,2 16 0,0-1 0,-2-9 0,0 0 0,-1 1 0,-1-1 0,0 0 0,-1 0 0,-1 0 0,0 0 0,-1 0 0,-1-1 0,0 1 0,-1-1 0,-1 0 0,0 0 0,-1 0 0,0-1 0,-1 0 0,-12 15 0,-11 10 0,-2-2 0,-2-1 0,-75 60 0,106-94 0,11-11 0,14-14 0,7 2 0,60-34 0,-21 15 0,77-57 0,177-109 0,-319 205 0,0 1 0,1 0 0,-1 0 0,1 0 0,-1 0 0,1 0 0,-1 0 0,1 1 0,0-1 0,-1 1 0,1 0 0,0 0 0,-1 0 0,1 0 0,5 1 0,-7 0 0,1-1 0,-1 1 0,0-1 0,0 1 0,0 0 0,1 0 0,-1 0 0,0-1 0,0 1 0,0 0 0,0 0 0,-1 0 0,1 1 0,0-1 0,0 0 0,-1 0 0,1 0 0,0 1 0,-1-1 0,1 0 0,-1 1 0,0-1 0,1 0 0,-1 1 0,0-1 0,0 0 0,0 3 0,-1 19-39,-1-1 1,-1 1-1,-1-1 0,-1 0 0,-10 27 1,7-25-114,1 1 1,1-1 0,1 1 0,-2 41 0,7-58 81,1-1 1,0 1-1,0-1 1,0 1 0,1-1-1,0 1 1,0-1-1,1 0 1,0 0-1,0 0 1,0-1 0,1 1-1,0-1 1,1 0-1,-1 0 1,1 0-1,0 0 1,1-1 0,11 9-1,-8-7-1021,1-1 0,0 0-1,1 0 1,0-1 0,20 6-1,27 6-6976,-3-6-4722</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7.530"/>
    </inkml:context>
    <inkml:brush xml:id="br0">
      <inkml:brushProperty name="width" value="0.035" units="cm"/>
      <inkml:brushProperty name="height" value="0.035" units="cm"/>
    </inkml:brush>
  </inkml:definitions>
  <inkml:trace contextRef="#ctx0" brushRef="#br0">157 160 10497,'1'-7'1198,"0"0"0,1 0 1,0 0-1,1 1 0,0-1 0,0 0 0,5-8 1,-7 13-915,0 1 0,-1-1 0,1 1 1,-1-1-1,0 0 0,1 1 0,-1-1 1,0 0-1,0 1 0,0-1 0,0 0 1,0 0-1,-1 1 0,1-1 1,-1-1-1,0-11 975,2 10-859,0 0 0,1 1 0,-1-1 1,1 0-1,0 1 0,0-1 0,0 1 0,0-1 0,1 1 0,-1 0 0,1 0 0,0 0 0,0 1 0,5-4 0,-7 5-358,0 1 1,0 0 0,0 0-1,0 0 1,1 0-1,-1 0 1,0 0 0,0 0-1,0 0 1,0 0-1,0 0 1,0 1-1,0-1 1,1 0 0,-1 1-1,0-1 1,1 1-1,2 1 30,0-1-70,0 0-1,-1 1 1,1-1 0,-1 1-1,1 0 1,-1 0 0,0 0 0,1 0-1,-1 0 1,0 1 0,-1 0-1,1-1 1,0 1 0,-1 0-1,0 0 1,1 1 0,-1-1 0,0 0-1,-1 1 1,1-1 0,-1 1-1,1-1 1,-1 1 0,0 0-1,-1 0 1,1 0 0,0 7 0,0-1-3,-1 0 0,0 1 0,-1-1 0,0 0 0,0 0 0,-1 0 0,0 0 0,-1 0 0,-7 16 0,1-8 1,-1 0 0,0-1 0,-2 0 0,-23 27 0,-68 58 0,68-69 0,-26 27 0,60-59 3,-1 1-1,1-1 1,-1 1-1,1 0 1,0-1 0,0 1-1,-1 0 1,1 0-1,0 0 1,1 0 0,-1 0-1,-1 3 1,2-4-2,0-1 1,0 1-1,0-1 0,0 1 1,0 0-1,1-1 0,-1 1 1,0-1-1,0 1 0,0 0 1,1-1-1,-1 1 0,0-1 1,0 1-1,1-1 0,-1 1 1,0-1-1,1 1 1,-1-1-1,1 0 0,-1 1 1,1-1-1,-1 1 0,1-1 1,-1 0-1,2 1 0,2 0-39,1 1-1,-1-1 0,1 0 1,-1 0-1,1-1 0,-1 1 0,7-1 1,-10 0-5,57-3-2953,-1-2 1,106-23-1,-16 1-5863,-20 12-2796</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8.524"/>
    </inkml:context>
    <inkml:brush xml:id="br0">
      <inkml:brushProperty name="width" value="0.035" units="cm"/>
      <inkml:brushProperty name="height" value="0.035" units="cm"/>
    </inkml:brush>
  </inkml:definitions>
  <inkml:trace contextRef="#ctx0" brushRef="#br0">337 116 4760,'13'-1'584,"0"-1"299,-1 2 4124,-20-3-3805,0-1-1,1 0 0,-1 0 1,1-1-1,-8-6 1,14 10-1103,-2-1 801,3 2-835,-1-1 1,1 0 0,-1 1-1,0 0 1,1-1-1,-1 1 1,0-1-1,1 1 1,-1 0 0,0-1-1,1 1 1,-1 0-1,0 0 1,0-1 0,1 1-1,-1 0 1,0 0-1,-1 0 1,1 0 147,-1 0 0,1 0 1,0 0-1,0-1 0,-1 1 0,1 0 1,0-1-1,0 1 0,-1-1 0,1 0 1,0 1-1,0-1 0,0 0 0,0 1 1,0-1-1,0 0 0,-1-2 0,1 2-69,-1-1 0,1 1 0,0-1 0,0 0 0,1 0 0,-1 0-1,0 1 1,1-1 0,-1 0 0,1 0 0,-1 0 0,1 0 0,0 0 0,0 0 0,0 0-1,0 0 1,0 0 0,1 0 0,-1 0 0,0 0 0,1 0 0,0 1 0,-1-1 0,1 0-1,0 0 1,1-2 0,-1 3-113,0 0-1,0 1 1,0-1-1,0 0 1,1 1-1,-1-1 1,0 1-1,0-1 1,1 1-1,-1-1 1,0 1-1,0 0 1,1 0-1,-1-1 0,0 1 1,1 0-1,1 1 1,0-2 45,12 0 20,1 0 0,0 1 0,0 1 0,0 0 0,0 1 0,0 1 0,0 0 0,-1 1-1,20 8 1,-24-8-74,0 1 0,0 0 0,-1 0 0,0 1 0,0 1 0,0 0-1,-1 0 1,0 1 0,0 0 0,8 10 0,-14-14-19,0 0 1,0 0-1,-1 1 0,0-1 1,1 1-1,-1 0 1,-1 0-1,1 0 0,-1 0 1,0 0-1,0 0 1,0 0-1,-1 0 0,0 0 1,0 0-1,0 0 1,0 0-1,-1 1 0,0-1 1,0 0-1,-1 0 1,1-1-1,-1 1 0,0 0 1,-4 7-1,0-1-4,-1-1 0,1 0 0,-2-1 0,1 1 0,-1-1 0,-17 13 0,-61 42-11,18-14-8,66-48 19,-1 0 0,1 0-1,-1 0 1,1 0-1,0 1 1,0-1-1,0 1 1,0-1-1,1 1 1,-1 0-1,1 0 1,0 0-1,-2 5 1,2-6 2,1 0 0,0 0-1,0 0 1,0 0 0,0 0 0,1 0 0,-1 0 0,0 0 0,1 0-1,-1 0 1,1 0 0,0 0 0,0 0 0,0-1 0,0 1-1,0 0 1,1 1 0,6 5 1,0 0 1,0 0-1,1-1 0,0 0 0,0-1 0,14 8 1,18 13-86,-38-24 48,0-1-1,-1 0 1,0 1 0,0-1 0,0 1 0,0 0 0,0 0-1,0 0 1,-1 0 0,3 6 0,-3-7-24,-1 0 1,0 0-1,1-1 1,-1 1 0,0 0-1,0 0 1,0 0-1,0 0 1,-1 0-1,1-1 1,0 1-1,-1 0 1,1 0-1,-1 0 1,-1 2-1,-1 0-90,0 0 0,-1 0 0,1 0 0,-1 0 0,0 0-1,0-1 1,0 0 0,0 0 0,0 0 0,-1 0-1,0-1 1,-8 4 0,-10 3-595,1-2-1,-1 0 1,0-1 0,-41 4-1,-99-1-6387,119-8 3701,-39 2-6251</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3.324"/>
    </inkml:context>
    <inkml:brush xml:id="br0">
      <inkml:brushProperty name="width" value="0.035" units="cm"/>
      <inkml:brushProperty name="height" value="0.035" units="cm"/>
    </inkml:brush>
  </inkml:definitions>
  <inkml:trace contextRef="#ctx0" brushRef="#br0">16 235 11865,'0'0'2044,"-9"-12"-292,2-2 833,14-9-1737,-1 3-180,13 3-164,22-9-296,1 6-400,5 0-596,14-2-768,5-4-673,1 6-2351,3 6-3565</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3.463"/>
    </inkml:context>
    <inkml:brush xml:id="br0">
      <inkml:brushProperty name="width" value="0.035" units="cm"/>
      <inkml:brushProperty name="height" value="0.035" units="cm"/>
    </inkml:brush>
  </inkml:definitions>
  <inkml:trace contextRef="#ctx0" brushRef="#br0">0 301 10189,'76'-26'2308,"-34"12"-228,12-6-348,9 0-331,4 0-381,15-6-356,20-8-736,15-1-924,7-5-1145,6 6-2603,10 3-3713</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4.275"/>
    </inkml:context>
    <inkml:brush xml:id="br0">
      <inkml:brushProperty name="width" value="0.035" units="cm"/>
      <inkml:brushProperty name="height" value="0.035" units="cm"/>
    </inkml:brush>
  </inkml:definitions>
  <inkml:trace contextRef="#ctx0" brushRef="#br0">198 322 8973,'-1'-3'2327,"-5"-9"553,-7-2 5730,12 13-8236,0 1 0,1-1-1,-1 1 1,0 0-1,0-1 1,0 1 0,0 0-1,0-1 1,0 1 0,-1 0-1,1 0 1,0 0-1,0 0 1,0 0 0,-2 1-1,-12 5-2173,12-3 1905,0 1-1,0-1 0,0 1 0,0-1 0,1 1 0,0 0 0,-1 0 1,1 0-1,1 0 0,-3 6 0,1-3 37,-20 58 825,2 1 1,-19 115 0,38-173-930,-7 38 149,1 1 0,2 0 0,3 0 0,3 76 0,2-108-162,0 1 0,1-1 0,0 0 0,1-1 0,1 1 0,1-1 0,13 26 0,-13-31-13,-1 0-1,2-1 1,-1 0 0,1-1-1,0 1 1,1-1 0,0 0-1,0-1 1,0 0 0,1-1 0,0 1-1,19 7 1,-16-9-4,1 0 0,-1-1-1,1-1 1,0 0 0,0-1 0,0 0 0,0-1-1,0 0 1,0-1 0,0-1 0,0 0 0,-1 0-1,1-2 1,18-6 0,-9 2 1,-2-1 0,1-1-1,-1 0 1,-1-2 0,0 0 0,-1-1 0,27-25 0,-31 24-4,-2-1 1,0 0-1,0-1 1,-2 0-1,0 0 1,0-1-1,-2-1 0,0 1 1,-1-1-1,-1-1 1,-1 1-1,0-1 1,-2 0-1,2-20 1,-2 1-21,-2-1 1,-1 0 0,-3 1 0,-1-1-1,-1 1 1,-12-40 0,8 45 2,-1 0 0,-2 0 0,-1 1 0,-2 1 0,-1 0 0,-1 1 0,-39-51 0,37 59-63,0 0 1,-1 2-1,-1 0 1,-1 1-1,-1 1 1,0 1-1,-2 2 1,0 0-1,-48-20 1,65 32-81,-1 0 0,1 1 0,-1 0 0,0 0 1,-9 0-1,16 2 55,0 0 0,0 0 0,0 0 0,0 0 0,0 0 0,0 1 0,0-1 0,0 1 0,0-1 0,0 1 0,1 0 0,-1 0 0,-2 1 0,3-1 8,0-1 0,0 1 1,1 0-1,-1 0 0,1 0 0,-1 0 0,0 0 0,1 0 0,0 0 0,-1 0 0,1 0 0,-1 0 0,1 0 0,0 0 1,0 0-1,0 0 0,0 0 0,0 1 0,0-1 0,0 0 0,0 0 0,0 0 0,0 0 0,1 0 0,0 2 0,0 2-383,1 1-1,1-1 1,-1 0-1,1 0 1,0 0-1,0-1 1,0 1-1,0-1 1,8 8-1,24 22-7153,5-1-3945</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4.473"/>
    </inkml:context>
    <inkml:brush xml:id="br0">
      <inkml:brushProperty name="width" value="0.035" units="cm"/>
      <inkml:brushProperty name="height" value="0.035" units="cm"/>
    </inkml:brush>
  </inkml:definitions>
  <inkml:trace contextRef="#ctx0" brushRef="#br0">33 112 15369,'-7'-20'3089,"1"3"1439,-4 2-2844,1 4 1549,25-3-3902,0 2-315,3 4-2872,0 2 796,0 0-2697,3 3-4836</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4.849"/>
    </inkml:context>
    <inkml:brush xml:id="br0">
      <inkml:brushProperty name="width" value="0.035" units="cm"/>
      <inkml:brushProperty name="height" value="0.035" units="cm"/>
    </inkml:brush>
  </inkml:definitions>
  <inkml:trace contextRef="#ctx0" brushRef="#br0">69 249 11869,'-11'-22'1523,"6"13"306,0-1 0,0-1 0,-4-17 0,8 26-1521,0-1 1,1 1 0,0-1 0,-1 1 0,1-1 0,0 0-1,0 1 1,0-1 0,1 1 0,-1-1 0,1 0 0,-1 1 0,1-1-1,0 1 1,0-1 0,0 1 0,0 0 0,0-1 0,1 1-1,2-4 1,7-4 14,-1 0 0,1 1 0,0 1 0,1-1 0,0 2 0,0 0 0,1 0 0,0 1 0,15-5 0,-9 5 68,0 0-1,1 1 1,0 1 0,0 1-1,35-1 1,-50 4-391,0 0 0,0 0 0,0 0 0,0 1 0,0-1 0,0 1 0,-1 1 0,1-1 0,0 1 0,-1-1 0,1 1 0,-1 1 0,1-1 0,-1 1 0,0-1 0,0 1 0,0 0 0,-1 1 0,1-1 0,-1 1 0,1-1 0,-1 1 0,3 6 0,-3-3 0,0-1 0,0 1 0,-1 0 0,0 0 0,-1 0 0,1 0 0,-1 0 0,-1 0 0,0 0 0,1 0 0,-2 1 0,1-1 0,-1 0 0,-3 12 0,-5 12 1,-18 42 0,17-49-4,2 0 1,0 1-1,-7 38 1,14-58-19,1-1 0,0 1 0,-1 0 0,2-1 1,-1 1-1,0-1 0,1 1 0,0 0 0,0-1 0,1 1 0,-1-1 0,1 0 0,0 0 0,0 1 1,0-1-1,1 0 0,-1-1 0,5 6 0,3 1-101,0 0-1,1-1 1,0-1 0,20 12-1,-16-11-155,-1 1-1,22 19 0,-34-27 265,0 0-1,-1-1 0,0 1 1,1 0-1,-1 0 0,0 0 1,0 0-1,0 0 0,0 0 1,0 0-1,-1 0 0,1 0 1,0 0-1,-1 0 1,0 0-1,1 1 0,-1-1 1,0 0-1,0 0 0,-1 0 1,1 1-1,0-1 0,-1 0 1,1 0-1,-1 0 1,1 0-1,-1 0 0,0 1 1,0-1-1,0-1 0,0 1 1,-1 0-1,1 0 0,0 0 1,-1-1-1,-3 4 0,-3 4-12,-1-1 0,-1 0 0,0 0 0,0-1 0,-16 8-1,-49 23-265,-134 46-1,86-38-1755,82-35-423,29-14 608,12 3 1766,0-1 1,0 1-1,0-1 1,0 1 0,0-1-1,0 1 1,1-1-1,-1 1 1,0-1-1,0 1 1,0-1-1,0 1 1,1-1-1,-1 1 1,0-1-1,1 1 1,-1-1-1,0 1 1,1 0-1,-1-1 1,0 1-1,1 0 1,-1-1 0,1 1-1,0-1 1,6-5-1344,0 0 0,1 1 0,-1-1 0,1 1 0,16-6 0,24-14-7632</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5.192"/>
    </inkml:context>
    <inkml:brush xml:id="br0">
      <inkml:brushProperty name="width" value="0.035" units="cm"/>
      <inkml:brushProperty name="height" value="0.035" units="cm"/>
    </inkml:brush>
  </inkml:definitions>
  <inkml:trace contextRef="#ctx0" brushRef="#br0">26 7 13685,'0'-1'169,"0"1"1,-1-1-1,1 1 0,0 0 0,0-1 1,0 1-1,-1 0 0,1 0 0,0-1 0,-1 1 1,1 0-1,0-1 0,0 1 0,-1 0 1,1 0-1,0 0 0,-1-1 0,1 1 0,-1 0 1,1 0-1,0 0 0,-1 0 0,1 0 1,0 0-1,-1 0 0,1 0 0,-1 0 0,1 0 1,0 0-1,-1 0 0,1 0 0,-1 0 1,1 0-1,0 0 0,-1 0 0,1 0 0,0 0 1,-1 1-1,1-1 0,0 0 0,-1 0 0,1 0 1,0 1-1,-1-1 0,1 0 0,0 1 1,-1-1-1,1 0 0,0 0 0,0 1 0,-1 0 1,-4 15 4194,3-1-4796,1 15 1267,1-1-1,1 0 1,2 1 0,7 31-1,-8-50-806,1 0-1,0-1 1,0 1 0,1-1-1,1 0 1,0 0 0,0 0-1,1-1 1,0 0 0,0 0-1,1 0 1,1-1 0,-1 0-1,12 9 1,-15-14-48,1 0 1,0 0-1,0-1 1,0 1-1,0-1 1,1-1-1,-1 1 1,1-1-1,-1 1 1,1-2-1,-1 1 1,1-1-1,-1 1 0,1-2 1,0 1-1,-1 0 1,1-1-1,-1 0 1,1-1-1,-1 1 1,0-1-1,1 0 1,7-5-1,-3 2 76,-1 0 0,1-1-1,-1 0 1,-1-1 0,1 0 0,-1 0-1,-1-1 1,1 0 0,-1 0-1,-1-1 1,6-9 0,46-90 1506,-49 95-1562,-2 13 0,-2 10 0,-3-2 0,-1-1 0,0 1 0,0 0 0,-1 0 0,1 0 0,-2 0 0,1 0 0,-1 0 0,0-1 0,-4 12 0,1 7 0,-42 209 0,26-143 0,11-52-1672,-2 0 1,-22 53-1,27-77-727,1 1 1,1 0-1,1 0 1,-2 23-1,-2 12-10376</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5.636"/>
    </inkml:context>
    <inkml:brush xml:id="br0">
      <inkml:brushProperty name="width" value="0.035" units="cm"/>
      <inkml:brushProperty name="height" value="0.035" units="cm"/>
    </inkml:brush>
  </inkml:definitions>
  <inkml:trace contextRef="#ctx0" brushRef="#br0">43 229 10917,'-1'1'181,"-1"0"-1,0 0 1,1 0 0,-1 0-1,1 0 1,-1 0-1,0 0 1,0-1 0,0 1-1,1-1 1,-1 1 0,0-1-1,0 0 1,-2 1-1,3-2 39,0 1-1,0-1 1,0 1-1,1-1 1,-1 1-1,0-1 1,0 0-1,0 1 1,1-1-1,-1 0 1,1 0-1,-1 0 0,0 1 1,1-1-1,-1 0 1,1 0-1,0 0 1,-1 0-1,1 0 1,0 0-1,-1 0 1,1 0-1,0 0 1,0 0-1,0 0 0,0 0 1,0 0-1,0 0 1,0 0-1,0 0 1,1-1-1,11-10 3677,4 4-3324,0 2 0,0-1 0,0 2 0,1 0 0,0 1 1,-1 1-1,27-2 0,15-4 186,373-63 791,-84 16-8775,-320 51 5790,12-3-2315,-11 4-3278,-6 1-1926</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5.790"/>
    </inkml:context>
    <inkml:brush xml:id="br0">
      <inkml:brushProperty name="width" value="0.035" units="cm"/>
      <inkml:brushProperty name="height" value="0.035" units="cm"/>
    </inkml:brush>
  </inkml:definitions>
  <inkml:trace contextRef="#ctx0" brushRef="#br0">350 32 14517,'-4'-3'436,"1"-1"-1,-1 1 0,0 0 1,0 1-1,0-1 0,0 0 1,-1 1-1,1 0 0,-1 0 1,1 1-1,-6-2 0,8 3-159,0-1-1,0 1 1,-1 0-1,1 0 1,0 0 0,0 1-1,0-1 1,0 0-1,0 1 1,0-1-1,0 1 1,0 0-1,0 0 1,0 0-1,0 0 1,0 0-1,0 0 1,0 0-1,1 1 1,-1-1-1,1 0 1,-1 1-1,1 0 1,-1-1-1,1 1 1,0 0-1,0 0 1,0-1 0,0 1-1,-1 3 1,-12 30 749,1 0 0,2 0 0,-6 39 0,4-21-641,-50 187-663,-26 105-1916,76-262-2556,9-2-3455,2 0-6146</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6.290"/>
    </inkml:context>
    <inkml:brush xml:id="br0">
      <inkml:brushProperty name="width" value="0.035" units="cm"/>
      <inkml:brushProperty name="height" value="0.035" units="cm"/>
    </inkml:brush>
  </inkml:definitions>
  <inkml:trace contextRef="#ctx0" brushRef="#br0">0 84 7769,'41'-18'1264,"-3"13"-492,-6-12-536,0 2-584,-16 10-1216,16-4-772,31-5-473</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2.422"/>
    </inkml:context>
    <inkml:brush xml:id="br0">
      <inkml:brushProperty name="width" value="0.035" units="cm"/>
      <inkml:brushProperty name="height" value="0.035" units="cm"/>
    </inkml:brush>
  </inkml:definitions>
  <inkml:trace contextRef="#ctx0" brushRef="#br0">1 129 12133,'1'2'200,"0"-1"0,1 1 1,-1-1-1,1 1 0,-1-1 0,1 0 0,0 1 1,-1-1-1,1 0 0,0 0 0,0 0 0,0-1 1,-1 1-1,1 0 0,0-1 0,4 1 0,-2-1 452,1 0-1,-1-1 0,0 1 0,1-1 1,-1 0-1,6-2 0,1 0 157,84-19 3426,50 1-2250,-54 8-1085,82-8-690,34-6-2916,-74-1-3592,-109 23 106,0 4-3853</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2.609"/>
    </inkml:context>
    <inkml:brush xml:id="br0">
      <inkml:brushProperty name="width" value="0.035" units="cm"/>
      <inkml:brushProperty name="height" value="0.035" units="cm"/>
    </inkml:brush>
  </inkml:definitions>
  <inkml:trace contextRef="#ctx0" brushRef="#br0">249 0 15369,'0'0'3157,"-7"18"-133,-25 62 5981,17-43-6793,-8 11-2212,1 7 0,3 5 0,-3 2 0,-7 1 0,4 6 0,-1-3 0,7-1 0,13-2 0,3-6-3564,3-2-445,9 5-3383,10-6-7426</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3.315"/>
    </inkml:context>
    <inkml:brush xml:id="br0">
      <inkml:brushProperty name="width" value="0.035" units="cm"/>
      <inkml:brushProperty name="height" value="0.035" units="cm"/>
    </inkml:brush>
  </inkml:definitions>
  <inkml:trace contextRef="#ctx0" brushRef="#br0">121 27 12037,'-7'-7'1862,"-24"-12"15369,22 52-15594,-58 439-1637,63-436 0,2 0 0,2 0 0,4 47 0,-2-70 0,0 1 0,1 0 0,1 0 0,0-1 0,1 0 0,0 0 0,1 0 0,1 0 0,0-1 0,0 0 0,13 15 0,-14-21 0,1 0 0,0 0 0,0-1 0,0 0 0,0 0 0,1-1 0,0 0 0,0 0 0,0-1 0,0 0 0,1 0 0,-1-1 0,1 0 0,-1 0 0,1-1 0,13 0 0,-4-1 0,1 0 0,-1-1 0,0-1 0,0-1 0,0-1 0,-1 0 0,18-7 0,-16 3 0,0-1 0,-1 0 0,0-2 0,-1 0 0,-1-1 0,0 0 0,0-1 0,-1-1 0,-1-1 0,0 0 0,-1-1 0,0 0 0,-2-1 0,15-28 0,-10 14 0,-2 0 0,-1-1 0,-2-1 0,-1 0 0,-2 0 0,-1-1 0,5-65 0,-12 74 0,0 1 0,-2-1 0,-1 0 0,0 1 0,-2 0 0,-13-39 0,16 58 0,0 0 0,0-1 0,-1 1 0,1 0 0,-1 0 0,-5-6 0,7 9-9,0 1-1,0-1 1,0 0 0,0 0 0,-1 1-1,1-1 1,-1 1 0,1-1 0,-1 1-1,1-1 1,-1 1 0,0 0-1,0 0 1,0 0 0,1 0 0,-1 0-1,-3 0 1,-1-1-87,4 0-84,-6 2-142,2 0 223,-1 0 0,1 0 1,0 0-1,-1 1 0,1 0 1,0 0-1,-10 4 0,14-4 46,-16 2-36,11-2-238,-30 6-748,37-7 1045,0 0 0,0 0 0,0 0 0,0 0 1,0 0-1,0 0 0,0 0 0,0 0 0,0 0 0,0 0 0,0 0 1,0 1-1,0-1 0,0 0 0,0 0 0,0 0 0,0 0 1,0 0-1,0 0 0,0 0 0,0 0 0,0 0 0,0 0 1,0 0-1,0 0 0,0 0 0,0 0 0,0 1 0,0-1 1,0 0-1,0 0 0,0 0 0,0 0 0,0 0 0,0 0 1,0 0-1,0 0 0,0 0 0,-1 0 0,1 0 0,0 0 1,0 0-1,0 0 0,22 1-2972,-2-15-2433</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6.331"/>
    </inkml:context>
    <inkml:brush xml:id="br0">
      <inkml:brushProperty name="width" value="0.035" units="cm"/>
      <inkml:brushProperty name="height" value="0.035" units="cm"/>
    </inkml:brush>
  </inkml:definitions>
  <inkml:trace contextRef="#ctx0" brushRef="#br0">417 174 6901,'-26'4'2319,"-15"-11"6947,16 1-6052,23 6-3235,0 0-1,0-1 1,0 1 0,0-1-1,0 1 1,1-1 0,-1 0 0,0 1-1,0-1 1,0 0 0,1 0-1,-1-1 1,1 1 0,-1 0-1,1 0 1,-2-3 0,1 2-340,1-1 1,0 1 0,0-1 0,0 1-1,1-1 1,-1 1 0,1-1-1,-1 0 1,1 1 0,0-1-1,0 0 1,0 1 0,1-5-1,1-10-215,-1 14 85,2-12-190,-3 12 800,1-1 0,-1 1 1,0-1-1,0 0 0,0 1 0,0-1 0,-1 1 0,1-1 0,-1 1 0,0-1 0,0 1 0,0-1 0,-1 1 0,1 0 0,-1-1 1,0 1-1,0 0 0,0 0 0,-4-4 0,4 5 397,0 3-371,0 1 1,0-1-1,0 1 0,0-1 1,1 1-1,-1 0 0,0-1 1,1 1-1,-4 4 0,0 1 165,-13 14 69,0 2-1,2 0 1,0 0 0,2 2-1,-17 38 1,-43 138 342,35-86-674,35-104-261,1 0-1,0 1 1,0-1-1,1 1 1,1 0-1,0 18 1,1-32 205,1 1 1,0-1-1,0 0 1,0 0-1,0 1 0,0-1 1,0 1-1,0-1 1,1 1-1,-1-1 1,1 1-1,1-1 1,8-10-6,0-11 62,-1 0 1,-1-1-1,-1 1 1,-1-2-1,6-43 1,-4 25 182,-7 36-164,-1 0 1,0 0-1,-1 0 1,0-10 0,0 7 19,0 7 173,6 36-1932,2 60-7815,-3-42 1803</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0.372"/>
    </inkml:context>
    <inkml:brush xml:id="br0">
      <inkml:brushProperty name="width" value="0.035" units="cm"/>
      <inkml:brushProperty name="height" value="0.035" units="cm"/>
    </inkml:brush>
  </inkml:definitions>
  <inkml:trace contextRef="#ctx0" brushRef="#br0">108 31 12461,'1'0'174,"-1"-1"0,0 0-1,1 0 1,-1 0 0,0 0-1,0 0 1,0 0 0,0 0-1,0 0 1,0 0 0,0 0-1,0 0 1,0 0 0,0 0 0,0 0-1,0 1 1,-1-1 0,1 0-1,0 0 1,-1 0 0,1 0-1,-1 0 1,1 0 0,-1 1-1,1-1 1,-1 0 0,-12-6 15044,-8 13-14820,15-4-986,-1 1-1,1 0 1,0 1-1,0 0 1,0-1 0,-7 8-1,-2 0-1627,12-6-1864,0 14-2131</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0.916"/>
    </inkml:context>
    <inkml:brush xml:id="br0">
      <inkml:brushProperty name="width" value="0.035" units="cm"/>
      <inkml:brushProperty name="height" value="0.035" units="cm"/>
    </inkml:brush>
  </inkml:definitions>
  <inkml:trace contextRef="#ctx0" brushRef="#br0">39 47 12441,'-16'-23'3063,"12"18"2554,2 3-3097,-1-2-1163,-11-8 6371,15 36-7721,0 0-1,2 0 0,0-1 1,2 1-1,0-1 0,2 1 1,11 26-1,-13-38-6,1 0-1,0 0 0,1-1 1,0 0-1,0 0 0,1-1 1,1 0-1,0 0 0,0-1 1,1 0-1,0-1 1,0 0-1,1 0 0,0-1 1,13 5-1,-17-9 1,0 0 0,0-1 0,0 0 0,0 0 0,0-1 0,0 0 0,0 0 0,1-1 0,-1 0 0,0 0 0,1-1 0,-1 0 0,0 0 0,0 0 0,0-1 0,0 0 0,0-1 0,0 1 0,0-2 0,11-6 0,-3 0 0,0-1 0,-1 0 0,-1-1 0,0 0 0,0-1 0,-1-1 0,12-18 0,58-82 0,-101 143-395,1 1 0,2 0 0,-20 48 1,15-29-1321,-51 84 1,69-129 1322,-15 22-5589,-28 54-1,25-25-6438</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1.404"/>
    </inkml:context>
    <inkml:brush xml:id="br0">
      <inkml:brushProperty name="width" value="0.035" units="cm"/>
      <inkml:brushProperty name="height" value="0.035" units="cm"/>
    </inkml:brush>
  </inkml:definitions>
  <inkml:trace contextRef="#ctx0" brushRef="#br0">338 75 7293,'-17'2'3086,"24"-13"544,0 3 2310,-8 5-4624,1 1-1066,-1-1 0,0 1 0,0 0 0,0-1 1,0 1-1,0 0 0,0 0 0,0 0 0,-1 0 1,1 0-1,-1 0 0,1 0 0,-1 0 1,0 1-1,0-1 0,0 0 0,0 1 0,-2-2 1,-1 1 39,0 0 0,0 0 1,0 0-1,0 0 1,0 1-1,0 0 1,-1 0-1,-8-1 1,2 2-80,1 0 1,-1 1-1,1 0 1,-1 1-1,1 0 1,0 1 0,-1 0-1,1 1 1,1 0-1,-1 1 1,-19 11-1,23-12-150,-1 1-1,1 1 1,0-1-1,0 1 0,1 1 1,-1-1-1,2 1 0,-1 0 1,1 0-1,0 1 1,0-1-1,1 1 0,0 0 1,0 0-1,-4 15 1,8-19-44,-1 1 1,1 0-1,0-1 1,0 1-1,1 0 1,-1-1-1,1 1 1,0-1 0,0 1-1,0-1 1,1 1-1,0-1 1,4 8-1,0 0 0,2 0 1,0 0-1,10 12 0,4-1-35,0-1-1,50 36 1,-40-33-189,35 33 0,-58-49 113,-1 1-1,0-1 0,-1 1 0,1 1 0,-2-1 1,0 1-1,0 0 0,4 14 0,-8-20 65,-1 0 0,1 1-1,-1 0 1,-1-1 0,1 1 0,-1 0-1,0-1 1,0 1 0,-1 0-1,0-1 1,0 1 0,0-1 0,-1 1-1,1-1 1,-1 0 0,-1 1 0,1-1-1,-1 0 1,0 0 0,0-1 0,0 1-1,0 0 1,-7 5 0,-2 2 47,-1 0 1,0-1-1,0 0 1,-1-1 0,-1-1-1,-20 11 1,34-20 12,0 0 0,0 0 0,-1 0 0,1 0 0,0 0 0,0 0-1,0-1 1,-1 1 0,1 0 0,0-1 0,0 1 0,0-1 0,0 1 0,0-1 0,0 1 0,0-1 0,0 0 0,0 0 0,0 1 0,0-1 0,0 0 0,0 0 0,1 0 0,-1 0 0,-1-2 0,3-1 24,0 0 1,0 0 0,0 0-1,0-1 1,1 1 0,-1 0-1,1 0 1,0 1 0,0-1 0,5-5-1,-2 1 35,8-12 41,1 0 1,17-19 0,6-7-10,209-251-4324,-224 273 3188,42-56-3492,-28 23-6001,-27 45 1216</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1.545"/>
    </inkml:context>
    <inkml:brush xml:id="br0">
      <inkml:brushProperty name="width" value="0.035" units="cm"/>
      <inkml:brushProperty name="height" value="0.035" units="cm"/>
    </inkml:brush>
  </inkml:definitions>
  <inkml:trace contextRef="#ctx0" brushRef="#br0">26 12 10593,'-13'-6'2484,"1"1"4609</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2.905"/>
    </inkml:context>
    <inkml:brush xml:id="br0">
      <inkml:brushProperty name="width" value="0.035" units="cm"/>
      <inkml:brushProperty name="height" value="0.035" units="cm"/>
    </inkml:brush>
  </inkml:definitions>
  <inkml:trace contextRef="#ctx0" brushRef="#br0">1 45 9457,'0'0'9878,"1"-3"-8196,7-28 1338,-7 30-2907,-1 0 0,1 1 0,0-1 0,0 0 0,0 1 0,0-1 0,0 1 0,0-1 1,0 1-1,0-1 0,1 1 0,-1 0 0,0-1 0,0 1 0,0 0 0,0 0 0,0 0 0,2 0 0,-1 0 130,9-1 73,1 0 0,0 1 0,0 0 0,0 1-1,0 0 1,-1 1 0,1 0 0,0 1 0,-1 0 0,0 1 0,1 1 0,10 5 0,-9-4-169,-1 1 0,0 0 0,-1 0 0,1 2 0,-1-1 0,-1 1 0,0 1 0,0 0 0,-1 0 0,9 13 0,-12-14-123,-1 1 0,0-1 0,0 1 0,-1 1 0,-1-1-1,1 0 1,-2 1 0,1 0 0,-2-1 0,1 1 0,-1 0 0,-1 0-1,0 0 1,-1 0 0,0 0 0,-5 20 0,-1-5-146,-2 0-1,-1-1 1,-1 0 0,-1 0 0,-25 38-1,-83 103-570,40-59 273,38-40 139,88-89 205,7-17 322,72-69 0,33-25 1276,-153 129-1495,0 1 0,0-1 0,0 1 0,0 0 0,1 0-1,-1 1 1,1 0 0,0 0 0,0 0 0,9-1 0,-13 3-23,0 0 1,0 0 0,-1 0 0,1 0 0,0 1 0,0-1-1,0 1 1,0-1 0,-1 1 0,1 0 0,0 0-1,-1 0 1,1 0 0,0 0 0,1 1 0,-1 0-3,1 1 1,-1 0 0,1 0-1,-1 0 1,0 0-1,0 0 1,-1 0 0,1 0-1,2 8 1,15 45-104,-13-35-158,0-1 0,2 0 0,1 0 0,0 0 0,22 33 0,-23-43-733,0 0 0,1 0-1,0-1 1,1 0 0,13 9-1,13 3-8696,-12-10-2796</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3.389"/>
    </inkml:context>
    <inkml:brush xml:id="br0">
      <inkml:brushProperty name="width" value="0.035" units="cm"/>
      <inkml:brushProperty name="height" value="0.035" units="cm"/>
    </inkml:brush>
  </inkml:definitions>
  <inkml:trace contextRef="#ctx0" brushRef="#br0">329 171 5653,'-7'-1'586,"1"0"1,0 0-1,0-1 1,0 0 0,0 0-1,0-1 1,0 1 0,0-1-1,1-1 1,-1 1 0,1-1-1,0 0 1,0 0 0,1 0-1,-6-7 1,2 4 335,-77-64 7431,84 70-8251,0 1 0,0-1 0,0 1 1,0-1-1,0 0 0,1 1 1,-1-1-1,0 0 0,0 1 1,1-1-1,-1 0 0,1 0 1,-1 0-1,0 0 0,1 0 1,-1 0-1,1 1 0,0-1 0,-1 0 1,1 0-1,0 0 0,0 0 1,-1-2-1,2 2-48,-1 0-1,1 0 1,-1 0 0,1 0-1,-1 1 1,1-1 0,0 0 0,-1 1-1,1-1 1,0 0 0,0 1-1,-1-1 1,1 1 0,0-1-1,0 1 1,0-1 0,0 1 0,0 0-1,1-1 1,5-1 83,-1 0 1,1 1-1,-1 0 1,1 0-1,13 1 1,-7 1-33,1 1 0,-1 0 0,0 1 0,0 1 0,0 0-1,0 1 1,-1 0 0,18 11 0,-26-14-88,1 1-1,-1 0 1,0 0 0,0 0-1,0 1 1,0-1-1,0 1 1,-1 0-1,0 0 1,0 0 0,0 0-1,0 1 1,0-1-1,-1 1 1,0 0 0,0 0-1,0 0 1,-1 0-1,0 0 1,0 0-1,0 0 1,0 0 0,-1 0-1,0 1 1,0 5-1,-2-2-21,0 1 0,-1-1 0,0 0 0,0 1 0,-1-2 0,0 1 0,-1 0 0,0-1 0,0 0 0,-1 0 0,-11 13 0,-10 6-56,-48 40 1,60-54 47,-69 51-78,51-40 68,0 2-1,-29 30 1,62-56 14,0 0 1,-1 1-1,1-1 0,-1 0 1,1 1-1,0-1 0,-1 0 1,1 1-1,0-1 0,0 1 1,-1-1-1,1 1 1,0-1-1,0 1 0,0-1 1,0 1-1,0-1 0,-1 1 1,1-1-1,0 1 0,0-1 1,0 1-1,0-1 0,0 1 1,0-1-1,1 1 0,-1-1 1,0 1-1,0-1 0,0 1 1,0-1-1,1 1 0,16 10-399,25-4-534,-12-6 82,0-2 0,0-1 0,33-7 0,90-24-3589,-124 25 3282,76-16-4979,5 3-3720</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4.384"/>
    </inkml:context>
    <inkml:brush xml:id="br0">
      <inkml:brushProperty name="width" value="0.035" units="cm"/>
      <inkml:brushProperty name="height" value="0.035" units="cm"/>
    </inkml:brush>
  </inkml:definitions>
  <inkml:trace contextRef="#ctx0" brushRef="#br0">0 147 9633,'4'-1'2035,"44"-9"1302,-27 5-1877,42-4 1,365-37 2162,-259 25-3435,-144 18-269,222-32-3403,-218 27 2068,4-1-4507,-14 10-1926</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4.602"/>
    </inkml:context>
    <inkml:brush xml:id="br0">
      <inkml:brushProperty name="width" value="0.035" units="cm"/>
      <inkml:brushProperty name="height" value="0.035" units="cm"/>
    </inkml:brush>
  </inkml:definitions>
  <inkml:trace contextRef="#ctx0" brushRef="#br0">264 0 12433,'-14'8'1614,"5"-4"2700,-1 2 0,1-1 0,-15 12 0,7 3-4300,1 9 260,2 1-1,1 0 1,1 1 0,-13 56 0,5-16-193,9-32-1049,-5 41 0,9-41-876,-13 44 1,14-59-1024,0 0 0,2 0 1,-3 37-1,4 8-9826</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7.929"/>
    </inkml:context>
    <inkml:brush xml:id="br0">
      <inkml:brushProperty name="width" value="0.035" units="cm"/>
      <inkml:brushProperty name="height" value="0.035" units="cm"/>
    </inkml:brush>
  </inkml:definitions>
  <inkml:trace contextRef="#ctx0" brushRef="#br0">391 113 7585,'1'-1'388,"0"1"1,-1-1 0,1 1 0,-1-1 0,0 0-1,1 1 1,-1-1 0,1 0 0,-1 0 0,0 1-1,0-1 1,1 0 0,-1 0 0,0 0-1,0 1 1,0-1 0,0-1 0,-4-17 3184,-13-15-76,15 30-2338,-21-23 4310,13 16-3778,9 11-1653,0-1 0,1 1-1,-1 0 1,0-1 0,0 1 0,1 0 0,-1-1 0,0 1-1,0 0 1,0 0 0,0 0 0,1-1 0,-1 1-1,0 0 1,0 0 0,0 0 0,0 0 0,1 1-1,-1-1 1,0 0 0,0 0 0,0 0 0,1 1-1,-1-1 1,0 0 0,0 1 0,1-1 0,-1 1-1,0-1 1,1 1 0,-1-1 0,0 1 0,1-1-1,-1 1 1,1 0 0,-2 0 0,-29 33 785,20-21-521,-22 24-268,1 2 0,1 2 0,3 0 0,1 2-1,3 1 1,1 1 0,-31 88 0,49-119-34,2 0 0,0 0 0,0 0 0,1 0 0,1 0 0,0 0 0,1 0 0,1 1 0,0-1 0,4 18 0,-4-25 0,1-1 0,0 1 0,1-1 0,0 0 0,-1 0 0,2 0 0,-1 0 0,1-1 0,0 1 0,0-1 0,0 0 0,1 0 0,0 0 0,0-1 0,0 0 0,0 0 0,1 0 0,0-1 0,0 1 0,0-1 0,0-1 0,0 1 0,12 2 0,1-1 0,-1-1 0,1 0 0,0-2 0,0 0 0,0-1 0,0-1 0,0-1 0,0 0 0,-1-2 0,20-5 0,1-3 0,-1-2 0,-1-2 0,60-33 0,-81 40 0,-1-1 0,0 0 0,-1-2 0,0 1 0,-1-2 0,0 0 0,-1 0 0,0-1 0,-2-1 0,1 0 0,-2 0 0,13-26 0,-17 28 0,0 1 0,-1-1 0,0 0 0,-1 0 0,0-1 0,-1 1 0,-1-1 0,0 1 0,-1-1 0,0 0 0,-1 1 0,-1-1 0,0 1 0,-1 0 0,0-1 0,-1 1 0,-8-17 0,6 17-213,-1 0 0,-1 1 1,0 0-1,-1 0 0,0 0 0,-1 2 0,0-1 1,-1 1-1,0 0 0,0 1 0,-23-13 0,19 13-142,-1 1-1,0 0 0,-1 1 1,0 1-1,0 0 0,0 2 0,0 0 1,-1 1-1,-20-2 0,34 5-85,0 0 0,0 0 0,0 1 0,1-1 1,-1 1-1,0-1 0,1 1 0,-1 1 0,0-1 0,1 0 0,-1 1 0,1 0 0,0-1 0,0 2 0,-1-1 0,-2 3 0,-13 16-6581,6-4-2132</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8.083"/>
    </inkml:context>
    <inkml:brush xml:id="br0">
      <inkml:brushProperty name="width" value="0.035" units="cm"/>
      <inkml:brushProperty name="height" value="0.035" units="cm"/>
    </inkml:brush>
  </inkml:definitions>
  <inkml:trace contextRef="#ctx0" brushRef="#br0">14 44 12689,'-13'20'2244,"32"-29"5693,-19-5-7893,3-3-356,3 5-10305,1 1 1616</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8.380"/>
    </inkml:context>
    <inkml:brush xml:id="br0">
      <inkml:brushProperty name="width" value="0.035" units="cm"/>
      <inkml:brushProperty name="height" value="0.035" units="cm"/>
    </inkml:brush>
  </inkml:definitions>
  <inkml:trace contextRef="#ctx0" brushRef="#br0">99 47 17190,'0'0'4759,"1"-3"-2762,4-28 1193,-3 30-3021,0 0-1,-1-1 0,1 1 0,0 0 0,0 0 1,0 0-1,0 0 0,0 0 0,0 1 0,0-1 0,0 1 1,0-1-1,0 1 0,0 0 0,0-1 0,3 1 0,-1 1-70,0 0 0,0-1 0,1 1 0,-1 0-1,0 1 1,0-1 0,0 1 0,-1 0-1,1 0 1,0 0 0,-1 0 0,1 1 0,-1-1-1,6 7 1,-3-4-17,-1 1-1,0 0 1,0 0-1,0 0 1,-1 1-1,6 12 1,-7-14-50,-1 1 0,-1 0 0,1 0 0,-1 0 0,0 0 0,-1 0 0,1 0 0,-1 0 0,-1 1 0,0 6 0,-1 2-46,-1 0 0,-10 27 0,8-28-7,-1 0 0,-1-1 0,0 0 0,-1 0 0,-17 22 0,-55 52-337,-1 1-519,80-87 740,-1 1 0,1 0 0,-1 0 0,1 0 0,0 0 0,0 0 0,0 0 0,0 0 0,0 0 0,0 0 0,0 0 0,1 1 0,-1-1-1,1 0 1,0 0 0,0 1 0,-1-1 0,1 0 0,1 5 0,0-5-42,0-1 0,0 1 1,0-1-1,1 1 0,-1-1 0,0 0 0,1 1 0,-1-1 1,1 0-1,-1 0 0,1 0 0,-1 0 0,1 0 0,0 0 1,-1-1-1,1 1 0,0-1 0,0 1 0,0-1 0,0 1 1,-1-1-1,1 0 0,0 0 0,3 0 0,18-1-1884,0 0 1,-1-1-1,1-1 0,0-2 1,22-7-1,-39 11 1318,41-8-6838</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8.675"/>
    </inkml:context>
    <inkml:brush xml:id="br0">
      <inkml:brushProperty name="width" value="0.035" units="cm"/>
      <inkml:brushProperty name="height" value="0.035" units="cm"/>
    </inkml:brush>
  </inkml:definitions>
  <inkml:trace contextRef="#ctx0" brushRef="#br0">7 35 8125,'-5'-29'2245,"4"24"-300,2 7-220,2 4-1374,-2-3 107,1 0 0,-1-1 0,0 1-1,0 0 1,0 0 0,-1 0 0,1 0 0,0 0-1,-1 0 1,0 0 0,0 0 0,0 6 0,-1 4-190,1 0 0,1 0 1,0 0-1,1-1 0,1 1 1,0 0-1,0-1 1,1 1-1,1-1 0,0 0 1,1-1-1,9 16 1,-11-22-236,-1-1 1,1 0-1,0 0 1,0-1-1,1 1 1,4 2 0,4 4 23,-12-9-46,-1 0 0,1-1 0,0 1 0,0-1 0,0 1 0,0-1 0,0 0 0,0 1 0,0-1 0,0 0 0,0 0 0,0 1 0,0-1 0,0 0 0,0 0 0,2 0 0,3 0 35,-2 1 34,1-1 0,-1 1 0,0-1 0,0 0 0,1 0 0,-1-1 0,0 1 0,0-1 0,1 0 0,-1 0 0,0 0 0,0-1 0,0 1 0,0-1 0,6-4 0,6-4 939,0-1 1,18-18 0,-1 3 675,-30 24-170,-4 5-1456,0 0 0,0 0 0,0 0-1,0 0 1,-1 0 0,1 0 0,-1 0-1,0 0 1,0 0 0,-2 2 0,-2 2-3,-123 184-3262,86-136 164,31-41 1643,0 0 1,2 1-1,-13 21 1,-1 20-5368,-1 1-4461</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9.666"/>
    </inkml:context>
    <inkml:brush xml:id="br0">
      <inkml:brushProperty name="width" value="0.035" units="cm"/>
      <inkml:brushProperty name="height" value="0.035" units="cm"/>
    </inkml:brush>
  </inkml:definitions>
  <inkml:trace contextRef="#ctx0" brushRef="#br0">29 136 8997,'0'0'7952,"-1"-3"-6323,-23-55 5520,23 56-5978,1 0-1018,-1 0 0,0 0-1,1 0 1,0 0 0,-1 0 0,1 0 0,0 0 0,0 0 0,0 0-1,0 0 1,1 0 0,-1 1 0,0-1 0,1 0 0,-1 0 0,1 0-1,0 0 1,0 0 0,0 0 0,1-1 0,0 0 69,1 1-1,0 0 1,-1 0-1,1 1 1,0-1-1,0 0 1,0 1 0,0 0-1,0-1 1,0 1-1,6-1 1,2-2-222,-9 3 0,1 0 0,0 0 0,-1 0 0,1 1 0,0-1 0,0 1 0,-1 0 0,1 0 0,0 0 0,0 0 0,-1 0 0,1 0 0,0 1 0,-1-1 0,1 1 0,0 0 0,-1 0 0,5 2 0,-2-1 0,-1 0 0,0 0 0,0 0 0,0 0 0,-1 1 0,1-1 0,0 1 0,-1 0 0,0 0 0,0 1 0,0-1 0,0 0 0,0 1 0,-1 0 0,1 0 0,-1 0 0,0 0 0,0 0 0,-1 0 0,1 0 0,1 9 0,1 5 0,-1 0 0,-1 0 0,0 1 0,-1 20 0,-3-14-324,-1 0-1,-2 0 1,0 0 0,-1-1 0,-2 0-1,0 0 1,-14 28 0,9-23-124,1 1 0,2 0 0,-9 45 0,18-72 284,6-5-95,2-1 308,-3 1-10,1 1-1,-1-1 0,0 0 1,0-1-1,0 1 0,0-1 0,-1 0 1,1 0-1,-1 0 0,1 0 1,-1-1-1,5-6 0,52-78 1096,95-110 0,-154 198-1128,0 0 0,-1-1 1,1 1-1,-1 0 0,1 0 1,0-1-1,-1 1 0,1 0 1,0 0-1,-1 0 0,1 0 1,0 0-1,-1 0 0,1 0 1,-1 0-1,1 0 0,0 1 1,-1-1-1,1 0 0,0 0 1,-1 1-1,1-1 0,-1 0 1,1 0-1,-1 1 0,1-1 1,-1 1-1,1-1 0,-1 0 1,1 1-1,-1-1 0,1 1 1,0 1-1,0-2 16,3 4-5,1 0 0,-1 1 0,0-1 0,0 1 1,0 0-1,-1 0 0,0 0 0,0 0 0,0 0 0,0 1 0,-1 0 0,3 8 0,19 39-762,-16-41 91,0 0 0,1-1 0,17 18 0,-22-25 32,0 0-1,1 0 1,0 0-1,0-1 1,0 0 0,0 0-1,0-1 1,0 1-1,1-1 1,-1 0 0,1-1-1,11 3 1,31-2-8068,-26-4 584</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0.020"/>
    </inkml:context>
    <inkml:brush xml:id="br0">
      <inkml:brushProperty name="width" value="0.035" units="cm"/>
      <inkml:brushProperty name="height" value="0.035" units="cm"/>
    </inkml:brush>
  </inkml:definitions>
  <inkml:trace contextRef="#ctx0" brushRef="#br0">375 29 7961,'4'-15'794,"-1"4"7085,-3 10-7770,0 1-1,-1 0 1,1 0 0,0 0 0,0-1-1,-1 1 1,1 0 0,0 0 0,-1 0-1,1 0 1,0 0 0,0 0 0,-1 0-1,1-1 1,0 1 0,-1 0-1,1 0 1,0 0 0,-1 0 0,1 0-1,0 0 1,-1 1 0,1-1 0,0 0-1,-1 0 1,1 0 0,0 0 0,0 0-1,-1 0 1,1 1 0,0-1 0,-1 0-1,1 0 1,0 0 0,-1 1 0,1-1-59,-1 0 0,1 0 1,-1 0-1,1 1 0,-1-1 1,1 0-1,-1 0 1,1 1-1,-1-1 0,1 0 1,0 1-1,-1-1 1,1 0-1,-1 1 0,1-1 1,0 1-1,-1-1 1,1 1-1,0-1 0,0 1 1,-1-1-1,1 1 0,0-1 1,0 1-1,0-1 1,-1 1-1,1-1 0,0 1 1,0-1-1,0 1 1,0-1-1,0 1 0,0 0 1,0-1-1,0 1 1,1-1-1,-1 1 0,0-1 1,0 1-1,0-1 0,1 1 1,-1-1-1,0 1 1,0-1-1,1 1 0,-1-1 1,0 0-1,1 1 1,27 28 77,-4-5 194,-22-20-315,0 0 0,0 0 0,0 0 0,0 0 0,-1 0 0,1 0 0,-1 0 0,0 1 0,-1-1 0,1 0 0,-1 1 0,0-1 0,0 0 0,-1 9-1,-2 5 1,-1 0-1,-9 26 1,8-33 6,2 1 0,-1 0 1,1 1-1,1-1 0,0 0 1,1 17-1,2-22-18,1 1 1,0 0 0,0-1-1,1 1 1,0-1-1,0 0 1,5 8 0,14 36 77,-21-48-76,0 0 0,-1 0-1,1 0 1,-1 0 0,0 0 0,0 1 0,0-1 0,0 0-1,-1 0 1,1 0 0,-1 0 0,0 0 0,1 0 0,-2 0-1,0 3 1,-3 2-27,0-1 0,0 1 0,0-1 0,-1 0 0,0-1 0,-1 0 0,0 0 0,1 0 0,-2 0 0,1-1-1,-1-1 1,-15 8 0,-11 3-871,-67 18-1,51-17-602,15-6-2091,-41 6 0,59-13 1129,-6 3-4868</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8.830"/>
    </inkml:context>
    <inkml:brush xml:id="br0">
      <inkml:brushProperty name="width" value="0.035" units="cm"/>
      <inkml:brushProperty name="height" value="0.035" units="cm"/>
    </inkml:brush>
  </inkml:definitions>
  <inkml:trace contextRef="#ctx0" brushRef="#br0">292 109 9849,'-1'-1'7700,"-3"-2"-3559,3 2-3930,-1 0 1,0 0 0,1 0-1,-1 0 1,0 0 0,0 1-1,0-1 1,0 0 0,0 1-1,0 0 1,0-1 0,0 1-1,0 0 1,0 0 0,0 0-1,1 0 1,-4 1 0,-4 3 79,1 0 1,-1 1 0,1 0-1,0 1 1,1-1 0,0 1-1,-1 1 1,2-1 0,-1 1-1,1 0 1,0 1 0,-5 8-1,-9 16 1430,-26 56 0,41-78-1687,-9 20-34,1 1 0,2 1 0,1 0 0,1 0 0,1 1 0,2 0 0,-2 60 0,8-77 0,0-1 0,2 0 0,0 0 0,0-1 0,1 1 0,1 0 0,1-1 0,10 22 0,-10-26 0,1 0 0,0-1 0,0 0 0,1 0 0,0 0 0,1-1 0,0 0 0,0-1 0,1 0 0,0 0 0,0 0 0,18 8 0,-8-7 0,0 0 0,1-2 0,0 0 0,0-1 0,0-1 0,1-1 0,-1 0 0,1-2 0,0-1 0,31-2 0,-13-3 0,1-1 0,-1-1 0,0-3 0,58-21 0,-69 20 0,-1-2 0,0 0 0,-1-2 0,0-1 0,-1-1 0,40-35 0,-48 36 0,-1-1 0,-1-1 0,0 0 0,-1-1 0,-1 0 0,-1-1 0,-1 0 0,-1-1 0,10-27 0,-16 32 0,0 0 0,-1 0 0,0 0 0,-1 0 0,-1 0 0,-1-1 0,0 1 0,-2 0 0,1 0 0,-2 0 0,0 0 0,-1 0 0,-1 0 0,0 1 0,-1 0 0,0 0 0,-2 0 0,0 1 0,0 0 0,-17-20 0,13 18 0,0 1 0,-1 1 0,-1 0 0,0 1 0,-1 0 0,0 1 0,-1 1 0,-1 0 0,0 1 0,0 1 0,0 1 0,-1 1 0,-1 0 0,1 1 0,-1 1 0,-32-5 0,46 10-266,1 0-1,-1 0 1,1 0-1,-1 0 1,1 1-1,-1 0 1,1 0-1,-1 0 1,-5 3-1,5-2-290,2 4-4089,5 7 3035,-1-11 750,13 31-6414,14 2-4893</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8.994"/>
    </inkml:context>
    <inkml:brush xml:id="br0">
      <inkml:brushProperty name="width" value="0.035" units="cm"/>
      <inkml:brushProperty name="height" value="0.035" units="cm"/>
    </inkml:brush>
  </inkml:definitions>
  <inkml:trace contextRef="#ctx0" brushRef="#br0">23 92 14513,'19'-25'3221,"-35"13"-497,4-2 3300,5 2-4815,1-5-37,22 12-1564,0-1-736,3 6-433,0 3-811,6 2-684,23 7-2981,-13 8-5296</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9.260"/>
    </inkml:context>
    <inkml:brush xml:id="br0">
      <inkml:brushProperty name="width" value="0.035" units="cm"/>
      <inkml:brushProperty name="height" value="0.035" units="cm"/>
    </inkml:brush>
  </inkml:definitions>
  <inkml:trace contextRef="#ctx0" brushRef="#br0">271 61 13625,'-8'-6'1500,"2"1"0,-1-1 0,1 0 0,-1 0 0,-9-14 0,14 18-932,0 1 1,0 0-1,0-1 1,0 1-1,0 0 1,-1 1-1,1-1 1,0 0-1,-1 1 1,1-1-1,0 1 1,-1-1-1,1 1 1,-1 0-1,-3 1 1,0-1-534,0 1 0,0 0 0,0 0 0,0 1 0,0-1 0,1 1 0,-1 1 0,1-1 0,0 1 0,-1 0 0,1 0 0,0 0 0,1 1 0,-1 0 0,0 0 0,1 0 0,0 0 0,0 1 0,1-1 0,-1 1 0,1 0 0,0 0 0,0 1 0,-3 6 0,0 4-16,-1-1 0,2 1 0,0-1 0,1 1 0,1 1 0,0-1 0,2 0 0,-1 19 0,3-7-19,1 0 0,2 1 0,0-1 0,2-1 0,10 30 0,0-12 0,2-1 0,28 52 0,-35-77 29,-2 1 0,12 37-1,-18-48-71,-1 0 0,0-1 0,0 1 0,-1 0-1,-1 0 1,1 0 0,-1 1 0,-1-1 0,-2 15 0,2-21-240,-1 0 1,0 1-1,1-1 0,-1 0 1,0 0-1,0 0 1,-1-1-1,1 1 1,0 0-1,-1-1 0,0 0 1,0 1-1,1-1 1,-1 0-1,-1 0 1,1-1-1,0 1 0,0-1 1,-1 1-1,1-1 1,0 0-1,-5 0 1,3 1 0,1-1-198,-1 0 1,0-1-1,1 1 1,-1-1-1,0 0 1,1 0-1,-1 0 1,0-1-1,1 0 1,-1 0-1,1 0 1,-1 0-1,1-1 1,0 0-1,-1 0 1,1 0-1,-4-3 1,5 3-13,1 2 113,1-1-1,0 0 1,-1 1 0,1-1-1,0 0 1,0 0 0,0 0-1,0 0 1,0 0 0,0 0-1,0-1 1,0 1-1,-1-2 1,-8-26-7844</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9.400"/>
    </inkml:context>
    <inkml:brush xml:id="br0">
      <inkml:brushProperty name="width" value="0.035" units="cm"/>
      <inkml:brushProperty name="height" value="0.035" units="cm"/>
    </inkml:brush>
  </inkml:definitions>
  <inkml:trace contextRef="#ctx0" brushRef="#br0">35 121 11353,'-6'-23'2568,"3"3"241,-13 3-29,6-1 1900,13 4-2784,4 0-475,12 8-281,0-2-196,16 8-268,19 0-560,-7 0-584,7 5-876,-3 1-441,-3 3-643,-7 2-712,-3 6-3141,-6 3-5672</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0.611"/>
    </inkml:context>
    <inkml:brush xml:id="br0">
      <inkml:brushProperty name="width" value="0.035" units="cm"/>
      <inkml:brushProperty name="height" value="0.035" units="cm"/>
    </inkml:brush>
  </inkml:definitions>
  <inkml:trace contextRef="#ctx0" brushRef="#br0">30 200 6785,'-24'-26'1780,"19"20"-32,7 4-131,19-41 5023,-19 37-6358,0 1 0,0-1 0,1 0 0,0 1 0,0 0 1,0 0-1,1 0 0,-1 0 0,1 0 0,0 1 0,1-1 0,-1 1 1,1 0-1,0 1 0,0-1 0,7-3 0,5-1 76,1 2 1,-1 0-1,1 0 0,36-4 1,-43 8-277,0 2 1,0-1 0,0 2-1,0-1 1,0 1 0,0 1-1,0 0 1,0 1 0,17 6-1,-25-8-76,1 1 0,-1 0 0,0 0-1,0 0 1,1 0 0,-1 1 0,-1-1-1,1 1 1,0-1 0,-1 1-1,1 0 1,-1 0 0,0 1 0,0-1-1,0 0 1,-1 1 0,1-1 0,-1 1-1,1-1 1,-1 1 0,-1 0 0,1-1-1,0 1 1,-1 0 0,0 0 0,0 7-1,0-1-18,-1 0-1,-1 0 1,0 0-1,0 0 1,-1 0-1,0 0 1,0-1-1,-10 18 1,-18 21-91,-1-2 0,-3-2 1,-52 54-1,0 0 331,85-96-189,1-1 0,0 0 0,0 0 0,0 1 0,-1-1 0,1 1 0,1-1 0,-1 1-1,0-1 1,0 1 0,0-1 0,1 1 0,-1 0 0,1-1 0,0 1 0,-1 0 0,1 0 0,0-1 0,0 1 0,0 0 0,0 3 0,1-4-21,0 0 0,0 0 1,0 0-1,0 0 0,0 0 0,0 0 0,0 0 0,0 0 0,0 0 0,0-1 1,0 1-1,1 0 0,-1-1 0,0 1 0,1-1 0,-1 1 0,0-1 0,1 0 1,-1 1-1,3-1 0,10 1-112,1 0 1,-1-1-1,27-4 0,-31 3-120,38-5-1995,0-2 0,63-20 0,-40 9-4486,-7 4-3425</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1.047"/>
    </inkml:context>
    <inkml:brush xml:id="br0">
      <inkml:brushProperty name="width" value="0.035" units="cm"/>
      <inkml:brushProperty name="height" value="0.035" units="cm"/>
    </inkml:brush>
  </inkml:definitions>
  <inkml:trace contextRef="#ctx0" brushRef="#br0">45 43 12877,'-22'-20'4908,"0"-2"4805,31 24-8355,2 2-1025,0 0 0,0 1 1,0 0-1,-1 1 0,0 0 0,0 0 1,-1 1-1,1 0 0,-1 1 0,14 15 1,-16-13-313,1 0 0,-1 1 0,-1 0 0,0 0 0,0 0 0,-1 1 0,-1 0 0,0 0 0,0 0 1,-1 0-1,-1 1 0,0-1 0,0 21 0,-2-12-139,-1 0 0,-1 0 0,-2 0 1,0-1-1,0 1 0,-2-1 0,-12 30 0,-28 53-888,-14 37-635,59-138 1590,1 1 1,-1 0 0,0-1-1,1 1 1,0-1-1,-1 1 1,1 0 0,0-1-1,1 5 1,-1-6 45,0-1 0,0 1 0,0-1 0,0 1 0,1-1 0,-1 1 0,0-1 0,0 1 0,1-1 0,-1 1 0,0-1 0,0 0 1,1 1-1,-1-1 0,0 1 0,1-1 0,-1 0 0,1 1 0,-1-1 0,1 0 0,-1 1 0,0-1 0,1 0 0,-1 0 0,1 0 0,-1 1 0,1-1 0,-1 0 0,1 0 0,0 0 0,-1 0 0,1 0 0,-1 0 1,1 0-1,-1 0 0,1 0 0,-1 0 0,1 0 0,-1 0 0,1 0 0,-1-1 0,1 1 0,-1 0 0,1 0 0,-1-1 0,1 1 0,-1 0 0,1 0 0,0-1 0,26-17 177,-1-1-1,0 0 1,-1-2-1,39-44 1,-7 9 253,-17 19 575,2 1 0,84-53 0,-125 89-1000,1-1 1,-1 0-1,1 1 1,0-1-1,0 0 0,-1 1 1,1 0-1,0-1 1,0 1-1,0 0 1,-1 0-1,1 0 1,0 0-1,0 1 1,0-1-1,-1 0 1,1 1-1,0-1 1,0 1-1,-1 0 0,1-1 1,-1 1-1,1 0 1,2 2-1,-1-1 0,0 0 0,0 1 0,0-1 0,-1 1-1,1 0 1,-1-1 0,0 1 0,0 0 0,0 1-1,0-1 1,2 5 0,39 138 0,-34-107 0,2 0 0,1 0 0,30 60 0,-39-92-146,1-1-1,1 1 1,-1-1-1,1 0 1,0 0-1,1-1 1,-1 0-1,1 0 1,0 0-1,0 0 1,13 6-1,-8-6-397,0 0 0,0-1-1,0 0 1,1-1 0,-1-1 0,1 1-1,12-1 1,16-1-2202,1-1 1,0-3-1,60-11 0,-71 9 1365,50-4-9926</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1.799"/>
    </inkml:context>
    <inkml:brush xml:id="br0">
      <inkml:brushProperty name="width" value="0.035" units="cm"/>
      <inkml:brushProperty name="height" value="0.035" units="cm"/>
    </inkml:brush>
  </inkml:definitions>
  <inkml:trace contextRef="#ctx0" brushRef="#br0">75 148 5124,'0'0'7037,"-2"-2"-6053,-27-40 6212,29 41-7113,0 0 1,0 0 0,1-1-1,-1 1 1,0 0 0,0 0 0,0 0-1,1 0 1,-1 0 0,1 0-1,-1 0 1,1 0 0,-1 0 0,1 0-1,0 0 1,-1 0 0,2-1 0,-1 1 110,2-5 51,1 0 0,0 0 0,1 1 0,-1-1 1,1 1-1,0 0 0,0 0 0,1 1 0,-1 0 0,1 0 0,0 0 0,0 0 0,1 1 0,-1 0 1,1 0-1,-1 1 0,1 0 0,0 0 0,0 1 0,0 0 0,0 0 0,0 0 0,12 1 1,-18 0-226,1 1 1,-1-1-1,1 0 1,-1 1 0,1-1-1,-1 1 1,1-1 0,-1 1-1,1 0 1,-1-1 0,0 1-1,1 0 1,-1 0-1,0 0 1,0 0 0,0 0-1,0 1 1,0-1 0,0 0-1,0 0 1,0 1 0,1 1-1,-1-1-3,-1 1 0,1 0 0,-1-1 0,1 1 0,-1 0 0,0-1 0,0 1 0,0 0 0,0 0 0,0-1 0,-1 1 0,0 2 0,-1 4 6,-1-1 0,0 0-1,0 0 1,-1 0 0,0-1-1,0 1 1,-8 9 0,-14 11 52,-29 27 1,35-36-54,0 0 1,1 1-1,1 1 0,-18 29 1,35-50-21,1 1 0,-1 0 0,0 0 0,1 0 1,0-1-1,-1 1 0,1 0 0,-1 0 0,1 0 1,0 0-1,0 0 0,0 0 0,-1 0 0,1 0 0,0 0 1,0 0-1,0 0 0,0 0 0,1 0 0,-1 0 1,0 0-1,0-1 0,1 1 0,-1 0 0,0 0 1,1 0-1,-1 0 0,1 0 0,-1 0 0,1 0 0,1 1-22,0-1 0,0 1-1,0-1 1,1 0-1,-1 1 1,0-1-1,0 0 1,1-1-1,-1 1 1,1 0-1,3 0 1,9 1-327,0 0-1,28-2 1,-43 0 345,34-3-1553,0-1 0,0-2 0,54-17 0,9-2-7073,-34 13-1383</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9.887"/>
    </inkml:context>
    <inkml:brush xml:id="br0">
      <inkml:brushProperty name="width" value="0.035" units="cm"/>
      <inkml:brushProperty name="height" value="0.035" units="cm"/>
    </inkml:brush>
  </inkml:definitions>
  <inkml:trace contextRef="#ctx0" brushRef="#br0">215 258 8289,'-100'10'6059,"88"-9"-4572,1-1 0,-1-1 1,0 0-1,1-1 0,-1 0 0,-16-5 0,27 6-1366,0 0-1,-1 0 1,1 0-1,0 0 1,0 0-1,0-1 1,0 1-1,0 0 1,0-1-1,0 1 1,0 0-1,1-1 1,-1 1-1,0-1 1,1 1-1,-1-1 1,1 1-1,-1-3 1,5 0-38,0 0 0,0 0-1,0 1 1,0-1 0,0 1 0,1 0 0,-1 1 0,1-1 0,8-3 0,3 0 25,1 0 1,0 0 0,1 2 0,21-3-1,6-2-5,299-42-1235,-202 47-813,-112 5 1443,-80 10-530,-405 40-24,432-49 1027,-22 0-30,36-5 43,25-4 3,42-9-58,78-10 1,-34 8-256,142-24-964,59-12-3731,-449 54-3027,95 2 3119</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2.274"/>
    </inkml:context>
    <inkml:brush xml:id="br0">
      <inkml:brushProperty name="width" value="0.035" units="cm"/>
      <inkml:brushProperty name="height" value="0.035" units="cm"/>
    </inkml:brush>
  </inkml:definitions>
  <inkml:trace contextRef="#ctx0" brushRef="#br0">0 160 4144,'35'-17'936,"-13"17"-331,1-14 139,-1 0-152,-3 2-124,0 4-96,6-4-116,1 4-392,-4-7-156,10-16-940,-26 14-669,13 5 329</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4.805"/>
    </inkml:context>
    <inkml:brush xml:id="br0">
      <inkml:brushProperty name="width" value="0.035" units="cm"/>
      <inkml:brushProperty name="height" value="0.035" units="cm"/>
    </inkml:brush>
  </inkml:definitions>
  <inkml:trace contextRef="#ctx0" brushRef="#br0">15 195 11093,'-1'-1'516,"-1"0"0,1 0 1,0-1-1,0 1 0,0-1 0,0 1 0,0-1 1,0 1-1,0-1 0,0 1 0,0-1 0,1 0 0,-1-2 1,6-5-216,1-1 1,0 2 0,0-1 0,1 1-1,0 0 1,1 0 0,-1 1 0,2 0-1,-1 0 1,1 1 0,0 0 0,0 1-1,0 0 1,15-6 0,11-2-976,1 1-1,71-13 1,-95 22 62,1 1 0,-1 1 0,1 0-1,0 1 1,-1 0 0,19 3 0,-26-2 138,1 0 0,-1 1 0,0-1 0,0 1-1,0 0 1,0 0 0,-1 0 0,1 1 0,0-1 0,-1 1 0,0 0 0,0 1 0,0-1 0,0 1 0,0 0 0,-1 0 0,5 5 0,0 7-4547</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4.927"/>
    </inkml:context>
    <inkml:brush xml:id="br0">
      <inkml:brushProperty name="width" value="0.035" units="cm"/>
      <inkml:brushProperty name="height" value="0.035" units="cm"/>
    </inkml:brush>
  </inkml:definitions>
  <inkml:trace contextRef="#ctx0" brushRef="#br0">76 315 8877,'-63'36'1465,"62"-36"-1398,0 1 0,0-1-1,1 1 1,-1-1 0,0 1-1,0-1 1,1 1 0,-1 0-1,0-1 1,1 1 0,-1 0-1,1 0 1,-1 0 0,1-1-1,-1 1 1,1 0 0,-1 0-1,1 0 1,0 0 0,0 0-1,-1 5 7164,5-7-6192,34-7-595,0-2-1,-1-2 1,0-2 0,55-27-1,-28 12-898,163-64-2832,52-22-5542,-171 66 2165</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5.165"/>
    </inkml:context>
    <inkml:brush xml:id="br0">
      <inkml:brushProperty name="width" value="0.035" units="cm"/>
      <inkml:brushProperty name="height" value="0.035" units="cm"/>
    </inkml:brush>
  </inkml:definitions>
  <inkml:trace contextRef="#ctx0" brushRef="#br0">908 1 11181,'-6'4'703,"1"0"0,-1 1 1,1 0-1,0 0 0,1 0 0,-1 1 0,1-1 1,0 1-1,0 0 0,1 0 0,0 1 0,0-1 0,0 1 1,1-1-1,-3 12 0,1 5 31,0 0 0,1 1 1,2-1-1,0 1 0,2 0 0,6 43 0,42 141 1278,-48-205-1990,18 65 333,52 212 576,-64-241-933,-1 1 1,-3 1-1,-1-1 0,-2 0 1,-5 46-1,-4-32-514,-2 1 1,-2-2-1,-2 1 0,-3-2 1,-2-1-1,-3 0 1,-1-1-1,-3-2 1,-1 0-1,-3-2 0,-2-2 1,-44 47-1,19-27-1214,-4-4 0,-1-2-1,-3-3 1,-101 65 0,44-46-3173,2-2-2737</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5.382"/>
    </inkml:context>
    <inkml:brush xml:id="br0">
      <inkml:brushProperty name="width" value="0.035" units="cm"/>
      <inkml:brushProperty name="height" value="0.035" units="cm"/>
    </inkml:brush>
  </inkml:definitions>
  <inkml:trace contextRef="#ctx0" brushRef="#br0">55 35 16261,'0'0'2781,"-20"0"-481,5 3 4377,5-15-6285,1 4-464,24 2-1957,1 0-51,0 3-764,0 1-3485,3 7-5744</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7.372"/>
    </inkml:context>
    <inkml:brush xml:id="br0">
      <inkml:brushProperty name="width" value="0.035" units="cm"/>
      <inkml:brushProperty name="height" value="0.035" units="cm"/>
    </inkml:brush>
  </inkml:definitions>
  <inkml:trace contextRef="#ctx0" brushRef="#br0">321 58 9433,'-9'-54'9161,"9"51"-4485,-18 11-2741,11-3-1578,-2 1-98,0 1 0,1 1 0,-1-1 0,1 1 0,1 1-1,-1-1 1,2 1 0,-1 1 0,1-1 0,0 1 0,-7 19 0,-4 13 537,-17 72 1,24-80-516,10-33-276,-83 314 1543,67-236-1327,3-1 0,-3 88-1,15-142-218,1 1-1,1-1 0,1 1 0,1-1 0,2 1 1,0-1-1,2 0 0,9 23 0,-13-38-1,1-1 0,0 0 0,1 0 0,0 0 0,0 0 0,0-1 0,1 0-1,0 0 1,1 0 0,-1-1 0,1 0 0,1 0 0,-1-1 0,1 0 0,0 0 0,0-1 0,0 0 0,1 0 0,-1-1-1,1 0 1,0 0 0,0-1 0,0 0 0,12 0 0,1-1 0,1-1 0,-1-2 0,0 0 0,1-1 0,-1-1 0,-1-1 0,1-1 0,-1-1 0,0-1 0,0-1 0,-1-1 0,0 0 0,25-19 0,-24 14 0,-1 0 0,-1-2 0,0 0 0,-1-1 0,-1-1 0,-1 0 0,-1-2 0,-1 1 0,0-2 0,-1 0 0,15-39 0,-17 31-1,-1-1 1,-1 0-1,-2 0 0,-1-1 1,-2 0-1,-1 0 0,-1-1 0,-2 1 1,-1 0-1,-2 0 0,-1 0 1,-1 0-1,-2 0 0,-1 1 1,-2 0-1,-1 1 0,-1 0 1,-2 1-1,0 0 0,-2 1 1,-1 1-1,-2 0 0,0 1 0,-2 1 1,-1 2-1,0 0 0,-37-28 1,39 34-509,-2 1 1,0 1 0,0 1 0,-2 1-1,1 1 1,-44-16 0,65 27 268,0 1-1,-1-1 1,1 0 0,-1 1-1,1-1 1,-1 1-1,1 0 1,-1 0 0,1 0-1,-1 0 1,1 0 0,-1 1-1,1-1 1,-1 1 0,1 0-1,0-1 1,-1 1 0,1 0-1,0 0 1,-1 1-1,1-1 1,0 0 0,-2 2-1,3-1-166,0 0-1,0 0 1,0 0-1,0-1 0,0 1 1,0 0-1,1 0 1,-1 0-1,1 0 0,-1 0 1,1 1-1,0-1 0,0 0 1,0 0-1,0 0 1,0 0-1,1 0 0,-1 0 1,0 0-1,1 0 1,0 0-1,-1 0 0,1 0 1,2 3-1,20 35-9839</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7.543"/>
    </inkml:context>
    <inkml:brush xml:id="br0">
      <inkml:brushProperty name="width" value="0.035" units="cm"/>
      <inkml:brushProperty name="height" value="0.035" units="cm"/>
    </inkml:brush>
  </inkml:definitions>
  <inkml:trace contextRef="#ctx0" brushRef="#br0">96 149 15281,'-23'-22'2993,"-2"-4"-517,12 17-288,4-5-228,3 0 605,-4-1-1765,0 4-476,10-9-6445,4 3 3557,8 25-3349,1 1-5092</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9.129"/>
    </inkml:context>
    <inkml:brush xml:id="br0">
      <inkml:brushProperty name="width" value="0.035" units="cm"/>
      <inkml:brushProperty name="height" value="0.035" units="cm"/>
    </inkml:brush>
  </inkml:definitions>
  <inkml:trace contextRef="#ctx0" brushRef="#br0">119 112 7165,'8'22'15182,"-7"-7"-15188,22-17 638,-19 1-550,1 0 1,0 1-1,0-2 0,-1 1 1,1 0-1,-1-1 0,1 0 1,-1 0-1,0 0 1,0-1-1,0 1 0,0-1 1,6-5-1,-2 0 127,-1 0 0,1-1 0,-1 0 1,10-17-1,-16 25-197,-1 0 0,1 0 0,-1 0 0,1 0-1,-1 1 1,0-1 0,1 0 0,-1-1 0,0 1 0,1 0 0,-1 0 0,0 0 0,0 0 0,0 0 0,0 0 0,0 0 0,0 0 0,0 0 0,-1 0 0,1 0 0,0 0 0,0 0 0,-1 0 0,1 0 0,-1 0 0,0-2 0,-1 1-5,0 1 0,0-1 0,1 0 0,-1 1 1,0-1-1,-1 1 0,1 0 0,0-1 0,0 1 0,-1 0 0,-2-1 0,-4 0-90,1 0 0,-1 0 0,1 0 0,-1 1 0,0 1-1,-14 0 1,17 0-7,-82 12-1918,33 3-2934,42-7-852,13 5-3386</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0.992"/>
    </inkml:context>
    <inkml:brush xml:id="br0">
      <inkml:brushProperty name="width" value="0.035" units="cm"/>
      <inkml:brushProperty name="height" value="0.035" units="cm"/>
    </inkml:brush>
  </inkml:definitions>
  <inkml:trace contextRef="#ctx0" brushRef="#br0">1 154 9673,'6'-2'516,"0"0"0,1-1 0,-1 1 0,0-1 0,0-1 1,-1 1-1,1-1 0,-1 0 0,0 0 0,9-10 0,-8 7 156,1 1 0,-1 0-1,1 0 1,0 1 0,11-6-1,6-2 227,43-16 0,-37 17-204,-21 8-549,1 2 0,0-1 0,18-2 0,-28 6-136,1-1 1,-1 1-1,0 0 0,1-1 1,-1 1-1,1-1 0,-1 1 1,0 0-1,0-1 1,1 1-1,-1 0 0,0-1 1,0 1-1,0 0 0,0 0 1,0-1-1,0 1 0,0 0 1,0-1-1,0 1 0,0 0 1,-1 1-1,1-1 11,-1 6-5,-1 1 1,0 0-1,0-1 0,-1 1 1,0-1-1,-1 1 1,0-1-1,0-1 0,0 1 1,-1 0-1,-6 6 1,-7 13 10,8-12-6,1 1 1,1 0-1,0 1 0,1 0 0,-7 24 1,13-36-11,0 0 0,0 0 0,0 1 1,1-1-1,-1 0 0,1 1 1,0-1-1,0 0 0,1 1 0,-1-1 1,1 0-1,0 0 0,0 1 1,0-1-1,1 0 0,0 0 1,-1 0-1,1 0 0,1-1 0,-1 1 1,0-1-1,1 1 0,0-1 1,0 0-1,0 1 0,7 4 0,20 11 33,1 0-1,44 19 0,-47-26-15,0 2-1,-2 1 1,49 35 0,-71-47-26,-1 0 1,0 0 0,-1 0-1,1 0 1,0 0 0,-1 1-1,0-1 1,0 1 0,0-1-1,0 1 1,-1 0 0,1 0-1,-1 0 1,0 0 0,0 0-1,0 0 1,-1 0 0,1 0-1,-1 0 1,0 0 0,0 1-1,-1-1 1,1 0 0,-1 0-1,0 0 1,0 0 0,0 0-1,-1 0 1,-2 6 0,-2 2 2,-1-1-1,0 1 1,-1-1 0,0 0 0,0-1-1,-1 0 1,-19 16 0,-24 15-171,-3-3 1,-1-2 0,-89 42-1,64-35-1433,81-43 1513,-1 0 0,1 1 0,-1-1 1,1 0-1,0 0 0,-1 0 0,1 0 0,-1 0 0,1 0 0,-1 0 0,1 0 0,0 0 0,-1 0 0,1 0 0,-1 0 0,1 0 0,-1 0 0,1 0 0,0 0 0,-1 0 0,1 0 1,-1-1-1,1 1 0,0 0 0,-1 0 0,1-1 0,0 1 0,-1 0 0,1 0 0,0-1 0,-1 1 0,1 0 0,0-1 0,0 1 0,-1-1 0,1 1 0,0 0 0,0-1 1,0 1-1,-1-1 0,1 1 0,0 0 0,0-1 0,-2-16-2180,3 15 1832,0 0 0,1 0 0,-1 0 0,0 1-1,1-1 1,0 0 0,-1 1 0,1 0 0,0-1-1,3-1 1,31-17-7045</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1.471"/>
    </inkml:context>
    <inkml:brush xml:id="br0">
      <inkml:brushProperty name="width" value="0.035" units="cm"/>
      <inkml:brushProperty name="height" value="0.035" units="cm"/>
    </inkml:brush>
  </inkml:definitions>
  <inkml:trace contextRef="#ctx0" brushRef="#br0">168 1 9089,'0'0'6685,"-3"0"-4972,-6 0-996,1 1 1,0-1-1,0 2 0,0-1 1,0 2-1,-15 4 0,17-4-516,0-1 1,1 1-1,-1 0 0,1 1 1,0-1-1,-1 1 0,2 0 0,-1 1 1,0-1-1,1 1 0,0-1 0,0 1 1,0 1-1,1-1 0,0 0 0,-5 12 1,6-11-146,0-1 1,0 0 0,1 1-1,0-1 1,0 1 0,1 0-1,0-1 1,0 1 0,0-1-1,0 1 1,1 0 0,0-1-1,0 1 1,1-1 0,1 6-1,1-4-64,-1 1-1,1-1 0,1 1 0,0-1 0,0-1 0,0 1 0,1-1 0,-1 0 0,9 7 0,3 0-200,1 0 0,1-1 0,0-1 0,0-1 0,1-1 0,41 13 0,-40-16 58,0-1 0,0-1 0,1-1 0,-1-1 0,1-1 0,0-1 0,-1-1 0,33-5 0,-38 3 235,-1 0-1,0-1 1,-1 0 0,1-1-1,-1-1 1,0 0-1,0-1 1,-1 0 0,0-1-1,0-1 1,-1 0 0,19-18-1,-23 16 376,0 0 0,-1-1 0,0 0 0,0-1 0,-1 0 0,-1 1 0,7-25 0,11-25 2358,-8 31-2249,-15 29-349,-2 8-44,-23 47 129,-3 9-893,-37 129 1,3 73-2648,33-135 1026,8-33-6374,4-4-5992</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1.972"/>
    </inkml:context>
    <inkml:brush xml:id="br0">
      <inkml:brushProperty name="width" value="0.035" units="cm"/>
      <inkml:brushProperty name="height" value="0.035" units="cm"/>
    </inkml:brush>
  </inkml:definitions>
  <inkml:trace contextRef="#ctx0" brushRef="#br0">0 213 9297,'0'0'7070,"1"-2"-4759,0-1-2022,0 1 1,0-1-1,1 1 1,-1-1-1,1 1 0,-1-1 1,1 1-1,0 0 1,0 0-1,0 0 1,0 0-1,1 0 1,-1 0-1,0 1 1,1-1-1,-1 1 0,1-1 1,-1 1-1,1 0 1,4-1-1,10-4 142,2 1 0,20-3-1,-16 3 176,279-54 1512,2 10-3933,-177 29-511,-15 6-1370,-39 11-4223,-47 5-2113</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2.142"/>
    </inkml:context>
    <inkml:brush xml:id="br0">
      <inkml:brushProperty name="width" value="0.035" units="cm"/>
      <inkml:brushProperty name="height" value="0.035" units="cm"/>
    </inkml:brush>
  </inkml:definitions>
  <inkml:trace contextRef="#ctx0" brushRef="#br0">350 84 11053,'-45'-83'13549,"42"84"-11362,-2 2-1987,0 0 0,1 0 0,-1 0 0,1 1 0,-1 0 0,1-1 0,0 2 0,1-1 0,-1 0 0,1 1 0,0 0 0,0-1 0,-3 7 0,-4 12 1192,-14 40 1,11-27-1000,-48 143-4821,-54 269 0,100-354-3436,9-2-5199</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4.359"/>
    </inkml:context>
    <inkml:brush xml:id="br0">
      <inkml:brushProperty name="width" value="0.035" units="cm"/>
      <inkml:brushProperty name="height" value="0.035" units="cm"/>
    </inkml:brush>
  </inkml:definitions>
  <inkml:trace contextRef="#ctx0" brushRef="#br0">147 470 10209,'12'-26'13072,"-30"24"-10976,6 1-228,4 1 3463,11-3-5197,-3 1-130,0 0 1,1 0-1,-1 0 0,1 0 1,-1 0-1,1 0 1,0 0-1,0 0 0,0 0 1,0 1-1,0-1 1,2-3-1,17-14-4,6-9 0,-21 25 0,-13 13 0,-9 13-20,15-21-81,41-22-3706,-37 19 3804,1 0 0,-1 0 1,0 0-1,0-1 0,0 1 1,0-1-1,0 1 1,0-1-1,0 1 0,-1-1 1,1 0-1,0 0 0,-1 0 1,0 0-1,1 0 0,-1 0 1,0-1-1,0 1 1,0 0-1,1-4 0,8-14 67,-8 16-31,-1 0 1,1 1-1,0-1 0,-1 0 0,0 0 0,0 0 1,0 0-1,0-1 0,-1 1 0,0 0 0,0-4 0,-5-49 745,0 24-265,4 30-211,-5-17 281,6 19-567,-1 0 0,1 1-1,0-1 1,0 0 0,-1 1 0,1-1 0,0 0 0,-1 1 0,1-1-1,-1 0 1,1 1 0,-1-1 0,1 1 0,-1-1 0,1 1 0,-1-1-1,1 1 1,-1-1 0,0 1 0,1-1 0,-1 1 0,0 0 0,0-1-1,1 1 1,-1 0 0,0 0 0,0 0 0,1 0 0,-1-1 0,0 1-1,0 0 1,1 0 0,-1 1 0,0-1 0,0 0 0,1 0 0,-1 0-1,0 0 1,0 1 0,1-1 0,-1 0 0,0 0 0,1 1 0,-1-1-1,0 1 1,1-1 0,-1 1 0,0 0 0,-3 2 43,0 0 1,0 0-1,0 1 0,1-1 1,-1 1-1,1 0 1,-4 7-1,-19 30-49,2 1 1,2 1-1,2 2 1,2 0-1,1 1 1,3 0-1,2 1 1,-9 71-1,20-99-10,0 1 0,2-1 0,0 0 0,1 1 0,9 36 0,-8-45 0,0 1 0,1-1 0,0 0 0,1 0 0,0 0 0,1-1 0,0 0 0,1 0 0,0-1 0,15 17 0,-16-21-12,0-1 0,0 1 0,0-1 0,1 0 0,0-1 0,0 1 0,0-2 0,0 1 0,0-1 0,0 0 0,1 0 0,-1-1 0,9 1 0,-1-1-58,1-1 0,-1-1-1,1 0 1,22-5 0,-20 1 25,0-1 1,-1 0-1,0-1 0,0-1 0,0 0 0,-1-1 0,0-1 0,-1-1 1,0 0-1,-1-1 0,0-1 0,0 0 0,-2 0 0,0-2 0,0 1 1,-2-2-1,12-20 0,-11 15 54,0-1 0,-2 0 0,-1 0 0,-1-1 0,-1 0 0,-1 0 0,-1-1 0,0 0 0,-2 1 0,-1-1 0,-1 0 0,-1 0 0,-2 0 0,0 0 0,-1 1 0,-1 0 0,-11-32 0,8 35 4,0-1 1,-2 1-1,0 0 0,-1 1 1,-1 0-1,0 1 0,-2 1 1,-19-21-1,20 25-48,-1 1 0,0 1 0,0 0 0,-1 1 0,0 1 0,-1 0 0,0 1 0,0 1 0,-1 0 0,-31-8 0,46 14-110,-1 1 0,1-1-1,-1 0 1,1 1 0,-1-1-1,1 1 1,-1 0 0,1 0 0,-1 0-1,1 0 1,-1 1 0,1-1-1,-1 0 1,1 1 0,-1 0-1,1 0 1,0 0 0,-1 0 0,1 0-1,0 0 1,-4 3 0,5-3-63,0 1 0,1-1 1,-1 1-1,0 0 1,0 0-1,1-1 0,-1 1 1,1 0-1,0 0 0,-1-1 1,1 1-1,0 0 1,0 0-1,0 0 0,0 0 1,0-1-1,1 1 0,-1 0 1,1 0-1,-1 0 1,1-1-1,-1 1 0,1 0 1,0-1-1,2 4 0,1 2-1025,1 1-1,0-1 1,0 0-1,1 0 0,0-1 1,0 0-1,11 9 1,29 19-8658</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4.532"/>
    </inkml:context>
    <inkml:brush xml:id="br0">
      <inkml:brushProperty name="width" value="0.035" units="cm"/>
      <inkml:brushProperty name="height" value="0.035" units="cm"/>
    </inkml:brush>
  </inkml:definitions>
  <inkml:trace contextRef="#ctx0" brushRef="#br0">74 149 14433,'-38'-34'3057,"25"25"-353,4 1 3464,2-6-4871,1-1 395,12 4-1564,4 2-692,9 1-632,3-1-489,7 1-919,15-7-700,-12 7-2673,6 8-5188</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4.869"/>
    </inkml:context>
    <inkml:brush xml:id="br0">
      <inkml:brushProperty name="width" value="0.035" units="cm"/>
      <inkml:brushProperty name="height" value="0.035" units="cm"/>
    </inkml:brush>
  </inkml:definitions>
  <inkml:trace contextRef="#ctx0" brushRef="#br0">283 4 12317,'-11'-2'959,"1"1"1,-1 0-1,0 1 0,1 0 1,-1 1-1,0 0 0,1 1 0,-1 0 1,1 0-1,0 1 0,0 1 0,0 0 1,0 0-1,0 1 0,1 0 1,-9 6-1,8-3-237,0-1 0,0 1 0,1 1 0,-13 16 0,17-19-676,1 0-1,0 0 1,0 0 0,0 1 0,1-1-1,0 1 1,1 0 0,-1 0 0,1 0-1,-2 14 1,3-16-44,1 0-1,0 0 1,0 0-1,1 0 1,-1 0 0,1 0-1,0 0 1,0-1-1,1 1 1,0 0 0,-1-1-1,1 1 1,1-1 0,-1 1-1,1-1 1,0 0-1,3 4 1,6 4-2,0 1 0,1-2 0,1 0 0,0-1 0,0 0 0,1-1 0,1 0 0,-1-2 0,1 1 0,25 6 0,-17-7 0,1 0 0,0-2 0,1-1 0,-1-1 0,1-1 0,37-2 0,-51-1 0,1 0 0,-1-1 0,0 0 0,0-1 0,-1 0 0,1-1 0,-1 0 0,1-1 0,-1-1 0,-1 1 0,14-10 0,-16 8 0,0 1 0,-1-2 0,0 1 0,0-1 0,0 0 0,-1 0 0,0-1 0,-1 1 0,0-1 0,0-1 0,-1 1 0,0-1 0,4-14 0,1-14 0,1-10 0,-9 46 0,-1 0 0,1 0 0,-1 0 0,0 0 0,0 0 0,0 1 0,0-1 0,0 0 0,0 0 0,-1 0 0,1 0 0,-1 0 0,1 1 0,-2-3 0,2 4 0,0 0 0,-1-1 0,1 1 0,-1 0 0,1 0 0,-1 0 0,1 0 0,0 0 0,-1 0 0,1 0 0,-1 0 0,1 0 0,-1 0 0,1 0 0,-1 0 0,1 0 0,0 0 0,-1 0 0,1 1 0,-1-1 0,1 0 0,0 0 0,-1 0 0,1 1 0,-1-1 0,1 0 0,0 0 0,-1 1 0,1-1 0,0 0 0,0 1 0,-1-1 0,1 1 0,-30 37 0,19-19 0,1 1 0,0 0 0,-9 33 0,2-6 0,8-21-746,-8 37 1,12-42-525,-1-1-1,-15 39 1,13-43-2722,1 2 0,-10 32 0,7-5-8513</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5.178"/>
    </inkml:context>
    <inkml:brush xml:id="br0">
      <inkml:brushProperty name="width" value="0.035" units="cm"/>
      <inkml:brushProperty name="height" value="0.035" units="cm"/>
    </inkml:brush>
  </inkml:definitions>
  <inkml:trace contextRef="#ctx0" brushRef="#br0">296 81 14729,'-12'9'1110,"1"1"0,0 0-1,0 0 1,1 2-1,1-1 1,0 1-1,1 0 1,0 1 0,0 0-1,-6 19 1,-4 14 1479,-20 85 1,34-115-2337,-15 91 140,12-58-386,6-38-7,0 0 0,0 0 0,1 1 0,1-1 0,-1 0 0,5 17 0,-4-21 0,1-1 0,0 1 0,0-1 0,1 0 0,0 0 0,0 0 0,0 0 0,0 0 0,1-1 0,0 1 0,9 8 0,-10-12 0,0 0 0,0 0 0,0 0 0,0-1 0,0 0 0,0 1 0,0-1 0,0 0 0,1 0 0,-1-1 0,0 1 0,1-1 0,-1 0 0,7 0 0,-1 0 0,0-1 0,0 0 0,0-1 0,13-4 0,-11 2 0,0 0 0,-1 0 0,0-1 0,0-1 0,0 1 0,-1-2 0,0 1 0,0-1 0,-1-1 0,1 1 0,-2-2 0,1 1 0,-1-1 0,9-14 0,-8 9 0,-1 0 0,0-1 0,-1 0 0,-1 0 0,0-1 0,-1 1 0,-1-1 0,-1 0 0,2-25 0,-3 20 0,-1 0 0,-1 0 0,-1 0 0,-1 1 0,-1-1 0,-1 1 0,0-1 0,-2 2 0,0-1 0,-1 1 0,-1 0 0,-1 0 0,0 1 0,-2 1 0,0 0 0,-17-19 0,13 21-244,-1 1 0,0 0 0,-1 1 1,-1 1-1,0 1 0,0 1 0,-32-12 0,46 20-210,-1 1 0,1 0 1,-1 0-1,1 1 0,-1 0 0,0 0 0,1 0 0,-1 0 0,1 1 0,-1 0 1,1 0-1,-1 0 0,1 1 0,0 0 0,0 0 0,-8 4 0,-19 18-7411,11 1-4386</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5.786"/>
    </inkml:context>
    <inkml:brush xml:id="br0">
      <inkml:brushProperty name="width" value="0.035" units="cm"/>
      <inkml:brushProperty name="height" value="0.035" units="cm"/>
    </inkml:brush>
  </inkml:definitions>
  <inkml:trace contextRef="#ctx0" brushRef="#br0">68 75 12037,'-33'-39'4914,"-1"3"5190,61 39-7383,-11 0-2601,-1 0 0,0 1 0,0 0 0,0 1 0,-1 1 0,0 0 0,0 1 0,0 1 0,-1 0 0,0 1 0,0 0 0,-1 1 0,-1 0 1,15 16-1,-17-17-54,0 1 0,-1 0 0,-1 1 0,1 0 0,-1 0 0,-1 0 0,0 1 1,-1 0-1,0 0 0,-1 1 0,0-1 0,-1 1 0,-1 0 0,0 0 1,0 0-1,-1 0 0,-2 19 0,-2-12-210,-1 0 0,-1-1 0,-1 1 0,0-1 1,-14 27-1,-56 90-1350,30-59 983,43-72 460,-3 5-156,1 0 1,0 0 0,0 1-1,-5 20 1,10-29 132,4-4-4,-2 1 65,28-17 79,-1-1 0,52-43 0,344-313 3852,-423 373-3918,1 0 0,-1 1 0,0-1 0,1 0 0,-1 1 0,1-1 0,-1 1 0,1 0 0,0 0 0,-1 0 0,1 0 0,0 0 0,0 1 0,0-1 0,0 1 0,0 0 0,0 0 0,-1 0 0,6 1 0,-6 0 0,1 0 0,-1 0 0,1 0 0,-1 1 0,0-1 0,0 1 0,0-1 0,1 1 0,-1 0 0,-1 0 0,1 0 0,0 0 0,0 0 0,-1 1 0,1-1 0,1 4 0,3 8 0,-1 0 0,0 1 0,-1-1 0,-1 1 0,3 27 0,-2-15-788,1 0 1,1 0-1,1-1 1,2 0-1,0 0 1,2-1-1,1 0 1,1-1-1,1-1 1,1 0-1,0-1 1,34 36-1,-40-50-142,0 0 0,0-1-1,0 0 1,1 0 0,16 7-1,10 1-4639,-1-5-2823</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5.930"/>
    </inkml:context>
    <inkml:brush xml:id="br0">
      <inkml:brushProperty name="width" value="0.035" units="cm"/>
      <inkml:brushProperty name="height" value="0.035" units="cm"/>
    </inkml:brush>
  </inkml:definitions>
  <inkml:trace contextRef="#ctx0" brushRef="#br0">381 63 11345,'-5'-2'771,"-1"-1"0,0 0 0,1 0 0,0 0 0,-1-1 0,1 1 0,-5-7 0,7 7-274,1 0 1,-1 1 0,0-1-1,0 1 1,0 0-1,0 0 1,-1 0 0,1 0-1,0 0 1,-1 1-1,1-1 1,-1 1 0,0 0-1,1 0 1,-1 0-1,0 1 1,1-1 0,-1 1-1,0 0 1,0 0-1,-7 1 1,1 2-179,0 1-1,0 0 1,0 1-1,1 0 1,-1 0 0,1 1-1,0 1 1,1-1-1,0 1 1,0 1 0,0-1-1,1 1 1,0 1-1,0-1 1,-6 13-1,-1 2-1106,-18 40-1,-4 24-5168,36-87 5942,-6 18-3716,1 0 0,-5 27 0,5-2-8100</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6.397"/>
    </inkml:context>
    <inkml:brush xml:id="br0">
      <inkml:brushProperty name="width" value="0.035" units="cm"/>
      <inkml:brushProperty name="height" value="0.035" units="cm"/>
    </inkml:brush>
  </inkml:definitions>
  <inkml:trace contextRef="#ctx0" brushRef="#br0">0 226 13649,'0'0'5834,"1"-3"-3450,1 0-2105,-1 1-1,1-1 1,-1 0 0,1 0-1,0 1 1,0-1-1,0 1 1,0 0-1,1 0 1,-1-1 0,1 2-1,-1-1 1,1 0-1,0 0 1,-1 1-1,1-1 1,4 0 0,7-3 302,0 0 1,24-3 0,-17 4-27,338-64 1351,-179 36-4021,105-14-6855,-198 33 1025,-60 12-1129</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6.551"/>
    </inkml:context>
    <inkml:brush xml:id="br0">
      <inkml:brushProperty name="width" value="0.035" units="cm"/>
      <inkml:brushProperty name="height" value="0.035" units="cm"/>
    </inkml:brush>
  </inkml:definitions>
  <inkml:trace contextRef="#ctx0" brushRef="#br0">255 23 14141,'-10'-23'5853,"-12"32"-3365,6-6 220,4 25-287,-4 18-169,0 3-368,0 5-864,3 6-1020,1 11 0,-8 7 0,1 7 0,4 1-16,-1-3-2744,-13 0 240,16 14-5529,4-3-8389</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7.713"/>
    </inkml:context>
    <inkml:brush xml:id="br0">
      <inkml:brushProperty name="width" value="0.035" units="cm"/>
      <inkml:brushProperty name="height" value="0.035" units="cm"/>
    </inkml:brush>
  </inkml:definitions>
  <inkml:trace contextRef="#ctx0" brushRef="#br0">188 352 6045,'-3'-24'1701,"3"20"2550,2 3-3045,0 1-959,-1 0 1,1 0 0,-1-1 0,1 1 0,-1 0-1,0-1 1,1 1 0,-1-1 0,0 0-1,1 1 1,-1-1 0,0 0 0,0 0 0,1 0-1,-1 0 1,0 0 0,0 0 0,0 0 0,0 0-1,0 0 1,-1-1 0,2-1 0,-1-1 758,0 1 0,0-1 1,-1 0-1,1 0 0,-1 0 0,0 0 1,0-5-1,-1-4-662,-22-6 2127,22 18-2427,1 0 0,-1 0 1,0 0-1,1 0 0,-1 0 0,1 0 1,-1 0-1,1 0 0,-1 0 0,1 0 1,0 0-1,-1 0 0,1 0 0,0 0 1,0 0-1,0-1 0,0 1 1,0 0-1,0 0 0,0 0 0,0 0 1,0 0-1,1-1 0,-1 1 0,0 0 1,1 0-1,-1 0 0,1 0 1,0 0-1,-1 0 0,1 0 0,-1 0 1,1 0-1,0 1 0,0-1 0,0 0 1,-1 0-1,1 1 0,0-1 0,0 0 1,0 1-1,2-1 0,-1-1 630,-1 1-542,0 1-112,0-1 1,0 0 0,0 0 0,0 0 0,0 0 0,0 0-1,0 0 1,-1 0 0,1 0 0,0-1 0,-1 1-1,1 0 1,0-2 0,-7 22-21,-1-2 0,-1 1 0,-20 31 0,0 3 0,-6 17 0,-45 127 0,72-174 0,1 1 0,1 0 0,0 0 0,2 0 0,1 1 0,1-1 0,1 1 0,0 0 0,2-1 0,6 27 0,-6-40 0,1 0 0,1 0 0,-1-1 0,2 0 0,-1 0 0,1 0 0,0 0 0,1-1 0,0 0 0,1 0 0,-1-1 0,13 11 0,-8-9 0,1 0 0,0-1 0,0-1 0,1 0 0,0-1 0,1 0 0,27 8 0,-12-7 0,1-2 0,0-1 0,0-1 0,0-1 0,0-2 0,0-1 0,55-9 0,-61 6 0,0-2 0,0 0 0,-1-1 0,0-2 0,29-14 0,-41 17 0,0 0 0,-1-1 0,1-1 0,-1 0 0,0 0 0,-1-1 0,0 0 0,-1-1 0,0 0 0,0 0 0,11-21 0,-11 12 0,0 1 0,-1-1 0,-1-1 0,-1 1 0,-1-1 0,-1 0 0,0 0 0,-2 0 0,0 0 0,-1 0 0,-1 0 0,-1 0 0,-1 0 0,-1 0 0,-7-23 0,-3-2 0,-2 1 0,-2 0 0,-1 2 0,-3 0 0,-39-57 0,38 65-508,-1 0 0,-2 1 0,-1 2-1,-2 0 1,-40-32 0,66 61 101,0 0 1,-1 0-1,1 0 1,-1 0-1,1 0 0,-1 1 1,0-1-1,0 1 1,1 0-1,-1 1 0,-4-1 1,5 0-7,0 1-2196,4 5-836,9 25-2509,7 20-3480</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7.901"/>
    </inkml:context>
    <inkml:brush xml:id="br0">
      <inkml:brushProperty name="width" value="0.035" units="cm"/>
      <inkml:brushProperty name="height" value="0.035" units="cm"/>
    </inkml:brush>
  </inkml:definitions>
  <inkml:trace contextRef="#ctx0" brushRef="#br0">38 83 15177,'23'-20'3289,"-42"12"-437,3-4 2372,3 1-3107,0 2 1991,26-2-8756,-3 0 1235,12 11-3843,0 0-7210</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1.830"/>
    </inkml:context>
    <inkml:brush xml:id="br0">
      <inkml:brushProperty name="width" value="0.035" units="cm"/>
      <inkml:brushProperty name="height" value="0.035" units="cm"/>
    </inkml:brush>
  </inkml:definitions>
  <inkml:trace contextRef="#ctx0" brushRef="#br0">399 219 11689,'-10'-9'7211,"-1"1"-3577,-22-13-8,30 19-2818,-28-10 3235,30 12-4021,-1-1 0,1 0 0,-1 1 0,1-1 0,-1 0 0,1 0 0,0 0 0,-1 0 0,1 0 0,0 0 0,0 0-1,0 0 1,0-1 0,0 1 0,0 0 0,0-1 0,0 1 0,0 0 0,0-3 0,1 1-21,0-1 0,0 1 0,0 0 1,1 0-1,-1-1 0,1 1 0,0 0 0,0 0 0,0 0 0,0 0 0,1 0 0,-1 0 0,1 0 0,0 1 0,3-6 1,-3 6-14,0-1 32,-1-1-1,1 1 0,0 0 1,0-1-1,0 1 0,5-5 1,-7 8-25,0-1 0,0 0 0,1 1 0,-1-1 0,1 1 0,-1-1 0,1 1 0,-1-1 0,1 1 0,-1-1 0,1 1 0,-1-1 1,1 1-1,-1 0 0,1-1 0,0 1 0,-1 0 0,1 0 0,0-1 0,-1 1 0,1 0 0,0 0 0,-1 0 0,2 0 0,9 15-61,-11-15 66,2 2 137,-2 1-2153,2 20 2336,2-23 385,4-13-462,-7 11-147,0 4-298,-1-1 218,1 0 1,0 0-1,-1 1 1,1-1-1,0 0 1,0 0-1,-1 0 1,1 0-1,0 0 1,0 0-1,0 0 1,0 0-1,0-1 1,1 1-1,-1 0 1,0-1-1,0 1 1,0-1-1,3 2 1,25 6-1355,-28-8 1340,-1-1-1,1 1 0,-1 0 1,1-1-1,0 1 0,-1 0 1,0-1-1,1 1 0,-1-1 0,1 1 1,-1-1-1,1 1 0,-1-1 1,0 1-1,1-1 0,-1 1 1,0-1-1,0 1 0,1-1 0,-1-1 1,9-11 5,13 0 73,0 2 0,1 1 0,0 1 0,0 0 0,1 2 0,37-7 0,-38 5-20,-17 7-48,-13 13-4,5-9-5,0 1 0,0-1 0,-1 1 0,1-1 0,-1 0 0,0 0 0,0 0 0,-4 2 0,-2 1-4,7-4-3,-7 0 17,-11 7 5,17-8 1411,8 0-1115,13 3-260,1 0-1,-1 1 0,0 0 1,0 2-1,0 0 0,21 11 1,-33-14-39,-1 0 1,0 0 0,0 1-1,0-1 1,-1 1 0,1 0 0,-1 1-1,0-1 1,0 1 0,5 7-1,-7-8-11,0 0 0,-1 0 0,1 0 0,-1-1 1,0 1-1,0 0 0,0 1 0,-1-1 0,1 0 0,-1 0 0,0 0 0,0 0 0,-1 0 0,1 0 0,-1 0 0,0 0 0,-2 5 0,-5 10-4,0 0 0,-2-1 0,0 0 0,-2 0 0,1-2 0,-26 28 0,15-18 0,-26 43 0,44-64 0,1 1 0,0 0 0,0 1 0,0-1 0,1 0 0,0 1 0,0 0 0,1-1 0,-1 1 0,1 11 0,2-9 0,0 0 0,0 0 0,1 0 0,0-1 0,1 1 0,0-1 0,6 14 0,-3-9 0,12 34 0,-17-44 0,0 0 0,-1 0 0,0 1 0,1-1 0,-1 0 0,0 0 0,-1 0 0,1 0 0,0 0 0,-1 0 0,0 0 0,0 0 0,-2 6 0,-2 0 0,-1-1 0,0 1 0,0-1 0,-1 0 0,0-1 0,0 0 0,-1 0 0,0 0 0,0-1 0,0 0 0,-1-1 0,-16 8 0,-13 4 0,-69 21 0,104-37 0,-49 15-182,-11 5-1125,0-2 0,-108 15 1,168-33 880,0-1 0,0 0 1,0 0-1,0 0 0,0 0 1,0 0-1,0-1 0,0 1 1,0-1-1,-5-2 0,8 3 267,-1 0 0,1 0 0,0-1 0,-1 1-1,1 0 1,0 0 0,0-1 0,-1 1 0,1 0 0,0 0 0,0-1 0,-1 1-1,1 0 1,0-1 0,0 1 0,0 0 0,-1-1 0,1 1 0,0-1-1,0 1 1,0 0 0,0-1 0,0 1 0,0-1 0,0 1 0,0 0 0,0-1-1,0 1 1,0-1 0,14-17-5319,21-9-5268</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2.958"/>
    </inkml:context>
    <inkml:brush xml:id="br0">
      <inkml:brushProperty name="width" value="0.035" units="cm"/>
      <inkml:brushProperty name="height" value="0.035" units="cm"/>
    </inkml:brush>
  </inkml:definitions>
  <inkml:trace contextRef="#ctx0" brushRef="#br0">417 115 8757,'0'-6'534,"-1"0"0,1 0 0,0 0 0,1 0 1,-1 0-1,1 0 0,1 0 0,2-7 0,1-12 2419,-4 22-1455,1-2 581,-2 4-1796,1-1 0,0 1-1,-1 0 1,1 0 0,-1-1 0,1 1 0,-1-1 0,0 1 0,1 0 0,-1-1 0,0 1 0,0-3 0,-19 7 46,1 0 1,-1 2-1,1 0 1,0 1-1,1 1 1,0 0-1,-22 14 1,9-4-16,2 2 0,0 0 0,-36 34 0,48-38-197,0 0-1,2 1 1,0 0 0,-22 35-1,32-45-91,0 1-1,1 0 1,0-1-1,1 1 0,0 1 1,0-1-1,0 0 1,1 0-1,0 1 0,0-1 1,1 0-1,0 1 1,0-1-1,1 1 0,0-1 1,0 0-1,4 14 1,1-6-10,0-1 0,1 1 1,0-1-1,1 0 0,0-1 0,1 0 1,1 0-1,12 12 0,14 10-427,50 38 0,25 25-904,-98-85 1088,-2 0-1,1 1 0,-2 0 1,0 1-1,-1 0 0,10 21 1,-17-30 181,0 0 0,0 0 0,-1 1 0,0-1 0,0 0 1,-1 0-1,1 1 0,-1-1 0,-1 0 0,1 1 0,-1-1 0,0 0 1,-1 0-1,0 0 0,1 0 0,-2 0 0,1 0 0,-1 0 1,0-1-1,0 1 0,-1-1 0,1 0 0,-1 0 0,-7 7 0,5-5 79,0-1 0,0 0 0,-1-1 0,1 1-1,-1-1 1,0 0 0,-1-1 0,1 0-1,-1 0 1,0-1 0,0 0 0,0 0-1,0-1 1,-1 0 0,1 0 0,-1-1-1,-15 0 1,20-1 57,1-1-1,-1 0 1,1 0-1,-1 0 1,1 0-1,-1 0 1,1-1-1,0 0 1,-1 0-1,-4-3 1,5 2-8,2 3-49,0-1 0,0 0 0,0 0 0,0 0 0,0 0 0,0 0 0,0 0 0,0 0 0,1 0 0,-1 0 0,0-1 0,1 1 0,-1 0 0,1 0 0,-1-1 0,1 1 0,0 0 0,-1-1 0,1 1 0,0 0 0,0-1 0,0 1 0,0 0 0,0-1 0,0 1 0,0 0 0,1-1-1,-1 1 1,0 0 0,1-2 0,1-7 116,2-19 85,3 0-1,0 0 1,2 1 0,1 0 0,1 0-1,26-46 1,17-5-1331,3 3 1,82-83-1,-38 45-5708,-84 95 942,4 9-3496</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3.502"/>
    </inkml:context>
    <inkml:brush xml:id="br0">
      <inkml:brushProperty name="width" value="0.035" units="cm"/>
      <inkml:brushProperty name="height" value="0.035" units="cm"/>
    </inkml:brush>
  </inkml:definitions>
  <inkml:trace contextRef="#ctx0" brushRef="#br0">13 122 12485,'-2'-2'286,"1"0"0,0 0 0,-1-1 0,1 1 0,0 0 0,0-1 0,0 1 0,1-1 0,-1 1 0,0 0 0,1-1 0,0 0 0,-1 1 0,1-5 0,1 5-25,0 0 0,-1 0 1,1 0-1,0 0 0,0 1 0,0-1 0,0 0 0,1 0 0,-1 1 0,0-1 0,1 0 0,-1 1 0,1 0 0,0-1 0,3-1 1,-5 2-126,1 0-1,-1 1 1,1-1 0,-1 0 0,0 0 0,1 1 0,-1-1 0,0 0 0,1 0 0,-1 0 0,0 0 0,0 1 0,0-1 0,0 0 0,1 0 0,-1 0 0,-1 0 0,1 0 0,0 0-1,0 1 1,0-3 0,-1 0 315,1 2-357,0 0-1,1-1 1,-1 1 0,0 0-1,0 0 1,1-1-1,-1 1 1,1 0 0,-1 0-1,1-1 1,0 1-1,-1 0 1,1 0 0,0 0-1,0 0 1,0 0-1,0 0 1,0 0-1,0 0 1,0 0 0,0 1-1,0-1 1,0 0-1,0 1 1,0-1 0,1 1-1,-1-1 1,0 1-1,0-1 1,1 1 0,-1 0-1,0 0 1,1 0-1,-1 0 1,0 0 0,1 0-1,-1 0 1,0 0-1,3 1 1,2 0 33,0 0 0,0 0 0,0 1 0,0 0 0,-1 0-1,1 1 1,6 3 0,-5-1-80,-1 0 0,0 1 0,0-1 0,0 1 0,-1 0 0,1 1 0,-2-1 0,1 1 0,-1 0 0,0 0 0,0 0 0,4 14 0,1 4-327,-2 1-1,7 39 1,-12-50 23,-1 1 1,0 0-1,-1-1 1,0 1-1,-2 0 1,0-1 0,0 1-1,-1-1 1,-1 0-1,-7 15 1,-7 16-710,-45 77 0,61-120 946,1-1 8,25-15 503,2-5 548,43-38 0,-11 7 489,-7 11 269,-32 44-1274,-17-5-509,-1 0 0,1 0-1,-1-1 1,1 1 0,-1 0-1,0 0 1,0 1 0,1-1-1,-1 0 1,0 0 0,0 0-1,0 1 1,0-1-1,0 1 1,-1-1 0,1 1-1,0-1 1,0 3 0,7 37-567,-7-34 122,0 0 1,0 0 0,1 0-1,0 0 1,5 11-1,-4-12-200,1 0 0,-1 0 0,2-1 1,6 8-1,-4-7-1229,-1 0 0,1 0 1,0-1-1,0 0 0,16 7 1,6-1-8524</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3.722"/>
    </inkml:context>
    <inkml:brush xml:id="br0">
      <inkml:brushProperty name="width" value="0.035" units="cm"/>
      <inkml:brushProperty name="height" value="0.035" units="cm"/>
    </inkml:brush>
  </inkml:definitions>
  <inkml:trace contextRef="#ctx0" brushRef="#br0">45 37 11349,'18'-9'861,"-12"7"-323,-1-1 0,1 0 0,-1-1 0,0 1 1,9-8-1,-12 9 1155,11 7 892,-12-5-2509,0 0 0,0 0 0,0 0 0,0 0 0,-1 0 0,1 0 0,0 0 0,0 0 0,0 1 0,0-1 0,0 0 0,0 1-1,0-1 1,-1 1 0,1-1 0,0 1 0,0-1 0,-1 1 0,1-1 0,0 1 0,-1 0 0,1-1 0,0 1 0,-1 0 0,1-1 0,0 2 0,-2 10 242,0-1 0,0 0 1,-1 0-1,0 1 0,-1-1 0,-1-1 0,-6 16 1,-5 6 308,-21 32 1,21-41-400,2 1-1,0 1 1,-9 28 0,21-50-241,0 0 0,1 0 0,-1 0 0,1 0 1,0 0-1,0 0 0,0 0 0,1 0 0,-1 0 0,1 0 1,-1 0-1,1 0 0,0 0 0,0 0 0,0 0 0,1-1 1,-1 1-1,4 4 0,-2-2-121,0-1 0,1 0 0,-1 0 0,1 0 0,0-1 1,0 1-1,0-1 0,0 0 0,8 4 0,0-2-461,-1 0 0,1-1 0,0-1 0,0 0 0,0 0 1,19 1-1,41-1-5110,-52-3 3167,42 2-6968</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4.019"/>
    </inkml:context>
    <inkml:brush xml:id="br0">
      <inkml:brushProperty name="width" value="0.035" units="cm"/>
      <inkml:brushProperty name="height" value="0.035" units="cm"/>
    </inkml:brush>
  </inkml:definitions>
  <inkml:trace contextRef="#ctx0" brushRef="#br0">3 158 11637,'-1'-3'678,"1"-1"0,-1 1-1,1-1 1,0 1 0,0 0 0,0-1 0,1 1 0,-1-1-1,1 1 1,0 0 0,0 0 0,0-1 0,0 1-1,0 0 1,2-3 0,0 2-303,0 0-1,0 1 1,0-1 0,0 1-1,1-1 1,-1 1 0,1 0-1,0 1 1,7-5 0,4 0-123,0 1 1,0 0 0,0 1-1,1 1 1,20-3 0,47-6-1932,128-1 1,-14 12-9210,-184 2 9649,33 0-8038</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4.163"/>
    </inkml:context>
    <inkml:brush xml:id="br0">
      <inkml:brushProperty name="width" value="0.035" units="cm"/>
      <inkml:brushProperty name="height" value="0.035" units="cm"/>
    </inkml:brush>
  </inkml:definitions>
  <inkml:trace contextRef="#ctx0" brushRef="#br0">378 18 14321,'-19'-9'2333,"3"0"291,0 24-276,-9 10-24,6 1-68,0 11-363,-6 9-397,-4 3-300,-3 11-372,-3-3-780,7 3-840,-4 0-1156,0-3-1061,4 3-919,15 9-2561,3 2-5996</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6.840"/>
    </inkml:context>
    <inkml:brush xml:id="br0">
      <inkml:brushProperty name="width" value="0.035" units="cm"/>
      <inkml:brushProperty name="height" value="0.035" units="cm"/>
    </inkml:brush>
  </inkml:definitions>
  <inkml:trace contextRef="#ctx0" brushRef="#br0">0 209 10629,'37'-66'5490,"-35"63"-3326,-3 2-2126,1 1-1,0-1 0,0 0 1,0 0-1,0 0 1,1 0-1,-1 1 1,0-1-1,0 0 1,0 0-1,1 0 1,-1 1-1,0-1 1,1 0-1,-1 0 1,1 1-1,-1-1 1,1 0-1,-1 1 1,1-1-1,-1 0 1,1 1-1,0-1 1,-1 1-1,1-1 1,0 1-1,-1-1 1,1 1-1,0 0 1,0-1-1,-1 1 1,1 0-1,0-1 1,0 1-1,0 0 1,0 0-1,-1 0 1,1 0-1,0 0 1,0 0-1,0 0 1,0 0-1,-1 0 1,1 0-1,0 1 1,0-1-1,1 1 1,5 1-350,1 0 0,-1 1-1,0 0 1,8 5 0,-10-5-1470,-1-1 1332,11 6-721,-1-1 1,1-1-1,1 0 0,30 7 1,-41-12 1347,0 0 0,-1-1 0,1 0 0,-1 0 0,1 0 0,0-1 0,-1 1 0,1-1 0,0 0-1,-1-1 1,0 1 0,1-1 0,-1 0 0,0 0 0,0 0 0,0 0 0,0-1 0,0 1 0,0-1 0,-1 0 0,1-1 0,3-4 0,2-2 1038,-2 0-1,0-1 0,0 0 1,6-15-1,-12 24-888,0-1 0,-1 1-1,1 0 1,-1-1 0,1 1 0,-1-1 0,0 1-1,0 0 1,0-1 0,-1 1 0,1-4-1,-1 0 507,1 3 1751,-3 5-1143,-3 1-1331,1 0-1,0 1 0,0 0 0,0 0 0,0 0 0,1 1 1,0-1-1,0 1 0,0 0 0,0 0 0,1 0 0,0 1 1,-3 7-1,-8 16 648,-12 44 0,4-12-359,19-54-397,-29 67 0,-37 129 0,63-181 0,1 1 0,1-1 0,1 1 0,1 0 0,1 0 0,1 0 0,1 0 0,1 0 0,1 0 0,10 38 0,-10-51 0,1-1 0,0 1 0,0-1 0,1 0 0,0 0 0,0 0 0,1-1 0,1 1 0,-1-1 0,1-1 0,1 1 0,-1-2 0,1 1 0,0-1 0,1 0 0,-1 0 0,1-1 0,16 7 0,-9-7 0,0 0 0,0 0 0,1-2 0,0 0 0,0-1 0,-1-1 0,1 0 0,0-1 0,0-1 0,27-5 0,-27 3 0,0 0 0,0-2 0,-1 0 0,1-1 0,-1 0 0,0-2 0,-1 0 0,0 0 0,0-2 0,-1 1 0,0-2 0,-1 0 0,0-1 0,15-17 0,-15 13 0,-2 0 0,0 0 0,0-2 0,-2 1 0,0-1 0,-1-1 0,-1 1 0,-1-1 0,0 0 0,-1-1 0,-2 0 0,3-24 0,-4 4 0,-1-1 0,-2 1 0,-1-1 0,-3 1 0,-10-46 0,9 61 0,-1 1 0,0 0 0,-2 0 0,-1 1 0,-1 0 0,-1 0 0,-1 2 0,0-1 0,-24-26 0,27 38-556,0 0 0,-1 0 0,0 0 0,-19-11 0,25 19 292,1 0-1,0 0 0,0 0 0,-1 0 1,1 1-1,-1-1 0,1 1 1,-6 0-1,8 0 161,0 1 1,0 0-1,1 0 0,-1 0 1,0 1-1,0-1 1,0 0-1,0 1 0,0 0 1,0-1-1,1 1 0,-1 0 1,0 0-1,1 0 1,-1 0-1,0 0 0,1 0 1,-1 0-1,-2 3 0,3-2-510,-1 0 0,0 1 1,1-1-1,0 0 0,-1 1 0,1-1 0,0 1 0,0-1 0,0 1 0,1 0 0,-1-1 0,1 1 0,-1 0 0,1 0 0,0-1 0,0 1 0,1 5 0,3 35-10883</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6.984"/>
    </inkml:context>
    <inkml:brush xml:id="br0">
      <inkml:brushProperty name="width" value="0.035" units="cm"/>
      <inkml:brushProperty name="height" value="0.035" units="cm"/>
    </inkml:brush>
  </inkml:definitions>
  <inkml:trace contextRef="#ctx0" brushRef="#br0">89 66 18770,'10'-11'3520,"-32"8"2505,-1-3-3465,11-2-668,-1-1-1892,-3 1 0,3-1 0,26-2-3448,13 11-1373,-17 11-2371,4 3-7130</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9.804"/>
    </inkml:context>
    <inkml:brush xml:id="br0">
      <inkml:brushProperty name="width" value="0.035" units="cm"/>
      <inkml:brushProperty name="height" value="0.035" units="cm"/>
    </inkml:brush>
  </inkml:definitions>
  <inkml:trace contextRef="#ctx0" brushRef="#br0">3 1 12097,'0'0'9972,"1"3"-8163,1 27 432,0 1 0,-5 56 0,-1 0-789,9 60-1756,-1-50-3099,-4 2-3907,2-53 413,11-2-4258</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0.165"/>
    </inkml:context>
    <inkml:brush xml:id="br0">
      <inkml:brushProperty name="width" value="0.035" units="cm"/>
      <inkml:brushProperty name="height" value="0.035" units="cm"/>
    </inkml:brush>
  </inkml:definitions>
  <inkml:trace contextRef="#ctx0" brushRef="#br0">289 110 11917,'-1'-1'283,"0"-1"-1,0 0 0,0 1 1,1-1-1,-1 0 1,1 0-1,-1 1 1,1-1-1,0 0 0,-1 0 1,1 0-1,0 0 1,0 0-1,0 1 1,0-1-1,1 0 0,-1 0 1,1 0-1,-1 0 1,2-2-1,16-41 6750,-12 33-5688,-3 10-1176,-1 1 0,1-1-1,-1 1 1,1 0 0,0 0-1,0 0 1,0 0 0,-1 0-1,1 1 1,0-1 0,0 1-1,5 0 1,-6 0-129,0 0 0,0 0 0,-1 0 0,1 1 0,0-1 0,0 1 0,0-1 0,0 1 1,-1 0-1,1-1 0,0 1 0,-1 0 0,1 0 0,0 0 0,-1 1 0,1-1 0,-1 0 0,0 1 0,1-1 0,-1 0 0,0 1 0,0-1 0,0 1 1,0 0-1,0-1 0,0 1 0,-1 0 0,1 0 0,-1 0 0,1-1 0,-1 1 0,1 0 0,-1 0 0,0 3 0,1 4 9,-1 0 0,0 0 1,-1 0-1,0 0 0,-3 15 0,-4 3-37,-2-1 1,0-1-1,-20 36 1,18-38-98,1 1 0,0 0-1,-10 37 1,20-53 74,1-1-1,0 1 1,0 0-1,0 0 0,1-1 1,0 1-1,0-1 0,1 1 1,0-1-1,1 0 0,-1 1 1,1-1-1,1 0 1,-1-1-1,1 1 0,9 11 1,1-3-53,-1 0 1,2-2 0,0 0 0,0 0-1,1-2 1,26 15 0,-22-14-294,-1 1 0,0 0 0,32 32 0,-50-44 304,0 1 1,1 0 0,-1 0-1,0 0 1,0 0-1,0 0 1,-1 1 0,1-1-1,0 0 1,-1 0 0,0 1-1,1-1 1,-1 0 0,0 1-1,0-1 1,0 0 0,0 0-1,-1 1 1,1-1 0,-1 0-1,1 0 1,-1 1 0,0-1-1,0 0 1,-1 3 0,-1 0-25,1 0 1,-1 0 0,0 0 0,-1 0 0,1-1 0,-1 1 0,0-1 0,0 0-1,-5 4 1,-7 3-121,-1-2 0,0 1 0,0-2 0,0 0-1,-31 8 1,1-3-726,-51 6 0,68-15-344,0-2 1,-43-1-1,-13-7-6392,63 5-362</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0.697"/>
    </inkml:context>
    <inkml:brush xml:id="br0">
      <inkml:brushProperty name="width" value="0.035" units="cm"/>
      <inkml:brushProperty name="height" value="0.035" units="cm"/>
    </inkml:brush>
  </inkml:definitions>
  <inkml:trace contextRef="#ctx0" brushRef="#br0">17 88 14597,'-1'-1'322,"0"0"0,0 0 0,-1 0 0,1 0 0,0 0 0,0 0 0,0 0 0,0 0 0,1-1 0,-1 1 0,0 0 0,0-1 0,1 1-1,-1 0 1,1-1 0,-1 1 0,1-1 0,-1 1 0,1-1 0,0 1 0,0-3 0,1 2 51,0 0-1,0-1 1,0 1-1,0 0 1,1 0-1,-1 0 1,1 1-1,-1-1 1,1 0-1,0 0 1,0 1-1,0-1 1,-1 1-1,5-3 1,0 0-232,1 1 1,-1-1-1,1 1 1,-1 1 0,1-1-1,0 1 1,0 0-1,0 0 1,0 1-1,0 0 1,0 1-1,1-1 1,-1 1-1,0 1 1,0-1 0,0 1-1,1 0 1,-1 1-1,0 0 1,-1 0-1,1 0 1,7 4-1,-5-1 0,0-1-1,0 1 0,-1 1 0,1 0 1,-1 0-1,-1 0 0,1 1 0,-1 0 0,0 1 1,-1-1-1,0 1 0,0 1 0,-1-1 1,0 1-1,6 13 0,-7-11-140,-1 1 0,0 0 0,0 0 0,-1 1 0,-1-1 0,0 0 0,-1 18 0,-3 6 0,-8 42 0,4-41 0,6-12 0,6-20 0,-2-4 0,-3 0 0,1 0 0,-1 0 0,1-1 0,-1 1 0,1-1 0,0 1 0,-1-1 0,1 1 0,0-1 0,-1 1 0,1-1 0,0 1 0,0-1 0,-1 0 0,1 1 0,0-1 0,0 0 0,0 0 0,0 0 0,-1 1 0,1-1 0,2 0 0,18-10 0,-14 6 0,0 0 0,1 1 0,0 0 0,9-3 0,-16 5 0,0 1 0,0-1 0,0 1 0,0 0 0,1-1 0,-1 1 0,0 0 0,1 0 0,-1 0 0,0-1 0,0 2 0,1-1 0,-1 0 0,0 0 0,0 0 0,1 0 0,-1 1 0,0-1 0,0 1 0,1-1 0,-1 1 0,0-1 0,0 1 0,0 0 0,0-1 0,0 1 0,0 0 0,0 0 0,0 0 0,0 0 0,1 1 0,1 2 0,39 40-3427,-36-35 1900,1-1-1,1-1 0,-1 1 1,1-1-1,0 0 1,1-1-1,0 1 0,0-2 1,14 7-1,9-2-9552</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0.981"/>
    </inkml:context>
    <inkml:brush xml:id="br0">
      <inkml:brushProperty name="width" value="0.035" units="cm"/>
      <inkml:brushProperty name="height" value="0.035" units="cm"/>
    </inkml:brush>
  </inkml:definitions>
  <inkml:trace contextRef="#ctx0" brushRef="#br0">59 9 14025,'21'-3'3740,"29"-3"6825,-16 13-10228,-23-3-199,-1 1-1,1 0 0,-1 1 1,0 0-1,-1 1 0,0 0 1,0 0-1,0 1 1,-1 0-1,0 1 0,-1 0 1,1 0-1,-2 0 0,8 14 1,-10-16-150,-1-1 1,0 1-1,-1-1 0,1 1 1,-1 0-1,-1 0 1,1 0-1,-1 0 0,-1 0 1,1 0-1,-1 0 1,0 0-1,-1 1 1,0-1-1,0 0 0,0 0 1,-1 0-1,0 0 1,0-1-1,-1 1 0,0-1 1,0 1-1,0-1 1,-7 9-1,-10 10-232,-1-1 0,-1 0-1,-45 36 1,-10-2-2728,2-8-4517,65-41 1396,20-3-3830</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1.107"/>
    </inkml:context>
    <inkml:brush xml:id="br0">
      <inkml:brushProperty name="width" value="0.035" units="cm"/>
      <inkml:brushProperty name="height" value="0.035" units="cm"/>
    </inkml:brush>
  </inkml:definitions>
  <inkml:trace contextRef="#ctx0" brushRef="#br0">89 46 9637,'-22'-8'2092,"3"10"-172,0 1 2497,3-8-4793,3 2-953,20-14-4867,-1-1-985</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2.077"/>
    </inkml:context>
    <inkml:brush xml:id="br0">
      <inkml:brushProperty name="width" value="0.035" units="cm"/>
      <inkml:brushProperty name="height" value="0.035" units="cm"/>
    </inkml:brush>
  </inkml:definitions>
  <inkml:trace contextRef="#ctx0" brushRef="#br0">2 607 9093,'-1'2'94,"1"-1"-1,0 1 1,0 0 0,0 0-1,0 0 1,0 0 0,0 0-1,0 0 1,1 0 0,-1 0-1,1 0 1,-1 0 0,1-1-1,0 1 1,-1 0 0,1 0-1,0-1 1,0 1 0,1 0-1,-1-1 1,2 2 0,1 0 89,0-1 1,0 0 0,0 0 0,1 0-1,-1-1 1,1 1 0,-1-1-1,7 1 1,20 2 556,-1 0 0,2-2 0,48-3 0,-8 0-236,1503-11 1443,7-48-1980,-1102 38 144,4001-156 2404,1025 73-509,-4756 92-1854,204-10 22,-378 3-151,-169-1-173,-68-6-251,-322 26 353,290-33-856,-223 20-459,122-36-1,-189 45 859,45-16-1339,-58 19 1408,-1 1 0,1-1 1,-1 0-1,0 0 0,0 0 0,0 0 0,0-1 0,0 1 0,0-1 1,-1 0-1,1 0 0,3-5 0,-6 6-225,1 0-1,0-1 1,-1 1-1,1 0 1,-1 0 0,1 0-1,-1-1 1,0 1-1,0 0 1,0-1 0,-1-3-1</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3.107"/>
    </inkml:context>
    <inkml:brush xml:id="br0">
      <inkml:brushProperty name="width" value="0.035" units="cm"/>
      <inkml:brushProperty name="height" value="0.035" units="cm"/>
    </inkml:brush>
  </inkml:definitions>
  <inkml:trace contextRef="#ctx0" brushRef="#br0">172 112 13441,'5'-51'6445,"-5"41"-4008,1 0 1,0 0-1,4-17 0,-4 24-478,-2 151-888,-1-58-969,-24 493-102,-15-300-3302,-45 138-9059,58-314-1759</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3.434"/>
    </inkml:context>
    <inkml:brush xml:id="br0">
      <inkml:brushProperty name="width" value="0.035" units="cm"/>
      <inkml:brushProperty name="height" value="0.035" units="cm"/>
    </inkml:brush>
  </inkml:definitions>
  <inkml:trace contextRef="#ctx0" brushRef="#br0">11 23 17950,'-11'-23'4059,"20"40"2983,-6-12-6779,1-1 1,-1 1-1,1-1 1,0 0-1,1 0 0,-1 0 1,1-1-1,-1 1 1,1-1-1,10 5 1,59 22 150,-69-28-414,62 20-1249,101 18 0,76 0-2209,-236-39 3351,157 20-2597,1-9 0,1-6 1,196-19-1,64-41 1661,-6-37 8852,-417 90-5984,-7 2-86,-250 126 4906,4 13-8010,44-25-3840,92-51-473,58-31 385,-26 13-6642</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5.290"/>
    </inkml:context>
    <inkml:brush xml:id="br0">
      <inkml:brushProperty name="width" value="0.035" units="cm"/>
      <inkml:brushProperty name="height" value="0.035" units="cm"/>
    </inkml:brush>
  </inkml:definitions>
  <inkml:trace contextRef="#ctx0" brushRef="#br0">1 106 6761,'0'-4'400,"0"-1"1,1 0 0,0 1 0,0-1-1,0 1 1,1-1 0,0 1 0,-1-1 0,2 1-1,-1 0 1,0 0 0,1 0 0,0 0-1,-1 0 1,2 1 0,-1-1 0,0 1-1,1 0 1,5-4 2652,-1-5-1094,-8 11-1864,0 1 0,0-1 1,0 1-1,0 0 0,1-1 0,-1 1 0,0-1 0,0 1 1,1 0-1,-1-1 0,0 1 0,1 0 0,-1-1 0,0 1 1,1 0-1,-1-1 0,0 1 0,1 0 0,-1 0 1,1 0-1,-1-1 0,0 1 0,1 0 0,-1 0 0,1 0 1,-1 0-1,1 0 0,-1 0 0,0 0 0,1 0 1,0 0-1,18 24 1119,-1 2 0,-1 0 0,23 48 0,-18-33-600,-13-24-407,45 83 1161,59 152 1,75 318 228,-123-328-1377,198 640-907,-211-741 205,7-3 0,5-2 0,6-3 0,98 138 0,-111-193 59,3-2 0,4-2 0,2-4 0,101 83 0,-113-111 122,3-1-1,0-4 1,3-2 0,1-2 0,1-3-1,125 41 1,-128-55 161,1-2-1,0-3 1,1-3 0,0-2-1,118-4 1,-96-9 38,-1-3 0,-1-4 0,146-44 0,-102 15 96,202-100-1,94-95 352,-154 63 617,302-259 0,198-262 814,-191 93-652,-434 433-815,209-330-1,-233 293-732,-93 157-216,-2-1 0,19-64 0,-37 96 235,0 0 1,4-27-1,-9 39-61,1-1 0,-1 0 0,0 1 0,-1-1 0,0 0 0,0 1 0,-1-1 0,0 1-1,-3-9 1,5 14 200,-1 1 0,0-1 1,1 0-1,-1 1 0,0-1 0,0 1 0,0-1 0,0 1 0,0-1 0,0 1 0,0 0 0,-3-2 0,-14-1-5207,-4 4-4260</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6.507"/>
    </inkml:context>
    <inkml:brush xml:id="br0">
      <inkml:brushProperty name="width" value="0.035" units="cm"/>
      <inkml:brushProperty name="height" value="0.035" units="cm"/>
    </inkml:brush>
  </inkml:definitions>
  <inkml:trace contextRef="#ctx0" brushRef="#br0">0 891 5697,'3'-3'317,"0"1"0,-1-1 0,0 1 0,0-1 0,0 0 0,0 0 0,0 0 0,0 0 0,-1 0 0,1 0 0,-1 0 0,0 0 0,0-1 0,0 1 0,0-5 0,1 6-85,-1 0 1,1 0-1,-1 1 0,1-1 1,0 1-1,-1-1 0,1 1 1,0 0-1,0-1 0,0 1 1,0 0-1,0 0 0,3 0 1,-3 0 222,0 0-277,0 0-1,-1 0 0,1 1 0,0-1 1,0 0-1,0 1 0,0 0 1,0-1-1,0 1 0,-1 0 0,1 0 1,0 0-1,0 0 0,4 1 0,-1 0 315,-4-1-433,0 0-1,0 0 1,-1 0-1,1 0 1,0 0-1,0 0 1,0 1-1,-1-1 1,1 0-1,0 0 1,0 1-1,-1-1 1,1 0-1,0 1 0,-1-1 1,1 1-1,0-1 1,-1 1-1,1-1 1,-1 1-1,1 0 1,-1-1-1,1 1 1,-1 0-1,1-1 1,-1 1-1,0 0 1,1 0-1,1 3 194,5 4 30,0 1-1,-1 0 1,0 0-1,-1 1 0,0-1 1,0 1-1,-1 0 0,0 0 1,-1 1-1,0-1 0,-1 1 1,0 0-1,0 0 0,-1 18 1,-7 96 1834,1 56-162,10-123-1619,3-1 0,3 0 0,1 0 0,4-2 1,25 63-1,-7-38-83,3-1 1,84 129-1,-86-158-205,2 0 0,2-3 0,2-1 0,3-2 0,84 67 0,-91-84-104,2 0-1,1-3 0,1-1 1,0-2-1,2-2 0,0-2 0,2-1 1,53 10-1,-73-21-6,1-1 0,-1-1 0,1-1 0,0-2 0,50-5 1,-61 3 41,0-1 0,0-1 1,-1 0-1,1-1 1,-1 0-1,0-1 0,-1-1 1,0 0-1,0-1 1,0 0-1,18-16 0,-4-3 7,-1 0 0,-1-2 1,31-46-1,53-104-10,-96 156 19,402-818-90,-408 826 86,508-1168-3629,-509 1167 3261,28-57-744,-30 66 626,-1 1 0,2 0-1,-1 0 1,1 1 0,-1-1 0,1 1-1,1 0 1,8-7 0,-8 13-2368,13 14-2580,9 14-3218</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7.370"/>
    </inkml:context>
    <inkml:brush xml:id="br0">
      <inkml:brushProperty name="width" value="0.035" units="cm"/>
      <inkml:brushProperty name="height" value="0.035" units="cm"/>
    </inkml:brush>
  </inkml:definitions>
  <inkml:trace contextRef="#ctx0" brushRef="#br0">44 589 7545,'-21'-12'1987,"20"12"-1861,0-1 1,1 0 0,-1 1 0,0-1 0,1 0 0,-1 0 0,1 0-1,-1 0 1,1 1 0,-1-1 0,1 0 0,0 0 0,0 0 0,-1 0 0,1 0-1,0 0 1,0 0 0,0 0 0,0 0 0,0 0 0,0 0 0,0 0-1,0-1 1,0-1 332,-7-34 3951,5 32-4039,1-1-1,-1 1 1,1 0 0,1 0-1,-1-1 1,1 1-1,0 0 1,0-1-1,1 1 1,-1-1 0,1 1-1,2-8 1,-2 11-286,0 1 1,-1-1 0,1 1-1,0-1 1,0 1 0,0-1 0,0 1-1,0 0 1,0-1 0,0 1-1,1 0 1,-1 0 0,0 0-1,1 0 1,-1 0 0,1 0-1,-1 0 1,1 0 0,-1 1 0,1-1-1,0 1 1,-1-1 0,1 1-1,0 0 1,-1-1 0,1 1-1,0 0 1,0 0 0,-1 0-1,1 0 1,0 0 0,-1 1 0,1-1-1,0 1 1,-1-1 0,1 1-1,1 0 1,9 3 252,-1 1 0,0-1 0,20 14-1,-27-16-295,29 19 281,-1 1 1,0 2 0,-2 1-1,-1 1 1,39 45 0,-33-28-119,-3 2 0,-1 0 0,34 67 0,-16-4-112,-4 1 1,60 229 0,-93-292-126,-5-13 14,2 0 1,1 0-1,21 43 1,-27-68 6,0 0 1,0 0 0,1-1-1,0 0 1,1 0 0,-1 0-1,1-1 1,1 0 0,-1 0-1,1 0 1,0-1 0,0 0 0,0 0-1,1-1 1,0 0 0,0-1-1,0 1 1,11 2 0,-1-3-74,0 0 0,1-1 1,-1-1-1,0-1 0,1 0 0,-1-2 1,32-6-1,-11-1-125,0-1 1,56-24-1,3-10-371,-3-5-1,-2-3 0,-2-4 1,-3-5-1,-2-3 0,106-103 1,-73 48-1205,-5-6 1,-6-4-1,121-188 1,-72 48-1967,-75 80-1913,-57 115 904</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8.191"/>
    </inkml:context>
    <inkml:brush xml:id="br0">
      <inkml:brushProperty name="width" value="0.035" units="cm"/>
      <inkml:brushProperty name="height" value="0.035" units="cm"/>
    </inkml:brush>
  </inkml:definitions>
  <inkml:trace contextRef="#ctx0" brushRef="#br0">2610 9 11345,'-34'-4'1020,"0"1"0,0 2-1,-1 1 1,1 1 0,-44 9 0,-123 22 865,-679 116-1711,-44-23-6043,688-99 708,116-11-348</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8.578"/>
    </inkml:context>
    <inkml:brush xml:id="br0">
      <inkml:brushProperty name="width" value="0.035" units="cm"/>
      <inkml:brushProperty name="height" value="0.035" units="cm"/>
    </inkml:brush>
  </inkml:definitions>
  <inkml:trace contextRef="#ctx0" brushRef="#br0">1300 91 12005,'-3'-10'272,"2"3"131,-1 1 0,1-1 0,-2 0 0,1 1 0,-5-8-1,5 11-217,1 1-1,-1 0 1,0-1-1,0 1 0,0 0 1,-1 0-1,1 0 0,0 0 1,-1 1-1,1-1 0,-1 1 1,0-1-1,1 1 0,-1 0 1,0 0-1,-3 0 0,-8-1 88,0 1 0,0 0 0,0 1 0,0 1 0,0 0 0,0 1-1,-27 7 1,22-5-164,-38 10-42,1 1 0,-57 25 0,-101 55-706,134-58 298,-175 91-653,220-107 843,1 1 0,1 2 0,1 1 0,-56 57 0,77-71 139,2 1-1,-1 0 1,2 0-1,-1 1 1,2 0-1,-12 26 1,17-33 19,0 0 0,0 0 0,1 1 0,0-1 0,0 0 0,1 1 0,-1-1 0,1 1 0,1-1 0,-1 1 0,1-1 0,0 0 0,1 1 0,0-1 0,0 0 0,0 0 0,0 0 0,6 8 0,2 2-24,1-2-1,0 0 1,1 0 0,1-1-1,0 0 1,1-1-1,0-1 1,1 0-1,0-1 1,1-1-1,27 13 1,20 5-518,111 32-1,-162-55 450,161 43-1253,294 41-1,186-32-5306,-506-49 2748</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9.310"/>
    </inkml:context>
    <inkml:brush xml:id="br0">
      <inkml:brushProperty name="width" value="0.035" units="cm"/>
      <inkml:brushProperty name="height" value="0.035" units="cm"/>
    </inkml:brush>
  </inkml:definitions>
  <inkml:trace contextRef="#ctx0" brushRef="#br0">4240 10 12465,'-115'-10'3434,"94"10"-2734,0 1-1,1 1 1,-1 0-1,1 2 1,0 0-1,-36 13 1,-15 3 451,-297 79 1933,-70 16-3313,-1399 299-4907,1176-277 1120,222-59-3134,308-56 1634</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9.604"/>
    </inkml:context>
    <inkml:brush xml:id="br0">
      <inkml:brushProperty name="width" value="0.035" units="cm"/>
      <inkml:brushProperty name="height" value="0.035" units="cm"/>
    </inkml:brush>
  </inkml:definitions>
  <inkml:trace contextRef="#ctx0" brushRef="#br0">10 2 12877,'0'0'47,"-1"0"0,1-1 0,0 1-1,0 0 1,0 0 0,-1 0 0,1 0 0,0 0-1,0 0 1,-1 0 0,1 0 0,0 0 0,0 0-1,-1 0 1,1 0 0,0 0 0,0 0 0,-1 0-1,1 0 1,0 0 0,0 0 0,-1 0 0,1 0-1,0 0 1,0 1 0,-1-1 0,1 0 0,0 0-1,0 0 1,0 0 0,-1 1 0,1-1 0,0 0-1,0 0 1,0 0 0,0 1 0,-1-1 0,1 0 0,0 0-1,0 1 1,0-1 0,0 0 0,0 0 0,0 0-1,0 1 1,4 15 1455,-2-13-1332,-1 1 0,0-1 0,0 0 0,0 1 0,-1-1 0,1 1 0,0 4 0,-3 13 267,-1 19 197,2 1-1,4 52 1,-1-81-603,0 1 0,0-1 0,1 0 0,1 0 0,0 0 0,0 0 0,1-1 0,1 1 0,0-1 0,1-1 0,14 19 0,-8-15-30,1-1-1,0 0 1,1-1 0,1-1-1,0 0 1,0-1 0,1-1 0,24 10-1,22 5-68,66 16-1,-99-32 53,318 82-432,12 2-749,-260-63 422,239 73-1666,-118-21-3600,-118-38-528</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9.787"/>
    </inkml:context>
    <inkml:brush xml:id="br0">
      <inkml:brushProperty name="width" value="0.035" units="cm"/>
      <inkml:brushProperty name="height" value="0.035" units="cm"/>
    </inkml:brush>
  </inkml:definitions>
  <inkml:trace contextRef="#ctx0" brushRef="#br0">0 106 4292,'67'-12'892,"-35"1"-171,-20 2-245,20-2-276,9-9-424,-15 6-721,5-1-655,8 1 772</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1.256"/>
    </inkml:context>
    <inkml:brush xml:id="br0">
      <inkml:brushProperty name="width" value="0.035" units="cm"/>
      <inkml:brushProperty name="height" value="0.035" units="cm"/>
      <inkml:brushProperty name="color" value="#008C3A"/>
    </inkml:brush>
  </inkml:definitions>
  <inkml:trace contextRef="#ctx0" brushRef="#br0">1 5619 27910,'7805'-5618'0</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31.759"/>
    </inkml:context>
    <inkml:brush xml:id="br0">
      <inkml:brushProperty name="width" value="0.035" units="cm"/>
      <inkml:brushProperty name="height" value="0.035" units="cm"/>
      <inkml:brushProperty name="color" value="#008C3A"/>
    </inkml:brush>
  </inkml:definitions>
  <inkml:trace contextRef="#ctx0" brushRef="#br0">616 1 8261,'-2'2'1165,"-8"15"248,-18 23 1477,14-23-1905,1 2-1,1-1 1,0 2 0,2-1-1,0 2 1,1-1-1,-6 25 1,14-42-890,-1 2 86,2 1 0,-1 0 0,1 0 0,0 0-1,0 0 1,0 0 0,1 0 0,0-1 0,2 10 0,0 0 273,5 22 290,-5-26-494,-1 1 1,0-1 0,-1 0-1,0 1 1,0-1-1,-3 24 1,-87 470 2420,38-228-2088,-144 915 510,79 11-761,92 453-48,24-1373-286,6 132-21,-5 267-26,-3-622 36,-14 295-34,13-320 54,-8 166-51,16-113 762,21-106-203,5-16-384,-27 29-133,0 0 1,1 0-1,-1 0 0,1 0 1,0 1-1,0 0 0,1 0 1,11-7-1,19-5 30,2 1 0,72-18 0,84-7-74,-142 31 51,758-89 82,-628 81-56,533-28-107,4 25 91,-339 12-60,2945-95-57,-2919 87 313,-381 14-211,-6 1 0,0 0 0,0 2 0,-1 0 0,28 6 0,-33-6-1769,-17-4-2224,-15-1-2792,19-17-10451</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33.595"/>
    </inkml:context>
    <inkml:brush xml:id="br0">
      <inkml:brushProperty name="width" value="0.035" units="cm"/>
      <inkml:brushProperty name="height" value="0.035" units="cm"/>
      <inkml:brushProperty name="color" value="#008C3A"/>
    </inkml:brush>
  </inkml:definitions>
  <inkml:trace contextRef="#ctx0" brushRef="#br0">3 56 10701,'0'-2'402,"-1"0"1,1 0-1,0 0 0,-1 0 1,1-1-1,0 1 0,0 0 1,0 0-1,0 0 1,1 0-1,-1 0 0,0 0 1,1 0-1,0 0 0,-1-1 1,1 2-1,0-1 0,0 0 1,2-3-1,-2 4-135,0 0-1,0 0 1,0 0 0,0 0 0,0 1-1,0-1 1,0 0 0,0 0-1,1 1 1,-1-1 0,0 0-1,1 1 1,-1-1 0,0 1-1,2-1 1,17 3-1251,191 69 2753,-69-21-1469,-24-6-264,34 10-2968,-82-33-3503,-66-20 1819</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33.749"/>
    </inkml:context>
    <inkml:brush xml:id="br0">
      <inkml:brushProperty name="width" value="0.035" units="cm"/>
      <inkml:brushProperty name="height" value="0.035" units="cm"/>
      <inkml:brushProperty name="color" value="#008C3A"/>
    </inkml:brush>
  </inkml:definitions>
  <inkml:trace contextRef="#ctx0" brushRef="#br0">640 0 11817,'-97'30'2044,"60"3"-132,7 1-347,-4 5-309,1 0-304,-1 3-156,1 12-172,-14 4-88,3 5-132,-3 6-132,0 1-336,4-4-604,6 0-712,7 1-624,3-4-3377,7 0-4316</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34.034"/>
    </inkml:context>
    <inkml:brush xml:id="br0">
      <inkml:brushProperty name="width" value="0.035" units="cm"/>
      <inkml:brushProperty name="height" value="0.035" units="cm"/>
      <inkml:brushProperty name="color" value="#008C3A"/>
    </inkml:brush>
  </inkml:definitions>
  <inkml:trace contextRef="#ctx0" brushRef="#br0">0 13 8733,'61'-12'2048,"-41"12"-304,13 0-204,4 3-272,-7 3-131,24 3-205,-7 6-176,0 0-176,10 3-140,-1 3-172,1 3-100,-3 0-392,-4 0-532,4 10-616,-7-4-305,-14 0-715,1-3-1436,-8 6-2553</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34.161"/>
    </inkml:context>
    <inkml:brush xml:id="br0">
      <inkml:brushProperty name="width" value="0.035" units="cm"/>
      <inkml:brushProperty name="height" value="0.035" units="cm"/>
      <inkml:brushProperty name="color" value="#008C3A"/>
    </inkml:brush>
  </inkml:definitions>
  <inkml:trace contextRef="#ctx0" brushRef="#br0">593 1 7453,'-64'6'1980,"14"6"-392,13 0-348,0 3-264,-3 6-92,0 9-272,-7 3-164,-7 7-628,1 8-588,-7 6-532,-1 3-2460,11 4-2429</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35.077"/>
    </inkml:context>
    <inkml:brush xml:id="br0">
      <inkml:brushProperty name="width" value="0.035" units="cm"/>
      <inkml:brushProperty name="height" value="0.035" units="cm"/>
      <inkml:brushProperty name="color" value="#008C3A"/>
    </inkml:brush>
  </inkml:definitions>
  <inkml:trace contextRef="#ctx0" brushRef="#br0">1 10 11729,'1'0'190,"1"1"1,-1-1-1,1 1 0,0-1 0,-1 0 1,1 1-1,-1-1 0,1 0 0,0 0 0,-1 0 1,1 0-1,-1-1 0,1 1 0,0 0 1,-1-1-1,1 1 0,-1-1 0,1 1 1,-1-1-1,2-1 0,-1 1 25,0 0 0,0 0 0,1 1 0,-1-1 0,0 0 0,0 1 0,0-1 0,1 1 0,-1 0 0,0 0-1,1 0 1,3 0 0,45 11 1414,51 20 0,-56-17-1137,297 118 1129,-13 30-2356,-114-32-3403,-80-34-2048,-104-70 2216,-2-1-1906</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35.246"/>
    </inkml:context>
    <inkml:brush xml:id="br0">
      <inkml:brushProperty name="width" value="0.035" units="cm"/>
      <inkml:brushProperty name="height" value="0.035" units="cm"/>
      <inkml:brushProperty name="color" value="#008C3A"/>
    </inkml:brush>
  </inkml:definitions>
  <inkml:trace contextRef="#ctx0" brushRef="#br0">1374 218 6049,'-13'-37'3083,"-14"-73"-1,27 106-2881,-1 1-1,1 0 0,-1-1 0,0 1 1,0 0-1,0 0 0,-1 0 0,1 0 1,-1 0-1,1 0 0,-1 0 0,0 1 1,0-1-1,-1 1 0,1-1 0,0 1 1,-1 0-1,1 0 0,-1 0 0,0 0 1,0 0-1,0 1 0,0-1 0,0 1 1,0 0-1,0-1 0,0 2 0,0-1 1,-4 0-1,-1 0 22,0 0 0,0 1 0,0 1 0,1-1 0,-1 1 0,0 0-1,0 1 1,1 0 0,-1 0 0,1 1 0,-8 3 0,-5 5 52,1 1 0,1 0 0,0 2 0,1 0 0,0 0 0,-25 30-1,15-16-38,-267 314 845,140-152-1841,0-14-1284,-135 167-8000,191-216 1763</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5.138"/>
    </inkml:context>
    <inkml:brush xml:id="br0">
      <inkml:brushProperty name="width" value="0.035" units="cm"/>
      <inkml:brushProperty name="height" value="0.035" units="cm"/>
      <inkml:brushProperty name="color" value="#008C3A"/>
    </inkml:brush>
  </inkml:definitions>
  <inkml:trace contextRef="#ctx0" brushRef="#br0">1 13 13321,'60'-12'2140,"-47"18"-231,4 0-217,0-3-220,10 9-352,20 12-216,-17 0-192,3 3-120,7 6-112,4 9-252,-1 10-568,-6-4-564,3 3-748,-6 6-560,-1-2-840,-9-4-1765,9 6-3792</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5.278"/>
    </inkml:context>
    <inkml:brush xml:id="br0">
      <inkml:brushProperty name="width" value="0.035" units="cm"/>
      <inkml:brushProperty name="height" value="0.035" units="cm"/>
      <inkml:brushProperty name="color" value="#008C3A"/>
    </inkml:brush>
  </inkml:definitions>
  <inkml:trace contextRef="#ctx0" brushRef="#br0">842 43 9957,'-61'-28'2608,"41"25"-140,-3 0-83,-14-3-125,3 3-404,-6 12-364,-114 58 1332,101-28-2612,-11 9-904,-10 15-1104,-13 16-1236,-10 8-3061,0 7-5372</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6.041"/>
    </inkml:context>
    <inkml:brush xml:id="br0">
      <inkml:brushProperty name="width" value="0.035" units="cm"/>
      <inkml:brushProperty name="height" value="0.035" units="cm"/>
      <inkml:brushProperty name="color" value="#008C3A"/>
    </inkml:brush>
  </inkml:definitions>
  <inkml:trace contextRef="#ctx0" brushRef="#br0">3 145 9913,'-1'-2'375,"1"-1"0,-1 0 0,1 0 1,0 1-1,-1-1 0,2 0 0,-1 0 0,0 0 1,0 0-1,1 1 0,-1-1 0,1 0 0,1-3 0,1 1 251,1 0 0,0 1 0,-1-1 0,1 1 0,8-7-1,-4 4-235,1 0 0,0 0 0,1 1 0,-1 1 1,1 0-1,0 0 0,0 0 0,1 2 0,-1-1 0,1 1 0,0 1 0,16-2 0,13 0 229,0 2 0,46 4 0,14 5-339,-1 5 1,140 34 0,-23 12-2666,-6 8-3958,-148-45 594,-5 0-3480</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6.212"/>
    </inkml:context>
    <inkml:brush xml:id="br0">
      <inkml:brushProperty name="width" value="0.035" units="cm"/>
      <inkml:brushProperty name="height" value="0.035" units="cm"/>
      <inkml:brushProperty name="color" value="#008C3A"/>
    </inkml:brush>
  </inkml:definitions>
  <inkml:trace contextRef="#ctx0" brushRef="#br0">1039 19 11121,'-40'9'2288,"-7"-18"-196,14 0-43,16 6 115,-17-3-244,-16 9-284,7 3-320,-4-3-264,-3 9-248,-4 6-172,-10 9-291,1 9-782,-8 7-435,-12 2-788,-4-3-960,3 3 424,-3 9-3633,3-2-4960</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6.665"/>
    </inkml:context>
    <inkml:brush xml:id="br0">
      <inkml:brushProperty name="width" value="0.035" units="cm"/>
      <inkml:brushProperty name="height" value="0.035" units="cm"/>
      <inkml:brushProperty name="color" value="#008C3A"/>
    </inkml:brush>
  </inkml:definitions>
  <inkml:trace contextRef="#ctx0" brushRef="#br0">6 118 8501,'-5'-76'7527,"5"42"-1749,1 27-3470,1 9-802,16 47-746,2 0 0,38 64 1,-25-49-667,7 13-1172,51 104-3791,-40-58-5883,-35-89 2440</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6.789"/>
    </inkml:context>
    <inkml:brush xml:id="br0">
      <inkml:brushProperty name="width" value="0.035" units="cm"/>
      <inkml:brushProperty name="height" value="0.035" units="cm"/>
      <inkml:brushProperty name="color" value="#008C3A"/>
    </inkml:brush>
  </inkml:definitions>
  <inkml:trace contextRef="#ctx0" brushRef="#br0">721 19 9321,'-60'-18'1968,"26"24"-308,-23 3-292,14 0-276,2 6-236,-5 6-175,-8 9-161,-6 7-728,-11 5-885,-12-6-807,-5 12-2204,5 9-3073</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4.587"/>
    </inkml:context>
    <inkml:brush xml:id="br0">
      <inkml:brushProperty name="width" value="0.035" units="cm"/>
      <inkml:brushProperty name="height" value="0.035" units="cm"/>
      <inkml:brushProperty name="color" value="#008C3A"/>
    </inkml:brush>
  </inkml:definitions>
  <inkml:trace contextRef="#ctx0" brushRef="#br0">7 114 9205,'-1'-2'376,"0"-1"1,0 1-1,1 0 0,-1 0 1,0-1-1,1 1 0,-1 0 1,1-1-1,0 1 0,0 0 1,0-1-1,0 1 0,0-1 1,1 1-1,-1 0 0,1-1 1,-1 1-1,1 0 0,0 0 1,1-4-1,3-2 916,-1 1-1,1 0 1,0 0 0,6-7-1,-5 8-1152,-6 5-79,1 1 0,0-1 1,0 0-1,0 1 0,0-1 0,0 1 1,0-1-1,0 1 0,0-1 1,0 1-1,1 0 0,-1-1 0,0 1 1,0 0-1,0 0 0,3 0 0,1-1 103,4-1-67,1 1-1,-1 0 0,0 1 1,0 0-1,1 0 0,-1 1 1,0 0-1,0 0 0,0 1 1,0 0-1,0 1 0,9 3 1,12 8-811,0 1 1,30 20 0,31 15-4203,-73-42 2624,1-2-1,0 0 1,21 3-1,10 2-4620</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4.714"/>
    </inkml:context>
    <inkml:brush xml:id="br0">
      <inkml:brushProperty name="width" value="0.035" units="cm"/>
      <inkml:brushProperty name="height" value="0.035" units="cm"/>
      <inkml:brushProperty name="color" value="#008C3A"/>
    </inkml:brush>
  </inkml:definitions>
  <inkml:trace contextRef="#ctx0" brushRef="#br0">821 171 8753,'-37'-57'1777,"33"49"-903,1 1-1,0-1 1,0 1 0,-3-15-1,5 19-659,1 1 1,-1-1-1,1 0 1,-1 0-1,0 1 0,0-1 1,0 1-1,-1-1 0,1 1 1,0-1-1,-1 1 0,0 0 1,1 0-1,-1-1 0,0 1 1,0 0-1,0 1 0,0-1 1,-1 0-1,1 1 0,0-1 1,-1 1-1,1 0 1,-1 0-1,-4-2 0,-1 1 36,1 1 1,0 0-1,-1 0 0,1 1 0,-1-1 0,0 2 1,1-1-1,-1 1 0,1 0 0,0 1 0,-1-1 1,1 2-1,0-1 0,0 1 0,0 0 0,-13 8 0,3-1 22,1 0 0,0 1-1,0 1 1,1 1 0,-22 23-1,1 10-465,1 1 0,-36 66-1,-6 9-2161,-86 110-7667,82-102-385</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7.152"/>
    </inkml:context>
    <inkml:brush xml:id="br0">
      <inkml:brushProperty name="width" value="0.035" units="cm"/>
      <inkml:brushProperty name="height" value="0.035" units="cm"/>
      <inkml:brushProperty name="color" value="#008C3A"/>
    </inkml:brush>
  </inkml:definitions>
  <inkml:trace contextRef="#ctx0" brushRef="#br0">0 249 5577,'38'-59'3714,"-31"46"-2898,1 0 1,0 0-1,1 1 1,1 0-1,0 1 1,18-17-1,-15 18-397,0 0 0,1 1 0,0 1 0,1 0 0,0 0 0,0 2 0,1 0-1,-1 0 1,1 2 0,0 0 0,30-3 0,-10 6-304,1 1 1,0 2-1,-1 1 0,1 2 1,-1 1-1,0 3 0,-1 0 0,35 16 1,16 8-1745,-4-1-1856,-24-14-3087,-29-12 171</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7.292"/>
    </inkml:context>
    <inkml:brush xml:id="br0">
      <inkml:brushProperty name="width" value="0.035" units="cm"/>
      <inkml:brushProperty name="height" value="0.035" units="cm"/>
      <inkml:brushProperty name="color" value="#008C3A"/>
    </inkml:brush>
  </inkml:definitions>
  <inkml:trace contextRef="#ctx0" brushRef="#br0">476 45 5965,'-47'-12'1812,"40"0"0,-3 0 1276,-10 6-2024,4 3-148,-5 15-40,-12 21-128,6 0-171,0 16-153,-6 11-32,-1 15-312,-9 1-996,-7 8-697,-4 4-2799,0-1-3417</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49.484"/>
    </inkml:context>
    <inkml:brush xml:id="br0">
      <inkml:brushProperty name="width" value="0.035" units="cm"/>
      <inkml:brushProperty name="height" value="0.035" units="cm"/>
      <inkml:brushProperty name="color" value="#008C3A"/>
    </inkml:brush>
  </inkml:definitions>
  <inkml:trace contextRef="#ctx0" brushRef="#br0">0 4474 4608,'0'0'8670,"5"-3"-8089,12-6-124,-1 1 0,1 0 0,0 1 0,22-5-1,40-8-85,-2-3 0,81-37 0,138-83 77,-223 101-344,123-93-1,49-76-10,-7-32-41,-99 96-54,409-385-249,246-262 11,-526 478 96,150-159 51,-309 370 53,120-89 0,41 15 117,-170 118-69,119-99-1,-186 132-5,-1-2-1,-2-2 0,-1 0 1,-2-2-1,-1-1 0,30-56 1,60-135-33,-111 215 14,0 0-1,1 0 1,0 0 0,1 1-1,11-13 1,-17 21 100,-32 33-9089,12-11 3700</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50.471"/>
    </inkml:context>
    <inkml:brush xml:id="br0">
      <inkml:brushProperty name="width" value="0.035" units="cm"/>
      <inkml:brushProperty name="height" value="0.035" units="cm"/>
      <inkml:brushProperty name="color" value="#008C3A"/>
    </inkml:brush>
  </inkml:definitions>
  <inkml:trace contextRef="#ctx0" brushRef="#br0">0 3788 5641,'11'0'608,"0"-1"1,0 0 0,0 0-1,-1-1 1,1-1 0,-1 0 0,1 0-1,-1-1 1,0 0 0,-1-1-1,12-6 1,5-10 580,28-28-1,2-2 234,111-83 1153,221-136-1,-112 97-1930,795-540 261,-875 567-871,-7-10-1,323-341 1,125-265-86,-553 656 71,82-114-58,-57 69 61,-77 107-33,101-134-38,-131 175 45,0 1 0,-1-1 0,1 0 0,-1 0 1,0 0-1,0 0 0,0 0 0,1-6 0,-1 3 3,-1 6 2,1 0-1,-1 0 1,0 0-1,0 0 0,0 0 1,0-1-1,0 1 1,0 0-1,0 0 0,0 0 1,0 0-1,0 0 1,0-1-1,0 1 0,0 0 1,0 0-1,0 0 1,0 0-1,0 0 0,0-1 1,0 1-1,0 0 1,0 0-1,0 0 0,0 0 1,0 0-1,0-1 1,-1 1-1,1 0 0,0 0 1,0 0-1,0 0 1,0 0-1,0 0 0,0 0 1,0-1-1,-1 1 1,1 0-1,0 0 0,0 0 1,0 0-1,0 0 1,0 0-1,0 0 0,-1 0 1,1 0-1,0 0 1,0 0-1,0 0 0,-12-6-278,0 0 0,-1 2-1,1-1 1,-1 1-1,0 1 1,0 0-1,0 1 1,-1 1-1,1 0 1,0 1-1,0 0 1,-1 1-1,1 0 1,-15 4-1,-26 5-2271,9-1-3796,18-1-1014</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1:51.287"/>
    </inkml:context>
    <inkml:brush xml:id="br0">
      <inkml:brushProperty name="width" value="0.035" units="cm"/>
      <inkml:brushProperty name="height" value="0.035" units="cm"/>
      <inkml:brushProperty name="color" value="#008C3A"/>
    </inkml:brush>
  </inkml:definitions>
  <inkml:trace contextRef="#ctx0" brushRef="#br0">10 1 4896,'13'2'679,"-8"-2"-1,-7 0 85,0 0-292,0 0 0,0 0 1,0 1-1,0-1 0,0 0 0,0 1 0,0-1 1,0 1-1,1 0 0,-1-1 0,-3 3 0,28 6 861,42 9-216,78 26 190,562 281 958,-107-45-1775,286 83-212,21-47-147,414 41-90,-1243-340-50,400 79-32,-438-89 53,412 65 108,-307-57-211,-124-14 124,0-1 1,0-1 0,0 0-1,0-2 1,26-6 0,-41 8-12</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23.267"/>
    </inkml:context>
    <inkml:brush xml:id="br0">
      <inkml:brushProperty name="width" value="0.035" units="cm"/>
      <inkml:brushProperty name="height" value="0.035" units="cm"/>
    </inkml:brush>
  </inkml:definitions>
  <inkml:trace contextRef="#ctx0" brushRef="#br0">472 232 8345,'4'-5'630,"0"0"0,0 0-1,0 0 1,-1-1 0,0 1 0,0-1 0,-1 0 0,1 0 0,-1 0 0,0-1 0,-1 1-1,0 0 1,0-1 0,0 1 0,-1-12 0,-6-77 8152,6 92-7872,9-22 1025,-5 21-1107,-5 19-125,-111 692 483,-19-280-1186,36-138 0,54-151 0,-7 20 0,-32 196 0,76-330 0,2 1 0,0-1 0,1 1 0,2-1 0,4 33 0,-4-49 0,0 0 0,1-1 0,0 1 0,1-1 0,-1 1 0,2-1 0,-1 0 0,1 0 0,0 0 0,0 0 0,1-1 0,0 0 0,0 0 0,0 0 0,1 0 0,0-1 0,0 0 0,0 0 0,1-1 0,8 5 0,3-1 0,0-1 0,1-1 0,0 0 0,0-2 0,0 0 0,22 1 0,119 1 0,-158-6 0,46-1-133,0-2 0,90-18-1,-108 15-95,1-3-1,-2 0 0,1-2 1,-2-1-1,39-22 1,-64 32-438,0 0 1,0 0 0,0 0-1,0-1 1,0 1 0,0-1 0,0 0-1,-1 0 1,1 0 0,-1 0-1,0 0 1,3-6 0,1-13-6660,-3-1-4692</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24.358"/>
    </inkml:context>
    <inkml:brush xml:id="br0">
      <inkml:brushProperty name="width" value="0.035" units="cm"/>
      <inkml:brushProperty name="height" value="0.035" units="cm"/>
    </inkml:brush>
  </inkml:definitions>
  <inkml:trace contextRef="#ctx0" brushRef="#br0">667 239 8525,'-2'-3'2637,"-4"-9"-679,4 8-1461,0-1 0,0 1 0,0 1 1,0-1-1,-1 0 0,0 0 0,1 1 0,-1 0 1,-1-1-1,1 1 0,0 1 0,-1-1 0,1 0 0,-1 1 1,0-1-1,-5-1 0,-6-2 83,0 1 0,0 1 0,-1 0 0,1 1-1,-1 1 1,0 1 0,1 0 0,-1 0 0,-30 5 0,27-1-348,0 1-1,0 1 1,0 1 0,0 1-1,1 0 1,0 1 0,1 1-1,-22 15 1,9-3 72,-50 43 0,66-51-250,1 0 0,1 1 1,0 1-1,1 0 0,0 0 1,-9 19-1,16-25-38,-1 0 1,1 0-1,1 0 0,0 1 0,0-1 1,1 1-1,0 0 0,1 0 0,0 0 1,0 0-1,1 0 0,1 11 0,0-15-18,0 0-1,1 1 1,-1-1-1,1 0 0,1 0 1,-1 0-1,1 0 0,3 5 1,-4-8 1,0-1 0,0 0 0,0 1 1,0-1-1,0 0 0,1 0 0,-1-1 0,0 1 0,1 0 1,0-1-1,-1 1 0,1-1 0,0 0 0,0 0 0,0 0 1,0 0-1,0 0 0,0-1 0,0 0 0,0 1 0,4-1 0,8-1-2,-1 0-1,1-1 0,-1 0 0,0-2 0,0 1 0,0-2 0,0 0 0,15-8 0,15-10-6,45-32 0,-51 30-38,64-32 1,-100 56 49,1 0-1,0-1 1,-1 2 0,1-1 0,0 0 0,0 0-1,-1 1 1,1 0 0,0-1 0,0 1-1,0 0 1,0 0 0,0 1 0,-1-1 0,1 1-1,0-1 1,0 1 0,0 0 0,-1 0 0,1 0-1,-1 0 1,1 1 0,-1-1 0,1 1-1,-1-1 1,0 1 0,1 0 0,-1 0 0,0 0-1,2 3 1,4 6 15,0 1 0,-1 0-1,0 0 1,0 0 0,4 15 0,3 6-12,-4-14-3,-4-5 11,2 1 0,-1-1 0,2 0 0,15 19-1,-20-29-8,1 0-1,-1 0 1,0-1 0,1 1-1,0-1 1,0 0-1,0 0 1,0-1-1,0 1 1,0-1-1,1 0 1,-1-1 0,1 1-1,-1-1 1,1 0-1,10 0 1,-5-1-1,0-1 1,0 1 0,-1-2 0,1 1-1,0-2 1,-1 1 0,1-1-1,15-8 1,-8 3 47,-1-1-1,0-1 1,-1-1-1,18-15 1,9-13 63,-2-2 0,42-53 0,-81 91-117,131-177 472,-70 89 216,-33 46-536,-18 26-119,1 1-1,22-26 0,-33 42-29,0 1 0,0-1 0,0 1 0,0-1 0,0 1 0,1 0 0,-1 0 0,0 0 0,1 0 0,-1 0 0,1 1 0,-1-1 0,1 1 0,-1-1 0,1 1 0,0 0 0,-1 0 0,1 0 0,-1 1 0,1-1 0,-1 0 0,1 1 0,-1 0 0,1-1 0,-1 1 0,1 0 0,-1 0 0,0 1 0,0-1 0,1 0 0,2 4 0,4 1 0,-2 0 0,1 0 0,-1 1 0,0 0 0,0 1 0,-1-1 0,7 11 0,9 18 0,-3 0 0,0 0 0,-3 2 0,-1 0 0,-2 1 0,9 43 0,-20-60 0,0 1 0,-1 0 0,-1 0 0,-2 0 0,0-1 0,-1 1 0,-1-1 0,-13 39 0,13-50 0,0 0 0,-1 0 0,0 0 0,-1-1 0,0 0 0,0 0 0,-1 0 0,0-1 0,-1 0 0,-15 13 0,9-10 0,-1-1 0,0-1 0,-1-1 0,0 0 0,-25 10 0,23-14 0,13-5 0,1 0 0,0 0 0,0-1 0,0 1 0,0-1 0,0 0 0,0 0 0,0 0 0,1-1 0,-1 1 0,-4-4 0,7 5 0,0-1 0,0 0 0,0 0 0,0 0 0,0 0 0,0 1 0,1-1 0,-1 0 0,0 0 0,1-1 0,-1 1 0,1 0 0,-1 0 0,1 0 0,0 0 0,-1 0 0,1-2 0,0 0 0,0 1 0,0-1 0,0 1 0,0 0 0,1-1 0,-1 1 0,1-1 0,0 1 0,0 0 0,0 0 0,0 0 0,2-3 0,2-4 0,1 1 0,1-1 0,0 1 0,0 1 0,1-1 0,-1 1 0,2 1 0,13-10 0,84-43 0,-58 34 0,14-9-25,151-87-296,-158 86 202,87-72 1,-85 53 295,-3-3 1,83-114 0,-86 105-128,-41 54-50,-10 12 0,0 0 0,1-1 0,-1 1 0,0 0 0,1-1 0,-1 1 0,1 0 0,-1-1 0,0 1 0,1 0 0,-1 0 0,1 0 0,-1-1 0,1 1 0,-1 0 0,0 0 0,1 0 0,-1 0 0,1 0 0,-1 0 0,1 0 0,-1 0 0,1 0 0,-1 0 0,1 0 0,-1 0 0,1 0 0,-1 0 0,1 0 0,-1 1 0,0-1 0,1 0 0,-1 0 0,1 1 0,-1-1 0,0 0 0,1 0 0,-1 1 0,0-1 0,1 0 0,-1 1 0,0-1 0,1 1 0,-1-1 0,0 0 0,0 1 0,1-1 0,-1 1 0,0-1 0,0 1 0,0-1 0,0 0 0,0 2 0,3 1 0,-2 0 0,1 1 0,0-1 0,-1 1 0,0 0 0,1-1 0,-1 1 0,-1 0 0,1 0 0,-1 0 0,1 0 0,-1 0 0,-1 5 0,-8 57 0,5-40 0,2 10 0,1 0 0,2 1 0,1-1 0,14 71 0,-8-64 0,-2 2 0,1 66 0,-7-93 0,-1 0 0,-1 0 0,0-1 0,-1 1 0,-1-1 0,-1 0 0,0 0 0,-14 31 0,12-36-14,1 0 0,-2-1 0,0 0 0,0 0 1,-1 0-1,0-1 0,-1-1 0,0 1 0,0-1 0,-1-1 0,0 0 0,-1-1 0,0 0 0,0-1 1,0 0-1,-1-1 0,0 0 0,-25 5 0,38-10-9,-1 0 0,1 0 0,0 1 1,0-1-1,0 0 0,0 0 0,0 0 0,0 0 0,0 0 1,0 0-1,-1 0 0,1 0 0,0 0 0,0 0 0,0 0 0,0 0 1,0 0-1,0 0 0,0 0 0,-1 0 0,1-1 0,0 1 1,0 0-1,0 0 0,0 0 0,0 0 0,0 0 0,0 0 0,0 0 1,0 0-1,-1 0 0,1 0 0,0 0 0,0 0 0,0-1 1,0 1-1,0 0 0,0 0 0,0 0 0,0 0 0,0 0 0,0 0 1,0 0-1,0 0 0,0-1 0,0 1 0,0 0 0,0 0 1,0 0-1,0 0 0,0 0 0,0 0 0,0 0 0,0-1 1,0 1-1,0 0 0,0 0 0,0 0 0,0 0 0,0 0 0,0 0 1,0 0-1,1 0 0,-1-6-515,1 0-1,0 0 1,0 0 0,0 1 0,1-1-1,0 1 1,0-1 0,1 1 0,-1 0 0,1 0-1,5-8 1,8-7-4157,24-26 1,-38 44 4178,41-41-11177</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24.670"/>
    </inkml:context>
    <inkml:brush xml:id="br0">
      <inkml:brushProperty name="width" value="0.035" units="cm"/>
      <inkml:brushProperty name="height" value="0.035" units="cm"/>
    </inkml:brush>
  </inkml:definitions>
  <inkml:trace contextRef="#ctx0" brushRef="#br0">267 1 11405,'-1'1'195,"0"0"-1,0 0 1,0 0-1,0 0 1,0-1-1,0 1 1,0 0-1,0 0 1,-1-1 0,1 1-1,0-1 1,0 1-1,-1-1 1,1 0-1,0 1 1,-1-1-1,1 0 1,-1 0-1,1 0 1,0 0 0,-1 0-1,1 0 1,0 0-1,-1-1 1,1 1-1,0 0 1,-1-1-1,1 1 1,-2-2 0,0 1 230,1 0-1,0 1 1,-1-1 0,1 0 0,0 1 0,-1-1 0,1 1 0,-1 0 0,1 0 0,0 0 0,-5 1 0,2 0 35,0 0 1,0 1-1,0 0 0,1 0 0,-1 0 0,0 1 0,1-1 0,0 1 0,-1 0 0,1 1 1,0-1-1,1 1 0,-1-1 0,1 1 0,-1 0 0,-2 5 0,-4 8 362,0-1-1,-14 36 0,18-37-706,-8 20-114,1 0 1,2 2 0,2-1 0,1 1 0,2 0 0,2 1-1,1-1 1,2 1 0,1 0 0,2 0 0,2-1-1,2 0 1,14 56 0,-15-78-2,0 0 0,1-1 0,0 0 0,1 0 0,1-1 0,0 0 0,1 0 0,0-1 0,1 0 0,0 0 0,1-1 0,0-1 0,1 0 0,0 0 0,18 10 0,-18-14 0,0 0 0,0 0 0,0-1 0,1-1 0,0 0 0,0-1 0,0-1 0,0 0 0,0 0 0,1-1 0,-1-1 0,0 0 0,1-1 0,-1 0 0,0-1 0,0-1 0,0 0 0,15-6 0,-5 0 0,-2-1 0,1-1 0,-1-1 0,-1-1 0,0-1 0,-1 0 0,-1-2 0,0 0 0,-1-1 0,0 0 0,-2-2 0,21-30 0,-23 30 0,-2-1 0,0 0 0,-1-1 0,-1 0 0,0-1 0,-2 0 0,-1 0 0,-1 0 0,0-1 0,-2 0 0,-1 0 0,0 0 0,-3-28 0,-1 36 3,0 0 0,-1 0-1,-1 0 1,0 0 0,-1 1 0,-1 0 0,0 0 0,-1 0-1,-14-21 1,9 18 1,-1 1 0,-1 0 0,0 1 0,-1 0 0,-1 1 0,-28-19 1,22 18-29,-2 1 0,0 2 1,0 0-1,-1 1 1,-1 2-1,0 1 1,0 0-1,0 2 1,-1 1-1,0 2 1,-34-2-1,41 6-1115,1 0 1,-36 7-1,9 6-3273,7 10-4061,6 8-4783</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26.726"/>
    </inkml:context>
    <inkml:brush xml:id="br0">
      <inkml:brushProperty name="width" value="0.035" units="cm"/>
      <inkml:brushProperty name="height" value="0.035" units="cm"/>
    </inkml:brush>
  </inkml:definitions>
  <inkml:trace contextRef="#ctx0" brushRef="#br0">130 151 8273,'-15'-9'2403,"0"1"0,2-2 0,-22-17 0,4 2 2785,29 24-4754,0-1 0,0 0-1,1 0 1,-1 0 0,1-1-1,-1 1 1,1 0-1,0-1 1,0 1 0,-2-5-1,1 2 463,2 3-695,-1 1 1,1-1 0,0 0 0,0 1 0,0-1-1,0 0 1,0 1 0,1-1 0,-1 0-1,0 1 1,1-1 0,0 1 0,-1-1-1,1 1 1,0-1 0,-1 1 0,1-1 0,1-1-1,2 2-186,0-1-1,0 1 0,0 0 1,0 1-1,0-1 0,0 1 1,0-1-1,0 1 0,0 0 1,0 1-1,1-1 0,-1 1 1,6 2-1,-2-2-20,27 6 6,-1 1 0,0 2 0,0 2 0,-1 1 0,-1 1 0,0 2 0,-1 1 0,-1 1 0,-1 2 0,0 1 0,-2 1 0,0 2 0,-2 0 0,-1 2 0,0 1 0,-2 0 0,24 41 0,-17-17 0,42 101 0,-61-122 0,-1 0 0,-1 0 0,-1 1 0,-2 0 0,2 38 0,-5-25 0,-2 0 0,-7 55 0,4-80 0,-1 1 0,-1-1 0,0 1 0,-2-1 0,0-1 0,-1 1 0,-11 19 0,18-37 0,0 1 0,-1 0 0,1 0 0,0 0 0,0-1 0,-1 1 0,1-1 0,-1 1 0,1-1 0,-1 1 0,0-1 0,1 0 0,-1 0 0,0 0 0,0 0 0,0 0 0,0 0 0,0-1 0,0 1 0,0-1 0,0 1 0,0-1 0,0 0 0,0 1 0,0-1 0,0 0 0,0-1 0,-1 1 0,1 0 0,0-1 0,0 1 0,0-1 0,0 1 0,0-1 0,0 0 0,0 0 0,1 0 0,-1 0 0,0 0 0,0 0 0,1-1 0,-1 1 0,-2-3 0,-2-4 0,0 0 0,1 0 0,0 0 0,0-1 0,1 0 0,0 0 0,0 0 0,1 0 0,0-1 0,1 1 0,0-1 0,1 0 0,0 0 0,0 1 0,1-11 0,2-22 0,1 0 0,11-50 0,-9 64 0,4-14-822,1 1 0,2 0 0,2 0-1,1 1 1,3 1 0,1 1 0,1 1 0,46-62 0,-42 67-358,2 2 1,1 0-1,1 1 0,2 2 1,0 1-1,2 2 1,1 0-1,1 3 0,55-27 1,-11 15-9409</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34.640"/>
    </inkml:context>
    <inkml:brush xml:id="br0">
      <inkml:brushProperty name="width" value="0.035" units="cm"/>
      <inkml:brushProperty name="height" value="0.035" units="cm"/>
    </inkml:brush>
  </inkml:definitions>
  <inkml:trace contextRef="#ctx0" brushRef="#br0">1 454 9133,'0'0'1723,"26"-19"5165,-22 18-6711,46-11 1356,0-2-1,85-38 1,-121 45-1414,0 0-1,0-2 1,-1 1 0,0-2 0,0 1-1,-1-2 1,-1 0 0,0 0-1,0-1 1,-1 0 0,0-1-1,-2 0 1,14-26 0,-17 28 26,-1 0-1,-1 0 1,0-1 0,0 0 0,-1 0 0,-1 1-1,0-1 1,0 0 0,-1 0 0,-3-22 0,3 33-129,0-1 1,-1 1 0,1-1-1,0 1 1,-1 0 0,1-1-1,-1 1 1,1-1-1,-1 1 1,1 0 0,-1 0-1,0 0 1,0-1 0,0 1-1,0 0 1,0 0 0,0 0-1,0 0 1,0 0-1,0 0 1,0 1 0,0-1-1,-2-1 1,-1 1 11,1 0 0,0 0 0,0 1 0,0-1 0,0 1-1,-1-1 1,1 1 0,0 0 0,0 1 0,-4-1 0,-5 3 75,0-1 0,1 1 0,0 1 0,0 0 0,-12 6 0,-3 4 160,0 0-1,1 2 1,1 1-1,1 1 1,-35 35-1,44-39-154,1 1 1,1 0-1,0 1 0,2 1 0,-1-1 0,2 2 0,0-1 0,2 1 1,-10 30-1,15-42-87,1 0-1,0 1 1,0-1 0,0 0 0,1 1 0,0-1 0,0 1 0,0-1-1,1 0 1,0 1 0,1-1 0,-1 0 0,1 0 0,4 8-1,-3-6 1,2-1 0,-1 0 0,1 0 0,0 0-1,1 0 1,0-1 0,0 0 0,0 0-1,12 7 1,3 0-22,0 0 0,1-2-1,0-1 1,1-1 0,0-1-1,37 9 1,-1-6-163,1-2 0,-1-4 1,97-1-1,-123-5 43,49-8 0,114-28-328,-164 30 327,0-2 1,-2 0-1,1-2 1,-1-2-1,-1 0 0,31-20 1,-40 20 50,-1-2 0,-1 0 0,0-1 1,-1 0-1,-1-2 0,-1 0 0,21-31 1,-31 41 44,0 0 0,0 0 1,-1-1-1,0 0 1,-1 0-1,0 0 1,0 0-1,-1-1 1,0 1-1,-1-1 1,0 1-1,0-1 1,-2-16-1,1 23 22,0 0-1,-1 0 1,1 0 0,-1 0-1,0 0 1,0 1-1,0-1 1,0 0 0,0 0-1,-1 1 1,1-1-1,-1 1 1,0-1 0,1 1-1,-1 0 1,0-1-1,-1 1 1,1 0 0,0 1-1,-1-1 1,1 0-1,-1 1 1,1-1 0,-1 1-1,0 0 1,1-1 0,-1 1-1,0 1 1,0-1-1,0 0 1,0 1 0,0-1-1,0 1 1,-3 0-1,-3 0-1,-1 0-1,1 1 1,0 0-1,0 1 1,0 0 0,0 0-1,0 1 1,-16 7-1,16-6-16,0 1 1,1 0-1,-1 0 0,1 1 0,0 0 0,0 1 0,1 0 1,-8 8-1,11-10-79,1-1 1,0 1-1,0 0 0,0 0 1,0 0-1,1 0 1,0 1-1,-3 8 1,5-13 53,0 1 0,-1 0 1,1 0-1,0 0 0,0 0 1,1 0-1,-1 0 1,0 0-1,1 0 0,-1 0 1,1 0-1,-1 0 1,1 0-1,0-1 0,0 1 1,0 0-1,0-1 0,0 1 1,0 0-1,1-1 1,-1 1-1,0-1 0,1 0 1,-1 1-1,1-1 1,-1 0-1,1 0 0,0 0 1,0 0-1,3 1 1,-1 0 5,1-1 0,0 0 0,0 0 1,-1 0-1,1 0 0,0-1 0,0 0 1,0 0-1,0 0 0,0-1 0,0 0 1,0 0-1,0 0 0,-1 0 0,1-1 1,0 1-1,-1-1 0,1-1 0,4-2 1,5-3 57,0-1 1,0 0 0,-1-1-1,19-18 1,-16 11 712,-1-1 0,0-1 0,21-38 0,-36 57-711,1 1 0,-1-1 0,0 0-1,0 0 1,0 0 0,0 0 0,0 0-1,0 0 1,0 0 0,0 0-1,0 0 1,0 1 0,0-1 0,0 0-1,1 0 1,-1 0 0,0 0 0,0 0-1,0 0 1,0 0 0,0 0-1,0 0 1,0 0 0,1 0 0,-1 0-1,0 0 1,0 0 0,0 0 0,0 0-1,0 0 1,0 0 0,1 0-1,-1 0 1,0 0 0,0 0 0,0 0-1,0 0 1,0 0 0,0 0 0,0 0-1,1 0 1,-1 0 0,0 0-1,0 0 1,0 0 0,0-1 0,0 1-1,0 0 1,0 0 0,0 0 0,0 0-1,0 0 1,0 0 0,1 0-1,-1 0 1,0-1 0,0 1 0,0 0-1,0 19 338,-6 29-195,6-46-100,-133 766 1678,2-178-1360,129-580-285,-1 1 0,-1 0 1,0-1-1,0 0 0,-9 14 1,2-44 279,5 4-293,2-1 0,0 0 0,1 1 0,-2-29 0,3-74 150,2 91-206,0-30-122,15-102 0,-10 130-380,1 1-1,2 0 0,1 0 1,2 1-1,16-34 1,-15 40-418,0 0 1,2 1 0,0 0-1,1 1 1,34-35 0,-34 42-1077,1 0-1,0 1 1,1 0 0,30-15-1,22-7-8568</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34.968"/>
    </inkml:context>
    <inkml:brush xml:id="br0">
      <inkml:brushProperty name="width" value="0.035" units="cm"/>
      <inkml:brushProperty name="height" value="0.035" units="cm"/>
    </inkml:brush>
  </inkml:definitions>
  <inkml:trace contextRef="#ctx0" brushRef="#br0">90 131 12365,'-1'-1'55,"-50"-46"2686,47 42-1895,-1 0-1,1 0 1,0-1-1,1 1 1,-1-1 0,1 1-1,0-1 1,-3-10-1,5 15-761,1 0 0,0 1 0,0-1 0,0 0 0,-1 1-1,1-1 1,0 0 0,0 1 0,0-1 0,0 0-1,0 0 1,0 1 0,0-1 0,1 0 0,-1 1 0,0-1-1,0 0 1,1 0 0,-1 1 0,0-1 0,0 1-1,1-1 1,-1 0 0,1 1 0,-1-1 0,1 1 0,-1-1-1,1 1 1,-1-1 0,1 1 0,-1-1 0,1 1 0,0-1-1,-1 1 1,1 0 0,0 0 0,-1-1 0,2 1-1,26-1 633,-14 4-572,-1 0-1,0 1 1,0 0-1,-1 1 1,0 1-1,1 0 1,-2 0-1,1 1 1,-1 1-1,0 0 1,16 15-1,-15-10-68,0 0-1,-1 1 0,-1 0 0,0 0 1,-1 1-1,0 1 0,-1-1 0,8 25 1,-9-21-64,-2 0 1,0-1 0,-1 2 0,0-1-1,-2 0 1,-1 1 0,0-1 0,-1 1-1,-1 0 1,-1-1 0,-1 0 0,-1 1-1,0-1 1,-1 0 0,-1-1 0,-1 1-1,-10 17 1,9-23-9,-1 0 0,-1-1 0,-15 16 0,17-20 12,7-7-11,0-1-1,0 0 0,0 1 0,1-1 0,-1 0 0,0 0 1,0 0-1,0 0 0,0 0 0,0 0 0,0 0 1,1 0-1,-1 0 0,0 0 0,0 0 0,0-1 1,0 1-1,0 0 0,1-1 0,-1 1 0,-1-1 0,0 0 7,1 1-7,0 0 0,0-1-1,0 1 1,0 0 0,0-1-1,0 1 1,0-1-1,0 1 1,0-1 0,1 0-1,-1 1 1,0-1 0,0 0-1,1 0 1,-1 1 0,0-1-1,1 0 1,-1 0 0,0 0-1,1 0 1,-1 0-1,1 0 1,0 0 0,-1 0-1,1-1 1,-1-2 0,1 1 0,0-1 0,0 1 0,0 0 0,0-1 0,0 1 0,1-1 0,0-3-1,3-7-18,1 0-1,0 0 0,7-12 0,-1 5-327,1 2-1,1 0 1,1 0 0,0 1-1,26-24 1,90-71-3495,-23 34-666,-30 35-2281,-17 17-2527</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35.888"/>
    </inkml:context>
    <inkml:brush xml:id="br0">
      <inkml:brushProperty name="width" value="0.035" units="cm"/>
      <inkml:brushProperty name="height" value="0.035" units="cm"/>
    </inkml:brush>
  </inkml:definitions>
  <inkml:trace contextRef="#ctx0" brushRef="#br0">141 336 7953,'8'-9'2606,"0"0"0,1 0 0,13-9 0,1 3-1339,35-19 1,-47 28-821,-2 1-305,-1 0 0,0-1 0,0 0 0,0 0 0,-1-1 0,0 0 0,0 0 0,6-8 0,-11 11-84,1 0 0,0 0 0,-1 0 0,0 0 0,0 0 0,0 0 0,0-1 0,-1 1 0,0 0 0,0-1 0,0 0 0,0 1 0,-1-1 0,1 1 0,-1-1 0,-1 0 0,1 1 0,-2-8 0,0 4 117,0 0 0,0 0 0,-1 1 0,0-1-1,-8-12 1,10 19-124,-1-1-1,1 0 0,-1 0 0,0 1 1,0-1-1,1 1 0,-1-1 0,0 1 1,0 0-1,0 0 0,0 0 0,0 0 1,-1 0-1,1 0 0,0 1 0,0-1 0,-1 1 1,1-1-1,0 1 0,-1 0 0,1 0 1,0 0-1,-1 0 0,-3 1 0,-9 2 96,1 0-1,0 1 1,0 1-1,0 1 1,1 0-1,0 0 1,0 1-1,0 1 1,1 0-1,0 1 0,0 0 1,1 1-1,1 0 1,-19 22-1,19-19-79,0 0 0,1 0 0,1 1 0,0 1-1,0-1 1,2 1 0,0 0 0,0 1 0,2-1 0,0 1-1,0 0 1,2 0 0,-2 23 0,4-29-42,1 0 0,0 0 1,0 0-1,1-1 0,0 1 0,1 0 0,0-1 1,1 0-1,-1 0 0,2 0 0,-1 0 1,1-1-1,10 13 0,-7-11-62,1-1 0,0 1-1,1-2 1,0 1 0,1-1 0,-1-1-1,2 0 1,-1 0 0,18 6 0,-12-6-55,2 0 0,-1-2 0,1 0-1,0-1 1,0-1 0,0 0 0,0-2 0,0 0 0,0-2 0,1 0 0,-1-1 0,0 0 0,35-11 0,-37 7 45,0-1 0,0 0 0,0-2-1,-1 0 1,21-15 0,-28 16 34,0 1 0,0-1 1,0-1-1,-1 0 0,0 0 0,-1 0 0,0-1 0,0 0 0,5-14 1,66-171 59,-62 151 143,21-71 598,-36 112-721,0 2-63,0 1 0,1-1 0,-1 0 0,1 0 1,-1 1-1,1-1 0,0 1 0,-1-1 0,1 1 1,-1 0-1,1 0 0,0-1 0,-1 1 0,1 0 0,-1 1 1,1-1-1,0 0 0,-1 0 0,1 1 0,-1-1 1,1 1-1,0-1 0,-1 1 0,1 0 0,-1-1 1,0 1-1,1 0 0,-1 0 0,0 0 0,1 0 1,-1 0-1,0 0 0,0 1 0,0-1 0,0 0 0,0 1 1,1 2-1,2 4 11,0 1 1,-1 0-1,0 0 0,-1 0 1,2 13-1,0-4-15,3 20 10,-1 1-1,-3 0 1,-1 0-1,-2 0 1,-1 0-1,-2 0 1,-9 40-1,9-58 156,-11 34 0,13-52-66,8-19 92,19-37-146,3 2 0,3 1 1,1 1-1,75-83 0,-86 108-68,0 1 0,1 1 0,2 2 0,0 0 1,31-19-1,-51 37 21,0-1 1,1 1 0,-1 0 0,1 0 0,-1 0-1,1 1 1,-1 0 0,1 0 0,0 1 0,-1-1-1,1 1 1,6 1 0,-9-1 2,-1 0 0,1 1 0,0-1-1,-1 1 1,0-1 0,1 1 0,-1 0 0,1 0 0,-1 0 0,0 1 0,0-1-1,1 0 1,-1 1 0,0 0 0,0-1 0,-1 1 0,1 0 0,0 0 0,-1 0 0,1 0-1,-1 0 1,1 0 0,-1 0 0,0 1 0,0-1 0,2 5 0,1 9 16,-1-6-27,-1 0-1,0 0 1,0 0-1,-1 0 1,0 19-1,-10 128 19,5-97 105,4-57-13,-6-23-99,3-2 2,1 0 1,1 0-1,1 1 1,1-1-1,6-43 1,-6 62 3,2 4-40,7 1 37,-8-1-3,0-1 0,0 0 0,0 1 0,0 0 0,0-1 0,0 1 0,0 0 0,0 0 0,0 0 0,0 0 0,0 1 0,-1-1 0,1 0 0,0 1 0,-1-1 0,1 1 0,-1-1 0,0 1 0,1 0 0,-1 0 0,0 0 0,0 0 0,0 0 0,0 0 0,0 0 0,-1 0 0,1 0 0,-1 0 0,1 3 0,12 30 6,-9-26-3,-1 1 1,1-1 0,-1 1 0,-1 0 0,0 0 0,0 0 0,0 18 0,-4-11-7,-1-1 1,0 0 0,-1 0 0,-1 0-1,0-1 1,-1 1 0,-1-1 0,0 0-1,-1-1 1,-1 0 0,0 0-1,-1-1 1,0 0 0,-20 18 0,-5 2-725,-1-1 0,-1-2 0,-75 45 0,98-67 255,1 1-747,-1-1-1,-21 9 1,30-16-219,0 1 0,0-1 0,0 0 0,0 0 0,0 0 1,-8 0-1</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36.234"/>
    </inkml:context>
    <inkml:brush xml:id="br0">
      <inkml:brushProperty name="width" value="0.035" units="cm"/>
      <inkml:brushProperty name="height" value="0.035" units="cm"/>
    </inkml:brush>
  </inkml:definitions>
  <inkml:trace contextRef="#ctx0" brushRef="#br0">38 38 11657,'-7'-23'1870,"-1"13"795,-2 6 6479,8 9-5810,-4 20-1449,3 1-1380,2 0-1,3 44 0,0-39-155,-4 48 1,0-51-2441,2 55 0,5-33-4529,15 64 0,-14-83-5741</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36.391"/>
    </inkml:context>
    <inkml:brush xml:id="br0">
      <inkml:brushProperty name="width" value="0.035" units="cm"/>
      <inkml:brushProperty name="height" value="0.035" units="cm"/>
    </inkml:brush>
  </inkml:definitions>
  <inkml:trace contextRef="#ctx0" brushRef="#br0">0 0 11253,'16'17'6953,"3"-8"-6533,10 11-636,-7 3-596,-3-1-601,-9-10-523,-1 14-2168,16 16-3057</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36.715"/>
    </inkml:context>
    <inkml:brush xml:id="br0">
      <inkml:brushProperty name="width" value="0.035" units="cm"/>
      <inkml:brushProperty name="height" value="0.035" units="cm"/>
    </inkml:brush>
  </inkml:definitions>
  <inkml:trace contextRef="#ctx0" brushRef="#br0">140 0 11461,'-5'29'2444,"5"-28"-2249,0 0-1,-1-1 1,1 1 0,-1 0-1,1 0 1,0 0-1,-1 0 1,0 0 0,1-1-1,-1 1 1,1 0-1,-1 0 1,0-1 0,1 1-1,-1-1 1,0 1-1,0 0 1,0-1-1,0 0 1,1 1 0,-1-1-1,-2 1 1,-2 2 647,-1 3-140,1 0-1,-1 1 1,1 0-1,0 0 0,1 0 1,0 1-1,0 0 1,0-1-1,1 1 1,-4 15-1,1 2 739,0 1 0,-3 33-1,7-18-740,4 61 0,0-54-588,-1-22-111,2-1 0,8 42 0,-9-57 0,1 0 0,0 0 0,0-1 0,1 1 0,1-1 0,-1 0 0,2-1 0,-1 1 0,10 10 0,-13-16 0,0-1 0,0 0 0,0 0 0,0 0 0,1 0 0,-1 0 0,1 0 0,-1-1 0,1 1 0,0-1 0,-1 0 0,1 0 0,0 0 0,0 0 0,0 0 0,0-1 0,0 1 0,0-1 0,0 0 0,0 0 0,0 0 0,0 0 0,0 0 0,0-1 0,0 0 0,0 1 0,0-1 0,-1 0 0,1 0 0,0 0 0,0-1 0,-1 1 0,1-1 0,-1 1 0,1-1 0,-1 0 0,4-4 0,4-4 0,0 0 0,0 0 0,-1-1 0,0-1 0,-1 0 0,9-18 0,-7 11 0,-1 0 0,-1-1 0,-1 0 0,-1 0 0,-1-1 0,-1 0 0,0 1 0,-1-2 0,-2 1 0,0 0 0,-1 0 0,-5-29 0,4 37 0,-2 0 0,0 0 0,0 0 0,-1 0 0,-1 1 0,0 0 0,-1 0 0,0 0 0,-1 1 0,0 0 0,-1 0 0,0 0 0,0 1 0,-1 0 0,-1 1 0,0 0 0,0 1 0,0 0 0,-1 0 0,-21-10 0,25 15-603,1 0 0,-1 1 0,0 0 0,-1 0 0,1 0 0,0 1 0,0 0 0,-1 1 0,1-1 0,0 1 0,-15 3 1,19-3 197,-1 1 1,1-1 0,0 1 0,0 0-1,-1 1 1,1-1 0,0 0 0,0 1-1,0 0 1,0-1 0,1 1 0,-1 1-1,0-1 1,1 0 0,0 0 0,-1 1-1,1 0 1,0-1 0,0 1 0,0 0 0,1 0-1,-1 0 1,1 0 0,0 0 0,-1 0-1,1 1 1,1-1 0,-2 4 0,-1 28-10421</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37.088"/>
    </inkml:context>
    <inkml:brush xml:id="br0">
      <inkml:brushProperty name="width" value="0.035" units="cm"/>
      <inkml:brushProperty name="height" value="0.035" units="cm"/>
    </inkml:brush>
  </inkml:definitions>
  <inkml:trace contextRef="#ctx0" brushRef="#br0">1 44 13049,'0'-4'335,"0"1"-15,-1 1 0,1 0 0,0-1 0,1 1 0,-1-1 0,0 1 0,1 0 0,-1-1 0,1 1 0,0 0 0,-1-1 0,1 1 0,4-6 8333,-3 10-7774,3 8-574,0 0 1,0 1 0,-1-1-1,-1 1 1,1 0 0,0 11-1,6 14 47,-4-11-194,-1-1 0,-1 1 0,-1 0 0,-2 0 0,-1 37 0,-21 126 172,20-181-326,-1 6 136,1-1 0,0 1-1,1-1 1,3 20 0,12-48 246,193-232 66,-171 212-376,1 0 0,2 3 1,1 1-1,56-32 0,-84 57-76,0 0 0,0 1 0,0 0 0,1 1 0,-1 1 0,1 0 0,0 1 0,18-2 0,-24 5 0,-1-1 0,0 2 0,0-1 0,0 1 0,0 0 0,0 0 0,0 0 0,0 1 0,0 0 0,-1 1 0,1 0 0,-1 0 0,1 0 0,-1 1 0,0 0 0,0 0 0,-1 0 0,9 8 0,-3 1-62,0 1 0,-2-1 0,1 2 0,-1-1 0,-1 1 0,-1 1 0,0-1 0,-1 1 0,-1 0 0,0 1 0,-1-1 0,-1 1 0,2 19 0,-1 27-503,-3 0 0,-7 75 1,4-97 299,-18 185-8648,13-156 2032,11-6-4281</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39.226"/>
    </inkml:context>
    <inkml:brush xml:id="br0">
      <inkml:brushProperty name="width" value="0.035" units="cm"/>
      <inkml:brushProperty name="height" value="0.035" units="cm"/>
    </inkml:brush>
  </inkml:definitions>
  <inkml:trace contextRef="#ctx0" brushRef="#br0">99 252 6845,'1'-1'96,"-1"0"1,0 1-1,0-1 1,0 0-1,-1 0 1,1 0 0,0 1-1,0-1 1,0 0-1,0 0 1,-1 1-1,1-1 1,0 0-1,-1 1 1,1-1 0,-1 0-1,1 1 1,-1-1-1,1 1 1,-1-1-1,1 0 1,-1 1-1,1-1 1,-1 1 0,0 0-1,1-1 1,-1 1-1,0-1 1,1 1-1,-1 0 1,0 0-1,0-1 1,1 1 0,-1 0-1,0 0 1,0 0-1,1 0 1,-3 0-1,0 0 1697,-19-21 4922,-1 6-4180,21 14-1383,-27-15 3171,41 10-4136,1 0 1,0 1-1,1 1 1,-1 0-1,17-2 1,76-6 94,-66 8-156,965-110 636,-966 108-1172,33-3 911,-26 6-7602,-75 14-4167</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0.179"/>
    </inkml:context>
    <inkml:brush xml:id="br0">
      <inkml:brushProperty name="width" value="0.035" units="cm"/>
      <inkml:brushProperty name="height" value="0.035" units="cm"/>
    </inkml:brush>
  </inkml:definitions>
  <inkml:trace contextRef="#ctx0" brushRef="#br0">10 21 8133,'-1'-3'3057,"-7"-15"7232,12 34-10094,2 0 0,0-1 0,1 0 0,0 0 0,1-1 0,1 0 0,0 0 0,1-1 0,1 0 0,0-1 0,16 15 0,6 2-75,2-1-1,0-2 1,44 24 0,179 78 247,-68-39-413,-146-66 26,-1 3 0,46 35-1,-78-53 2,-1 1 0,0 0 0,0 1 0,-1 0 0,0 0-1,-1 1 1,0 0 0,10 19 0,-15-23 15,0 0 0,0 1 0,-1-1 0,0 1-1,0 0 1,0 0 0,-1 0 0,-1 0 0,1 0 0,-1-1 0,-1 1 0,0 0 0,0 0-1,0 0 1,-5 14 0,-2 1 0,-2 0 0,0-1 0,-1 0-1,-1-1 1,-21 27 0,-85 92-501,-52 23-1800,139-135 1257,-19 7-1276,41-29 524,0 0 0,1 0 1,-16 14-1,14-6-6130</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0.675"/>
    </inkml:context>
    <inkml:brush xml:id="br0">
      <inkml:brushProperty name="width" value="0.035" units="cm"/>
      <inkml:brushProperty name="height" value="0.035" units="cm"/>
    </inkml:brush>
  </inkml:definitions>
  <inkml:trace contextRef="#ctx0" brushRef="#br0">154 166 8633,'-2'-18'777,"1"15"-533,1-1 0,-1 0 0,1 1 0,0-1 0,0 0 0,0 1 0,1-1 0,-1 1 0,1-1 0,0 1-1,0-1 1,0 1 0,3-7 0,8-29 4260,-12 37-4328,0 0 1,0 0 0,0-1-1,0 1 1,1 0 0,-1 0 0,1 0-1,-1 0 1,1 0 0,0 0-1,0 0 1,0 0 0,0 0-1,0 0 1,0 0 0,1 1-1,-1-1 1,1 1 0,-1-1 0,1 1-1,-1-1 1,1 1 0,0 0-1,0-1 1,0 1 0,0 0-1,0 0 1,0 1 0,0-1-1,0 0 1,0 1 0,3-1-1,-4 1-88,0 0 0,0 0-1,0 0 1,0 1 0,0-1-1,0 0 1,0 1-1,0-1 1,-1 0 0,1 1-1,0-1 1,0 1 0,0-1-1,-1 1 1,1 0 0,0-1-1,-1 1 1,1 0-1,-1 0 1,2 0 0,1 3 200,2 2-110,-1 0 1,1 0 0,-1 1-1,0 0 1,-1 0 0,0 0-1,0 0 1,0 0 0,-1 1-1,0-1 1,0 1 0,0 11-1,2 12 438,-3 57 0,-3-45-241,-3 0 1,-1 0-1,-18 59 1,-49 125 263,32-107-378,24-68-175,-29 94 101,40-123-164,-44 198 180,45-195-183,2 0 0,1 0 0,1 0 0,1 0 0,1 0 0,8 49-1,-6-65-11,0 1-1,0-1 1,1 1-1,1-1 1,-1 0-1,1 0 0,1-1 1,0 0-1,0 0 1,1 0-1,0-1 1,1 0-1,0 0 0,0-1 1,1 0-1,-1 0 1,1-1-1,19 10 1,4-2-61,1-1 1,1-1-1,0-2 1,1-2-1,-1 0 1,44 2-1,215-1-593,186-55-761,-355 29 24,-102 14-322,40-10 1,-36 3-2338,-4-2-3697</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1.253"/>
    </inkml:context>
    <inkml:brush xml:id="br0">
      <inkml:brushProperty name="width" value="0.035" units="cm"/>
      <inkml:brushProperty name="height" value="0.035" units="cm"/>
    </inkml:brush>
  </inkml:definitions>
  <inkml:trace contextRef="#ctx0" brushRef="#br0">99 93 9749,'0'0'58,"0"-1"-1,0 1 1,0 0 0,0 0-1,1-1 1,-1 1 0,0 0-1,0 0 1,0-1 0,0 1 0,0 0-1,0 0 1,0-1 0,0 1-1,0 0 1,0 0 0,0-1-1,0 1 1,0 0 0,0 0-1,0-1 1,0 1 0,0 0 0,0 0-1,-1-1 1,1 1 0,0 0-1,0 0 1,0-1 0,0 1-1,0 0 1,-1 0 0,1 0 0,0-1-1,0 1 1,0 0 0,-1 0-1,1 0 1,0 0 0,0 0-1,-1-1 1,1 1 0,0 0-1,0 0 1,-1 0 0,1 0 0,0 0-1,0 0 1,-1 0 0,1 0-1,0 0 1,0 0 0,-1 0-1,1 0 1,0 0 0,0 0 0,-1 0-1,1 0 1,0 0 0,0 0-1,-1 1 1,1-1 0,0 0-1,0 0 1,-1 0 0,1 0-1,0 0 1,0 1 0,-1-1 0,11-23 2637,-9 20-2009,-1 2-512,0 0 0,0 0 0,0 1 1,0-1-1,0 0 0,-1 0 0,1 0 0,0 0 0,-1 0 1,1 1-1,0-1 0,-1 0 0,1 0 0,-1 1 0,1-1 0,-1 0 1,0 1-1,1-1 0,-1 1 0,0-1 0,1 0 0,-1 1 1,0-1-1,1 1 0,-1 0 0,0-1 0,-1 1 0,-8-10 8181,11-10-6162,2 10-2019,3 13-130,2 13-88,-6 1 44,0 0 0,-2 0 0,-2 31 0,1 3 0,0-10 0,-2 1 0,-11 60 0,6-55 0,-11 57 0,-5 37 0,12-66-2826,7-44-3323,-4 58 1,9-40-8512</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3.947"/>
    </inkml:context>
    <inkml:brush xml:id="br0">
      <inkml:brushProperty name="width" value="0.035" units="cm"/>
      <inkml:brushProperty name="height" value="0.035" units="cm"/>
    </inkml:brush>
  </inkml:definitions>
  <inkml:trace contextRef="#ctx0" brushRef="#br0">45 0 2320,'-45'0'700,"49"11"-316,2 4-440</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9.781"/>
    </inkml:context>
    <inkml:brush xml:id="br0">
      <inkml:brushProperty name="width" value="0.035" units="cm"/>
      <inkml:brushProperty name="height" value="0.035" units="cm"/>
    </inkml:brush>
  </inkml:definitions>
  <inkml:trace contextRef="#ctx0" brushRef="#br0">1 0 11117,'9'12'8513,"10"-12"-7901,19 8-220,13-2-492,13 3-540,18-4-740,17-5-608,15 0-2869,16-5-3828</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50.278"/>
    </inkml:context>
    <inkml:brush xml:id="br0">
      <inkml:brushProperty name="width" value="0.035" units="cm"/>
      <inkml:brushProperty name="height" value="0.035" units="cm"/>
    </inkml:brush>
  </inkml:definitions>
  <inkml:trace contextRef="#ctx0" brushRef="#br0">585 607 9233,'-15'-5'1132,"0"-1"0,0 2-1,-1 0 1,1 1 0,-1 1 0,0 0 0,0 1-1,-28 1 1,28 2-826,0 0 0,0 1 0,0 1 0,0 0-1,1 1 1,-1 1 0,1 1 0,1 0 0,-1 0 0,1 2-1,1 0 1,0 0 0,-20 19 0,11-6-274,1 2 0,1 0-1,1 2 1,1 0 0,2 1 0,0 0 0,2 1 0,1 1 0,-11 37 0,23-64-52,0 1 1,0-1 0,0 0 0,1 1 0,-1 0 0,1-1 0,0 1 0,-1-1 0,1 1 0,0-1 0,1 1 0,-1-1 0,0 1 0,1 0 0,0-1 0,-1 1-1,1-1 1,0 0 0,0 1 0,0-1 0,0 0 0,1 0 0,-1 1 0,1-1 0,-1 0 0,1 0 0,3 2 0,-1-1 4,0-1 0,0 0 0,0 0 1,0 0-1,1-1 0,-1 1 0,1-1 1,-1 0-1,1 0 0,0-1 0,-1 1 0,1-1 1,0 0-1,4-1 0,129-13-137,232-57-1,-214 36 159,-22 6-5,153-57 0,-259 75 35,0-1 0,-1-1 0,-1-1 0,0-2 0,-1-1-1,-1 0 1,-1-2 0,0-1 0,-2-1 0,0 0-1,-1-2 1,-1 0 0,-2-2 0,0 1 0,-1-2 0,-2 0-1,16-39 1,-16 26 422,-1 0-1,-3 0 0,0-1 1,-3-1-1,4-64 0,-10 84-24,0 5 52,0 1 0,0-1 0,2 1 0,8-30 0,-11 45-466,0-1 0,0 1 0,0 0 0,0-1 0,1 1 0,-1-1 0,0 1 0,0 0 1,0-1-1,1 1 0,-1 0 0,0-1 0,0 1 0,1 0 0,-1-1 0,0 1 0,1 0 0,-1 0 0,1-1 0,-1 1 0,0 0 0,1 0 0,-1 0 0,0 0 1,1-1-1,-1 1 0,1 0 0,-1 0 0,1 0 0,-1 0 0,0 0 0,1 0 0,-1 0 0,1 0 0,-1 0 0,1 0 0,-1 0 0,0 1 0,1-1 0,-1 0 0,1 0 1,-1 0-1,0 0 0,1 1 0,-1-1 0,0 0 0,1 0 0,-1 1 0,0-1 0,1 0 0,-1 1 0,0-1 0,1 0 0,-1 1 0,0-1 0,0 0 0,0 1 0,1-1 1,-1 1-1,15 28 554,2 27-188,-2 1 0,-3 1 0,5 59 0,-11-68-348,7 41-1028,33 191-1251,-8-144-3343,-24-98-513,28 54 0,-30-70-2412</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50.463"/>
    </inkml:context>
    <inkml:brush xml:id="br0">
      <inkml:brushProperty name="width" value="0.035" units="cm"/>
      <inkml:brushProperty name="height" value="0.035" units="cm"/>
    </inkml:brush>
  </inkml:definitions>
  <inkml:trace contextRef="#ctx0" brushRef="#br0">3 71 10473,'-1'-10'807,"0"0"332,0 1 2642,21 0-673,6 1-2395,1 1-1,1 1 0,-1 1 0,1 2 1,0 1-1,36 1 0,-10 3 268,0 3 0,72 16 0,-103-16-737,-1 0-1,0 2 1,0 1 0,0 1 0,40 23 0,-47-23-572,-1 2 1,0 0 0,-1 0-1,0 1 1,-1 1 0,0 0-1,-1 1 1,15 23 0,1 12-2552,-11-19-716,2 2-3382,6 5-2320</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50.588"/>
    </inkml:context>
    <inkml:brush xml:id="br0">
      <inkml:brushProperty name="width" value="0.035" units="cm"/>
      <inkml:brushProperty name="height" value="0.035" units="cm"/>
    </inkml:brush>
  </inkml:definitions>
  <inkml:trace contextRef="#ctx0" brushRef="#br0">36 6 6737,'-35'-6'4136,"54"9"-3900,0 0-336,6 11-236,17 9-248,-11-3-304,1 3-672,0 0-653,9 2-231</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50.837"/>
    </inkml:context>
    <inkml:brush xml:id="br0">
      <inkml:brushProperty name="width" value="0.035" units="cm"/>
      <inkml:brushProperty name="height" value="0.035" units="cm"/>
    </inkml:brush>
  </inkml:definitions>
  <inkml:trace contextRef="#ctx0" brushRef="#br0">140 0 7261,'-17'22'1235,"11"-14"-121,-1 1 1,1-1-1,1 1 1,-6 12-1,-21 41 3034,24-47-3188,0-1 1,1 1-1,0 0 0,1 1 0,1 0 0,-6 31 1,9-33-764,1-1 0,0 1 0,2 0 0,-1 0 0,2-1-1,-1 1 1,2 0 0,0-1 0,1 0 0,0 0 0,1 0 0,0 0 0,1-1 0,0 1 0,1-2 0,1 1 0,0-1 0,0 0 0,1 0 0,1-1 0,0-1 0,0 1 0,0-2 0,14 9 0,-8-7-113,1-1 0,0 0-1,1-2 1,0 0 0,0-1 0,0 0 0,32 4-1,-43-9-75,-1 0 1,1-1-1,-1 0 0,1 0 0,-1 0 0,1-1 0,-1 0 0,1 0 0,-1 0 0,0-1 1,0 0-1,1-1 0,-1 1 0,-1-1 0,1 0 0,0 0 0,-1-1 0,1 0 1,-1 0-1,0 0 0,-1 0 0,1-1 0,-1 0 0,0 0 0,0 0 0,4-6 0,-3-2-7,1 1 0,-1-1-1,-1 0 1,0 0-1,-1 0 1,-1 0-1,0-1 1,0 1-1,-2-1 1,1 0-1,-2 1 1,0-1-1,0 1 1,-1-1 0,-8-23-1,2 9-301,-2 0-1,0 1 1,-2 0-1,-1 0 1,-1 1-1,-24-32 1,30 48-283,-1 0 1,0 0-1,0 1 0,-1 0 1,-15-11-1,-29-13-7107</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51.133"/>
    </inkml:context>
    <inkml:brush xml:id="br0">
      <inkml:brushProperty name="width" value="0.035" units="cm"/>
      <inkml:brushProperty name="height" value="0.035" units="cm"/>
    </inkml:brush>
  </inkml:definitions>
  <inkml:trace contextRef="#ctx0" brushRef="#br0">0 13 9321,'0'0'123,"0"-1"0,0 0-1,1 1 1,-1-1 0,0 1 0,0-1 0,0 1 0,1-1 0,-1 0 0,0 1 0,1-1-1,-1 1 1,0-1 0,1 1 0,-1 0 0,1-1 0,-1 1 0,1-1 0,-1 1-1,1 0 1,-1-1 0,1 1 0,-1 0 0,1 0 0,-1-1 0,1 1 0,-1 0-1,1 0 1,0 0 0,-1 0 0,2 0 0,12 15 3683,-7-6-3442,23 29 2333,20 26-562,70 114 0,-96-152-1921,-21-22-208,2-5 32,12-12-5,-1 0-1,-1 0 1,19-23-1,-20 20 93,1 1 0,1 0 0,0 1 0,22-15-1,-26 23-12,0 0 0,1 0 0,-1 2 0,1-1 0,0 1 0,0 1 0,0 1 0,0-1 0,1 2 0,-1 0 0,1 1 0,-1 0 0,1 1 1,-1 0-1,0 1 0,26 8 0,8 5-526,0 3 0,-1 2 1,55 32-1,-14-7-1719,134 53-7403,-182-81 6242,24 11-4411</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51.260"/>
    </inkml:context>
    <inkml:brush xml:id="br0">
      <inkml:brushProperty name="width" value="0.035" units="cm"/>
      <inkml:brushProperty name="height" value="0.035" units="cm"/>
    </inkml:brush>
  </inkml:definitions>
  <inkml:trace contextRef="#ctx0" brushRef="#br0">67 109 11565,'-16'-29'2432,"-6"4"241,16 8 31,-4 2 3172,4 4-3007,-1-1-2657,26 18-2457,4 6-315,-1-1-4368,16 18-6686</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5.027"/>
    </inkml:context>
    <inkml:brush xml:id="br0">
      <inkml:brushProperty name="width" value="0.035" units="cm"/>
      <inkml:brushProperty name="height" value="0.035" units="cm"/>
    </inkml:brush>
  </inkml:definitions>
  <inkml:trace contextRef="#ctx0" brushRef="#br0">36 95 11817,'-1'-11'994,"0"2"66,0 1 1,-1 0 0,0 0 0,-3-10-1,-15-15 6180,18 34-6509,2 7 347,4 22 1532,4 39 384,-17 292-2994,5-222 0,3-113-2096,3 42 1,0-12-2114,0-33-3705,6-9-5555</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5.414"/>
    </inkml:context>
    <inkml:brush xml:id="br0">
      <inkml:brushProperty name="width" value="0.035" units="cm"/>
      <inkml:brushProperty name="height" value="0.035" units="cm"/>
    </inkml:brush>
  </inkml:definitions>
  <inkml:trace contextRef="#ctx0" brushRef="#br0">15 88 11821,'0'0'93,"-2"-5"591,-1 0-1,1 1 1,1-1 0,-1 0 0,1 0 0,0 0 0,-1-7 0,2 11-525,0-1-1,1 1 0,-1-1 1,0 1-1,1 0 1,-1-1-1,1 1 0,0-1 1,-1 1-1,1 0 0,0 0 1,0-1-1,0 1 1,0 0-1,0 0 0,0 0 1,0 0-1,0 0 1,1 0-1,-1 0 0,0 1 1,0-1-1,1 0 0,-1 1 1,1-1-1,-1 1 1,3-1-1,10-3 418,1 2 0,-1-1 0,1 2 0,-1 0 0,1 1 0,14 2 0,-14-2-382,8 1 34,1 1 0,-1 1 0,0 2 0,0 0 0,-1 1 0,0 1 0,0 1 0,0 1 0,32 19 0,-47-24-229,-1 1 0,0 0 0,0 0 1,-1 0-1,0 1 0,0-1 0,0 1 0,0 1 0,-1-1 0,0 1 1,0-1-1,-1 1 0,0 0 0,0 0 0,0 1 0,-1-1 1,-1 1-1,1-1 0,-1 1 0,0-1 0,-1 1 0,1 0 0,-2 0 1,0 8-1,-1 1-274,0 0 0,-2 0 0,0 0 0,0-1 0,-2 0 0,0 0-1,-1 0 1,0 0 0,-18 25 0,-5-2-973,-61 63 0,54-63 533,17-20 305,-34 25 1,51-43 416,2 0 7,-1 0 0,0 0-1,0-1 1,0 1 0,0-1 0,0 1-1,0-1 1,0 0 0,0 0 0,0 0-1,0 0 1,-3 0 0,-3 0 287,12-8-116,0 1-1,1-1 0,0 1 0,1-1 1,-1 1-1,1 1 0,14-12 0,-17 16-77,0 0-1,0 0 1,0 1-1,0-1 1,1 1-1,-1 0 0,0 0 1,1 0-1,-1 0 1,1 1-1,0-1 0,-1 1 1,1 0-1,-1 0 1,1 0-1,-1 1 0,1-1 1,-1 1-1,1 0 1,-1 0-1,1 0 0,-1 0 1,0 1-1,5 2 1,34 19 694,68 52 0,-11-6-667,44 19-1882,-68-42-1800,-1 0-5272,-39-23-1962</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6.639"/>
    </inkml:context>
    <inkml:brush xml:id="br0">
      <inkml:brushProperty name="width" value="0.035" units="cm"/>
      <inkml:brushProperty name="height" value="0.035" units="cm"/>
    </inkml:brush>
  </inkml:definitions>
  <inkml:trace contextRef="#ctx0" brushRef="#br0">1 398 7329,'19'1'1010,"1"-1"1,-1-1-1,1-1 0,-1 0 1,0-1-1,0-2 1,33-10-1,21-5 385,-63 18-1302,14-2 419,1-2 0,0-1 0,-1-1-1,43-21 1,-62 25-334,-1 0-1,0 0 1,0 0 0,0-1-1,-1 0 1,1 1 0,-1-1-1,0 0 1,0-1 0,-1 1-1,0 0 1,3-11 0,-2 8-13,-3 4-80,0 1 1,0-1-1,0 1 0,-1-1 0,0 1 1,0 0-1,0-1 0,0 1 1,0 0-1,0 0 0,-4-6 0,4 7-44,0 1-1,0 0 0,-1 0 0,1-1 0,0 1 0,0 0 0,0 0 0,-1 0 0,1 1 0,-1-1 1,1 0-1,0 0 0,-1 1 0,0-1 0,1 1 0,-1-1 0,1 1 0,-1 0 0,1-1 1,-1 1-1,0 0 0,1 0 0,-1 0 0,0 1 0,-1-1 0,-40 12 673,37-10-608,-23 9 158,1 1 1,0 1-1,1 2 1,0 0-1,1 2 1,1 1 0,1 1-1,1 1 1,0 1-1,2 2 1,0 0-1,-32 46 1,51-65-241,-1 1 1,1-1-1,0 0 0,0 0 0,1 1 1,0-1-1,-1 1 0,1 0 1,1-1-1,-1 1 0,1 6 1,0-9-29,0 1 0,0-1 0,1 1 0,-1-1 0,1 0 0,0 1 0,0-1 0,0 0 0,0 0 0,0 1 1,1-1-1,-1 0 0,0 0 0,1 0 0,0 0 0,-1-1 0,1 1 0,0 0 0,0-1 0,0 1 0,0-1 0,0 0 0,0 1 1,4 0-1,8 4-145,0-1 0,1-1 0,0 0 0,0-1 0,0-1 1,1 0-1,-1-1 0,0 0 0,1-1 0,21-4 1,-9 0-86,0-1 1,-1-1-1,0-2 1,0-1-1,25-12 1,-32 11 175,0-2 1,0-1-1,-1 0 1,-1-1 0,0-1-1,-2-1 1,1 0-1,-2-2 1,0 1 0,-1-2-1,-1 0 1,16-31-1,-4-6 177,-24 54-125,-1 0 0,1 0 0,-1 0 0,1 0 1,-1 0-1,0 0 0,0 0 0,0 0 0,0 0 0,0 0 1,-1 0-1,1 0 0,-1-3 0,-1-5 102,-17 16-166,17-5 54,1-1 1,-1 1-1,0 0 0,1 0 0,-1 0 1,1 1-1,-1-1 0,1 0 0,0 0 1,-1 1-1,1-1 0,0 1 0,0-1 1,0 1-1,0-1 0,0 1 0,0 0 1,1 0-1,-1-1 0,0 4 0,0-2 13,0 0-110,13-35-228,-9 1 306,-3 28 73,8-28 558,-7 29-534,0 0 0,0 0 0,-1 0 0,1 0 0,0 0 0,-1 0 0,1 0 0,-1 0 0,0 0 0,0-1 0,0 1 0,0 0 0,0 0-1,0 0 1,0 0 0,-1-1 0,1 1 0,-1 0 0,0 0 0,1 0 0,-3-4 0,2 4 1374,-4 2-1357,0 0-1,0 0 0,0 0 0,0 1 0,0 0 0,-6 1 1,4 1 15,0 0 1,1 0 0,-1 0-1,1 1 1,0 0 0,0 0-1,0 1 1,1-1 0,-1 1 0,-8 11-1,-45 61 414,58-75-499,0 0 1,1-1 0,-1 0 0,1 1 0,-1-1 0,1 0 0,0 1 0,0-1 0,0 1 0,0-1 0,0 0 0,0 1 0,0-1 0,1 1 0,-1-1 0,0 0 0,1 1 0,-1-1 0,1 0 0,-1 1 0,1-1 0,0 0 0,-1 0 0,1 0 0,0 0 0,0 0 0,2 2 0,-1 1-30,0-3 23,1 0 0,-1 0-1,1 0 1,-1 0 0,0 0 0,1-1 0,0 1-1,-1-1 1,1 0 0,-1 0 0,1 0 0,-1 0-1,4 0 1,-4 0-2,7 0-36,-1-1 0,1 0 0,-1 0 1,1 0-1,-1-1 0,0-1 0,0 1 0,0-1 1,0-1-1,13-7 0,-17 9 25,0-1 1,-1 0-1,1 0 1,-1 0-1,1 0 1,-1 0-1,0-1 1,0 1-1,-1-1 1,1 0-1,-1 0 1,0 0-1,0 0 1,0 0-1,0 0 0,-1-1 1,0 1-1,0-1 1,0 1-1,0-1 1,-1-7-1,1-20 626,1-1 0,11-54 0,-13 84 1161,-13 19-1529,8-9-247,1 0 0,-1 0 0,1 0 0,1 1 0,0-1 0,0 1 0,-3 12 0,-10 60 0,15-75 0,-7 39 0,1-10 0,2 0 0,1 1 0,2 0 0,3 67 0,8-32 0,23 303 0,-30-287 0,-4 1 0,-4 0 0,-3-1 0,-26 104 0,-15 44 0,42-198 0,0-1 0,-3 0 0,-1-1 0,-18 39 0,11-33 0,16-33 0,0-1 0,-1 1 0,0-1 0,0 0 0,0-1 0,-1 1 0,0-1 0,-6 6 0,9-10 0,1 0 0,0 1 0,-1-1 0,1 0 0,-1 0 0,0 0 0,1 0 0,-1 0 0,0-1 0,0 1 0,0 0 0,1-1 0,-1 1 0,0-1 0,0 0 0,0 0 0,0 1 0,0-1 0,0-1 0,0 1 0,0 0 0,1 0 0,-1-1 0,0 1 0,0-1 0,0 1 0,0-1 0,1 0 0,-1 0 0,0 0 0,1 0 0,-1 0 0,1 0 0,-4-3 0,-1-4 0,-1 0 0,1-1 0,0 1 0,1-1 0,0-1 0,0 1 0,1-1 0,0 0 0,1 0 0,0 0 0,1 0 0,0 0 0,-1-18 0,0-8 0,2-1 0,7-60 0,0 44-856,3 0 1,3 0-1,1 1 1,3 1-1,2 1 1,3 0-1,35-64 1,-8 34-1389,3 2 0,3 2 1,91-97-1,-94 122-3247,3 6-2982</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6.980"/>
    </inkml:context>
    <inkml:brush xml:id="br0">
      <inkml:brushProperty name="width" value="0.035" units="cm"/>
      <inkml:brushProperty name="height" value="0.035" units="cm"/>
    </inkml:brush>
  </inkml:definitions>
  <inkml:trace contextRef="#ctx0" brushRef="#br0">91 68 8569,'17'-32'5575,"-17"31"-5314,0 0 0,0-1 1,0 1-1,0 0 0,0-1 0,0 1 0,0-1 0,0 1 0,-1 0 0,1-1 0,0 1 0,-1 0 0,1-1 1,-1 1-1,0 0 0,1-1 0,-1 1 0,0 0 0,0 0 0,-1-2 0,1 1 1553,-2 2-290,1-1-1402,1 0 0,-1 0 0,0 1 0,1-1 0,-1 1 1,0 0-1,0-1 0,0 1 0,1 0 0,-1 0 0,0 0 0,0 0 0,1 0 0,-1 1 0,0-1 0,0 1 0,1-1 0,-1 1 0,0-1 0,1 1 0,-1 0 0,0 0 0,1 0 0,-1 0 0,1 0 0,0 0 0,-1 0 0,1 0 0,0 1 0,0-1 0,-1 0 0,1 1 0,0-1 0,1 1 0,-1-1 0,0 1 0,-1 2 0,-4 9 17,0-1 0,1 1 0,1 1 0,0-1 0,1 0 0,0 1 0,1 0-1,0-1 1,1 1 0,1 0 0,0 0 0,1 0 0,0 0 0,1-1 0,5 16 0,-5-21-227,0 0 0,1 0 0,0-1 0,0 1 0,1 0 0,0-1 0,0 0 0,0 0-1,1 0 1,1-1 0,-1 1 0,1-1 0,0 0 0,0-1 0,1 0 0,-1 0 0,1 0 0,0-1 0,1 0 0,-1 0 0,1 0 0,0-1-1,-1-1 1,1 1 0,1-1 0,8 1 0,-9-3-8,1 1-1,-1-2 0,0 1 1,0-1-1,0-1 0,0 1 1,0-1-1,0-1 0,0 1 1,0-1-1,-1-1 1,0 1-1,1-1 0,6-6 1,-2 2 133,0-2 0,0 1 0,-1-1 1,0-1-1,-1 0 0,15-21 0,-4-7 1203,2 1 59,-22 36-685,6 22-30,-6-16-537,1 0 1,-2 1 0,1-1 0,0 0-1,-1 1 1,0-1 0,0 1-1,0-1 1,0 0 0,-2 7 0,-14 48 76,7-29-69,1-1-842,2 1 1,1-1 0,-2 52 0,9-26-3756,8 1-3929,-6-34-3086</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7.641"/>
    </inkml:context>
    <inkml:brush xml:id="br0">
      <inkml:brushProperty name="width" value="0.035" units="cm"/>
      <inkml:brushProperty name="height" value="0.035" units="cm"/>
    </inkml:brush>
  </inkml:definitions>
  <inkml:trace contextRef="#ctx0" brushRef="#br0">1 1209 9701,'0'0'4696,"4"-1"-2571,1-1-1680,0 1-1,0-1 1,0 0 0,0 0-1,-1 0 1,1-1-1,-1 0 1,1 1 0,-1-2-1,0 1 1,0 0-1,0-1 1,0 0 0,-1 0-1,1 0 1,-1 0 0,0-1-1,-1 1 1,5-9-1,5-14-24,-1-1-1,-1 0 1,-1 0 0,7-41-1,11-125-46,-17 107-261,58-281-57,-35 206-34,-1 28-23,-33 122 94,-7 18 35,-11 22 72,-1 12 94,2 1 0,-19 66 0,14-40-68,-88 274 557,93-273-682,3 1 0,3 1 0,-3 75 0,14-122-107,1 0 0,0 0-1,2 0 1,1 0-1,1-1 1,7 27-1,-8-41-39,-1-1 1,1 1-1,1-1 0,-1 1 0,1-1 1,1 0-1,-1-1 0,1 1 0,0-1 0,1 0 1,-1 0-1,1-1 0,0 1 0,1-1 0,-1-1 1,1 1-1,0-1 0,0 0 0,0-1 1,14 5-1,-7-4-44,-1-1 1,1-1-1,0-1 1,0 0-1,0 0 1,0-2-1,0 1 1,0-2-1,-1 0 0,1-1 1,0 0-1,-1-1 1,0 0-1,0-1 1,0-1-1,16-9 1,4-4-182,-1-2 0,-1-1-1,0-2 1,45-46 0,-66 60 175,0-1-1,0 1 1,-1-2 0,-1 1-1,0-1 1,13-25 0,-20 34-20,-3 5-61,-9 6 150,1 1-1,0 1 1,1 0 0,0 0 0,0 1-1,1 0 1,-13 24 0,-12 16-325,31-48 301,21-9 78,38-21 892,-41 19-529,0 1 0,19-7 0,-32 14-356,1 0-1,-1 0 1,1 1-1,-1-1 0,0 1 1,1-1-1,-1 1 1,0 0-1,1 1 1,-1-1-1,0 0 1,3 3-1,3 1-272,0 1-1,-1 0 0,0 0 0,-1 0 1,1 1-1,-1 0 0,6 9 1,23 32-5066,-14-19-1450,-11-15-4040</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7.953"/>
    </inkml:context>
    <inkml:brush xml:id="br0">
      <inkml:brushProperty name="width" value="0.035" units="cm"/>
      <inkml:brushProperty name="height" value="0.035" units="cm"/>
    </inkml:brush>
  </inkml:definitions>
  <inkml:trace contextRef="#ctx0" brushRef="#br0">1 0 13733,'34'3'2165,"-27"-3"2212,-1 38 31,19 13-2566,-2-7-914,-16-25-752,-1 0 0,0 1 1,-2 0-1,0 0 0,-1 0 0,-1 1 0,-1-1 0,-1 0 0,-1 1 0,0-1 0,-2 1 1,-9 37-1,5-31-64,5-16-46,-1 0-1,0 0 1,-1-1 0,0 1-1,0-1 1,-1 0-1,-6 10 1,9-18 449,17-32 304,8-7-959,2 1 1,2 2 0,31-32 0,-18 26-2890,84-65 0,-100 88 725,2 2 1,46-22-1,-16 12-4515,-19 12-1566</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8.081"/>
    </inkml:context>
    <inkml:brush xml:id="br0">
      <inkml:brushProperty name="width" value="0.035" units="cm"/>
      <inkml:brushProperty name="height" value="0.035" units="cm"/>
    </inkml:brush>
  </inkml:definitions>
  <inkml:trace contextRef="#ctx0" brushRef="#br0">26 0 7877,'-25'14'8480,"31"1"-7135,0 2-281,1 9-244,-4-6-180,0 11-124,0-2-288,-3-4-404,3 1-636,-3 5-744,4 1-773,-8-4-2379,4 4-3697</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8.235"/>
    </inkml:context>
    <inkml:brush xml:id="br0">
      <inkml:brushProperty name="width" value="0.035" units="cm"/>
      <inkml:brushProperty name="height" value="0.035" units="cm"/>
    </inkml:brush>
  </inkml:definitions>
  <inkml:trace contextRef="#ctx0" brushRef="#br0">23 12 11177,'-23'-11'1924,"42"14"-276,-3 2 725,-9 7-1513,2 2-432,1 12-564,6 14-724,-7-9-453,-3 6-331,7 35-9829</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8.623"/>
    </inkml:context>
    <inkml:brush xml:id="br0">
      <inkml:brushProperty name="width" value="0.035" units="cm"/>
      <inkml:brushProperty name="height" value="0.035" units="cm"/>
    </inkml:brush>
  </inkml:definitions>
  <inkml:trace contextRef="#ctx0" brushRef="#br0">55 86 9625,'20'-30'10005,"-18"27"-9708,0-1 0,0 1 0,0 0 0,0-1 0,1 1 0,-1 0 0,1 0 0,0 0 1,0 1-1,0-1 0,1 1 0,-1 0 0,6-4 0,-5 4-155,1 1 1,-1-1 0,1 0-1,-1 1 1,1 0 0,-1 0-1,1 0 1,0 1-1,-1 0 1,1 0 0,0 0-1,0 0 1,-1 1-1,1-1 1,6 3 0,-8-2-111,-1 0 0,1 1 0,0-1 0,-1 1 0,1 0 0,-1 0 0,0 0 0,1 0 0,-1 0 0,0 0 0,0 0 0,0 1 0,-1-1 0,1 1 0,0-1 0,-1 1 0,0 0 0,0 0 0,0-1 0,0 1 0,0 0 0,0 0 0,-1 0 0,1 4 0,0 5-18,-1-1 0,-1 1-1,1 0 1,-2-1 0,0 0-1,-6 23 1,-5 31-294,10-44 183,1-6 27,0-1-1,2 1 1,-1 0 0,3 14-1,-1-24 49,0 1 0,0-1 0,1 0 0,-1 0 0,1 0 0,1-1 0,-1 1 0,1 0 0,-1-1 0,1 0 0,0 1 0,1-1 0,-1 0 0,8 5 0,-9-6 13,0-1-1,0 1 0,0 0 1,-1 0-1,1-1 0,-1 1 1,1 0-1,-1 0 0,0 1 1,0-1-1,0 0 0,0 0 1,-1 1-1,0-1 0,1 0 1,-1 0-1,0 1 0,0-1 1,-1 0-1,1 1 0,-1-1 1,-1 5-1,-1 3 12,-1 0 0,1 0 0,-2-1-1,0 0 1,-7 13 0,-1-6-3,0 0-1,-1-1 1,-1-1-1,-1 0 1,-32 23-1,-6 8 92,-7 4 15,59-48-114,3-7-285,0 0 113,0 0 0,1 0 0,0 0 0,0 0 0,0 0 0,0 1 0,7-9 0,-1-1-189,17-25-1658,2 0-1,47-52 1,-5 9-2326,-33 37 199,1 4-2029</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08:48.795"/>
    </inkml:context>
    <inkml:brush xml:id="br0">
      <inkml:brushProperty name="width" value="0.035" units="cm"/>
      <inkml:brushProperty name="height" value="0.035" units="cm"/>
    </inkml:brush>
  </inkml:definitions>
  <inkml:trace contextRef="#ctx0" brushRef="#br0">26 49 12901,'-16'-49'9641,"13"64"-7941,-4-1 1661,33-11-2725,-1 3-320,-3-6-604,1 0-713,8 0-407,1 0-892,-6-12-720,-1 4-3069,3 10-5376</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3.520"/>
    </inkml:context>
    <inkml:brush xml:id="br0">
      <inkml:brushProperty name="width" value="0.035" units="cm"/>
      <inkml:brushProperty name="height" value="0.035" units="cm"/>
    </inkml:brush>
  </inkml:definitions>
  <inkml:trace contextRef="#ctx0" brushRef="#br0">0 0 6473,'5'4'9213,"-5"-4"-9049,19 2 2260,29-1-2581,-45-1 632,231 9 979,8 0-2572,175-3-7294,-245-3 880</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3.907"/>
    </inkml:context>
    <inkml:brush xml:id="br0">
      <inkml:brushProperty name="width" value="0.035" units="cm"/>
      <inkml:brushProperty name="height" value="0.035" units="cm"/>
    </inkml:brush>
  </inkml:definitions>
  <inkml:trace contextRef="#ctx0" brushRef="#br0">1 29 7549,'0'0'4308,"6"-11"-3068,4-1-256,9 10-180,3-1-164,19 3-192,29 3-288,-3-1-564,12 1-492,26 0-492,13 3-2504,2 0-2677</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5.047"/>
    </inkml:context>
    <inkml:brush xml:id="br0">
      <inkml:brushProperty name="width" value="0.035" units="cm"/>
      <inkml:brushProperty name="height" value="0.035" units="cm"/>
    </inkml:brush>
  </inkml:definitions>
  <inkml:trace contextRef="#ctx0" brushRef="#br0">0 106 5953,'26'6'4544,"-17"-23"-4276,4 2-528,12 1-536,7-9-864,0 0-652,9 3-441</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4.906"/>
    </inkml:context>
    <inkml:brush xml:id="br0">
      <inkml:brushProperty name="width" value="0.035" units="cm"/>
      <inkml:brushProperty name="height" value="0.035" units="cm"/>
    </inkml:brush>
  </inkml:definitions>
  <inkml:trace contextRef="#ctx0" brushRef="#br0">51 186 12117,'-6'-43'2600,"-3"29"133,-1 2-261,-3-2-448,1 0 1036,31-40-495,-7 42-2085,7 4-344,20-4-600,-1 9-433,0 6-147,-3 3-372,3 11-468,-7 3-300,-5 17-168,-10 6-2989,0 6-4280</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5.186"/>
    </inkml:context>
    <inkml:brush xml:id="br0">
      <inkml:brushProperty name="width" value="0.035" units="cm"/>
      <inkml:brushProperty name="height" value="0.035" units="cm"/>
    </inkml:brush>
  </inkml:definitions>
  <inkml:trace contextRef="#ctx0" brushRef="#br0">292 63 10217,'-146'21'4863,"4"0"5469,138-20-9200,27 2 485,7 0-1406,1-1 0,58-5 0,65-15-1811,-121 13 1112,202-32-4556,-78 6-3471,-64 11-1648</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8.197"/>
    </inkml:context>
    <inkml:brush xml:id="br0">
      <inkml:brushProperty name="width" value="0.035" units="cm"/>
      <inkml:brushProperty name="height" value="0.035" units="cm"/>
    </inkml:brush>
  </inkml:definitions>
  <inkml:trace contextRef="#ctx0" brushRef="#br0">197 99 10697,'-3'-1'305,"1"0"1,0 0-1,-1-1 0,1 1 0,0-1 1,0 0-1,0 0 0,0 1 0,0-1 1,1 0-1,-1-1 0,1 1 1,-1 0-1,1 0 0,0-1 0,-1 1 1,1-1-1,0 1 0,0-5 0,-1 2 407,1 4-459,1 0-1,-1 0 1,1 0 0,-1 0 0,1 0 0,-1 0 0,0 0 0,1 0 0,-1 1 0,0-1 0,1 0 0,-1 0 0,0 1 0,0-1-1,-1 0 1,1 0-36,0 1 0,0-1 0,0 0-1,0 1 1,0-1 0,0 0 0,1 0-1,-1 0 1,0 1 0,1-1 0,-1 0-1,0 0 1,1 0 0,-1 0 0,0-2-1,-1-3 383,-6-10 3703,7 17-4200,0-1-1,1 0 0,-1 0 1,0 1-1,0-1 0,1 0 1,-1 1-1,0-1 0,1 1 1,-1-1-1,0 1 0,1-1 1,-1 1-1,1-1 1,-1 1-1,1 0 0,-1-1 1,1 1-1,-1 0 0,1-1 1,0 1-1,0 0 0,-1 0 1,1-1-1,0 1 0,0 0 1,-1 1-1,-3 10-101,0 1 0,1 0 0,0 0 0,0 0 0,0 27 0,-1 6 0,-69 606 0,60-164 0,14-466 0,7 42 0,-7-56 0,1-1 0,0 1 0,0-1 0,1 0 0,0 1 0,1-1 0,-1 0 0,7 9 0,-8-15-130,-1 0 1,0 1-1,0-1 1,0 0-1,1 1 1,-1-1-1,1 0 0,-1 0 1,1 0-1,-1 0 1,1-1-1,-1 1 1,1 0-1,0-1 0,-1 1 1,1-1-1,0 1 1,0-1-1,-1 0 1,1 0-1,0 0 0,0 0 1,0 0-1,-1 0 1,1 0-1,0-1 1,2 0-1,0 0-493,0-1 1,0 0-1,0 0 1,0 0-1,-1 0 0,1 0 1,-1-1-1,1 0 0,4-5 1,19-21-6833,2-7-5019</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8.416"/>
    </inkml:context>
    <inkml:brush xml:id="br0">
      <inkml:brushProperty name="width" value="0.035" units="cm"/>
      <inkml:brushProperty name="height" value="0.035" units="cm"/>
    </inkml:brush>
  </inkml:definitions>
  <inkml:trace contextRef="#ctx0" brushRef="#br0">0 251 11629,'15'-22'1177,"3"-5"513,2 1-1,26-29 1,-37 47-1430,1-1 0,-1 1 0,2 1 0,-1-1 0,1 2 0,0 0 0,0 0 0,1 1 0,12-4 0,16-4 72,1 3 1,-1 1 0,60-5-1,-76 12-568,1 1-1,-1 1 0,0 2 0,0 0 0,0 1 0,0 2 0,31 9 0,-43-9-393,0 0 0,0 0 0,-1 1 0,16 11-1,15 19-5097,-10-2-2319</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8.605"/>
    </inkml:context>
    <inkml:brush xml:id="br0">
      <inkml:brushProperty name="width" value="0.035" units="cm"/>
      <inkml:brushProperty name="height" value="0.035" units="cm"/>
    </inkml:brush>
  </inkml:definitions>
  <inkml:trace contextRef="#ctx0" brushRef="#br0">29 177 12901,'-22'-37'2412,"15"17"117,17 3-397,0 0-432,-1 5-340,4 1-272,15-1-304,26-5-412,0 9-708,3 2-308,7-3-692,6 4-900,0-1-792,-1 12-2225,14-1-4208</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9.274"/>
    </inkml:context>
    <inkml:brush xml:id="br0">
      <inkml:brushProperty name="width" value="0.035" units="cm"/>
      <inkml:brushProperty name="height" value="0.035" units="cm"/>
    </inkml:brush>
  </inkml:definitions>
  <inkml:trace contextRef="#ctx0" brushRef="#br0">0 295 8117,'0'0'1742,"4"0"34,49 2 2835,29 8-2627,23 1-1160,225-3 171,-270-11-1015,1-2 0,-1-3-1,83-21 1,-129 24 8,0 0 0,0-1 0,0 0 0,-1-1 0,0 0 0,23-18 0,-30 20 65,0 0 0,0 0 0,-1 0 0,1-1 0,-1 0 0,-1 0 0,1 0 0,-1 0 0,0-1 0,0 0 0,-1 0 0,0 0 0,0 0 0,-1 0 0,2-9 0,-3 13 21,-1-1 0,0 1 0,1-1-1,-2 1 1,1-1 0,0 1 0,-1 0 0,1-1 0,-1 1 0,0 0-1,0-1 1,0 1 0,-1 0 0,1 0 0,-1 0 0,0 0 0,-2-4 0,1 4 83,-1-1 0,0 1 1,1-1-1,-1 1 1,-1 0-1,1 1 0,0-1 1,-1 1-1,1 0 1,-9-3-1,0 1 138,-1 1 0,1 0 0,-1 1 0,1 1 0,-1 0 0,1 1 0,-1 0 0,-14 3 0,5 1-24,0 1 0,0 1 0,1 1 0,0 1 0,0 1 1,1 1-1,0 1 0,0 0 0,-30 24 0,28-16-131,-1 1 0,2 1 0,1 1 0,1 1 0,1 1-1,1 1 1,-16 27 0,27-39-96,0 1-1,0 0 0,1 1 1,1 0-1,0 0 1,1 0-1,1 0 1,1 0-1,0 1 0,0-1 1,2 1-1,0-1 1,3 22-1,-1-26-54,0 0-1,1 0 1,0 0 0,1-1-1,0 1 1,0-1 0,1 0-1,1 0 1,0 0-1,0-1 1,1 0 0,0 0-1,0-1 1,1 0 0,0 0-1,1-1 1,-1 0 0,1 0-1,13 6 1,-6-4-149,1-2 1,0 0 0,1-1-1,0-1 1,0 0-1,0-1 1,0-1-1,21 0 1,1-1-414,-1-3-1,70-8 1,-83 5 342,1-2 0,-1 0 0,0-2 1,-1-1-1,0-1 0,0-1 0,44-27 0,-51 26 116,0-1 0,-1-1-1,0 0 1,-1-1 0,-1-1-1,0 0 1,-2-2-1,1 1 1,19-38 0,-31 51 91,0 0 0,0-1 0,0 0 0,-1 1 0,1-1 0,-1 0 0,-1 0 1,1 0-1,0-9 0,-1 13 22,0-1 0,-1 1-1,1 0 1,0 0 0,0 0 0,-1-1 0,1 1-1,0 0 1,-1 0 0,1 0 0,-1 0 0,1 0 0,-1 0-1,0 0 1,0 0 0,1 0 0,-1 0 0,0 0 0,0 1-1,0-1 1,0 0 0,0 0 0,0 1 0,0-1 0,0 1-1,0-1 1,0 1 0,0-1 0,0 1 0,0 0-1,-1-1 1,1 1 0,0 0 0,0 0 0,0 0 0,-1 0-1,1 0 1,0 0 0,0 0 0,0 0 0,-2 1 0,-7 1-6,1 1 0,0 1 0,0-1 0,0 1 0,1 1 0,0-1 0,-1 1 0,1 1 0,1 0 0,-1 0 0,1 0 0,0 1 0,1 0 1,-1 1-1,2-1 0,-1 1 0,1 0 0,-8 16 0,12-22 6,0 0 1,0 0-1,0 0 1,0 0-1,0 1 1,0-1-1,1 0 1,-1 0-1,1 1 1,0-1-1,-1 1 1,1-1-1,0 0 1,1 1-1,-1-1 1,0 0-1,1 1 1,-1-1-1,1 0 0,0 0 1,-1 1-1,1-1 1,0 0-1,0 0 1,1 0-1,-1 0 1,0 0-1,1 0 1,-1-1-1,1 1 1,0 0-1,-1-1 1,1 1-1,0-1 1,0 1-1,0-1 1,0 0-1,0 0 1,0 0-1,1 0 1,-1 0-1,0-1 1,0 1-1,1-1 0,-1 1 1,0-1-1,1 0 1,-1 0-1,5 0 1,7-1 125,1-1 0,-1 0 1,0-1-1,0-1 0,14-5 0,43-10 1112,-58 17-1048,0 1-1,0 0 1,0 1-1,19 2 1,-27-2-181,0 1 1,0 0 0,0 1-1,0-1 1,0 1 0,0 0-1,0 0 1,-1 0 0,1 1-1,-1-1 1,1 1-1,-1 0 1,0 1 0,4 4-1,7 10-1559,20 34-1,-4 0-6762,-27-46 6413,12 20-8772</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9.502"/>
    </inkml:context>
    <inkml:brush xml:id="br0">
      <inkml:brushProperty name="width" value="0.035" units="cm"/>
      <inkml:brushProperty name="height" value="0.035" units="cm"/>
    </inkml:brush>
  </inkml:definitions>
  <inkml:trace contextRef="#ctx0" brushRef="#br0">191 1 15925,'3'6'1209,"-1"0"-1,0 1 1,0-1-1,0 0 0,0 1 1,-1 0-1,-1-1 0,1 8 1,-2 59 2162,-1-43-2368,-5 56-473,-4 1 1,-41 158-1,50-236-529,-48 168-2246,25-94-1971,-27 160-1,49-215-3000,2 3-4671</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09.943"/>
    </inkml:context>
    <inkml:brush xml:id="br0">
      <inkml:brushProperty name="width" value="0.035" units="cm"/>
      <inkml:brushProperty name="height" value="0.035" units="cm"/>
    </inkml:brush>
  </inkml:definitions>
  <inkml:trace contextRef="#ctx0" brushRef="#br0">33 40 13389,'-27'-24'2389,"22"19"4144,69-5-2907,167 10-1609,-148 2-1771,367 16-1011,-441-18 742,0 0-1,0 1 0,0 0 1,0 1-1,0 0 0,-1 0 0,1 1 1,-1 0-1,1 1 0,-1 0 1,11 7-1,-18-10 35,0 0-1,0 1 1,0-1 0,-1 1-1,1-1 1,0 1-1,-1-1 1,1 1-1,-1-1 1,0 1 0,1-1-1,-1 1 1,0-1-1,0 1 1,0 0 0,0-1-1,0 1 1,0-1-1,-1 1 1,1 0 0,0-1-1,-2 3 1,-17 47 152,4-16 20,12-24-164,1 1 1,0-1 0,0 0 0,1 1 0,0-1 0,1 1-1,1-1 1,0 1 0,0-1 0,1 0 0,0 1 0,1-1 0,1 0-1,0 0 1,0-1 0,1 1 0,0-1 0,1 0 0,0 0 0,0-1-1,9 9 1,-8-10-26,1 0-1,0-1 0,0 0 0,0-1 1,1 0-1,0 0 0,0-1 0,1 0 1,0 0-1,-1-1 0,19 4 0,-21-6 0,0-1 0,0 0-1,0-1 1,1 0-1,-1 0 1,0 0 0,0-1-1,1 0 1,-1 0-1,0-1 1,0 0 0,0 0-1,-1-1 1,1 0-1,0 0 1,-1 0 0,0-1-1,9-7 1,-1 1 158,-1-1 0,0 0 0,-1-1 0,-1-1 0,0 0 0,0 0 0,-1-1 0,-1 0 0,8-18 0,10-19 1112,-25 48-510,-1 21-548,4 131-5809,-1-104 1048,4 20-3432,6-25-2567</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0.236"/>
    </inkml:context>
    <inkml:brush xml:id="br0">
      <inkml:brushProperty name="width" value="0.035" units="cm"/>
      <inkml:brushProperty name="height" value="0.035" units="cm"/>
    </inkml:brush>
  </inkml:definitions>
  <inkml:trace contextRef="#ctx0" brushRef="#br0">1 158 13457,'4'1'833,"-1"1"-1,1-1 1,0 1-1,-1 0 1,1 0 0,-1 1-1,0-1 1,1 1-1,-1-1 1,3 5-1,6 7-299,0 1 0,-2 1 0,1-1 0,-2 2 0,0 0 0,-1 0 0,-1 0 0,-1 1 0,0 0 0,-1 0 0,-1 1 0,3 30 0,-6-28-319,0 0 1,-2 1 0,0-1-1,-1 0 1,-2 1 0,0-1 0,-1-1-1,-1 1 1,-1-1 0,-17 36 0,14-42 271,10-14-480,0 1 1,0-1-1,-1 0 1,1 1-1,0-1 1,-1 1 0,1-1-1,-1 0 1,1 1-1,0-1 1,-1 0-1,1 0 1,-1 1-1,1-1 1,-1 0 0,1 0-1,-1 0 1,1 0-1,-1 0 1,1 1-1,-1-1 1,1 0 0,-1 0-1,1 0 1,-1 0-1,1 0 1,-1-1-1,1 1 1,-1 0-1,1 0 1,-1 0 0,1 0-1,-1 0 1,1-1-1,-1 1 1,1 0-1,-1 0 1,1-1-1,0 1 1,-1 0 0,1-1-1,0 1 1,-1-1-1,0 1 1,-6-14 73,7 5-80,-1 0 0,1 0 0,0 0 0,1 0 0,0 1 0,1-1 0,0 0 0,0 0 0,0 1 0,7-15 0,-8 20 0,16-41-309,1 1-1,2 1 1,2 1-1,49-69 1,-50 82-61,0 2 1,2 0-1,2 1 0,0 2 1,1 0-1,1 2 1,37-22-1,44-14-5469,-93 50 3154,1 1 0,28-6 0,17 2-8700</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0.562"/>
    </inkml:context>
    <inkml:brush xml:id="br0">
      <inkml:brushProperty name="width" value="0.035" units="cm"/>
      <inkml:brushProperty name="height" value="0.035" units="cm"/>
    </inkml:brush>
  </inkml:definitions>
  <inkml:trace contextRef="#ctx0" brushRef="#br0">195 301 8561,'16'-22'9365,"8"4"-3838,34-12-1732,-44 24-3213,0 0 1,22-16-1,-23 13-332,0-2 0,-1 1 0,0-2 1,11-13-1,-20 21-213,-1 1-1,1-1 1,-1 1 0,1-1-1,-1 0 1,0 0 0,-1 0 0,1 0-1,-1 0 1,0 0 0,0 0-1,0-1 1,0 1 0,-1 0 0,1-1-1,-1 1 1,-1 0 0,1-1-1,0 1 1,-2-6 0,1 8-10,0-1 1,0 1-1,0 0 1,0 0-1,0 0 1,0 0-1,0 0 1,-1 0-1,1 1 1,-1-1 0,0 0-1,1 1 1,-1-1-1,0 1 1,0-1-1,0 1 1,0 0-1,0 0 1,0 0-1,0 0 1,0 0-1,0 1 1,-1-1-1,1 1 1,0-1-1,-1 1 1,1 0-1,0 0 1,-1 0-1,1 0 1,0 0-1,0 0 1,-4 1-1,-3 1 75,0 0 0,1 1 0,-1-1 0,1 1 0,-1 1-1,1 0 1,-12 8 0,-8 7-102,0 3 0,1 0 0,1 1 0,1 2 0,2 1 0,-33 44 0,44-54 0,1 1 0,1 1 0,0 0 0,1 1 0,1 0 0,1 0 0,0 0 0,2 1 0,0 0 0,1 0 0,1 1 0,0 29 0,3-41 0,1 0 0,1 0 0,-1 0 0,2 0 0,-1-1 0,1 1 0,0-1 0,1 1 0,0-1 0,0 0 0,1-1 0,0 1 0,10 11 0,-11-15 0,0 0 0,-1 0 0,2-1 0,-1 0 0,0 0 0,1 0 0,-1 0 0,1-1 0,0 1 0,6 1 0,17 7-17,1-1 0,0-1 0,1-1 0,0-1 0,52 3 0,-41-8-1085,-1-2-1,42-6 1,81-18-9532,-138 20 8176,71-11-10824</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1.529"/>
    </inkml:context>
    <inkml:brush xml:id="br0">
      <inkml:brushProperty name="width" value="0.035" units="cm"/>
      <inkml:brushProperty name="height" value="0.035" units="cm"/>
    </inkml:brush>
  </inkml:definitions>
  <inkml:trace contextRef="#ctx0" brushRef="#br0">360 1054 7309,'0'0'36,"0"0"0,0 0 0,0 0 0,0 0 0,-1 0 0,1-1 1,0 1-1,0 0 0,0 0 0,0 0 0,0 0 0,0 0 0,0 0 0,0 0 1,0 0-1,0 0 0,0 0 0,0 0 0,0 0 0,0 0 0,-1 0 0,1 0 1,0 0-1,0 0 0,0 0 0,0 0 0,0 0 0,0 0 0,0 0 0,0-1 1,0 1-1,0 0 0,0 0 0,0 0 0,0 0 0,0 0 0,0 0 0,0 0 1,0 0-1,0 0 0,0 0 0,0 0 0,0 0 0,0 0 0,0-1 1,0 1-1,0 0 0,0 0 0,0 0 0,0 0 0,0 0 0,0 0 0,0 0 1,0 0-1,0 0 0,1 0 0,-1 0 0,0 0 0,0 0 0,0 0 0,0 0 1,0 0-1,0 0 0,0-1 0,0 1 0,0 0 0,-11 0 4227,7 1-3076,0-1 0,-1 0 0,1 0 0,0-1 0,0 1 1,0-1-1,-7-2 0,9 2 763,2-5-1646,1-1-1,1 1 1,-1 0 0,1 0 0,0 0-1,0 0 1,0 0 0,1 0-1,0 0 1,0 1 0,5-6 0,48-58 3221,-45 57-3367,29-37-158,-2-2 0,-2-1 0,-2-1 0,-3-3 0,34-79 0,-16 15 0,57-206 0,-102 293 0,-4 32 0,0 1 0,0-1 0,0 1 0,0-1 0,0 1 0,0-1 0,0 1 0,-1-1 0,1 1 0,0-1 0,0 1 0,0-1 0,-1 1 0,1-1 0,0 1 0,-1-1 0,1 1 0,0 0 0,-1-1 0,1 1 0,-1 0 0,1-1 0,0 1 0,-1 0 0,0-1 0,0 1 0,-1 0 0,1 0 0,-1 1 0,1-1 0,0 0 0,-1 0 0,1 1 0,0-1 0,-1 1 0,1-1 0,0 1 0,0 0 0,-1 0 0,1-1 0,0 1 0,0 0 0,-2 2 0,-9 9 0,1 0 0,1 1 0,-1 0 0,2 1 0,0 0 0,1 0 0,0 1 0,-10 28 0,-1 13 0,-12 68 0,21-83 0,-1 16 0,2 0 0,3 1 0,2 0 0,2 0 0,4-1 0,1 1 0,4 0 0,16 72 0,4-26 0,4 0 0,5-2 0,73 148 0,23 54 0,-128-295 0,-2 0 0,1 0 0,-1 0 0,0 0 0,-1 0 0,0 0 0,0 0 0,-1 1 0,0-1 0,-2 10 0,1-15 0,0 1 0,0-1 0,-1 0 0,0 1 0,0-1 0,0 0 0,0 0 0,0 0 0,-1 0 0,0-1 0,0 1 0,0-1 0,0 1 0,-1-1 0,1 0 0,-1 0 0,0-1 0,1 1 0,-1-1 0,-1 0 0,1 0 0,-5 2 0,-10 3 0,0-2 0,0 0 0,-1-1 0,0 0 0,-35 0 0,-106-8 0,137 3 0,-13-1 0,-385-39 0,408 39-342,1-1 1,0 0-1,1-1 0,-22-9 1,33 12 142,0 0 0,0 1-1,0-1 1,0 0 0,0 0 0,0 0 0,0 1 0,0-1-1,0 0 1,1 0 0,-1-1 0,0 1 0,0 0 0,1 0 0,-1 0-1,1 0 1,-1-1 0,1 1 0,0 0 0,-1 0 0,1-1-1,0 1 1,0 0 0,0-1 0,0 1 0,0 0 0,0 0 0,0-1-1,0 1 1,1-2 0,0 0-570,0 0-1,0 0 0,0 0 1,1 0-1,-1 0 1,1 0-1,0 0 1,-1 1-1,1-1 1,3-2-1,32-20-12666</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2.258"/>
    </inkml:context>
    <inkml:brush xml:id="br0">
      <inkml:brushProperty name="width" value="0.035" units="cm"/>
      <inkml:brushProperty name="height" value="0.035" units="cm"/>
    </inkml:brush>
  </inkml:definitions>
  <inkml:trace contextRef="#ctx0" brushRef="#br0">307 1209 9385,'83'-19'2101,"-73"17"-1144,0 0-1,0 1 1,20-1-1,4-1 614,0-6 133,35-13 0,-58 18-1225,-1 0 1,1-1-1,-1-1 1,-1 0-1,1 0 1,-1-1-1,13-11 1,-20 16-380,0 0 0,0 0 0,0 0 0,0 0 0,0 0 1,-1 0-1,1 0 0,-1 0 0,1-1 0,-1 1 0,0-1 1,0 1-1,0-1 0,0 0 0,-1 1 0,1-1 0,-1 0 0,1 1 1,-1-1-1,0 0 0,0 1 0,0-1 0,0 0 0,-1 0 1,1 1-1,-1-1 0,0 0 0,1 1 0,-1-1 0,0 1 1,-1-1-1,1 1 0,0-1 0,-1 1 0,1 0 0,-1 0 1,0 0-1,0 0 0,-4-4 0,0 1 66,-1-1 0,-1 1 0,1 1 0,-1-1 0,0 1 0,0 1 0,0-1 1,0 1-1,0 1 0,-1-1 0,-16-1 0,6 3-42,1 0 0,0 2 0,-1 0-1,1 1 1,0 0 0,0 2 0,0 0 0,0 1 0,1 1 0,-1 0 0,2 2 0,-1 0 0,1 0 0,0 2 0,1 0-1,0 1 1,0 0 0,1 1 0,1 1 0,0 0 0,-18 25 0,3 0-123,2 0 0,2 2 0,1 1 0,-17 44 0,30-60 0,2-1 0,0 2 0,1-1 0,2 1 0,0 0 0,2 0 0,1 0 0,2 43 0,1-63 0,-1 0 0,1 0 0,1 0 0,-1 0 0,1 0 0,0 0 0,1 0 0,-1-1 0,6 10 0,6 6 0,0-1 0,32 35 0,-41-50 0,0 0 0,0-1 0,1 1 0,0-1 0,0 0 0,0-1 0,0 0 0,0 0 0,1 0 0,0-1 0,12 4 0,-4-4 0,0 0 0,0-1 0,25-2 0,-20 0 0,15-1-21,0-2 0,-1-1 1,1-1-1,-1-3 0,64-23 0,-13-5-315,83-48 0,-100 45-411,-1-3-1,-2-3 0,-3-2 1,-1-4-1,-3-1 0,-3-4 1,54-68-1,-47 43 620,-4-2 0,-4-3-1,-3-2 1,-5-2 0,37-101 0,-60 124 1060,26-117 1,-5-70 1977,-41 205-1461,-4 33-625,0 16-517,-1 6-118,-45 252-186,26-165-3,-81 426 0,91-428 0,4 1 0,10 170 0,-2-245 0,2 1 0,0-1 0,1 0 0,0 0 0,1 0 0,1-1 0,1 1 0,0-1 0,18 27 0,-20-35 0,0-1 0,0 0 0,0 0 0,1 0 0,-1-1 0,1 0 0,1 0 0,-1-1 0,1 1 0,0-1 0,0-1 0,0 1 0,0-1 0,0 0 0,1-1 0,0 0 0,-1 0 0,1-1 0,0 0 0,0 0 0,0-1 0,15-1 0,-9 0-26,-1-2 0,1 0 1,0 0-1,-1-2 0,0 1 0,18-10 0,33-17-849,-3-2-1,0-3 1,81-63-1,-120 80 677,93-80-561,-101 85 841,0 0 1,-1-1 0,-1 0-1,-1-2 1,16-26 0,-27 41-88,5-7 289,-1 0 0,0 0 0,-1-1 0,3-10 0,-6 19-227,1 0-1,-1 0 0,0 0 1,1 0-1,-1 0 0,0 0 0,0 0 1,0-1-1,0 1 0,0 0 1,0 0-1,0 0 0,0 0 0,-1 0 1,1 0-1,0 0 0,-1-1 1,1 1-1,-1 0 0,1 0 0,-1 0 1,1 0-1,-1 0 0,0 1 1,1-1-1,-1 0 0,0 0 0,0 0 1,0 1-1,0-1 0,1 0 1,-1 1-1,0-1 0,0 1 1,0-1-1,-1 1 0,1-1 0,0 1 1,0 0-1,0-1 0,0 1 1,0 0-1,0 0 0,0 0 0,-1 0 1,0 0-1,-7 1-40,0 1 0,0-1 0,0 2 0,1-1 0,-1 1 0,1 0 0,0 1 0,0 0 0,0 0 0,0 1 0,-8 7 0,-15 12-33,-32 31 0,43-36 18,0 0 0,2 2 0,1 0 0,0 1 0,2 0 0,-22 43 0,32-55 0,1 0 0,-1 1 0,2 0 0,0 0 0,0 0 0,0 0 0,2 0 0,-1 0 0,2 1 0,-1-1 0,2 1 0,-1-1 0,1 0 0,1 1 0,0-1 0,1 0 0,0 0 0,8 18 0,-6-20 3,0-1 1,1 0-1,0 0 0,0-1 1,0 1-1,1-1 0,1-1 1,-1 1-1,1-1 0,0-1 1,0 1-1,0-1 0,1-1 1,10 5-1,4 0-53,0-1 0,1-1 0,-1-1-1,37 4 1,-28-7-857,0-1 0,1-2 0,40-4 0,96-22-7533,-111 16 3888,55-7-8410</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2.995"/>
    </inkml:context>
    <inkml:brush xml:id="br0">
      <inkml:brushProperty name="width" value="0.035" units="cm"/>
      <inkml:brushProperty name="height" value="0.035" units="cm"/>
    </inkml:brush>
  </inkml:definitions>
  <inkml:trace contextRef="#ctx0" brushRef="#br0">252 41 8073,'-43'-39'11054,"42"39"-10861,0-1 0,0 1 0,-1 0-1,1 0 1,0-1 0,-1 1 0,1 0 0,-1 0 0,1 0-1,0 0 1,-1 0 0,1 1 0,0-1 0,-1 0-1,1 1 1,-2 0 0,0-1 315,-2 1-182,-1 1 0,1-1-1,0 1 1,0 0 0,0 0-1,0 1 1,0 0 0,0-1-1,1 1 1,-1 1 0,1-1-1,0 1 1,0 0 0,0 0-1,1 0 1,-1 0-1,1 0 1,0 1 0,-3 5-1,-6 13 688,0 1 0,-14 43 0,20-50-792,-2 5-211,1 1 0,1 0 0,1 0 0,1 0 0,1 1 1,1-1-1,2 1 0,0 0 0,7 46 0,-4-52-11,1-1-1,1 0 1,0 0 0,1 0-1,1 0 1,1-1-1,0-1 1,1 1-1,1-1 1,1 0-1,0-1 1,0-1-1,25 23 1,-16-21-321,0 0 0,1-2-1,0 0 1,1-2 0,1 0 0,0-1 0,0-1 0,1-2-1,0 0 1,0-2 0,1 0 0,44 2 0,-23-6-442,1-1 1,-1-2-1,0-3 0,0-1 1,-1-2-1,47-16 0,-36 5-1805,0-2 0,-2-3 0,-1-3 0,76-49 0,-48 22-4835</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3.160"/>
    </inkml:context>
    <inkml:brush xml:id="br0">
      <inkml:brushProperty name="width" value="0.035" units="cm"/>
      <inkml:brushProperty name="height" value="0.035" units="cm"/>
    </inkml:brush>
  </inkml:definitions>
  <inkml:trace contextRef="#ctx0" brushRef="#br0">101 17 11169,'-4'-4'896,"-5"-6"-144,3 7 4825,-10 10-1480,12-3-3694,0 0 1,0 1-1,0-1 0,1 1 1,-6 8-1,4 1 288,0 0 0,1 0 0,1 0-1,0 1 1,1-1 0,0 27 0,1-17-37,-11 635 1712,25-475-6306,-5-142 371,1 5-6806,-9-16-1524</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3.361"/>
    </inkml:context>
    <inkml:brush xml:id="br0">
      <inkml:brushProperty name="width" value="0.035" units="cm"/>
      <inkml:brushProperty name="height" value="0.035" units="cm"/>
    </inkml:brush>
  </inkml:definitions>
  <inkml:trace contextRef="#ctx0" brushRef="#br0">24 37 10553,'-2'0'404,"-16"2"4331,17-2-4671,1 0 1,0 0-1,0-1 1,-1 1-1,1 0 0,0 0 1,0-1-1,0 1 1,-1 0-1,1-1 0,0 1 1,0 0-1,0 0 0,0-1 1,0 1-1,0 0 1,0-1-1,0 1 0,0 0 1,0-1-1,0 1 0,0-1 1,0 1-1,0 0 1,0-1-1,0 1 0,0 0 1,0 0-1,0-1 0,0 1 1,1 0-1,-1-1 1,0 1-1,0 0 0,0-1 1,1 1-1,-1 0 1,0 0-1,0-1 0,0 1 1,1 0-1,-1 0 0,1-2 9,0 1-1,0 0 0,0 0 0,0-1 0,0 1 0,0 0 1,1 0-1,-1 0 0,0 0 0,1 0 0,-1 1 1,0-1-1,1 0 0,-1 1 0,1-1 0,-1 1 0,1-1 1,-1 1-1,1 0 0,0-1 0,-1 1 0,1 0 0,-1 0 1,4 0-1,6 0 194,81-7 844,102 5-1,100 19-344,-236-13-604,99 15 4,-138-15-71,1 0 0,-1 2 0,0 0 0,0 1-1,32 17 1,-45-20-145,-1 1 0,0-1 0,0 1 0,0 0 0,0 0 0,-1 0 0,0 0 0,0 1-1,0 0 1,-1 0 0,1 0 0,-2 0 0,1 1 0,-1-1 0,0 1 0,0-1 0,0 1 0,-1 0 0,0 0 0,-1 0-1,1 0 1,-2-1 0,1 1 0,0 0 0,-1 0 0,-1 0 0,1-1 0,-5 14 0,-2 1-1036,-21 67-8398,21-48 118</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3.515"/>
    </inkml:context>
    <inkml:brush xml:id="br0">
      <inkml:brushProperty name="width" value="0.035" units="cm"/>
      <inkml:brushProperty name="height" value="0.035" units="cm"/>
    </inkml:brush>
  </inkml:definitions>
  <inkml:trace contextRef="#ctx0" brushRef="#br0">1 1 10997,'44'0'1476,"-21"6"-260,-4-1-212,16 10-364,-16 2-804,6 3-740,4 3-352,-1 5-2520,10 4-2473</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3.843"/>
    </inkml:context>
    <inkml:brush xml:id="br0">
      <inkml:brushProperty name="width" value="0.035" units="cm"/>
      <inkml:brushProperty name="height" value="0.035" units="cm"/>
    </inkml:brush>
  </inkml:definitions>
  <inkml:trace contextRef="#ctx0" brushRef="#br0">158 148 11437,'-31'12'1398,"17"-7"-117,1 0 0,0 1 0,-16 10-1,25-13-771,0-1-1,1 1 1,-1 1-1,1-1 1,-1 0-1,1 1 0,0-1 1,0 1-1,1 0 1,-1 0-1,1 0 1,0 1-1,0-1 1,-2 6-1,1 5-278,0 0 1,0 0-1,1 1 1,1-1-1,1 0 1,0 1-1,1-1 1,1 1-1,0-1 0,1 0 1,1 0-1,0 0 1,1 0-1,1-1 1,0 0-1,1 0 1,12 20-1,-9-19-28,1 1 1,0-2-1,1 0 0,0 0 0,1-1 1,1 0-1,0-1 0,1-1 0,0 0 1,0-1-1,1-1 0,0 0 0,1-2 1,21 8-1,-32-13-202,0-1 0,0 1 0,0-1 0,0-1 0,0 1 0,0-1 0,1 0 0,-1-1 0,0 1 0,0-1 0,0-1 0,0 1 0,0-1 0,0 0 0,-1 0 0,1 0 0,0-1 0,-1 0 0,0 0 0,0-1 0,0 1 0,0-1 0,0 0 0,-1-1 0,0 1 0,1-1 0,-2 1 0,6-10 0,0 1 0,-1-1 0,-1 1 0,0-1 0,-1-1 0,-1 0 0,0 1 0,-1-1 0,-1-1 0,0 1 0,0-18 0,-2 14 3,-2 1 0,0 0 1,-1 0-1,-1 0 0,0 0 0,-2 1 0,0-1 0,-1 1 1,0 0-1,-2 0 0,0 1 0,-1 0 0,0 1 0,-16-19 1,9 13-28,-1 1 0,-2 1 0,0 1 0,-1 1 1,0 1-1,-1 0 0,-1 2 0,-1 0 1,-30-13-1,-6 5-2248,54 20 1699,0 1 1,0 0-1,0 1 0,0-1 0,0 1 0,0 0 1,1 0-1,-1 1 0,0-1 0,-8 3 0,-24 11-3400,36-13 3609,0-1 0,0 1 0,0-1 0,0 1 0,0-1 1,0 1-1,0 0 0,0 0 0,0-1 0,0 1 1,1 0-1,-1 0 0,0 0 0,1 0 0,-1 0 1,0 0-1,0 1 0,-1 22-10134</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4.216"/>
    </inkml:context>
    <inkml:brush xml:id="br0">
      <inkml:brushProperty name="width" value="0.035" units="cm"/>
      <inkml:brushProperty name="height" value="0.035" units="cm"/>
    </inkml:brush>
  </inkml:definitions>
  <inkml:trace contextRef="#ctx0" brushRef="#br0">1 47 12077,'15'-36'3931,"-14"35"-3749,-1 1 0,0-1 0,1 0 0,-1 1 0,0-1 0,1 0 0,-1 1 1,1-1-1,-1 1 0,1-1 0,-1 1 0,1-1 0,0 1 0,-1 0 0,1-1 1,-1 1-1,1 0 0,0-1 0,-1 1 0,1 0 0,0 0 0,0-1 0,-1 1 1,1 0-1,0 0 0,-1 0 0,1 0 0,0 0 0,0 0 0,-1 0 0,1 0 1,0 1-1,-1-1 0,1 0 0,0 0 0,-1 0 0,1 1 0,0-1 0,-1 0 1,1 1-1,0-1 0,-1 1 0,1-1 0,-1 1 0,1-1 0,-1 1 0,1 0 1,13 13 1964,22 32 1,-30-36-1899,0 1-1,0-1 0,-1 2 1,0-1-1,-1 0 0,-1 1 1,4 16-1,-1 17 109,-1 1 0,-3 0 0,-5 73 0,0-11-50,3-107-307,-1-1 0,1 1 0,0-1 0,0 1 0,0-1 0,0 1 0,0-1 0,0 1 0,0-1 0,0 1 0,0-1 0,1 1 0,-1-1 0,0 1 0,0-1 0,0 1 0,0-1 0,1 1 0,-1-1 0,0 0 0,1 1 0,-1-1 0,0 1 0,1-1 0,-1 1 0,8-8 0,6-18 0,1-13 0,-7 17 0,0 2 0,2-1 0,22-35 0,-26 48 0,26-37 0,62-65 0,-82 97 0,1 0 0,0 1 0,1 1 0,0 0 0,1 1 0,0 1 0,0 0 0,1 1 0,21-7 0,-30 13 0,0 1 0,-1 0 0,1 0 0,0 0 0,0 1 0,0 0 0,-1 0 0,1 1 0,0 0 0,-1 0 0,0 0 0,1 1 0,7 5 0,-8-5 0,1 1 0,-1 0 0,-1 1 0,1-1 0,-1 1 0,1 0 0,-2 0 0,1 1 0,0 0 0,-1 0 0,0 0 0,0 0 0,-1 0 0,0 1 0,0 0 0,2 6 0,3 15 0,-1-1 0,6 50 0,-7-38 0,27 209-5047,-2-11-2138,-22-199 477,6-1-4135</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4.371"/>
    </inkml:context>
    <inkml:brush xml:id="br0">
      <inkml:brushProperty name="width" value="0.035" units="cm"/>
      <inkml:brushProperty name="height" value="0.035" units="cm"/>
    </inkml:brush>
  </inkml:definitions>
  <inkml:trace contextRef="#ctx0" brushRef="#br0">13 35 16025,'-13'-34'13118,"26"45"-14014,-1 3-821,4 4-5003,0 2 831,-13 2-5048</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5.340"/>
    </inkml:context>
    <inkml:brush xml:id="br0">
      <inkml:brushProperty name="width" value="0.035" units="cm"/>
      <inkml:brushProperty name="height" value="0.035" units="cm"/>
    </inkml:brush>
  </inkml:definitions>
  <inkml:trace contextRef="#ctx0" brushRef="#br0">181 326 6837,'-8'-5'548,"6"3"-333,-1 1-1,1-1 1,-1 0 0,1 1-1,-1 0 1,0 0 0,1 0 0,-1 0-1,0 0 1,0 0 0,0 1-1,0-1 1,0 1 0,0 0 0,-5 0-1,-49 0 3551,47-1-2680,0 0-1,1 1 1,-19 2 0,19 2-296,19 0-250,28 2 14,302 11 689,4-29-969,-278 9-204,1282-85-404,-335 18-732,525-13-2030,-528 31-4008,-485 23-696</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15.857"/>
    </inkml:context>
    <inkml:brush xml:id="br0">
      <inkml:brushProperty name="width" value="0.035" units="cm"/>
      <inkml:brushProperty name="height" value="0.035" units="cm"/>
    </inkml:brush>
  </inkml:definitions>
  <inkml:trace contextRef="#ctx0" brushRef="#br0">349 401 7189,'-166'34'5554,"147"-32"-4957,1 2 0,0 0 1,0 1-1,0 1 0,0 1 1,1 0-1,0 1 1,-20 13-1,37-21-589,0 0 1,0 0-1,0 0 0,0 0 0,-1 0 1,1 0-1,0 0 0,0 0 1,0 1-1,0-1 0,0 0 0,0 0 1,0 0-1,-1 0 0,1 0 0,0 0 1,0 0-1,0 0 0,0 0 1,0 1-1,0-1 0,0 0 0,0 0 1,0 0-1,0 0 0,0 0 1,0 0-1,0 1 0,0-1 0,0 0 1,0 0-1,0 0 0,0 0 0,0 0 1,0 0-1,0 1 0,0-1 1,0 0-1,0 0 0,0 0 0,0 0 1,0 0-1,0 0 0,0 0 1,0 1-1,0-1 0,0 0 0,0 0 1,0 0-1,0 0 0,1 0 1,-1 0-1,0 0 0,0 0 0,0 1 1,0-1-1,0 0 0,0 0 0,1 0 1,3 5 47,0-1 0,0 1 1,1-1-1,0 0 0,-1 0 0,2-1 1,-1 0-1,0 1 0,1-2 0,-1 1 1,1-1-1,0 1 0,0-2 1,12 3-1,12 2 94,59 1 0,-55-5-63,607-3 233,-473-5-275,2740-81 704,-2508 76-621,1406-44 558,-4-41-113,-442-45-2756,-1019 73-1158,-121 3-3051,-107 25-1056</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25.174"/>
    </inkml:context>
    <inkml:brush xml:id="br0">
      <inkml:brushProperty name="width" value="0.035" units="cm"/>
      <inkml:brushProperty name="height" value="0.035" units="cm"/>
    </inkml:brush>
  </inkml:definitions>
  <inkml:trace contextRef="#ctx0" brushRef="#br0">45 146 9005,'-40'-106'10201,"39"103"-9461,-2-31 721,3 31-761,10 21-5789,-1 2-269,-9 5-3318</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25.343"/>
    </inkml:context>
    <inkml:brush xml:id="br0">
      <inkml:brushProperty name="width" value="0.035" units="cm"/>
      <inkml:brushProperty name="height" value="0.035" units="cm"/>
    </inkml:brush>
  </inkml:definitions>
  <inkml:trace contextRef="#ctx0" brushRef="#br0">10 232 10369,'-9'-17'1636,"18"5"1072,4-11-1688,-4 3-227,1 0-233,2 0-464,4 0-816,26-14-605,-4 3-3059,3-4-3385</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25.595"/>
    </inkml:context>
    <inkml:brush xml:id="br0">
      <inkml:brushProperty name="width" value="0.035" units="cm"/>
      <inkml:brushProperty name="height" value="0.035" units="cm"/>
    </inkml:brush>
  </inkml:definitions>
  <inkml:trace contextRef="#ctx0" brushRef="#br0">9 126 12081,'-9'14'2283,"15"-22"643,-3 4-2665,0 0 0,0 1 1,0-1-1,1 1 0,-1 0 0,1 0 0,6-4 0,3 3-48,-1 1 1,1 0-1,0 1 0,20-1 0,-2 0 42,629-38 1324,-501 35-1519,513-17-836,-563 20-826,-63 5-4640,-62-13-4493</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25.982"/>
    </inkml:context>
    <inkml:brush xml:id="br0">
      <inkml:brushProperty name="width" value="0.035" units="cm"/>
      <inkml:brushProperty name="height" value="0.035" units="cm"/>
    </inkml:brush>
  </inkml:definitions>
  <inkml:trace contextRef="#ctx0" brushRef="#br0">207 96 10181,'-41'-52'1783,"38"48"-1362,0 1 1,0-1 0,0 1-1,-1 0 1,1 0-1,-1 0 1,0 0-1,0 0 1,0 1 0,0 0-1,0 0 1,0 0-1,-1 0 1,1 1 0,-6-2-1,9 3-342,-1 0 0,0 0 0,0 0 0,1 0 0,-1 0 0,0 0 0,1 0 0,-1 1 0,0-1 0,0 1 0,1-1 0,-1 1 0,1 0 0,-1 0 0,1-1 0,-1 1 0,1 0 0,-1 0 0,1 0 0,0 1 0,-1-1 0,1 0 0,0 0 0,0 1 0,0-1-1,0 1 1,0-1 0,0 1 0,0-1 0,1 1 0,-1 0 0,1-1 0,-1 1 0,0 2 0,0 0 27,1 1-1,-1 0 0,1 0 1,0 0-1,0 0 0,1 0 0,-1 0 1,1-1-1,0 1 0,0 0 1,2 5-1,25 51 655,-24-52-660,22 38 303,1-2-1,51 65 1,79 74 118,54 72-106,-183-216-384,-2 1 0,-1 1 0,-3 1 0,34 90 0,-51-115-30,0 0 1,-2 0-1,0 1 0,-1 0 1,0-1-1,-3 34 0,-1-38 4,0 0 0,-1 0 0,0-1 1,-1 1-1,0-1 0,-2 0 0,1 0 0,-2 0 0,1-1 0,-10 12 0,-5 4-52,-1-1 1,-2-1-1,-1-1 0,0-1 1,-39 27-1,-157 93-1384,130-87 136,22-17-370,-3 3-1686,28-12-2270,15-2-3713</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26.151"/>
    </inkml:context>
    <inkml:brush xml:id="br0">
      <inkml:brushProperty name="width" value="0.035" units="cm"/>
      <inkml:brushProperty name="height" value="0.035" units="cm"/>
    </inkml:brush>
  </inkml:definitions>
  <inkml:trace contextRef="#ctx0" brushRef="#br0">166 29 10033,'-54'-3'2132,"41"9"-108,-3-18-248,1 4 893,-1 2-1697,3 0 904,-6 9-6368,0-3-525</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29.396"/>
    </inkml:context>
    <inkml:brush xml:id="br0">
      <inkml:brushProperty name="width" value="0.035" units="cm"/>
      <inkml:brushProperty name="height" value="0.035" units="cm"/>
    </inkml:brush>
  </inkml:definitions>
  <inkml:trace contextRef="#ctx0" brushRef="#br0">114 21 4672,'0'0'2428,"-1"-3"-1468,-10-13-149,11 16-781,-1 0 0,1 0 0,-1-1 0,1 1 0,0 0 0,-1 0 0,1 0 0,-1 0 0,1 0 0,-1 0 0,1 0 0,-1 0 0,1 0 0,-1 0 0,1 0 0,-1 0 0,1 0 0,0 0 0,-1 0 0,1 0 0,-1 0 0,1 0 0,-1 1 0,0-1 0,-2 3 9,0 0 0,0 0 1,0 0-1,0 0 0,1 1 0,-1-1 0,1 1 0,-2 4 1,-17 33-589,16-30-460,0 0 0,0-1 0,-10 13-1,2-6-1394</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29.819"/>
    </inkml:context>
    <inkml:brush xml:id="br0">
      <inkml:brushProperty name="width" value="0.035" units="cm"/>
      <inkml:brushProperty name="height" value="0.035" units="cm"/>
    </inkml:brush>
  </inkml:definitions>
  <inkml:trace contextRef="#ctx0" brushRef="#br0">1 58 6073,'0'0'1160,"16"-6"-228,0 3 2476,0-8-3684,-4-1-456,1 1-2416,12-3-1285</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30.100"/>
    </inkml:context>
    <inkml:brush xml:id="br0">
      <inkml:brushProperty name="width" value="0.035" units="cm"/>
      <inkml:brushProperty name="height" value="0.035" units="cm"/>
    </inkml:brush>
  </inkml:definitions>
  <inkml:trace contextRef="#ctx0" brushRef="#br0">1 1 5945,'73'11'1036,"-26"0"-204,1 4-192,15 2-192,10-6-160,16 6-280,16-2-364,16-7-624,12-2-1288,23 0-341</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0:31.428"/>
    </inkml:context>
    <inkml:brush xml:id="br0">
      <inkml:brushProperty name="width" value="0.035" units="cm"/>
      <inkml:brushProperty name="height" value="0.035" units="cm"/>
    </inkml:brush>
  </inkml:definitions>
  <inkml:trace contextRef="#ctx0" brushRef="#br0">3 32 3104,'0'-2'574,"-3"-24"334,3 23-52,22 24-184,0-17-836,0-1 1,0-1-1,-1-1 1,1 0-1,44-6 0,-25 2-1005,7 2 190</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5.058"/>
    </inkml:context>
    <inkml:brush xml:id="br0">
      <inkml:brushProperty name="width" value="0.035" units="cm"/>
      <inkml:brushProperty name="height" value="0.035" units="cm"/>
    </inkml:brush>
  </inkml:definitions>
  <inkml:trace contextRef="#ctx0" brushRef="#br0">69 627 4744,'15'-38'2903,"19"-74"-1,13-35 3683,-35 100-5150,-6 31-610,-2-1-1,0 0 1,0-1 0,-2 1 0,0-1-1,-1-33 1,-3 43-434,1 1 0,0-1 0,1 0 0,-1 0 0,2 0 0,-1 0 0,1 0 0,0 0 0,1 0 0,3-10 0,-5 16-281,1 1 1,-1-1 0,0 0 0,0 1 0,0-1-1,0 0 1,0 1 0,0-1 0,-1 1 0,1-1-1,0 1 1,-1-1 0,0-1 0,0-4 490,-20 53 912,0 19-1365,3 0 1,-10 69-1,13-57-134,-70 419-14,77-418 0,4-1 0,3 1 0,3 0 0,18 113 0,-12-151-52,2 1 0,2-1 1,27 63-1,-31-83-13,2-1 1,1 0-1,0-1 1,1 0-1,1 0 1,1-2 0,0 1-1,31 25 1,-34-34-86,1 0 0,0 0 1,1-1-1,-1 0 1,2-1-1,-1-1 1,0 0-1,1-1 0,0 0 1,0-1-1,0-1 1,0 0-1,1-1 0,-1-1 1,0 0-1,17-2 1,-9-1-27,0-2 0,0 0 0,-1-1 1,1-2-1,-1 0 0,-1-1 0,0-1 1,0 0-1,29-23 0,5-9-183,-2-3 0,-3-1 0,60-73 0,34-30 853,-142 148-481,-1 1 0,1-1 0,-1 0 0,1 0 0,-1 1 0,1-1 0,-1 1 0,1-1 0,0 0 0,-1 1-1,1-1 1,0 1 0,-1-1 0,1 1 0,0 0 0,0-1 0,-1 1 0,1 0 0,0 0 0,0-1 0,0 1 0,-1 0 0,1 0 0,0 0 0,0 0 0,0 0-1,0 0 1,0 0 0,-1 0 0,1 0 0,0 1 0,0-1 0,0 0 0,1 1 0,0 2 30,0-1 0,0 1 0,0 0 0,0-1 0,0 1 0,-1 0 0,0 0 0,2 4 0,6 12 52,-1-4-55,1-1 0,0-1 1,1 0-1,1 0 0,0-1 1,0 0-1,1-1 0,17 12 1,-22-17-26,0-1 0,1 0 0,0-1 0,0 1 1,0-2-1,0 1 0,1-1 0,0 0 1,-1-1-1,1 0 0,0-1 0,0 1 0,0-2 1,0 1-1,0-1 0,16-2 0,-22 1 12,0 0 0,0 1 1,0-1-1,1 0 0,-2-1 0,1 1 0,0-1 0,0 1 0,0-1 0,-1 0 0,1 0 0,-1 0 1,1 0-1,-1 0 0,3-5 0,-4 6-5,0-1 0,0 0 0,0 0 0,0 0 0,0 0 0,-1 0 0,1 0 0,-1 0 0,1 0-1,-1 0 1,0 0 0,0 0 0,0 0 0,0 0 0,0 0 0,0 0 0,-1 0 0,1 0 0,-1 0 0,1 0 0,-1 0 0,0 0 0,0 0 0,-1-3 0,-6-7 48,0 0 0,-1 0 0,-1 1 0,1 0 0,-2 1 1,1 0-1,-2 0 0,-18-12 0,-15-6 71,-50-23 0,68 38-107,-13-7-104,-71-24-1,86 36-1298,-1 1 0,-29-3 0,25 11-1078,16 4-638,8 6-3453</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5.375"/>
    </inkml:context>
    <inkml:brush xml:id="br0">
      <inkml:brushProperty name="width" value="0.035" units="cm"/>
      <inkml:brushProperty name="height" value="0.035" units="cm"/>
    </inkml:brush>
  </inkml:definitions>
  <inkml:trace contextRef="#ctx0" brushRef="#br0">0 356 8709,'1'-1'215,"1"0"-1,-1 0 1,0 0 0,0 0 0,0 0-1,0 0 1,0 0 0,0 0 0,0 0-1,-1-1 1,1 1 0,0 0 0,0-1 0,-1 1-1,1-1 1,-1 1 0,0 0 0,1-1-1,-1 1 1,0-1 0,0 1 0,0-1 0,0 1-1,0-1 1,0 1 0,0-1 0,0 1-1,-2-3 1,2 0 155,-1 1-1,1 0 1,0 0-1,0 0 0,0 0 1,1 0-1,-1 0 1,1 0-1,1-6 1,4-9 2388,8-38 1,-12 43-2022,1-1 0,1 1 1,0-1-1,8-17 0,32-62 2005,-37 78-2312,2 3 61,-8 12-475,0 0 0,0 1 0,1-1-1,-1 0 1,0 1 0,1-1 0,-1 1 0,0-1 0,0 1 0,0 0 0,0-1 0,1 1 0,-1 0 0,1 1 0,6 5 5,-1 0 0,0 0 1,0 0-1,-1 1 0,1 0 0,-2 0 0,1 1 1,-1 0-1,-1 0 0,0 0 0,0 0 0,-1 1 1,0-1-1,0 1 0,1 14 0,0 4 22,-1-1 0,-2 1-1,0 0 1,-6 41 0,2-53-66,0-1 0,-1 0 0,-1 0 1,0 0-1,-1-1 0,-10 18 0,-47 72-2014,51-85 1265,7-13 32,1 1-1,0 0 1,0 0-1,-4 14 0,3-9-854,5-11 1437,0-1 0,0 1 0,0-1 0,0 1 0,0-1 0,1 1 0,-1-1 0,0 1 0,0-1 0,0 1 1,1-1-1,-1 1 0,0-1 0,1 1 0,-1-1 0,0 0 0,1 1 0,-1-1 0,0 1 0,1-1 0,-1 0 0,1 0 0,-1 1 0,1-1 0,-1 0 1,1 0-1,-1 1 0,1-1 0,-1 0 0,1 0 0,-1 0 0,1 0 0,15 5-2564,3-17-2399,13-7-2863</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5.563"/>
    </inkml:context>
    <inkml:brush xml:id="br0">
      <inkml:brushProperty name="width" value="0.035" units="cm"/>
      <inkml:brushProperty name="height" value="0.035" units="cm"/>
    </inkml:brush>
  </inkml:definitions>
  <inkml:trace contextRef="#ctx0" brushRef="#br0">124 1 9641,'2'9'667,"-1"1"1,0-1-1,0 1 0,-1 0 1,0-1-1,-1 1 0,0-1 1,-1 1-1,-3 13 0,0 6 791,-21 187 3464,-6 41-3330,1-74-3272,12-64-5280,14-87 3172,3-8-5086</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5.688"/>
    </inkml:context>
    <inkml:brush xml:id="br0">
      <inkml:brushProperty name="width" value="0.035" units="cm"/>
      <inkml:brushProperty name="height" value="0.035" units="cm"/>
    </inkml:brush>
  </inkml:definitions>
  <inkml:trace contextRef="#ctx0" brushRef="#br0">0 172 12425,'7'-3'2220,"-7"-14"-488,9 0-311,1 0-353,18 5-248,23-2-200,0 0-368,9-1-800,16 4-616,7-9-748,12 6-3085,4-3-3956</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6.236"/>
    </inkml:context>
    <inkml:brush xml:id="br0">
      <inkml:brushProperty name="width" value="0.035" units="cm"/>
      <inkml:brushProperty name="height" value="0.035" units="cm"/>
    </inkml:brush>
  </inkml:definitions>
  <inkml:trace contextRef="#ctx0" brushRef="#br0">405 812 8437,'6'-36'2396,"-5"29"-286,-2 3-1522,0 1 1,1-1 0,-1 0 0,1 1 0,0-1-1,0 1 1,1-6 0,4 0-293,-1 1 0,1 0 0,1-1 0,0 2 0,0-1 0,1 1 0,-1 0 0,1 0 0,1 1 0,13-10 0,1-2 76,7-8 163,-2-1 0,-1-2-1,-2-1 1,0 0-1,-2-2 1,32-62 0,-41 63-66,-2 0 0,-1-1 0,-1 0 1,6-49-1,8-25 892,-15 66-877,-7 36-268,-2 7 113,-19 59 824,-14 75 0,8-24-550,-49 145-570,-11-4-1,-120 242 1,7-20-33,154-344 0,-49 230 0,86-319 0,1 0 0,0 64 0,7-95 0,0 1 0,1-1 0,0 0 0,1 0 0,0 0 0,1 0 0,0 0 0,1 0 0,0 0 0,1-1 0,1 0 0,0 0 0,10 15 0,-11-21-21,-1 0 0,1 0 1,0 0-1,0-1 0,0 0 0,1 0 0,-1 0 1,1 0-1,0-1 0,0 0 0,0-1 1,1 1-1,-1-1 0,0 0 0,9 1 0,-5-2-48,-1-1 0,0 0 0,0 0 0,0-1 0,0 0 0,0-1 0,0 0 0,0 0 0,0-1 0,9-4 0,3-3-83,-1-1 1,0-1-1,0 0 0,-2-2 0,0 0 1,0-1-1,-1-1 0,16-20 0,-16 16 29,-2-1 0,0-1 0,-2 0 0,0-1 0,-1 0-1,-2-1 1,0-1 0,-2 1 0,0-1 0,-2-1-1,-1 1 1,-1-1 0,-1 0 0,-1 0 0,-2 0 0,0-1-1,-2 1 1,0 0 0,-10-35 0,1 14 34,-3 1-1,-2 0 1,-2 0 0,-39-71-1,21 57 11,-3 2 0,-75-89 0,14 18 62,97 125 13,1 0 0,0 0 1,0 1-1,0-1 0,0-1 0,1 1 0,-1 0 0,1 0 0,0 0 0,0-1 1,1 1-1,0 0 0,-1-1 0,1 1 0,1-1 0,-1 1 0,1 0 0,-1-1 0,4-6 1,-2 5-40,0 1 0,1 0 0,-1 0 0,1 1 1,1-1-1,-1 1 0,1-1 0,-1 1 1,1 0-1,0 0 0,1 1 0,-1-1 0,1 1 1,9-5-1,49-21-1250,2 2 0,1 3 0,98-21 0,21-8-4554,-121 35 1000,0 7-2729</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6.699"/>
    </inkml:context>
    <inkml:brush xml:id="br0">
      <inkml:brushProperty name="width" value="0.035" units="cm"/>
      <inkml:brushProperty name="height" value="0.035" units="cm"/>
    </inkml:brush>
  </inkml:definitions>
  <inkml:trace contextRef="#ctx0" brushRef="#br0">42 1 7125,'-17'11'10522,"5"5"-3629,10-12-6089,0 1 0,0 0 0,1 0 0,-1-1 0,1 1 0,-1 8 0,1 7-1569,1-1 0,4 37 1,-1-25 2603,1 40-1475,20 110 0,-24-179-272,3-2-85,0 0 0,0 0 0,0 0 0,0-1 0,0 0 0,0 1 0,0-1 0,0 0 0,0 0 0,0-1 1,0 1-1,-1-1 0,1 1 0,0-1 0,3-3 0,0-1 2,0-1 1,-1 0-1,0 0 1,5-9-1,7-9 29,99-121 143,-95 124-138,1 0-1,0 2 1,2 0-1,28-18 1,-47 35-31,1-1 0,0 1 1,0 1-1,0-1 0,0 1 0,0 0 1,13-2-1,-16 4-5,0-1-1,0 1 1,0 0 0,0 0-1,1 1 1,-1-1 0,0 1-1,0-1 1,0 1 0,0 0-1,0 0 1,0 1 0,0-1-1,0 0 1,0 1 0,-1 0-1,1 0 1,4 4 0,0 0 2,-1 1 0,0 0 0,-1 1 0,0-1 0,0 1 0,-1 0 1,0 1-1,0-1 0,4 16 0,0 7-172,6 49 0,-9-48-1032,12 45 0,-6-44-1427,18 39 0,-6-25-7578,-13-25-97</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6.887"/>
    </inkml:context>
    <inkml:brush xml:id="br0">
      <inkml:brushProperty name="width" value="0.035" units="cm"/>
      <inkml:brushProperty name="height" value="0.035" units="cm"/>
    </inkml:brush>
  </inkml:definitions>
  <inkml:trace contextRef="#ctx0" brushRef="#br0">0 40 11301,'10'-40'10321,"15"40"-10713,4 3-700,-10 3-740,6-1-889,-3 15-1815,16 15-3529</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7.058"/>
    </inkml:context>
    <inkml:brush xml:id="br0">
      <inkml:brushProperty name="width" value="0.035" units="cm"/>
      <inkml:brushProperty name="height" value="0.035" units="cm"/>
    </inkml:brush>
  </inkml:definitions>
  <inkml:trace contextRef="#ctx0" brushRef="#br0">0 206 10257,'29'0'6801,"-20"-20"-5025,14-11-568,8 20-220,1-4-208,9 1-148,7 0-256,3-1-284,3 1-292,6 0-488,7-3-716,3 0-716,-7 5-3401,-2 1-4472</inkml:trace>
</inkml:ink>
</file>

<file path=ppt/ink/ink1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9.468"/>
    </inkml:context>
    <inkml:brush xml:id="br0">
      <inkml:brushProperty name="width" value="0.035" units="cm"/>
      <inkml:brushProperty name="height" value="0.035" units="cm"/>
    </inkml:brush>
  </inkml:definitions>
  <inkml:trace contextRef="#ctx0" brushRef="#br0">92 1 11709,'27'7'2162,"-22"-6"1952,-5 2-2173,5 63 3989,-7 4-3294,2-48-2122,-4 16 95,-2 0 0,-1 0 1,-2-1-1,-19 50 0,9-26-779,-15 74-4442,20-43-5565,8-21-3932</inkml:trace>
</inkml:ink>
</file>

<file path=ppt/ink/ink1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29.859"/>
    </inkml:context>
    <inkml:brush xml:id="br0">
      <inkml:brushProperty name="width" value="0.035" units="cm"/>
      <inkml:brushProperty name="height" value="0.035" units="cm"/>
    </inkml:brush>
  </inkml:definitions>
  <inkml:trace contextRef="#ctx0" brushRef="#br0">382 468 11149,'-111'47'2352,"95"-41"-1420,0-1 0,-1-1 0,0 0-1,0-1 1,-24 0 0,-11 3 1989,-30 8 1224,69-12-3035,35-3-257,876-129 1925,-609 84-2565,708-117 31,-473 72-118,214-31-336,-718 119 81,-11 1-264,0 1-1,0 0 1,0 0-1,0 1 1,16 1-1,-25-1 328,0 0 0,1 0 1,-1 0-1,0 0 0,1 0 0,-1 0 0,0 0 1,1 0-1,-1 0 0,0 0 0,1 0 0,-1 0 1,0 0-1,1 0 0,-1 1 0,0-1 0,1 0 1,-1 0-1,0 0 0,1 0 0,-1 1 0,0-1 1,1 0-1,-1 0 0,0 1 0,0-1 1,1 0-1,-1 0 0,0 1 0,0-1 0,0 0 1,0 1-1,1-1 0,-1 0 0,0 1 0,0-1 1,0 0-1,0 1 0,0-1 0,0 0 0,0 1 1,0-1-1,0 0 0,0 1 0,0-1 0,0 0 1,0 1-1,0-1 0,0 1 0,0-1 0,0 0 1,0 1-1,-1-1 0,1 0 0,0 0 0,0 1 1,-1-1-1,-21 23-4439,-2 0-2169,7 7-4129</inkml:trace>
</inkml:ink>
</file>

<file path=ppt/ink/ink1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0.346"/>
    </inkml:context>
    <inkml:brush xml:id="br0">
      <inkml:brushProperty name="width" value="0.035" units="cm"/>
      <inkml:brushProperty name="height" value="0.035" units="cm"/>
    </inkml:brush>
  </inkml:definitions>
  <inkml:trace contextRef="#ctx0" brushRef="#br0">83 379 9197,'5'-10'450,"-3"8"-144,0-1 0,0 0 1,0 0-1,-1 0 0,1 0 0,-1-1 0,0 1 1,0 0-1,0 0 0,0-1 0,-1 1 0,1-1 0,-1 1 1,0-1-1,0 1 0,0 0 0,-1-1 0,1 1 1,-2-7-1,-4-12 2172,2-1 0,1 1-1,-1-33 1,4 50-2306,0 0 0,1-1-1,0 1 1,0 0 0,0 0 0,1-1-1,-1 1 1,1 0 0,0 0-1,1 0 1,-1 1 0,1-1 0,0 1-1,0-1 1,5-4 0,-1 2 32,0 0 0,1 1 0,-1 0 0,1 0 0,1 1 0,-1 0 0,17-6 0,-3 3 18,0 0 1,1 2-1,0 1 0,1 0 1,32-1-1,-48 6-184,1-1 1,0 2-1,0-1 0,-1 1 1,1 1-1,0-1 0,-1 1 0,1 1 1,-1 0-1,0 0 0,0 0 1,0 1-1,0 1 0,9 6 0,-13-8-24,1 1-1,-1 0 0,0 0 0,0 0 0,-1 1 0,1 0 0,-1-1 0,0 1 0,0 0 0,-1 1 0,1-1 0,-1 0 0,0 1 0,0-1 1,-1 1-1,0 0 0,0-1 0,0 1 0,-1 0 0,0 11 0,-3 5 6,0 0-1,-2-1 1,0 1 0,-1-1 0,-2 0-1,-18 39 1,-75 112 16,101-172-35,-347 547-127,332-523 90,-15 36 0,30-59 27,-1 0 0,0 0-1,1 0 1,-1 0 0,1 1 0,0-1 0,-1 0 0,1 0 0,0 1 0,0-1 0,0 0 0,0 0 0,0 1 0,0-1 0,0 0 0,0 1 0,1-1 0,-1 0 0,1 2 0,0-2-4,-1 0 0,1-1 1,0 1-1,-1 0 0,1-1 1,0 1-1,0 0 1,0-1-1,0 1 0,-1-1 1,1 1-1,0-1 1,0 0-1,0 1 0,0-1 1,0 0-1,0 0 0,0 0 1,1 0-1,4 1-58,0-2-1,-1 1 1,1-1-1,-1 0 1,1 0-1,-1 0 1,8-3-1,428-192-6512,-137 56-5072,-207 101 1727</inkml:trace>
</inkml:ink>
</file>

<file path=ppt/ink/ink1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0.895"/>
    </inkml:context>
    <inkml:brush xml:id="br0">
      <inkml:brushProperty name="width" value="0.035" units="cm"/>
      <inkml:brushProperty name="height" value="0.035" units="cm"/>
    </inkml:brush>
  </inkml:definitions>
  <inkml:trace contextRef="#ctx0" brushRef="#br0">101 121 8077,'-24'-15'2381,"20"13"-182,3-4-1326,1 1 0,0 0 0,-1 1 0,0-1 0,0 0 1,-1 0-1,1 0 0,-4-5 0,5 8-552,-1 0 1,0 1 0,0-1-1,0 0 1,0 1 0,-1-1-1,1 1 1,0 0 0,-1-1-1,1 1 1,0 0 0,-1 0-1,0-1 1,1 1-1,-1 0 1,0 1 0,1-1-1,-1 0 1,0 0 0,0 1-1,0-1 1,0 1 0,0 0-1,-2-1 1,-8-24 3376,12 27-3670,2 9 93,-1 1 0,0-1 1,-2 18-1,4-14-121,0-6 0,-2-11 0,-2-8 0,4 65 0,-6 98 0,-5-76-35,3-42-257,2 0 0,1 0 0,4 45 0,-2-74-582,1 0-1,0 0 0,1 0 1,0 0-1,0 0 0,0 0 1,0-1-1,5 8 1,9 5-7933,-4-6-3095</inkml:trace>
</inkml:ink>
</file>

<file path=ppt/ink/ink1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2.080"/>
    </inkml:context>
    <inkml:brush xml:id="br0">
      <inkml:brushProperty name="width" value="0.035" units="cm"/>
      <inkml:brushProperty name="height" value="0.035" units="cm"/>
    </inkml:brush>
  </inkml:definitions>
  <inkml:trace contextRef="#ctx0" brushRef="#br0">66 102 4680,'0'0'80,"0"1"1,-1-1-1,1 1 0,-1-1 0,1 1 0,-1-1 0,1 1 0,-1-1 0,1 1 0,-1-1 0,1 0 0,-1 1 0,1-1 0,-1 0 0,0 0 0,1 1 0,-1-1 0,1 0 0,-1 0 1,0 0-1,1 0 0,-1 0 0,0 0 0,1 0 0,-1 0 0,0 0 0,1 0 0,-2 0 0,-6-21 7503,5-14-2071,1 32-5001,0 0 0,0-1 0,0 1 0,0 0 1,-1 0-1,1 0 0,-1 0 0,1 1 0,-4-3 0,-2-3 717,8 8-1176,-1 0 0,1 0 0,0 0 0,0-1 0,0 1 0,-1 0-1,1 0 1,0 0 0,0-1 0,0 1 0,0 0 0,-1 0 0,1-1-1,0 1 1,0 0 0,0 0 0,0-1 0,0 1 0,0 0 0,0-1 0,0 1-1,0 0 1,0 0 0,0-1 0,0 1 0,0 0 0,0 0 0,0-1-1,0 1 1,0 0 0,0-1 0,0 1 0,0 0 0,1 0 0,-1-1-1,0 1 1,0 0 0,0 0 0,1-1 0,12-2 516,-10 3-523,1 1 0,-1-1 0,0 0 0,0 1 0,0 0 0,0 0-1,1 0 1,-1 0 0,2 1 0,2 3 23,0 0-1,0 1 1,-1-1 0,0 1 0,0 0-1,-1 1 1,1-1 0,-1 1 0,-1 0-1,0 1 1,0-1 0,0 1 0,-1-1-1,0 1 1,0 0 0,-1 0-1,0 1 1,0-1 0,0 9 0,-1-1-38,-1 0 1,-1 1 0,-1-1 0,0 0 0,-1 0 0,0 0 0,-2-1-1,-10 29 1,-1-4 3,0 0 7,-21 41 0,36-80-34,25-5-6,-16 2 3,-1-1 0,1 0 0,-1-1-1,0 0 1,0 0 0,-1 0 0,1-1 0,-1 0 0,7-6-1,53-60 26,-26 27-100,-8 10 19,67-63-41,-89 89 82,0 1 1,0 0-1,0 0 0,1 1 1,0 0-1,0 1 1,1 0-1,18-5 0,-27 9 13,1 1-1,0-1 0,0 1 0,-1 0 0,1 0 0,0 0 0,0 1 0,-1-1 0,1 1 0,0 0 0,-1 0 0,1 0 0,-1 0 0,1 1 0,-1 0 0,1-1 0,-1 1 1,0 0-1,0 1 0,0-1 0,0 0 0,0 1 0,-1 0 0,1-1 0,-1 1 0,0 0 0,0 1 0,0-1 0,0 0 0,0 0 0,2 7 0,2 4-1,-1 1 0,-1-1 0,0 1-1,-1 0 1,0 0 0,0 22 0,21 133 49,-23-168-45,-1 0 43,19-2 103,-16 0-149,-1 0 0,1-1 0,-1 0 0,1 1 0,-1-1-1,1 0 1,-1 0 0,0 0 0,1-1 0,-1 1 0,0-1 0,0 1-1,0-1 1,0 0 0,0 1 0,-1-1 0,3-2 0,29-43-17,-25 34 14,52-82 2,41-60-24,-98 150 65,1 0 0,0 0 0,0 1 1,0 0-1,0-1 0,1 1 0,-1 1 1,1-1-1,0 1 0,0-1 0,1 1 1,-1 1-1,1-1 0,-1 1 0,1 0 1,0 0-1,-1 1 0,1 0 0,0 0 1,0 0-1,0 1 0,0 0 1,0 0-1,0 0 0,0 1 0,0 0 1,0 0-1,0 0 0,0 1 0,0 0 1,-1 0-1,1 0 0,-1 1 0,6 3 1,-5-2-40,0 1 1,0 0 0,0 0-1,-1 0 1,0 0 0,0 1 0,0 0-1,-1 0 1,0 0 0,0 1-1,6 13 1,-2 2-3,0 1-1,6 33 1,4 17-4,7-9-3941,-20-53 2087,1 0 0,0-1 0,0 0 0,1 0 0,0 0 1,14 12-1,-8-8-10975</inkml:trace>
</inkml:ink>
</file>

<file path=ppt/ink/ink1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3.782"/>
    </inkml:context>
    <inkml:brush xml:id="br0">
      <inkml:brushProperty name="width" value="0.035" units="cm"/>
      <inkml:brushProperty name="height" value="0.035" units="cm"/>
    </inkml:brush>
  </inkml:definitions>
  <inkml:trace contextRef="#ctx0" brushRef="#br0">29 270 7853,'-28'3'8783,"32"-3"-7578,112-6 541,144-26-1,-182 21-1506,441-69 462,-183 24-471,-243 40-192,251-51 197,-343 66-329,0 0 0,1 1 0,-1-1-1,1 1 1,-1-1 0,1 1 0,-1 0 0,1-1 0,-1 1 0,1 0 0,-1 0 0,1 0 0,-1 0 0,1 1 0,-1-1-1,3 1 1,-19 14-5242,-3 0 1352,-2 6-4887</inkml:trace>
</inkml:ink>
</file>

<file path=ppt/ink/ink1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4.499"/>
    </inkml:context>
    <inkml:brush xml:id="br0">
      <inkml:brushProperty name="width" value="0.035" units="cm"/>
      <inkml:brushProperty name="height" value="0.035" units="cm"/>
    </inkml:brush>
  </inkml:definitions>
  <inkml:trace contextRef="#ctx0" brushRef="#br0">127 69 5340,'-1'1'74,"0"-1"-1,0 0 0,0 1 1,1-1-1,-1 0 0,0 0 1,0 1-1,0-1 0,0 0 1,0 0-1,0 0 0,0 0 1,0 0-1,0 0 0,0-1 1,0 1-1,0 0 0,0 0 0,0-1 1,0 1-1,0-1 0,0 1 1,0-1-1,0 1 0,1-1 1,-1 1-1,0-1 0,0 0 1,1 1-1,-1-1 0,0 0 1,1 0-1,-1 0 0,1 1 1,-1-1-1,1 0 0,-1 0 0,1 0 1,0 0-1,-1-1 0,-2-3 383,1 2 557,-1 0-544,-1 0 1,0 0-1,0 0 0,0 0 1,-8-3-1,-46-18 8486,59 26-8556,5 11-17,1 0 1,0-1-1,1 0 0,1 0 1,0 0-1,0-1 1,14 11-1,0-2-113,0-1-1,41 24 1,29 10-1030,145 57 0,-168-79-472,19 5-1366,6 3-5436,-47-17-1442</inkml:trace>
</inkml:ink>
</file>

<file path=ppt/ink/ink1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5.094"/>
    </inkml:context>
    <inkml:brush xml:id="br0">
      <inkml:brushProperty name="width" value="0.035" units="cm"/>
      <inkml:brushProperty name="height" value="0.035" units="cm"/>
    </inkml:brush>
  </inkml:definitions>
  <inkml:trace contextRef="#ctx0" brushRef="#br0">582 70 4728,'3'-1'1639,"0"0"-1058,0 0 0,1-1-1,-1 1 1,0-1 0,0 1 0,0-1 0,0 0 0,-1 0 0,1 0 0,3-4 0,29-18 2133,-33 22-1259,15-15-436,-15 13 1913,-36 28-2302,0 1 0,-50 51 0,2-2-331,-63 60-24,71-63-189,14-12-54,-72 92 0,100-101-182,32-49 149,0 0 0,0 0 0,0 0 0,1 0 0,-1 0 0,0 0 0,0 0 0,1 0 0,-1 0 0,1 0 0,-1 0 0,1 0 0,-1 0 0,1 0 0,0 0 0,-1 0 0,1-1 0,1 2 0,-1 0-3,1 0-2,0 0 1,1 0-1,-1 0 0,1 0 1,-1 0-1,1 0 0,0-1 0,-1 1 1,1-1-1,0 0 0,0 1 0,0-2 1,0 1-1,0 0 0,0 0 1,1-1-1,5 0 0,67 1-43,-57-2 32,737-36-298,-612 28 242,104-3-24,87-5-391,-171 13-848,-111 4-318,11-6-3295</inkml:trace>
</inkml:ink>
</file>

<file path=ppt/ink/ink1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5.899"/>
    </inkml:context>
    <inkml:brush xml:id="br0">
      <inkml:brushProperty name="width" value="0.035" units="cm"/>
      <inkml:brushProperty name="height" value="0.035" units="cm"/>
    </inkml:brush>
  </inkml:definitions>
  <inkml:trace contextRef="#ctx0" brushRef="#br0">1 44 11589,'9'-15'1804,"-2"1"3437,12 5-5909,0 4-788,6 10-4701,7 4-1212</inkml:trace>
</inkml:ink>
</file>

<file path=ppt/ink/ink1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5.719"/>
    </inkml:context>
    <inkml:brush xml:id="br0">
      <inkml:brushProperty name="width" value="0.035" units="cm"/>
      <inkml:brushProperty name="height" value="0.035" units="cm"/>
    </inkml:brush>
  </inkml:definitions>
  <inkml:trace contextRef="#ctx0" brushRef="#br0">1 467 5753,'0'0'7460,"0"-3"-6370,2-5-612,1 1-1,0 0 0,0 0 0,1 0 1,0 0-1,0 0 0,7-7 1,15-29 549,-3 1-831,-2 0-65,23-59 0,0-52 1868,-40 135-964,-19 22-338,12-3-630,0 0 0,0 0 1,1 1-1,-1-1 0,1 1 0,-1 0 0,1 0 0,0 0 0,0 0 0,0 0 0,0 0 1,0 1-1,0-1 0,1 1 0,-3 4 0,1-2 34,1 1 0,0 0 1,0 0-1,0 1 0,1-1 0,0 0 0,0 8 0,0-4-14,1 0 0,1-1-1,-1 1 1,2 0 0,-1-1 0,1 1-1,1-1 1,0 0 0,7 16-1,-2-10-336,0-1-1,19 24 0,-23-34-72,-1-1-1,0 0 1,1 1-1,-1-1 1,1 0-1,0-1 1,0 1 0,0-1-1,0 0 1,1 0-1,-1 0 1,1 0-1,-1-1 1,8 2 0,32 2-8097,-21-2-661</inkml:trace>
</inkml:ink>
</file>

<file path=ppt/ink/ink1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6.127"/>
    </inkml:context>
    <inkml:brush xml:id="br0">
      <inkml:brushProperty name="width" value="0.035" units="cm"/>
      <inkml:brushProperty name="height" value="0.035" units="cm"/>
    </inkml:brush>
  </inkml:definitions>
  <inkml:trace contextRef="#ctx0" brushRef="#br0">0 14 10641,'13'6'7909,"-4"6"-6481,1-4-1012,9-14-424,0 4-488,6-4-728,23-6-556,-32 10-701,9-7-1659,1 6-3141</inkml:trace>
</inkml:ink>
</file>

<file path=ppt/ink/ink1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6.267"/>
    </inkml:context>
    <inkml:brush xml:id="br0">
      <inkml:brushProperty name="width" value="0.035" units="cm"/>
      <inkml:brushProperty name="height" value="0.035" units="cm"/>
    </inkml:brush>
  </inkml:definitions>
  <inkml:trace contextRef="#ctx0" brushRef="#br0">10 63 8261,'-10'12'3452,"26"-21"-2092,0 3 652,3 1-1272,0 2-464,3-3-612,0 0-516,7-2-452,6-1-428,-10 1-1752,26-7-1925</inkml:trace>
</inkml:ink>
</file>

<file path=ppt/ink/ink1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6.425"/>
    </inkml:context>
    <inkml:brush xml:id="br0">
      <inkml:brushProperty name="width" value="0.035" units="cm"/>
      <inkml:brushProperty name="height" value="0.035" units="cm"/>
    </inkml:brush>
  </inkml:definitions>
  <inkml:trace contextRef="#ctx0" brushRef="#br0">111 6 10261,'4'14'1263,"-3"-10"-242,-1-6 347,-1-19 6484,-2 22-7332,1 0 1,0 1 0,0 0-1,0-1 1,0 1 0,0 0-1,0 0 1,0 0 0,1 0-1,-3 3 1,-28 122 1875,6-39-4709,10-21-2751,8-28-2524,-1-5-4351</inkml:trace>
</inkml:ink>
</file>

<file path=ppt/ink/ink1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39.090"/>
    </inkml:context>
    <inkml:brush xml:id="br0">
      <inkml:brushProperty name="width" value="0.035" units="cm"/>
      <inkml:brushProperty name="height" value="0.035" units="cm"/>
    </inkml:brush>
  </inkml:definitions>
  <inkml:trace contextRef="#ctx0" brushRef="#br0">71 149 4936,'0'0'84,"0"-1"-1,0 1 1,0-1-1,0 0 1,0 1-1,0-1 1,1 1-1,-1-1 1,0 1-1,0-1 1,1 1-1,-1-1 1,0 1-1,1-1 1,-1 1-1,0-1 1,1 1-1,-1 0 1,1-1-1,-1 1 1,1 0-1,-1-1 1,1 1-1,-1 0 1,1-1-1,-1 1 1,1 0-1,-1 0 1,1 0-1,0-1 1,1 1 150,1-1 2737,-3-1-1566,9-47 6199,-6 32-7190,-3 16-309,0-1 0,0 1 0,0 0 0,0 0-1,0 0 1,0-1 0,0 1 0,-1 0 0,1 0 0,0 0 0,-1-1-1,1 1 1,-1 0 0,0-2 0,-4-15 2535,2-8-1904,3 24-344,-2 4 66,-9 12-264,1 1 0,1 1 0,0 0 0,2 0 0,-1 1 0,2 0 1,0 0-1,1 0 0,1 1 0,1 0 0,0 0 0,0 26 0,3-41-161,0 1-16,0-1 0,1 1 0,0 0 1,0-1-1,0 0 0,0 1 0,3 5 0,2-10-13,0 0-1,0 0 0,0-1 1,0 0-1,0 0 0,0-1 1,-1 1-1,1-1 0,-1 0 1,0-1-1,0 1 0,8-8 1,20-17-52,2 1 1,37-21-1,-64 42 39,1 2-6,-1 1 1,0 0-1,1 0 1,-1 0-1,1 2 1,0-1 0,-1 1-1,1 0 1,0 0-1,13 2 1,-20-1 10,-1 0 1,1 1 0,0-1-1,-1 1 1,1-1-1,-1 1 1,1-1-1,-1 1 1,1 0-1,-1 0 1,1 0-1,-1 0 1,2 1-1,16 9 48,-11-7-60,0-1 0,1-1 0,-1 0-1,1 0 1,11 1 0,-14-4 11,1 0 1,-1-1-1,0 0 1,0 0-1,0-1 1,0 1-1,-1-1 1,1 0-1,-1-1 1,0 0-1,0 1 1,0-2-1,7-6 1,33-22 7,-39 29-11,1 0 0,0 1 0,0 0 1,0 1-1,0-1 0,0 1 0,0 1 0,1-1 0,-1 1 1,1 1-1,-1-1 0,1 1 0,-1 0 0,1 1 0,11 2 1,-9 0-37,1-1 1,0-1-1,0 0 1,0 0-1,11-1 1,27 2-1191,-42-2 879,0 0 0,0-1 0,0 0 0,0 0 0,0-1 0,0 1 1,0-1-1,0-1 0,0 0 0,-1 0 0,10-5 0,18-16-10782,-22 13 2921</inkml:trace>
</inkml:ink>
</file>

<file path=ppt/ink/ink1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1.347"/>
    </inkml:context>
    <inkml:brush xml:id="br0">
      <inkml:brushProperty name="width" value="0.035" units="cm"/>
      <inkml:brushProperty name="height" value="0.035" units="cm"/>
    </inkml:brush>
  </inkml:definitions>
  <inkml:trace contextRef="#ctx0" brushRef="#br0">8 10 7413,'0'-1'148,"1"1"1,-1-1-1,0 1 1,0 0-1,0-1 1,0 1 0,0-1-1,1 1 1,-1 0-1,0-1 1,0 1-1,1-1 1,-1 1-1,0 0 1,1-1-1,-1 1 1,0 0 0,1 0-1,-1-1 1,0 1-1,1 0 1,-1 0-1,1 0 1,-1-1-1,0 1 1,1 0 0,-1 0-1,1 0 1,-1 0-1,1 0 1,-1 0-1,0 0 1,1 0-1,-1 0 1,1 0 0,-1 0-1,1 0 1,0 0-1,4 20 7203,-1 2-7663,0-2 929,0 0 0,-1-1 0,-2 1 0,0 26 0,-11 84 1644,1-3-732,-3 151 878,0 76-604,13-264-1529,26 171 0,-22-229-559,2-1 0,1 0 0,2 0 0,24 51 0,-26-67-54,1 1 1,0-1 0,1-1 0,1 0 0,0 0-1,1-1 1,1 0 0,0-1 0,0-1 0,18 11-1,-7-7-526,0-1 0,2-2-1,-1 0 1,2-2-1,27 7 1,-4-4-3843,96 10-1,-39-12-4430</inkml:trace>
</inkml:ink>
</file>

<file path=ppt/ink/ink1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2.156"/>
    </inkml:context>
    <inkml:brush xml:id="br0">
      <inkml:brushProperty name="width" value="0.035" units="cm"/>
      <inkml:brushProperty name="height" value="0.035" units="cm"/>
    </inkml:brush>
  </inkml:definitions>
  <inkml:trace contextRef="#ctx0" brushRef="#br0">55 152 5641,'-1'-3'482,"0"1"0,1-1 1,0 0-1,0 1 1,-1-1-1,2 0 1,-1 1-1,0-1 1,0 0-1,1 1 1,0-1-1,-1 1 1,1-1-1,0 1 1,0-1-1,2-2 1,-1 1 51,-1 1 1,1 0-1,-1-1 1,0 0-1,0 1 1,-1-1-1,1-4 1,-1-9 1059,0 8-614,0 0 0,0-1 0,3-14 0,-2 21 1325,-2 14-1461,-36 435 2965,34-396-3702,-7 45 60,1-38-138,-4 113 0,45-159-280,-29-12 234,1 0 0,-1-1 0,0 1 0,0-1-1,0 0 1,0 0 0,0 0 0,0 0 0,0-1 0,-1 1 0,5-6-1,-1 2-5,55-57-255,-3-4-1,-4-1 0,63-104 0,-107 158 258,0 0-1,1 1 1,1 0-1,0 0 1,0 1-1,2 1 0,26-18 1,-38 28 32,0 0 1,1 0-1,-1 0 1,1 1-1,-1-1 1,1 1-1,-1-1 1,1 1-1,-1 0 1,1 0-1,-1 0 1,1 0-1,-1 1 1,1-1-1,0 1 1,3 1-1,30 14 145,-30-12-109,0 0 1,0 1-1,0-1 0,-1 1 1,0 1-1,0-1 1,0 1-1,0 0 1,-1 0-1,4 8 1,6 12 197,13 38 0,-26-60-229,51 165 568,-26-78-391,-13-46-705,-6-17 551,2 0 0,0-1 0,19 37-1,-23-56-811,1 1 0,-1-1 0,1 0 0,1 0 0,10 10 0,-10-13-734,-1 1-1,2-1 0,-1 0 0,0-1 0,1 1 0,0-2 0,9 5 1,6-4-9764</inkml:trace>
</inkml:ink>
</file>

<file path=ppt/ink/ink1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2.985"/>
    </inkml:context>
    <inkml:brush xml:id="br0">
      <inkml:brushProperty name="width" value="0.035" units="cm"/>
      <inkml:brushProperty name="height" value="0.035" units="cm"/>
    </inkml:brush>
  </inkml:definitions>
  <inkml:trace contextRef="#ctx0" brushRef="#br0">100 232 6073,'3'-8'350,"7"-18"3022,9-39 0,-17 53-2401,0 1 1,-1 0-1,0-1 0,-1 1 1,0-1-1,-4-18 0,2-1 382,2 28 43,-3 5-392,-2 2-801,0-1 0,0 2 0,1-1 1,-1 0-1,1 1 0,0 0 0,1 0 0,-1 0 1,1 0-1,0 0 0,0 1 0,1 0 1,-3 7-1,-3 14 457,-9 46 0,11-46-330,-10 72 543,-4 129 1,15-148-697,4 153-1349,11-79-2714,0-1-6785,-7-89-754</inkml:trace>
</inkml:ink>
</file>

<file path=ppt/ink/ink1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3.819"/>
    </inkml:context>
    <inkml:brush xml:id="br0">
      <inkml:brushProperty name="width" value="0.035" units="cm"/>
      <inkml:brushProperty name="height" value="0.035" units="cm"/>
    </inkml:brush>
  </inkml:definitions>
  <inkml:trace contextRef="#ctx0" brushRef="#br0">1 421 7189,'0'0'8825,"1"2"-7475,3 16-587,0-1 0,-2 1 0,0 0 1,-1 0-1,-1 0 0,-3 30 0,1 33 112,3-51-662,2 0-1,0 1 1,2-1 0,2 0-1,0-1 1,19 44 0,-23-67-208,0 0 1,1 0 0,-1-1 0,1 1 0,0-1 0,1 0-1,-1-1 1,1 1 0,0-1 0,0 0 0,1 0 0,-1 0-1,1-1 1,0 0 0,0 0 0,0 0 0,0-1 0,0 0-1,1 0 1,-1-1 0,0 1 0,1-1 0,0-1 0,-1 1-1,1-1 1,-1 0 0,1-1 0,0 0 0,-1 0-1,10-3 1,-11 3-20,1-1 0,-1-1 0,0 1 0,1-1 1,-1 0-1,-1 0 0,1 0 0,0-1 0,-1 0 0,0 1 0,1-2 0,-2 1 0,1 0 0,5-9 0,2-4 1,-1-1-1,-1 0 1,-1-1-1,-1 0 1,0 0-1,-1-1 1,4-26 0,-8 29 6,12-73-141,-5 0 1,-2-126 0,-7 215 146,-2-49-57,-1 1 1,-3-1-1,-2 1 0,-14-48 0,21 94 58,1 0 1,-1 0 0,-1 0-1,1 0 1,0 0-1,-1 1 1,1-1-1,-1 0 1,0 1-1,0 0 1,0-1 0,0 1-1,0 0 1,-1 0-1,1 0 1,-5-3-1,5 4 1,0 1-1,-1-1 0,1 0 0,0 1 0,-1 0 0,1-1 1,0 1-1,-1 0 0,1 0 0,-1 0 0,1 1 1,0-1-1,-1 0 0,1 1 0,0 0 0,-5 1 0,-1 2 27,0 0-1,1 1 0,-1 0 0,1 0 0,0 1 0,0 0 0,0 0 0,1 1 0,-8 10 0,-1 4 97,1 0 0,2 1 0,0 0 0,1 1 0,-8 28-1,5-7 148,-15 88-1,26-118-245,2 1 1,-1 0 0,2 0-1,0 0 1,1-1 0,1 1 0,0 0-1,1 0 1,0-1 0,1 0-1,1 0 1,7 16 0,-7-21-151,-1 0 0,2-1 0,-1 1 1,2-1-1,-1 0 0,1-1 0,0 0 1,0 0-1,1 0 0,0-1 0,0 0 0,0 0 1,1-1-1,0-1 0,0 1 0,0-1 0,1-1 1,17 5-1,-6-3-752,1-2 0,-1-1 0,1 0 0,43-3 0,-37-2-3107,46-11 0,-18 1-4346</inkml:trace>
</inkml:ink>
</file>

<file path=ppt/ink/ink1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4.298"/>
    </inkml:context>
    <inkml:brush xml:id="br0">
      <inkml:brushProperty name="width" value="0.035" units="cm"/>
      <inkml:brushProperty name="height" value="0.035" units="cm"/>
    </inkml:brush>
  </inkml:definitions>
  <inkml:trace contextRef="#ctx0" brushRef="#br0">201 6 10453,'-16'-5'5673,"10"19"-2955,-21 39 391,2-7-1557,2 5-164,3 2 1,-19 73 0,31-89-1085,-4 9 111,3 0 1,-4 49-1,11-83-399,2 1 0,0-1 0,0 1 0,1-1 0,1 0-1,0 1 1,1-1 0,0 0 0,1 0 0,0 0 0,1-1 0,11 21-1,-11-25-267,1 1-1,0-1 1,1 0-1,0-1 1,0 0-1,0 0 1,1 0-1,0-1 1,0 0-1,0 0 1,1-1-1,-1 0 1,1-1-1,0 0 1,0 0-1,11 1 1,-7-1-737,0-2 1,0 1-1,0-2 1,22-1-1,-22 0-842,-1-1-1,1-1 1,-1 0-1,21-8 1,3-2-6220</inkml:trace>
</inkml:ink>
</file>

<file path=ppt/ink/ink1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4.732"/>
    </inkml:context>
    <inkml:brush xml:id="br0">
      <inkml:brushProperty name="width" value="0.035" units="cm"/>
      <inkml:brushProperty name="height" value="0.035" units="cm"/>
    </inkml:brush>
  </inkml:definitions>
  <inkml:trace contextRef="#ctx0" brushRef="#br0">0 16 8585,'10'-9'4063,"-9"8"-3837,1 1 0,-1-1-1,0 0 1,0 1 0,0-1-1,0 1 1,0-1-1,1 1 1,-1-1 0,0 1-1,0 0 1,1 0-1,-1-1 1,0 1 0,0 0-1,1 0 1,-1 0 0,0 1-1,1-1 1,-1 0-1,0 0 1,0 1 0,1-1-1,-1 1 1,0-1-1,0 1 1,0-1 0,0 1-1,0 0 1,0-1 0,2 3-1,4 2-139,0 1 1,-1 1-1,10 11 1,-7-8 470,1 1-365,15 14 190,-2 2 0,-1 0 0,30 49 0,-47-67-357,0 0 0,-1 1 0,0-1 0,0 1 0,-1 0 0,-1 0 0,1 1 1,-2-1-1,0 1 0,0-1 0,0 0 0,-1 1 0,-1-1 0,0 1 0,-1-1 0,-3 16 0,-12 22-91,-5-66-70,23 13 130,-1 0 0,1 0 0,1 0 0,-1 0-1,1 0 1,0 0 0,0 1 0,0-1-1,0 1 1,1-1 0,5-6 0,4-9-10,-5 7 42,-1 0 1,2 1-1,0 0 1,0 1-1,1 0 1,1 0-1,-1 1 0,2 0 1,19-14-1,-28 23 82,1 0 0,-1 1-1,1-1 1,-1 1-1,1-1 1,0 1-1,-1 0 1,1 0 0,-1 1-1,1-1 1,0 0-1,-1 1 1,5 1-1,-4-2 190,-3 0-280,0 0 0,0 0 0,1 0 0,-1 0 0,0 0 0,0 0 0,0 0 1,0 0-1,0 0 0,1 0 0,-1 0 0,0 0 0,0 1 0,0-1 0,0 0 0,0 0 1,1 0-1,-1 0 0,0 0 0,0 0 0,0 0 0,0 0 0,0 0 0,0 1 1,0-1-1,1 0 0,-1 0 0,0 0 0,0 0 0,0 0 0,0 0 0,0 1 0,0-1 1,0 0-1,0 0 0,0 0 0,0 0 0,0 0 0,0 1 0,0-1 0,0 0 0,0 0 1,0 0-1,0 0 0,0 1 0,0-1 0,0 0 0,0 0 0,0 0 0,0 0 1,0 1-1,-1 31 781,0-3-182,2 0 1,0-1-1,2 1 1,7 30-1,-8-50-765,1-1 0,0 0 0,0 1 0,0-1 0,1 0 0,1-1 0,-1 1 0,1-1 0,1 0 0,-1 0 0,1 0 0,0-1 0,1 0 0,0 0 0,0-1 0,0 1 0,15 7 0,-14-9-599,1 0 0,-1-1 0,0 0 0,1 0 0,0-1 0,0 0 0,10 0 0,40-3-7984,-17-4-348</inkml:trace>
</inkml:ink>
</file>

<file path=ppt/ink/ink1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5.527"/>
    </inkml:context>
    <inkml:brush xml:id="br0">
      <inkml:brushProperty name="width" value="0.035" units="cm"/>
      <inkml:brushProperty name="height" value="0.035" units="cm"/>
    </inkml:brush>
  </inkml:definitions>
  <inkml:trace contextRef="#ctx0" brushRef="#br0">248 115 6501,'1'-6'618,"0"0"1,0 1 0,0-1-1,1 1 1,0 0 0,0-1 0,0 1-1,4-6 1,10-29 6907,-10 23-6513,-5 14 930,2 5-1156,-1 0-597,1 1 0,0-1 1,-1 1-1,1 0 0,-1 0 0,0 0 0,0 0 0,0 0 0,0 0 0,0 1 1,-1-1-1,1 0 0,0 7 0,11 56 853,-4-14-236,4-1-275,-3 0 0,-2 1-1,3 91 1,-12-118-469,0 0 0,-1 0-1,-2 0 1,0 0 0,-2 0-1,0-1 1,-2 0 0,-1 0-1,-23 43 1,23-51-364,-2-1 1,0-1-1,0 0 0,-2 0 0,1-2 1,-2 1-1,0-1 0,0-1 0,-29 17 1,-22 4-4560,-4-9-4726,42-18-581</inkml:trace>
</inkml:ink>
</file>

<file path=ppt/ink/ink1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6.101"/>
    </inkml:context>
    <inkml:brush xml:id="br0">
      <inkml:brushProperty name="width" value="0.035" units="cm"/>
      <inkml:brushProperty name="height" value="0.035" units="cm"/>
    </inkml:brush>
  </inkml:definitions>
  <inkml:trace contextRef="#ctx0" brushRef="#br0">16 187 5973,'1'0'57,"-1"0"1,1 0 0,-1 0 0,0 1-1,1-1 1,-1 0 0,0 0 0,1 0 0,-1 1-1,0-1 1,1 0 0,-1 1 0,0-1 0,0 0-1,1 0 1,-1 1 0,0-1 0,0 0 0,0 1-1,0-1 1,1 1 0,-1-1 0,0 0 0,0 1-1,0-1 1,0 1 0,0-1 0,0 0-1,0 1 1,0-1 0,0 0 0,0 1 0,0-1-1,0 1 1,0-1 0,0 0 0,-1 1 0,-11 9 1756,3-4 3572,9-3-4790,1 2-392,1 0-1,-1 0 1,1-1-1,0 1 1,0-1-1,1 1 1,-1-1-1,1 0 1,0 0-1,6 7 1,-8-10 102,18-6-227,-17 5-69,0 0 0,-1-1 0,1 1 0,-1-1 0,1 0 0,-1 1 0,1-1 0,-1 0 0,1 0-1,-1 0 1,0 0 0,1 0 0,-1 0 0,0 0 0,0 0 0,0-1 0,0 1 0,0 0 0,0-1 0,0 1 0,-1-1 0,1 1 0,0-1 0,-1 1 0,1-1 0,-1 1-1,1-3 1,-1 3-10,10-27 30,-2-1 0,6-37 1,1-4 171,-10 48-191,-1 0 1271,-2 23-658,0 14-324,-1 101 603,-3-73-672,7 52-1,-4-69-647,-1 42 0,-1-29-1561,1-35 145,0-1-834,-1 12-2172,-2 4-2767</inkml:trace>
</inkml:ink>
</file>

<file path=ppt/ink/ink1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6.258"/>
    </inkml:context>
    <inkml:brush xml:id="br0">
      <inkml:brushProperty name="width" value="0.035" units="cm"/>
      <inkml:brushProperty name="height" value="0.035" units="cm"/>
    </inkml:brush>
  </inkml:definitions>
  <inkml:trace contextRef="#ctx0" brushRef="#br0">1 1 5348,'0'0'3429,"13"11"-3477,-4 1-936</inkml:trace>
</inkml:ink>
</file>

<file path=ppt/ink/ink1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6.470"/>
    </inkml:context>
    <inkml:brush xml:id="br0">
      <inkml:brushProperty name="width" value="0.035" units="cm"/>
      <inkml:brushProperty name="height" value="0.035" units="cm"/>
    </inkml:brush>
  </inkml:definitions>
  <inkml:trace contextRef="#ctx0" brushRef="#br0">0 1 9049,'22'85'2124,"-9"-59"-132,-10 11-196,4-2-259,-1-4-293,0 3-280,4 6-228,6 3-236,0 6-4,3-6-140,6-9-352,4 6-340,2-3-480,-2-6-404,3 4-524,3-7-397,-4-5-2043,7-3-3189</inkml:trace>
</inkml:ink>
</file>

<file path=ppt/ink/ink1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6.672"/>
    </inkml:context>
    <inkml:brush xml:id="br0">
      <inkml:brushProperty name="width" value="0.035" units="cm"/>
      <inkml:brushProperty name="height" value="0.035" units="cm"/>
    </inkml:brush>
  </inkml:definitions>
  <inkml:trace contextRef="#ctx0" brushRef="#br0">334 1 5372,'41'62'7006,"-11"1"-3670,-24-49-2927,-2 1-1,0 0 1,-1 0-1,0 0 0,-1 0 1,-1 0-1,-1 21 1,-1-13-149,0-1-1,-2 0 1,-1 0 0,-1 0 0,0 0 0,-2-1 0,0 0-1,-2 0 1,-16 30 0,21-44-221,-4 9 36,-1-1 1,0-1-1,-1 1 1,0-2-1,-22 23 0,13-19-595,-1-1 1,-1 0-1,0-2 0,-37 20 0,-45 10-7980,66-30 512</inkml:trace>
</inkml:ink>
</file>

<file path=ppt/ink/ink1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8.272"/>
    </inkml:context>
    <inkml:brush xml:id="br0">
      <inkml:brushProperty name="width" value="0.035" units="cm"/>
      <inkml:brushProperty name="height" value="0.035" units="cm"/>
    </inkml:brush>
  </inkml:definitions>
  <inkml:trace contextRef="#ctx0" brushRef="#br0">17 103 8973,'-16'9'9889,"35"-18"-9089,16-2-152,6 5-104,7 0-160,15-2-60,7-4-204,9 4-340,7-4-460,6 1-780,4-1-696,2 4-2917,-6-1-4036</inkml:trace>
</inkml:ink>
</file>

<file path=ppt/ink/ink1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49.497"/>
    </inkml:context>
    <inkml:brush xml:id="br0">
      <inkml:brushProperty name="width" value="0.035" units="cm"/>
      <inkml:brushProperty name="height" value="0.035" units="cm"/>
    </inkml:brush>
  </inkml:definitions>
  <inkml:trace contextRef="#ctx0" brushRef="#br0">183 149 5725,'7'-23'13206,"-24"0"-9420,16 14-3732,1 0 0,0 0 0,0 0 0,1 0 0,2-15 0,-2 22 54,0-1-62,-1-1-9,1 1-1,-1 0 0,1-1 1,0 1-1,1 0 0,2-6 1433,-18 15-457,11-4-930,0 0 1,0 0-1,0 0 1,0 0-1,0 1 1,0-1-1,0 1 1,1 0-1,0 0 1,-1 0-1,1 0 1,0 0-1,-2 7 1,-1-1 68,1 1-1,0 0 1,-4 18 0,6-14-91,-1 0 1,1 0-1,1 0 1,1 0-1,0 0 0,0 1 1,2-1-1,0 0 1,3 14-1,-2-20-84,-1-1-1,1 1 1,1-1-1,-1 1 1,1-1-1,1 0 1,-1 0-1,1-1 1,0 1 0,1-1-1,-1 0 1,1 0-1,0-1 1,1 0-1,-1 0 1,12 6 0,-3-3-226,1-1 0,0 0 0,0-1 0,0 0 0,1-2 0,-1 0 0,1 0 0,0-2 0,0 0 1,1-1-1,17-2 0,-24 1 166,0-2 1,0 1 0,0-1-1,0-1 1,0 0-1,-1-1 1,1 0 0,-1 0-1,0-1 1,-1-1-1,1 0 1,-1 0 0,0 0-1,0-1 1,-1-1 0,0 0-1,13-16 1,-4 2 69,-1 0-1,-2-2 1,0 0 0,-1 0 0,-2-2 0,9-26-1,-2 9 479,-17 41 367,0 5-228,1 2-478,0 0-1,0 0 1,-1 0 0,0 0-1,0 0 1,-1 0-1,1 0 1,-1 0 0,0 0-1,0 1 1,-2 5 0,-15 61 871,3-16-368,-31 258 1907,-25 122-598,31-261-1904,-38 149-22,47-221-15,-46 109 0,70-197-130,-1-1-1,-1 0 1,0-1 0,0 0-1,-1 0 1,-1-1 0,0 0-1,-23 20 1,26-26 58,0-1 0,0 0-1,0-1 1,-1 1 0,0-1 0,1-1 0,-1 1-1,-1-1 1,1-1 0,0 1 0,-1-2-1,1 1 1,-1-1 0,0 0 0,1-1 0,-1 0-1,-15-2 1,17 1 14,0 0 1,0-1-1,0 0 0,0 0 0,0 0 0,1-1 1,-1 0-1,1 0 0,-1-1 0,-7-6 0,10 7-18,1 0 0,0-1-1,0 1 1,0-1-1,1 0 1,-1 0-1,1 1 1,0-2-1,0 1 1,0 0-1,1 0 1,-1-1-1,1 1 1,0 0-1,0-1 1,1 1-1,-1-1 1,1-8-1,1-6-199,1 0 0,1-1 1,0 1-1,2 0 0,0 0 0,10-23 0,55-107-1453,-63 134 1518,63-106-3489,168-221-1,-93 143-1068,-84 115 1086,-1 10-1530</inkml:trace>
</inkml:ink>
</file>

<file path=ppt/ink/ink1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50.046"/>
    </inkml:context>
    <inkml:brush xml:id="br0">
      <inkml:brushProperty name="width" value="0.035" units="cm"/>
      <inkml:brushProperty name="height" value="0.035" units="cm"/>
    </inkml:brush>
  </inkml:definitions>
  <inkml:trace contextRef="#ctx0" brushRef="#br0">17 255 5617,'0'0'156,"-1"1"1,1-1-1,-1 0 1,1 1-1,-1-1 1,1 0-1,-1 0 1,1 0-1,-1 0 1,1 1-1,-1-1 1,0 0 0,1 0-1,-1 0 1,1 0-1,-1 0 1,0-1-1,1 1 1,-1 0-1,1 0 1,-1 0-1,1 0 1,-1-1 0,1 1-1,-1 0 1,1 0-1,-1-1 1,0 0-1,3-14 4446,0 5 40,11 12-4332,-12-1-283,0-1 0,0 0 0,0 1 0,0-1 0,1 0 0,-1 0 0,0 1 1,0-1-1,0 0 0,1 0 0,-1 0 0,0-1 0,0 1 0,0 0 0,0 0 1,1-1-1,-1 1 0,0 0 0,0-1 0,0 1 0,0-1 0,0 0 0,0 1 1,0-1-1,0 0 0,0 1 0,0-1 0,0 0 0,0 0 0,-1 0 0,1 0 1,0 0-1,-1 0 0,1 0 0,0 0 0,-1 0 0,0 0 0,1 0 0,0-2 1,12-35 32,11-36-50,10-25 784,-37 130-369,1 1 0,4 58 0,-1-63-363,1-2-155,1-1 1,1 0-1,1-1 0,13 39 0,-8-36-1913,23 44-1,-8-38-5554,-11-15-413</inkml:trace>
</inkml:ink>
</file>

<file path=ppt/ink/ink1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50.233"/>
    </inkml:context>
    <inkml:brush xml:id="br0">
      <inkml:brushProperty name="width" value="0.035" units="cm"/>
      <inkml:brushProperty name="height" value="0.035" units="cm"/>
    </inkml:brush>
  </inkml:definitions>
  <inkml:trace contextRef="#ctx0" brushRef="#br0">67 17 9221,'7'-17'7893,"-23"26"-7013,3-1 236,4 12-1040,-1-2-540,4-1-820,3 0-501,-7 6-2775,4-3-3549</inkml:trace>
</inkml:ink>
</file>

<file path=ppt/ink/ink1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50.515"/>
    </inkml:context>
    <inkml:brush xml:id="br0">
      <inkml:brushProperty name="width" value="0.035" units="cm"/>
      <inkml:brushProperty name="height" value="0.035" units="cm"/>
    </inkml:brush>
  </inkml:definitions>
  <inkml:trace contextRef="#ctx0" brushRef="#br0">126 1 10353,'-56'104'6595,"56"-103"-6458,-7 16 1379,0 0 1,-4 19-1,-6 18 417,11-40-1518,1 0 0,1 0 0,0 0 0,1 1 0,1 0 0,0-1-1,1 30 1,2-33-360,0-1 0,1 0 0,0 0 0,1 0 0,0 0 0,1 0 0,0 0-1,0-1 1,1 0 0,1 0 0,-1 0 0,9 10 0,5 4-733,1-2 1,0 1-1,2-2 1,0-1-1,47 30 1,-38-30-3005,0-2 1,48 18-1,-32-18-5824</inkml:trace>
</inkml:ink>
</file>

<file path=ppt/ink/ink1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50.734"/>
    </inkml:context>
    <inkml:brush xml:id="br0">
      <inkml:brushProperty name="width" value="0.035" units="cm"/>
      <inkml:brushProperty name="height" value="0.035" units="cm"/>
    </inkml:brush>
  </inkml:definitions>
  <inkml:trace contextRef="#ctx0" brushRef="#br0">388 0 7241,'23'36'2189,"-22"-35"-2010,0 0-1,0 0 1,0 0 0,0 1-1,-1-1 1,1 0-1,-1 0 1,1 1-1,-1-1 1,1 0 0,-1 1-1,0-1 1,1 0-1,-1 1 1,0-1-1,0 1 1,0 1 0,0 6 418,6 41 1814,-2 1 0,-3 74 1,-3-101-2114,0-1 0,-2 1 1,-1 0-1,0-1 0,-2 0 0,-1 0 1,-16 33-1,6-22-207,0-1 0,-3 0 0,-34 42-1,44-63-632,0-1-1,0 0 0,-1-1 0,0 0 1,-1-1-1,0-1 0,0 0 0,-1 0 1,0-1-1,0-1 0,-18 5 0,-15 1-4752,2-3-3138</inkml:trace>
</inkml:ink>
</file>

<file path=ppt/ink/ink1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52.735"/>
    </inkml:context>
    <inkml:brush xml:id="br0">
      <inkml:brushProperty name="width" value="0.035" units="cm"/>
      <inkml:brushProperty name="height" value="0.035" units="cm"/>
    </inkml:brush>
  </inkml:definitions>
  <inkml:trace contextRef="#ctx0" brushRef="#br0">1267 142 4704,'-2'-1'248,"1"0"-1,-1 0 0,1 0 1,-1 0-1,1 0 0,-1 0 1,1-1-1,0 1 0,-1 0 1,1-1-1,0 1 0,0-1 1,0 0-1,0 1 0,0-1 1,1 0-1,-1 0 0,0 1 1,1-1-1,0 0 0,-1 0 1,1 0-1,0 0 0,0 1 0,0-1 1,0 0-1,0 0 0,0 0 1,0 0-1,1 0 0,-1 0 1,1 1-1,-1-1 0,1 0 1,0 0-1,0 1 0,0-1 1,0 1-1,2-3 0,0-1 245,0 0-1,0 0 0,0-1 1,-1 1-1,4-11 0,1-2 4585,-20 7-4715,9 7 89,8 14 71,-3-3-296,0 0 1,0-1-1,0 1 0,-1 0 1,0 0-1,0 0 1,-2 10-1,0 9 199,0 188 1317,-44 312-1,27-411-1119,-5 0 1,-5-2-1,-5-1 0,-64 142 0,-149 210-1431,-41-24-784,248-383 180,-3-2 0,-53 53 0,66-79-442,-2-1 0,-50 35 0,2-11-4806,3-5-4245</inkml:trace>
</inkml:ink>
</file>

<file path=ppt/ink/ink1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55.370"/>
    </inkml:context>
    <inkml:brush xml:id="br0">
      <inkml:brushProperty name="width" value="0.035" units="cm"/>
      <inkml:brushProperty name="height" value="0.035" units="cm"/>
    </inkml:brush>
  </inkml:definitions>
  <inkml:trace contextRef="#ctx0" brushRef="#br0">17 294 9201,'-16'13'10912,"29"-13"-4568,6-3-8557,390-49 4631,836-131-985,-959 115-981,-283 67-688,-7 1-2517,-11 0 1604,0 1 0,1 1 0,0 0 0,-20 6 0,-7 7-5832,6 3-2867</inkml:trace>
</inkml:ink>
</file>

<file path=ppt/ink/ink1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55.616"/>
    </inkml:context>
    <inkml:brush xml:id="br0">
      <inkml:brushProperty name="width" value="0.035" units="cm"/>
      <inkml:brushProperty name="height" value="0.035" units="cm"/>
    </inkml:brush>
  </inkml:definitions>
  <inkml:trace contextRef="#ctx0" brushRef="#br0">112 35 13169,'-20'-31'4965,"17"28"-2547,7 29 1920,10 62-283,3 30-1374,-16-80-2374,-1-1 0,-8 44 0,-17 74-3015,17-119-33,-17 48 1,-5-5-5783,2-4-4328</inkml:trace>
</inkml:ink>
</file>

<file path=ppt/ink/ink1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57.574"/>
    </inkml:context>
    <inkml:brush xml:id="br0">
      <inkml:brushProperty name="width" value="0.035" units="cm"/>
      <inkml:brushProperty name="height" value="0.035" units="cm"/>
    </inkml:brush>
  </inkml:definitions>
  <inkml:trace contextRef="#ctx0" brushRef="#br0">1 74 4340,'0'0'1426,"1"-2"-129,9-22 1376,-9 22-1418,1 0-71,34-42 9222,-33 52-10095,0 0 0,-1-1 1,0 1-1,1 14 0,1 2 242,12 46 464,4-2 0,2 0 0,61 126 1,128 177 2,-133-250-806,5-3 0,149 163 0,-212-260-64,1 0 1,1-1-1,1-2 0,0 0 1,40 22-1,-53-35-71,0 0 1,1-1-1,-1 0 0,1 0 0,0-2 0,0 1 0,18 1 0,-21-4-32,-1 0 0,1 0-1,-1-1 1,1 0 0,-1-1-1,1 1 1,-1-1 0,1-1-1,-1 1 1,0-1 0,0 0-1,8-6 1,5-5-31,-1-1 0,0 0 1,-2-2-1,1 0 0,-2-1 0,-1 0 0,0-1 1,14-25-1,88-179 41,-98 181-56,-6 17-32,161-314-4531,-145 292 3518,2 0 0,2 3-1,2 0 1,74-70 0,-97 106-408</inkml:trace>
</inkml:ink>
</file>

<file path=ppt/ink/ink1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1:57.979"/>
    </inkml:context>
    <inkml:brush xml:id="br0">
      <inkml:brushProperty name="width" value="0.035" units="cm"/>
      <inkml:brushProperty name="height" value="0.035" units="cm"/>
    </inkml:brush>
  </inkml:definitions>
  <inkml:trace contextRef="#ctx0" brushRef="#br0">661 104 6729,'-22'-23'3779,"0"1"0,-29-22 0,48 42-3519,-1 0-1,1 1 0,-1-1 0,1 1 1,-1-1-1,1 1 0,-1 0 1,0 0-1,0 1 0,0-1 0,1 1 1,-1 0-1,0 0 0,0 0 1,0 0-1,0 1 0,1 0 0,-1-1 1,0 2-1,1-1 0,-1 0 1,0 1-1,-5 3 0,0-1 87,0 1 0,1 0 0,0 0 0,0 1 0,1 0 0,0 1 0,0-1 0,-10 13 0,-2 11 213,2 1 1,0 0 0,3 1 0,-15 45 0,0-1-121,-89 268-3207,32-113-5963,64-178 4328,-19 46-7352</inkml:trace>
</inkml:ink>
</file>

<file path=ppt/ink/ink1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00.030"/>
    </inkml:context>
    <inkml:brush xml:id="br0">
      <inkml:brushProperty name="width" value="0.035" units="cm"/>
      <inkml:brushProperty name="height" value="0.035" units="cm"/>
    </inkml:brush>
  </inkml:definitions>
  <inkml:trace contextRef="#ctx0" brushRef="#br0">29 454 9245,'-2'0'125,"1"0"0,0 0 0,0 0-1,-1 0 1,1 0 0,0 0 0,0 0 0,-1 0 0,1 0 0,0 0 0,0-1 0,0 1 0,-1 0-1,1-1 1,0 1 0,0-1 0,0 0 0,-1 0 0,1 0-19,1 1 0,-1-1 0,1 1 0,-1-1 0,1 0 0,0 1 0,-1-1 0,1 0 0,0 1 0,0-1 0,0 0 0,0 1 0,-1-1 0,1 0 1,0 0-1,0 1 0,0-1 0,0 0 0,0 1 0,1-1 0,-1 0 0,0 0 0,0 0 0,1-2 31,0 1 0,1 0 1,-1-1-1,0 1 0,1 0 1,-1 0-1,1 0 0,0 0 1,0 0-1,0 0 0,0 0 0,0 0 1,0 1-1,0-1 0,0 1 1,1 0-1,-1 0 0,3-2 1,106-33 1104,221-44 0,74 17-783,436-91 463,-752 123-725,-26 9-2302,-91 13-6641,3 11 1747</inkml:trace>
</inkml:ink>
</file>

<file path=ppt/ink/ink1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09.472"/>
    </inkml:context>
    <inkml:brush xml:id="br0">
      <inkml:brushProperty name="width" value="0.035" units="cm"/>
      <inkml:brushProperty name="height" value="0.035" units="cm"/>
    </inkml:brush>
  </inkml:definitions>
  <inkml:trace contextRef="#ctx0" brushRef="#br0">45 120 4512,'0'0'7166,"-1"-3"-6761,-23-57 2669,23 57-1875,0-7-1282,-2-18 3033,3 27-2867,0 0 0,-1 1 0,1-1 0,0 0 0,0 0 0,0 1 0,-1-1 1,1 0-1,0 1 0,-1-1 0,1 0 0,-1 1 0,1-1 0,-1 1 0,1-1 0,-1 1 0,1-1 0,-1 1 0,1-1 1,-1 1-1,0-1 0,1 1 0,-1 0 0,0-1 0,1 1 0,-1 0 0,0 0 0,1-1 0,-2 1 0,2 34 798,1-30-820,0-1 1,-1 1-1,1-1 1,-1 1-1,0 0 0,0 6 1,0 5 73,3-5-9,-1-1 0,1 1-1,1-1 1,0 0-1,0 0 1,0 0 0,1 0-1,1-1 1,0 0 0,0 0-1,0 0 1,1-1-1,12 11 1,10 6 75,1-2 1,41 23-1,-45-28-119,245 133 376,-83-49-285,-132-72-153,-22-12-19,0 2 1,-1 1-1,35 28 0,-37-26-274,-46 8-473,12-33 723,0 1-1,-1 0 1,1 0 0,0 0 0,-1 0-1,1 1 1,-1-1 0,0 1-1,1 0 1,-1 0 0,0 0 0,0 0-1,-5 1 1,7 1 27,0 0 0,0 0-1,0 0 1,0 0 0,0 1 0,1-1 0,-1 1 0,1 0-1,-1-1 1,1 1 0,-1 0 0,1 0 0,0 0 0,-2 3-1,0 0-1,-92 100 112,-95 109-168,158-179 111,-80 81-88,8-10 75,-99 133 0,189-218-48,1 1-1,-17 42 1,-1 0-5,21-33 27,9-28-33,0-2 186,0 1-1,0-1 1,0 1-1,0-1 1,0 1-1,0 0 1,0-1 0,0 1-1,1 0 1,-1-1-1,0 4 1,344-56 104,506-28-175,4 44 1592,-478 32-631,-373 3-1078,1 1 0,-1-1 1,0 0-1,1 1 0,-1-1 0,0 1 0,0 0 0,1 0 1,-1 0-1,0 0 0,0 0 0,0 0 0,0 1 0,0-1 0,0 1 1,-1-1-1,1 1 0,0 0 0,-1-1 0,1 1 0,-1 0 1,0 0-1,0 0 0,1 0 0,-1 0 0,1 4 0,-1-4-106,-17-7-3404,15 4 3271,-1 1 0,1 0-1,-1-1 1,1 1-1,-1-1 1,1 0-1,0 1 1,-1-1 0,1 0-1,0 0 1,-1 0-1,1 0 1,0 0-1,0 0 1,0 0 0,0 0-1,0-1 1,-1-1-1,-13-19-3806,3 12-1885</inkml:trace>
</inkml:ink>
</file>

<file path=ppt/ink/ink1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12.412"/>
    </inkml:context>
    <inkml:brush xml:id="br0">
      <inkml:brushProperty name="width" value="0.035" units="cm"/>
      <inkml:brushProperty name="height" value="0.035" units="cm"/>
    </inkml:brush>
  </inkml:definitions>
  <inkml:trace contextRef="#ctx0" brushRef="#br0">48 306 9625,'-10'13'12326,"-6"4"-7488,-4 6-3668,18-21 1062,21-2-1974,-15-1-240,0 0 1,0 1-1,0-1 0,0-1 1,0 1-1,-1-1 0,1 1 1,-1-1-1,1 0 1,-1 0-1,0-1 0,0 1 1,0-1-1,4-3 1,38-46 19,-19 13-105,27-54-1,-31 51 32,-14 26 18,-1 0 0,10-35 0,-11 32-5,-5 16 21,-22 11-23,17-6 31,1 0-1,0 0 0,0 0 1,0 1-1,0-1 1,1 1-1,-1-1 1,1 1-1,-1 0 0,1 0 1,0 0-1,-3 6 1,-17 44 37,18-41-39,-16 61 19,8-24-11,10-40-123,0-1-1,1 0 0,0 1 0,0-1 0,1 0 1,0 1-1,0-1 0,1 1 0,0-1 0,3 11 0,-2-12-482,0 0-1,1 0 1,0-1-1,0 1 1,0-1-1,8 11 1,-10-16 392,-1 0 1,1-1-1,0 1 1,0 0-1,0 0 0,0-1 1,0 1-1,1-1 1,-1 1-1,0-1 1,0 0-1,0 1 1,0-1-1,0 0 1,1 0-1,-1 1 1,0-1-1,2-1 1,2 2-602,-3 0 543,19 2-2838,-5-6-2422,-1-1-3236</inkml:trace>
</inkml:ink>
</file>

<file path=ppt/ink/ink1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12.571"/>
    </inkml:context>
    <inkml:brush xml:id="br0">
      <inkml:brushProperty name="width" value="0.035" units="cm"/>
      <inkml:brushProperty name="height" value="0.035" units="cm"/>
    </inkml:brush>
  </inkml:definitions>
  <inkml:trace contextRef="#ctx0" brushRef="#br0">6 15 9157,'-6'-14'12477,"19"28"-14385,3-3-76,3 7-3285,0-4-4220</inkml:trace>
</inkml:ink>
</file>

<file path=ppt/ink/ink1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12.823"/>
    </inkml:context>
    <inkml:brush xml:id="br0">
      <inkml:brushProperty name="width" value="0.035" units="cm"/>
      <inkml:brushProperty name="height" value="0.035" units="cm"/>
    </inkml:brush>
  </inkml:definitions>
  <inkml:trace contextRef="#ctx0" brushRef="#br0">1 72 11873,'16'-8'6553,"-16"-10"-5701,0-2-168,19 12-304,3 2-532,10 3-660,22-2-752,-35 2-449,19 8-2599,19 4-3593</inkml:trace>
</inkml:ink>
</file>

<file path=ppt/ink/ink1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12.964"/>
    </inkml:context>
    <inkml:brush xml:id="br0">
      <inkml:brushProperty name="width" value="0.035" units="cm"/>
      <inkml:brushProperty name="height" value="0.035" units="cm"/>
    </inkml:brush>
  </inkml:definitions>
  <inkml:trace contextRef="#ctx0" brushRef="#br0">38 161 8981,'-9'-17'2404,"-4"25"3621,7-19-4709,-4-1-324,26 4-216,9-9-148,10 8-188,0-2-320,10-4-396,2-2-420,7 6-712,0 2-384,3 1-437,0-4-2203,-3 1-3433</inkml:trace>
</inkml:ink>
</file>

<file path=ppt/ink/ink1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13.120"/>
    </inkml:context>
    <inkml:brush xml:id="br0">
      <inkml:brushProperty name="width" value="0.035" units="cm"/>
      <inkml:brushProperty name="height" value="0.035" units="cm"/>
    </inkml:brush>
  </inkml:definitions>
  <inkml:trace contextRef="#ctx0" brushRef="#br0">125 20 9669,'0'-1'165,"-1"0"-1,1 0 1,0 0 0,-1 1-1,1-1 1,0 0 0,-1 0 0,1 0-1,-1 0 1,1 0 0,-1 0-1,0 1 1,1-1 0,-1 0 0,0 0-1,0 1 1,1-1 0,-1 1-1,0-1 1,0 0 0,0 1 0,0 0-1,0-1 1,0 1 0,0-1-1,0 1 1,0 0 0,0 0 0,0 0-1,0 0 1,0 0 0,0-1-1,0 2 1,0-1 0,0 0 0,0 0-1,0 0 1,0 0 0,0 1-1,-1 0 1,-13-1 10577,13 33-6115,0 12-3678,3 0-1190,-6 48 1,3-60-843,-1-17-141,0 1 0,0-1 0,-1 0 0,-13 28 1,-2 13-6324,2 11-6979</inkml:trace>
</inkml:ink>
</file>

<file path=ppt/ink/ink1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15.824"/>
    </inkml:context>
    <inkml:brush xml:id="br0">
      <inkml:brushProperty name="width" value="0.035" units="cm"/>
      <inkml:brushProperty name="height" value="0.035" units="cm"/>
    </inkml:brush>
  </inkml:definitions>
  <inkml:trace contextRef="#ctx0" brushRef="#br0">88 79 4576,'-1'-2'340,"-1"0"0,1 0 0,0 0 0,-1 1 0,1-1 0,-1 0 0,1 0 0,-1 1 0,0-1 0,0 1 0,0-1 0,0 1 0,0 0 0,0 0 0,0 0 0,-4-1 0,4 0 185,1-1-1,-1 1 1,0 0-1,1-1 1,-1 0 0,1 1-1,0-1 1,0 0-1,0 1 1,0-1-1,0 0 1,1 0-1,-1 0 1,0-4-1,1-1 7396,2 19-6358,0 23-1745,-9-5 489,-4 14-41,2 1 0,-4 47 0,13-76-238,-1-1 1,2 0-1,3 21 0,-6-10 62,1-16-19,17-11-61,-12 1-5,0-1 0,-1 0 0,1 0 0,0 0 0,-1 0 0,0 0 0,1-1 0,-1 0 0,0 0 0,4-5 0,27-38 22,-21 27-18,127-157 15,-102 131 179,-35 41-160,0 1-1,0-1 1,0 1 0,1 0-1,0 0 1,0 0 0,0 1-1,0-1 1,0 1-1,0 0 1,0 0 0,8-2-1,-10 4-26,0-1-1,0 1 1,0 0-1,1 0 0,-1 0 1,0 0-1,0 0 1,0 1-1,0-1 0,0 1 1,1-1-1,-1 1 1,0 0-1,0 0 0,-1 0 1,1 0-1,0 0 1,0 0-1,0 0 0,-1 1 1,1-1-1,0 0 1,-1 1-1,1 0 0,-1-1 1,0 1-1,0 0 1,1 0-1,0 2 0,8 18-210,-1 0-1,-1 0 0,7 33 0,-9-33-587,-3-9-87,-1 0-1,0 0 1,-1 0 0,0 0-1,-1 17 1,-6 32-6558,5-50 5346,-3 34-8799</inkml:trace>
</inkml:ink>
</file>

<file path=ppt/ink/ink1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0.339"/>
    </inkml:context>
    <inkml:brush xml:id="br0">
      <inkml:brushProperty name="width" value="0.035" units="cm"/>
      <inkml:brushProperty name="height" value="0.035" units="cm"/>
    </inkml:brush>
  </inkml:definitions>
  <inkml:trace contextRef="#ctx0" brushRef="#br0">14 29 6657,'-11'2'1478,"9"-6"395,10-14 1029,-3 10 1406,-4 10-3382,4 11-417,0-1 1,-2 1-1,1 0 0,-1 0 0,-1 1 0,-1-1 0,1 20 0,-4 10 546,-6 43 0,1-19-197,-5 80-309,9 150 0,26 137-8344,-15-326 1912,2-5-3738</inkml:trace>
</inkml:ink>
</file>

<file path=ppt/ink/ink1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1.025"/>
    </inkml:context>
    <inkml:brush xml:id="br0">
      <inkml:brushProperty name="width" value="0.035" units="cm"/>
      <inkml:brushProperty name="height" value="0.035" units="cm"/>
    </inkml:brush>
  </inkml:definitions>
  <inkml:trace contextRef="#ctx0" brushRef="#br0">96 761 5793,'-2'-2'2019,"-23"-32"5971,18 21-7216,-4 0 1126,0 3-1245,-3-11 481,13 20-1086,0-1 1,1 0 0,-1 0 0,0 0-1,1 0 1,0 0 0,-1 0 0,1 0 0,0 0-1,0 0 1,0 0 0,0 0 0,1 0-1,-1 0 1,0 0 0,1 0 0,0 0 0,0-2-1,1-1 75,6-22 93,1 0-1,2 1 1,16-29 0,-7 14-88,143-332 428,-157 357-426,1 0-1,16-24 1,-22 38 153,3 10-189,-1 1 0,0 0 0,-1 0 0,0 1 0,0-1 0,-1 0 0,0 11 0,0-6-12,0 0-1,6 21 1,9 26 115,-2-4 0,37 90 0,-31-102-145,43 107 77,-56-133-116,-2 0-1,0 0 1,-2 1 0,0 0 0,-1-1-1,0 25 1,-3-37-1,0 1 0,0 0 0,-1-1 0,0 1 0,-1-1 0,1 0 0,-1 0 1,-1 0-1,1 0 0,-1-1 0,0 1 0,-1-1 0,1 0 0,-1 0 0,-1 0 0,1-1 0,-1 0 0,0 0 0,0 0 0,-11 5 0,-10 6 69,-1-2-1,0-1 1,-48 16-1,67-26-76,-55 17 91,32-10-275,1 1-1,-36 17 0,16-8-1497,39-16 875,8-3-943,29-11-7003,13-3-992</inkml:trace>
</inkml:ink>
</file>

<file path=ppt/ink/ink1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1.258"/>
    </inkml:context>
    <inkml:brush xml:id="br0">
      <inkml:brushProperty name="width" value="0.035" units="cm"/>
      <inkml:brushProperty name="height" value="0.035" units="cm"/>
    </inkml:brush>
  </inkml:definitions>
  <inkml:trace contextRef="#ctx0" brushRef="#br0">18 1 11045,'0'0'5874,"0"2"-4327,2 13-691,-1-1 1,-1 1 0,0 0-1,-1 0 1,-1-1 0,-5 23 0,-2 22 159,7 0-751,2 1 0,17 116 0,-3-40-2418,-9-89-236,16 70 1,6-10-6050,-17-67 516</inkml:trace>
</inkml:ink>
</file>

<file path=ppt/ink/ink1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1.540"/>
    </inkml:context>
    <inkml:brush xml:id="br0">
      <inkml:brushProperty name="width" value="0.035" units="cm"/>
      <inkml:brushProperty name="height" value="0.035" units="cm"/>
    </inkml:brush>
  </inkml:definitions>
  <inkml:trace contextRef="#ctx0" brushRef="#br0">4 145 7121,'-1'-2'250,"1"1"1,-1-1 0,1 0 0,-1 0-1,1 0 1,0 0 0,0 0 0,0 0 0,0 0-1,0 0 1,0 0 0,1 0 0,-1 0-1,0 0 1,1 0 0,0 0 0,2-5 3496,-1 9-3404,0 0-1,0 0 0,-1 0 1,1 0-1,-1 0 0,1 0 0,-1 0 1,0 0-1,2 5 0,0-3 122,17 34 1146,20 48 0,-23-45-1019,23 39 1,-36-74-559,-1 0 0,1 0 0,1 0 0,-1-1 1,1 1-1,0-1 0,0 0 0,0-1 0,1 1 0,0-1 0,0 0 1,0-1-1,0 0 0,0 1 0,1-2 0,-1 1 0,1-1 0,0 0 1,0 0-1,0-1 0,0 0 0,0 0 0,0-1 0,0 0 0,0 0 1,0-1-1,14-2 0,-14 1-26,2 1 54,-1-1 0,1-1 0,-1 0 0,0 0 1,0 0-1,-1-1 0,1 0 0,12-9 0,-10 5 22,-1 0 1,0-1-1,0 0 0,-1 0 1,0-1-1,0 0 1,-1-1-1,-1 1 1,8-18-1,-11 20-57,0 0 1,-1 0-1,0 0 1,-1 0-1,1-1 0,-2 1 1,1 0-1,-1-1 1,0 1-1,-1-1 0,0 1 1,0 0-1,-1 0 1,0-1-1,-5-12 0,2 10-20,-1 0-1,0 1 1,0 0-1,-1 0 0,0 0 1,-1 1-1,0 0 1,0 1-1,-1 0 0,0 0 1,-1 0-1,1 1 1,-2 1-1,1 0 0,-21-9 1,23 11-247,0 1 1,0 0-1,0 1 1,-1 0-1,1 0 1,0 0-1,-1 1 0,0 1 1,1-1-1,-1 1 1,1 1-1,-1 0 1,1 0-1,-1 0 0,1 1 1,-1 0-1,1 1 1,0 0-1,0 0 1,0 1-1,1 0 0,-13 9 1,15-9-968,1 1 0,-1 0 0,1 0 0,0 0 0,0 1 0,-5 9 0,1 2-8068</inkml:trace>
</inkml:ink>
</file>

<file path=ppt/ink/ink1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1.774"/>
    </inkml:context>
    <inkml:brush xml:id="br0">
      <inkml:brushProperty name="width" value="0.035" units="cm"/>
      <inkml:brushProperty name="height" value="0.035" units="cm"/>
    </inkml:brush>
  </inkml:definitions>
  <inkml:trace contextRef="#ctx0" brushRef="#br0">129 29 10017,'8'-24'2604,"-6"19"1785,-4 8-2414,-1 6-1462,0 0 0,1-1 1,0 2-1,0-1 0,1 0 0,0 0 0,1 0 1,0 0-1,0 1 0,1-1 0,3 13 0,-1 21 604,0 106 1624,-17 164 0,-55 146-1787,69-459-956,-41 221-1934,35-174-230,2 0 0,4 82 0,0-124 1624,1 1 0,-1-1 1,1 1-1,1-1 0,-1 1 0,3 5 0,-3-9-362,0 1-1,1-1 1,-1 1 0,1-1 0,0 0 0,0 0 0,-1 0-1,6 4 1,9 8-8441</inkml:trace>
</inkml:ink>
</file>

<file path=ppt/ink/ink1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1.992"/>
    </inkml:context>
    <inkml:brush xml:id="br0">
      <inkml:brushProperty name="width" value="0.035" units="cm"/>
      <inkml:brushProperty name="height" value="0.035" units="cm"/>
    </inkml:brush>
  </inkml:definitions>
  <inkml:trace contextRef="#ctx0" brushRef="#br0">181 21 10309,'2'-2'135,"-1"1"0,1-1 0,0 0 0,0 1 0,0-1 0,0 1 0,0-1 0,0 1 0,1 0 0,-1 0 0,0 0 1,1 0-1,-1 1 0,1-1 0,-1 1 0,3-1 0,2 1 330,-1 1 0,0 0 0,0 0 0,0 1 0,10 3 0,-10-3-217,8 3 304,0 1-1,-1 0 1,16 9 0,-24-12-416,1 1-1,-1-1 1,0 1 0,0 0 0,-1 0-1,1 1 1,-1-1 0,0 1-1,7 10 1,-10-12-98,0-1 1,0 1-1,0 0 0,-1-1 0,1 1 0,-1 0 1,1 0-1,-1 0 0,0-1 0,0 1 1,-1 0-1,1 0 0,0 0 0,-1-1 0,0 1 1,1 0-1,-1 0 0,0-1 0,-1 1 1,1-1-1,0 1 0,-1-1 0,1 0 0,-1 1 1,-2 1-1,-3 4 65,0 0 0,-1-1 0,0 0 0,0 0 0,-13 8 0,-14 5 107,0-2-1,-39 14 1,40-19-1453,1 2 1,-62 38-1,93-52 767,0 0 1,1 0 0,-1 1-1,1-1 1,0 0 0,-1 0-1,1 1 1,0-1 0,0 1-1,0-1 1,0 1 0,0-1-1,0 1 1,-1 2 0,8 7-7131</inkml:trace>
</inkml:ink>
</file>

<file path=ppt/ink/ink1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2.290"/>
    </inkml:context>
    <inkml:brush xml:id="br0">
      <inkml:brushProperty name="width" value="0.035" units="cm"/>
      <inkml:brushProperty name="height" value="0.035" units="cm"/>
    </inkml:brush>
  </inkml:definitions>
  <inkml:trace contextRef="#ctx0" brushRef="#br0">1 277 7841,'93'-24'3424,"-2"-3"0,124-56 0,-203 76-3113,0 0 0,-1 0-1,0-1 1,0-1 0,-1 0 0,0-1-1,10-11 1,-20 21-283,1-1 0,-1 0 1,0 0-1,1 0 0,-1 0 0,0 0 0,0 0 0,0 0 0,1 0 0,-1 0 1,0 0-1,0-1 0,0 1 0,-1 0 0,1 0 0,0 0 0,0 0 0,-1 0 1,1 0-1,-1-1 0,0-1 65,1 1-56,0 0 0,-1 0-1,1 1 1,0-1 0,-1 0 0,0 1 0,1-1 0,-1 0 0,0 1 0,0-1 0,0 1 0,0-1 0,0 1 0,0 0 0,0-1 0,0 1 0,-1 0 0,1 0 0,0 0 0,-1 0 0,1 0 0,-3-2 0,0 2 47,1 0 0,0 0 0,-1 1 0,1-1 0,-1 1 1,1 0-1,-1-1 0,1 2 0,-1-1 0,-6 1 1,-3 2 267,-1 1 1,1 0-1,0 1 1,-24 12 0,13-4 318,1 1 0,1 2 0,-40 35 0,51-42-482,1 2-1,0-1 1,1 1 0,1 1 0,-1-1 0,2 1 0,0 1-1,0 0 1,-5 16 0,10-24-151,0 1 0,1 0 0,0-1-1,0 1 1,0 0 0,1 0 0,-1 0 0,2 0 0,-1 0 0,1-1-1,-1 1 1,2 0 0,-1 0 0,1-1 0,-1 1 0,2-1 0,-1 1-1,1-1 1,-1 0 0,1 0 0,5 6 0,0-2-264,0-1 0,0 1 1,1-2-1,0 1 0,1-1 1,-1 0-1,1-1 0,1-1 1,16 8-1,1-2-1259,2 0 0,-1-2 0,47 7 0,37-4-7835,-50-11-406</inkml:trace>
</inkml:ink>
</file>

<file path=ppt/ink/ink1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4.451"/>
    </inkml:context>
    <inkml:brush xml:id="br0">
      <inkml:brushProperty name="width" value="0.035" units="cm"/>
      <inkml:brushProperty name="height" value="0.035" units="cm"/>
    </inkml:brush>
  </inkml:definitions>
  <inkml:trace contextRef="#ctx0" brushRef="#br0">813 101 4536,'-2'0'759,"-1"0"-1,1 0 1,0 0-1,0 0 1,-1 0-1,1 0 0,0-1 1,-1 1-1,1-1 1,0 1-1,0-1 0,0 0 1,-3-1-1,-9-7 2756,24 8-4473,-2-4 4355,-7 4-3233,-1 1-1,0-1 1,0 1 0,0-1-1,0 1 1,0-1 0,0 1-1,0-1 1,0 1-1,0-1 1,0 1 0,0-1-1,0 1 1,0 0-1,0-1 1,-1 1 0,1-1-1,0 1 1,0-1 0,0 1-1,-1-1 1,1 1-1,0 0 1,-1-1 0,1 1-1,0 0 1,-1-1 0,1 1-1,0 0 1,-1-1-1,0 1 1,-2-2-43,1 1 1,-1-1-1,1 0 0,-1 0 0,1 0 1,-1-1-1,1 1 0,0 0 1,0-1-1,0 1 0,1-1 0,-1 0 1,1 0-1,-1 1 0,1-1 0,0 0 1,0 0-1,0 0 0,0 0 1,1-1-1,-1 1 0,1-4 0,0 5 65,15 35-250,22 60 1074,51 94 1,18 44 367,-95-205-1285,2 6-64,-1 0 0,9 39-1,30 181-26,-46-221-1,-1-1 0,-2 1 0,-1 1 0,-1-1 0,-2 0 0,-8 49 0,8-71 0,-8 47-41,-4 0-1,-2 0 1,-2-1-1,-3-1 1,-49 92-1,18-57-190,-3-2-1,-92 108 1,-105 84-2733,209-240 1634,0-1-1,-3-2 1,-1-2 0,-73 39-1,42-41-3097,43-19-588,10 0-4752</inkml:trace>
</inkml:ink>
</file>

<file path=ppt/ink/ink1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8.671"/>
    </inkml:context>
    <inkml:brush xml:id="br0">
      <inkml:brushProperty name="width" value="0.035" units="cm"/>
      <inkml:brushProperty name="height" value="0.035" units="cm"/>
    </inkml:brush>
  </inkml:definitions>
  <inkml:trace contextRef="#ctx0" brushRef="#br0">1 52 3316,'0'0'3106,"0"-4"-2557,0-4-1435,3-11 4018,7 2-377,2 13-4310,-21 19-2357,2 2 391</inkml:trace>
</inkml:ink>
</file>

<file path=ppt/ink/ink1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29.180"/>
    </inkml:context>
    <inkml:brush xml:id="br0">
      <inkml:brushProperty name="width" value="0.035" units="cm"/>
      <inkml:brushProperty name="height" value="0.035" units="cm"/>
    </inkml:brush>
  </inkml:definitions>
  <inkml:trace contextRef="#ctx0" brushRef="#br0">117 44 4388,'-59'-42'7384,"58"41"-6819,-5 13 311,6-11-811,-1 0 0,0-1 0,1 1-1,-1 0 1,1 0 0,-1 0 0,1 0-1,-1 0 1,1 0 0,0 0 0,-1 0 0,1 0-1,0 0 1,0 0 0,0 0 0,0 0-1,0 0 1,0 2 0,8 56 1531,-3 1 1,-2 87-1,-29 416 1396,-8 161-2101,33-701-873,4 248 171,17-21-162,-13-203-402,1 1-1,3-1 1,19 53 0,-26-91 9,0 1 0,0-1 0,1 0 0,0-1 0,13 16 0,-15-20-46,0-1 1,0 0 0,1 1 0,-1-2 0,1 1 0,7 4 0,-8-6-136,0 1 0,-1-1-1,1 0 1,0-1 0,0 1 0,0 0 0,0-1 0,-1 0 0,1 1 0,0-1 0,6-1 0,29-6-6679</inkml:trace>
</inkml:ink>
</file>

<file path=ppt/ink/ink1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31.937"/>
    </inkml:context>
    <inkml:brush xml:id="br0">
      <inkml:brushProperty name="width" value="0.035" units="cm"/>
      <inkml:brushProperty name="height" value="0.035" units="cm"/>
    </inkml:brush>
  </inkml:definitions>
  <inkml:trace contextRef="#ctx0" brushRef="#br0">1 1803 3384,'28'-8'2910,"-19"1"-2452,0-1 0,-1 1-1,0-1 1,9-13 0,17-16 593,-22 27-774,0 1-1,1 0 1,0 1 0,0 1-1,25-11 1,76-20 566,-64 22-546,77-17 254,-16 5-135,270-79 584,98-28-145,-296 71-275,198-99 0,-174 70-202,-123 60-252,115-30 1,94-6-100,-199 48-28,235-63 166,0 0 2,-259 68-148,300-57 51,-132 45 34,373-24 739,112-11-302,-613 51-407,591-58 116,-292 59-235,-402 11-12,92 0 1,128-1-6,-108-4 6,175-10 6,176-11-6,269-13 30,-462 34-153,82-2-46,-57-12 247,148-2-110,-167 10-11,-55 3 124,379-2 42,361-25-91,-679-3-69,-101 11-2,-178 25 45,4 1-4,1 0 0,0 0 1,23 4-1,234 17-180,-229-20 237,0-2 0,46-8-1,-78 6-56,-11 4-4,1-1-1,0 0 0,0 0 1,0 1-1,0-1 1,0 1-1,1-1 1,-1 1-1,0-1 0,0 1 1,0-1-1,0 1 1,0 0-1,1 0 1,-1 0-1,0 0 0,2 0 1,0-1 18,-1 0-10,22-13 10,-21 12 91,-2 5-43,2 10 20,1 0 0,-2 1 1,0-1-1,1 26 0,-2-23 18,1 69 638,-11 96 1,3-94-240,6 91 0,50 213 236,-4-49-282,-41-274-323,-3 1 1,-2-1-1,-11 72 0,2-82 41,-26 89 0,-28 39-44,35-108-6,24-67-50,2 1 0,-1 0 0,1-1 0,0 20 1,-5 26 194,-108 443 1531,90-352-1639,9-47-70,-42 288 705,56-376-748,-13 158 468,7-58-268,2-15-157,5-58-39,-1 0 0,-3-1 0,-9 41 0,-44 188 1176,41-106-574,10-99-462,-16 90 216,19-127-327,1 1 0,0 46 0,0 4 2,1-23-50,5 68 0,1-13-29,-8-63-1761,-4-29-635,7-17 2296,1 0 0,0 0 0,-1 0 0,1 1 0,-1-1 1,1 0-1,0 0 0,-1 0 0,1 0 0,-1 0 1,1 0-1,-1 0 0,1 0 0,-1 0 0,1 0 0,0 0 1,-1 0-1,1 0 0,-1 0 0,1 0 0,-1 0 0,1 0 1,0-1-1,-1 1 0,1 0 0,-1 0 0,1 0 0,0-1 1,-1 1-1,1 0 0,0-1 0,-1 1 0,1 0 0,-1-1 1,-56-56-10603,25 26-862</inkml:trace>
</inkml:ink>
</file>

<file path=ppt/ink/ink1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34.787"/>
    </inkml:context>
    <inkml:brush xml:id="br0">
      <inkml:brushProperty name="width" value="0.035" units="cm"/>
      <inkml:brushProperty name="height" value="0.035" units="cm"/>
    </inkml:brush>
  </inkml:definitions>
  <inkml:trace contextRef="#ctx0" brushRef="#br0">353 0 3216,'0'0'1550,"-2"2"-1292,-1 0-27,0-1-69,1 0 1,0 1-1,-1-1 1,1 1-1,0-1 1,0 1-1,0 0 1,0 0 0,1 0-1,-1 0 1,0 0-1,1 0 1,-1 0-1,1 1 1,0-1-1,0 0 1,-1 3-1,-17-8 184,-26-14 4313,41 17-4641,1-1 0,-1 1 0,0 0 0,0 0 0,0 0 0,0 1-1,0-1 1,0 1 0,0 0 0,0 0 0,1 0 0,-1 1 0,0-1 0,1 1-1,-1 0 1,1 0 0,0 0 0,-1 1 0,-2 2 0,0 0 148,0 0-1,1 0 1,0 1 0,0 0-1,0 0 1,1 0 0,0 1-1,-5 8 1,8-11-36,0 1 0,1 0-1,-1 0 1,1 0 0,0 0 0,0 0 0,0 0 0,1 0-1,-1 0 1,3 5 0,-1 2 130,4 35 350,-1 1 0,-2 0-1,-5 51 1,-2-32-133,3-32-113,-2 0 0,-15 69 1,-31 155 447,17-72-396,19-113-135,3 0 0,1 126-1,9-182-236,0 0 0,2 0 0,0 0-1,10 35 1,-9-47-38,0 0 0,0 0 0,1-1 0,0 0 1,0 1-1,5 4 0,11 15 17,-14-18-17,-1-1 0,1 1 0,1-1 0,-1-1 1,1 1-1,9 5 0,8 6 44,-6-6 6,-1-1-1,1-1 1,1 0-1,0-2 1,26 7-1,-42-13-47,20 6 58,0-2 0,1-1 0,45 3 0,74-7 95,-135-1-156,328-19 245,-113 4-144,1050-56 1004,-1073 60-965,540-24 218,1 45-247,-583 2-69,181 8 61,-235-19-89,144-17 0,-96-5-32,57-8 2,-37 6 43,171-29-69,190-34 7,289-36 88,-331 57-109,202 14 4,-68 9 86,-415 7-15,-125 18-109,158-11 1,141 32 77,-352-2 12,162-1-35,256-21 49,-209 6-17,-126 7-4,262-5 85,-170 9 111,-79 0-72,-1-6 0,155-32 0,94-43-43,-306 70-79,1 3 1,-1 3-1,1 4 0,1 2 1,80 8-1,-108-5 12,1-1 0,-2-2 1,1-3-1,73-17 0,-13 0 414,-11 4-176,15-5 428,-106 23-504,-21 13-10360,0-1 4316,-3-2-3418</inkml:trace>
</inkml:ink>
</file>

<file path=ppt/ink/ink1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35.948"/>
    </inkml:context>
    <inkml:brush xml:id="br0">
      <inkml:brushProperty name="width" value="0.035" units="cm"/>
      <inkml:brushProperty name="height" value="0.035" units="cm"/>
    </inkml:brush>
  </inkml:definitions>
  <inkml:trace contextRef="#ctx0" brushRef="#br0">0 156 4996,'12'3'1071,"0"1"-1,0 0 0,-1 0 1,0 1-1,0 1 0,0 0 1,-1 0-1,1 1 0,15 14 0,-24-18-850,1 0-1,0 0 1,-1 0-1,0 0 1,0 1 0,0-1-1,0 1 1,0 0-1,-1-1 1,2 6-1,10 45 1262,-6-27-1039,-5-20-287,7 29 526,2-1 0,2 0 0,20 39 0,-29-68-493,-1 0-1,1-1 0,1 1 1,-1-1-1,1 1 1,0-1-1,0-1 0,0 1 1,1-1-1,-1 0 1,1 0-1,0 0 0,10 3 1,-7-3 19,1-1 0,0 0 1,0-1-1,0 0 0,0-1 0,1 0 1,-1 0-1,14-2 0,5-2 60,0-1 0,-1-2-1,0-1 1,0-1 0,41-19-1,28-16 84,110-68 0,82-71-1437,-229 143 460,109-58-1516,-36 24-2810,-106 59 2097,-17 9-793,-22 10-1141,-4 3-1826</inkml:trace>
</inkml:ink>
</file>

<file path=ppt/ink/ink1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2:36.330"/>
    </inkml:context>
    <inkml:brush xml:id="br0">
      <inkml:brushProperty name="width" value="0.035" units="cm"/>
      <inkml:brushProperty name="height" value="0.035" units="cm"/>
    </inkml:brush>
  </inkml:definitions>
  <inkml:trace contextRef="#ctx0" brushRef="#br0">1 34 9161,'0'0'1623,"1"3"-131,62 159 5630,-42-96-6251,21 123 0,-36-155-631,1-1 1,11 35-1,-14-59-101,-1 1 1,1-1 0,0 1-1,1-2 1,0 1-1,0 0 1,1-1-1,0 0 1,1 0-1,0-1 1,11 11-1,-11-14 9,0 0-1,0-1 0,1 0 1,-1 0-1,1 0 0,-1-1 1,1 0-1,0 0 0,0-1 1,0 0-1,-1-1 0,1 0 1,0 0-1,0 0 0,14-4 1,9-2 204,-1-1 0,46-18 1,722-320-648,-671 286-594,177-83-2044,-95 47-2960,-147 66-1008,-60 28 6260,-1 0-1,1 0 1,0 0 0,0-1-1,-1 1 1,1 0 0,0-1-1,-1 1 1,1-1 0,1-3-1</inkml:trace>
</inkml:ink>
</file>

<file path=ppt/ink/ink1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04"/>
    </inkml:context>
    <inkml:brush xml:id="br0">
      <inkml:brushProperty name="width" value="0.035" units="cm"/>
      <inkml:brushProperty name="height" value="0.035" units="cm"/>
      <inkml:brushProperty name="color" value="#008C3A"/>
    </inkml:brush>
  </inkml:definitions>
  <inkml:trace contextRef="#ctx0" brushRef="#br0">32 1 9113,'-6'9'-673,"-3"3"6792,9-12-5976,0 0 0,-1 0 0,1 0 0,-1 0 1,1 0-1,-1 0 0,1 0 0,-1 0 0,1 0 1,0 0-1,-1 0 0,1 0 0,-1-1 0,1 1 1,-1 0-1,1 0 0,0 0 0,-1-1 0,1 1 1,-1 0-1,1 0 0,0-1 0,-1 1 0,1 0 1,0-1-1,0 1 0,-1-1 0,1 1 0,0 0 1,-1-1-1,1 1-97,0-1 0,-1 1 0,1 0 0,0 0-1,0 0 1,-1 0 0,1 0 0,0-1 0,0 1 0,-1 0 0,1 0 0,0 0 0,0-1 0,0 1 0,0 0 0,-1 0 0,1-1 0,0 1 0,0 0 0,0 0-1,0-1 1,0 1 0,0 0 0,0-1 0,-1 1 0,1 0 0,0 0 0,0-1 0,0 1 0,0 0 0,0-1 0,0 1 0,1 0 0,-1-1 0,0 1 0,0 0 0,0 0-1,0-1 1,0 1 0,0 0 0,0 0 0,1-1 0,-1 1 0,0 0 0,0 0 0,0-1 0,1 1 0,18-1 2164,-6 2-2528,589 47 3482,-218-12-2672,2058 84 464,-2333-118-946,611 5 169,-629-6-156,163-9 58,-228 6-57,-1-1 1,0-1-1,1-1 1,34-13-1,-58 18-23,-1-1 0,1 1-1,-1 0 1,0-1 0,1 1 0,-1-1 0,0 0 0,1 1 0,-1-1-1,0 0 1,0 0 0,0 0 0,0 0 0,0 0 0,0 0 0,0 0-1,1-2 1,-2 3-9,0-1-1,0 0 0,-1 1 1,1-1-1,-1 1 0,1-1 1,0 1-1,-1-1 1,1 1-1,-1 0 0,1-1 1,-1 1-1,1-1 1,-1 1-1,1 0 0,-1 0 1,0-1-1,1 1 0,-1 0 1,1 0-1,-1-1 1,0 1-1,1 0 0,-1 0 1,-1 0-1,-58-6-1043,36 7 339,1 1 1,0 1-1,1 1 0,-1 0 1,-25 10-1,31-8-1323,0 1 1,0 0-1,1 2 1,-17 10-1,1 5-7387</inkml:trace>
</inkml:ink>
</file>

<file path=ppt/ink/ink1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04.575"/>
    </inkml:context>
    <inkml:brush xml:id="br0">
      <inkml:brushProperty name="width" value="0.035" units="cm"/>
      <inkml:brushProperty name="height" value="0.035" units="cm"/>
      <inkml:brushProperty name="color" value="#008C3A"/>
    </inkml:brush>
  </inkml:definitions>
  <inkml:trace contextRef="#ctx0" brushRef="#br0">195 305 10521,'-54'-4'2591,"13"-2"3730,-58-16 0,99 22-6300,0 0-1,0 0 1,0 0 0,0 0-1,0 0 1,1 0-1,-1 0 1,0 0-1,0 0 1,0 0-1,0 0 1,0 0 0,0 0-1,0-1 1,0 1-1,0 0 1,0 0-1,0 0 1,0 0-1,0 0 1,0 0 0,0 0-1,1 0 1,-1 0-1,0 0 1,0-1-1,0 1 1,0 0-1,0 0 1,0 0 0,0 0-1,0 0 1,0 0-1,0 0 1,0 0-1,0 0 1,0-1-1,0 1 1,-1 0 0,1 0-1,0 0 1,0 0-1,0 0 1,0 0-1,0 0 1,0 0-1,23-12 345,-1 2 0,2 1-1,0 1 1,0 1 0,45-8-1,138-6 294,-159 18-502,1285-40 1037,30-1 0,-1318 40-1134,454-43 541,-168 2-600,-274 43 0,-34 5-5,-22-3 3,-1 0 0,0 0 0,1 0 0,-1 1 0,0-1 0,0 0 0,1 0 0,-1 0 0,0 1 0,0-1 0,1 0 0,-1 0 0,0 1 0,0-1 0,1 0 0,-1 1 0,0-1 0,0 0 0,0 0 0,0 1 0,0-1 0,1 0-1,-1 1 1,0-1 0,0 1 0,0-1 0,0 1 0,-10 16-516,9-16 311,-4 7-521,0 0 0,0 0 1,-1 0-1,0-1 1,-1 0-1,0 0 0,0-1 1,0 1-1,-15 8 1,8-5-1895,0 0 1,0 2 0,-20 21 0,-6 4-8614</inkml:trace>
</inkml:ink>
</file>

<file path=ppt/ink/ink1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14.913"/>
    </inkml:context>
    <inkml:brush xml:id="br0">
      <inkml:brushProperty name="width" value="0.035" units="cm"/>
      <inkml:brushProperty name="height" value="0.035" units="cm"/>
      <inkml:brushProperty name="color" value="#008C3A"/>
    </inkml:brush>
  </inkml:definitions>
  <inkml:trace contextRef="#ctx0" brushRef="#br0">272 1 2972,'-37'117'532,"27"-68"4,3 2-84,1-3-80,2 0-76,1 7-68,-7 8-204,3 6 181,-3 7-41,-3 11-56,-4 10-24,-10 2-116,-6 0-144,-11-8-489,1 2-827</inkml:trace>
</inkml:ink>
</file>

<file path=ppt/ink/ink1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27.565"/>
    </inkml:context>
    <inkml:brush xml:id="br0">
      <inkml:brushProperty name="width" value="0.035" units="cm"/>
      <inkml:brushProperty name="height" value="0.035" units="cm"/>
      <inkml:brushProperty name="color" value="#008C3A"/>
    </inkml:brush>
  </inkml:definitions>
  <inkml:trace contextRef="#ctx0" brushRef="#br0">886 760 4112,'1'-1'146,"1"0"0,-1 0 0,0 0 0,0 0-1,0 0 1,0 0 0,0 0 0,0-1-1,-1 1 1,1 0 0,0 0 0,0-1 0,-1 1-1,1-1 1,-1 1 0,1-3 0,-3-30 1171,-2 13-1042,2 0 0,-1-41-1,3 53-189,1 0-1,0 0 0,0 0 0,1 0 0,0 0 0,1 0 1,0 1-1,0 0 0,7-14 0,4 4 351,0 0-1,1 0 1,1 2-1,0 0 0,1 1 1,1 0-1,31-19 1,22-18 309,-52 35-357,0-1 1,-2 0-1,0-1 1,-1-1-1,-1-1 1,13-23-1,-18 23 592,13-36 0,-16 36-312,-6 17-230,0 3-376,-1-1 0,1 0 0,-1 0 0,0 0 0,0 1-1,0-1 1,0 0 0,0 0 0,0 0 0,-1 0 0,1 0-1,0 1 1,-2-3 0,1-4 3607,-32 68-2402,2 2 0,-29 85 1,18-44-525,-6 13-119,-108 244 996,-238 581 277,92-131-1896,296-792 0,-12 31 0,-188 576 0,188-531 0,18-93 0,-1 0 0,1 0 0,0 0 0,0 0 0,-1 0 0,1 0 0,0 0 0,0 0 0,0 0 0,0 0 0,0 0 0,1 0 0,-1 0 0,0 0 0,0 0 0,1 0 0,-1 0 0,0 0 0,1 0 0,-1-1 0,1 1 0,-1 0 0,1 0 0,0 0 0,-1 0 0,1-1 0,0 1 0,0 0 0,-1-1 0,1 1 0,0-1 0,0 1 0,0-1 0,0 1 0,0-1 0,-1 1 0,1-1 0,0 0 0,0 0 0,0 1 0,0-1 0,0 0 0,0 0 0,0 0 0,0 0 0,2 0 0,-3 0 0,4-4-63,0 1-1,-1-1 1,1 1 0,-1-1-1,0 0 1,5-9 0,-4 8-144,8-13-1269,-1-1 0,0 1 0,8-23 1,-14 28-287,-1 0 1,0-1-1,3-18 1,-1 1-4464,1 15-3734</inkml:trace>
</inkml:ink>
</file>

<file path=ppt/ink/ink1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09.526"/>
    </inkml:context>
    <inkml:brush xml:id="br0">
      <inkml:brushProperty name="width" value="0.035" units="cm"/>
      <inkml:brushProperty name="height" value="0.035" units="cm"/>
      <inkml:brushProperty name="color" value="#008C3A"/>
    </inkml:brush>
  </inkml:definitions>
  <inkml:trace contextRef="#ctx0" brushRef="#br0">34 131 5280,'0'0'1609,"7"-15"-1085,0-1 616,-7-5-916,0 0-216,-14 0-896,1 3-1388,-7 0-361</inkml:trace>
</inkml:ink>
</file>

<file path=ppt/ink/ink1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11.241"/>
    </inkml:context>
    <inkml:brush xml:id="br0">
      <inkml:brushProperty name="width" value="0.035" units="cm"/>
      <inkml:brushProperty name="height" value="0.035" units="cm"/>
      <inkml:brushProperty name="color" value="#008C3A"/>
    </inkml:brush>
  </inkml:definitions>
  <inkml:trace contextRef="#ctx0" brushRef="#br0">152 70 4404,'-19'-31'5888,"12"22"-5830,6 7 648,1 0-700,0 1 0,0 0 0,0 0 0,-1 0 0,1 0 0,0 0 0,0 0 0,-1 0 0,1 0 0,0 0 0,-1 0 0,1 0 0,-1 0-1,0 0 1,1 0 0,-1 0 0,0 0 0,1 0 0,-1 1 0,0-1 0,0 0 0,0 0 0,0 1 0,0-1 0,0 1 0,0-1 0,0 1 0,0-1 0,0 1 0,0 0 0,0-1 0,0 1 0,0 0 0,0 0 0,0 0 0,0 0 0,0 0 0,-1 0 0,1 0 0,0 0 0,-1 1 0,-8 0-860,0 1 0,0 0-1,-17 6 1,13-3-1046,-7 3-1106</inkml:trace>
</inkml:ink>
</file>

<file path=ppt/ink/ink1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12.007"/>
    </inkml:context>
    <inkml:brush xml:id="br0">
      <inkml:brushProperty name="width" value="0.035" units="cm"/>
      <inkml:brushProperty name="height" value="0.035" units="cm"/>
      <inkml:brushProperty name="color" value="#008C3A"/>
    </inkml:brush>
  </inkml:definitions>
  <inkml:trace contextRef="#ctx0" brushRef="#br0">87 121 3840,'2'0'124,"-1"-1"0,1 1 0,-1 0 0,0-1 0,1 0 0,-1 1 0,0-1 0,1 0 0,-1 1 0,0-1 0,0 0 0,1 0 0,-1 0 0,0 0 0,0 0 0,0 0 0,0-1 0,-1 1 0,1 0 0,0 0 0,0-1 0,-1 1 0,1 0 0,-1-1 0,1 1 0,-1-1 0,0 1 0,1 0 0,-1-1 0,0 1 0,0-3 0,1 0-175,-1 3 109,0 0 0,1 0 1,-1 0-1,0 0 1,1 1-1,-1-1 0,0 0 1,1 0-1,-1 1 0,1-1 1,0 0-1,-1 0 1,1 1-1,0-1 0,-1 1 1,1-1-1,0 0 0,0 0 1,11-11 583,12-41 370,-23 51-737,-1 5-311,0 0 36,-1-1 0,0 1 0,1-1 0,-1 1-1,0-1 1,0 1 0,-1-1 0,1 0-1,-3 4 1,2-4 4,1 0 0,0 0 0,0 0-1,0 0 1,0 0 0,0 0 0,0 1 0,0-1-1,1 0 1,-1 4 0,-18 12-136,9-11 181,-8 15-398,16-19 161,0 0 0,-1 0 0,1 0 0,0 0 0,-1-1 0,1 1 0,-1-1 0,0 0 0,0 0 0,0 0 0,0 0 0,0 0 0,0 0 0,-6 1 0,-15 4-1912,0 4-363</inkml:trace>
</inkml:ink>
</file>

<file path=ppt/ink/ink1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13.975"/>
    </inkml:context>
    <inkml:brush xml:id="br0">
      <inkml:brushProperty name="width" value="0.035" units="cm"/>
      <inkml:brushProperty name="height" value="0.035" units="cm"/>
      <inkml:brushProperty name="color" value="#008C3A"/>
    </inkml:brush>
  </inkml:definitions>
  <inkml:trace contextRef="#ctx0" brushRef="#br0">533 125 3012,'0'0'1461,"2"-1"-1071,26-10 268,-25 10 1828,-2-1-2387,7-20 475,9-44 0,-16 63-330,15-16 106,-16 24-333,-1 0-1,1 0 1,0 0-1,0 0 1,1 0-1,-1 0 1,1 0-1,2 6 1,-1-4 3,-1 0 1,1 0-1,-1 0 1,-1 0-1,0 8 1,-4 8 19,0 0 1,-2-1 0,-1 0 0,-13 31-1,-9 26 23,24-61-49,-101 314 161,-49-7-116,148-313-55,-110 247-40,112-243 41,0 0 0,-2 24 0,6-36-2,0 1-2,-1 0-1,-1 0 1,1 0 0,-1 0-1,0-1 1,0 1-1,-4 4 1,1 0 3,-40 52-14,45-59-108,-1 28 103,-11 59 0,11-82-412,0 0 0,-1 0 0,0 0 1,0 0-1,0 0 0,-1-1 0,0 1 0,-1-1 0,-4 6 1,-2 1-2793</inkml:trace>
</inkml:ink>
</file>

<file path=ppt/ink/ink1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28.771"/>
    </inkml:context>
    <inkml:brush xml:id="br0">
      <inkml:brushProperty name="width" value="0.035" units="cm"/>
      <inkml:brushProperty name="height" value="0.035" units="cm"/>
      <inkml:brushProperty name="color" value="#008C3A"/>
    </inkml:brush>
  </inkml:definitions>
  <inkml:trace contextRef="#ctx0" brushRef="#br0">1246 359 3412,'0'0'1990,"1"-3"-1177,1-3-491,0 1 0,0 0-1,0 0 1,1 0 0,0 0-1,0 0 1,6-7 0,-4 5 100,0 0 0,0 0 0,-1-1 0,1 1 0,-2-1 1,1 0-1,-1 0 0,-1 0 0,4-16 0,1-1 114,-4 15 31,-1-1 1,0 0-1,0-19 0,4-14 455,10-37 1689,-16 78-2238,-11 28 427,-189 438 3079,-21-30-2143,-71 151-625,33 17-601,72-55-912,92-174-2783,46-177-1837,18-83-4066,23-82 712</inkml:trace>
</inkml:ink>
</file>

<file path=ppt/ink/ink1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32.286"/>
    </inkml:context>
    <inkml:brush xml:id="br0">
      <inkml:brushProperty name="width" value="0.035" units="cm"/>
      <inkml:brushProperty name="height" value="0.035" units="cm"/>
      <inkml:brushProperty name="color" value="#008C3A"/>
    </inkml:brush>
  </inkml:definitions>
  <inkml:trace contextRef="#ctx0" brushRef="#br0">31 0 8301,'0'0'12084,"0"4"-11765,1 3-248,0-1 0,0 1 0,-1-1 0,0 1 1,0 0-1,-1-1 0,0 1 0,0-1 0,-3 12 0,-1 1 55,1 1-1,-3 27 1,-1 7 76,7-49-167,0 0-1,1 0 1,-1 0 0,1 1 0,0-1-1,1 0 1,-1 0 0,1 0 0,0 0-1,0 0 1,4 8 0,-4-10-21,1 0 0,-1 0 1,1 0-1,0-1 0,0 1 0,0 0 0,1-1 1,-1 0-1,1 0 0,-1 0 0,1 0 1,0 0-1,-1 0 0,1-1 0,0 1 0,0-1 1,0 0-1,1 0 0,4 1 0,10 2 17,-1-2-1,1 0 1,0-1-1,35-3 0,76-14 34,-85 9-44,286-63-700,-7-27-3269,-58 17-3671,-109 35-78</inkml:trace>
</inkml:ink>
</file>

<file path=ppt/ink/ink1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32.646"/>
    </inkml:context>
    <inkml:brush xml:id="br0">
      <inkml:brushProperty name="width" value="0.035" units="cm"/>
      <inkml:brushProperty name="height" value="0.035" units="cm"/>
      <inkml:brushProperty name="color" value="#008C3A"/>
    </inkml:brush>
  </inkml:definitions>
  <inkml:trace contextRef="#ctx0" brushRef="#br0">79 0 9173,'-72'157'3297,"70"-152"-3059,1 1 1,-1-1-1,2 0 1,-1 1-1,1 0 1,-1-1-1,1 1 1,1-1-1,-1 1 1,1-1-1,0 1 1,0-1-1,1 1 1,0-1-1,0 0 1,0 0-1,0 0 1,1 0-1,0 0 1,6 8-1,-6-10-176,-1-1 0,0 0 0,0 0 0,1-1 0,-1 1 0,1 0 1,0-1-1,0 0 0,-1 1 0,1-1 0,0 0 0,0-1 0,0 1 0,4 0 0,45 3 222,-41-4-220,354-20 549,-341 17-661,50-6-1450,97-24 0,-135 25 729,85-21-4184,-14 0-2667</inkml:trace>
</inkml:ink>
</file>

<file path=ppt/ink/ink1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4:15.159"/>
    </inkml:context>
    <inkml:brush xml:id="br0">
      <inkml:brushProperty name="width" value="0.035" units="cm"/>
      <inkml:brushProperty name="height" value="0.035" units="cm"/>
      <inkml:brushProperty name="color" value="#008C3A"/>
    </inkml:brush>
  </inkml:definitions>
  <inkml:trace contextRef="#ctx0" brushRef="#br0">413 5 3360,'-1'0'54,"1"1"0,0 0 0,-1-1 0,1 1 0,0-1 0,-1 1 0,1-1 1,-1 1-1,1-1 0,-1 1 0,1-1 0,-1 1 0,1-1 0,-1 1 0,1-1 0,-1 0 0,0 1 0,1-1 0,-1 0 0,0 0 0,1 0 0,-1 1 0,0-1 0,1 0 0,-1 0 0,0 0 0,1 0 0,-1 0 0,0 0 0,1 0 0,-1 0 0,0 0 0,1-1 0,-1 1 0,0 0 0,1 0 0,-1-1 0,0 1 0,1 0 0,-1-1 0,0 0 0,-18-6 4313,16 6-4184,-1 0 0,1 1 0,-1-1 0,0 1 0,1 0 0,-1 0 0,1 0 0,-1 1 0,0-1 0,1 1 1,-1 0-1,1 0 0,0 0 0,-6 3 0,7-3 758,7 0-587,18 5-158,-1-1 1,26 3 0,-40-7-171,12 2 69,-61 0-10,-352 6 75</inkml:trace>
</inkml:ink>
</file>

<file path=ppt/ink/ink1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4:16.455"/>
    </inkml:context>
    <inkml:brush xml:id="br0">
      <inkml:brushProperty name="width" value="0.035" units="cm"/>
      <inkml:brushProperty name="height" value="0.035" units="cm"/>
      <inkml:brushProperty name="color" value="#008C3A"/>
    </inkml:brush>
  </inkml:definitions>
  <inkml:trace contextRef="#ctx0" brushRef="#br0">199 188 4712,'-6'-5'270,"1"1"0,-2 0 1,1 0-1,0 0 0,-1 1 0,0 0 0,1 0 0,-1 1 0,-9-3 0,8 3 178,1 0 0,-1 0 1,0-1-1,1 0 0,0-1 0,0 0 1,0 0-1,0 0 0,1-1 0,-1 0 1,1-1-1,1 1 0,-1-1 1,1 0-1,0 0 0,-8-14 0,12 20-396,0-1-1,1 0 0,-1 0 1,1 0-1,-1 0 0,1 0 1,-1 0-1,1-1 0,0 1 1,-1 0-1,1 0 0,0 0 0,0 0 1,0 0-1,0 0 0,0 0 1,0-1-1,0 1 0,0 0 1,1 0-1,-1 0 0,0 0 1,1 0-1,-1 0 0,0 0 1,1 0-1,0 0 0,-1 0 1,1 0-1,1-1 0,0 0-12,1 0 0,-1 0 1,1 1-1,-1-1 0,1 1 0,0 0 0,0 0 0,-1 0 1,1 0-1,5 0 0,20-5 177,0 2-1,38-1 1,92 8 237,-127-2-402,789 41 846,737 83-274,326 24-54,-1489-121-389,1144 68 547,-931-80-278,-6-49 264,-531 25-582,-2-4 1,1-2-1,102-37 0,-114 24 26,-54 26-178,-4-2 8,-1 1 16,1 0-1,-1 0 0,1 0 1,-1 1-1,0-1 0,0 0 1,0 1-1,0-1 0,0 1 1,0 0-1,0-1 0,-3 0 1,-7 2-273,0 1 0,0 0 0,0 1 1,0 1-1,1-1 0,-1 2 0,-13 5 1,-33 13-2263,31-11-231,-1 0 0,-38 7 0,2-8-4317</inkml:trace>
</inkml:ink>
</file>

<file path=ppt/ink/ink1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09.403"/>
    </inkml:context>
    <inkml:brush xml:id="br0">
      <inkml:brushProperty name="width" value="0.035" units="cm"/>
      <inkml:brushProperty name="height" value="0.035" units="cm"/>
    </inkml:brush>
  </inkml:definitions>
  <inkml:trace contextRef="#ctx0" brushRef="#br0">0 0 31484,'0'6714'0</inkml:trace>
</inkml:ink>
</file>

<file path=ppt/ink/ink1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14.010"/>
    </inkml:context>
    <inkml:brush xml:id="br0">
      <inkml:brushProperty name="width" value="0.035" units="cm"/>
      <inkml:brushProperty name="height" value="0.035" units="cm"/>
    </inkml:brush>
  </inkml:definitions>
  <inkml:trace contextRef="#ctx0" brushRef="#br0">0 0 28674,'10118'0'0</inkml:trace>
</inkml:ink>
</file>

<file path=ppt/ink/ink1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18.658"/>
    </inkml:context>
    <inkml:brush xml:id="br0">
      <inkml:brushProperty name="width" value="0.035" units="cm"/>
      <inkml:brushProperty name="height" value="0.035" units="cm"/>
    </inkml:brush>
  </inkml:definitions>
  <inkml:trace contextRef="#ctx0" brushRef="#br0">0 330 5693,'12'-11'6870,"-9"26"1960,-1 2-9856,6 26 2579,24 68 0,-19-69-1026,39 108 961,-44-133-1382,0 0 0,0-1 0,2 0 0,0-1 0,1 0 0,19 21 0,-28-34-100,0 1-1,1-1 0,-1 0 0,1 0 0,-1 0 0,1 0 1,0 0-1,-1-1 0,1 1 0,0-1 0,0 1 0,0-1 1,0 0-1,1-1 0,-1 1 0,0 0 0,0-1 0,0 0 1,1 0-1,-1 0 0,0 0 0,0 0 0,1-1 0,-1 1 1,6-3-1,-4 1 0,0-1 1,-1 1 0,1-1-1,0-1 1,-1 1 0,0-1 0,0 1-1,0-1 1,0 0 0,0-1-1,-1 1 1,0-1 0,5-8-1,-2 0-1,0 0 0,-1 0 0,-1-1 0,0 0-1,-1 0 1,0 0 0,1-26 0,-5-100-20,0 135 12,-3-57-33,-3 0-1,-3 1 1,-2 1-1,-3 0 1,-37-95-1,51 151 52,-1 1-1,1-1 0,-1 1 0,0 0 1,0-1-1,0 1 0,-1 0 0,1 1 1,0-1-1,-1 0 0,0 1 0,0-1 1,0 1-1,0 0 0,0 0 0,-4-2 1,5 3 25,-1 1 1,1-1 0,-1 1 0,1 0-1,-1 0 1,1 0 0,-1 0 0,0 0-1,1 0 1,-1 1 0,1-1 0,0 1-1,-1 0 1,1 0 0,-1 0 0,1 0 0,0 0-1,0 0 1,0 1 0,-1-1 0,1 1-1,0-1 1,1 1 0,-1 0 0,0 0-1,-2 3 1,-7 8 102,1 0-1,0 1 0,1 0 1,0 1-1,1 0 1,1 1-1,0-1 0,1 1 1,-4 19-1,6-17-73,1 0-1,0 0 0,2 1 1,0-1-1,1 0 0,1 1 1,0-1-1,1 1 0,2-1 1,0 0-1,10 29 1,-10-37-177,0 1 1,1-1-1,1-1 1,-1 1-1,2-1 1,-1 0-1,1 0 1,0-1-1,1 0 1,0 0-1,0-1 1,1 0 0,0 0-1,0-1 1,1 0-1,0-1 1,-1 0-1,2 0 1,-1-1-1,15 3 1,-12-4-366,0 0 0,0-1 0,0-1 0,1 0 0,-1-1 0,0 0 1,1-2-1,23-3 0,-17-1-1710,0 0 0,0-1 0,0-1 1,32-18-1,-7 0-7122</inkml:trace>
</inkml:ink>
</file>

<file path=ppt/ink/ink1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27.991"/>
    </inkml:context>
    <inkml:brush xml:id="br0">
      <inkml:brushProperty name="width" value="0.035" units="cm"/>
      <inkml:brushProperty name="height" value="0.035" units="cm"/>
    </inkml:brush>
  </inkml:definitions>
  <inkml:trace contextRef="#ctx0" brushRef="#br0">84 71 4996,'2'-11'599,"1"0"285,-2 1 4827,-13 5-4067,11 5-1497,0 0-1,0 0 1,0 0 0,0 0-1,0 0 1,0 0-1,0-1 1,0 1-1,0 0 1,0-1 0,0 1-1,0-1 1,0 1-1,0-1 1,1 1-1,-1-1 1,0 0 0,0 1-1,1-1 1,-2-1-1,0-12-105,0 3 1838,-6 24-687,-1 10-853,1 0 0,1 1 0,1 0 0,1 0 1,-3 36-1,5 31-2369,7 4-6740,-1-36 495</inkml:trace>
</inkml:ink>
</file>

<file path=ppt/ink/ink1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28.677"/>
    </inkml:context>
    <inkml:brush xml:id="br0">
      <inkml:brushProperty name="width" value="0.035" units="cm"/>
      <inkml:brushProperty name="height" value="0.035" units="cm"/>
    </inkml:brush>
  </inkml:definitions>
  <inkml:trace contextRef="#ctx0" brushRef="#br0">107 1 10001,'-29'9'1822,"28"-8"-1607,-1 0-1,1 0 0,-1 0 1,1 0-1,-1 0 1,1 0-1,0 1 1,-1-1-1,1 0 1,0 1-1,0-1 0,0 1 1,0-1-1,0 1 1,0-1-1,1 1 1,-1 0-1,0 2 1,-1 0 425,-7 13 289,2 0 0,-1 0 1,2 0-1,0 1 1,-4 23-1,7-21-708,1 0-1,0 0 1,2-1 0,0 1-1,1 0 1,1 0 0,1-1 0,5 23-1,-5-32-149,0 0-1,0 0 1,1 0 0,0 0-1,0-1 1,1 1 0,8 10-1,-11-17-45,1-1 0,-1 1 0,0-1 0,1 0 0,-1 0 0,1 0 0,0 0 0,0 0 0,0 0 0,0-1 0,0 1 0,0-1-1,0 0 1,0 0 0,1 0 0,-1 0 0,0-1 0,1 0 0,-1 1 0,0-1 0,1 0 0,-1 0 0,0-1 0,1 1 0,-1-1 0,0 0 0,4-1 0,-1 0-13,-1 0 0,1-1 0,-1 0 0,0 0 1,0 0-1,0-1 0,0 0 0,0 0 0,-1 0 0,1 0 1,-1-1-1,-1 0 0,1 1 0,0-2 0,-1 1 1,0 0-1,3-9 0,3-7-8,0-1 1,-2-1-1,6-26 0,-10 34 39,0 0-1,-1-1 0,0 1 0,-1-1 1,-2-20-1,1 28-31,-1 1 0,-1-1 1,0 1-1,0-1 0,0 1 0,-1 0 1,0 0-1,0 0 0,-1 0 1,0 0-1,0 1 0,-6-7 0,7 11-22,0 1 0,0 0 0,0 0-1,0 1 1,0-1 0,0 1 0,0-1 0,0 1-1,0 0 1,0 0 0,0 0 0,-3 1-1,4-1-100,0 1 1,1-1-1,-1 1 0,1-1 0,-1 1 0,1 0 0,-1-1 0,1 1 0,-1 0 0,1 0 0,0 0 0,-1 0 0,1 0 0,0 1 1,0-1-1,0 0 0,0 0 0,0 1 0,0-1 0,0 1 0,1-1 0,-2 4 0,-5 29-4156,7-31 3840,2 21-5855,7-7-3034</inkml:trace>
</inkml:ink>
</file>

<file path=ppt/ink/ink1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28.859"/>
    </inkml:context>
    <inkml:brush xml:id="br0">
      <inkml:brushProperty name="width" value="0.035" units="cm"/>
      <inkml:brushProperty name="height" value="0.035" units="cm"/>
    </inkml:brush>
  </inkml:definitions>
  <inkml:trace contextRef="#ctx0" brushRef="#br0">39 92 9253,'0'-20'2172,"-10"0"-472,1 0-304,-1 9-272,1 2 505,24 4-4314,1-1 817,13 12-7869</inkml:trace>
</inkml:ink>
</file>

<file path=ppt/ink/ink1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29.128"/>
    </inkml:context>
    <inkml:brush xml:id="br0">
      <inkml:brushProperty name="width" value="0.035" units="cm"/>
      <inkml:brushProperty name="height" value="0.035" units="cm"/>
    </inkml:brush>
  </inkml:definitions>
  <inkml:trace contextRef="#ctx0" brushRef="#br0">109 59 6613,'-22'-23'2244,"18"18"-145,10-12 1559,0 3 1931,-4 15-5510,0 0-1,-1 0 1,1 1-1,0-1 1,-1 0-1,1 1 1,-1-1-1,1 1 1,-1-1-1,1 1 1,-1 0-1,0-1 1,0 1-1,0 0 1,0 0-1,1 3 1,0 1 10,-1-1-1,0 1 1,0-1-1,0 1 1,-1-1 0,0 8-1,-1 6 62,-1 0 0,-9 35 0,4-32 4,-1 1-1,-1-1 1,-1 0 0,-1-1-1,-15 23 1,-1 2 282,15-16-223,11-28-132,3 0 15,-1-1-82,0 1-24,0-1-1,1 1 0,-1-1 1,0 0-1,1 1 0,-1-1 1,1 0-1,0 0 0,-1 0 0,1 0 1,0 0-1,0 0 0,0-1 1,-1 1-1,1-1 0,0 1 1,0-1-1,0 0 0,0 0 1,0 0-1,0 0 0,0 0 0,0 0 1,0 0-1,0 0 0,-1-1 1,1 1-1,0-1 0,0 0 1,3-1-1,37-14-1528,49-25 0,-4-5-3681,-43 22 606,3 1-3529</inkml:trace>
</inkml:ink>
</file>

<file path=ppt/ink/ink1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29.876"/>
    </inkml:context>
    <inkml:brush xml:id="br0">
      <inkml:brushProperty name="width" value="0.035" units="cm"/>
      <inkml:brushProperty name="height" value="0.035" units="cm"/>
    </inkml:brush>
  </inkml:definitions>
  <inkml:trace contextRef="#ctx0" brushRef="#br0">14 89 7345,'-2'-2'1959,"-2"-3"-3059,3 4 1598,0 1-1,1 0 0,-1-1 1,1 0-1,-1 1 1,1-1-1,-1 1 0,1-1 1,0 1-1,-1-1 1,1 0-1,0 1 1,-1-1-1,1 0 0,0 0 1,0 1-1,-1-1 1,1 0-1,0 1 0,0-1 1,0 0-1,0 0 1,0-1-1,7-6 1350,0 3-2024,1 1 0,0-1 0,0 2 0,0-1 1,1 1-1,-1 1 0,1-1 0,14-1 0,17-6-1541,-9-4-588</inkml:trace>
</inkml:ink>
</file>

<file path=ppt/ink/ink1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0.932"/>
    </inkml:context>
    <inkml:brush xml:id="br0">
      <inkml:brushProperty name="width" value="0.035" units="cm"/>
      <inkml:brushProperty name="height" value="0.035" units="cm"/>
    </inkml:brush>
  </inkml:definitions>
  <inkml:trace contextRef="#ctx0" brushRef="#br0">106 42 5116,'0'0'116,"0"1"0,0-1 0,0 0-1,1 0 1,-1 0 0,0 1-1,0-1 1,1 0 0,-1 0 0,0 0-1,0 0 1,1 0 0,-1 1-1,0-1 1,0 0 0,1 0-1,-1 0 1,0 0 0,1 0 0,-1 0-1,0 0 1,1 0 0,-1 0-1,0 0 1,0 0 0,1 0-1,-1 0 1,0 0 0,1-1 0,-1 1-1,0 0 1,0 0 0,1 0-1,-1 0 1,0 0 0,0-1-1,1 1 1,-1 0 0,0 0 0,0 0-1,0-1 1,0 1 0,1 0-1,-1 0 1,0-1 0,-2-14 5890,-1 5-2444,2 10-3490,1 0-1,-1-1 0,0 1 1,0 0-1,1-1 1,-1 1-1,0-1 1,1 1-1,-1-1 1,1 1-1,-1-1 0,1 0 1,-1 1-1,1-1 1,-1 0-1,1 1 1,-1-1-1,1 0 1,0 1-1,-1-2 0,-2-2 911,2 18-566,-1 11-585,0 0-1,-2 0 0,-1 0 1,-1-1-1,-1 0 0,-15 33 1,-12 48-9687,21-55 978</inkml:trace>
</inkml:ink>
</file>

<file path=ppt/ink/ink1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1.466"/>
    </inkml:context>
    <inkml:brush xml:id="br0">
      <inkml:brushProperty name="width" value="0.035" units="cm"/>
      <inkml:brushProperty name="height" value="0.035" units="cm"/>
    </inkml:brush>
  </inkml:definitions>
  <inkml:trace contextRef="#ctx0" brushRef="#br0">165 49 6661,'0'-1'153,"0"-1"0,-1 0 0,0 1 1,1-1-1,-1 1 0,0-1 1,0 1-1,0-1 0,0 1 0,0 0 1,0-1-1,0 1 0,-1 0 0,1 0 1,0 0-1,-1 0 0,1 0 1,-1 0-1,1 0 0,-1 0 0,1 0 1,-1 1-1,1-1 0,-3 0 0,-23-14 7292,26 14-7399,0 1 1,0-1-1,0 1 0,0-1 0,0 1 1,0 0-1,0 0 0,0-1 0,0 1 1,0 0-1,0 0 0,0 0 1,0 0-1,0 0 0,0 0 0,0 0 1,0 1-1,0-1 0,0 0 1,0 1-1,0-1 0,0 0 0,0 1 1,0-1-1,0 1 0,0 0 0,0-1 1,1 1-1,-1 0 0,0-1 1,0 1-1,1 0 0,-1 0 0,0 0 1,1 0-1,-1-1 0,1 1 1,-1 0-1,1 0 0,-1 0 0,1 0 1,0 2-1,-3 4 74,1 1 1,0 0-1,0 0 1,0 10-1,2-12-16,-4 23 163,2 0 1,1 0-1,4 46 0,-3-68-248,1 1 0,0-1 0,1 0 0,-1 0 0,1 0-1,1-1 1,-1 1 0,1 0 0,0-1 0,1 0 0,0 1 0,0-1 0,0-1 0,0 1-1,1-1 1,0 1 0,0-1 0,1-1 0,-1 1 0,8 3 0,-10-6-15,0 0 1,0 0-1,0-1 1,0 0 0,1 0-1,-1 0 1,1 0-1,-1 0 1,0 0 0,1-1-1,0 0 1,-1 0-1,1 0 1,-1 0 0,1 0-1,-1-1 1,1 1-1,-1-1 1,0 0 0,1 0-1,-1-1 1,0 1-1,0 0 1,1-1 0,-1 0-1,0 0 1,-1 0-1,1 0 1,0 0 0,-1-1-1,1 1 1,2-5-1,-1 2 5,0-1 0,0 0 0,-1 0-1,1-1 1,-2 1 0,1-1 0,-1 1 0,0-1-1,0 0 1,0 0 0,-1 0 0,0 0-1,-1 0 1,0 0 0,0-10 0,-2 7 5,1 0 1,-1 1 0,0 0 0,-1-1 0,0 1-1,-1 0 1,0 0 0,0 1 0,-1-1 0,0 1-1,0 0 1,-1 0 0,-7-6 0,9 9-107,0 1 0,-1 0-1,1 1 1,-1-1 0,0 1 0,-1 0 0,1 0 0,0 0 0,-1 1 0,1 0 0,-1 0-1,0 1 1,0-1 0,0 1 0,0 0 0,0 1 0,0-1 0,0 1 0,0 1 0,1-1-1,-1 1 1,-8 2 0,8-2-473,1 1-1,-1-1 1,1 2-1,0-1 0,-10 6 1,-8 12-5188,4 9-2596</inkml:trace>
</inkml:ink>
</file>

<file path=ppt/ink/ink1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2.591"/>
    </inkml:context>
    <inkml:brush xml:id="br0">
      <inkml:brushProperty name="width" value="0.035" units="cm"/>
      <inkml:brushProperty name="height" value="0.035" units="cm"/>
    </inkml:brush>
  </inkml:definitions>
  <inkml:trace contextRef="#ctx0" brushRef="#br0">29 31 4988,'0'0'9221,"0"-3"-7920,-2-9-923,-1-4 3571,2 30-1231,1-6-2276,-1 0 0,-1-1 0,1 1 0,-4 9 0,-5 32 833,9 146-689,2-21-7096,-4-108 2,3 2-4116</inkml:trace>
</inkml:ink>
</file>

<file path=ppt/ink/ink1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3.305"/>
    </inkml:context>
    <inkml:brush xml:id="br0">
      <inkml:brushProperty name="width" value="0.035" units="cm"/>
      <inkml:brushProperty name="height" value="0.035" units="cm"/>
    </inkml:brush>
  </inkml:definitions>
  <inkml:trace contextRef="#ctx0" brushRef="#br0">129 54 6069,'-22'-17'9250,"0"17"-6917,20 0-2204,-1 1 0,1-1 0,-1 1 0,1-1 0,-1 1 1,1 0-1,-1 0 0,1 0 0,0 0 0,0 1 0,0-1 0,-1 0 1,1 1-1,1 0 0,-1-1 0,0 1 0,0 0 0,1 0 1,-1 0-1,1 0 0,-3 5 0,-1 2 157,1 1 0,0 1-1,1-1 1,-2 11 0,-2 3 29,4-15-276,1 1 0,1 0 1,-1 0-1,2 0 1,-1-1-1,1 1 0,1 0 1,0 0-1,0 0 1,1 0-1,0-1 0,0 1 1,1-1-1,1 1 1,0-1-1,0 0 0,1 0 1,0-1-1,0 1 1,1-1-1,0-1 0,0 1 1,1-1-1,0 0 1,0 0-1,1-1 0,0 0 1,0 0-1,0-1 1,1 0-1,16 7 0,-12-8-22,0-1 0,0 0 0,0-1 0,0 0 0,21 0 0,-26-2-8,-1-1 0,0 1 0,0-1 0,0 0 1,0-1-1,0 0 0,0 0 0,0 0 0,-1-1 1,1 0-1,-1 0 0,11-7 0,-12 6-12,0 0 0,-1 0 0,1-1 0,-1 0-1,0 0 1,0 0 0,-1 0 0,0 0 0,0-1 0,0 1-1,0-1 1,-1 0 0,0 0 0,0 0 0,0 0 0,0-9-1,-1 6 3,-1-1-1,0 0 1,-1 1-1,0-1 0,0 0 1,-1 1-1,0 0 1,-1-1-1,0 1 0,-4-9 1,0 3-4,0 1-1,-1 0 1,-1 0 0,0 0 0,-1 1-1,-1 1 1,1 0 0,-2 0 0,0 1 0,0 0-1,-1 1 1,-23-13 0,25 18-290,-1 0 1,0 1-1,0 0 1,0 1-1,0 1 0,0 0 1,-14-1-1,16 2-356,9 1 520,0 1 0,0-1 0,0 1 0,1-1 0,-1 1 0,0 0 0,0-1-1,1 1 1,-1 0 0,0-1 0,1 1 0,-1 0 0,1 0 0,-1 0 0,1 0 0,-1-1 0,1 1-1,-1 0 1,1 0 0,0 0 0,0 0 0,-1 1 0,1 0-272,-3 2-440,-2 5-163,3 1-4385,2 9-1538</inkml:trace>
</inkml:ink>
</file>

<file path=ppt/ink/ink1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3.460"/>
    </inkml:context>
    <inkml:brush xml:id="br0">
      <inkml:brushProperty name="width" value="0.035" units="cm"/>
      <inkml:brushProperty name="height" value="0.035" units="cm"/>
    </inkml:brush>
  </inkml:definitions>
  <inkml:trace contextRef="#ctx0" brushRef="#br0">64 95 9133,'-3'-26'2360,"3"4"-344,-16 13-348,3 0 1837,-2 1-2893,-1-1-416,32 4-1220,-4-1-640,20 6-4773,0 0-944</inkml:trace>
</inkml:ink>
</file>

<file path=ppt/ink/ink1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3.757"/>
    </inkml:context>
    <inkml:brush xml:id="br0">
      <inkml:brushProperty name="width" value="0.035" units="cm"/>
      <inkml:brushProperty name="height" value="0.035" units="cm"/>
    </inkml:brush>
  </inkml:definitions>
  <inkml:trace contextRef="#ctx0" brushRef="#br0">0 23 9709,'32'-23'9745,"-5"44"-7876,-21-12-1773,0-1 1,-1 1-1,-1 0 1,1 1-1,-2-1 1,1 1-1,-1-1 1,0 1-1,-1 0 1,0 0-1,-1 0 1,0 13-1,-1 12 15,-1 0-1,-8 40 1,7-59-69,-3 8 29,0 0 0,-13 34 0,-7 27 427,25-82-282,4-1-204,0 0 0,0-1 1,0 1-1,1-1 0,-1 0 1,7 1-1,-2-3-140,-1 0-1,1-1 1,-1 0 0,0-1-1,1 0 1,-1 0-1,-1 0 1,1-1-1,9-6 1,3-1-532,100-60-4426,-40 21-1468,-18 14-842</inkml:trace>
</inkml:ink>
</file>

<file path=ppt/ink/ink1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4.178"/>
    </inkml:context>
    <inkml:brush xml:id="br0">
      <inkml:brushProperty name="width" value="0.035" units="cm"/>
      <inkml:brushProperty name="height" value="0.035" units="cm"/>
    </inkml:brush>
  </inkml:definitions>
  <inkml:trace contextRef="#ctx0" brushRef="#br0">213 75 5953,'-9'-7'1358,"0"0"0,0 0 0,-12-5 1,20 12-1212,1-1 1,-1 1-1,0-1 1,1 1-1,-1-1 1,0 1 0,1-1-1,-1 1 1,1-1-1,-1 0 1,1 1-1,-1-1 1,1 0-1,-1 1 1,1-1-1,0 0 1,0 0-1,-1-1 1,1 2 64,0-1 0,-1 0 0,1 0 0,0 1 0,-1-1 0,1 0 0,-1 1 0,1-1 0,0 0 0,-1 1 0,0-1 0,1 0 0,-1 1 0,1-1 0,-1 1 0,0-1 0,1 1 0,-1 0 0,0-1 0,-1 0 0,-24-13 1644,24 13 374,-8 7-987,4-1-1008,0-1 0,0 1 0,0 0 0,1 1 0,0 0 0,0 0 1,0 0-1,1 0 0,0 0 0,0 1 0,0 0 0,1 0 0,0 0 1,1 0-1,-3 8 0,-1 18-383,1-1 0,2 0 0,1 1 0,3 46 0,-2 26-2804,-5-9-664,0 14-4052,2-39-2104</inkml:trace>
</inkml:ink>
</file>

<file path=ppt/ink/ink1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4.661"/>
    </inkml:context>
    <inkml:brush xml:id="br0">
      <inkml:brushProperty name="width" value="0.035" units="cm"/>
      <inkml:brushProperty name="height" value="0.035" units="cm"/>
    </inkml:brush>
  </inkml:definitions>
  <inkml:trace contextRef="#ctx0" brushRef="#br0">99 41 6845,'0'0'9131,"-1"2"-7808,-2 4-1030,1 0 0,0 1 0,0-1 1,0 0-1,1 1 0,-1 0 0,2-1 0,-1 1 1,1 0-1,0-1 0,0 1 0,1 0 0,0-1 1,0 1-1,3 7 0,-1-6-205,0 1 1,1-1-1,0 0 1,0-1-1,1 1 1,0-1-1,1 1 0,-1-1 1,1-1-1,1 1 1,10 8-1,-4-6-48,-1 0 0,2-1 0,-1-1 0,1 0 0,23 8 0,-36-14-39,0 0 0,0-1 0,0 1 0,0-1 0,0 1 0,1-1 0,-1 0 0,0 1 0,0-1 0,0 0 0,1 0 0,-1 0 0,0 0 0,1 0 0,-1 0 0,0 0 0,0 0 0,1 0 0,-1-1 0,0 1 0,0 0 0,0-1 0,1 1 0,-1-1 0,0 1 0,0-1 0,0 0 0,0 1 0,0-1 0,0 0 0,0 0 0,0 0 0,-1 0 0,1 0 0,0 0 0,0 0 0,-1 0 0,1 0 0,0 0 0,-1 0 0,1-1 0,-1 1 0,0 0 0,1 0 0,-1 0 0,0-1 0,0 1 0,0 0 0,0 0 0,0-1 0,0-1 0,0-3 4,0 0 0,-1 0 0,0 0 1,0 0-1,0 0 0,-1 0 0,0 1 0,-5-12 0,-1 2-5,-1 1 1,-1-1 0,0 2-1,-1-1 1,-1 1 0,0 1-1,0 0 1,-1 1 0,-1 0-1,-19-11 1,-86-40-1635,116 61 306,2 1 861,-1 0 0,1 0-1,0 0 1,0 0 0,-1 0 0,1 1 0,0-1-1,-1 0 1,1 1 0,0-1 0,0 1 0,0 0 0,-1-1-1,1 1 1,0 0 0,0 0 0,0 0 0,0-1 0,-1 3-1,5 8-7638</inkml:trace>
</inkml:ink>
</file>

<file path=ppt/ink/ink1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6.713"/>
    </inkml:context>
    <inkml:brush xml:id="br0">
      <inkml:brushProperty name="width" value="0.035" units="cm"/>
      <inkml:brushProperty name="height" value="0.035" units="cm"/>
    </inkml:brush>
  </inkml:definitions>
  <inkml:trace contextRef="#ctx0" brushRef="#br0">159 107 3388,'0'0'8347,"-2"-2"-7674,-22-10 764,22 11-756,0 0 2,-20-11 711,20 11 553,0 0-1459,-27-13 1741,6 3-3273,21 10 1126,0 0 0,0 0 0,0 0 0,0 0 0,0-1 0,0 1 0,0-1 0,0 1 0,1-1 0,-1 0 0,0 0 1,1 0-1,0 0 0,-1 0 0,1 0 0,0 0 0,0 0 0,0 0 0,0-1 0,1 1 0,-1 0 0,0-1 0,1 1 1,0 0-1,-1-4 0,-13 37 407,13-23-435,1-1-1,0 1 1,0-1-1,1 1 1,0-1 0,0 0-1,1 1 1,3 9-1,0-2-8,0-1-1,1 0 1,9 14-1,-11-21-36,0-2 1,-1 1-1,2 0 0,-1-1 0,1 0 1,0 0-1,0 0 0,0 0 0,1-1 0,-1 0 1,1 0-1,0-1 0,0 1 0,1-1 1,-1-1-1,1 1 0,-1-1 0,1 0 1,0-1-1,0 1 0,0-1 0,0-1 0,0 1 1,0-1-1,7-1 0,-7 0-7,0-1 1,0 0-1,0 0 0,-1-1 1,1 1-1,-1-1 0,0-1 1,1 1-1,-2-1 0,1 0 1,0-1-1,-1 1 0,0-1 1,9-10-1,-1-2 72,-1-2 1,0 1-1,12-29 0,-14 27 192,10-7 554,-18 25 348,-4 5-745,-2 2-349,0 0 1,0 1-1,0 0 1,1 0-1,0 0 0,0 0 1,1 1-1,-1-1 1,1 1-1,-1 8 1,-1 9-410,0 40 0,-2 16-2009,3-65 1653,-8 56-3933,7-23-1745,3-2-3456</inkml:trace>
</inkml:ink>
</file>

<file path=ppt/ink/ink1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7.593"/>
    </inkml:context>
    <inkml:brush xml:id="br0">
      <inkml:brushProperty name="width" value="0.035" units="cm"/>
      <inkml:brushProperty name="height" value="0.035" units="cm"/>
    </inkml:brush>
  </inkml:definitions>
  <inkml:trace contextRef="#ctx0" brushRef="#br0">220 92 4932,'-7'-9'1989,"1"1"0,0-1-1,1 0 1,-8-18 0,6 12-276,-9 4 113,16 10-1767,-1 1 0,1 0 0,-1-1 0,1 1 0,-1 0 0,0-1 0,1 1 0,-1 0 0,1 0 0,-1 0 0,0 0 0,1 0 0,-1-1 0,1 1 0,-1 0 0,0 0 0,1 0 0,-1 1 0,0-1 0,1 0 0,-1 0 0,1 0 0,-1 0 0,0 1 0,1-1 0,-1 0 0,0 1 0,-14 17 992,-4 36 82,15-41-835,-8 34 61,1 1-1,-4 50 1,-3 19-1541,13-88 171,3-15-157,-1-1 0,0 0 1,0 0-1,-9 20 0,-3 6-3821,10 4-2631</inkml:trace>
</inkml:ink>
</file>

<file path=ppt/ink/ink1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8.086"/>
    </inkml:context>
    <inkml:brush xml:id="br0">
      <inkml:brushProperty name="width" value="0.035" units="cm"/>
      <inkml:brushProperty name="height" value="0.035" units="cm"/>
    </inkml:brush>
  </inkml:definitions>
  <inkml:trace contextRef="#ctx0" brushRef="#br0">58 0 6957,'0'0'8510,"-2"2"-7332,-3 3-968,0-1 0,0 1 0,1 0-1,-1 0 1,1 1 0,1-1 0,-1 1 0,1 0 0,0 0 0,0 0 0,1 0 0,0 1 0,0-1 0,0 1-1,1-1 1,0 1 0,0-1 0,0 1 0,1 0 0,0 0 0,1-1 0,1 13 0,0-10-152,0 0 0,0 0 1,1 0-1,0 0 0,0 0 1,1-1-1,0 0 1,1 0-1,0 0 0,0 0 1,0-1-1,10 10 0,-9-12-37,0 0 0,0 0-1,0 0 1,1-1-1,0-1 1,0 1-1,0-1 1,10 4-1,-13-6-15,-1 0-1,0-1 1,0 1-1,1-1 1,-1 0 0,0 0-1,1 0 1,-1 0-1,0 0 1,1-1-1,-1 0 1,0 1-1,0-1 1,0 0-1,1-1 1,-1 1-1,0 0 1,0-1-1,-1 0 1,1 0-1,0 0 1,2-2-1,-3 2 1,0-1-1,-1 0 1,1 1 0,-1-1-1,0 0 1,1 0 0,-1 0-1,0 0 1,-1 0 0,1 0-1,-1 0 1,1 0 0,-1 0 0,0 0-1,0 0 1,0 0 0,0-1-1,-1 1 1,1 0 0,-1 0-1,0 0 1,0 0 0,0 0-1,-3-4 1,-1-7-10,-2 0-1,1 0 1,-13-17-1,11 21-23,0-1 0,0 2 0,-1-1 0,0 1-1,-1 0 1,-11-7 0,13 10-670,-1 0 1,0 1-1,0 1 1,-12-6-1,19 9-1087</inkml:trace>
</inkml:ink>
</file>

<file path=ppt/ink/ink1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8.457"/>
    </inkml:context>
    <inkml:brush xml:id="br0">
      <inkml:brushProperty name="width" value="0.035" units="cm"/>
      <inkml:brushProperty name="height" value="0.035" units="cm"/>
    </inkml:brush>
  </inkml:definitions>
  <inkml:trace contextRef="#ctx0" brushRef="#br0">56 26 5533,'22'-26'9612,"-21"31"-9142,-1 1-1,-1-1 1,1 0 0,-1 0 0,1 1 0,-3 4-1,3-7-179,-5 16 328,-1-1 1,0 0-1,-12 22 0,12-27-371,-1 1 0,2 0 0,0 0 0,1 1 0,0-1 0,-2 25 0,5-27-159,0 0-1,2 0 1,-1-1 0,2 1 0,-1 0-1,2 0 1,5 18 0,-6-25-85,1 1 0,-1-1 1,1 0-1,0 0 0,1 0 0,-1 0 1,1-1-1,0 1 0,0-1 0,0 0 1,1 0-1,0 0 0,-1-1 0,1 0 1,0 0-1,1 0 0,7 3 1,-7-4-16,1 0 0,0-1 1,0 0-1,0 0 1,13 0-1,-19-2 9,1 1-1,-1-1 0,0 0 1,1 0-1,-1 0 0,0 0 1,1 0-1,-1-1 1,0 1-1,0 0 0,0 0 1,0-1-1,0 1 1,0-1-1,0 1 0,-1-1 1,1 1-1,0-3 0,-36-51-26,33 53-17,0 1 0,0 0 0,0-1 0,0 1 0,0 0 0,0 0-1,-1 0 1,1 1 0,0-1 0,-1 0 0,1 1 0,-5-1-1,3 1-190,1-1-697,-29-13-5078</inkml:trace>
</inkml:ink>
</file>

<file path=ppt/ink/ink1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8.882"/>
    </inkml:context>
    <inkml:brush xml:id="br0">
      <inkml:brushProperty name="width" value="0.035" units="cm"/>
      <inkml:brushProperty name="height" value="0.035" units="cm"/>
    </inkml:brush>
  </inkml:definitions>
  <inkml:trace contextRef="#ctx0" brushRef="#br0">232 89 6873,'-1'0'81,"0"-1"0,1 1 1,-1 0-1,0 0 0,0-1 1,1 1-1,-1 0 0,0-1 1,0 1-1,1-1 0,-1 1 1,0-1-1,1 1 0,-1-1 1,1 0-1,-1 1 0,1-1 1,-1 0-1,1 1 0,-1-1 1,1 0-1,-1 1 0,1-1 1,0 0-1,0 0 0,-1 0 1,1 1-1,0-1 0,0 0 1,0 0-1,0-1 0,12-23 2279,-10 22-2062,-1 1-124,-1 1-1,0 0 1,1-1-1,-1 1 1,0-1-1,0 1 1,1-1-1,-1 1 1,0-1-1,-1 1 0,1 0 1,0-1-1,0 1 1,-1-1-1,1 1 1,0 0-1,-1-1 1,0-1-1,-2-9 5769,-21 23-4640,19-7-1194,-1 1 0,1 0 0,0 0 0,0 0 0,0 1 0,0 0 1,1 0-1,0 0 0,1 0 0,-1 1 0,1-1 0,-4 14 0,-3 12 131,-10 51 0,11-42-392,-38 129-4333,9-60-4444,21-58 927</inkml:trace>
</inkml:ink>
</file>

<file path=ppt/ink/ink1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9.430"/>
    </inkml:context>
    <inkml:brush xml:id="br0">
      <inkml:brushProperty name="width" value="0.035" units="cm"/>
      <inkml:brushProperty name="height" value="0.035" units="cm"/>
    </inkml:brush>
  </inkml:definitions>
  <inkml:trace contextRef="#ctx0" brushRef="#br0">32 6 8209,'19'-5'10460,"-22"6"-9513,0 0-811,1 0 0,0 0 1,-1 1-1,1-1 0,0 1 1,0-1-1,0 1 0,0 0 1,0-1-1,1 1 0,-1 0 1,0 0-1,1 1 0,-1-1 1,-1 4-1,0 2 92,1 1-1,0-1 1,0 0 0,-1 10 0,3-18-229,-1 12 98,0 1-1,0-1 1,1 1-1,1-1 1,0 0-1,0 1 1,2-1-1,5 21 1,-5-25-67,0 0 0,1 0-1,0 0 1,0 0 0,0-1 0,1 0 0,0 0 0,1 0 0,0 0 0,0-1 0,0 0 0,14 10 0,-18-14-39,15-11-22,-16 8 32,1 0 0,-1 0 0,1 0 0,-1 0 0,0 0 0,1-1 0,-1 1 0,0 0 0,0-1 0,0 1 0,0-1 0,0 1 0,0-1 0,0 0 0,0 1 0,-1-1 0,1 0 1,-1 0-1,1 1 0,-1-1 0,0 0 0,0 0 0,0 0 0,0 1 0,0-1 0,0 0 0,0 0 0,-1-3 0,-3-11-75,0 0 0,0 0 0,-2 0-1,-14-29 1,18 40-40,-3-4 957,-1-6-4178,5 14 2727,1 0 1,0 0 0,0 0-1,-1-1 1,1 1-1,0 0 1,0 0 0,0-1-1,1 1 1,-1 0 0,0 0-1,0 0 1,1-1-1,-1 1 1,1 0 0,0-2-1,8-12-7288</inkml:trace>
</inkml:ink>
</file>

<file path=ppt/ink/ink1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9.570"/>
    </inkml:context>
    <inkml:brush xml:id="br0">
      <inkml:brushProperty name="width" value="0.035" units="cm"/>
      <inkml:brushProperty name="height" value="0.035" units="cm"/>
    </inkml:brush>
  </inkml:definitions>
  <inkml:trace contextRef="#ctx0" brushRef="#br0">14 32 6289,'9'0'1936,"-31"0"3960,28-15-7364,1-2 184</inkml:trace>
</inkml:ink>
</file>

<file path=ppt/ink/ink1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39.926"/>
    </inkml:context>
    <inkml:brush xml:id="br0">
      <inkml:brushProperty name="width" value="0.035" units="cm"/>
      <inkml:brushProperty name="height" value="0.035" units="cm"/>
    </inkml:brush>
  </inkml:definitions>
  <inkml:trace contextRef="#ctx0" brushRef="#br0">91 47 6949,'0'0'3842,"-1"-3"-2129,1 2-1478,0 0 1,0 0-1,0 0 0,0 0 1,0-1-1,0 1 0,-1 0 1,1 0-1,0 0 0,-1 0 1,1 0-1,-1 1 0,1-1 1,-1 0-1,1 0 0,-1 0 1,0 0-1,0 0 0,1 1 1,-1-1-1,0 0 1,0 1-1,0-1 0,0 0 1,-1 1-87,0 1 0,0-1 1,1 1-1,-1-1 0,0 1 0,1 0 1,-1-1-1,0 1 0,1 0 1,-1 0-1,1 0 0,0 1 1,-1-1-1,1 0 0,0 0 1,-3 4-1,-1 0-57,1 0 0,-1 1 0,1 0 0,-1 0 0,2 0 0,-1 1 0,1-1 0,0 1 0,0 0 0,1 0 0,0 0 0,0 0 0,1 0 0,0 0 0,0 1 0,0-1 0,1 0 0,0 1 0,2 10 0,1-2-55,1 0 1,0 0 0,1 0 0,1 0-1,0-1 1,1 0 0,14 21-1,-18-29-53,0 0-1,0 0 0,0 0 0,-1 0 1,-1 0-1,1 1 0,0 8 1,-2-14 11,0 2-7,0-1 0,0 0 0,-1 0 0,0 1 0,0-1 0,0 0-1,0 0 1,0 0 0,-1 0 0,1 0 0,-1 0 0,0 0 0,0 0 0,0-1 0,0 1 0,-3 2 0,3-3 3,0 0 5,-1-2-28,-32-5 32,34 2-2,0 1 1,1-1-1,-1 1 0,0-1 1,1 0-1,-1 0 1,1 1-1,0-1 1,0 0-1,1-3 0,1-5-15,1 0 1,0 1-1,1-1 0,0 0 0,8-13 0,6-17-226,57-141-3457,-58 136 1676,-15 36 111,2 0-1,0 0 1,8-17-1,-3 15-4041</inkml:trace>
</inkml:ink>
</file>

<file path=ppt/ink/ink1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40.962"/>
    </inkml:context>
    <inkml:brush xml:id="br0">
      <inkml:brushProperty name="width" value="0.035" units="cm"/>
      <inkml:brushProperty name="height" value="0.035" units="cm"/>
    </inkml:brush>
  </inkml:definitions>
  <inkml:trace contextRef="#ctx0" brushRef="#br0">101 0 6913,'0'0'11549,"-3"2"-10053,-4 1-761,1 1-1,-1 0 0,1 1 0,0-1 0,0 1 0,1 1 0,-8 8 1,9-10-744,1 1 1,0 1-1,0-1 1,0 0-1,1 1 1,0-1-1,0 1 1,0 0-1,1 0 1,-2 11-1,-2 13-1896,-2 14-2666,6-16-2157,5-5-2822</inkml:trace>
</inkml:ink>
</file>

<file path=ppt/ink/ink1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41.134"/>
    </inkml:context>
    <inkml:brush xml:id="br0">
      <inkml:brushProperty name="width" value="0.035" units="cm"/>
      <inkml:brushProperty name="height" value="0.035" units="cm"/>
    </inkml:brush>
  </inkml:definitions>
  <inkml:trace contextRef="#ctx0" brushRef="#br0">1 44 9493,'9'-12'3772,"-6"-2"-2280,0-3 1653,10 22-11310,0 1 1412</inkml:trace>
</inkml:ink>
</file>

<file path=ppt/ink/ink1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41.462"/>
    </inkml:context>
    <inkml:brush xml:id="br0">
      <inkml:brushProperty name="width" value="0.035" units="cm"/>
      <inkml:brushProperty name="height" value="0.035" units="cm"/>
    </inkml:brush>
  </inkml:definitions>
  <inkml:trace contextRef="#ctx0" brushRef="#br0">9 84 9181,'0'0'12418,"-1"4"-12006,-1 3-305,0 1-1,1-1 1,0 1 0,0 0 0,1 0 0,0-1 0,0 1 0,1 0 0,0 0 0,0-1 0,3 9-1,-3-10-89,1-1-1,0 1 0,0-1 1,1 0-1,-1 0 0,1 0 1,0 0-1,1 0 0,-1-1 1,1 0-1,0 1 0,0-1 1,0-1-1,1 1 0,-1-1 1,8 5-1,13 3-14,-15-12-7,-4-1-1,-2 3 0,0-1-1,0-1 1,0 1-1,0-1 1,0 1 0,0-1-1,-1 0 1,1 0-1,0-1 1,0 1 0,-1-1-1,1 0 1,-1 0-1,1 0 1,-1-1-1,0 1 1,0-1 0,0 1-1,0-1 1,-1 0-1,1 0 1,-1 0-1,1-1 1,-1 1 0,0-1-1,0 1 1,-1-1-1,3-6 1,-2 3-44,-1 0 0,1-1 0,-1 1-1,-1-1 1,1 1 0,-1 0 0,-1-1 0,1 1 0,-1-1 0,-1 1 0,1 0 0,-1 0-1,0 0 1,-1 0 0,-3-7 0,2 6-237,0 1 1,0-1-1,-1 1 1,0 0-1,0 1 1,-1-1-1,0 1 0,-7-6 1,10 9-252,-1 1 0,1 0 0,0 0 0,-1 0 0,1 0 0,-1 0 0,1 1 0,-1 0 0,0-1 0,0 2 0,1-1 0,-1 0 0,0 1 0,0-1 0,0 1 0,0 0 0,0 1 0,0-1 0,-5 2 0,-6 5-5713</inkml:trace>
</inkml:ink>
</file>

<file path=ppt/ink/ink1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40.600"/>
    </inkml:context>
    <inkml:brush xml:id="br0">
      <inkml:brushProperty name="width" value="0.035" units="cm"/>
      <inkml:brushProperty name="height" value="0.035" units="cm"/>
    </inkml:brush>
  </inkml:definitions>
  <inkml:trace contextRef="#ctx0" brushRef="#br0">226 52 4748,'0'-1'189,"0"0"0,0-1-1,0 1 1,0-1-1,-1 1 1,1-1 0,0 1-1,-1 0 1,1-1-1,-1 1 1,1 0-1,-1-1 1,1 1 0,-1 0-1,0 0 1,0-1-1,0 1 1,1 0 0,-1 0-1,0 0 1,-1 0-1,1 0 1,0 0-1,0 1 1,0-1 0,0 0-1,-1 0 1,1 1-1,0-1 1,-1 1 0,1-1-1,0 1 1,-6-2 5028,7 2-5126,0-1 0,0 0 0,-1 1 0,1-1 0,0 0 0,0 1 0,0-1 0,-1 0 0,1 1 0,0-1 0,-1 1 0,1-1 1,0 1-1,-1-1 0,1 1 0,-1-1 0,1 1 0,-1-1 0,1 1 0,-1-1 0,1 1 0,-1 0 0,1-1 0,-1 1 0,0 0 0,1 0 0,-1-1 0,0 1 0,1 0 0,-1 0 0,0 0 0,1 0 0,-1 0 0,0 0 0,1 0 0,-1 0 0,0 0 0,1 0 0,-1 0 0,0 0 0,1 0 0,-1 1 0,1-1 0,-1 0 0,0 0 0,1 1 0,-1-1 0,1 0 0,-1 1 0,0 0 0,-3 5 163,1 0 1,0 1-1,0-1 1,1 1-1,0 0 1,0-1-1,-1 9 1,-7 24 514,-9 27 330,-18 134-1,31-158-989,-7 63-803,0 1-1802,8-75-585,-13 42 0,4-27-2269,3 2-2906</inkml:trace>
</inkml:ink>
</file>

<file path=ppt/ink/ink1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42.312"/>
    </inkml:context>
    <inkml:brush xml:id="br0">
      <inkml:brushProperty name="width" value="0.035" units="cm"/>
      <inkml:brushProperty name="height" value="0.035" units="cm"/>
    </inkml:brush>
  </inkml:definitions>
  <inkml:trace contextRef="#ctx0" brushRef="#br0">1 61 5072,'5'-22'1015,"-4"18"680,-1 3-1433,0 0 0,0-1 0,1 1 0,-1 0 0,0 0 0,1 0 0,-1 0 0,1 0-1,-1 0 1,1-1 0,0 1 0,-1 1 0,1-1 0,0 0 0,0 0 0,0 0 0,0 0 0,-1 0 0,1 1 0,2-2 0,0 1-86,-1 0 0,1 0 0,-1 0 1,1 1-1,0-1 0,-1 1 0,1-1 0,-1 1 1,5 0-1,7 1-274,0 1 0,-1 0-1,16 5 1,-12-3 765,128 15-325,-129-18-632,1-1 0,0-1-1,-1 0 1,1-1-1,18-5 1,-27 5-389,1-1 0,-1 0 0,0 0 0,0-1 1,0 0-1,10-7 0,-15 10-2027</inkml:trace>
</inkml:ink>
</file>

<file path=ppt/ink/ink1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42.625"/>
    </inkml:context>
    <inkml:brush xml:id="br0">
      <inkml:brushProperty name="width" value="0.035" units="cm"/>
      <inkml:brushProperty name="height" value="0.035" units="cm"/>
    </inkml:brush>
  </inkml:definitions>
  <inkml:trace contextRef="#ctx0" brushRef="#br0">286 18 5012,'5'-14'814,"-7"11"239,-16 17 5685,36 13-4366,4-14-1334,37 31 0,-25-17-633,-29-21-337,0-1-1,-1 1 0,1 0 1,-1 0-1,0 0 0,-1 0 0,0 1 1,0 0-1,0-1 0,-1 1 1,0 0-1,0 0 0,1 13 0,-2-13-29,-1-1 0,0 1 0,-1 0 0,1-1 0,-1 1 0,-1-1 0,1 1 0,-1-1 0,0 0 0,-1 1 0,1-1-1,-1 0 1,0-1 0,-5 8 0,-3 3-12,1-1-1,-2 0 1,0-1-1,-1 0 1,0-1-1,-1 0 1,-17 12-1,-117 72-2836,130-86 2027,-81 45-6196,56-26 354</inkml:trace>
</inkml:ink>
</file>

<file path=ppt/ink/ink1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19.975"/>
    </inkml:context>
    <inkml:brush xml:id="br0">
      <inkml:brushProperty name="width" value="0.035" units="cm"/>
      <inkml:brushProperty name="height" value="0.035" units="cm"/>
    </inkml:brush>
  </inkml:definitions>
  <inkml:trace contextRef="#ctx0" brushRef="#br0">47 480 5332,'-3'-2'1309,"-6"-6"-408,-18-20 2330,26 27-3153,0-1-1,0 1 0,0-1 1,0 1-1,1-1 0,-1 1 1,1-1-1,-1 0 1,1 1-1,0-1 0,-1 0 1,1 1-1,0-1 0,0 0 1,0 1-1,0-1 0,1 0 1,-1 1-1,0-1 0,1 0 1,0-2-1,5-8 92,0 1-1,1 0 0,0 0 1,1 1-1,0 0 0,0 0 1,1 1-1,0 0 0,13-10 1,17-9 82,47-27 0,-63 40-149,50-27-234,2 4 0,132-49 0,-189 81-646,0 0 1,36-4-1,8 6-4589,-33 6 1684</inkml:trace>
</inkml:ink>
</file>

<file path=ppt/ink/ink1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20.457"/>
    </inkml:context>
    <inkml:brush xml:id="br0">
      <inkml:brushProperty name="width" value="0.035" units="cm"/>
      <inkml:brushProperty name="height" value="0.035" units="cm"/>
    </inkml:brush>
  </inkml:definitions>
  <inkml:trace contextRef="#ctx0" brushRef="#br0">139 109 4500,'-34'-17'1273,"27"14"-182,-6-11 902,-49-45 2709,61 57-4315,-2 1-62,-6-7-150,0 3 280,8 26-106,6 12-81,2 0-1,1-1 0,1 0 1,1 0-1,2-1 1,29 53-1,29 43-49,-26-51-104,33 83 0,-70-142-117,-2 0-1,0 0 1,-1 0-1,-1 0 1,-1 1-1,1 33 0,-3-40-27,-1 0 0,0 0 0,0 0 0,-1 0 0,0-1-1,-1 1 1,0-1 0,-1 1 0,0-1 0,-1 0 0,0 0-1,-7 9 1,5-9-46,1-1-385,-1 1 0,-1-1 0,0 0 0,0-1 1,0 1-1,-11 6 0,18-15 240,0 0 1,1 0-1,-1 1 1,0-1-1,0 0 1,0 0-1,0 0 0,0 0 1,0-1-1,0 1 1,0 0-1,0 0 1,0 0-1,0-1 0,1 1 1,-1-1-1,0 1 1,0 0-1,0-2 1,-1 2-729,-15-6-4513</inkml:trace>
</inkml:ink>
</file>

<file path=ppt/ink/ink1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20.978"/>
    </inkml:context>
    <inkml:brush xml:id="br0">
      <inkml:brushProperty name="width" value="0.035" units="cm"/>
      <inkml:brushProperty name="height" value="0.035" units="cm"/>
    </inkml:brush>
  </inkml:definitions>
  <inkml:trace contextRef="#ctx0" brushRef="#br0">122 147 4616,'0'0'2141,"-1"2"-1301,-54 139 2969,55-139-3794,0-1-1,0 1 0,0-1 1,0 1-1,0-1 0,0 1 1,0-1-1,0 0 0,1 1 1,-1-1-1,1 1 0,-1-1 1,1 0-1,0 1 0,-1-1 1,1 0-1,0 1 1,0-1-1,0 0 0,1 2 1,19 18 174,-18-20-184,-1 1 1,0 0-1,1-1 0,0 0 1,-1 1-1,1-1 0,-1 0 1,1 0-1,0 0 0,0-1 1,0 1-1,0-1 0,-1 1 0,1-1 1,0 0-1,0 0 0,0-1 1,0 1-1,0 0 0,0-1 1,-1 0-1,1 0 0,0 0 1,0 0-1,-1 0 0,1 0 1,-1 0-1,1-1 0,-1 0 1,1 1-1,-1-1 0,0 0 0,3-4 1,-2 2-7,0 0-1,0-1 1,-1 1 0,1-1 0,-1 1 0,-1-1 0,1 0 0,-1 0-1,1 0 1,-1 0 0,-1 0 0,1 0 0,-1 0 0,0 0-1,0-1 1,0 1 0,-1 0 0,-1-8 0,-3-6 13,0 0 0,-1 0 0,-1 0 0,-1 1 0,0 0 0,-2 0 1,0 1-1,0 1 0,-2 0 0,0 0 0,-20-19 0,30 34 16,-1 1 0,1-1 0,-1 1 0,1-1 0,-1 1 0,1 0 0,-1 0 0,1 0 0,-1 0 0,1 1 0,-1-1 0,1 1 0,0-1 0,-1 1 0,-2 1-1,2 0 6,0 0 0,0-1 0,0 1-1,1 0 1,-1 0 0,1 1-1,-1-1 1,1 0 0,0 1-1,0 0 1,0-1 0,0 1-1,0 0 1,1 0 0,-1 0-1,1 0 1,0 0 0,0 0-1,0 1 1,0-1 0,0 0-1,1 1 1,0-1 0,-1 0 0,1 1-1,1 5 1,-1-1 16,1-1 1,0 0 0,0 0-1,0 1 1,1-1-1,0 0 1,1-1 0,0 1-1,0 0 1,0-1-1,8 12 1,-2-7 0,0-1 1,1-1-1,0 1 1,0-2-1,1 1 1,0-2-1,1 1 1,0-1-1,0-1 1,25 9-1,-32-13-159,1 0 0,-1-1 0,0 0-1,1 0 1,-1 0 0,0-1-1,1 1 1,-1-1 0,1-1-1,-1 1 1,0-1 0,1 0-1,-1 0 1,0-1 0,0 1-1,0-1 1,0 0 0,0-1-1,0 1 1,0-1 0,-1 0-1,1 0 1,-1 0 0,0-1-1,0 0 1,0 1 0,-1-1-1,1-1 1,-1 1 0,5-9-1,-7 11-107,0 0 0,0 0 0,0-1 0,-1 1-1,1-1 1,-1 1 0,0 0 0,1-1 0,-1 1 0,0-1-1,0 1 1,-1-1 0,1 1 0,-1-1 0,1 1-1,-1 0 1,1-1 0,-3-3 0,0-2-871,-3-15-2006</inkml:trace>
</inkml:ink>
</file>

<file path=ppt/ink/ink1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21.196"/>
    </inkml:context>
    <inkml:brush xml:id="br0">
      <inkml:brushProperty name="width" value="0.035" units="cm"/>
      <inkml:brushProperty name="height" value="0.035" units="cm"/>
    </inkml:brush>
  </inkml:definitions>
  <inkml:trace contextRef="#ctx0" brushRef="#br0">23 1 3656,'-3'34'1120,"-4"-20"-191,1 3-209,3-2-320,0 2 540,3 3-616,0 6-60,3-9-44,3 3-212,4-3-140,-4 0-360,0 0-560,1-5-965</inkml:trace>
</inkml:ink>
</file>

<file path=ppt/ink/ink1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21.399"/>
    </inkml:context>
    <inkml:brush xml:id="br0">
      <inkml:brushProperty name="width" value="0.035" units="cm"/>
      <inkml:brushProperty name="height" value="0.035" units="cm"/>
    </inkml:brush>
  </inkml:definitions>
  <inkml:trace contextRef="#ctx0" brushRef="#br0">248 0 4732,'11'15'444,"-2"1"-1,0 0 1,-1 0 0,0 1-1,-2 0 1,0 1-1,-1-1 1,0 1-1,-2 0 1,0 0-1,-1 1 1,0 28-1,-4-23-249,-1 0 0,-1-1 0,-1 1 0,-1-1 0,-1 0 0,-1-1 0,-1 1 0,-1-2 0,0 1 0,-20 26 0,6-13-969,-2-1 1,-1-2 0,-50 46-1,37-39-2059,4 6-882</inkml:trace>
</inkml:ink>
</file>

<file path=ppt/ink/ink1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43.981"/>
    </inkml:context>
    <inkml:brush xml:id="br0">
      <inkml:brushProperty name="width" value="0.035" units="cm"/>
      <inkml:brushProperty name="height" value="0.035" units="cm"/>
    </inkml:brush>
  </inkml:definitions>
  <inkml:trace contextRef="#ctx0" brushRef="#br0">151 3 4080,'-44'-3'1919,"40"3"-1079,-25 8 1220,24-5-1828,-1 0 1,1 1-1,0 0 1,0 0 0,0 1-1,1-1 1,-1 1-1,1 0 1,1 0-1,-1 0 1,0 1-1,-4 11 1,7-15-213,-1 3-2,0 0 1,1 0 0,-1 0-1,1 0 1,1 0 0,-1 0-1,1 0 1,0 0-1,0 0 1,0 0 0,1 1-1,1 5 1,-2-9-61,1 0 2,-1 0 0,1-1-1,-1 1 1,1 0 0,0-1-1,-1 1 1,1 0 0,0-1-1,0 1 1,0-1 0,1 1-1,1 1 1,8 14-5061,-6-5 1568</inkml:trace>
</inkml:ink>
</file>

<file path=ppt/ink/ink1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44.293"/>
    </inkml:context>
    <inkml:brush xml:id="br0">
      <inkml:brushProperty name="width" value="0.035" units="cm"/>
      <inkml:brushProperty name="height" value="0.035" units="cm"/>
    </inkml:brush>
  </inkml:definitions>
  <inkml:trace contextRef="#ctx0" brushRef="#br0">0 0 5505,'61'37'1108,"-36"-14"-76,-6 3-64,0 2-164,-3-2-144,9 6-176,4 5-120,6-3-52,3 9-580,-3-3-820,-3 3-1844,-4 5-1033</inkml:trace>
</inkml:ink>
</file>

<file path=ppt/ink/ink1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53.871"/>
    </inkml:context>
    <inkml:brush xml:id="br0">
      <inkml:brushProperty name="width" value="0.035" units="cm"/>
      <inkml:brushProperty name="height" value="0.035" units="cm"/>
    </inkml:brush>
  </inkml:definitions>
  <inkml:trace contextRef="#ctx0" brushRef="#br0">21 591 2680,'-21'5'656,"22"-4"-616,-1 0 1,0 0-1,0 0 0,1 0 1,-1 0-1,0 0 1,1 0-1,-1 0 0,1 0 1,-1-1-1,1 1 0,-1 0 1,1 0-1,0 0 0,-1-1 1,1 1-1,1 0 0,-1 1 1352,0 6-1307,0 0 0,1-1-1,0 1 1,0-1-1,5 13 1,-6-18 342,12 30-45,-12-20-343,1 0 0,1 0 0,0 0 0,0-1 1,1 1-1,8 15 0,8 26 103,8 50 446,-28-100-539,3 31 161,4-13-138,0 0 0,13 24 0,10 30 55,-24-56-104,-1 0 1,3 33 0,1 10 28,-7-50-44,-2-4-8,-2 20-3,1-14 0,0-1-1,1 1 1,1-1 0,0 1 0,1-1 0,6 27 0,-3-30 21,-4-8-11,0 1 0,0 0 0,0 0 0,0 0 0,-1-1 1,1 1-1,-1 0 0,0 3 0,1 2-2,0-5-19,2 11 11,8 29 2,-10-40-2,-1 5 11,-1 1 0,1 0 0,0 0 0,1 0 0,2 15 0,-2-21 4,8 8-33,17 38-3,5-3 89,-19-34-67,-1 1 1,12 18-1,-10-12 30,-2-5-35,-2 1 0,0 0 0,12 26 0,-10-10-19,2 0 1,28 49-1,13 3 247,7 9 46,-21-26-155,-33-53-63,-1-1 0,0 1-1,-1 0 1,0 1 0,4 23 0,11 27-85,-6-10 216,-1-24 45,-11-23-180,1 0-1,-1-1 1,2 0-1,-1 1 1,1-1-1,6 8 1,29 45-57,-20-27 85,-6-5-149,-12-24 88,0 0 1,1 0-1,-1 0 1,1 0 0,-1 0-1,1 0 1,3 3-1,21 35 194,-21-32-181,-1-1-1,1 0 1,12 15 0,90 112 70,-76-93-96,-2 1-1,27 55 1,-38-65 81,49 74 232,-43-63-292,-13-25 17,-1 0 0,-1 0 0,10 28 0,17 64 161,-17-49-131,3-2 0,51 101-1,15 16-34,-84-169-41,14 24 55,25 62-1,-32-61 47,-7-19-53,0 1 0,2-1 0,0 0 0,0 0 0,10 14 0,-8-14-2,0 1-1,-2 1 0,1-1 1,-2 1-1,0 0 0,5 25 0,0 3 80,-2-12-57,-5-20-21,-1-1 0,2 0 0,0-1 0,0 1 0,9 15-1,3 6 78,27 49-44,-40-76-67,-1-1-1,1 1 1,-1 0 0,0 0 0,1 7-1,7 17 46,20 57 241,-23-46 6,-4-19-64,-2-13-155,0 1-1,0-1 1,0 0-1,-2 10 1,1-10-12,0 0 0,0 0-1,1 0 1,1 9 0,4 13 63,-1 0 0,1 37 0,-6-60-104,1-1-1,0 0 1,0 0 0,1 0 0,3 9-1,0 2-31,-2 0 49,2 0-1,0 0 1,13 30 0,17 61 174,-23-77-156,4 5 76,-14-34-140,0 5 29,0 0-1,0 0 0,1 0 0,0-1 0,1 1 0,-1-1 1,8 9-1,74 81-169,-31-43 260,13 8 55,-52-44-203,-12-14 19,0 1-1,0-1 0,0 1 0,0 0 1,0 0-1,3 8 0,-4-8 14,0 0-3,17 17 28,-1 4-72,-9-12 78,1-1-1,15 16 1,-23-26 6,-2-1-26,0 0-8,0 1 0,0-1 0,1 1-1,-1-1 1,1 0 0,-1 1 0,1-1 0,-1 0 0,1 0-1,0 0 1,0 1 0,-1-1 0,1 0 0,0 0 0,0 0-1,0 0 1,2 1 0,7 8 12,-7-8-5,-1 0-1,0 0 0,0 1 0,0-1 0,0 1 0,0 0 0,0-1 0,-1 1 0,1 0 1,-1 0-1,1 4 0,1-4-2,-1 1 1,1 0 0,-1-1-1,1 0 1,0 1-1,1-1 1,-1-1-1,6 5 1,0 1 20,-7-7 86,-1 2-126,1 0 0,0 0 0,0 0 0,1 0 0,-1-1 0,1 1 0,5 4 0,-3-2 39,22 29 122,-25-31-103,-1-3-35,0 1-1,0-1 0,-1 1 0,1 0 1,0-1-1,0 1 0,0 0 0,-1 0 1,1 0-1,0 0 0,-1 0 0,1 0 1,-1 0-1,1 0 0,-1 1 0,9 11 61,8 3 4,-13-11-62,0-1 0,0 1 0,0-1-1,1-1 1,0 1 0,-1-1 0,9 5 0,-10-6-10,1 1 0,0-1 0,-1 1 0,1 0 1,-1 0-1,0 1 0,0-1 0,4 6 1,0 1 17,-4-9 32,38 48-214,4 6 131,-38-42 74,0 0 0,7 23 0,-12-30-35,-1-3 109,12 25-127,5 32 181,-17-57-116,-1 2-51,1 1 1,0-1-1,0 0 1,1 0 0,-1 0-1,1 0 1,0 0-1,0-1 1,5 7 0,-5-6 60,-1-3-17,1 2-25,1 0 0,-1 1 0,1-2 0,0 1 0,0 0 0,0-1 0,1 1 0,-1-1 1,7 4-1,-8-5 150,3 4-122,1-1 1,0 1-1,0-1 1,0-1-1,0 1 1,1-1 0,0 0-1,0 0 1,8 3-1,-3-1-75,-9-5 19,-1 2 12,0-1 0,0 0 1,0 0-1,1 0 1,-1 0-1,1 0 0,0 0 1,-1 0-1,1-1 0,0 0 1,6 3-1,17 10-130,-12-5 166,5 5 166,1-2 0,37 19 0,-53-30-190,-1 1 0,1 0 0,-1 0 0,1 0 0,-1 1 0,0-1 0,6 6 0,-6-5-1,-1-1 0,1 1 1,0-1-1,0 0 0,1 0 1,-1 0-1,0 0 0,6 2 1,0-1 2,0 2 1,-1-1 0,0 1-1,0 0 1,10 9-1,15 8 67,-29-19-60,0 0 0,0 0 1,-1 0-1,1 0 0,-1 0 0,1 1 1,4 7-1,10 10 8,13 5 218,-29-24-179,0 1-59,0-1 0,1 1-1,0 0 1,-1-1-1,1 1 1,0-1 0,5 3-1,0 1-7,22 20 44,-28-24-25,23 16-16,18 11 210,-41-28-182,8 6 15,6 2-73,-13-7 26,0 0-9,0 0 1,0 1 0,0-1-1,1 0 1,-1-1-1,1 1 1,-1 0 0,1-1-1,4 1 1,40 15-17,-45-16 42,-1-1-9,69 23-20,-52-16 43,-16-6-32,0 0-3,4 2-10,1 1-1,0 0 1,-1 0 0,0 1-1,8 7 1,-13-11-27,11 10 84,-1 0-81,6 3 73,-16-12-53,0-1-88,25 8 125,-25-8 7,2-1-5,25 5 42,-27-4-72,1-1-1,26 7 4,-26-6-51,0 0 34,0-1 20,2 0 1,15 12 5,52 34-146,-70-45 168,29 12-43,-7-1 76,-22-11 14,0 1-72,16 17-2,-16-17 50,0-1-64,1 2 9,0-1-1,0 0 1,0 0-1,1-1 0,-1 1 1,0-1-1,1 1 1,-1-1-1,1 0 1,-1-1-1,1 1 0,-1 0 1,7-1-1,6-2 8,0-1-1,0-1 0,18-6 1,74-8-28,-88 13 44,6-2-4,1 1 1,0 2-1,41-3 1,-31 4-23,-1-2 0,1-1 0,-2-2 0,69-24 0,-96 29 6,59-23-45,-46 17 59,0 1 0,1 1 0,41-9 0,-17 7-11,-1-1 0,51-21 0,-18 6-33,-57 17 25,1-2 0,-1 0 1,29-20-1,-16 9 25,24-16-22,93-78 1,23-47 7,-158 146-32,5-9 22,-1 0 0,-1-1 0,-1-1 1,24-52-1,-34 66-15,198-331-97,87-153-423,-77 126-115,12-70 568,-197 375 24,75-169 156,-48 110-94,10-25 24,49-143 9,-14 37-46,-41 123-40,-24 54 38,27-45-81,-24 54 139,102-208 44,-97 180 75,58-175 0,-54 133-95,26-46-69,8 4 0,114-183-1,-150 288-7,3 2 0,76-86 0,216-168 5,-258 253-17,-38 30 56,48-63 1,-92 106-41,7-10 2,-1-1-1,14-25 1,-3 5-155,18-32 219,24-37 27,-40 76-32,-16 21-47,-1 0-1,0-1 1,0 0 0,-1 0-1,4-9 1,-1 3-3,1 0-1,12-17 1,6-11-27,1-2-20,1 2 0,54-62 0,45-36 120,-105 116-70,-15 15-31,0 0 0,0 0 0,12-18 0,14-10 55,-29 26-1488,-13 14 600,-16 18-1660,-1 11-3527,12-19 528</inkml:trace>
</inkml:ink>
</file>

<file path=ppt/ink/ink1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54.819"/>
    </inkml:context>
    <inkml:brush xml:id="br0">
      <inkml:brushProperty name="width" value="0.035" units="cm"/>
      <inkml:brushProperty name="height" value="0.035" units="cm"/>
    </inkml:brush>
  </inkml:definitions>
  <inkml:trace contextRef="#ctx0" brushRef="#br0">33 32 2780,'-10'-14'2056,"0"2"-2168,-2 7-404</inkml:trace>
</inkml:ink>
</file>

<file path=ppt/ink/ink1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3:58.947"/>
    </inkml:context>
    <inkml:brush xml:id="br0">
      <inkml:brushProperty name="width" value="0.035" units="cm"/>
      <inkml:brushProperty name="height" value="0.035" units="cm"/>
      <inkml:brushProperty name="color" value="#008C3A"/>
    </inkml:brush>
  </inkml:definitions>
  <inkml:trace contextRef="#ctx0" brushRef="#br0">248 46 3064,'-2'13'227,"1"-1"520,1 0 7933,-12-9-8344,-8 3 3192,11-6-3466,5 0-41,0 0 1,1 0-1,-1 0 1,0 0-1,1 0 1,-1-1-1,0 0 1,1 0-1,-1 0 1,1 0-1,-1 0 0,-4-3 1,5 2-15,-16 8 69,6-1-69,1 1 0,0 1-1,-22 15 1,31-21 14,1 1 5,-16 13 79,9-6-74,6-6-19,1 0 0,-1 0 0,1-1 0,0 1 0,0 1 1,0-1-1,0 0 0,1 0 0,-1 1 0,1-1 1,0 1-1,0-1 0,0 1 0,0 3 0,0-3 86,2-4-99,0 0 1,-1 0-1,1 1 0,0-1 0,-1 0 0,1 1 0,-1-1 1,1 0-1,-1 1 0,1-1 0,0 1 0,-1-1 1,1 1-1,-1-1 0,0 1 0,1-1 0,-1 1 0,1 1 1,-1-2-8,1 1 0,-1 0 0,1-1 1,-1 1-1,0 0 0,1-1 1,-1 1-1,1-1 0,-1 1 0,1-1 1,0 1-1,-1-1 0,1 1 1,0-1-1,-1 0 0,1 1 1,0-1-1,-1 0 0,1 1 0,0-1 1,-1 0-1,1 0 0,1 0 1,9-1 5,4-1-7,0 0 0,-1 0 0,1-2 0,-1 0 0,16-6 0,-18 4 28,-1 0 1,0-1-1,0 0 1,0-1-1,11-11 1,-21 17-17,0 0 0,0-1 0,0 1 0,0 0 0,0-1 0,0 1 0,-1-1 0,1 1 0,-1-1 0,0 1 0,0-1 0,0 1 0,0-1 0,0 1 0,0-1 0,-1 1 0,1-1 0,-2-2 0,1 3-3,0 0 0,0 1 0,0 0 1,0-1-1,-1 1 0,1 0 0,0-1 0,-1 1 0,1 0 0,-1 0 0,0 0 0,1 0 0,-1 0 0,0 1 0,1-1 0,-1 0 0,0 1 0,0-1 1,1 1-1,-1 0 0,0 0 0,0-1 0,0 1 0,-3 1 0,-3-1 4,0 0 1,-1 0-1,1 1 0,0 0 1,-11 4-1,-75 34-49,89-36 315,7-1-227,-2-1-41,1 1 1,-1-1-1,1 0 1,0 1 0,-1-1-1,1 0 1,0 0-1,0 0 1,0 0-1,0 0 1,0 0 0,0 0-1,0 0 1,0 0-1,0-1 1,1 1 0,-1 0-1,0-1 1,1 1-1,1 0 1,32-1 168,-20-1-156,-6 0 14,0-1 0,0-1 0,0 1 0,15-8 0,-8 4-22,-13 4 22,0 0 0,0 0 1,-1-1-1,1 1 0,-1-1 0,0 1 0,4-6 0,9-13 19,-14 18-62,0 0 1,0 1-1,0-1 1,-1 0-1,1 0 1,-1 0-1,0 0 1,0 0-1,0-5 1,0 3 5,0 2 202,0 0-172,-6-31 89,-15 31 0,14 4-100,0 0 0,1 0 0,-1 0 0,1 1 0,0 0 0,-1 0 0,1 1 0,0 0 0,0 0-1,1 0 1,-1 1 0,0-1 0,-8 10 0,12-12-1,0 1 0,1 0-1,-1 0 1,1 0 0,-1 0 0,1 0 0,0 1-1,0-1 1,0 0 0,0 0 0,0 1-1,1-1 1,-1 1 0,1-1 0,-1 1 0,1-1-1,0 1 1,0-1 0,0 1 0,0 2-1,1-4-2,0 1-1,0-1 0,0 1 0,0 0 0,0-1 0,0 0 1,0 1-1,1-1 0,-1 0 0,0 1 0,1-1 0,-1 0 1,1 0-1,-1 0 0,1 0 0,-1-1 0,1 1 0,0 0 1,0-1-1,-1 1 0,1-1 0,0 1 0,2-1 0,5 2 3,1-2-1,-1 1 0,0-1 1,0-1-1,0 1 0,0-2 0,0 1 1,0-1-1,0 0 0,-1-1 1,1 0-1,-1-1 0,1 0 1,-1 0-1,11-8 0,-16 10-3,10-30-13,-21 31 5,1 1 0,0 0 0,-1 0 0,1 1 1,0-1-1,0 1 0,0 1 0,-1 0 0,1 0 0,0 0 0,1 1 1,-1 0-1,0 0 0,-8 6 0,-21 26-8,34-33-13,2-2 26,-1 0 0,0 1 1,1 0-1,-1-1 0,1 1 0,-1-1 0,1 1 0,-1 0 0,1-1 0,-1 1 0,1 0 0,0-1 0,-1 1 0,1 0 0,0-1 0,-1 1 0,1 0 0,0 0 0,0 0 0,0-1 0,0 1 0,0 0 0,0 0 0,0 0 0,0-1 0,0 1 0,0 0 0,0 0 0,1 1 0,9 18 104,1-10-75,-9-8-9,1-2 3,1 1-28,0-1 0,1 0 0,-1 0 0,0 0 1,1 0-1,-1-1 0,0 0 0,0 0 0,1 0 0,-1 0 0,0-1 0,0 1 0,0-1 0,-1 0 1,1 0-1,0-1 0,-1 1 0,1-1 0,-1 0 0,0 0 0,0 0 0,0 0 0,0 0 0,4-7 0,-6 6 8,1 1 0,-1-1 0,0 0-1,-1 0 1,1 1 0,0-1-1,-1 0 1,0 0 0,0 0 0,0 1-1,0-1 1,-1 0 0,0 0-1,1 0 1,-1 1 0,0-1-1,-1 0 1,1 1 0,-3-5 0,2 4-12,1 2 4,-1 0-1,0 0 1,0 0-1,0 0 0,0 0 1,0 1-1,0-1 0,0 0 1,-1 1-1,1 0 0,0-1 1,-1 1-1,1 0 1,-1 0-1,0 1 0,1-1 1,-1 0-1,0 1 0,1 0 1,-1 0-1,-3 0 0,-1 2 8,0 2 0,0-1 0,0 1-1,0 0 1,1 0 0,0 1 0,0 0-1,0 0 1,1 0 0,-1 1-1,-7 10 1,10-11-33,0 0 0,0 0 0,0 1 0,1-1 0,-3 10-1,6 12 278,0-20-225,0-4-3,15 2 10,-15-4-25,1 0 0,-1-1 0,0 1 0,1-1 0,-1 1 0,0-1 0,1 1 0,-1-1 0,1 0 0,-1 1 0,1-1 0,-1 0 0,1 0 0,-1 0 0,1 0 0,-1 0 0,1-1 0,1 1 0,14-7-5,-10 6-4,-1-1-1,0 0 0,0-1 1,0 0-1,-1 0 0,1 0 1,-1 0-1,1-1 0,-1 0 1,7-7-1,-11 9 4,1-1-1,-1 0 1,0 1 0,0-1-1,0 0 1,0 0 0,0 0-1,-1 0 1,1 0 0,-1 0-1,0 0 1,0 0 0,0 0-1,0 0 1,-1 0 0,1 0-1,-1 0 1,-1-4 0,1 2-5,1 4 7,-1 0 1,0 1-1,1-1 0,-1 0 1,0 1-1,1-1 1,-1 1-1,0-1 0,1 1 1,-1-1-1,0 1 1,0 0-1,0-1 0,1 1 1,-1 0-1,0 0 1,0 0-1,0-1 1,0 1-1,0 0 0,0 0 1,-1 0-1,-14 0-35,11 0 31,1 1 0,0-1 0,0 1 1,0 0-1,0 1 0,0-1 0,1 0 0,-1 1 1,0 0-1,1 0 0,-1 0 0,1 1 1,-1-1-1,1 1 0,0-1 0,0 1 0,0 0 1,1 0-1,-5 7 0,-1 2 23,1 0-1,1-1 1,0 2 0,-6 15-1,11-25 27,2 0-46,0-1 2,-1 0-1,1-1 1,-1 1-1,1 0 0,0 0 1,0 0-1,0-1 0,0 1 1,0 0-1,0-1 0,0 1 1,0-1-1,1 1 1,-1-1-1,0 0 0,1 1 1,0-1-1,-1 0 0,1 0 1,-1 0-1,1 0 1,0 0-1,0-1 0,0 1 1,0 0-1,-1-1 0,1 0 1,0 1-1,0-1 0,0 0 1,0 0-1,0 0 1,0 0-1,0 0 0,0 0 1,0-1-1,0 1 0,0-1 1,-1 1-1,3-2 0,12-2 20,-7 3-25,0-1 0,-1-1 0,1 1 0,-1-2 0,0 1 0,8-5-1,15-18 0,-34 25-117,-2 0 128,0 0 0,-1 0-1,1 0 1,-1 1 0,1 0 0,-1 0 0,1 1-1,-1 0 1,1 0 0,0 0 0,-1 0-1,1 1 1,0 0 0,0 0 0,0 0 0,0 1-1,0-1 1,1 1 0,-1 1 0,-7 6-1,10-9 59,-1 6-87,-6 11 26,14-18-11,15-2-11,0-1 1,0-1-1,0-1 1,29-11-1,-47 15 7,0-1 0,-1 0 1,1 0-1,-1-1 0,0 1 0,1 0 0,-1 0 0,0-1 0,0 1 1,-1 0-1,1-1 0,0-3 0,0 3-11,-1 2 16,-1 0 0,1 0 0,-1 0-1,1 1 1,-1-1 0,1 0 0,-1 0-1,0 0 1,1 1 0,-1-1 0,0 0-1,0 1 1,1-1 0,-1 0 0,0 1-1,0-1 1,0 1 0,-1-1 0,2 1-8,-5-3-195,1 0-1,-1 0 0,0 0 1,0 1-1,0-1 1,0 1-1,0 1 0,0-1 1,-1 1-1,1 0 0,0 0 1,-9 0-1,10 1-586,0 0 1,0 0-1,-1 0 0,1 1 1,0 0-1,0 0 0,0 0 1,0 0-1,-7 4 0</inkml:trace>
</inkml:ink>
</file>

<file path=ppt/ink/ink1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50.049"/>
    </inkml:context>
    <inkml:brush xml:id="br0">
      <inkml:brushProperty name="width" value="0.035" units="cm"/>
      <inkml:brushProperty name="height" value="0.035" units="cm"/>
      <inkml:brushProperty name="color" value="#008C3A"/>
    </inkml:brush>
  </inkml:definitions>
  <inkml:trace contextRef="#ctx0" brushRef="#br0">0 115 2072,'0'0'1618,"3"1"-1422,52 14 2356,-53-14-623,-1-1-1887,0 0 0,0 0 0,0 0 0,0 0 0,0-1 0,0 1 0,-1 0 0,1-1 0,0 1 0,0 0-1,0-1 1,-1 1 0,1-1 0,0 1 0,-1-1 0,1 0 0,0 1 0,-1-1 0,1 0 0,-1 1 0,1-1-1,-1 0 1,1 0 0,-1 1 0,1-1 0,-1 0 0,0-1 0,6-23 1035,-6 19-1327,1 4 892,-7-10-646,-12-26 148,16 36 772,-1 1-851,-1 0-1,1 0 0,-1 0 0,1-1 1,-1 1-1,1-1 0,0 0 0,0 0 1,0 0-1,0-1 0,0 1 0,-4-5 1,4 4-70,2 2 1437,1 5-1436,8 38 380,2-1 1,27 72-1,-18-59 13,5 4-175,2 0-1,2-2 0,3-1 0,2-2 1,3-1-1,54 62 0,-43-62 78,1-2-1,3-3 0,105 77 1,191 96 172,-329-209-446,381 221 151,490 206 1,778 161 1,44-148-17,-1234-349-131,1-40 138,-457-60-142,0-2 1,22-2-1,-36 1-16,-1 0-1,1 0 1,-1-1 0,1 1-1,-1-2 1,1 1 0,-1-1-1,0 0 1,9-6 0,-15 8-2,0-1-1,0 1 1,0 0 0,-1-1 0,1 1-1,0 0 1,-1 0 0,1 0 0,-1-1-1,0 1 1,1 0 0,-1 0 0,0 0-1,0 0 1,0 0 0,-1-1 0,2 1 0,-8-8 11,0 0 1,-1 1-1,0 0 1,0 0-1,0 1 1,-1 1-1,0-1 1,-17-7-1,13 7-100,0-1 0,0-1-1,-15-13 1,28 21-92,1 1 168,-1-1 0,1 1 0,-1-1 0,1 1 0,0 0-1,-1-1 1,1 1 0,-1-1 0,1 1 0,-1 0 0,1-1 0,-1 1 0,1 0 0,-1 0 0,1-1-1,-1 1 1,1 0 0,-1 0 0,1 0 0,-1 0 0,0 0 0,0 0 0,-12-5-1201,9-1-3379,1-25-883</inkml:trace>
</inkml:ink>
</file>

<file path=ppt/ink/ink1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50.547"/>
    </inkml:context>
    <inkml:brush xml:id="br0">
      <inkml:brushProperty name="width" value="0.035" units="cm"/>
      <inkml:brushProperty name="height" value="0.035" units="cm"/>
      <inkml:brushProperty name="color" value="#008C3A"/>
    </inkml:brush>
  </inkml:definitions>
  <inkml:trace contextRef="#ctx0" brushRef="#br0">121 142 4376,'-24'-33'4235,"-52"-52"-1,65 71-2917,2 4 49,10 26-558,5 3-669,1 0-1,0 0 1,1-1 0,17 27-1,50 68 182,-58-87-245,130 172 366,51 70 13,-56-52-222,-126-192-218,-1 2-1,-1 0 1,-1 0 0,-1 2-1,15 53 1,-22-61-2,0 1-1,-1 0 1,-1 0-1,-2 1 1,0-1-1,0 1 1,-2-1-1,-1 0 1,-1 0 0,-5 22-1,0-16-29,-1 0 0,-1 0 0,-1-1 0,-1-1 0,-2 0 0,-28 40 0,9-21-287,-3-1 1,-66 62-1,-90 58-1930,81-85-320,18-13-2196,45-22-444</inkml:trace>
</inkml:ink>
</file>

<file path=ppt/ink/ink1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52.967"/>
    </inkml:context>
    <inkml:brush xml:id="br0">
      <inkml:brushProperty name="width" value="0.035" units="cm"/>
      <inkml:brushProperty name="height" value="0.035" units="cm"/>
      <inkml:brushProperty name="color" value="#008C3A"/>
    </inkml:brush>
  </inkml:definitions>
  <inkml:trace contextRef="#ctx0" brushRef="#br0">1 1 8505,'29'13'3986,"-26"-12"-2214,-1-1-134,14 4-1082,0 0 0,-1 1 0,1 0 0,-1 2 0,-1-1 0,1 2 0,-1 0 0,-1 1 0,1 0 0,-1 1 0,-1 0 0,0 1 0,0 0 0,18 26 0,3 8 329,-3 3 0,48 100-1,-45-83-390,-20-39-374,197 364 959,-154-297-940,4-3 0,77 89 0,-115-153-125,2-1 0,0-1 0,2-1-1,0-2 1,2 0 0,45 26 0,-60-40 14,1 0 1,-1-1 0,1-1 0,0 0 0,1-1-1,-1-1 1,1 0 0,0-1 0,-1 0-1,1-1 1,0-1 0,0-1 0,0 0-1,0 0 1,-1-2 0,1 0 0,22-7-1,-9-2 27,0-1-1,-1-1 0,-1-2 1,0 0-1,-2-2 0,0 0 1,0-2-1,-2-1 0,-1 0 0,23-29 1,17-31 22,84-149 1,-134 213-75,59-104-18,164-262-2514,-198 330 1717,-6 5-2246,71-83 0,-82 112 434,-3 11-3341,2 0-3365</inkml:trace>
</inkml:ink>
</file>

<file path=ppt/ink/ink1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53.267"/>
    </inkml:context>
    <inkml:brush xml:id="br0">
      <inkml:brushProperty name="width" value="0.035" units="cm"/>
      <inkml:brushProperty name="height" value="0.035" units="cm"/>
      <inkml:brushProperty name="color" value="#008C3A"/>
    </inkml:brush>
  </inkml:definitions>
  <inkml:trace contextRef="#ctx0" brushRef="#br0">534 26 12465,'1'-2'275,"1"0"1,-1 0-1,0 1 0,0-1 1,1 0-1,-1 1 0,1-1 1,-1 0-1,1 1 0,0 0 1,0 0-1,0-1 0,0 1 1,-1 0-1,8-2 7267,-12 5-6189,-3 4-1047,-1 0-1,1 0 1,0 1-1,1 0 1,0 0 0,0 0-1,0 1 1,1-1-1,-6 14 1,-8 14 228,-117 170 545,-34 60-5472,150-230 3325,-58 104-4075,31-44-1271,7-1-3743</inkml:trace>
</inkml:ink>
</file>

<file path=ppt/ink/ink1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56.026"/>
    </inkml:context>
    <inkml:brush xml:id="br0">
      <inkml:brushProperty name="width" value="0.035" units="cm"/>
      <inkml:brushProperty name="height" value="0.035" units="cm"/>
      <inkml:brushProperty name="color" value="#008C3A"/>
    </inkml:brush>
  </inkml:definitions>
  <inkml:trace contextRef="#ctx0" brushRef="#br0">0 75 10117,'7'-12'3376,"-3"9"-3034,0-1 1,0 0-1,1 1 1,-1 0-1,1 0 1,-1 0-1,1 1 1,0-1-1,0 1 1,9-3-1,53-12 800,-33 12-872,0 2 0,0 1 0,0 2-1,41 5 1,-19-2-304,136 18-2239,-67 4-5393,-86-14 872</inkml:trace>
</inkml:ink>
</file>

<file path=ppt/ink/ink1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56.183"/>
    </inkml:context>
    <inkml:brush xml:id="br0">
      <inkml:brushProperty name="width" value="0.035" units="cm"/>
      <inkml:brushProperty name="height" value="0.035" units="cm"/>
      <inkml:brushProperty name="color" value="#008C3A"/>
    </inkml:brush>
  </inkml:definitions>
  <inkml:trace contextRef="#ctx0" brushRef="#br0">55 58 11161,'-38'11'2048,"22"9"6061,32-34-7185,12-3-228,17 8-132,12 4-32,9 5-688,14 2-428,5-4-792,11-1-640,2-9-720,1 1-2337,5-6-4036</inkml:trace>
</inkml:ink>
</file>

<file path=ppt/ink/ink1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56.369"/>
    </inkml:context>
    <inkml:brush xml:id="br0">
      <inkml:brushProperty name="width" value="0.035" units="cm"/>
      <inkml:brushProperty name="height" value="0.035" units="cm"/>
      <inkml:brushProperty name="color" value="#008C3A"/>
    </inkml:brush>
  </inkml:definitions>
  <inkml:trace contextRef="#ctx0" brushRef="#br0">0 1 10913,'14'28'9922,"-3"14"-9387,-4-16 209,4 22-377,-1 1-1,-2 0 1,-3 0 0,-1 59-1,-19 198-2645,14-295 2111,-37 352-9713,37-349 9172,-11 104-7217</inkml:trace>
</inkml:ink>
</file>

<file path=ppt/ink/ink1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56.745"/>
    </inkml:context>
    <inkml:brush xml:id="br0">
      <inkml:brushProperty name="width" value="0.035" units="cm"/>
      <inkml:brushProperty name="height" value="0.035" units="cm"/>
      <inkml:brushProperty name="color" value="#008C3A"/>
    </inkml:brush>
  </inkml:definitions>
  <inkml:trace contextRef="#ctx0" brushRef="#br0">0 311 11545,'3'46'2526,"-4"57"0,2-55-1204,3 0 1,17 85 0,-13-84-957,62 243 865,-45-201-1009,-12-38-99,2-1 0,3 0 0,2-2 0,51 93 0,-70-141-120,-1-1 0,1 0 0,-1 0 0,1 1 0,0-1 0,0 0 0,0 0 0,-1 0 0,1 0 0,0 0 0,0 0 0,0 0 0,1 0 0,-1 0 0,0 0 0,0 0 0,0-1 0,1 1 0,-1-1 0,0 1 0,1-1 0,-1 1 0,1-1 0,-1 0 0,0 1 0,1-1 0,-1 0 0,1 0 0,-1 0 0,0 0 0,1 0 0,-1-1 0,1 1 0,-1 0 0,0-1 0,1 1 0,-1-1 0,0 1 0,1-1 0,-1 0 0,0 1 0,0-1 0,0 0 0,1 0 0,-1 0 0,1-2 0,3-2 6,0-1-1,0 0 0,-1 0 0,0-1 0,0 1 1,0-1-1,3-10 0,4-13 45,-2-1 0,10-58 0,-1-70 165,-15 130-204,17-426 448,-23 338-169,-37-219 1,35 314-294,0 0 0,-1 0 0,-2 1 0,0 0 1,-14-26-1,21 45-32,0 1 1,0-1-1,0 1 0,0 0 1,0 0-1,0 0 1,0-1-1,0 1 0,0 0 1,-1 0-1,1 1 0,0-1 1,-1 0-1,1 0 0,-1 1 1,1-1-1,-1 1 1,1-1-1,-1 1 0,1-1 1,-1 1-1,1 0 0,-1 0 1,0 0-1,1 0 0,-1 0 1,1 0-1,-1 0 1,1 1-1,-1-1 0,0 0 1,1 1-1,-1 0 0,1-1 1,0 1-1,-1 0 1,1-1-1,-2 3 0,-2 0-171,0 0-1,0 1 0,0-1 1,0 1-1,1 1 0,-1-1 1,1 0-1,0 1 0,-3 5 1,-2 8-899,0-1 0,1 1 0,1 0 1,1 1-1,1-1 0,0 1 1,2 1-1,-4 37 0,3 33-7375</inkml:trace>
</inkml:ink>
</file>

<file path=ppt/ink/ink1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56.913"/>
    </inkml:context>
    <inkml:brush xml:id="br0">
      <inkml:brushProperty name="width" value="0.035" units="cm"/>
      <inkml:brushProperty name="height" value="0.035" units="cm"/>
      <inkml:brushProperty name="color" value="#008C3A"/>
    </inkml:brush>
  </inkml:definitions>
  <inkml:trace contextRef="#ctx0" brushRef="#br0">7 137 13797,'38'-54'2064,"-19"43"-315,-19-9-349,3 2 552,0 1-1372,0 0-336,-22 34-4960,-12 15-325,8-9-4004</inkml:trace>
</inkml:ink>
</file>

<file path=ppt/ink/ink1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38.687"/>
    </inkml:context>
    <inkml:brush xml:id="br0">
      <inkml:brushProperty name="width" value="0.035" units="cm"/>
      <inkml:brushProperty name="height" value="0.035" units="cm"/>
      <inkml:brushProperty name="color" value="#008C3A"/>
    </inkml:brush>
  </inkml:definitions>
  <inkml:trace contextRef="#ctx0" brushRef="#br0">26 38 10157,'0'-20'7981,"-13"11"-6865,1 0 980,21 24-3944,1-4-268,-7 9-3033,0-3-4104</inkml:trace>
</inkml:ink>
</file>

<file path=ppt/ink/ink1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36.575"/>
    </inkml:context>
    <inkml:brush xml:id="br0">
      <inkml:brushProperty name="width" value="0.035" units="cm"/>
      <inkml:brushProperty name="height" value="0.035" units="cm"/>
      <inkml:brushProperty name="color" value="#008C3A"/>
    </inkml:brush>
  </inkml:definitions>
  <inkml:trace contextRef="#ctx0" brushRef="#br0">16 58 4272,'0'0'1016,"-1"-2"-101,0 1-747,-1-1 1,1 1-1,0-1 1,0 1-1,0-1 1,0 0-1,0 1 0,0-1 1,0 0-1,0 0 1,1 1-1,-1-1 1,1 0-1,0 0 1,-1 0-1,1 0 1,0 0-1,0 0 1,0 1-1,0-1 1,0 0-1,1 0 1,-1 0-1,1 0 1,-1 0-1,1 0 1,2-5 5904,10 15-5218,-11-8-783,-1 0 1,1 1-1,-1 0 0,1-1 1,-1 1-1,1 0 0,-1 0 1,1 0-1,-1 0 0,0 0 1,1 0-1,0 2 0,5 7 257,-4-5-201,0-1 1,-1 1 0,1 0-1,-1-1 1,3 9-1,0 2 58,2 0 0,0-1 0,0 1 0,1-2 0,1 1 0,1-1 0,0 0 0,0-1 0,1 0-1,23 18 1,-2-3-109,1-1-1,1-1 0,2-3 0,75 37 1,-31-26-1245,118 33 0,-124-48-1544,87 10 0,-73-15-1148,35 9-3683</inkml:trace>
</inkml:ink>
</file>

<file path=ppt/ink/ink1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37.387"/>
    </inkml:context>
    <inkml:brush xml:id="br0">
      <inkml:brushProperty name="width" value="0.035" units="cm"/>
      <inkml:brushProperty name="height" value="0.035" units="cm"/>
      <inkml:brushProperty name="color" value="#008C3A"/>
    </inkml:brush>
  </inkml:definitions>
  <inkml:trace contextRef="#ctx0" brushRef="#br0">48 229 5164,'-1'-6'715,"0"1"0,0-1 0,-1 1 0,0 0 0,1-1 0,-2 1 0,1 0 0,-5-6 0,-9-26 1861,5-32 730,10 66-2880,1 0-54,6-60 2322,-3 80-2442,0 0-1,1 0 0,0-1 1,1 1-1,1-1 1,12 22-1,-7-12-51,68 139 401,-64-136-527,10 17 1,2-1 0,2-1 0,1-1 0,3-2 0,1-1 0,2-2 0,2-1 1,64 48-1,-91-77-73,0-1 1,0 0 0,1 0 0,0-1 0,1-1 0,-1 0 0,1-1 0,0 0 0,0-1 0,0-1-1,21 2 1,-25-4-1,0 0 0,0 0 0,0-1 0,0-1 0,0 0 0,0 0 0,0-1 0,0 0 0,-1 0 0,1-1-1,-1 0 1,0 0 0,0-1 0,0 0 0,-1-1 0,0 0 0,10-10 0,-1-1 2,-1-2 1,-1 0-1,-1 0 1,0-1 0,16-38-1,37-113-211,-53 134 53,21-94-1431,-15 53-3338,-18 74 2541</inkml:trace>
</inkml:ink>
</file>

<file path=ppt/ink/ink1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37.711"/>
    </inkml:context>
    <inkml:brush xml:id="br0">
      <inkml:brushProperty name="width" value="0.035" units="cm"/>
      <inkml:brushProperty name="height" value="0.035" units="cm"/>
      <inkml:brushProperty name="color" value="#008C3A"/>
    </inkml:brush>
  </inkml:definitions>
  <inkml:trace contextRef="#ctx0" brushRef="#br0">289 0 6221,'0'0'3653,"0"4"-1883,0 3-974,0-1-218,0-1 0,0 1 0,0-1 0,-1 0 0,0 1 0,-2 8 0,-6 13 1363,-10 58 0,-2 6-742,-5-11-881,-44 89 0,-12-9-5183,52-107-622,3 2-3380</inkml:trace>
</inkml:ink>
</file>

<file path=ppt/ink/ink1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38.046"/>
    </inkml:context>
    <inkml:brush xml:id="br0">
      <inkml:brushProperty name="width" value="0.035" units="cm"/>
      <inkml:brushProperty name="height" value="0.035" units="cm"/>
      <inkml:brushProperty name="color" value="#008C3A"/>
    </inkml:brush>
  </inkml:definitions>
  <inkml:trace contextRef="#ctx0" brushRef="#br0">1 198 7037,'22'-23'1584,"-13"6"-4,10-15-348,0 12-228,0 3-200,7 0-156,-1 0-300,7 0 56,0 2-308,6 4-420,3 2-396,-19 6-284,7 3-556,0 0-1732,-14 18-1561</inkml:trace>
</inkml:ink>
</file>

<file path=ppt/ink/ink1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38.184"/>
    </inkml:context>
    <inkml:brush xml:id="br0">
      <inkml:brushProperty name="width" value="0.035" units="cm"/>
      <inkml:brushProperty name="height" value="0.035" units="cm"/>
      <inkml:brushProperty name="color" value="#008C3A"/>
    </inkml:brush>
  </inkml:definitions>
  <inkml:trace contextRef="#ctx0" brushRef="#br0">35 149 5673,'-35'17'6924,"41"-31"-5800,1 0-220,15 5-184,10-5-236,6 0-444,0-1-592,10-5-396,-1-3-328,10 3-2524,-3-2-2509</inkml:trace>
</inkml:ink>
</file>

<file path=ppt/ink/ink1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38.530"/>
    </inkml:context>
    <inkml:brush xml:id="br0">
      <inkml:brushProperty name="width" value="0.035" units="cm"/>
      <inkml:brushProperty name="height" value="0.035" units="cm"/>
      <inkml:brushProperty name="color" value="#008C3A"/>
    </inkml:brush>
  </inkml:definitions>
  <inkml:trace contextRef="#ctx0" brushRef="#br0">204 240 6237,'-36'43'4848,"27"-33"-3639,0 1 1,1 0-1,0 0 1,-8 15-1,-2 12-316,2 1-1,2 0 1,-14 60-1,23-76-753,1 1 0,1-1 0,1 1 0,1 0 1,2-1-1,0 1 0,7 38 0,-6-51-115,1 0 0,1 0 1,0-1-1,0 1 1,1-1-1,1 0 0,0 0 1,0 0-1,1-1 0,0 0 1,0 0-1,1-1 1,0 0-1,1 0 0,9 7 1,-12-12-19,-1 1 1,1-1 0,0 0 0,0 0-1,0-1 1,0 0 0,1 0-1,-1 0 1,1-1 0,-1 0 0,1 0-1,-1-1 1,1 0 0,-1 0-1,1 0 1,0-1 0,-1 0 0,1 0-1,-1-1 1,0 1 0,1-1-1,-1-1 1,0 1 0,0-1 0,0 0-1,-1-1 1,8-5 0,0-1-5,-1-1 1,0 0-1,-1-1 1,0 0-1,0-1 1,-2 0-1,0 0 1,14-28-1,-11 16 12,0-1 0,-2-1 0,-1 0 0,6-36 0,-11 39-12,-1-1 1,-1 1-1,-1-1 1,-1 0-1,-1 0 1,-1 0-1,-2 1 1,0-1-1,-2 1 1,-8-24-1,3 20-1,0 1 1,-2 0-1,0 1 0,-2 0 0,-1 1 1,-1 1-1,-2 0 0,-21-22 0,28 35-172,1 1 1,-2-1-1,1 2 0,-1 0 0,-1 1 0,1 0 0,-19-7 0,26 12 53,-1 0 0,0 1 0,1 0 0,-1 0 1,0 0-1,0 1 0,0 0 0,0 1 0,0 0 0,0 0 0,0 0 0,0 1 1,0 0-1,0 0 0,0 1 0,1 0 0,-1 0 0,-8 4 0,11-4-423,0 1-1,1-1 0,-1 1 1,1 0-1,0 0 0,0 0 1,0 1-1,0-1 0,0 1 1,1 0-1,-1-1 0,1 1 1,-3 9-1,-6 25-7807</inkml:trace>
</inkml:ink>
</file>

<file path=ppt/ink/ink1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1.223"/>
    </inkml:context>
    <inkml:brush xml:id="br0">
      <inkml:brushProperty name="width" value="0.035" units="cm"/>
      <inkml:brushProperty name="height" value="0.035" units="cm"/>
      <inkml:brushProperty name="color" value="#008C3A"/>
    </inkml:brush>
  </inkml:definitions>
  <inkml:trace contextRef="#ctx0" brushRef="#br0">0 20 3852,'0'0'1711,"13"-6"-637,-4 3-882,1 0 0,-1 1 0,1 0 1,0 1-1,0 0 0,0 0 0,10 2 1,9-2 36,640 11 1618,-519-3-1494,1075 47 1296,849 28-1071,-531-53-335,-189-14-52,1-30 133,-1187 7-83,70-1 99,-232 8-362,-1 1 0,1 0-1,0 0 1,0 0 0,-1 1 0,1 0 0,0 0 0,-1 0-1,1 1 1,8 4 0,-2-1-50,-9-4-48,-1 0-10,48 31-501,-48-31 297,1-1-767,31-3-3206,-30 3 60</inkml:trace>
</inkml:ink>
</file>

<file path=ppt/ink/ink1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2.050"/>
    </inkml:context>
    <inkml:brush xml:id="br0">
      <inkml:brushProperty name="width" value="0.035" units="cm"/>
      <inkml:brushProperty name="height" value="0.035" units="cm"/>
      <inkml:brushProperty name="color" value="#008C3A"/>
    </inkml:brush>
  </inkml:definitions>
  <inkml:trace contextRef="#ctx0" brushRef="#br0">0 286 4728,'19'-38'1487,"-18"34"-1143,0 1 0,0-1-1,0 0 1,0 0 0,0 1-1,-1-1 1,0 0 0,0 0-1,0 1 1,0-1-1,0 0 1,-1 0 0,-1-4-1,0-6 412,2-2-180,0-1-1,2 0 1,0 1 0,1 0-1,5-20 1,4-20 1102,-11 53-1394,13 17 588,-10-8-750,0-1-1,-1 1 1,0-1-1,0 1 1,0 0-1,-1 0 0,0 1 1,0-1-1,0 0 1,0 13-1,1 11 371,0 34-1,-2-20-97,23 226 1266,-16-219-1333,3-1-1,1-1 1,26 64-1,-23-75-127,2-1 0,1-1 0,2-1 1,2 0-1,1-1 0,1-2 0,36 37 0,-48-57-135,1 1 0,0-2 1,1 0-1,1 0 0,0-2 1,0 0-1,0 0 0,1-2 0,1 0 1,-1 0-1,1-2 0,0 0 1,0-1-1,1 0 0,-1-2 0,1 0 1,-1-1-1,1-1 0,18-2 0,-11-2-34,-1-1 0,1-1-1,-1-1 1,0-1-1,-1-1 1,38-21 0,-16 4-290,-1-2 1,48-41-1,-62 44-353,-1-2 0,-1-1 0,-2-1 0,37-51 0,-45 52-720,-1 1 0,-2-2 0,15-38 0,-28 64 940,-1 0 0,0 0 0,-1-1 0,1 1 0,-1 0 0,1-1 0,-1 1 0,0-1 0,0 1 1,0 0-1,-1-1 0,1 1 0,-1 0 0,0-1 0,0 1 0,0 0 0,0 0 0,-1-1 0,1 1 0,-3-3 0,-16-10-5932</inkml:trace>
</inkml:ink>
</file>

<file path=ppt/ink/ink1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2.269"/>
    </inkml:context>
    <inkml:brush xml:id="br0">
      <inkml:brushProperty name="width" value="0.035" units="cm"/>
      <inkml:brushProperty name="height" value="0.035" units="cm"/>
      <inkml:brushProperty name="color" value="#008C3A"/>
    </inkml:brush>
  </inkml:definitions>
  <inkml:trace contextRef="#ctx0" brushRef="#br0">934 27 7881,'-5'-20'2795,"3"13"2919,-7 14-3152,0 0-2305,0 0-1,0 0 0,0-1 0,-1-1 0,0 0 1,-1 0-1,-17 6 0,-5 2 95,-39 19-352,3 4 1,1 2 0,2 3 0,-73 59-1,91-60-1374,1 4-1,2 1 0,1 2 0,3 2 0,-54 84 1,61-71-2647,13-1-2069</inkml:trace>
</inkml:ink>
</file>

<file path=ppt/ink/ink1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2.519"/>
    </inkml:context>
    <inkml:brush xml:id="br0">
      <inkml:brushProperty name="width" value="0.035" units="cm"/>
      <inkml:brushProperty name="height" value="0.035" units="cm"/>
      <inkml:brushProperty name="color" value="#008C3A"/>
    </inkml:brush>
  </inkml:definitions>
  <inkml:trace contextRef="#ctx0" brushRef="#br0">1 52 7713,'19'-5'1764,"0"2"-384,6-9-204,16 1-200,-25 8-184,13-3-168,25 1-92,-13 2-316,10 3-464,3-3-468,3 3-400,0 3-2684,0 2-2509</inkml:trace>
</inkml:ink>
</file>

<file path=ppt/ink/ink1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2.676"/>
    </inkml:context>
    <inkml:brush xml:id="br0">
      <inkml:brushProperty name="width" value="0.035" units="cm"/>
      <inkml:brushProperty name="height" value="0.035" units="cm"/>
      <inkml:brushProperty name="color" value="#008C3A"/>
    </inkml:brush>
  </inkml:definitions>
  <inkml:trace contextRef="#ctx0" brushRef="#br0">1 186 9213,'0'0'6444,"15"-14"-5299,11-9-197,2 9-160,14-3-196,5 2-144,10-2-444,10 3-636,9-6-604,7 3-609,-1 2-2791,7-5-3613</inkml:trace>
</inkml:ink>
</file>

<file path=ppt/ink/ink1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4.183"/>
    </inkml:context>
    <inkml:brush xml:id="br0">
      <inkml:brushProperty name="width" value="0.035" units="cm"/>
      <inkml:brushProperty name="height" value="0.035" units="cm"/>
      <inkml:brushProperty name="color" value="#008C3A"/>
    </inkml:brush>
  </inkml:definitions>
  <inkml:trace contextRef="#ctx0" brushRef="#br0">200 154 3752,'-22'0'1871,"22"0"-1719,0-1-1,0 0 1,0 0-1,0 1 1,0-1-1,1 0 1,-1 1-1,0-1 1,0 0-1,1 1 1,-1-1-1,0 0 1,1 1-1,-1-1 1,1 1 0,-1-1-1,1 1 1,-1-1-1,1 1 1,-1-1-1,1 1 1,-1-1-1,1 1 1,0 0-1,-1-1 1,2 1-1,-1-2 680,-8-8 668,6 10-1432,1 0 0,-1-1 1,1 1-1,-1-1 0,1 1 0,-1 0 1,1-1-1,-1 1 0,1-1 0,0 1 1,-1-1-1,1 0 0,0 1 0,-1-1 1,1 1-1,0-1 0,0 0 0,0 1 1,-1-1-1,1 0 0,0-1 0,2-4 133,0-1 1,0 0-1,1 0 0,0 1 0,0-1 1,0 1-1,1 0 0,0 0 0,1 0 0,-1 1 1,1 0-1,0-1 0,0 2 0,8-7 1,-10 9-176,0 0 0,0 0 0,0 0 0,0 0 0,0 1 0,0-1 0,0 1 0,1 0 0,-1 0 0,0 0 0,1 1 0,-1-1 0,1 1 0,-1 0 0,0-1 0,1 2 0,-1-1 0,1 0 0,-1 1 0,1-1 0,-1 1 0,0 0 1,1 0-1,-1 1 0,0-1 0,0 1 0,0-1 0,0 1 0,0 0 0,0 0 0,0 0 0,3 4 0,1 2-15,-1 0 1,1 0-1,-2 1 1,1 0-1,-1 0 1,0 0-1,-1 0 1,0 1-1,-1 0 1,0 0-1,0 0 1,-1 0-1,0 0 1,-1 0-1,0 1 1,-1-1-1,-1 16 1,-2 8 13,-1 0 0,-2-1 0,-1 0 0,-13 36 0,-5-4 95,-3-2 0,-2-1 0,-39 59-1,32-58 130,-130 216 1843,165-276-2022,0 0 1,0 1-1,1-1 0,-1 0 1,1 0-1,0 1 0,0-1 0,0 0 1,0 5-1,1-7-47,0 0-1,0 1 1,0-1-1,0 0 1,1 0 0,-1 0-1,0 0 1,1 0-1,-1 0 1,0 0-1,1 0 1,-1 0 0,1 0-1,-1 0 1,1 0-1,0 0 1,-1 0 0,1-1-1,0 1 1,1 1-1,3 0 7,-1 0 0,0 0 0,1-1 0,0 1 0,-1-1 0,1 0-1,0-1 1,-1 1 0,1-1 0,0 0 0,0 0 0,-1-1 0,6 0 0,49-6-146,-1-3 1,101-30 0,110-56-3099,-184 62 722,-1-5 1,121-74-1,-140 71 859</inkml:trace>
</inkml:ink>
</file>

<file path=ppt/ink/ink1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4.449"/>
    </inkml:context>
    <inkml:brush xml:id="br0">
      <inkml:brushProperty name="width" value="0.035" units="cm"/>
      <inkml:brushProperty name="height" value="0.035" units="cm"/>
      <inkml:brushProperty name="color" value="#008C3A"/>
    </inkml:brush>
  </inkml:definitions>
  <inkml:trace contextRef="#ctx0" brushRef="#br0">29 232 6217,'0'-1'26,"1"1"0,-1-1 1,1 0-1,-1 1 0,0-1 1,1 0-1,-1 1 1,0-1-1,0 0 0,0 1 1,1-1-1,-1 0 1,0 1-1,0-1 0,0 0 1,0 1-1,0-1 1,0 0-1,0 0 0,0 1 1,-1-1-1,1 0 0,0 1 1,0-1-1,0 0 1,-1 1-1,1-1 0,-1-1 1,-18-7 883,15 7 3011,-2 34-2219,5-12-1432,1 0-1,2 0 1,0 0 0,0 0-1,2-1 1,1 1 0,0-1-1,1 0 1,2 0 0,-1-1-1,2 0 1,1 0-1,0-1 1,1 0 0,18 20-1,-16-21-235,0 0 0,2-1 0,0-1 0,0-1 0,1 0 0,1-1 0,0 0 0,1-2 0,0 0 0,1-1 0,0-1 0,0 0 0,1-2 0,33 7 0,-46-11 16,-1-1 0,1-1 0,-1 1 0,1-1 0,0 0 0,-1-1 0,1 0 0,-1 0 0,1 0 0,-1-1 0,1 1 0,-1-2 0,0 1 0,0-1 0,0 0 1,0 0-1,0 0 0,-1-1 0,7-5 0,-6 2 10,0 0 1,0 0 0,-1 0 0,0-1 0,0 0-1,-1 0 1,0 0 0,-1 0 0,1-1-1,-2 0 1,1 1 0,-1-1 0,1-10 0,1-6 13,-2-1 0,-1 0 1,0 1-1,-2-1 1,-1 1-1,-2-1 1,0 1-1,-1 0 0,-2 0 1,0 0-1,-12-24 1,12 34-324,0 0 1,0 0 0,-2 1 0,0 0-1,0 1 1,-2 0 0,1 1 0,-1-1-1,-1 2 1,-1 0 0,1 0 0,-1 1-1,-1 1 1,0 0 0,0 1 0,-1 1-1,0 0 1,-19-6 0,-41-2-4875,-4 5-3137</inkml:trace>
</inkml:ink>
</file>

<file path=ppt/ink/ink1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04.830"/>
    </inkml:context>
    <inkml:brush xml:id="br0">
      <inkml:brushProperty name="width" value="0.035" units="cm"/>
      <inkml:brushProperty name="height" value="0.035" units="cm"/>
      <inkml:brushProperty name="color" value="#008C3A"/>
    </inkml:brush>
  </inkml:definitions>
  <inkml:trace contextRef="#ctx0" brushRef="#br0">0 0 3636,'0'0'548,"6"12"510,-3-7-860,0 0 0,0 0 0,0 0 0,0-1 0,1 1 0,7 6-1,2 4 12,-11-13-146,21 25 2182,-19-21-2055,0 1 1,0 0 0,-1 0-1,0 1 1,0-1 0,-1 1-1,0-1 1,2 15 0,3 72 347,-2-26-306,7 67 160,4 30-668,-2-89-343,4 29-4316,-12-57 1727</inkml:trace>
</inkml:ink>
</file>

<file path=ppt/ink/ink1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05.251"/>
    </inkml:context>
    <inkml:brush xml:id="br0">
      <inkml:brushProperty name="width" value="0.035" units="cm"/>
      <inkml:brushProperty name="height" value="0.035" units="cm"/>
      <inkml:brushProperty name="color" value="#008C3A"/>
    </inkml:brush>
  </inkml:definitions>
  <inkml:trace contextRef="#ctx0" brushRef="#br0">26 1 3552,'-6'17'584,"1"0"0,0 0 0,2 0 1,0 1-1,1 0 0,0 28 0,14 111 1194,-3-58-1435,36 203-1103,-21-173-3171,-15-83 1844</inkml:trace>
</inkml:ink>
</file>

<file path=ppt/ink/ink1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05.469"/>
    </inkml:context>
    <inkml:brush xml:id="br0">
      <inkml:brushProperty name="width" value="0.035" units="cm"/>
      <inkml:brushProperty name="height" value="0.035" units="cm"/>
      <inkml:brushProperty name="color" value="#008C3A"/>
    </inkml:brush>
  </inkml:definitions>
  <inkml:trace contextRef="#ctx0" brushRef="#br0">1 0 2984,'25'9'704,"-9"-18"812</inkml:trace>
</inkml:ink>
</file>

<file path=ppt/ink/ink1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05.781"/>
    </inkml:context>
    <inkml:brush xml:id="br0">
      <inkml:brushProperty name="width" value="0.035" units="cm"/>
      <inkml:brushProperty name="height" value="0.035" units="cm"/>
      <inkml:brushProperty name="color" value="#008C3A"/>
    </inkml:brush>
  </inkml:definitions>
  <inkml:trace contextRef="#ctx0" brushRef="#br0">25 1 4000,'-1'37'1427,"0"-30"-1047,0-1 0,1 1 0,-1 0-1,3 12 1,0 9 225,0 1-1,-2-1 1,-1 0-1,-1 1 1,-8 34 0,4-26-346,2 1 1,1 44-1,5-24-72,11 62 0,-10-101-256,1 0-1,1 0 1,1 0 0,1-1 0,0 0-1,2 0 1,10 18 0,29 32-1100,-13-23-3184,-23-30 1307</inkml:trace>
</inkml:ink>
</file>

<file path=ppt/ink/ink1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06.046"/>
    </inkml:context>
    <inkml:brush xml:id="br0">
      <inkml:brushProperty name="width" value="0.035" units="cm"/>
      <inkml:brushProperty name="height" value="0.035" units="cm"/>
      <inkml:brushProperty name="color" value="#008C3A"/>
    </inkml:brush>
  </inkml:definitions>
  <inkml:trace contextRef="#ctx0" brushRef="#br0">42 12 4092,'-13'-6'1096,"1"1"2141,-4 10-8678</inkml:trace>
</inkml:ink>
</file>

<file path=ppt/ink/ink1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06.344"/>
    </inkml:context>
    <inkml:brush xml:id="br0">
      <inkml:brushProperty name="width" value="0.035" units="cm"/>
      <inkml:brushProperty name="height" value="0.035" units="cm"/>
      <inkml:brushProperty name="color" value="#008C3A"/>
    </inkml:brush>
  </inkml:definitions>
  <inkml:trace contextRef="#ctx0" brushRef="#br0">1 0 3204,'5'7'368,"-4"-5"-127,0-1-1,0 0 1,0 1-1,0-1 0,0 1 1,0-1-1,-1 1 1,1 0-1,0-1 0,-1 1 1,1 3-1,-7 17 1340,5-20-1456,0 1 1,0-1-1,1 1 0,-1-1 0,0 1 0,1-1 0,0 1 1,-1 3-1,4 19 92,1-1 0,0 1 0,2-1 0,1-1 0,1 1 0,1-1 0,1 0 0,1-1 0,1-1-1,1 1 1,30 37 0,148 187-194,-162-203-1435,38 79 1,-65-119 541</inkml:trace>
</inkml:ink>
</file>

<file path=ppt/ink/ink1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09.080"/>
    </inkml:context>
    <inkml:brush xml:id="br0">
      <inkml:brushProperty name="width" value="0.035" units="cm"/>
      <inkml:brushProperty name="height" value="0.035" units="cm"/>
      <inkml:brushProperty name="color" value="#008C3A"/>
    </inkml:brush>
  </inkml:definitions>
  <inkml:trace contextRef="#ctx0" brushRef="#br0">1 3710 3852,'4'15'811,"0"0"-1,1 0 1,1 0-1,0-1 1,12 20-1,-3-7-57,-11-16-557,-1 0-1,0 0 0,0 1 1,-1-1-1,0 1 1,-1-1-1,-1 21 1,3 15 83,0 28 116,-3-58-318,0 0-1,1-1 0,1 1 1,5 23-1,0-14 8,2 0 1,1 0-1,0-1 0,24 39 0,-25-50-72,1 0 0,0-1 1,1 0-1,1-1 1,0 0-1,1 0 1,0-1-1,24 15 0,28 8 35,-49-27-62,0 1 0,0 1 0,-1 0 0,20 17 0,-25-17 19,-1 1 0,-1 0 0,0 1 0,0 0-1,-1 0 1,8 17 0,15 22 41,-22-39-49,0-1 0,1-1 1,0 0-1,1 0 0,0-1 1,18 12-1,-22-16 5,0 0 0,0 0 0,-1 1 0,7 7 0,17 12-10,-3-2 75,0 1-1,-1 0 1,37 47-1,-25-27 557,51 44 0,-77-78-539,0 0 0,23 13-1,-17-12-35,-1 1 0,29 26 0,-34-27-15,25 23-37,1-2 0,68 43 0,-91-65 12,14 8 27,41 32-1,-45-32 9,4 5-25,-20-15-14,0 0 1,0-1 0,0 1 0,1-1 0,0-1-1,18 8 1,-7-2-31,41 28 130,-60-39-100,0 1 0,0-1-1,0 1 1,0 0 0,0 0-1,0-1 1,0 1-1,0 0 1,0 0 0,-1 0-1,1 0 1,0 0 0,-1 0-1,1 0 1,0 1 0,-1-1-4,1 0 0,-1 1 0,1-1 1,0 0-1,-1 0 0,1-1 0,0 1 1,0 0-1,0 0 0,-1 0 0,1 0 1,0-1-1,0 1 0,0 0 0,0-1 1,0 1-1,2 0 0,3 2 23,-1 0-1,0 0 1,0 0 0,-1 1-1,1 0 1,-1 0-1,1 0 1,3 5 0,-6-7 52,0 0 7,22 10 205,-22-12-165,0 2-81,30 20 16,-12-7-37,1-1 0,1-1-1,37 18 1,-48-26 30,-10-3-49,1 0 0,0 0-1,0 0 1,-1 0 0,1 0-1,1-1 1,-1 1-1,0-1 1,0 1 0,5 1-1,60 32 94,-6-3-67,-57-30-34,-1 0-1,1-1 1,-1 1-1,1-1 1,-1 0-1,1 0 1,6 1 0,6 2-62,34 15 102,59 29 0,-106-46-21,16 7-12,-1 0 5,-14-7 8,-1-1 41,29 12-55,130 43-72,-159-55-15,16-3 125,32 2 52,-37 1-80,0-1 0,0 0-1,23-4 1,-6-1 17,0-2 0,-1-1 1,43-18-1,45-23 23,113-36-202,-21-17 457,-169 81-334,168-86-107,97-64 170,-198 95 35,-35 23-99,104-80-89,67-71 56,-103 79 0,-102 91 22,-1-2-1,-2-2 1,39-52 0,85-157-417,-136 209 425,6-7 3,59-66 0,-58 76 32,-2-1 1,48-79-1,-57 78 19,-8 18-28,17-41-1,76-185-4,-61 148 39,-28 65-59,2 2 0,1 0 0,1 0 0,29-30-1,18-25 39,-48 61-1,-10 13 6,0-1-1,14-25 1,40-66-28,-10 17 70,23-37-68,10-17-26,54-129-95,52-74 168,-128 241-44,98-118-1,-106 150 37,67-109 1,-38 51 143,10-16-124,122-186-34,-193 299 1,2 0-1,1 2 1,1 1-1,2 2 0,1 0 1,0 2-1,59-33 1,-61 40-2,-1-1 0,-1-1 0,-1-1 1,0-1-1,-2-2 0,0 0 0,-2-2 0,0-1 1,34-54-1,-20 22 46,-23 39-21,-1 0 0,16-33-1,33-79 13,-57 120-55,1 1 0,0 0 1,9-11-1,-7 12 29,-2-1 0,1 1 0,5-14 0,9-18-113,-19 38 61,1 1-45,12-16-163</inkml:trace>
</inkml:ink>
</file>

<file path=ppt/ink/ink1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12.705"/>
    </inkml:context>
    <inkml:brush xml:id="br0">
      <inkml:brushProperty name="width" value="0.035" units="cm"/>
      <inkml:brushProperty name="height" value="0.035" units="cm"/>
      <inkml:brushProperty name="color" value="#008C3A"/>
    </inkml:brush>
  </inkml:definitions>
  <inkml:trace contextRef="#ctx0" brushRef="#br0">42 775 3064,'0'0'2526,"-22"-18"-508,6-4 2668,15 25-4637,0 8-22,0-1 0,1 1-1,0-1 1,0 1 0,1 0 0,4 17-1,21 63 334,-22-77-259,-2-7-50,0-1 1,-1 1 0,0 0-1,-1 0 1,0 9 0,2 21 208,8 93 100,8-24-255,-12-78-65,-1 1 0,-1 0 0,0 30 0,-4-34 19,2 1 0,5 37-1,-5-51-45,1-1 0,1 1 0,0 0 0,0-1 0,1 0 0,1 0-1,12 18 1,51 69 69,-56-79-82,-1 1 0,-1-1 0,0 2-1,-2-1 1,0 2 0,-2-1-1,6 25 1,-8-31 8,30 59 178,-5 15 76,-29-85-242,0 1 1,0 0-1,0 0 0,0 0 1,-1 8-1,3 13 43,-1-11-50,1 0 0,1-1 1,1 1-1,0-1 0,1 0 0,0-1 1,1 1-1,0-1 0,1 0 0,12 13 0,38 54 195,-56-78-106,4 77 526,-6-75-589,0-1-30,1 5-17,0 0 0,1 0 0,-1 0-1,1 0 1,1 0 0,0-1 0,0 1 0,0-1 0,1 0 0,0 0 0,0 0 0,1-1 0,0 1 0,11 10-1,11 5 117,42 25 0,-67-46-84,28 20 57,-17-12-95,-1 0 0,1 1 0,-1 1 0,-1 0 0,0 0 0,-1 1 0,18 26 0,-2 2 86,-6-9-66,48 66 120,22 21-389,-20-38 432,-66-76-165,0 1 0,1-1 0,0-1 0,-1 1 1,9 4-1,15 12 81,17 17-93,-26-22-15,-1 0 0,21 23-1,-29-28 14,0-1 1,1-1-1,0 0 0,0-1 0,1 0 1,24 11-1,18 11 81,-30-16-50,1-1-1,28 9 1,-32-13 1,0 1 0,-1 0 0,29 19 0,-46-26-26,0-1-1,0 1 1,0-1 0,0 0 0,0 0-1,0 0 1,1 0 0,5 0 0,14 5-28,-10 0-31,35 14-4,170 27 254,-55-13-191,-122-25-72,45 5 1,-43-8 98,44 12 1,243 53 48,-244-62-135,1-3 0,134-9 1,-192 1 66,55-1 60,0-5 1,116-25-1,-139 19-67,81-24-5,-71 13-34,-1-2-1,-1-4 0,79-48 1,-98 50 55,-13 7 17,54-41 1,100-74 72,-178 128-84,215-128-106,-80 48-124,16-7 199,20-14 43,-64 31-28,102-71 6,-174 113-17,-1-2 0,58-62 0,-80 72 22,-2-1-1,-1-1 1,30-54 0,39-108-93,21-44 11,-87 193 82,2 0 1,2 2-1,37-42 0,14-9 68,89-98-199,-133 155 41,2 1 0,80-56 0,90-27 238,-120 69-150,125-91 0,-149 93 21,-3-3-1,-2-2 0,90-105 0,-67 45 233,-21 28-37,69-103-348,-123 176 110,-1 1 4,0 1 0,0 0-1,1 0 1,10-12 0,-14 18 19,-1 0 1,0 0-1,0-1 0,0 1 1,0-1-1,-1 0 0,0 1 0,2-6 1,1-2 13,10-30-161,-13 39-195,-19 8-8057,2 2 3340</inkml:trace>
</inkml:ink>
</file>

<file path=ppt/ink/ink1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15.333"/>
    </inkml:context>
    <inkml:brush xml:id="br0">
      <inkml:brushProperty name="width" value="0.035" units="cm"/>
      <inkml:brushProperty name="height" value="0.035" units="cm"/>
      <inkml:brushProperty name="color" value="#008C3A"/>
    </inkml:brush>
  </inkml:definitions>
  <inkml:trace contextRef="#ctx0" brushRef="#br0">6 1191 3308,'0'0'1509,"1"-3"-865,2-6-119,-1 0 0,0 1 0,0-1-1,-1 0 1,1-12 0,-2 17 167,-19-21 1928,35 210-811,38 118-265,-52-287-1510,21 242 1114,-17-175-631,-5-78-508,-1 1-1,1-1 0,0 1 1,0-1-1,1 0 0,3 8 1,1 5 24,6 23 3,3 0 1,24 48-1,-24-63 13,1-2 0,2 0 0,0-1 0,32 31 1,-13-13-33,-20-21-7,21 37 0,-3-5-244,-15-25 259,-14-16-23,1-1 1,1 0-1,0 0 0,1 0 0,0-1 1,0 0-1,1-1 0,0 0 0,15 9 1,29 8 54,1-3 0,1-2 1,100 22-1,-103-29 0,13 0-124,1-2 0,104 2 0,-115-10 96,9 4-13,127 31 1,-141-25-55,0-2 1,0-2 0,1-2 0,76-1 0,-69-9 94,0-3-1,90-21 1,-109 17-89,101-26 177,-10-4-244,-16-6-22,-25 9 119,-73 30-21,-1-1 0,1 0 1,25-19-1,-23 14 74,38-18 1,-38 21-23,-1 0 1,32-24-1,9-6 16,-42 28-48,0-1 1,-1-1-1,-1 0 0,0-1 1,-1 0-1,20-29 0,0 1-3,32-42-140,15-18 207,3 7-177,101-106 230,-176 193-113,34-36 42,71-55 1,-89 79-69,-1 0 0,33-40 0,1-1-49,50-47-14,54-54 73,43-50 238,-124 126-165,243-252-322,-309 320 282,22-33 1,9-12-12,-24 36 65,23-39-1,-7 11-136,45-67-48,-71 108 123,1 1 0,0 0 0,1 1 1,0 1-1,1 0 0,1 1 0,-1 1 0,30-15 0,-11 4 93,-29 16-117,2 1 0,-1 0 0,0 1 0,1-1-1,9-3 1,-13 6 16,9-5 59,-1 0-1483,-15 22-95,1-12 1123,1-1-1,-1 0 1,0 0 0,0 0-1,0 0 1,0-1 0,-1 1 0,1-1-1,-1 1 1,1-1 0,-1-1-1,0 1 1,0 0 0,-6 1-1,-23 9-5128</inkml:trace>
</inkml:ink>
</file>

<file path=ppt/ink/ink1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19.042"/>
    </inkml:context>
    <inkml:brush xml:id="br0">
      <inkml:brushProperty name="width" value="0.035" units="cm"/>
      <inkml:brushProperty name="height" value="0.035" units="cm"/>
      <inkml:brushProperty name="color" value="#008C3A"/>
    </inkml:brush>
  </inkml:definitions>
  <inkml:trace contextRef="#ctx0" brushRef="#br0">8 1192 2808,'0'0'5009,"1"3"-4909,7 20 172,-7-20 107,-3-1-200,0 1-105,0 0-1,0 0 0,1 0 0,-1 0 1,1 0-1,0 1 0,0-1 0,0 0 1,0 1-1,1-1 0,-1 1 0,1-1 1,0 1-1,0-1 0,0 0 0,0 1 0,1-1 1,-1 1-1,1-1 0,0 1 0,0-1 1,0 0-1,0 0 0,1 0 0,1 4 1,33 85 680,-34-87-709,0 0 0,0 0-1,-1 0 1,1 1-1,-1-1 1,0 1 0,-1-1-1,1 11 1,1 14 196,1-15-168,-3-13-5,0 2-17,0 16 34,-1-6 23,1 1-1,0-1 0,1 0 0,1 0 0,0 0 0,6 21 0,-7-32-75,0 1-1,0 0 1,0 0 0,0 0-1,-1 0 1,1 0 0,-1 0 0,0 0-1,-1 4 1,1-5-18,0 0 0,0 0 0,0 0 0,0 0 0,0-1 0,0 1 0,1 0 0,0 0 0,-1 0 0,1 0 0,0 0 0,0-1 0,3 6 0,27 49 209,-26-45-188,0 0 0,1-1 0,0 0 0,9 10 0,-13-19 35,-2 3-23,2 1 1,-1-1 0,1 1-1,0-1 1,0 0 0,0 0-1,1 1 1,4 5 0,9 24 147,-15-33-157,-1 1-31,15 65 416,-15-65-361,0 1-22,1 2-6,0 0-1,0 0 0,0 0 0,1 0 1,0 0-1,0-1 0,0 1 1,1 0-1,0-1 0,0 0 0,0 1 1,1-1-1,0 0 0,0-1 0,0 1 1,0-1-1,1 0 0,-1 0 1,9 5-1,-6-3-31,0 1-1,0 0 1,0 0 0,-1 0-1,0 1 1,9 16 0,-7-12 55,0 1 1,18 18-1,-22-27-1,-1-1 0,1 1-1,0-1 1,0 0 0,0-1 0,1 1 0,-1-1-1,0 0 1,1 0 0,0 0 0,-1-1-1,8 2 1,5 0 27,0 1 0,0 1 0,-1 0 0,17 8 0,-19-6-61,1-1 0,-1-1 0,23 6 0,-10-3 15,-13-5 5,0 1 1,0-2 0,0 0 0,0-1-1,0 0 1,0-1 0,1 0-1,-1-1 1,24-6 0,-8 3 1,-24 3-21,0 1 1,0-1-1,0 0 0,0-1 0,-1 0 0,1 0 0,0 0 0,-1 0 0,8-5 0,156-104 253,79-82-304,-245 191 15,114-114 16,44-33-57,-46 40-106,-41 50 118,157-99 0,-224 154 43,42-29-5,0-1-1,-2-3 1,-2-2 0,57-62 0,-24 10-22,-34 37 15,64-59 0,-27 30 65,-2 1-68,26-29 111,-58 59-148,89-89-58,-68 62 31,71-81 193,-82 96-89,-29 38-57,53-44-169,-71 63 221,-8 5 198,6-9-206,37-44-79,-44 53 310,2 33-9873</inkml:trace>
</inkml:ink>
</file>

<file path=ppt/ink/ink1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1.384"/>
    </inkml:context>
    <inkml:brush xml:id="br0">
      <inkml:brushProperty name="width" value="0.035" units="cm"/>
      <inkml:brushProperty name="height" value="0.035" units="cm"/>
      <inkml:brushProperty name="color" value="#008C3A"/>
    </inkml:brush>
  </inkml:definitions>
  <inkml:trace contextRef="#ctx0" brushRef="#br0">86 75 3048,'-17'5'846,"20"-7"-352,-1 1-55,0 0 1,0 0-1,1 0 0,-1 1 1,0-1-1,0 1 1,0-1-1,0 1 1,1 0-1,2 0 1,-9-3-233,0 0 1,1 0-1,0 0 1,-1 0-1,1-1 1,1 0-1,-1 1 1,0-1-1,1 0 1,-3-7-1,1 4-117,2 5 1427,-15-16-350,15 23-1166,1 0 0,-1 0 0,1 0 1,0 0-1,0 0 0,0 0 0,1 0 0,-1 0 0,1 1 0,1 6 1,0-4 13,-1 1 1,-1-1-1,0 1 1,0-1 0,0 1-1,-1-1 1,-5 14-1,-2 9-7,6-10-219,1 0-1,0 0 1,3 36-1,0-11-2329,-3-26-794,-1 0-1382</inkml:trace>
</inkml:ink>
</file>

<file path=ppt/ink/ink1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1.911"/>
    </inkml:context>
    <inkml:brush xml:id="br0">
      <inkml:brushProperty name="width" value="0.035" units="cm"/>
      <inkml:brushProperty name="height" value="0.035" units="cm"/>
      <inkml:brushProperty name="color" value="#008C3A"/>
    </inkml:brush>
  </inkml:definitions>
  <inkml:trace contextRef="#ctx0" brushRef="#br0">26 24 4248,'0'0'10264,"-1"-2"-9563,-3-19 103,7 31 258,4 41-16,-9-13-912,-11 60 0,1-6-2426,8-58 812</inkml:trace>
</inkml:ink>
</file>

<file path=ppt/ink/ink1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2.314"/>
    </inkml:context>
    <inkml:brush xml:id="br0">
      <inkml:brushProperty name="width" value="0.035" units="cm"/>
      <inkml:brushProperty name="height" value="0.035" units="cm"/>
      <inkml:brushProperty name="color" value="#008C3A"/>
    </inkml:brush>
  </inkml:definitions>
  <inkml:trace contextRef="#ctx0" brushRef="#br0">79 1 4692,'0'0'4696,"-17"26"-1352,13 9-2172,0-9-409,-10 43 1,3-29-798,2 2 0,1-1 0,-3 68 0,11-78-950,0 0-1,2 0 1,7 32-1,-2-13-3625,-1-21 847</inkml:trace>
</inkml:ink>
</file>

<file path=ppt/ink/ink1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2.614"/>
    </inkml:context>
    <inkml:brush xml:id="br0">
      <inkml:brushProperty name="width" value="0.035" units="cm"/>
      <inkml:brushProperty name="height" value="0.035" units="cm"/>
      <inkml:brushProperty name="color" value="#008C3A"/>
    </inkml:brush>
  </inkml:definitions>
  <inkml:trace contextRef="#ctx0" brushRef="#br0">128 1 5509,'0'0'1282,"-3"0"-59,0 1-1034,1 1 1,-1-1-1,0 0 0,1 1 1,-1 0-1,1-1 0,-1 1 1,1 0-1,0 0 0,0 0 1,0 0-1,0 1 0,0-1 1,1 1-1,-1-1 0,1 1 1,-1-1-1,1 1 0,0 0 0,0 0 1,0 0-1,0-1 0,0 6 1,-3 12 319,1 0 1,-2 26-1,4-34-380,-22 176 1121,11-112-2841,-3 114 0,14-173 261,-1-1-1,0 1 0,-6 17 1,5-16-2647</inkml:trace>
</inkml:ink>
</file>

<file path=ppt/ink/ink1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2.895"/>
    </inkml:context>
    <inkml:brush xml:id="br0">
      <inkml:brushProperty name="width" value="0.035" units="cm"/>
      <inkml:brushProperty name="height" value="0.035" units="cm"/>
      <inkml:brushProperty name="color" value="#008C3A"/>
    </inkml:brush>
  </inkml:definitions>
  <inkml:trace contextRef="#ctx0" brushRef="#br0">41 0 3796,'11'3'463,"2"0"159,-2-3 4375,-15 3-4704,1 1-1,0-1 1,-1 1 0,2 0-1,-1 0 1,0 0 0,1 0-1,-1 1 1,-1 6 0,-6 13 17,2 0 1,1 0 0,1 1 0,1 0 0,2 1 0,0-1 0,1 27 0,3-38-489,0 0-1,2 0 1,0 0-1,0 0 1,8 19-1,-5-16-695,-1 1 1,5 24-1,-7-11-2586,1-13-1696</inkml:trace>
</inkml:ink>
</file>

<file path=ppt/ink/ink1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3.174"/>
    </inkml:context>
    <inkml:brush xml:id="br0">
      <inkml:brushProperty name="width" value="0.035" units="cm"/>
      <inkml:brushProperty name="height" value="0.035" units="cm"/>
      <inkml:brushProperty name="color" value="#008C3A"/>
    </inkml:brush>
  </inkml:definitions>
  <inkml:trace contextRef="#ctx0" brushRef="#br0">51 1 5020,'0'0'5767,"-2"2"-5407,-1 0 1,1 0-1,0 0 0,0 1 0,0-1 1,0 1-1,-2 4 0,-6 174 3401,9-145-3784,-7 45 0,-4-8-3276,13-56-742,0-11 2587,3 17-4152</inkml:trace>
</inkml:ink>
</file>

<file path=ppt/ink/ink1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3.408"/>
    </inkml:context>
    <inkml:brush xml:id="br0">
      <inkml:brushProperty name="width" value="0.035" units="cm"/>
      <inkml:brushProperty name="height" value="0.035" units="cm"/>
      <inkml:brushProperty name="color" value="#008C3A"/>
    </inkml:brush>
  </inkml:definitions>
  <inkml:trace contextRef="#ctx0" brushRef="#br0">69 15 5801,'37'-12'1308,"-30"10"2033,-10 2-2554,2-1-717,-1 1 0,1 0 0,-1 0-1,1 0 1,-1 0 0,1 1 0,-1-1 0,1 0 0,0 1-1,-1-1 1,1 1 0,0-1 0,-1 1 0,1-1 0,0 1-1,-1 0 1,1 0 0,0 0 0,0 0 0,0 0 0,0 0-1,0 0 1,0 0 0,0 0 0,-1 2 0,1 1 98,-1 1 0,1-1 0,0 1 0,0-1 0,1 1 1,-1 9-1,0 0-176,-1 11 197,-1 1-1,-1-1 1,-11 39 0,-8 30-827,17-65-152,4-16 288,-10 57-5746,13-50 2433</inkml:trace>
</inkml:ink>
</file>

<file path=ppt/ink/ink1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3.675"/>
    </inkml:context>
    <inkml:brush xml:id="br0">
      <inkml:brushProperty name="width" value="0.035" units="cm"/>
      <inkml:brushProperty name="height" value="0.035" units="cm"/>
      <inkml:brushProperty name="color" value="#008C3A"/>
    </inkml:brush>
  </inkml:definitions>
  <inkml:trace contextRef="#ctx0" brushRef="#br0">149 21 4460,'-16'-17'1386,"13"14"1813,4 5-2328,0 6-528,0 0 0,-1 1 0,0-1 0,0 0 0,0 0 0,-1 0 1,-1 0-1,-4 16 0,-1 9 115,-53 188 670,50-195-1168,-2 10-538,-13 51 0,25-84-138,-6 11-5822,2 0 3382</inkml:trace>
</inkml:ink>
</file>

<file path=ppt/ink/ink1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4.080"/>
    </inkml:context>
    <inkml:brush xml:id="br0">
      <inkml:brushProperty name="width" value="0.035" units="cm"/>
      <inkml:brushProperty name="height" value="0.035" units="cm"/>
      <inkml:brushProperty name="color" value="#008C3A"/>
    </inkml:brush>
  </inkml:definitions>
  <inkml:trace contextRef="#ctx0" brushRef="#br0">20 0 4596,'7'5'473,"4"2"-123,-3-5 4519,2 30-3956,-9-16-847,-1-1-1,0 1 1,-1 0 0,-1-1-1,0 0 1,-1 1 0,-1-1-1,-7 20 1,4-12-191,1 0 1,1 0-1,-3 27 1,4-19-189,3-26 200,0 1 0,0-1 0,1 1 0,0-1 0,0 1 0,0 0 0,0-1 0,1 1 0,0-1 0,0 0 0,3 8 0,20 43-1517,-23-54 1420,1 0 260,0-1 1,1 0-1,-1 1 1,0-1-1,0 0 1,1 0-1,-1 0 1,1 0-1,-1-1 1,1 1-1,-1-1 1,5 1-1,-1-4-995,-6 2 1130,1 1 0,0-1 0,0 1 0,-1-1 1,1 1-1,0-1 0,0 1 0,-1 0 0,1-1 1,0 1-1,0 0 0,0 0 0,0-1 0,0 1 0,0 0 1,-1 0-1,1 0 0,0 0 0,0 0 0,0 0 0,0 0 1,0 1-1,0-1 0,-1 0 0,1 0 0,0 1 1,0-1-1,0 0 0,-1 1 0,1-1 0,0 1 0,0-1 1,-1 1-1,1-1 0,0 1 0,-1 0 0,1-1 1,-1 1-1,1 0 0,0 1 0,3 8-149,-1 1 0,0-1-1,0 1 1,-1 0 0,-1 0 0,0 0 0,0 0-1,-1 1 1,-1-1 0,0 0 0,0 0 0,-4 12-1,2 45-4678,0-54 1395</inkml:trace>
</inkml:ink>
</file>

<file path=ppt/ink/ink1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4.579"/>
    </inkml:context>
    <inkml:brush xml:id="br0">
      <inkml:brushProperty name="width" value="0.035" units="cm"/>
      <inkml:brushProperty name="height" value="0.035" units="cm"/>
      <inkml:brushProperty name="color" value="#008C3A"/>
    </inkml:brush>
  </inkml:definitions>
  <inkml:trace contextRef="#ctx0" brushRef="#br0">16 0 5553,'2'1'351,"0"-1"0,-1 1 0,1-1 1,-1 1-1,1 0 0,-1-1 0,1 1 1,-1 0-1,1 0 0,-1 0 0,0 1 1,1-1-1,-1 0 0,0 0 0,0 1 1,0-1-1,0 0 0,0 1 0,0-1 1,-1 1-1,1-1 0,0 1 1,-1 0-1,1 2 0,1 17-112,-3-10 166,-1 21 246,-2 1 0,-1-1 0,-11 42 0,11-54-836,1 0 1,-3 29-1,4-24-1003,4-7-3194,1-13 2724,1 13-5158</inkml:trace>
</inkml:ink>
</file>

<file path=ppt/ink/ink1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4:25.942"/>
    </inkml:context>
    <inkml:brush xml:id="br0">
      <inkml:brushProperty name="width" value="0.035" units="cm"/>
      <inkml:brushProperty name="height" value="0.035" units="cm"/>
      <inkml:brushProperty name="color" value="#008C3A"/>
    </inkml:brush>
  </inkml:definitions>
  <inkml:trace contextRef="#ctx0" brushRef="#br0">242 22 4580,'-2'-3'3387,"2"3"-3161,0 0 0,0 0 0,-1-1-1,1 1 1,0 0 0,0 0 0,0 0 0,-1 0-1,1 0 1,0 0 0,0 0 0,-1 0 0,1 0-1,0 0 1,0 0 0,0 0 0,-1 0-1,1 0 1,0 0 0,0 0 0,-1 0 0,1 0-1,0 0 1,0 0 0,0 1 0,-1-1 0,1 0-1,0 0 227,-1 0-226,-3 15 3696,2 35-4641,2-29 1817,-10 101 130,9-67-931,-11 76 0,10-101-340,13-60-342,1-3 89,-6 18 131,-3 7 65,1 0-1,-1 0 0,-1 0 0,0-1 0,2-16 0,2-11-255,2-1 0,20-59 1,-3 11 171,-17 44 272,-8 37 42,-2 5 8,-6 20 85,-45 112 348,-8 23-534,24-55-603,40-123-324,0-37-1,0-7 45,13-37 266,-16 100 884,0 7-259,-1-1 1,0 1 0,1-1-1,-1 1 1,-1-1 0,1 1-1,-3 4 1,1-2-6,-53 166-161,55-169-19,3-15-1426,0 0 1322,0 0 1,8-21 0,-5 15 147,10-27 71,-12 38 186,0-1 0,-1 1 0,0-1 0,0 0 0,-1 0 0,1-10 0,-2 14 1151,-2 4-1261,-1 1-1,1-1 1,-1 1 0,1-1 0,0 1 0,-1 0 0,1 0 0,0 0-1,0 0 1,-1 1 0,1-1 0,0 0 0,0 1 0,1-1-1,-1 1 1,0 0 0,0 0 0,1 0 0,-1 0 0,1 0-1,-2 3 1,-4 7 7,1-1 0,-8 25 0,7-18 67,-49 96-1616,31-65-5165,18-34 141</inkml:trace>
</inkml:ink>
</file>

<file path=ppt/ink/ink1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6.449"/>
    </inkml:context>
    <inkml:brush xml:id="br0">
      <inkml:brushProperty name="width" value="0.035" units="cm"/>
      <inkml:brushProperty name="height" value="0.035" units="cm"/>
      <inkml:brushProperty name="color" value="#008C3A"/>
    </inkml:brush>
  </inkml:definitions>
  <inkml:trace contextRef="#ctx0" brushRef="#br0">0 0 5200,'5'7'646,"0"-1"0,-1 1-1,0 0 1,0 0-1,-1 1 1,4 10-1,28 75 1041,5 4-171,4-2 1,70 114-1,-80-154-1130,3-1 0,3-2 1,1-2-1,66 62 0,-90-95-203,1-1 0,0-1 0,1-1 0,38 22 1,-52-33-161,0-1 0,0 0 0,0 0 0,0 0 0,0 0 1,1-1-1,-1 0 0,1 0 0,-1 0 0,0-1 0,1 0 1,-1 0-1,1 0 0,-1 0 0,1-1 0,-1 0 1,1 0-1,-1-1 0,0 0 0,0 1 0,0-2 0,0 1 1,0-1-1,0 1 0,-1-1 0,1-1 0,5-4 0,-4 1-17,1 0 0,-1-1 0,0 0 0,0 0 0,-1 0-1,7-15 1,21-58-236,-22 53-103,-8 18-213,1 1 1,-2-1-1,1 0 1,-1 0-1,-1 0 1,1-1-1,-2 1 1,1 0-1,-2 0 0,1-1 1,-1 1-1,-4-15 1,-2 9-3018,-9 6-1660</inkml:trace>
</inkml:ink>
</file>

<file path=ppt/ink/ink1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6.654"/>
    </inkml:context>
    <inkml:brush xml:id="br0">
      <inkml:brushProperty name="width" value="0.035" units="cm"/>
      <inkml:brushProperty name="height" value="0.035" units="cm"/>
      <inkml:brushProperty name="color" value="#008C3A"/>
    </inkml:brush>
  </inkml:definitions>
  <inkml:trace contextRef="#ctx0" brushRef="#br0">887 25 6249,'-3'-3'525,"1"1"0,-1 0 0,0 0 0,1 0 0,-1 0 0,0 0 0,0 1 0,0-1 0,-1 1 0,1 0 0,0 0 0,0 0 0,-1 0 0,1 1 0,0-1 0,-1 1 0,1 0 0,-6 0 0,-27 8-556,-38 16 251,0 3 0,-86 46 0,95-38-1481,2 3-1,-91 72 1,134-95 851,-18 16-2034,-44 44 1,26-10-2345</inkml:trace>
</inkml:ink>
</file>

<file path=ppt/ink/ink1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7.017"/>
    </inkml:context>
    <inkml:brush xml:id="br0">
      <inkml:brushProperty name="width" value="0.035" units="cm"/>
      <inkml:brushProperty name="height" value="0.035" units="cm"/>
      <inkml:brushProperty name="color" value="#008C3A"/>
    </inkml:brush>
  </inkml:definitions>
  <inkml:trace contextRef="#ctx0" brushRef="#br0">0 292 7785,'7'-37'1892,"-11"23"-268,17-9-324,3 3-244,-3 0-176,9-11-60,-6 2-304,6 6-104,0 3-63,0 0-97,1 3-408,5 3-373,-2 2-403,-14 7-164,17 2-376,-4 0-2228,-6 14-2317</inkml:trace>
</inkml:ink>
</file>

<file path=ppt/ink/ink1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07.156"/>
    </inkml:context>
    <inkml:brush xml:id="br0">
      <inkml:brushProperty name="width" value="0.035" units="cm"/>
      <inkml:brushProperty name="height" value="0.035" units="cm"/>
      <inkml:brushProperty name="color" value="#008C3A"/>
    </inkml:brush>
  </inkml:definitions>
  <inkml:trace contextRef="#ctx0" brushRef="#br0">1 326 4948,'44'-28'1281,"-34"14"-205,-1-4-164,1 1-132,6-3-140,9-11-128,-3 8-120,7-6-184,-1 4-260,1-4-324,-4 1-824,1-4-1476,12 1-785</inkml:trace>
</inkml:ink>
</file>

<file path=ppt/ink/ink1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0.088"/>
    </inkml:context>
    <inkml:brush xml:id="br0">
      <inkml:brushProperty name="width" value="0.035" units="cm"/>
      <inkml:brushProperty name="height" value="0.035" units="cm"/>
      <inkml:brushProperty name="color" value="#008C3A"/>
    </inkml:brush>
  </inkml:definitions>
  <inkml:trace contextRef="#ctx0" brushRef="#br0">0 15 4028,'0'0'8361,"3"-1"-7813,23-11 438,-23 11 492,9 7-708,-10-4-694,0 0 1,0 0 0,0-1-1,-1 2 1,1-1 0,0 0-1,-1 0 1,0 0-1,1 1 1,-1-1 0,0 1-1,1 3 1,8 36 560,-8-34-528,15 75 739,29 83-1,-41-152-795,1 0 0,0 0 0,1-1-1,1 0 1,0 0 0,16 19 0,-22-29-47,0 0 0,1 0 0,-1-1 0,1 1 0,0-1 0,0 1 0,0-1 0,1 0 0,-1 0 0,0 0 0,1 0 0,-1-1 0,1 0-1,-1 1 1,1-1 0,0 0 0,0-1 0,-1 1 0,1-1 0,0 0 0,0 0 0,0 0 0,-1 0 0,1 0 0,0-1 0,0 0 0,-1 0 0,1 0 0,0 0 0,6-4 0,2-2 2,0 0 0,0-2 0,0 1 0,-2-1 0,1-1-1,-1 0 1,0-1 0,-1 1 0,8-14 0,6-12-13,31-66-1,4-10 80,-40 89-112,-18 23 35,0 0 1,0 0-1,1-1 1,-1 1-1,0 0 0,0 0 1,0 0-1,0 0 1,1 0-1,-1 0 0,0 0 1,0 0-1,0 0 1,0 0-1,1 0 0,-1 0 1,0 1-1,0-1 1,0 0-1,0 0 0,0 0 1,1 0-1,-1 0 1,0 0-1,0 0 0,0 0 1,0 0-1,0 0 1,0 1-1,1-1 0,-1 0 1,0 0-1,0 0 1,0 0-1,0 0 0,0 1 1,0-1-1,0 0 1,0 0-1,0 0 0,0 0 1,0 0-1,0 1 1,0-1-1,0 0 0,0 0 1,0 0-1,0 0 1,0 1-1,0-1 0,0 0 1,0 0-1,0 0 1,0 0-1,0 1 0,0-1 1,0 0-1,0 0 1,0 0-1,0 0 0,0 0 1,-1 1-1,1-1 1,-14 52-695,1-10-1497,-12 61-1,7-24-4007,11-56 494</inkml:trace>
</inkml:ink>
</file>

<file path=ppt/ink/ink1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0.370"/>
    </inkml:context>
    <inkml:brush xml:id="br0">
      <inkml:brushProperty name="width" value="0.035" units="cm"/>
      <inkml:brushProperty name="height" value="0.035" units="cm"/>
      <inkml:brushProperty name="color" value="#008C3A"/>
    </inkml:brush>
  </inkml:definitions>
  <inkml:trace contextRef="#ctx0" brushRef="#br0">261 0 4644,'0'0'51,"-1"0"-1,1 1 1,-1-1-1,1 0 0,-1 0 1,1 1-1,-1-1 0,1 0 1,-1 1-1,1-1 0,0 1 1,-1-1-1,1 0 1,0 1-1,-1-1 0,1 1 1,0-1-1,-1 1 0,1-1 1,0 1-1,0-1 1,0 1-1,-1-1 0,1 1 1,0-1-1,0 1 0,0-1 1,0 1-1,0 0 1,0 0-1,11 17 1688,1 0-875,4 15 439,15 53-1,-19-51-820,25 52 0,-17-41-176,-16-34-239,0-1 0,1 0 0,6 10 0,-2 1 451,-6-15 8,-1-22-195,-2 3-239,-1 0 0,0 0 0,-1 1 0,0-1 0,0 1 0,-10-23 0,11 29-71,-4-8 12,-1 1 0,0 0 1,0 0-1,-1 0 0,-1 0 0,0 1 1,-1 1-1,0-1 0,-20-17 0,15 16-200,-1 1 1,0 1-1,-1 0 0,1 1 0,-2 1 0,-27-11 0,31 15-574,-1 1 0,1 0 0,-1 1-1,0 1 1,1 0 0,-1 1 0,-22 2-1,-11 5-4452</inkml:trace>
</inkml:ink>
</file>

<file path=ppt/ink/ink1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1.386"/>
    </inkml:context>
    <inkml:brush xml:id="br0">
      <inkml:brushProperty name="width" value="0.035" units="cm"/>
      <inkml:brushProperty name="height" value="0.035" units="cm"/>
      <inkml:brushProperty name="color" value="#008C3A"/>
    </inkml:brush>
  </inkml:definitions>
  <inkml:trace contextRef="#ctx0" brushRef="#br0">0 0 2956,'0'0'10592,"1"3"-10125,8 19-182,0-1 0,1 0 0,1-1 0,1 0 0,1 0 0,0-2-1,24 25 1,-24-29-389,1-2-1,0 1 1,1-2-1,1 0 1,0-1-1,0-1 1,0 0-1,1-1 1,35 11-1,82 17-2389,-41-19-2174,-33-11-435</inkml:trace>
</inkml:ink>
</file>

<file path=ppt/ink/ink1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1.775"/>
    </inkml:context>
    <inkml:brush xml:id="br0">
      <inkml:brushProperty name="width" value="0.035" units="cm"/>
      <inkml:brushProperty name="height" value="0.035" units="cm"/>
      <inkml:brushProperty name="color" value="#008C3A"/>
    </inkml:brush>
  </inkml:definitions>
  <inkml:trace contextRef="#ctx0" brushRef="#br0">1 6 5489,'24'-5'1092,"-20"4"683,-3 12-1360,-1 0 0,1-1 0,1 1 0,0 0 0,1-1 0,-1 0 0,6 12 0,-2-11-321,0 0-1,0 0 0,1 0 0,0-1 0,1 0 0,0 0 0,1-1 1,0 0-1,0-1 0,1 1 0,0-2 0,0 0 0,1 0 0,0-1 0,15 7 1,-23-13-66,0 1 1,0-1 0,0 0 0,0 0 0,1 0 0,-1 0 0,0 0 0,0-1 0,0 0-1,0 1 1,0-1 0,0 0 0,0 0 0,0-1 0,-1 1 0,1-1 0,4-2 0,-4 2-8,1-1 0,0 0 0,-1 0 0,1 0 1,-1 0-1,0-1 0,0 1 0,0-1 0,-1 0 1,1 0-1,-1 0 0,0 0 0,0 0 0,0 0 1,-1-1-1,2-6 0,0-3-29,-2 0-1,0-1 1,-1-27 0,-1 9-303,4 15 62,-3 11-2388,-17 12 389,-4 5-247,7 3-595</inkml:trace>
</inkml:ink>
</file>

<file path=ppt/ink/ink1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2.007"/>
    </inkml:context>
    <inkml:brush xml:id="br0">
      <inkml:brushProperty name="width" value="0.035" units="cm"/>
      <inkml:brushProperty name="height" value="0.035" units="cm"/>
      <inkml:brushProperty name="color" value="#008C3A"/>
    </inkml:brush>
  </inkml:definitions>
  <inkml:trace contextRef="#ctx0" brushRef="#br0">406 0 4648,'0'0'6930,"-3"3"-6268,-6 3-292,3-2-200,1 0 1,-1 1 0,1-1-1,-1 1 1,1 0 0,-5 7 0,-85 108 923,59-79-1263,-57 87 0,48-53-1241,-16 27-4040,40-61 733</inkml:trace>
</inkml:ink>
</file>

<file path=ppt/ink/ink1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2.445"/>
    </inkml:context>
    <inkml:brush xml:id="br0">
      <inkml:brushProperty name="width" value="0.035" units="cm"/>
      <inkml:brushProperty name="height" value="0.035" units="cm"/>
      <inkml:brushProperty name="color" value="#008C3A"/>
    </inkml:brush>
  </inkml:definitions>
  <inkml:trace contextRef="#ctx0" brushRef="#br0">4 117 6269,'-3'-17'1756,"12"6"-140,1-1 724,-1 1-1476,4-3-164,0 2-308,-1 6 92,1-5-132,0 2-344,12 1-1004,-6 2 112,3 12-296,1 2-636,-14 7-1128,10 10-1033</inkml:trace>
</inkml:ink>
</file>

<file path=ppt/ink/ink1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2.819"/>
    </inkml:context>
    <inkml:brush xml:id="br0">
      <inkml:brushProperty name="width" value="0.035" units="cm"/>
      <inkml:brushProperty name="height" value="0.035" units="cm"/>
      <inkml:brushProperty name="color" value="#008C3A"/>
    </inkml:brush>
  </inkml:definitions>
  <inkml:trace contextRef="#ctx0" brushRef="#br0">63 0 4092,'0'0'6810,"-3"1"-6132,-6 4-376,6-5-236,1 1 0,-1 0 0,1 0 0,0 0 0,0 0 0,0 1 0,0-1-1,0 1 1,0-1 0,0 1 0,0-1 0,0 1 0,1 0 0,-1 0 0,0 0 0,1 0 0,0 0 0,0 1 0,0-1 0,-1 0 0,2 0 0,-1 1 0,-1 3 0,-1 8 91,1 0-1,0 1 1,1-1 0,1 1 0,0 0 0,3 22 0,0-2-57,1 6 45,17 75 0,2 4-80,-21-103-237,-1 1-1,0 0 0,-2-1 1,-4 35-1,3-45-572,-1 1 0,0-1 0,0 1 0,-8 12-1,9-17 113,-2 0-2287,-12 2-972</inkml:trace>
</inkml:ink>
</file>

<file path=ppt/ink/ink1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2.958"/>
    </inkml:context>
    <inkml:brush xml:id="br0">
      <inkml:brushProperty name="width" value="0.035" units="cm"/>
      <inkml:brushProperty name="height" value="0.035" units="cm"/>
      <inkml:brushProperty name="color" value="#008C3A"/>
    </inkml:brush>
  </inkml:definitions>
  <inkml:trace contextRef="#ctx0" brushRef="#br0">1 66 4548,'29'-34'1277,"-23"23"431,7 2-1088,-1 3 212,11 3-684,-4 1-340,-7 7-5765</inkml:trace>
</inkml:ink>
</file>

<file path=ppt/ink/ink1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3.286"/>
    </inkml:context>
    <inkml:brush xml:id="br0">
      <inkml:brushProperty name="width" value="0.035" units="cm"/>
      <inkml:brushProperty name="height" value="0.035" units="cm"/>
      <inkml:brushProperty name="color" value="#008C3A"/>
    </inkml:brush>
  </inkml:definitions>
  <inkml:trace contextRef="#ctx0" brushRef="#br0">0 1 4864,'3'7'341,"-1"-1"-1,1 2 0,-2-1 0,1 0 0,-1 0 1,0 1-1,0-1 0,-1 0 0,0 1 0,0-1 0,-1 1 1,-2 8-1,0 6 558,1 0 0,1 1-1,1-1 1,0 1 0,8 43 0,0-28-222,1 0 0,23 58 0,24 11 183,-56-106-840,0 0 0,0-1-1,0 1 1,0 0 0,1-1 0,-1 1 0,0 0 0,1-1 0,-1 1-1,0 0 1,1-1 0,-1 1 0,1-1 0,-1 1 0,1-1 0,-1 1-1,1-1 1,-1 1 0,1-1 0,-1 1 0,1-1 0,0 0 0,-1 0-1,1 1 1,0-1 0,-1 0 0,1 0 0,0 1 0,0-1-1,-1 0 1,1 0 0,0 0 0,-1 0 0,1 0 0,0 0 0,0 0-1,-1 0 1,1-1 0,0 1 0,-1 0 0,1 0 0,0-1 0,-1 1-1,1 0 1,0-1 0,1 0-1,0-1-1,0 1 1,-1-1-1,1 0 0,-1 0 1,1 0-1,-1 1 1,0-1-1,1-1 1,-1 1-1,1-3 1,1-6 12,-1 0-1,0 1 1,0-1 0,-1 0 0,-1 0 0,0-17 0,-11-68-139,7 69 49,-34-184-3530,38 208 2690,-1 4-271,0 0 1059,1-1 0,-1 1 0,0-1 0,1 1 0,-1-1-1,1 1 1,-1-1 0,0 1 0,0-1 0,1 0 0,-1 1 0,0-1 0,0 0 0,1 0 0,-1 1 0,0-1-1,-1 0 1,1 0-80,0 0 0,0 0-1,0 0 1,0 0 0,0 1 0,0-1-1,0 0 1,0 1 0,0-1-1,0 0 1,0 1 0,1-1-1,-1 1 1,0 0 0,0-1-1,1 1 1,-1 0 0,0-1-1,1 1 1,-1 0 0,0 0 0,1-1-1,-1 2 1,1 15-3208</inkml:trace>
</inkml:ink>
</file>

<file path=ppt/ink/ink1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13.441"/>
    </inkml:context>
    <inkml:brush xml:id="br0">
      <inkml:brushProperty name="width" value="0.035" units="cm"/>
      <inkml:brushProperty name="height" value="0.035" units="cm"/>
      <inkml:brushProperty name="color" value="#008C3A"/>
    </inkml:brush>
  </inkml:definitions>
  <inkml:trace contextRef="#ctx0" brushRef="#br0">102 95 5985,'-13'-12'1680,"4"4"3156,9-12-3524,3 0 1741,-6 3-2425,3 0-148,-19 19-2161,0-2-43,-3 9-2468,3 0-3201</inkml:trace>
</inkml:ink>
</file>

<file path=ppt/ink/ink1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21.780"/>
    </inkml:context>
    <inkml:brush xml:id="br0">
      <inkml:brushProperty name="width" value="0.035" units="cm"/>
      <inkml:brushProperty name="height" value="0.035" units="cm"/>
      <inkml:brushProperty name="color" value="#008C3A"/>
    </inkml:brush>
  </inkml:definitions>
  <inkml:trace contextRef="#ctx0" brushRef="#br0">100 20 7009,'26'-10'1708,"-27"9"-1437,1 0-1,-1 1 1,0-1-1,0 0 1,0 0-1,0 1 1,0-1-1,0 1 1,-1-1-1,1 1 1,0-1-1,0 1 0,0 0 1,0-1-1,0 1 1,-1 0-1,1 0 1,0 0-1,0 0 1,-1 0-1,1 0 1,-2 1-1,-13 107 3648,-31 268-410,33-206-2853,0-13-322,7 218-1,8-320-300,-2-41-7,1 1-1,0-1 1,1 1 0,1-1 0,0 0 0,1 1 0,0-1 0,6 14 0,-9-27-17,0 0 1,1-1 0,-1 1 0,0 0 0,1-1 0,-1 1 0,1 0 0,-1-1-1,1 1 1,-1 0 0,1-1 0,-1 1 0,1-1 0,0 1 0,-1-1 0,1 1-1,0-1 1,-1 0 0,1 1 0,0-1 0,0 0 0,-1 1 0,1-1 0,0 0-1,0 0 1,0 0 0,-1 0 0,1 0 0,1 0 0,0 0 6,-1-1 0,1 1 0,0-1 0,-1 0 0,1 0 0,-1 0 1,1 0-1,-1 0 0,1 0 0,-1-1 0,0 1 0,2-3 0,6-7 34,-1 0 1,11-23-1,-15 26-68,67-132 135,-43 78-24,40-60-1,-58 106 56,2 0 0,-1 0-1,2 1 1,0 1 0,1 0-1,0 0 1,1 2 0,20-13-1,-33 23-89,0 1-1,0 0 1,1 0-1,-1 1 1,0-1-1,1 0 1,-1 1 0,0-1-1,1 1 1,-1 0-1,0 0 1,1 0-1,-1 0 1,0 0-1,1 0 1,-1 1-1,1-1 1,-1 1-1,0-1 1,0 1-1,1 0 1,1 2-1,0-1 14,0 0 0,-1 0 0,1 0 0,-1 1 0,0 0 0,0 0 0,0 0 0,0 0 0,-1 0 0,1 0 0,2 5 0,7 16 222,-2 0 1,0 0-1,-2 1 1,0 0-1,-2 1 1,6 44-1,-1 163 422,-9-131-542,0 6-70,6 91-1370,-5-172 427,1 0 1,1-1 0,2 1 0,0-1-1,15 32 1,-18-49 117,0-1 1,1 1-1,0-1 0,0 0 1,12 13-1,-13-17-369,0 0 1,1-1-1,-1 1 0,1-1 1,-1 0-1,11 5 0,24 5-8961</inkml:trace>
</inkml:ink>
</file>

<file path=ppt/ink/ink1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24.100"/>
    </inkml:context>
    <inkml:brush xml:id="br0">
      <inkml:brushProperty name="width" value="0.035" units="cm"/>
      <inkml:brushProperty name="height" value="0.035" units="cm"/>
      <inkml:brushProperty name="color" value="#008C3A"/>
    </inkml:brush>
  </inkml:definitions>
  <inkml:trace contextRef="#ctx0" brushRef="#br0">194 802 5885,'2'-2'195,"0"-1"1,0 1-1,0-1 1,0 0 0,-1 0-1,1 0 1,-1 0-1,0 0 1,0 0 0,0 0-1,0 0 1,0-6-1,-3-41 3161,1 32-2411,0-7 1119,4-42 0,-1 48-1276,-1 0 1,0 1-1,-2-1 0,-4-28 1,-7-16 1377,12 60-1422,-8 19 320,-3 5-585,-19 35 425,3 2 1,-26 75 0,36-75-645,1 1 1,3 0 0,-7 81 0,19-118-224,0 0 1,1 0-1,1 0 1,1 0 0,1-1-1,1 1 1,0 0-1,2-1 1,1 0-1,1 0 1,0-1-1,19 32 1,-22-43-36,1-1 0,0 0 0,0-1 1,1 1-1,0-1 0,0-1 0,1 1 0,0-1 0,13 8 0,-15-12-14,-1 1 0,1-1-1,0 0 1,-1 0 0,1 0-1,0-1 1,0 0 0,0 0-1,0-1 1,0 0 0,0 0-1,0 0 1,0 0 0,0-1-1,0 0 1,0-1 0,8-2-1,-1-1-75,-1-1 0,-1-1-1,1 0 1,-1 0 0,0-1-1,-1-1 1,0 1 0,0-2-1,-1 1 1,0-2-1,-1 1 1,0-1 0,-1 0-1,12-23 1,-1-2-440,-2-1 1,-2-1-1,18-69 0,-19 40-64,-3 0-1,1-76 1,-5 59 143,0-14-9,-4 1 0,-5 0 0,-18-118 0,17 193 351,-11-42-1,12 57 86,1 0-1,-1 1 1,0-1-1,0 1 1,-1-1-1,0 1 1,0 0-1,0 0 1,-9-7-1,12 11 26,-1 1-1,-1-1 1,1 1-1,0 0 1,0 0-1,0 0 1,-1 0-1,1 0 1,0 1-1,-1-1 0,1 1 1,-1 0-1,1-1 1,-1 1-1,1 0 1,0 0-1,-1 1 1,1-1-1,-1 0 1,1 1-1,0 0 1,-4 0-1,1 1 23,1 0 1,-1 0-1,0 0 0,0 1 0,1 0 1,-1 0-1,1 0 0,0 0 0,-4 5 1,-3 4 27,2 1 1,0 0 0,0 1 0,1 0 0,1 0-1,0 1 1,1 0 0,1 0 0,-5 18 0,3 0 6,0 1 1,3-1-1,-2 45 1,6-37-20,1 0 1,11 76 0,-8-99-37,0 0 1,1 0 0,0-1-1,2 0 1,0 0 0,1 0-1,1-1 1,19 28 0,-24-39-100,0 0 0,1 0 0,0-1 0,0 1 0,0-1 0,1 0 1,-1-1-1,1 1 0,0-1 0,0 0 0,0 0 0,0-1 0,1 0 0,-1 0 0,0 0 1,13 0-1,-11-1-259,-1-1 0,0 0 0,0 0 0,0-1 0,0 0 0,0 0 0,0-1 0,0 0 0,-1 0 0,1-1 0,0 0 0,-1 0 0,0 0 0,0-1 0,9-6 0,11-13-4411,-1-5-2871</inkml:trace>
</inkml:ink>
</file>

<file path=ppt/ink/ink1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24.647"/>
    </inkml:context>
    <inkml:brush xml:id="br0">
      <inkml:brushProperty name="width" value="0.035" units="cm"/>
      <inkml:brushProperty name="height" value="0.035" units="cm"/>
      <inkml:brushProperty name="color" value="#008C3A"/>
    </inkml:brush>
  </inkml:definitions>
  <inkml:trace contextRef="#ctx0" brushRef="#br0">20 50 7453,'-18'-38'5633,"17"36"-2676,4 0-1822,0 1-986,1 0 0,-1-1 0,0 1 1,1 0-1,-1 1 0,1-1 0,-1 1 1,1-1-1,-1 1 0,1 0 0,6 1 1,38 15 636,-44-15-741,11 6 21,0 0 0,-1 1-1,1 0 1,-2 1-1,1 0 1,-1 2-1,-1-1 1,0 1-1,-1 1 1,0 0-1,0 1 1,-1 0-1,-1 1 1,0 0-1,-1 0 1,-1 1 0,0-1-1,-1 2 1,-1-1-1,0 1 1,-1 0-1,0 0 1,-2 0-1,0 0 1,0 1-1,-2-1 1,0 0-1,-1 1 1,0-1-1,-7 27 1,-4 2-22,-2 0-1,-37 83 1,-56 72 43,91-166-58,17-25-9,13-14-4,2-7-16,-2 0 0,0-1 0,0-1 0,15-19 0,40-62-13,-44 59 37,28-36-30,118-127 1,-167 195 19,1-1 1,0 1 0,-1 1 0,1-1-1,1 1 1,-1 0 0,0 0 0,10-3-1,-13 5 0,1 0 0,0 0 0,-1 1 0,1-1 0,0 1 0,0 0 0,0 0 0,-1 0 0,1 0 0,0 1 0,0-1 0,-1 1 0,1-1 0,0 1 0,-1 0 0,1 0 0,0 0 0,-1 0 0,1 1 0,-1-1 0,5 4 0,5 6 16,-1 0 0,0 1 0,0 0 0,-1 1 0,-1 0 0,0 1 0,11 22 1,44 115-134,-18-35-1991,-35-95 1118,11 28-2038,-10-16-3737,-5-13-123</inkml:trace>
</inkml:ink>
</file>

<file path=ppt/ink/ink1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24.898"/>
    </inkml:context>
    <inkml:brush xml:id="br0">
      <inkml:brushProperty name="width" value="0.035" units="cm"/>
      <inkml:brushProperty name="height" value="0.035" units="cm"/>
      <inkml:brushProperty name="color" value="#008C3A"/>
    </inkml:brush>
  </inkml:definitions>
  <inkml:trace contextRef="#ctx0" brushRef="#br0">109 0 8441,'-4'1'382,"-1"0"1,0 1 0,1 0 0,0-1-1,-1 2 1,1-1 0,0 0-1,0 1 1,0 0 0,-7 6 0,7-4 42,1 0 0,0 0 0,-1 0 1,2 0-1,-1 1 0,1-1 1,-1 1-1,1 0 0,-1 7 1,-6 28 248,2 0 1,2 0-1,2 0 1,1 1-1,2-1 1,7 48 0,7 18-107,33 123 1,-23-136-935,3 0 0,4-2 0,4-1 0,84 154 0,-107-225-320,2-1 1,0 0-1,1-1 0,24 23 0,-25-28-1113,0-1 0,1-1-1,22 13 1,7-3-5524</inkml:trace>
</inkml:ink>
</file>

<file path=ppt/ink/ink1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25.118"/>
    </inkml:context>
    <inkml:brush xml:id="br0">
      <inkml:brushProperty name="width" value="0.035" units="cm"/>
      <inkml:brushProperty name="height" value="0.035" units="cm"/>
      <inkml:brushProperty name="color" value="#008C3A"/>
    </inkml:brush>
  </inkml:definitions>
  <inkml:trace contextRef="#ctx0" brushRef="#br0">651 1 9081,'16'7'759,"-1"1"-1,0 1 1,-1 1 0,0 0 0,0 0 0,-1 2 0,16 16-1,-12-7 363,-1 1 0,0 1 0,15 31 0,-23-36-844,0 0 0,-1 0 0,-1 1-1,0 0 1,-2 0 0,0 0 0,-1 1 0,0 36 0,-3-30-103,-2 0 1,-1 0 0,-1 0 0,-1 0 0,-1-1-1,-2 0 1,0 0 0,-15 28 0,6-20-54,-1 0 1,-2-2-1,-1 0 1,-2-1-1,-28 28 1,3-9-221,-106 82-1,-60 19-1108,167-119 378,-85 58-1965,106-69-945,-25 25 0,22-14-5193</inkml:trace>
</inkml:ink>
</file>

<file path=ppt/ink/ink1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25.347"/>
    </inkml:context>
    <inkml:brush xml:id="br0">
      <inkml:brushProperty name="width" value="0.035" units="cm"/>
      <inkml:brushProperty name="height" value="0.035" units="cm"/>
      <inkml:brushProperty name="color" value="#008C3A"/>
    </inkml:brush>
  </inkml:definitions>
  <inkml:trace contextRef="#ctx0" brushRef="#br0">1 194 10645,'19'-54'1696,"-7"28"-136,1 6-312,0-2-248,-1 4-183,14-4-217,-1 4-412,7 10-756,6 2-633,3 6-399,7 9-2536,-4 2-3129</inkml:trace>
</inkml:ink>
</file>

<file path=ppt/ink/ink1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25.502"/>
    </inkml:context>
    <inkml:brush xml:id="br0">
      <inkml:brushProperty name="width" value="0.035" units="cm"/>
      <inkml:brushProperty name="height" value="0.035" units="cm"/>
      <inkml:brushProperty name="color" value="#008C3A"/>
    </inkml:brush>
  </inkml:definitions>
  <inkml:trace contextRef="#ctx0" brushRef="#br0">67 229 7829,'-38'23'6324,"22"-29"-4248,4 1-495,21-1-365,13-11-284,10-3-184,6 0-156,13 0 0,6-3-460,3-8-668,7 2-768,3 3-740,0-2-3357,0 8-4352</inkml:trace>
</inkml:ink>
</file>

<file path=ppt/ink/ink1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0.202"/>
    </inkml:context>
    <inkml:brush xml:id="br0">
      <inkml:brushProperty name="width" value="0.035" units="cm"/>
      <inkml:brushProperty name="height" value="0.035" units="cm"/>
      <inkml:brushProperty name="color" value="#008C3A"/>
    </inkml:brush>
  </inkml:definitions>
  <inkml:trace contextRef="#ctx0" brushRef="#br0">222 405 4420,'-21'-17'610,"19"15"-260,1 0 0,-1 0 0,1 0 0,0 0 0,0 0 0,0 0 0,0 0 0,0 0 0,0 0 0,1 0 0,-1 0 0,1-1 0,-1 1 0,1 0 0,0 0 0,0-1 1,0 1-1,0 0 0,0-1 0,1 1 0,-1 0 0,1-3 0,0 3 622,0-2-138,4-32 608,-5 33-735,8-15 1192,-7 12-977,-6 16-372,-16 31 274,-42 97 1044,39-71-1043,4 1-1,-21 110 0,35-150-728,-4 32 96,3 0 0,2 1 0,3 0 0,10 113 0,-6-154-156,1 0-1,1-1 1,0 1-1,2-1 1,0 0-1,1 0 1,13 24-1,-15-35-33,0 0 0,0-1 0,0 0 0,1 0 0,0 0-1,0 0 1,1-1 0,0 0 0,0-1 0,0 0 0,1 0 0,-1 0 0,1-1-1,1 0 1,-1 0 0,0-1 0,1-1 0,14 4 0,-13-4-25,0-1 1,0-1-1,1 1 1,-1-2-1,0 1 1,0-2 0,0 1-1,-1-1 1,1 0-1,17-7 1,-13 2-47,1 0 1,-1-1 0,0 0 0,-1-1-1,0 0 1,15-14 0,-7 1-127,0 0 1,-1-1-1,-2 0 1,0-2 0,-2 0-1,25-50 1,-16 14-246,-3-2 0,-2 0 0,-3-1 1,-3-1-1,-3 0 0,-3-1 1,0-112-1,-7 135 261,-2 0 0,-3 1 0,-1-1 1,-2 1-1,-2 0 0,-1 1 0,-28-68 0,-3 20-47,37 82 218,1 1 0,-1 0 0,0-1-1,0 1 1,-1 1 0,0-1 0,0 1 0,-7-6 0,9 8 22,-1 1 1,1 0 0,-1 0-1,0 0 1,1 0-1,-1 0 1,0 1 0,0 0-1,0 0 1,0 0-1,-8-1 1,5 2 21,0 1 0,1 0 1,-1 0-1,0 0 0,1 1 0,-1 0 0,1 0 1,0 1-1,0-1 0,0 1 0,0 1 1,0-1-1,0 1 0,1 0 0,0 1 0,-5 4 1,-6 7 50,1 0 0,0 2 0,2-1 0,0 2 0,1 0 0,0 0 0,2 1 0,1 0 0,-13 40 1,11-25-14,2 1 0,2 1 0,1 0 1,2 0-1,0 43 0,4-62-51,1 0 0,1 1 0,0-1-1,1 0 1,1 0 0,1-1 0,1 1-1,14 30 1,-14-37-22,0 0-1,1 0 0,1 0 0,0-1 1,0 0-1,1-1 0,0 0 0,0 0 1,1-1-1,1-1 0,-1 1 0,1-1 1,15 6-1,-13-7-252,1-1-1,-1 0 1,1-1 0,-1-1-1,1 0 1,0-1-1,0-1 1,1 0 0,-1 0-1,27-4 1,-21 0-1442,0-1-1,0-1 1,-1 0 0,21-9-1,2-5-6003</inkml:trace>
</inkml:ink>
</file>

<file path=ppt/ink/ink1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0.623"/>
    </inkml:context>
    <inkml:brush xml:id="br0">
      <inkml:brushProperty name="width" value="0.035" units="cm"/>
      <inkml:brushProperty name="height" value="0.035" units="cm"/>
      <inkml:brushProperty name="color" value="#008C3A"/>
    </inkml:brush>
  </inkml:definitions>
  <inkml:trace contextRef="#ctx0" brushRef="#br0">151 1 7473,'0'0'6684,"-3"1"-4721,-4 2-1522,-1 0 0,1 1 0,1 0-1,-1 0 1,1 0 0,-1 1 0,1 0 0,1 0-1,-1 1 1,1 0 0,0 0 0,0 0-1,0 0 1,1 1 0,0 0 0,-3 7 0,-2 5-20,1 0 0,1 1 0,0 0 1,2 0-1,-4 23 0,8-32-322,0 1-1,0-1 1,2 1-1,-1-1 1,2 1-1,-1-1 1,2 0-1,6 21 1,-1-10 13,0-1 0,2 0 0,17 28 0,-18-38-89,-1-1 1,1 1-1,1-1 0,0-1 1,0 0-1,1-1 0,0 0 1,0 0-1,1-1 1,0 0-1,0-1 0,1-1 1,0 0-1,-1-1 1,18 4-1,-25-7-22,0 0 0,1 0 1,-1 0-1,0-1 0,0 0 0,1 0 1,-1 0-1,0-1 0,1 0 0,-1 0 0,0 0 1,0-1-1,0 1 0,0-1 0,0 0 1,-1-1-1,1 1 0,0-1 0,-1 0 1,0 0-1,0 0 0,0-1 0,0 0 1,0 1-1,-1-1 0,1 0 0,-1-1 1,0 1-1,-1-1 0,1 1 0,-1-1 0,0 0 1,0 0-1,0 0 0,-1 0 0,1 0 1,-1 0-1,0-1 0,-1 1 0,0-10 1,1 0-91,-2 0 1,0 0 0,-1 0-1,-1 0 1,0 0 0,-1 1-1,0-1 1,-2 1-1,1 0 1,-2 1 0,0-1-1,0 1 1,-1 0 0,-1 1-1,0 0 1,-1 0 0,-16-14-1,11 11-869,-1 1 0,-28-18 0,37 27-102,0 1 0,-1 0 0,0 1 0,0 0 0,-8-3 0,9 7-4363,-6 6-3246</inkml:trace>
</inkml:ink>
</file>

<file path=ppt/ink/ink1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1.031"/>
    </inkml:context>
    <inkml:brush xml:id="br0">
      <inkml:brushProperty name="width" value="0.035" units="cm"/>
      <inkml:brushProperty name="height" value="0.035" units="cm"/>
      <inkml:brushProperty name="color" value="#008C3A"/>
    </inkml:brush>
  </inkml:definitions>
  <inkml:trace contextRef="#ctx0" brushRef="#br0">1 175 10753,'1'-3'2144,"2"-2"-1770,0 0 1,0 0 0,0 1-1,1-1 1,-1 1 0,1 0-1,0 0 1,1 0 0,-1 0-1,1 1 1,-1-1 0,1 1-1,0 0 1,0 1 0,1-1-1,-1 1 1,6-2 0,17-5-9,0 1 0,30-4 0,-47 10-134,420-58-67,-142 48-6504,-237 13 1749,-7 4-2633</inkml:trace>
</inkml:ink>
</file>

<file path=ppt/ink/ink1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1.236"/>
    </inkml:context>
    <inkml:brush xml:id="br0">
      <inkml:brushProperty name="width" value="0.035" units="cm"/>
      <inkml:brushProperty name="height" value="0.035" units="cm"/>
      <inkml:brushProperty name="color" value="#008C3A"/>
    </inkml:brush>
  </inkml:definitions>
  <inkml:trace contextRef="#ctx0" brushRef="#br0">83 130 12889,'-31'-77'5181,"2"28"3663,29 49-8787,0 0 0,0 0 0,0 0 0,0-1 0,0 1 0,0 0 0,0 0 0,0 0 0,-1 0 0,1-1 0,0 1 0,0 0 0,0 0 0,0 0-1,0 0 1,0 0 0,-1 0 0,1-1 0,0 1 0,0 0 0,0 0 0,0 0 0,0 0 0,-1 0 0,1 0 0,0 0 0,0 0 0,0 0-1,0 0 1,-1 0 0,1 0 0,0 0 0,0 0 0,0 0 0,-1 0 0,1 0 0,0 0 0,0 0 0,0 0 0,0 0 0,-1 0 0,1 0 0,0 0-1,0 0 1,0 0 0,0 1 0,0-1 0,-1 0 0,1 0 0,0 0 0,0 0 0,0 0 0,0 0 0,0 1 0,0-1 0,0 0 0,-1 0 0,1 0-1,0 1 1,-4 17 1450,1 32-698,11 222-688,-4-119-889,-2 83-2242,-9-99-953,-2 57-6068,3-82-1980</inkml:trace>
</inkml:ink>
</file>

<file path=ppt/ink/ink1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3.371"/>
    </inkml:context>
    <inkml:brush xml:id="br0">
      <inkml:brushProperty name="width" value="0.035" units="cm"/>
      <inkml:brushProperty name="height" value="0.035" units="cm"/>
      <inkml:brushProperty name="color" value="#008C3A"/>
    </inkml:brush>
  </inkml:definitions>
  <inkml:trace contextRef="#ctx0" brushRef="#br0">12 32 11665,'46'-9'2367,"-44"8"-2149,-1 0-1,1 0 1,-1 0-1,1 0 1,-1 0-1,0 0 1,1-1 0,-1 1-1,0 0 1,0-1-1,1-1 1,5-3 6378,-1 12-6288,0 1 0,-1 0 0,0 1-1,0-1 1,0 1 0,-1 0 0,0 0-1,-1 1 1,0-1 0,0 1 0,-1-1-1,0 1 1,0 0 0,-1 0-1,0 10 1,0 22 1203,-1-1-1,-6 43 0,5-66-1437,-10 96-73,-42 193 0,48-284-62,-47 211-6137,47-199 4430,1-1-1,2 1 1,1 0-1,2 0 1,5 34-1,5-16-11135</inkml:trace>
</inkml:ink>
</file>

<file path=ppt/ink/ink1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3.529"/>
    </inkml:context>
    <inkml:brush xml:id="br0">
      <inkml:brushProperty name="width" value="0.035" units="cm"/>
      <inkml:brushProperty name="height" value="0.035" units="cm"/>
      <inkml:brushProperty name="color" value="#008C3A"/>
    </inkml:brush>
  </inkml:definitions>
  <inkml:trace contextRef="#ctx0" brushRef="#br0">35 243 12649,'-22'-40'2892,"13"23"2185,5 0-3165,4 0-368,32 5-312,35-8-272,9 12-224,19-1-383,20-2-654,12-1-455,12 6-324,11-2-552,2-4-636,3-2-188,4-6-3165,-3 0-4636</inkml:trace>
</inkml:ink>
</file>

<file path=ppt/ink/ink1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2.047"/>
    </inkml:context>
    <inkml:brush xml:id="br0">
      <inkml:brushProperty name="width" value="0.035" units="cm"/>
      <inkml:brushProperty name="height" value="0.035" units="cm"/>
      <inkml:brushProperty name="color" value="#008C3A"/>
    </inkml:brush>
  </inkml:definitions>
  <inkml:trace contextRef="#ctx0" brushRef="#br0">1 208 12449,'22'-37'13356,"-23"39"-13179,1 0-1,-1 0 1,1 0 0,0 0 0,0 0-1,0 0 1,0 0 0,0 0 0,0 0-1,0-1 1,1 4 0,0 8 234,3 69 1266,0-10-320,-6 87-1,-9-43-1319,0-24-36,5 1 0,7 131 0,1-204-1,0 0 0,2 1 0,1-1 0,0 0 0,1-1 0,2 1 0,0-2 0,0 1 0,21 31 0,-23-42 0,1 1 0,-1-1 0,2 0 0,-1-1 0,1 0 0,0 0 0,0-1 0,1 0 0,0 0 0,0-1 0,0 0 0,1 0 0,-1-1 0,1-1 0,0 0 0,1 0 0,-1-1 0,0 0 0,1 0 0,18-1 0,-17-1-6,1-1-1,0 0 1,-1-1-1,0 0 1,1-1 0,-1 0-1,0-1 1,0-1 0,-1 1-1,1-2 1,20-13-1,-19 10-13,0-2-1,-1 0 1,0 0-1,-1-1 1,0-1-1,-1 1 0,0-2 1,10-18-1,-4 0-33,-1-1 0,-1-1 1,-2-1-1,-2 0 0,-1 0 0,-2-1 0,5-57 0,-5 12-313,-5 0-1,-14-153 0,7 192 284,-3 0-1,-1 0 1,-2 1 0,-2 0-1,-2 1 1,-1 0-1,-26-45 1,37 76 68,0 1 0,-1 1 0,1-1 0,-1 1 1,-1 0-1,1 0 0,-1 1 0,-1 0 0,1 0 0,-1 1 0,0-1 0,-16-6 0,18 10 12,1 0 0,-1 0 0,0 1 0,0 0 0,0 0 0,0 0 0,1 1-1,-1 0 1,0 0 0,0 0 0,0 1 0,0 0 0,0 0 0,0 1 0,1 0-1,-1 0 1,0 0 0,1 0 0,0 1 0,0 0 0,-7 4 0,-4 6 0,1 0 1,0 0 0,1 1-1,0 1 1,2 0 0,-1 1-1,2 1 1,0 0 0,1 0-1,-8 20 1,3-3-3,1 1 1,2 1-1,2-1 0,-9 56 0,15-67 8,1 1-1,1-1 1,1 0-1,2 1 1,4 39-1,-3-57-1,-1 1-1,1-1 0,0 1 0,1-1 1,-1 0-1,1 0 0,1 0 0,-1 0 1,1 0-1,1-1 0,-1 0 0,1 0 1,0 0-1,0 0 0,1-1 0,0 0 1,0 0-1,0 0 0,0-1 1,1 0-1,13 6 0,-6-5-46,1-1 0,0 0 0,0-2 0,0 1 0,0-2 0,0 0 0,0 0 0,0-2 1,27-3-1,14-6-694,67-20 0,-109 26 543,201-67-3064,-74 17-2195,-120 46 4169,24-7-4418,-3 6-3374</inkml:trace>
</inkml:ink>
</file>

<file path=ppt/ink/ink1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2.296"/>
    </inkml:context>
    <inkml:brush xml:id="br0">
      <inkml:brushProperty name="width" value="0.035" units="cm"/>
      <inkml:brushProperty name="height" value="0.035" units="cm"/>
      <inkml:brushProperty name="color" value="#008C3A"/>
    </inkml:brush>
  </inkml:definitions>
  <inkml:trace contextRef="#ctx0" brushRef="#br0">21 35 12689,'-3'-12'1080,"0"0"814,0 1 10527,-1 34-11668,0 0-1,2 0 1,1 0 0,2 34 0,0 15 166,7 88-4178,0-42-317,-6-85-2004,11 58-1,0-28-6206</inkml:trace>
</inkml:ink>
</file>

<file path=ppt/ink/ink1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2.900"/>
    </inkml:context>
    <inkml:brush xml:id="br0">
      <inkml:brushProperty name="width" value="0.035" units="cm"/>
      <inkml:brushProperty name="height" value="0.035" units="cm"/>
      <inkml:brushProperty name="color" value="#008C3A"/>
    </inkml:brush>
  </inkml:definitions>
  <inkml:trace contextRef="#ctx0" brushRef="#br0">27 186 11589,'-23'-50'2272,"22"46"-1896,0 1 0,0-1 0,1 0-1,0 0 1,0 0 0,0 0 0,0 0 0,0 1-1,1-1 1,0 0 0,0 0 0,0 0 0,0 1-1,0-1 1,3-4 0,2-7 1063,-6 12-1203,1 0 0,0 0 0,0 0 0,0 0 0,1 0 0,-1 1 0,0-1 0,1 0 0,0 1 0,0-1 0,0 1 0,0 0 0,0 0 0,0 0 0,4-3 0,-2 3-100,0 0-1,0 1 0,0-1 0,0 1 1,1 0-1,-1 0 0,0 0 1,1 1-1,-1-1 0,9 1 1,2 2-9,-1 0 0,1 0 0,-1 2-1,0-1 1,0 2 0,0 0 0,0 1 0,-1 0 0,0 1 0,0 0 0,-1 1 0,0 1 0,0 0 0,-1 0 0,12 13 0,-8-7-74,0 1 1,-2 0 0,1 1-1,-2 1 1,0-1 0,-2 2 0,0 0-1,0 0 1,-2 1 0,7 22-1,-10-20-24,-1 0-1,-1 1 0,0-1 0,-2 1 0,-1 0 1,0-1-1,-2 1 0,-8 40 0,1-29-8,-1-1-1,-1 0 1,-2-1-1,-2 0 1,-19 31-1,7-15-17,-56 102-47,96-141-113,-11-8 152,0 0 0,0-1 1,0 1-1,1-1 0,-1 0 1,0 1-1,0-1 0,1 0 1,-1 0-1,0-1 0,0 1 1,1 0-1,-1-1 0,0 1 1,0-1-1,0 0 0,0 0 1,0 1-1,0-2 0,0 1 1,3-2-1,53-35-77,-38 24 35,50-37-48,-2-4 1,-3-3-1,59-68 0,-95 95 68,-20 19 117,2 1 0,-1 0-1,1 0 1,1 1 0,0 1 0,16-10-1,-26 18-51,-1 1 0,0-1-1,1 1 1,-1-1 0,1 1-1,-1 0 1,1 0 0,-1 0-1,0 0 1,1 0 0,-1 0-1,1 0 1,-1 0 0,1 1-1,-1-1 1,1 0 0,-1 1-1,0-1 1,1 1 0,-1 0-1,0-1 1,0 1 0,1 0-1,-1 0 1,0 0 0,0 0-1,0 0 1,0 0 0,0 0-1,0 0 1,0 0 0,0 1-1,-1-1 1,1 0 0,0 0-1,0 3 1,5 8 248,0 1 0,-1-1-1,4 16 1,-5-15 5,23 73 239,-11-34-441,29 67 0,-38-103-122,1-1 0,1 0 0,0-1 0,1 1 1,0-2-1,1 0 0,1 0 0,20 17 0,-15-17-781,1 0 0,1-1 0,0-1 0,1-1 0,0-1 0,41 13 0,-23-12-2567,1-1 1,-1-3-1,45 3 0,0-4-6911</inkml:trace>
</inkml:ink>
</file>

<file path=ppt/ink/ink1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4.124"/>
    </inkml:context>
    <inkml:brush xml:id="br0">
      <inkml:brushProperty name="width" value="0.035" units="cm"/>
      <inkml:brushProperty name="height" value="0.035" units="cm"/>
      <inkml:brushProperty name="color" value="#008C3A"/>
    </inkml:brush>
  </inkml:definitions>
  <inkml:trace contextRef="#ctx0" brushRef="#br0">0 52 7757,'5'-2'672,"-1"0"1,0 0-1,0 0 1,0-1-1,0 0 0,0 1 1,0-1-1,-1 0 1,6-7 4339,-8 8-2896,-1 1-1688,1 0 0,-1 0 1,0 0-1,1 0 1,0 0-1,-1 0 1,1 0-1,-1 0 0,1 0 1,0 0-1,0 0 1,-1 0-1,1 1 0,0-1 1,0 0-1,0 1 1,0-1-1,0 1 1,0-1-1,2 0 0,10 5 3919,-1 6-5885,-6-3 1541,-1 1 0,0 1-1,0-1 1,-1 1-1,0-1 1,-1 1-1,1 0 1,-2 1 0,3 13-1,8 22-148,10 22-2167,5 39-5391,-15-56 326,8-3-4865</inkml:trace>
</inkml:ink>
</file>

<file path=ppt/ink/ink1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5.520"/>
    </inkml:context>
    <inkml:brush xml:id="br0">
      <inkml:brushProperty name="width" value="0.035" units="cm"/>
      <inkml:brushProperty name="height" value="0.035" units="cm"/>
      <inkml:brushProperty name="color" value="#008C3A"/>
    </inkml:brush>
  </inkml:definitions>
  <inkml:trace contextRef="#ctx0" brushRef="#br0">98 195 8837,'-6'-26'10217,"6"30"-9206,1 49 733,1-21-796,-3-1-1,-7 63 1,-61 314 1694,62-365-2524,2-1 0,2 1 0,1-1-1,3 1 1,8 61 0,-7-95-179,0 0-1,0-1 1,1 1-1,0 0 1,0-1-1,1 1 1,1-1-1,-1 0 1,1-1-1,0 1 1,1-1-1,0 0 1,0 0-1,1-1 1,-1 1-1,1-2 1,1 1-1,-1-1 1,1 0-1,0 0 1,0-1-1,0 0 1,1-1-1,-1 1 1,1-2-1,0 1 1,0-1-1,0-1 1,0 0-1,0 0 1,0 0-1,0-1 1,1-1-1,12-2 1,-9 1-57,1 0 1,-1-1-1,-1-1 1,1 0-1,0-1 0,-1-1 1,0 0-1,0 0 1,-1-1-1,1 0 0,16-16 1,-11 7-15,-1-1 0,-1 0 0,-1-1 0,0-1 0,-2 0 0,12-23-1,4-12-52,-3 0-1,-2-2 0,-2-1 0,-3-1 0,-3 0 0,-2-1 1,-2-1-1,-4 0 0,-2 0 0,-5-116 0,-1 155 152,-2 0-1,-1 0 0,0 0 0,-2 1 1,0 0-1,-1 0 0,-18-35 1,21 48 45,-1-1 1,0 1 0,0 0-1,0 0 1,-1 1 0,0-1 0,0 1-1,0 0 1,-1 1 0,0 0-1,0 0 1,0 0 0,-1 1 0,0 0-1,0 1 1,0 0 0,0 0-1,0 0 1,0 1 0,-1 0 0,-15-1-1,12 3 34,-1 1-1,0 0 1,0 0-1,1 2 1,-1-1-1,1 2 1,0-1-1,0 2 1,0-1-1,1 2 0,-1 0 1,1 0-1,0 1 1,1 0-1,0 1 1,0 0-1,-12 13 1,7-5-5,0 1 0,1 0 0,1 2 1,1-1-1,1 1 0,0 1 0,2 0 1,0 0-1,-7 24 0,11-25-18,0 1 1,1-1-1,0 1 0,2 0 0,0 36 1,3-45-17,0 0 1,1 1 0,0-1 0,0 0-1,1 0 1,1 0 0,0 0 0,1 0-1,0-1 1,0 0 0,12 16 0,-4-10-133,0-1 0,2-1 0,-1 0 0,2-1 0,0-1 0,0 0 0,1-1 0,1-1 0,0-1 0,0 0 0,1-1 0,0-1 0,32 7 0,-14-5-1056,0-2 1,49 2-1,-34-6-2578,54-6 0,-40 0-3294</inkml:trace>
</inkml:ink>
</file>

<file path=ppt/ink/ink1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5.818"/>
    </inkml:context>
    <inkml:brush xml:id="br0">
      <inkml:brushProperty name="width" value="0.035" units="cm"/>
      <inkml:brushProperty name="height" value="0.035" units="cm"/>
      <inkml:brushProperty name="color" value="#008C3A"/>
    </inkml:brush>
  </inkml:definitions>
  <inkml:trace contextRef="#ctx0" brushRef="#br0">129 52 12913,'8'-7'1679,"1"-1"0,1 1 0,19-11 0,-27 16-1531,1 0 0,0 1 0,0 0 0,0 0 0,0 0 0,0 0-1,0 0 1,0 1 0,0-1 0,1 1 0,-1 0 0,0 0 0,0 0 0,0 0 0,0 1 0,1-1 0,-1 1 0,0 0 0,5 2 0,-4-2-79,0 1 0,0 0 0,0 0 0,0 0 0,-1 1 0,1-1 0,-1 1 0,1 0 0,-1 0 0,0 0 0,0 0 0,-1 0 0,1 1 0,-1-1 0,1 1 0,-1 0 0,0 0 0,-1 0 0,1 0 0,-1 0 0,1 0 0,-1 0 0,0 0 0,-1 0 0,1 1 0,-1-1 0,0 8 0,-4 7-4,0-1-1,-2 1 1,0-1 0,-1 0-1,-1-1 1,0 0 0,-17 24-1,-87 110 178,90-124-235,-12 13 8,18-22 29,1 1-1,0 0 1,-14 26-1,29-43-47,-1-1-1,0 1 1,0 0 0,1-1-1,-1 1 1,1 0-1,-1-1 1,1 1 0,0 0-1,0 0 1,0 0 0,0-1-1,0 1 1,0 0-1,0 0 1,1 0 0,-1-1-1,0 1 1,1 0 0,0 0-1,-1-1 1,1 1-1,0-1 1,0 1 0,0 0-1,0-1 1,0 0 0,2 3-1,0-1-39,0-1 0,1 1 0,-1-1 0,0 0 0,1 1 0,-1-2-1,1 1 1,0 0 0,-1-1 0,1 0 0,5 2 0,14 0-441,0-1 1,0 0-1,0-2 0,24-2 0,93-16-3458,-45 0-1950,6-2-3682</inkml:trace>
</inkml:ink>
</file>

<file path=ppt/ink/ink1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6.303"/>
    </inkml:context>
    <inkml:brush xml:id="br0">
      <inkml:brushProperty name="width" value="0.035" units="cm"/>
      <inkml:brushProperty name="height" value="0.035" units="cm"/>
      <inkml:brushProperty name="color" value="#008C3A"/>
    </inkml:brush>
  </inkml:definitions>
  <inkml:trace contextRef="#ctx0" brushRef="#br0">1 215 11333,'7'-36'1109,"-5"20"332,2 0 0,7-23 0,-8 32-1227,0 0-1,0 1 1,1-1 0,0 1 0,1 0-1,-1 0 1,1 0 0,0 1 0,1 0-1,-1 0 1,1 0 0,0 0-1,0 1 1,1 0 0,-1 1 0,1-1-1,0 1 1,0 0 0,0 1 0,0 0-1,0 0 1,1 0 0,-1 1 0,1 0-1,10 0 1,-8 1-137,0 0 0,0 1 0,0-1-1,1 2 1,-1 0 0,0 0 0,-1 0 0,1 2 0,0-1 0,-1 1-1,0 0 1,0 1 0,0 0 0,0 1 0,-1 0 0,0 0-1,0 0 1,11 13 0,-9-5-11,0 1-1,0 0 1,-2 1-1,0 0 1,-1 0 0,0 1-1,-2 0 1,0 0-1,0 1 1,2 26-1,-3-8 10,-2 0 0,-1 0 0,-2 0 0,-6 44 0,-9 1-90,-3-1-1,-4-1 0,-39 92 0,38-109-194,22-56 168,1-1 0,-1 1 0,1-1 1,0 1-1,0-1 0,0 10 0,1-14 34,0 0 0,0 0 0,0 0 0,0 0 0,0 0 0,0-1 1,1 1-1,-1 0 0,0 0 0,1 0 0,-1-1 0,0 1 0,1 0 0,-1 0 0,1-1 0,0 1 0,-1 0 0,1-1 0,-1 1 0,1-1 0,1 2 0,-1-2-5,1 1-1,-1-1 1,1 0-1,-1 0 1,1 1 0,-1-1-1,1 0 1,0 0-1,-1-1 1,1 1-1,-1 0 1,1 0 0,-1-1-1,1 1 1,-1-1-1,0 1 1,3-2 0,13-5-48,0-2 0,0 0 0,-1-1 0,0 0 0,-1-2 0,0 1 0,-1-2 0,23-25 0,1-9 67,46-75 0,3-2 1271,-59 100-158,-25 22-443,-3 7-80,7 55 97,2 0 0,22 77 0,-23-111-771,1 1 0,1-1 0,2-1 0,0 0-1,2-1 1,1 0 0,27 34 0,-25-39-528,2 0 0,0 0 0,0-2-1,2-1 1,29 19 0,-27-22-1356,1 0 1,42 15-1,-60-26 1049,-1 0 0,1-1-1,0 1 1,-1-1 0,1 0 0,0-1 0,8 1 0,-6-1-121,46 2-6602</inkml:trace>
</inkml:ink>
</file>

<file path=ppt/ink/ink1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6.524"/>
    </inkml:context>
    <inkml:brush xml:id="br0">
      <inkml:brushProperty name="width" value="0.035" units="cm"/>
      <inkml:brushProperty name="height" value="0.035" units="cm"/>
      <inkml:brushProperty name="color" value="#008C3A"/>
    </inkml:brush>
  </inkml:definitions>
  <inkml:trace contextRef="#ctx0" brushRef="#br0">26 0 10985,'6'17'2176,"-5"-14"-261,0-5-307,0 1-1507,-1 0 0,1 0 0,0 0 0,0 0-1,0 1 1,-1-1 0,1 0 0,0 0 0,0 1 0,0-1 0,0 0-1,0 1 1,0-1 0,0 1 0,1-1 0,-1 1 0,0 0 0,0-1-1,0 1 1,0 0 0,0 0 0,1 0 0,-1 0 0,0 0 0,0 0-1,0 0 1,3 1 0,0 1 17,0 0 0,0 0 0,-1 0 0,1 1 0,0 0 0,-1 0 0,4 3 0,-1 0-14,-1-1-1,1 1 1,-1 1 0,0-1-1,0 1 1,-1 0 0,0 0-1,0 0 1,0 0 0,-1 1 0,0 0-1,-1-1 1,3 14 0,-4-8-17,0 0 0,0 0 0,-1 0 0,-1 0 0,0 0 0,-1-1 0,-6 24 0,-6 5 204,-1-1 0,-2-1 0,-44 73 0,57-105-233,-3 5 125,0 0 1,0 1-1,2 0 1,-7 17-1,12-28-182,0 0 0,0 0 0,0 0 1,0-1-1,0 1 0,0 0 0,1 0 0,-1-1 0,1 1 1,-1 0-1,1-1 0,0 1 0,-1 0 0,1-1 0,0 1 0,0-1 1,0 1-1,0-1 0,0 1 0,1-1 0,-1 0 0,0 0 1,1 0-1,-1 0 0,0 0 0,1 0 0,-1 0 0,1 0 1,0 0-1,-1 0 0,1-1 0,0 1 0,2 0 0,4 1-152,1 1-1,0-1 1,-1 0-1,1-1 0,17 1 1,-6-2-740,0 0 1,0-2 0,-1 0-1,1-2 1,0 0 0,35-13-1,15-8-4758,5 9-3354</inkml:trace>
</inkml:ink>
</file>

<file path=ppt/ink/ink1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7.132"/>
    </inkml:context>
    <inkml:brush xml:id="br0">
      <inkml:brushProperty name="width" value="0.035" units="cm"/>
      <inkml:brushProperty name="height" value="0.035" units="cm"/>
      <inkml:brushProperty name="color" value="#008C3A"/>
    </inkml:brush>
  </inkml:definitions>
  <inkml:trace contextRef="#ctx0" brushRef="#br0">20 321 8869,'0'-3'-317,"-1"0"1115,1 0-1,0 0 0,-1 0 1,1 0-1,-1 0 0,0 0 0,0 0 1,0 0-1,0 0 0,0 0 0,-4-4 1,4 5-605,0 1 0,1-1 0,-1 1 1,0-1-1,1 0 0,-1 0 1,1 1-1,-1-1 0,1 0 0,0 0 1,0 1-1,0-1 0,0 0 0,0 0 1,0 0-1,0 1 0,1-1 0,-1 0 1,0 0-1,1 1 0,0-1 0,-1 0 1,1 1-1,0-1 0,0 1 1,0-1-1,0 1 0,0-1 0,2-1 1,2-3 96,0 0-1,1 0 1,0 0 0,0 1 0,9-7 0,0 3-11,1 1 1,0 0-1,0 0 0,1 2 1,30-8-1,93-13 370,-76 17-514,318-33-2306,-22 4-6403,-290 29 2980,-11 8-3200</inkml:trace>
</inkml:ink>
</file>

<file path=ppt/ink/ink1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7.350"/>
    </inkml:context>
    <inkml:brush xml:id="br0">
      <inkml:brushProperty name="width" value="0.035" units="cm"/>
      <inkml:brushProperty name="height" value="0.035" units="cm"/>
      <inkml:brushProperty name="color" value="#008C3A"/>
    </inkml:brush>
  </inkml:definitions>
  <inkml:trace contextRef="#ctx0" brushRef="#br0">16 46 12581,'0'-29'1605,"0"12"6516,-14 44-3028,13-12-4583,0 0 0,2-1 0,2 29 0,2 13 271,-8 109-105,0 15-3347,5-79-128,0 15-2463,5-41-1461,4-10-3735</inkml:trace>
</inkml:ink>
</file>

<file path=ppt/ink/ink1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7.816"/>
    </inkml:context>
    <inkml:brush xml:id="br0">
      <inkml:brushProperty name="width" value="0.035" units="cm"/>
      <inkml:brushProperty name="height" value="0.035" units="cm"/>
      <inkml:brushProperty name="color" value="#008C3A"/>
    </inkml:brush>
  </inkml:definitions>
  <inkml:trace contextRef="#ctx0" brushRef="#br0">248 437 13789,'0'0'85,"0"-1"-1,-1 1 0,1 0 0,0-1 1,-1 1-1,1 0 0,0-1 1,0 1-1,-1 0 0,1-1 0,-1 1 1,1 0-1,0 0 0,-1-1 1,1 1-1,-1 0 0,1 0 1,0 0-1,-1 0 0,1 0 0,-1 0 1,1 0-1,-1-1 0,1 1 1,0 0-1,-1 1 0,1-1 0,-1 0 1,1 0-1,-1 0 0,1 0 1,-1 0-1,1 0 0,0 0 1,-1 1-1,-20 15 2314,-24 35 1006,36-39-2627,-2 4-136,0 0 0,1 0-1,1 1 1,-14 33 0,-18 78 765,35-110-1250,-7 32 157,2 1 0,1 0 0,4 1 1,-2 77-1,9-90-229,1 0 1,1 0 0,3 0 0,1 0 0,2-1-1,22 60 1,-24-81-113,0-1 0,2 1 1,0-1-1,1-1 0,16 21 0,-19-29 0,-1 0 1,1 0-1,1 0 0,-1-1 0,1 0 0,0 0 0,0-1 1,1 0-1,-1-1 0,1 1 0,14 3 0,-16-7 12,0-1 0,-1 1 0,1-2-1,0 1 1,0-1 0,-1 0-1,1 0 1,-1-1 0,1 1 0,-1-2-1,0 1 1,1-1 0,-1 0-1,9-5 1,-13 6 10,12-6-38,1-1-1,-1-1 1,-1-1-1,0 0 1,-1 0 0,0-1-1,15-20 1,62-100-293,-82 120 313,40-68-88,-2-3-1,-5-1 1,-3-1-1,-4-3 0,-3 0 1,-5-2-1,27-181 1,-48 226 89,-3-82 0,-3 102 10,0-1 1,-2 1-1,-1 0 1,-14-41 0,16 57 6,-1 0 0,0 0 0,0 1 0,-1 0 1,0-1-1,0 1 0,-1 1 0,0-1 0,0 1 1,-1 0-1,0 1 0,0 0 0,-1 0 0,0 0 0,-12-6 1,12 8 12,-1 1 1,1 0 0,0 1-1,-1 0 1,1 0-1,-1 1 1,0 0 0,0 0-1,1 1 1,-1 0-1,0 1 1,1 0 0,-1 0-1,0 1 1,1 0 0,-17 6-1,1 3-4,1 1-1,0 0 0,1 2 1,0 1-1,2 1 1,-1 0-1,2 2 0,0 0 1,1 1-1,1 1 1,1 0-1,1 1 0,1 1 1,-12 25-1,20-34-25,0 0-1,2 0 0,-1 0 1,2 1-1,0-1 0,0 1 1,1 0-1,1 0 0,1 0 1,0 0-1,0 0 0,2 0 1,-1 0-1,6 18 0,-2-15-111,2 1 0,0-1 0,0 0 0,2-1 0,0 0 0,0 0 0,2-1 0,0 0 0,1-1-1,18 18 1,-11-15-153,0-2 0,1 0 0,1-1 0,0-1 0,1-1-1,0-1 1,41 14 0,-19-10-626,1-3 0,0-1 0,58 5 0,-70-13-393,0-2 0,49-4 0,16-9-4335,-24 0-1934</inkml:trace>
</inkml:ink>
</file>

<file path=ppt/ink/ink1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8.187"/>
    </inkml:context>
    <inkml:brush xml:id="br0">
      <inkml:brushProperty name="width" value="0.035" units="cm"/>
      <inkml:brushProperty name="height" value="0.035" units="cm"/>
      <inkml:brushProperty name="color" value="#008C3A"/>
    </inkml:brush>
  </inkml:definitions>
  <inkml:trace contextRef="#ctx0" brushRef="#br0">417 31 10665,'-2'14'757,"2"-1"1211,10-29 1285,-8 13-2935,0 0 0,0 0 1,0 0-1,0 1 0,0-1 0,1 1 1,-1-1-1,1 1 0,0 0 1,-1 0-1,1 0 0,6-3 0,-6 4-227,1 0 1,-1 0-1,0 0 0,1 0 0,-1 0 0,0 1 0,1 0 0,-1-1 0,1 1 0,-1 1 1,0-1-1,1 0 0,-1 1 0,0 0 0,1-1 0,-1 1 0,0 1 0,5 1 0,-5-2-55,1 1 0,-1 0-1,0 0 1,0 0-1,0 0 1,0 1-1,0-1 1,0 1-1,0 0 1,-1 0 0,1 0-1,-1 0 1,0 0-1,0 0 1,0 1-1,-1-1 1,1 1-1,-1-1 1,0 1 0,0-1-1,0 1 1,0 0-1,0 0 1,-1 0-1,0-1 1,0 1-1,0 0 1,0 0 0,-2 7-1,-7 23 60,-2 0-1,-1-1 0,-32 60 1,25-53-71,14-27-28,0 1 0,0 0 1,2 1-1,0-1 0,0 1 1,1-1-1,1 1 0,0 0 1,1-1-1,1 1 0,0 0 1,1 0-1,1-1 0,0 0 1,1 1-1,1-1 0,0 0 1,1-1-1,11 21 0,-13-26-9,2 2-24,0 1 0,-1 0 1,-1 0-1,7 22 1,-11-30 30,1 1-1,-1-1 1,0 0 0,1 0 0,-2 1-1,1-1 1,0 0 0,-1 0 0,1 1-1,-1-1 1,0 0 0,0 0 0,0 0 0,-1 0-1,1 0 1,-1 0 0,1 0 0,-1-1-1,0 1 1,0 0 0,0-1 0,0 0-1,-4 3 1,-6 5 1,0-1 0,-1 0 0,0-1 0,-1-1 0,1 0 0,-24 8 0,-95 24-165,71-23-166,1-1-651,-14 5-1857,23-2-5309,29-7 102</inkml:trace>
</inkml:ink>
</file>

<file path=ppt/ink/ink1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8.763"/>
    </inkml:context>
    <inkml:brush xml:id="br0">
      <inkml:brushProperty name="width" value="0.035" units="cm"/>
      <inkml:brushProperty name="height" value="0.035" units="cm"/>
      <inkml:brushProperty name="color" value="#008C3A"/>
    </inkml:brush>
  </inkml:definitions>
  <inkml:trace contextRef="#ctx0" brushRef="#br0">1 18 6185,'3'-2'835,"1"0"0,0 0 0,-1 0 0,1 0 1,0 1-1,0-1 0,0 1 0,0 0 1,1 0-1,4 0 0,-5 1-680,0 0 1,0 1-1,1-1 0,-1 1 0,0 0 1,0 0-1,0 0 0,0 1 0,0-1 1,0 1-1,-1 0 0,1 0 1,-1 0-1,1 1 0,-1-1 0,0 1 1,0 0-1,0 0 0,0 0 1,0 0-1,-1 1 0,1-1 0,-1 1 1,0-1-1,0 1 0,2 5 0,2 7 12,-1 0 0,0 1 0,-1-1 0,-1 1 0,0 0 0,-1 0 0,-2 0 0,1 0 0,-2 1 0,0-1 0,-5 24 0,-4 6-17,-2-1 0,-33 85-1,9-57-60,27-59-63,1 0 0,1 1 0,0 0 0,1 0 1,-5 22-1,10-35-20,1-2-3,0 0-1,0 0 1,0 0-1,0 0 1,0 0 0,0 0-1,0 0 1,0 0-1,1 1 1,-1-1-1,0 0 1,1 0-1,-1 0 1,0 0-1,1 0 1,-1-1-1,1 1 1,0 0-1,-1 0 1,1 0-1,0 0 1,-1-1-1,1 1 1,0 0 0,1 1-1,0-2-1,-1 0-1,1 0 1,-1 0-1,1 0 1,-1 0-1,1 0 1,-1 0-1,0 0 1,1-1 0,-1 1-1,1-1 1,-1 1-1,0-1 1,1 1-1,-1-1 1,2-1-1,10-6 0,-2-1-1,1 0 1,11-12-1,-15 14 19,135-139 93,-39 37 465,-100 105-468,0 1 0,1-1-1,-1 1 1,1-1-1,0 1 1,0 1 0,0-1-1,0 1 1,0 0-1,1 0 1,6-1 0,-10 2-57,0 1 0,0 0 0,1-1 0,-1 1 0,0 0 1,1 1-1,-1-1 0,0 0 0,1 1 0,-1-1 0,0 1 1,0 0-1,0-1 0,1 1 0,-1 0 0,0 1 0,0-1 1,0 0-1,0 0 0,-1 1 0,1-1 0,0 1 0,-1 0 1,1-1-1,-1 1 0,1 0 0,-1 0 0,1 2 0,13 24 176,-1 1 0,-2 0 0,12 40 0,17 98-984,-26-105-256,-9-35-332,3-1-1,16 39 0,13 10-9120,-25-52 2993</inkml:trace>
</inkml:ink>
</file>

<file path=ppt/ink/ink1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39.015"/>
    </inkml:context>
    <inkml:brush xml:id="br0">
      <inkml:brushProperty name="width" value="0.035" units="cm"/>
      <inkml:brushProperty name="height" value="0.035" units="cm"/>
      <inkml:brushProperty name="color" value="#008C3A"/>
    </inkml:brush>
  </inkml:definitions>
  <inkml:trace contextRef="#ctx0" brushRef="#br0">271 14 9277,'-9'-7'-979,"3"1"6427,12 8 1157,5 6-5527,-2 0-971,-1 0 0,0 1 0,-1 0 0,0 0 0,0 0 0,-1 1 0,0 0-1,-1 1 1,0-1 0,-1 1 0,0 0 0,-1 0 0,0 0 0,0 0 0,0 14 0,0-1-83,-1-1 0,-1 1 0,-1 0 0,-1 0 0,-1-1 0,-8 40 0,4-38-9,2-5-8,0 0-1,-2-1 0,0 1 1,-1-1-1,-1 0 0,-1-1 1,-17 27-1,19-34-131,-1-1-1,0 0 0,-1-1 1,0 0-1,0 0 0,-18 12 1,20-17-308,-1 1 1,0-2-1,1 1 0,-2-1 1,1 0-1,0-1 0,-9 2 1,-69 4-7468,44 3-250</inkml:trace>
</inkml:ink>
</file>

<file path=ppt/ink/ink1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40.164"/>
    </inkml:context>
    <inkml:brush xml:id="br0">
      <inkml:brushProperty name="width" value="0.035" units="cm"/>
      <inkml:brushProperty name="height" value="0.035" units="cm"/>
      <inkml:brushProperty name="color" value="#008C3A"/>
    </inkml:brush>
  </inkml:definitions>
  <inkml:trace contextRef="#ctx0" brushRef="#br0">2 230 7981,'0'-1'151,"1"1"0,-1-1 0,1 1 0,0 0 0,-1-1 0,1 1 0,-1-1 0,0 1 0,1-1-1,-1 1 1,1-1 0,-1 0 0,0 1 0,1-1 0,-1 1 0,0-1 0,0 0 0,1 1 0,-1-1 0,0 0 0,0 1 0,0-1 0,0 0 0,0 1 0,0-1 0,0 0 0,0 1 0,0-1 0,0 0 0,0 1 0,-1-1 0,1 0 0,0 1 0,0-1 0,-1 0 0,1 1 0,0-1 0,-1 1 0,1-1 0,0 1 0,-1-1 0,1 1 0,-1-1 0,1 1 0,-1-1 0,1 1 0,-1-1 0,-1 0-1,1 0-156,2-1 232,0 0 1,0 0-1,0 0 0,0 0 1,0 1-1,0-1 1,0 0-1,1 1 0,-1-1 1,1 1-1,-1-1 0,1 1 1,2-2-1,6-3-8,1 0 0,0 0 0,0 1-1,0 0 1,0 1 0,19-4 0,77-11 285,-85 16-397,310-38 404,-87 11-3789,-232 28 2490,1 0 0,-1-2 0,24-8 0,-2-3-4711,-17 9-766</inkml:trace>
</inkml:ink>
</file>

<file path=ppt/ink/ink1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40.351"/>
    </inkml:context>
    <inkml:brush xml:id="br0">
      <inkml:brushProperty name="width" value="0.035" units="cm"/>
      <inkml:brushProperty name="height" value="0.035" units="cm"/>
      <inkml:brushProperty name="color" value="#008C3A"/>
    </inkml:brush>
  </inkml:definitions>
  <inkml:trace contextRef="#ctx0" brushRef="#br0">118 0 11657,'-29'32'2096,"23"-18"-164,-10 6-195,-6 11-229,9-8-256,1 9-200,5 8-92,1 3-316,0 8-128,6 9-192,0 3-412,0-3-344,6 3-596,7-3-644,6 0-528,3 0-3249,3-6-4376</inkml:trace>
</inkml:ink>
</file>

<file path=ppt/ink/ink1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40.901"/>
    </inkml:context>
    <inkml:brush xml:id="br0">
      <inkml:brushProperty name="width" value="0.035" units="cm"/>
      <inkml:brushProperty name="height" value="0.035" units="cm"/>
      <inkml:brushProperty name="color" value="#008C3A"/>
    </inkml:brush>
  </inkml:definitions>
  <inkml:trace contextRef="#ctx0" brushRef="#br0">170 478 10361,'-3'1'419,"0"1"-1,0-1 1,0 1 0,0 0 0,0 0-1,0 1 1,0-1 0,1 1 0,0-1-1,-1 1 1,1 0 0,0 0 0,0 0-1,0 0 1,1 0 0,-3 7 0,-3 7 1067,-9 35 0,14-45-1306,-67 368 4145,68-370-4296,-5 48 157,2 0 1,2-1-1,3 1 1,2 0-1,2-1 1,3 1-1,1-1 1,24 70-1,-30-112-160,1 0 0,0 0 0,1 0 0,0-1 0,0 1 0,1-1 0,0-1-1,15 17 1,-18-23-22,0 1-1,0 0 1,1-1-1,-1 1 1,1-1-1,-1 0 1,1 0-1,0 0 1,0-1-1,0 0 1,0 1-1,0-1 1,0-1-1,0 1 1,1 0-1,-1-1 1,0 0-1,0 0 1,1 0-1,-1-1 1,0 0-1,0 1 1,0-1-1,6-3 0,-3 1-4,-1-1-1,0 1 1,0-1-1,-1-1 0,1 1 1,-1-1-1,0 0 0,0 0 1,0-1-1,-1 1 1,0-1-1,7-13 0,-3 8-15,6-11-67,-1 0 0,-1 0 0,13-34 0,26-114-560,6-50-60,-4-49-55,-41 191 592,24-198-239,-33 227 329,-2-1-1,-2 1 1,-12-79-1,11 116 63,-1 0 0,0 0-1,0 0 1,-2 0 0,1 1 0,-1-1-1,-8-12 1,11 21 14,0 0 0,-1 0 0,1 0 0,-1 0 0,0 0 0,1 0 0,-1 1 0,-1-1 0,1 1 1,0 0-1,0 0 0,-1 0 0,1 0 0,-1 1 0,0 0 0,0-1 0,1 1 0,-1 0 0,0 1 0,0-1 0,0 1 0,0 0 0,0 0 0,0 0 0,0 0 0,-5 2 0,-4 1 13,1 1 1,-1 0-1,1 1 0,0 0 0,1 1 0,-1 0 0,1 1 1,0 0-1,-14 13 0,2 1 81,0 1-1,-36 44 1,24-18-31,3 1-1,3 1 1,-43 96-1,63-123-43,0 1-1,2 0 0,1 1 1,1 0-1,0-1 1,2 2-1,1-1 0,2 0 1,0 0-1,7 48 0,-4-51-8,2 0-1,0-1 0,2 1 1,0-1-1,2 0 0,0-1 1,1 0-1,1 0 0,1-1 1,1-1-1,0 0 0,24 24 1,-9-16-115,1-2 1,1 0 0,1-2 0,1-2 0,1-1 0,1-1 0,41 15 0,-9-9-931,2-3 0,134 24 0,-155-38-560,80 2 1,-11-15-4424,-35-5-2256</inkml:trace>
</inkml:ink>
</file>

<file path=ppt/ink/ink1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41.386"/>
    </inkml:context>
    <inkml:brush xml:id="br0">
      <inkml:brushProperty name="width" value="0.035" units="cm"/>
      <inkml:brushProperty name="height" value="0.035" units="cm"/>
      <inkml:brushProperty name="color" value="#008C3A"/>
    </inkml:brush>
  </inkml:definitions>
  <inkml:trace contextRef="#ctx0" brushRef="#br0">29 132 6569,'-1'-8'248,"-6"-51"3100,7 53-2513,0 0 0,0 0 0,1 1 0,0-1 0,1 0 0,-1 0 0,1 0 0,3-6 0,-3 6 3200,-4 11-2060,-18 57-951,15-36-806,1-1 1,2 2-1,1-1 1,0 0 0,7 48-1,-5-63-216,2 0-1,-1-1 1,1 1-1,1-1 0,0 0 1,0 0-1,1 0 1,0-1-1,1 0 1,0 0-1,1 0 0,0-1 1,0 1-1,0-2 1,1 1-1,0-1 1,11 7-1,-8-7-62,1-1 0,0 0 0,0-1 0,0 0 0,1-1 0,-1 0 0,1-1 0,0 0 0,0-1 0,0-1 0,0 0 0,1-1 0,-1 0 0,0-1 0,0 0 0,0-1 0,0-1 0,0 0 0,0-1-1,-1 0 1,0-1 0,0 0 0,0-1 0,0 0 0,-1-1 0,0-1 0,0 1 0,-1-2 0,11-10 0,10-15 492,-2-2 0,-1 0 0,-1-2 0,21-42-1,-46 76-19,-5 23-123,2-8-330,-2 36-1598,-2-1 0,-2 0 0,-21 74 0,20-94-1289,1 1 1,-4 29-1,4 0-5772</inkml:trace>
</inkml:ink>
</file>

<file path=ppt/ink/ink1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42.452"/>
    </inkml:context>
    <inkml:brush xml:id="br0">
      <inkml:brushProperty name="width" value="0.035" units="cm"/>
      <inkml:brushProperty name="height" value="0.035" units="cm"/>
      <inkml:brushProperty name="color" value="#008C3A"/>
    </inkml:brush>
  </inkml:definitions>
  <inkml:trace contextRef="#ctx0" brushRef="#br0">1 42 5813,'6'-30'7467,"-1"19"-7070,1 11 294,5 4-459,0 0 0,1 1 0,-1 1 0,-1 0 0,1 0 0,-1 1 0,0 1 0,-1-1 0,15 16 0,-13-12-145,1 1-1,-2 0 0,1 1 1,-2 0-1,0 1 0,0 0 1,-1 0-1,-1 0 1,-1 1-1,0 1 0,0-1 1,-2 1-1,0-1 0,-1 1 1,0 0-1,0 22 0,-4-19-21,0 1 0,-1-1 0,-1 1-1,0-1 1,-2 0 0,0 0-1,-2-1 1,0 0 0,0 0 0,-2 0-1,0-1 1,-21 29 0,-120 167 2331,150-213-2387,0 0-1,0 0 1,0 0-1,0 0 1,0 0-1,0 0 1,0 0 0,0 0-1,1 0 1,-1 0-1,0 0 1,0 1-1,0-1 1,0 0-1,0 0 1,0 0 0,0 0-1,0 0 1,0 0-1,0 0 1,0 0-1,0 0 1,0 0 0,0 1-1,0-1 1,0 0-1,0 0 1,0 0-1,0 0 1,0 0 0,0 0-1,0 0 1,0 0-1,0 1 1,0-1-1,0 0 1,0 0 0,0 0-1,0 0 1,0 0-1,0 0 1,0 0-1,0 0 1,0 1 0,0-1-1,0 0 1,0 0-1,0 0 1,0 0-1,0 0 1,0 0 0,0 0-1,-1 0 1,1 0-1,0 0 1,0 0-1,0 0 1,0 0-1,0 0 1,0 0 0,0 1-1,-1-1 1,10-4 2,-7 3 51,46-24 115,-1-1-1,75-57 0,203-186 41,-132 105-71,-189 161-171,4-4 80,0 1 1,0 0 0,0 0-1,1 1 1,14-7 0,-22 12-27,1-1 0,0 1 1,-1-1-1,1 1 0,0 0 1,-1-1-1,1 1 1,0 0-1,-1 0 0,1 0 1,0 1-1,-1-1 0,1 0 1,0 1-1,-1-1 1,4 2-1,-3-1 6,-1 0 0,1 1 0,0-1 0,-1 0 0,0 1-1,1 0 1,-1-1 0,0 1 0,1 0 0,-1 0 0,0 0 0,0-1 0,-1 1 0,1 0 0,0 0 0,-1 0 0,1 3 0,40 216 1028,-1-3-1742,-33-191 74,1 7-575,26 66 0,-29-89 192,0-1-1,1 1 1,12 16 0,-13-21-35,0-1 0,0 0 1,0 0-1,1 0 0,0 0 1,0-1-1,7 4 0,6 4-5613</inkml:trace>
</inkml:ink>
</file>

<file path=ppt/ink/ink1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5:42.780"/>
    </inkml:context>
    <inkml:brush xml:id="br0">
      <inkml:brushProperty name="width" value="0.035" units="cm"/>
      <inkml:brushProperty name="height" value="0.035" units="cm"/>
      <inkml:brushProperty name="color" value="#008C3A"/>
    </inkml:brush>
  </inkml:definitions>
  <inkml:trace contextRef="#ctx0" brushRef="#br0">0 57 6357,'2'-2'284,"-1"-1"0,0 1 0,0-1 0,0 0 0,0 1 0,0-1 0,0 0 0,-1 0 0,1 0 0,-1 1 0,0-1 0,0 0 0,0 0 0,0 0 1,-1 0-1,1 0 0,-2-7 6209,2 14-5852,0 5-543,1 0-1,1 0 0,0 0 1,0-1-1,0 1 0,1 0 1,1-1-1,-1 0 0,2 1 1,-1-2-1,1 1 0,0 0 1,0-1-1,1 0 0,0 0 1,0-1-1,1 1 0,8 5 1,-11-9-52,0 0 1,1 1 0,-1-2 0,1 1-1,0-1 1,0 1 0,0-1-1,0 0 1,0-1 0,1 0-1,-1 1 1,0-2 0,1 1-1,-1 0 1,1-1 0,-1 0 0,0-1-1,1 1 1,-1-1 0,1 0-1,-1 0 1,0-1 0,0 1-1,0-1 1,0 0 0,0-1 0,0 1-1,0-1 1,-1 0 0,1 0-1,7-8 1,-10 9 73,-1 1-1,1-1 1,0 1 0,0-1-1,0 1 1,0 0 0,0 0-1,0 0 1,0 0 0,0 0-1,0 0 1,4 0 0,-4 1-93,-1 0 0,0 0 1,0 0-1,0 1 0,1-1 1,-1 1-1,0-1 1,0 1-1,0-1 0,0 1 1,0 0-1,0-1 0,0 1 1,0 0-1,0 0 0,0 0 1,0 0-1,-1 0 0,1 0 1,0 0-1,-1 0 0,1 0 1,-1 0-1,1 0 0,-1 0 1,1 0-1,-1 2 1,3 4 12,-2-1 0,1 1 1,-1 0-1,0 0 0,0 0 1,-1 0-1,0 0 1,-2 14-1,1 10 67,-2 47 138,1-53-343,1 0 0,1 0 1,1 1-1,1-1 0,10 41 0,19 49-1413,-20-100 613,-2-2-404,-2-16 342,-5 2 841,4-2-283,-1 0 0,1-1 0,-1 1 0,0-1 0,0 0 0,-1 0 0,1-1 0,-1 1 0,6-9-1,5-12-1572,-6 9-2756</inkml:trace>
</inkml:ink>
</file>

<file path=ppt/ink/ink1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0.213"/>
    </inkml:context>
    <inkml:brush xml:id="br0">
      <inkml:brushProperty name="width" value="0.035" units="cm"/>
      <inkml:brushProperty name="height" value="0.035" units="cm"/>
      <inkml:brushProperty name="color" value="#008C3A"/>
    </inkml:brush>
  </inkml:definitions>
  <inkml:trace contextRef="#ctx0" brushRef="#br0">359 155 13085,'-16'-111'7136,"16"109"-6868,-1 0 0,1 0 0,0 0 0,0 0 0,1 0 0,-1 0 1,0 0-1,0 0 0,1 0 0,-1 1 0,1-1 0,0 0 0,0 0 1,0 0-1,-1 1 0,1-1 0,1 0 0,-1 1 0,0-1 0,0 1 1,4-4 4567,8 12-3103,-12-6-1716,1 1 1,-1-1-1,1 1 0,-1-1 1,0 1-1,0 0 0,0 0 0,0 0 1,0 0-1,0 0 0,0 0 1,0 0-1,-1 0 0,1 0 1,-1 0-1,0 3 0,2 39 36,-2-30-54,0 56 1,-4 0 0,-2 0 0,-4-1 0,-18 70 0,-93 263 0,31-116 0,-25 236 0,110-490 0,1-11 0,1 1 0,1 0 0,1 26 0,1-46 0,0 0 0,0 0 0,0 0 0,0 1 0,1-1 0,-1 0 0,1 0 0,0 0 0,0 0 0,0 0 0,0 0 0,0 0 0,0 0 0,0 0 0,0-1 0,1 1 0,-1 0 0,4 2 0,-4-3 0,0-1 0,1 1 0,-1-1 0,0 1 0,1-1 0,-1 1 0,1-1 0,-1 0 0,1 1 0,-1-1 0,1 0 0,0 0 0,-1 0 0,1 0 0,-1-1 0,1 1 0,-1 0 0,1-1 0,-1 1 0,0-1 0,1 1 0,-1-1 0,1 0 0,-1 1 0,2-2 0,21-15 0,0 0 0,-1-1 0,-1-2 0,-1 0 0,-1-1 0,-1-1 0,17-25 0,108-183 0,-87 133 0,123-173 0,-174 262 0,-1 1 0,1 0 0,1 0 0,-1 0 0,1 1 0,0 0 0,10-6 0,-15 11 0,0 0 0,0 0 0,0 0 0,0 0 0,0 1 0,1-1 0,-1 1 0,0-1 0,0 1 0,1 0 0,-1 0 0,0 0 0,0 0 0,1 0 0,-1 0 0,0 0 0,0 1 0,0-1 0,1 1 0,-1 0 0,0 0 0,0 0 0,0 0 0,0 0 0,0 0 0,0 0 0,-1 1 0,1-1 0,0 1 0,-1-1 0,1 1 0,-1-1 0,1 1 0,-1 0 0,2 2 0,4 7 0,0 1 0,-1 0 0,0 0 0,0 0 0,-1 1 0,-1 0 0,0 0 0,-1 0 0,1 14 0,8 130 0,-10-103 0,4 63 0,27 325 0,-26-386-72,3 21-1002,32 128 1,-35-184 663,0 0-1,1 0 1,0-1 0,2 0-1,1 0 1,0-1 0,2 0-1,0-1 1,0-1 0,27 26-1,-34-38-1012,0 0 0,0-1 0,0 0 0,1 0 0,6 3 0,41 12-13089</inkml:trace>
</inkml:ink>
</file>

<file path=ppt/ink/ink1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1.020"/>
    </inkml:context>
    <inkml:brush xml:id="br0">
      <inkml:brushProperty name="width" value="0.035" units="cm"/>
      <inkml:brushProperty name="height" value="0.035" units="cm"/>
      <inkml:brushProperty name="color" value="#008C3A"/>
    </inkml:brush>
  </inkml:definitions>
  <inkml:trace contextRef="#ctx0" brushRef="#br0">297 550 8709,'-1'-21'2424,"-8"-41"0,7 53-1263,-1 1 0,1-1 0,-1 1 0,-1 0 0,0 0 0,0 0 0,-7-10 0,10 17 309,-3 2-1226,1 0 0,0 0 0,0 0 0,0 1 1,0 0-1,0-1 0,0 1 0,0 0 0,0 0 0,1 1 0,-1-1 1,1 0-1,-1 1 0,1 0 0,0-1 0,-2 5 0,-4 7 231,1 0-1,0 1 1,2 1-1,-1-1 0,2 1 1,-3 16-1,-2 2 49,-112 506-99,108-455-417,4 1 0,4 0 0,3 0-1,13 121 1,-8-182-7,1-1 0,1 0 0,1 0 0,12 29 0,-15-46 0,0 0 0,1 0 0,0-1 0,0 1 0,0-1 0,1 0 0,10 10 0,-11-13 0,-1-1 0,1 1 0,-1-1 0,1 0 0,0 0 0,0 0 0,0 0 0,0 0 0,0-1 0,0 0 0,0 0 0,0 0 0,1-1 0,7 1 0,-5-2 0,0 0 0,0 0 0,0 0 0,0-1 0,-1 0 0,1-1 0,-1 0 0,0 0 0,1 0 0,-1 0 0,-1-1 0,1 0 0,6-6 0,7-7 0,0-1 0,19-25 0,-8 5-72,-3-1 0,-1-1 0,-2-1 0,-2-2 0,-1 0 0,-3-1 0,-1-1 0,14-66 0,-8 6-211,-5-1 0,6-177 0,-22 195 36,-4 1 0,-3-1 0,-5 1 0,-35-147 0,34 197 176,-1 0 0,-2 1 0,-24-43 0,36 74 85,-1-1 0,0 1 0,0-1 0,-1 1 0,1 0 0,-1 0 0,-1 1 0,1-1 0,-1 1 0,1 0 0,-1 0 0,0 0 0,0 1 0,-1 0 0,1 0 0,-10-4 0,11 6 12,0 1 0,0 0 0,0-1-1,0 2 1,0-1 0,0 0 0,0 1-1,0-1 1,0 1 0,0 0-1,1 1 1,-1-1 0,0 1 0,1-1-1,-1 1 1,1 0 0,-1 1 0,1-1-1,0 0 1,0 1 0,0 0 0,0 0-1,0 0 1,-2 3 0,-8 10 108,1 1-1,0 1 1,2 0 0,0 0-1,0 1 1,2 1 0,0-1 0,-5 24-1,-2 18 257,-12 90-1,19-88-360,3-1 0,2 1 0,3 1 0,3-1 0,18 102 0,-13-129-36,1-2-1,2 1 1,1-1 0,28 53-1,-27-64-4,1 0 0,1 0 0,2-2 0,0 0 0,1-1 0,39 34 0,-42-42-342,0-1 0,0-1 0,2 0-1,-1-1 1,1-1 0,0-1 0,1 0-1,-1-1 1,1-1 0,1-1 0,-1 0 0,0-1-1,36 0 1,-36-3-838,1-2 1,-1 0-1,24-6 1,-24 4-909,0-2 1,-1 0 0,24-12-1,17-15-9461</inkml:trace>
</inkml:ink>
</file>

<file path=ppt/ink/ink1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1.543"/>
    </inkml:context>
    <inkml:brush xml:id="br0">
      <inkml:brushProperty name="width" value="0.035" units="cm"/>
      <inkml:brushProperty name="height" value="0.035" units="cm"/>
      <inkml:brushProperty name="color" value="#008C3A"/>
    </inkml:brush>
  </inkml:definitions>
  <inkml:trace contextRef="#ctx0" brushRef="#br0">0 129 11737,'4'-19'2270,"-1"0"-1,-1 0 1,-1-26 0,-1 44-2127,0 0 0,0 0 0,0 0 0,0 0 0,1 0 0,-1 0 0,0 0 0,1 0 0,-1 0 0,1 0 0,-1 0 0,1 0 0,-1 0 0,1 0 0,-1 1 0,1-1 0,0 0 0,0 0 0,-1 1 0,1-1 0,0 1 0,0-1 0,0 1 0,0-1 0,0 1 0,0-1 0,0 1 0,1-1 0,24-3 885,-17 5-848,1 0 1,-1 0-1,0 1 1,0 0-1,0 0 1,-1 1-1,1 0 0,-1 1 1,1-1-1,7 7 1,-2-2-28,-1 1 0,0 1 1,-1 0-1,21 22 1,-20-17-82,-1 0 0,-1 1 0,-1 0 0,0 0 0,-1 1 1,0 0-1,-2 1 0,0 0 0,-1 0 0,-1 1 0,0 0 0,-2-1 1,3 38-1,-6-25-30,0 1 0,-3 0 1,0-1-1,-2 1 0,-1-1 0,-2-1 1,-18 49-1,6-24-8,8-20 24,-17 36 0,53-81-32,-11 2-16,1 0-1,-1-1 0,0 0 0,0-1 1,14-14-1,54-65-16,-54 58 7,23-31-10,-27 33 6,45-46 0,-66 73 34,0 0-1,0 0 1,1 0-1,-1 0 1,0 1-1,1-1 1,-1 1-1,1-1 1,-1 1-1,1 0 1,0 0-1,0 0 0,-1 0 1,1 0-1,0 1 1,0-1-1,5 1 1,-6 1 8,1-1-1,-1 1 1,0 1 0,0-1 0,1 0 0,-1 0-1,0 1 1,0-1 0,0 1 0,-1 0-1,1 0 1,0 0 0,-1 0 0,1 0 0,-1 0-1,1 0 1,-1 0 0,0 0 0,0 0-1,1 4 1,17 38 408,18 66-1,-28-76-757,2-1-1,1 0 0,2 0 1,28 47-1,-28-58-531,13 19-2318,-25-39 2690,0 1 0,0-1 0,0 0 0,0 0 0,1 0 0,-1 0-1,1 0 1,-1-1 0,1 1 0,-1-1 0,1 0 0,4 2 0,7 1-6221</inkml:trace>
</inkml:ink>
</file>

<file path=ppt/ink/ink1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1.737"/>
    </inkml:context>
    <inkml:brush xml:id="br0">
      <inkml:brushProperty name="width" value="0.035" units="cm"/>
      <inkml:brushProperty name="height" value="0.035" units="cm"/>
      <inkml:brushProperty name="color" value="#008C3A"/>
    </inkml:brush>
  </inkml:definitions>
  <inkml:trace contextRef="#ctx0" brushRef="#br0">311 0 11165,'-24'5'535,"6"-2"303,0 1 1,-27 10 0,39-11-430,0 0 0,0 0 0,0 0 1,0 1-1,0 0 0,1 0 1,-1 0-1,1 1 0,0 0 0,-8 11 1,-4 10 551,1 1 0,1 1-1,1 0 1,1 1 0,2 1 0,1 0 0,1 0 0,-7 51 0,7-14-276,4 2 0,5 131 0,3-158-1032,2 0-1,1-1 0,3 0 1,1 0-1,2-1 0,2-1 0,23 49 1,-22-60-610,1 0 1,1-1-1,1 0 1,23 24-1,-23-33-733,0 0-1,0 0 1,2-2 0,0-1-1,35 21 1,2-8-7041</inkml:trace>
</inkml:ink>
</file>

<file path=ppt/ink/ink1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1.941"/>
    </inkml:context>
    <inkml:brush xml:id="br0">
      <inkml:brushProperty name="width" value="0.035" units="cm"/>
      <inkml:brushProperty name="height" value="0.035" units="cm"/>
      <inkml:brushProperty name="color" value="#008C3A"/>
    </inkml:brush>
  </inkml:definitions>
  <inkml:trace contextRef="#ctx0" brushRef="#br0">297 84 8541,'13'-69'2464,"-10"55"1556,-1 14-2437,2-1-1395,0 1 1,0 0 0,-1 1 0,1-1 0,0 0 0,-1 1 0,1 0 0,0 0 0,-1 0 0,1 1 0,-1-1 0,0 1 0,1 0 0,-1 0 0,0 0 0,0 0 0,0 0 0,0 1-1,-1-1 1,1 1 0,4 5 0,5 8 556,0 0-1,18 34 0,-13-17-255,-2 1-1,-1 1 1,-1 0-1,-2 1 1,-2 0-1,-1 1 1,-2 0-1,2 48 0,-6-36-206,-3-1-1,-2 0 1,-2 1-1,-2-1 1,-2-1-1,-15 47 0,2-27-59,-4-2 0,-2 0 0,-3-2 0,-3-1 0,-3-2-1,-81 103 1,13-55-452,26-29-1915,77-76 1692,-1-1 1,1 1-1,0 0 1,0 0-1,0 0 1,1 0-1,-1 0 1,1 0-1,-2 6 1,2-9 333,1 0 0,0 1 0,0-1 1,0 0-1,0 0 0,0 1 0,0-1 0,0 0 1,0 1-1,0-1 0,0 0 0,1 1 1,-1-1-1,0 0 0,0 1 0,0-1 0,0 0 1,0 0-1,0 1 0,1-1 0,-1 0 1,0 1-1,0-1 0,0 0 0,1 0 0,-1 0 1,0 1-1,0-1 0,1 0 0,-1 0 1,0 0-1,1 1 0,18-4-5655,22-12-5564</inkml:trace>
</inkml:ink>
</file>

<file path=ppt/ink/ink1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2.115"/>
    </inkml:context>
    <inkml:brush xml:id="br0">
      <inkml:brushProperty name="width" value="0.035" units="cm"/>
      <inkml:brushProperty name="height" value="0.035" units="cm"/>
      <inkml:brushProperty name="color" value="#008C3A"/>
    </inkml:brush>
  </inkml:definitions>
  <inkml:trace contextRef="#ctx0" brushRef="#br0">0 15 12033,'19'-14'2028,"3"14"-308,-3 0-343,13 0-249,19 0-348,-10 0-204,0 0-544,13 9-500,0-4-720,4 10-444,-4-4-461,-10 6-2023,0 6-3077</inkml:trace>
</inkml:ink>
</file>

<file path=ppt/ink/ink1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2.243"/>
    </inkml:context>
    <inkml:brush xml:id="br0">
      <inkml:brushProperty name="width" value="0.035" units="cm"/>
      <inkml:brushProperty name="height" value="0.035" units="cm"/>
      <inkml:brushProperty name="color" value="#008C3A"/>
    </inkml:brush>
  </inkml:definitions>
  <inkml:trace contextRef="#ctx0" brushRef="#br0">71 63 10321,'-29'6'2200,"7"-3"-64,3 2 7413,35-13-8385,3 2-280,22 0-652,35-2-956,-12-4-956,12-5-1016,7 6-3629,2 2-5752</inkml:trace>
</inkml:ink>
</file>

<file path=ppt/ink/ink1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5.390"/>
    </inkml:context>
    <inkml:brush xml:id="br0">
      <inkml:brushProperty name="width" value="0.035" units="cm"/>
      <inkml:brushProperty name="height" value="0.035" units="cm"/>
      <inkml:brushProperty name="color" value="#008C3A"/>
    </inkml:brush>
  </inkml:definitions>
  <inkml:trace contextRef="#ctx0" brushRef="#br0">206 151 12241,'-3'8'1583,"1"-8"727,-2-13 1953,2 3-3748,-11 24 1674,-10 16-1345,1 2-1,2 1 1,1 0 0,2 2 0,1 0 0,-16 51 0,24-58-669,1 0 0,1 0 1,1 1-1,2 0 0,0-1 1,2 1-1,2 0 0,0 0 1,7 36-1,-5-54-155,0 0-1,0 0 1,1-1 0,0 1-1,0-1 1,1 0 0,1 0-1,0 0 1,0-1 0,1 0 0,0 0-1,1-1 1,0 0 0,0 0-1,1 0 1,-1-1 0,2-1-1,-1 0 1,1 0 0,0-1 0,0 0-1,0 0 1,1-1 0,0-1-1,0 0 1,0 0 0,0-1 0,20 1-1,-10-1 13,-1-1 0,0-1-1,1-1 1,-1-1 0,0-1 0,0 0-1,0-2 1,0 0 0,0-2-1,-1 0 1,-1-1 0,1 0 0,-1-2-1,0 0 1,-1-1 0,-1-1-1,1 0 1,-2-2 0,0 1 0,0-2-1,-2 0 1,0-1 0,0 0 0,-2-1-1,18-33 1,-17 24-13,-1-1 1,-1 0 0,-2-1-1,0 0 1,-2 0-1,-1 0 1,-2-1-1,-1 0 1,0 0-1,-3 0 1,0 0-1,-2 1 1,-1-1 0,-1 1-1,-11-35 1,13 55-58,-5-18 54,-1 1 1,-1 0 0,-2 1 0,-14-24 0,22 41-56,0 1 1,-1 1-1,0-1 1,0 1-1,0 0 1,-1 0-1,0 0 1,-9-5 0,10 7-52,1 1 0,0 0 0,-1 1 1,0-1-1,1 1 0,-1 0 1,0 0-1,0 0 0,1 1 1,-1-1-1,0 1 0,0 0 1,0 1-1,-6 0 0,9 0-63,0 0 0,-1 0 0,1-1-1,0 1 1,0 1 0,0-1 0,0 0-1,0 0 1,0 1 0,0-1 0,0 1 0,1 0-1,-1-1 1,1 1 0,-1 0 0,1 0 0,-1 0-1,1 0 1,0 0 0,0 0 0,0 0 0,0 1-1,1-1 1,-1 0 0,0 0 0,1 5 0,-2 5-1155,0 0 0,2 1 0,0 20 1,1-25 643,2 32-6048,6 2-4385</inkml:trace>
</inkml:ink>
</file>

<file path=ppt/ink/ink1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5.567"/>
    </inkml:context>
    <inkml:brush xml:id="br0">
      <inkml:brushProperty name="width" value="0.035" units="cm"/>
      <inkml:brushProperty name="height" value="0.035" units="cm"/>
      <inkml:brushProperty name="color" value="#008C3A"/>
    </inkml:brush>
  </inkml:definitions>
  <inkml:trace contextRef="#ctx0" brushRef="#br0">16 43 11857,'-15'-43'7977,"34"43"-7397,0 0-432,3 3-504,3 0-792,4 3-672,-1 5-1121,-2-2-1175,18 8-3081</inkml:trace>
</inkml:ink>
</file>

<file path=ppt/ink/ink1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5.862"/>
    </inkml:context>
    <inkml:brush xml:id="br0">
      <inkml:brushProperty name="width" value="0.035" units="cm"/>
      <inkml:brushProperty name="height" value="0.035" units="cm"/>
      <inkml:brushProperty name="color" value="#008C3A"/>
    </inkml:brush>
  </inkml:definitions>
  <inkml:trace contextRef="#ctx0" brushRef="#br0">164 172 11437,'-33'-53'3409,"3"19"1962,26 29-4352,0 0 0,0 0 0,1-1 0,0 0 0,0 1 0,-2-9 0,-8-13 3857,3 16-4396,8 11-478,1-1 1,0 1-1,-1 0 0,1 0 0,0 0 0,-1 0 0,1 1 0,0-1 0,-1 0 0,1 0 1,0 1-1,0-1 0,-1 1 0,1-1 0,0 1 0,0 0 0,0-1 0,0 1 0,0 0 0,-1 0 1,1 0-1,1 0 0,-1 0 0,0 0 0,0 0 0,0 0 0,0 0 0,1 0 0,-1 0 1,1 0-1,-1 1 0,1-1 0,-1 0 0,1 1 0,-1 0 0,-2 8-6,0-1 1,1 0-1,-3 18 0,4-7 4,0 0 0,1 0 0,1 0 0,6 33 0,24 82 0,-19-94 0,-2 0 0,-2 0 0,3 51 0,-11-60-14,0 1 0,-3-1 0,0 0 0,-2-1 0,-2 1 0,0-1 0,-23 56 0,29-84-219,-1 0 0,1 1-1,0-1 1,0 0 0,1 0 0,-1 1-1,1-1 1,-1 0 0,1 1 0,0-1 0,1 4-1,2 11-3682,12-24-1595,-7 0 3698,0-1 0,0 0 1,-1 0-1,8-10 1,13-13-6570</inkml:trace>
</inkml:ink>
</file>

<file path=ppt/ink/ink1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6.003"/>
    </inkml:context>
    <inkml:brush xml:id="br0">
      <inkml:brushProperty name="width" value="0.035" units="cm"/>
      <inkml:brushProperty name="height" value="0.035" units="cm"/>
      <inkml:brushProperty name="color" value="#008C3A"/>
    </inkml:brush>
  </inkml:definitions>
  <inkml:trace contextRef="#ctx0" brushRef="#br0">29 115 11089,'-16'-11'2432,"4"2"-252,15-17-179,0 6-365,13 3-380,16 0-184,2 9-248,8 2-176,9 6-156,6 6-500,6-1-416,4 1-816,0 8-1040,-7 3-3573,-3 1-4988</inkml:trace>
</inkml:ink>
</file>

<file path=ppt/ink/ink1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7.110"/>
    </inkml:context>
    <inkml:brush xml:id="br0">
      <inkml:brushProperty name="width" value="0.035" units="cm"/>
      <inkml:brushProperty name="height" value="0.035" units="cm"/>
      <inkml:brushProperty name="color" value="#008C3A"/>
    </inkml:brush>
  </inkml:definitions>
  <inkml:trace contextRef="#ctx0" brushRef="#br0">471 135 9637,'0'-4'1855,"-2"-23"824,1 22-1987,0-1 0,0 1 1,1 0-1,0 0 0,0 0 0,2-8 1,-2 11-586,1-1 0,0 1-1,0 0 1,0 0 0,0-1 0,1 1 0,-1 0 0,0 0 0,1 0-1,0 0 1,-1 1 0,1-1 0,0 0 0,0 1 0,0-1 0,0 1 0,0 0-1,3-2 1,6-1 39,0 0 0,0 0 1,0 1-1,0 1 0,1 0 0,-1 0 0,1 1 0,-1 1 0,1 0 0,0 0 0,-1 1 1,1 1-1,13 3 0,-21-4-100,-1 1 1,1 0-1,-1-1 1,1 1-1,-1 0 1,0 0-1,0 1 1,0-1-1,0 1 1,0-1-1,-1 1 1,1 0-1,3 5 1,-2-1 72,0 0 0,0 0-1,-1 0 1,1 0 0,1 9 0,-4-11-47,1 0 0,-2-1 0,1 1 0,-1 0 0,1 0 1,-1 0-1,-1 0 0,1 0 0,-1 0 0,0 0 0,0 0 0,0 0 0,-3 6 0,0-2 46,0 0-1,-1 0 1,0 0-1,-1-1 1,0 1-1,-8 7 1,-7 6 150,-2-1 0,0-1 0,-34 22 0,-185 110 1165,134-86-861,65-41-284,14-9 42,2 1 1,0 2-1,1 0 1,-36 35-1,61-53-311,0-1-1,1 1 0,-1-1 1,1 1-1,0 0 0,-1-1 1,1 1-1,-1 0 0,1-1 1,0 1-1,-1 0 1,1 0-1,0-1 0,0 1 1,0 0-1,0 0 0,0-1 1,0 1-1,0 0 0,0 0 1,0-1-1,0 1 1,0 0-1,0 0 0,0 0 1,1-1-1,-1 1 0,0 0 1,0-1-1,1 1 0,-1 0 1,1-1-1,-1 1 1,1 0-1,-1-1 0,1 1 1,-1-1-1,1 1 0,-1-1 1,1 1-1,1 0 0,31 16 353,-18-13-317,0 0 0,0-1-1,1 0 1,0-2 0,21 1-1,86-9-180,-87 4 16,363-42-5548,-169 16-5971,-132 18-629</inkml:trace>
</inkml:ink>
</file>

<file path=ppt/ink/ink1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7.750"/>
    </inkml:context>
    <inkml:brush xml:id="br0">
      <inkml:brushProperty name="width" value="0.035" units="cm"/>
      <inkml:brushProperty name="height" value="0.035" units="cm"/>
      <inkml:brushProperty name="color" value="#008C3A"/>
    </inkml:brush>
  </inkml:definitions>
  <inkml:trace contextRef="#ctx0" brushRef="#br0">61 198 10529,'-6'-1'740,"0"0"-1,0-1 1,-1 1-1,1-1 1,0-1 0,0 1-1,0-1 1,-6-4 0,12 6-438,0-1 0,0 1 1,1-1-1,-1 1 1,0-1-1,1 1 1,-1-1-1,1 1 0,-1-1 1,1 1-1,0-1 1,1-1 61,-1 1-202,1 0 0,-1 0 0,0-1 0,1 1 0,0 0 0,-1 1 0,1-1 1,0 0-1,0 0 0,0 1 0,1-1 0,-1 1 0,0 0 0,0 0 0,5-2 0,39-10 669,-33 10-555,88-16 922,138-9 0,-160 20-987,482-28 649,-325 23-2808,-207 10 1746,-8 1-2412,-5 2-8334</inkml:trace>
</inkml:ink>
</file>

<file path=ppt/ink/ink1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47.950"/>
    </inkml:context>
    <inkml:brush xml:id="br0">
      <inkml:brushProperty name="width" value="0.035" units="cm"/>
      <inkml:brushProperty name="height" value="0.035" units="cm"/>
      <inkml:brushProperty name="color" value="#008C3A"/>
    </inkml:brush>
  </inkml:definitions>
  <inkml:trace contextRef="#ctx0" brushRef="#br0">368 121 9277,'-11'-64'3672,"9"59"-2836,1 0 0,-1 0 1,0 1-1,0-1 0,-1 0 1,1 1-1,-1-1 0,0 1 0,0 0 1,-5-5-1,6 8 1106,0 1-1732,1 0 0,-1 1 1,1-1-1,-1 1 0,1-1 1,-1 1-1,1 0 0,-1-1 1,1 1-1,-1 0 0,1 0 1,0 0-1,0 0 1,-1 0-1,1 1 0,0-1 1,0 0-1,0 0 0,0 1 1,0-1-1,1 1 0,-1-1 1,0 1-1,1-1 0,-1 2 1,-12 43 1262,13-43-1207,-29 193 924,7-32-911,-136 547-5972,143-654 4198,-25 126-8860,24-84-1885</inkml:trace>
</inkml:ink>
</file>

<file path=ppt/ink/ink1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0.466"/>
    </inkml:context>
    <inkml:brush xml:id="br0">
      <inkml:brushProperty name="width" value="0.035" units="cm"/>
      <inkml:brushProperty name="height" value="0.035" units="cm"/>
      <inkml:brushProperty name="color" value="#008C3A"/>
    </inkml:brush>
  </inkml:definitions>
  <inkml:trace contextRef="#ctx0" brushRef="#br0">221 393 11289,'-3'-37'10244,"0"38"-9120,-2 1-916,1 0 0,-1 0 1,1 1-1,0-1 1,0 1-1,0 0 0,0 0 1,0 1-1,1-1 0,0 1 1,-1-1-1,1 1 0,0 0 1,1 0-1,-4 7 1,-5 10 706,-16 46 1,15-35-395,-8 24 663,-23 95 0,36-117-915,1-1-1,2 1 1,2 0-1,2 46 1,1-64-223,1-1 0,0 1 0,1 0-1,1-1 1,1 0 0,0 0 0,1 0 0,10 19 0,-13-28-32,1 0 0,0 0-1,1 0 1,-1-1-1,1 0 1,0 0 0,0 0-1,0 0 1,1-1 0,0 0-1,0 0 1,0 0-1,0-1 1,1 0 0,-1 0-1,1-1 1,0 1-1,-1-1 1,1-1 0,0 0-1,10 1 1,-6-1-14,-1-1 0,1 0 0,-1-1 0,1 0 0,-1-1 0,0 0 0,0-1 0,0 0 0,0 0 0,0-1 0,0 0 0,-1-1 0,0 0 0,0-1 0,0 0 0,-1 0 0,0-1 0,0 0 0,0 0 0,-1-1 0,0 0 0,-1 0 0,11-18 0,-3 2 0,-2-1 0,-1-1 0,0 0 0,-2 0 0,-1-1 0,-2 0 0,0 0 0,3-50 0,-7 26 0,-1-1 0,-3 1 0,-15-95 0,9 102 0,-2 2 0,-2-1 0,-1 1 0,-32-65 0,37 91 0,0 0 0,-2 1 0,1-1 0,-2 2 0,0 0 0,-1 0 0,-1 1 0,1 0 0,-2 1 0,0 1 0,-1 0 0,0 1 0,-31-17 0,41 25-244,0 0 0,-1 1 0,1-1 1,-1 1-1,1 0 0,-1 0 0,1 0 0,-1 1 0,1 0 0,-1 0 1,1 1-1,-1-1 0,1 1 0,-1 0 0,1 1 0,-1-1 0,1 1 1,0 0-1,0 0 0,0 1 0,0 0 0,0 0 0,1 0 0,-1 0 1,1 1-1,0-1 0,0 1 0,0 0 0,-5 7 0,3-3-491,0 1 1,0 0-1,1 0 0,0 1 0,0-1 0,1 1 0,1 0 0,-1 0 0,2 0 1,-1 1-1,2-1 0,-1 0 0,1 1 0,1 0 0,0 10 0,10 33-9974</inkml:trace>
</inkml:ink>
</file>

<file path=ppt/ink/ink1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0.640"/>
    </inkml:context>
    <inkml:brush xml:id="br0">
      <inkml:brushProperty name="width" value="0.035" units="cm"/>
      <inkml:brushProperty name="height" value="0.035" units="cm"/>
      <inkml:brushProperty name="color" value="#008C3A"/>
    </inkml:brush>
  </inkml:definitions>
  <inkml:trace contextRef="#ctx0" brushRef="#br0">23 55 13337,'-22'-29'8237,"28"18"-7997,0-1-440,20 9-5077,-7 3 485,0 9-3769</inkml:trace>
</inkml:ink>
</file>

<file path=ppt/ink/ink1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0.986"/>
    </inkml:context>
    <inkml:brush xml:id="br0">
      <inkml:brushProperty name="width" value="0.035" units="cm"/>
      <inkml:brushProperty name="height" value="0.035" units="cm"/>
      <inkml:brushProperty name="color" value="#008C3A"/>
    </inkml:brush>
  </inkml:definitions>
  <inkml:trace contextRef="#ctx0" brushRef="#br0">247 86 12673,'-58'-57'3390,"43"43"4116,2 0-4634,9 15 1839,-36 94-4095,-50 187 1,82-248-579,2 0 0,0 1 0,3 0 1,0 0-1,3 0 0,1 0 0,1 0 1,2 0-1,12 50 0,-9-63-38,1 0 0,1-1 0,1 0 0,18 29 0,-20-37 0,1 0 0,1-1 0,0 0 0,0 0 0,1-1 0,1-1 0,17 14 0,-26-22 0,0 0 0,0-1 0,0 1 0,-1-1 0,1 0 0,1 1 0,-1-1 0,0-1 0,0 1 0,0 0 0,1-1 0,-1 0 0,0 1 0,0-1 0,1 0 0,-1-1 0,0 1 0,0-1 0,1 1 0,-1-1 0,0 0 0,0 0 0,0-1 0,0 1 0,0 0 0,3-3 0,-4 2 0,0 1 0,0-1 0,0 0 0,-1 0 0,1-1 0,0 1 0,-1 0 0,0 0 0,1-1 0,-1 1 0,0-1 0,0 1 0,0-1 0,-1 1 0,1-1 0,-1 0 0,1 1 0,-1-1 0,0 0 0,0 1 0,0-1 0,0 0 0,0 0 0,-1 1 0,1-1 0,-1 1 0,0-1 0,0 0 0,0 1 0,0-1 0,-2-2 0,-3-6-19,-1 0 0,0 0 0,-1 1 0,0 0 0,0 1 0,-1 0 0,0 0 0,-12-8 0,-12-7-470,-39-22 0,69 44-1654</inkml:trace>
</inkml:ink>
</file>

<file path=ppt/ink/ink1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1.359"/>
    </inkml:context>
    <inkml:brush xml:id="br0">
      <inkml:brushProperty name="width" value="0.035" units="cm"/>
      <inkml:brushProperty name="height" value="0.035" units="cm"/>
      <inkml:brushProperty name="color" value="#008C3A"/>
    </inkml:brush>
  </inkml:definitions>
  <inkml:trace contextRef="#ctx0" brushRef="#br0">36 120 10333,'1'-4'444,"0"1"1,0-1 0,-1 0-1,1 0 1,-1 0-1,0 1 1,0-1-1,-1 0 1,1 0-1,-1 1 1,0-1-1,0 0 1,0 1-1,0-1 1,-1 1-1,1-1 1,-1 1-1,0 0 1,0-1-1,0 1 1,0 0 0,-1 0-1,1 1 1,-1-1-1,-4-3 1,6 5 1399,-3-22 1795,4 20-2287,5 13-530,-2-4-687,17 35 310,-1 1 1,-3 0 0,-1 2-1,-2-1 1,11 68-1,-20-76-364,-2-1 0,-3 61 0,-1-76-57,0 0 0,-2 1 0,0-2 0,-1 1 0,-1 0 0,-10 22 0,-14 32-24,30-73-4,0 0-1,0 0 1,0 0-1,0-1 1,0 1-1,0 0 1,0 0-1,0 0 1,-1-1-1,1 1 1,0 0-1,0 0 1,0 0-1,0 0 1,0-1-1,-1 1 1,1 0-1,0 0 1,0 0-1,0 0 1,0 0-1,-1 0 1,1 0-1,0 0 1,0-1-1,0 1 1,-1 0-1,1 0 1,0 0-1,0 0 1,0 0-1,-1 0 1,1 0-1,0 0 1,0 0-1,-1 0 1,1 0 0,0 0-1,0 1 1,0-1-1,-1 0 1,1 0-1,0 0 1,0 0-1,0 0 1,0 0-1,-1 0 1,1 1-1,0-1 1,0 0-1,0 0 1,0 0-1,0 0 1,-1 0-1,1 1 1,-2-20-480,3 8-328,0 0 1,2 1-1,-1-1 1,1 1-1,1 0 1,0 0-1,0 0 1,1 0-1,6-10 1,9-19-6953,-19 34 2605,-1-9-2851</inkml:trace>
</inkml:ink>
</file>

<file path=ppt/ink/ink1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1.733"/>
    </inkml:context>
    <inkml:brush xml:id="br0">
      <inkml:brushProperty name="width" value="0.035" units="cm"/>
      <inkml:brushProperty name="height" value="0.035" units="cm"/>
      <inkml:brushProperty name="color" value="#008C3A"/>
    </inkml:brush>
  </inkml:definitions>
  <inkml:trace contextRef="#ctx0" brushRef="#br0">445 178 7329,'-2'-4'450,"1"1"1,-1-1-1,1 0 1,-1 0-1,1 0 1,1 0-1,-1-1 1,0 1-1,1 0 1,0 0-1,0 0 1,1-6-1,-1 4 538,1-1 0,-2 1 0,1 0 0,-1 0 0,1 0 0,-4-10 0,2 10-439,-1 1 0,0 0 0,0 0 0,0 0 1,-1 1-1,1-1 0,-1 1 0,0 0 1,-1 0-1,1 0 0,-1 0 0,-5-3 0,8 6 288,0 0-77,-1 0-714,1 1 0,0-1 0,0 1-1,-1 0 1,1-1 0,0 1 0,-1 0 0,1 0 0,0 1 0,-1-1 0,1 0 0,0 1 0,-1 0 0,1-1 0,0 1 0,0 0 0,-3 1 0,-1 2 175,1 0 0,-1 0 1,1 0-1,-1 0 0,-8 10 0,-2 6 371,0 0 0,-16 29 0,25-37-592,-58 100 0,59-98 0,0 0 0,1 0 0,0 1 0,1-1 0,1 1 0,-3 23 0,4-10 0,2 0 0,2 34 0,0-50 0,0 1 0,1-1 0,0 0 0,0 0 0,2 0 0,-1 0 0,8 13 0,10 9 0,1-1 0,2-1 0,35 37 0,34 42 0,-92-108 0,0-1 0,0 1 0,0 0 0,0 0 0,-1 0 0,1 0 0,-1 0 0,0 0 0,0 0 0,0 1 0,0-1 0,0 0 0,-1 1 0,0-1 0,1 1 0,-1-1 0,-1 0 0,1 1 0,0-1 0,-1 1 0,0-1 0,1 0 0,-1 1 0,-1-1 0,-2 6 0,0-4 0,0 1 0,0-1 0,0 0 0,-1-1 0,0 1 0,0-1 0,-1 0 0,1 0 0,-1 0 0,1-1 0,-1 0 0,-9 3 0,-49 17 0,0-2 0,-74 12 0,98-25-291,37-7-1241,3-5-3374,1-3 3532,1 1 1,-1-1 0,1 0 0,0 1-1,1 0 1,0-1 0,3-6-1,18-12-10693</inkml:trace>
</inkml:ink>
</file>

<file path=ppt/ink/ink1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1.904"/>
    </inkml:context>
    <inkml:brush xml:id="br0">
      <inkml:brushProperty name="width" value="0.035" units="cm"/>
      <inkml:brushProperty name="height" value="0.035" units="cm"/>
      <inkml:brushProperty name="color" value="#008C3A"/>
    </inkml:brush>
  </inkml:definitions>
  <inkml:trace contextRef="#ctx0" brushRef="#br0">1 84 9981,'41'-20'2220,"-22"14"-64,0-3-348,0 4-319,16-1-293,16 0-276,-16 0-4,6 1-352,0 2-136,4-6-244,-4 4-540,0 2-872,1 3-792,-1 0-3429,-22 3-4376</inkml:trace>
</inkml:ink>
</file>

<file path=ppt/ink/ink1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2.408"/>
    </inkml:context>
    <inkml:brush xml:id="br0">
      <inkml:brushProperty name="width" value="0.035" units="cm"/>
      <inkml:brushProperty name="height" value="0.035" units="cm"/>
      <inkml:brushProperty name="color" value="#008C3A"/>
    </inkml:brush>
  </inkml:definitions>
  <inkml:trace contextRef="#ctx0" brushRef="#br0">42 162 11105,'-8'-20'1054,"-25"-81"11741,33 99-12516,0-1 1,0 1-1,1 0 1,-1-1 0,1 1-1,0-1 1,-1 1-1,1 0 1,0 0-1,0 0 1,2-3 0,-1 1 240,-1 4-443,0-1 0,0 0-1,0 1 1,0-1 0,0 1-1,0-1 1,0 1 0,0-1 0,0 1-1,0 0 1,0-1 0,0 1-1,0 0 1,0 0 0,1 0-1,-1 0 1,2 0 0,-1 0 102,2 0-111,0 0 1,1 0 0,-1 0-1,0 0 1,0 1 0,0 0-1,0 0 1,0 0 0,-1 0-1,1 0 1,0 1 0,0 0-1,-1 0 1,1 0-1,-1 0 1,1 0 0,4 5-1,3 3 58,0 0 0,-1 1-1,15 19 1,-16-17-89,-1 0 0,-1 0 0,1 0 0,-2 1-1,0 0 1,-1 1 0,-1-1 0,0 1 0,0 0 0,-2 0 0,0 0 0,0 0 0,-2 0-1,0 1 1,-1-1 0,0 0 0,-6 26 0,1-14-85,-2 0 0,-1-1-1,-1 0 1,-1 0 0,-1-1 0,-1-1-1,-1 0 1,-33 41 0,18-21-536,28-41 349,2-2 193,0 1-1,0-1 1,0 0-1,0 0 1,0 0 0,0 0-1,1 0 1,-1 0-1,0 0 1,1-1-1,-1 1 1,0 0-1,1-1 1,2 2-1,2-3 9,-1-1 0,1 1 0,-1-1 0,1 0 0,-1 0 0,0 0 0,6-4 0,0 1-10,18-12-56,-1 0 0,0-2 0,-1-1 0,42-41 0,10-7 9,-48 42 143,22-18 66,-48 41-26,-1 0 0,1 0 0,0 1 1,0 0-1,0-1 0,0 2 0,0-1 1,0 1-1,10-2 0,-13 3-63,0 0 1,0 0-1,0 1 0,0-1 0,0 0 0,0 1 0,0 0 1,0-1-1,-1 1 0,1 0 0,0 0 0,0 0 0,0 0 1,-1 0-1,1 1 0,-1-1 0,1 0 0,-1 1 1,1-1-1,-1 1 0,0 0 0,0-1 0,0 1 0,0 0 1,0 0-1,2 3 0,2 8 170,0 0 0,-1 0-1,3 16 1,-1-5-101,1 2-302,1-1 0,1 0 0,2-1 0,14 26 0,-18-39 50,-1-1 0,2 0 0,-1 0 0,1-1 0,1 0 0,0 0-1,0-1 1,0 0 0,1-1 0,1 0 0,11 6 0,12 4-2960,46 15 1,-60-26-924,-1 0 1,23 2-1,-12-4-4540</inkml:trace>
</inkml:ink>
</file>

<file path=ppt/ink/ink1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2.561"/>
    </inkml:context>
    <inkml:brush xml:id="br0">
      <inkml:brushProperty name="width" value="0.035" units="cm"/>
      <inkml:brushProperty name="height" value="0.035" units="cm"/>
      <inkml:brushProperty name="color" value="#008C3A"/>
    </inkml:brush>
  </inkml:definitions>
  <inkml:trace contextRef="#ctx0" brushRef="#br0">206 1 12117,'-1'1'226,"-1"0"1,0 0-1,0-1 0,0 1 0,0 0 0,0-1 1,-1 1-1,1-1 0,0 1 0,0-1 0,0 0 0,0 0 1,0 0-1,-1 0 0,1-1 0,-2 1 0,1-1 141,1 1-1,0-1 1,-1 1-1,1 0 0,-1 0 1,1 1-1,-1-1 0,1 0 1,0 1-1,-4 0 0,-11 12 4662,-1 16-2364,16-24-1929,-15 25 477,2 1-1,-20 56 1,18-7-7586,7-44 1808,5-12-1787,2-6-5424</inkml:trace>
</inkml:ink>
</file>

<file path=ppt/ink/ink1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3.060"/>
    </inkml:context>
    <inkml:brush xml:id="br0">
      <inkml:brushProperty name="width" value="0.035" units="cm"/>
      <inkml:brushProperty name="height" value="0.035" units="cm"/>
      <inkml:brushProperty name="color" value="#008C3A"/>
    </inkml:brush>
  </inkml:definitions>
  <inkml:trace contextRef="#ctx0" brushRef="#br0">83 102 9861,'-2'1'247,"0"0"0,0 0 0,0-1 0,0 1 0,0 0 0,-1-1 0,1 0 0,0 1-1,0-1 1,0 0 0,-1 0 0,1 0 0,0 0 0,0-1 0,-1 1 0,1-1 0,0 1 0,0-1 0,0 0 0,0 0 0,0 1 0,0-2 0,0 1 0,0 0 0,0 0 0,0-1 0,-2-2 0,-15-7 5388,16 9-3005,15 0-1020,-1 1-1234,56-4 926,81 6 0,-17 1-692,-50-4-440,154-5-470,-177 2-1771,-1-2 1,58-15 0,-111 21 1372,0-1 0,0 0 0,0 1 0,0-1 0,0 0 0,0-1 0,-1 1 0,5-5 0,4-1-4430</inkml:trace>
</inkml:ink>
</file>

<file path=ppt/ink/ink1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3.231"/>
    </inkml:context>
    <inkml:brush xml:id="br0">
      <inkml:brushProperty name="width" value="0.035" units="cm"/>
      <inkml:brushProperty name="height" value="0.035" units="cm"/>
      <inkml:brushProperty name="color" value="#008C3A"/>
    </inkml:brush>
  </inkml:definitions>
  <inkml:trace contextRef="#ctx0" brushRef="#br0">273 3 9953,'-8'-2'1526,"8"4"-610,8 4 3499,-21 6-529,10-10-3204,-1 3-212,0-1 0,0 1-1,0 0 1,1 0 0,0 0 0,0 1 0,0-1-1,1 1 1,-3 6 0,-14 62 1772,7-25-1037,-43 162 543,22-69-4281,29-122 1840,-5 12-2181,-1 0 0,-22 47-1,11-30-2408,-6 22-5872</inkml:trace>
</inkml:ink>
</file>

<file path=ppt/ink/ink1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5.520"/>
    </inkml:context>
    <inkml:brush xml:id="br0">
      <inkml:brushProperty name="width" value="0.035" units="cm"/>
      <inkml:brushProperty name="height" value="0.035" units="cm"/>
      <inkml:brushProperty name="color" value="#008C3A"/>
    </inkml:brush>
  </inkml:definitions>
  <inkml:trace contextRef="#ctx0" brushRef="#br0">89 13 8861,'-3'-2'1029,"0"0"0,-1 1 0,1-1 0,-1 1 0,0 0-1,1 0 1,-1 0 0,0 0 0,-4 0 0,-9 2-1181,14 0 615,-6 16 199,-7 32 146,16-47-566,0 18-107,0-6-114,0-19-233,0-20-464,0 21 17,-3-13-16139</inkml:trace>
</inkml:ink>
</file>

<file path=ppt/ink/ink1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5.933"/>
    </inkml:context>
    <inkml:brush xml:id="br0">
      <inkml:brushProperty name="width" value="0.035" units="cm"/>
      <inkml:brushProperty name="height" value="0.035" units="cm"/>
      <inkml:brushProperty name="color" value="#008C3A"/>
    </inkml:brush>
  </inkml:definitions>
  <inkml:trace contextRef="#ctx0" brushRef="#br0">368 112 8585,'7'-13'1493,"-4"0"2439,-14-5 1384,7 13-4417,-42-47 6144,44 50-5230,1 1-1734,0 0 0,1 1 0,-1-1 0,1 1 0,-1-1 0,0 1 0,1-1 0,-1 1 0,0-1 0,0 1 0,1-1 0,-1 1 0,0 0 0,0 0 0,1-1 0,-1 1 0,0 0 0,0 0 0,0 0 0,0 0 0,1 0 0,-1 0 0,0 0 0,0 0 0,0 0 0,0 0 0,-1 1 0,-19 9 1000,-2 17-1013,1 2 0,2 0 0,1 2-1,1 0 1,-23 56 0,10-17-66,-42 144 0,66-186 0,2-1 0,0 1 0,2 0 0,1 1 0,1-1 0,1 0 0,2 1 0,8 45 0,-8-65 0,1-1 0,0 1 0,0-1 0,1 0 0,0 0 0,0 0 0,1 0 0,0-1 0,0 0 0,1 0 0,0 0 0,0 0 0,8 5 0,-11-9 0,3 2 0,0 0 0,-1-1 0,2 0 0,-1-1 0,0 1 0,1-1 0,-1 0 0,1-1 0,0 0 0,0 0 0,0 0 0,0-1 0,0 0 0,0 0 0,14-1 0,-10 1 0,4 0 0,1-1 0,-1-1 0,0 0 0,0-1 0,1-1 0,-2 0 0,1-1 0,0 0 0,-1-2 0,0 1 0,23-14 0,-20 8 0,0-1 0,0 0 0,-1-1 0,-1-1 0,0-1 0,-1 0 0,-1 0 0,12-19 0,-8 7 0,0-1 0,-2-1 0,-1-1 0,-1 0 0,-2 0 0,-1-2 0,-1 1 0,-2-1 0,-1 0 0,3-61 0,-9 68 0,0 0 0,-2-1 0,-1 1 0,-1 0 0,-13-46 0,14 62 0,0 1 0,0-1 0,-1 1 0,0 0 0,0 0 0,-1 0 0,0 1 0,0-1 0,-1 1 0,0 1 0,0-1 0,-1 1 0,0 0 0,0 0 0,0 1 0,0 0 0,-1 0 0,0 1 0,-13-5 0,18 8-133,-1 0 0,1 0 0,0 0 0,-1 1 0,1-1 0,-1 1 0,1 0 0,-1 0 0,1 1 0,-1-1 0,1 1 0,0-1 0,-1 1 1,1 0-1,-6 3 0,3-1-437,1 0 0,0 0 0,0 1 1,0 0-1,0 0 0,0 0 0,1 0 0,-6 8 1,3-3-735,0 1 1,1 0-1,0 0 1,1 1-1,0-1 1,1 1-1,0 0 0,-5 22 1,5 7-9493</inkml:trace>
</inkml:ink>
</file>

<file path=ppt/ink/ink1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6.118"/>
    </inkml:context>
    <inkml:brush xml:id="br0">
      <inkml:brushProperty name="width" value="0.035" units="cm"/>
      <inkml:brushProperty name="height" value="0.035" units="cm"/>
      <inkml:brushProperty name="color" value="#008C3A"/>
    </inkml:brush>
  </inkml:definitions>
  <inkml:trace contextRef="#ctx0" brushRef="#br0">115 140 10837,'-51'-37'2652,"48"23"128,-7-3-183,1 0-501,-4 5-372,3-2 768,1 3-1748,-1 2-464,26 3-1968,0 3-160,3 12-616,41 20-14754</inkml:trace>
</inkml:ink>
</file>

<file path=ppt/ink/ink1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6.355"/>
    </inkml:context>
    <inkml:brush xml:id="br0">
      <inkml:brushProperty name="width" value="0.035" units="cm"/>
      <inkml:brushProperty name="height" value="0.035" units="cm"/>
      <inkml:brushProperty name="color" value="#008C3A"/>
    </inkml:brush>
  </inkml:definitions>
  <inkml:trace contextRef="#ctx0" brushRef="#br0">16 84 11997,'-2'-7'530,"-10"-29"991,10 4 4381,9 29-2652,23-3-1235,-25 7-1790,0 0 0,0 1 0,-1-1 0,1 1 0,0 0 0,8 5 0,8 3 329,-9-5-254,0 0 0,-1 2 0,1-1 0,-1 2 0,-1-1 0,1 1 0,-1 1 1,-1 0-1,12 14 0,-6-5-100,-2 0 0,0 2 0,-2-1 0,0 2 0,-1-1 0,-1 2 0,-1-1 0,-1 1 0,0 0 1,-2 0-1,3 33 0,-4-10-198,-2 0-1,-3-1 1,-1 1 0,-15 83 0,-42 135-6420,44-199 3004,9-43 1703,-2 11-6170,9-8-2466</inkml:trace>
</inkml:ink>
</file>

<file path=ppt/ink/ink1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6.510"/>
    </inkml:context>
    <inkml:brush xml:id="br0">
      <inkml:brushProperty name="width" value="0.035" units="cm"/>
      <inkml:brushProperty name="height" value="0.035" units="cm"/>
      <inkml:brushProperty name="color" value="#008C3A"/>
    </inkml:brush>
  </inkml:definitions>
  <inkml:trace contextRef="#ctx0" brushRef="#br0">61 124 9893,'-32'-23'2544,"16"6"-304,10-1-59,-1 1 1683,11 3-2420,-1-3-268,13 8-260,3 3-180,16 4-216,28 4-648,-12 7-340,6-3-284,-3 5-416,60 9-2852,-56-11 999,-8-1-1643,1 4-3645</inkml:trace>
</inkml:ink>
</file>

<file path=ppt/ink/ink1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6.789"/>
    </inkml:context>
    <inkml:brush xml:id="br0">
      <inkml:brushProperty name="width" value="0.035" units="cm"/>
      <inkml:brushProperty name="height" value="0.035" units="cm"/>
      <inkml:brushProperty name="color" value="#008C3A"/>
    </inkml:brush>
  </inkml:definitions>
  <inkml:trace contextRef="#ctx0" brushRef="#br0">1 72 11721,'1'0'111,"0"0"0,0 0 0,0 0 0,0 0 0,0 0-1,0 0 1,0 0 0,0-1 0,0 1 0,0 0 0,0-1 0,0 1 0,0 0 0,0-1-1,0 1 1,0-1 0,0 0 0,0 1 0,0-1 0,0 0 0,-1 1 0,1-1 0,0 0 0,-1 0-1,2-1 1,1-25 2445,-3 24-2364,1 0 31,0 1 1,1 0-1,-1 0 1,0 0 0,1 0-1,-1 0 1,1 0-1,-1 0 1,1 1-1,0-1 1,0 0 0,3-1-1,-4 3 39,5-2 389,3 2-453,-6 0-146,0 0 0,-1 0 0,1 1 0,0-1-1,-1 0 1,1 1 0,0 0 0,-1 0 0,1-1 0,-1 2 0,1-1 0,-1 0 0,1 0 0,-1 1-1,0-1 1,0 1 0,0 0 0,0 0 0,0-1 0,0 1 0,2 4 0,4 7 83,-1-1 0,0 1 0,-1 1-1,0-1 1,-1 1 0,-1 0 0,-1 0 0,1 0 0,-2 1 0,0-1 0,-1 1 0,-1 0 0,-1 16 0,0-12 62,-1-1 0,-1 1 0,-1 0-1,-1-1 1,0 0 0,-1 0 0,-1-1 0,-1 1 0,-1-2 0,-10 17 0,1-6 103,-29 45 575,43-65-775,1-1 0,0 1 0,0 0-1,1 0 1,0 1 0,0-1 0,0 0 0,0 16-1,2-21-88,0 0-1,0 1 1,0-1 0,1 0-1,-1 1 1,1-1 0,0 0-1,0 0 1,-1 0-1,2 1 1,-1-1 0,0 0-1,0 0 1,0 0-1,1-1 1,-1 1 0,1 0-1,2 1 1,0 0-90,0 0 0,0 0 0,1 0 0,-1-1 0,1 1 0,0-1 0,9 2 0,6 1-574,0-1 0,0-1 0,25 0 0,-44-3 636,148-2-5508,-49-5-2040,-27 2-1941</inkml:trace>
</inkml:ink>
</file>

<file path=ppt/ink/ink1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7.208"/>
    </inkml:context>
    <inkml:brush xml:id="br0">
      <inkml:brushProperty name="width" value="0.035" units="cm"/>
      <inkml:brushProperty name="height" value="0.035" units="cm"/>
      <inkml:brushProperty name="color" value="#008C3A"/>
    </inkml:brush>
  </inkml:definitions>
  <inkml:trace contextRef="#ctx0" brushRef="#br0">148 115 8289,'2'-4'212,"-1"2"12,0 0 0,1 0 0,-1 0 0,0 1 0,0-1 0,0 0 0,-1 0-1,1 0 1,0-1 0,-1 1 0,0 0 0,1 0 0,-1 0 0,0 0 0,0 0 0,0-1 0,0 1 0,0 0-1,-1 0 1,1 0 0,-1 0 0,1 0 0,-1 0 0,0 0 0,0 0 0,0 0 0,-1-3 0,0 3 1518,0-1-231,-1-2-918,0 2-218,1 0 1,0 0-1,0 0 0,0-1 1,0 1-1,1-1 1,-2-5-1,21 2 1337,-17 6-1666,0 1 0,1 0 0,-1 0 0,0 0 0,0 0 0,0 0 1,0 0-1,0 0 0,0 0 0,0 0 0,1 0 0,-1 1 0,0-1 0,0 1 0,0-1 0,0 1 0,0-1 0,0 1 0,0-1 0,0 1 0,-1 0 0,1-1 0,0 1 1,0 0-1,0 0 0,-1 0 0,1 0 0,0-1 0,-1 1 0,1 2 0,17 36 649,-14-29-528,1 5-53,-1 1 1,0 0 0,-1 0 0,0 0-1,-2 0 1,0 0 0,0 0 0,-2 1 0,0-1-1,-1 0 1,0 0 0,-8 24 0,-6 13 44,-4 0 0,-33 65 1,12-27 17,-14 12-20,35-69-80,21-32-79,0 0-1,0 0 1,1 0-1,-1 0 1,0 0-1,1 0 1,-1 0-1,1 0 1,0-1-1,-1 1 1,1-1-1,3 2 1,-1-2 0,-1-1 1,0 0 0,0 0 0,1 0 0,-1 0 0,0-1 0,0 1 0,1-1 0,-1 0 0,0 0 0,0 0 0,5-3-1,39-22 2,-39 21-7,21-14-5,-1-2 0,-1 0 0,-1-2 0,-1-2 0,31-38 1,50-47 1092,-105 109-1061,0 0 0,0 0 0,0 0 0,0 1 0,0-1 0,0 0 0,0 1 0,0-1 0,0 1 0,0-1 0,0 1 0,0 0 0,0-1 0,0 1 0,1 0 0,-1 0 0,0 0 0,0 0 0,0 0 0,0 0 0,1 0 0,-1 0 0,0 0 0,0 0 0,0 1 0,0-1 0,0 0 0,0 1 0,0-1 0,0 1 0,0 0 0,0-1 0,0 1 0,0 0 0,0-1 0,0 1 0,0 0 0,0 0 0,-1 0 0,1 0 0,1 1 0,6 13 73,0-1 0,-2 1 0,1 1 1,-2-1-1,8 32 0,-8-25-123,2 0 1,14 33-1,6-8-1862,1-2 0,48 57 0,-46-63-573,-2-6-1323,-8-14-1537,2 2-4706</inkml:trace>
</inkml:ink>
</file>

<file path=ppt/ink/ink1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7.446"/>
    </inkml:context>
    <inkml:brush xml:id="br0">
      <inkml:brushProperty name="width" value="0.035" units="cm"/>
      <inkml:brushProperty name="height" value="0.035" units="cm"/>
      <inkml:brushProperty name="color" value="#008C3A"/>
    </inkml:brush>
  </inkml:definitions>
  <inkml:trace contextRef="#ctx0" brushRef="#br0">1 2 10433,'-1'-2'2185,"6"4"-40,12 10 1619,22 20-1162,-34-27-2487,-1 1 0,1-1 0,-1 1 0,0 0 1,-1 1-1,1-1 0,-1 1 0,-1-1 0,1 1 0,-1 0 0,0 0 0,-1 0 0,0 0 0,0 0 0,0 10 0,-1-6 37,-1-1 1,0 0-1,-1 0 0,0 0 1,-1 0-1,0 0 0,-1-1 1,1 1-1,-2-1 0,-7 14 1,2-5 537,-13 37 1,22-54-702,0 1 1,1 0-1,0-1 0,-1 1 1,1 0-1,0-1 0,0 1 1,0 0-1,0 0 0,0 0 1,0-1-1,0 1 0,1 0 1,-1-1-1,1 1 0,-1 0 1,1-1-1,-1 1 0,1 0 0,0-1 1,0 1-1,0-1 0,0 1 1,0-1-1,0 0 0,1 1 1,-1-1-1,0 0 0,1 0 1,-1 0-1,0 0 0,4 1 1,-1 1-240,1-1 0,0 0 0,0 0 0,0 0 0,0-1 0,0 0 0,0 0 0,0 0 0,10 0 0,76-4-3942,-26-3-2343,-3-4-2929</inkml:trace>
</inkml:ink>
</file>

<file path=ppt/ink/ink1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8.760"/>
    </inkml:context>
    <inkml:brush xml:id="br0">
      <inkml:brushProperty name="width" value="0.035" units="cm"/>
      <inkml:brushProperty name="height" value="0.035" units="cm"/>
      <inkml:brushProperty name="color" value="#008C3A"/>
    </inkml:brush>
  </inkml:definitions>
  <inkml:trace contextRef="#ctx0" brushRef="#br0">226 43 4144,'-19'-31'1047,"16"25"5663,-74 11-2797,56-1-3780,18-4-59,0 1 0,0 0 0,-1-1 0,1 0 1,0 1-1,-1-1 0,-5-1 0,-43-13 1310,50 14-1045,-18-3 416,21 3-607,61 9 3465,168 19-3336,318 37 39,-492-59-124,-42-6-188,0 2 0,27 5 0,-41-7-67,0 0 1,0-1-1,0 1 0,1 0 1,-1 0-1,0 0 0,0 0 0,0 0 1,1 0-1,-1 0 0,0 0 1,0 0-1,0 0 0,1 0 0,-1 0 1,0 0-1,0 0 0,0 0 1,0 0-1,1 0 0,-1 1 0,0-1 1,0 0-1,0 0 0,1 0 1,-1 0-1,0 0 0,0 0 0,0 0 1,0 1-1,0-1 0,1 0 1,-1 0-1,0 0 0,0 0 0,0 0 1,0 1-1,0-1 0,0 0 1,0 0-1,0 0 0,0 1 0,0-1 1,0 0-1,0 0 0,1 0 1,-1 1-1,0-1 0,0 0 1,-1 0-1,1 0 0,0 1 0,0-1 1,0 0-1,0 0 0,0 0 1,0 0-1,0 1 0,0-1 0,0 0 1,0 0-1,0 0 0,-1 1 1,1-1-1,-19 8-2088,-34 0-5193,31-8 323</inkml:trace>
</inkml:ink>
</file>

<file path=ppt/ink/ink1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7:58.982"/>
    </inkml:context>
    <inkml:brush xml:id="br0">
      <inkml:brushProperty name="width" value="0.035" units="cm"/>
      <inkml:brushProperty name="height" value="0.035" units="cm"/>
      <inkml:brushProperty name="color" value="#008C3A"/>
    </inkml:brush>
  </inkml:definitions>
  <inkml:trace contextRef="#ctx0" brushRef="#br0">366 169 6013,'1'-2'226,"-1"0"0,1 0 1,0 0-1,-1-1 1,0 1-1,1 0 1,-1-1-1,0 1 0,0 0 1,0-1-1,0 1 1,-1 0-1,1 0 1,-1-1-1,1 1 0,-1 0 1,-1-3-1,-4-25 2862,6 14-658,-2 0 1,-4-22-1,2 17-1218,4 17-43,-14 21 1418,5 3-1831,0 0 1,1 0-1,1 1 1,1 0-1,-7 42 1,-1 4 238,-79 252 519,43-157-4404,39-127 585,-2-1 1,-1 0 0,-23 40-1,7-13-4387,12-1-4007</inkml:trace>
</inkml:ink>
</file>

<file path=ppt/ink/ink1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0.742"/>
    </inkml:context>
    <inkml:brush xml:id="br0">
      <inkml:brushProperty name="width" value="0.035" units="cm"/>
      <inkml:brushProperty name="height" value="0.035" units="cm"/>
      <inkml:brushProperty name="color" value="#008C3A"/>
    </inkml:brush>
  </inkml:definitions>
  <inkml:trace contextRef="#ctx0" brushRef="#br0">49 184 7353,'0'-7'817,"1"-1"1,0 1-1,1 0 1,-1 0-1,5-10 1,-3 7 353,-1 5-465,-1 0 1,0 0 0,-1 0 0,0 0 0,1-1 0,-2-6-1,2-13 862,1-14 1904,-3 25-870,-3 27 2325,-34 246-3105,26-188-1822,4 0 0,3 0 0,3 1 0,3-1 0,16 110 0,-14-162 0,1 1 0,0 0 0,2-1 0,0 0 0,1 0 0,1-1 0,1 0 0,1 0 0,0-1 0,17 21 0,-20-29 0,1-1 0,0 1 0,1-1 0,0-1 0,0 1 0,1-2 0,-1 1 0,2-1 0,-1-1 0,1 0 0,-1 0 0,1-1 0,1 0 0,-1-1 0,0 0 0,1-1 0,0-1 0,21 1 0,-18-2 0,0-2 0,0 0 0,0 0 0,-1-1 0,1-1 0,-1 0 0,0-2 0,0 1 0,-1-1 0,1-1 0,-1-1 0,-1 0 0,1 0 0,15-15 0,-6 2 0,0-1 0,-2 0 0,-1-2 0,0 0 0,-2-1 0,16-31 0,-22 34 0,-1-2 0,0 1 0,-2-1 0,-1-1 0,-1 1 0,-1-1 0,-2 0 0,0 0 0,-1-1 0,-2 1 0,0 0 0,-2-1 0,-1 1 0,-6-27 0,2 23 0,0-1 0,-2 1 0,-1 1 0,-2 0 0,-1 1 0,0 0 0,-2 0 0,-2 2 0,0 0 0,-1 1 0,-33-33 0,39 46-92,0 0 0,0 1 0,-1 1 1,-1 0-1,0 1 0,0 0 0,-21-7 0,29 12 29,0 1-1,-1 0 1,1 0-1,-1 1 1,0-1-1,1 2 0,-1-1 1,0 1-1,0 0 1,0 0-1,1 1 1,-1 0-1,0 0 1,1 1-1,-1-1 1,1 2-1,-1-1 1,1 1-1,-11 6 0,14-7-163,0 0-1,0 1 0,1-1 1,-1 1-1,1 0 0,0-1 1,0 1-1,0 0 0,0 0 1,1 1-1,-1-1 0,1 0 0,0 1 1,0-1-1,0 0 0,0 1 1,0-1-1,1 1 0,-1-1 1,1 1-1,0 0 0,0-1 0,1 1 1,0 3-1,11 41-3817,8-7-3321,7 1-3308</inkml:trace>
</inkml:ink>
</file>

<file path=ppt/ink/ink1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0.915"/>
    </inkml:context>
    <inkml:brush xml:id="br0">
      <inkml:brushProperty name="width" value="0.035" units="cm"/>
      <inkml:brushProperty name="height" value="0.035" units="cm"/>
      <inkml:brushProperty name="color" value="#008C3A"/>
    </inkml:brush>
  </inkml:definitions>
  <inkml:trace contextRef="#ctx0" brushRef="#br0">32 46 13845,'-26'-28'2216,"20"16"4369,28 7-8389,20 5-272,-11 8-3517,1 1-4596</inkml:trace>
</inkml:ink>
</file>

<file path=ppt/ink/ink1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1.289"/>
    </inkml:context>
    <inkml:brush xml:id="br0">
      <inkml:brushProperty name="width" value="0.035" units="cm"/>
      <inkml:brushProperty name="height" value="0.035" units="cm"/>
      <inkml:brushProperty name="color" value="#008C3A"/>
    </inkml:brush>
  </inkml:definitions>
  <inkml:trace contextRef="#ctx0" brushRef="#br0">35 145 11537,'-3'-3'518,"-1"-1"0,0 0-1,1 0 1,0 0 0,0-1 0,0 1 0,1-1-1,-1 1 1,1-1 0,-1-5 0,2 8-284,1 0 0,0-1-1,0 1 1,0 0 0,0 0 0,0 0 0,0 0 0,1 0 0,-1-1 0,1 1-1,-1 0 1,1 0 0,0 0 0,0 0 0,0 0 0,0 0 0,0 1 0,1-1 0,-1 0-1,0 0 1,1 1 0,-1-1 0,1 1 0,0-1 0,-1 1 0,1 0 0,2-1 0,4-3 118,1 0 1,-1 1-1,1 0 1,0 0 0,1 1-1,-1 1 1,0-1 0,14-1-1,4 1 166,38 1-1,-57 2-447,-1 1 0,1 0-1,-1 0 1,1 1 0,-1 0 0,0 0 0,0 1-1,0 0 1,10 6 0,-4-3 6,-6-2-48,-1-1-1,1 2 1,-1-1-1,0 1 1,0 0-1,-1 0 1,0 0-1,1 1 1,-2 0 0,1 0-1,-1 0 1,0 1-1,0-1 1,4 12-1,2 7 29,-1 1-1,8 46 0,-9-40-66,24 88-246,-26-102 169,1 0 0,1 0 0,0-1 0,16 23 0,48 79-566,-71-117 647,1 0 1,-1 1 0,1-1 0,-1 1 0,0-1 0,0 1 0,0-1 0,-1 1-1,1 0 1,0-1 0,-1 1 0,0 0 0,1-1 0,-1 1 0,0 0 0,-1 0 0,1-1-1,0 1 1,-1 0 0,0 0 0,1-1 0,-1 1 0,0-1 0,0 1 0,-1-1-1,1 1 1,0-1 0,-1 0 0,0 1 0,1-1 0,-1 0 0,0 0 0,0 0-1,0-1 1,0 1 0,0 0 0,-1-1 0,1 1 0,-4 1 0,-9 4 18,-1 0-1,1 0 1,-1-2 0,0 0 0,-18 3 0,-238 47-903,175-30-5138,93-24 2902,23-1-11649</inkml:trace>
</inkml:ink>
</file>

<file path=ppt/ink/ink1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1.667"/>
    </inkml:context>
    <inkml:brush xml:id="br0">
      <inkml:brushProperty name="width" value="0.035" units="cm"/>
      <inkml:brushProperty name="height" value="0.035" units="cm"/>
      <inkml:brushProperty name="color" value="#008C3A"/>
    </inkml:brush>
  </inkml:definitions>
  <inkml:trace contextRef="#ctx0" brushRef="#br0">85 13 13513,'0'-1'143,"0"1"0,0-1-1,0 1 1,0-1 0,0 1-1,0-1 1,0 1 0,0-1-1,0 1 1,0-1 0,-1 1-1,1-1 1,0 1 0,0 0-1,0-1 1,-1 1 0,1-1-1,0 1 1,-1 0 0,1-1-1,0 1 1,-1 0 0,1-1-1,-1 1 1,1 0 0,0 0-1,-1-1 1,1 1 0,-1 0-1,1 0 1,-1 0-1,1-1 1,-1 1 0,1 0-1,-1 0 1,1 0 0,-1 0-1,1 0 1,-2 0 0,0 1 153,0 0 1,0 0-1,0 0 1,0 0-1,0 0 1,0 0 0,0 0-1,1 1 1,-1-1-1,-2 3 1,0 0 236,-1 1 0,1 0 0,0 0 0,0 1 1,0-1-1,1 1 0,-6 11 0,6-4-293,0 1-1,1 0 0,0 0 1,1 0-1,0 1 1,1-1-1,1 0 1,1 0-1,0 0 0,0 0 1,1 0-1,1 0 1,1-1-1,0 0 1,0 0-1,10 17 0,-4-12-157,-7-9-122,1-1 0,0 0 0,1 0 0,-1 0 0,1 0-1,1-1 1,0 0 0,0 0 0,0-1 0,1 0 0,0 0 0,16 8-1,35 12-494,-54-24 503,1 0 0,-1 0 0,1-1 0,0 0 0,-1 0 0,1 0 0,0-1 1,0 1-1,-1-1 0,1-1 0,0 1 0,0-1 0,-1 0 0,1-1 0,0 1 0,-1-1 0,1 0 0,-1 0 0,0-1 0,0 0 0,0 0 0,0 0 0,0 0 0,5-6 0,4-5 151,0-1-1,0-1 0,-2 0 0,0-1 0,11-20 0,-11 18 273,22-46 2165,-32 60-2507,-25 91-30,8-37-1409,2-1 1,2 2-1,-5 52 0,-3 154-9560,18-253 10861,0 57-13096</inkml:trace>
</inkml:ink>
</file>

<file path=ppt/ink/ink1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2.219"/>
    </inkml:context>
    <inkml:brush xml:id="br0">
      <inkml:brushProperty name="width" value="0.035" units="cm"/>
      <inkml:brushProperty name="height" value="0.035" units="cm"/>
      <inkml:brushProperty name="color" value="#008C3A"/>
    </inkml:brush>
  </inkml:definitions>
  <inkml:trace contextRef="#ctx0" brushRef="#br0">85 113 11705,'-2'1'250,"0"-1"0,0 0 0,0 1 0,0-1 0,0 0 0,0 0 0,0 0 0,-1-1 0,1 1 0,0 0 0,0-1 0,0 1 0,0-1 0,0 0 0,0 1 0,0-1 0,1 0 0,-1 0 0,0-1 0,0 1 0,1 0 0,-1 0 0,0-1 0,1 1 1,0-1-1,-1 0 0,1 1 0,0-1 0,0 0 0,-1-2 0,-22-20 4410,23 23-4502,1 0-1,-1 0 1,1 0 0,-1 0-1,1 0 1,0 1 0,-1-1-1,1-1 1,0 1 0,0 0-1,0 0 1,0 0-1,0 0 1,0 0 0,0 0-1,0 0 1,0 0 0,0 0-1,0 0 1,1 0 0,-1 0-1,0 0 1,1-1-1,9-20 2115,-9 20-2218,1 1-1,-1 0 1,1-1-1,-1 1 0,1 0 1,0 0-1,0 0 1,0 0-1,0 0 0,-1 0 1,1 1-1,0-1 1,0 1-1,0-1 0,0 1 1,1 0-1,-1-1 1,0 1-1,0 0 0,0 1 1,0-1-1,0 0 1,0 1-1,0-1 1,0 1-1,0-1 0,3 2 1,4 2 166,1 0 0,-1 0 0,-1 0 0,12 9 0,-11-7-220,0 2 0,0-1 0,-1 1 0,-1 1 0,1 0 0,-1 0 0,-1 0 0,0 0 0,0 1 0,-1 0 0,0 1 0,3 10 0,-1-2 0,-2 0 0,0 0 0,-1 1 0,-1-1 0,-1 1 0,0 20 0,-3-13-45,-1 0 1,-1-1-1,-2 1 0,0-1 1,-2 0-1,-1 0 0,-20 44 1,-5-5-225,-66 98 0,52-88-930,45-73 935,9-2 188,0-1 0,0 0 1,-1 0-1,1-1 0,0 0 1,-1 0-1,1-1 0,-1 1 1,1-1-1,-1-1 0,9-6 1,6-6 17,34-32 0,-30 25-21,40-37-54,89-107-1,1-8 1488,-154 174-1331,0-1 0,1 1-1,-1 0 1,0 0 0,0 0 0,0 0 0,1 0 0,-1 0 0,1 0 0,-1 0 0,1 1-1,-1-1 1,1 0 0,-1 1 0,1-1 0,-1 1 0,1 0 0,3-1 0,-4 2 12,0-1 1,0 0 0,0 1 0,0-1 0,0 1 0,0-1 0,0 1 0,0 0-1,0-1 1,-1 1 0,1 0 0,0-1 0,0 1 0,-1 0 0,1 0 0,0 0-1,-1 0 1,1 0 0,-1 0 0,2 2 0,1 6 198,0 0 0,-1 0 0,0 1 0,1 17-1,-2-22-216,-1 0-17,8 70-378,4-1 1,20 73-1,-26-125 202,2-1-1,0 0 0,1 0 0,1-1 1,0 0-1,2 0 0,1-1 0,0-1 1,1-1-1,1 1 0,20 16 0,-18-19-1330,1-1-1,0-1 1,29 15 0,-30-20-1691,0 0 0,25 7 1,6-1-7710</inkml:trace>
</inkml:ink>
</file>

<file path=ppt/ink/ink1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2.715"/>
    </inkml:context>
    <inkml:brush xml:id="br0">
      <inkml:brushProperty name="width" value="0.035" units="cm"/>
      <inkml:brushProperty name="height" value="0.035" units="cm"/>
      <inkml:brushProperty name="color" value="#008C3A"/>
    </inkml:brush>
  </inkml:definitions>
  <inkml:trace contextRef="#ctx0" brushRef="#br0">447 48 5997,'-3'-1'1017,"1"0"0,-1 0 1,0 0-1,1 0 1,-1 1-1,0-1 0,0 1 1,0-1-1,0 1 1,1 0-1,-1 0 1,0 1-1,0-1 0,-3 1 1,-16 1-679,-15-4 1251,33 2 750,-27-11 149,33 9-2444,-1-1 0,1 1 0,0 0 0,0 0 0,0 0 0,0 0 0,0 0 0,0 0 0,1 1 0,-1-1 0,0 1 0,1 0 0,-1-1 0,1 1 0,0 0 0,-1 1 0,1-1 0,0 0 0,0 1 0,-1-1 0,1 1 0,5 0 0,-2 0-28,0-1 0,1 1 0,-1 1 0,0-1 0,1 1 0,-1 0 0,0 1 0,0-1 0,0 1 0,0 0 0,0 1 0,0 0 0,-1-1 0,1 2 0,-1-1 0,0 1 0,0 0 0,0 0 0,0 0 0,5 7 0,-5-4-6,1 1 0,-1 0 1,-1 0-1,1 1 0,-2-1 0,1 1 1,-1 0-1,0 0 0,-1 0 0,0 0 1,-1 0-1,1 20 0,-2 8-1,-3 0-1,-1 0 1,-1 0 0,-12 40-1,-2 14 27,17-83-45,1 0 0,0 0 0,1 0 0,-1 0 0,2 1 0,-1-1-1,1 0 1,0 0 0,1 0 0,0 0 0,0-1 0,1 1 0,0 0 0,0-1 0,1 0 0,0 0 0,0 0 0,0 0-1,1 0 1,0-1 0,1 0 0,-1 0 0,10 8 0,-9-10-4,-1 1 0,0 0 0,0 1 0,-1-1 0,1 1 0,-1 0 0,0 0 0,-1 0 0,0 1 0,4 9 0,-7-14 13,1-1 0,-1 1 0,0 0 1,-1-1-1,1 1 0,0 0 0,0 0 1,-1-1-1,1 1 0,-1-1 1,1 1-1,-1 0 0,0-1 0,0 1 1,1-1-1,-1 1 0,0-1 0,-1 0 1,1 1-1,0-1 0,0 0 0,0 0 1,-1 0-1,1 0 0,0 0 0,-1 0 1,1 0-1,-1 0 0,-1 0 0,-7 4 23,0 0 1,0 0-1,-16 4 0,-47 11 58,-78 9 0,41-9-543,0 8-2897,67-16-1345,5-2-3848</inkml:trace>
</inkml:ink>
</file>

<file path=ppt/ink/ink2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3.433"/>
    </inkml:context>
    <inkml:brush xml:id="br0">
      <inkml:brushProperty name="width" value="0.035" units="cm"/>
      <inkml:brushProperty name="height" value="0.035" units="cm"/>
      <inkml:brushProperty name="color" value="#008C3A"/>
    </inkml:brush>
  </inkml:definitions>
  <inkml:trace contextRef="#ctx0" brushRef="#br0">29 77 8925,'-24'17'2260,"20"-14"1889,4-4-3979,0 0 1,0 0-1,1 0 0,-1 0 1,1 0-1,-1 0 0,1 0 0,0 0 1,-1 0-1,1 0 0,0 0 1,-1 0-1,1 0 0,0 0 0,0 1 1,0-1-1,0 0 0,0 1 1,0-1-1,0 1 0,0-1 0,0 1 1,0-1-1,2 0 0,27-7 729,88-9 1105,223-2-1,-160 13-1489,-36 1-232,143-10 767,-265 12-873,5 1-229,-57 10-2525,7-2 837,-10 2-1420,7-2-5458,10-1 1237</inkml:trace>
</inkml:ink>
</file>

<file path=ppt/ink/ink2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4.879"/>
    </inkml:context>
    <inkml:brush xml:id="br0">
      <inkml:brushProperty name="width" value="0.035" units="cm"/>
      <inkml:brushProperty name="height" value="0.035" units="cm"/>
      <inkml:brushProperty name="color" value="#008C3A"/>
    </inkml:brush>
  </inkml:definitions>
  <inkml:trace contextRef="#ctx0" brushRef="#br0">458 84 5236,'-7'-17'10348,"5"17"-9952,-25-8 312,24 7 1965,0 2-2621,-55 14 725,53-13 98,4-1-809,1 0 0,-1 0 0,0 0 0,1 0 1,-1 0-1,0 0 0,0 0 0,0 0 0,0 0 0,0 0 0,0 0 0,0 0 0,0-1 0,-2 2 0,1-1 687,9-3-424,-3 0-364,11-2 46,-13 3 24,22-14-45,-21 14 450,14-24 281,-4-1-503,-11 23 2443,-4 1-2339,1 1-242,0 0-1,1 0 1,-1 1 0,0-1-1,0 0 1,1 1-1,-1-1 1,0 1 0,0-1-1,0 1 1,0-1-1,0 1 1,0-1-1,0 1 1,0 0 0,0-1-1,0 1 1,0 0-1,0 0 1,0 0 0,0 0-1,0 0 1,0 0-1,0 0 1,0 0 0,0 1-1,0-1 1,-2 1-1,2 0 1,-1 1 0,1 0 0,-1-1 0,1 1 0,0 0 0,-1 0 0,1 0 0,0 0 0,0 0 0,1 0-1,-1 0 1,0 0 0,1 1 0,-1 3 0,-119 392 1443,76-270-1287,6-6-1376,10-29-2591,-46 103 0,36-113-4147,4 0-5425</inkml:trace>
</inkml:ink>
</file>

<file path=ppt/ink/ink2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7.292"/>
    </inkml:context>
    <inkml:brush xml:id="br0">
      <inkml:brushProperty name="width" value="0.035" units="cm"/>
      <inkml:brushProperty name="height" value="0.035" units="cm"/>
      <inkml:brushProperty name="color" value="#008C3A"/>
    </inkml:brush>
  </inkml:definitions>
  <inkml:trace contextRef="#ctx0" brushRef="#br0">255 62 4320,'0'-2'234,"0"-1"-1,1 1 0,-1 0 1,1 0-1,0 1 0,0-1 0,-1 0 1,1 0-1,0 0 0,1 0 1,-1 1-1,0-1 0,0 0 0,1 1 1,-1-1-1,1 1 0,-1 0 1,1-1-1,4-2 3530,-7 4-3660,1-1 1,-1 0 0,0 1-1,1-1 1,-1 0-1,0 1 1,0-1 0,0 1-1,0-1 1,0 1-1,0 0 1,1-1 0,-1 1-1,0 0 1,0 0-1,0 0 1,0-1 0,0 1-1,-2 0 1,-6-2 2701,18-8-1453,-3 7 975,-12 9-1075,-13 20 370,15-15-1311,-1 0 0,0-1 0,-1 0 0,0 0 0,-10 13 0,-12 17 450,-66 118 1123,82-134-1727,1 0 1,0 1-1,2 0 1,2 1-1,-7 32 0,8-22-62,2 0 0,2 0 0,1 0 0,6 61-1,-2-81-76,0 0 0,1 0 0,0 0 0,1 0 0,1-1-1,1 0 1,0 0 0,1-1 0,0 1 0,1-2 0,1 1 0,19 20-1,-18-24-10,0-1 0,0 1 0,1-2 0,0 0-1,0 0 1,1-1 0,0-1 0,0 0 0,1 0 0,0-2-1,-1 1 1,2-2 0,-1 0 0,0-1 0,1 0-1,-1-1 1,1-1 0,-1 0 0,1-1 0,27-5 0,-18 1 0,-1-1 1,0-1-1,0-1 1,-1-1 0,0-1-1,0-1 1,-1-1 0,-1-1-1,0 0 1,-1-2-1,35-33 1,-30 23 80,-1-1-1,-2-2 1,0 0-1,-2-1 1,-1 0 0,-1-2-1,-2 0 1,21-59-1,-30 71-50,-1-1-1,-1 1 0,-1-1 0,0 0 0,-2 0 0,0-1 1,-1 1-1,-1 0 0,-1 0 0,-1 0 0,0 0 1,-2 1-1,0-1 0,-1 1 0,-2 0 0,-12-26 1,12 31-29,0 0 0,-1 1 0,-1 0 0,0 0 0,0 1 0,-2 1 0,1-1-1,-1 2 1,-1 0 0,-16-10 0,21 15-71,0 0-1,-1 1 1,0 0-1,0 1 1,0-1-1,-1 2 1,1 0-1,0 0 1,-1 0-1,0 1 1,1 1-1,-1-1 1,0 2-1,1-1 1,-1 2-1,0-1 1,-13 5-1,18-4-138,1 0-1,-1 0 1,1 1 0,0-1-1,0 1 1,0 1 0,0-1-1,0 0 1,0 1 0,1 0-1,0 0 1,0 0 0,0 0-1,-3 5 1,1-1-177,0 0-283,0 1 0,1-1 0,-1 1 0,2 0 0,0 0 0,0 1 0,0-1 0,1 1 0,-1 14 0,2-11-1595,0 1 0,1 0-1,3 17 1,4 8-6386</inkml:trace>
</inkml:ink>
</file>

<file path=ppt/ink/ink2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7.497"/>
    </inkml:context>
    <inkml:brush xml:id="br0">
      <inkml:brushProperty name="width" value="0.035" units="cm"/>
      <inkml:brushProperty name="height" value="0.035" units="cm"/>
      <inkml:brushProperty name="color" value="#008C3A"/>
    </inkml:brush>
  </inkml:definitions>
  <inkml:trace contextRef="#ctx0" brushRef="#br0">80 69 12561,'0'-3'337,"-1"0"0,1 1 1,-1-1-1,0 1 0,0-1 0,0 1 0,0 0 0,0-1 0,0 1 1,-1 0-1,1 0 0,-1-1 0,1 1 0,-1 1 0,0-1 1,0 0-1,0 0 0,0 1 0,0-1 0,0 1 0,-1-1 0,1 1 1,0 0-1,-1 0 0,1 0 0,-1 0 0,1 1 0,-1-1 0,1 1 1,-5-1-1,4 0 1504,2 0-1657,0 0 1,0 0-1,1 0 1,-1 0 0,0 0-1,0 1 1,0-1-1,0 0 1,-1 0-1,1 1 1,0-1 0,0 1-1,-2-2 1,0 1-4235,4 40-6097,4-19-110</inkml:trace>
</inkml:ink>
</file>

<file path=ppt/ink/ink2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7.767"/>
    </inkml:context>
    <inkml:brush xml:id="br0">
      <inkml:brushProperty name="width" value="0.035" units="cm"/>
      <inkml:brushProperty name="height" value="0.035" units="cm"/>
      <inkml:brushProperty name="color" value="#008C3A"/>
    </inkml:brush>
  </inkml:definitions>
  <inkml:trace contextRef="#ctx0" brushRef="#br0">175 28 14897,'-3'-9'1469,"-7"-10"8422,10 19-9658,-1 1-1,0-1 1,0 0-1,0 0 1,1 1-1,-1-1 1,0 0-1,1 1 1,-1-1-1,0 1 1,0-1-1,1 1 1,-1-1-1,1 1 1,-1-1-1,1 1 1,-1 0-1,1-1 1,-1 1-1,1 0 1,-1-1-1,1 1 1,0 0-1,-1 0 1,1-1-1,0 1 1,-1 1-1,-6 16-232,0 0 0,2 0 0,0 1 0,0-1 0,-2 37 0,-5 17 0,-60 298-6453,60-276 2660,3 0 1,5 96 0,7-133-8161</inkml:trace>
</inkml:ink>
</file>

<file path=ppt/ink/ink2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8.132"/>
    </inkml:context>
    <inkml:brush xml:id="br0">
      <inkml:brushProperty name="width" value="0.035" units="cm"/>
      <inkml:brushProperty name="height" value="0.035" units="cm"/>
      <inkml:brushProperty name="color" value="#008C3A"/>
    </inkml:brush>
  </inkml:definitions>
  <inkml:trace contextRef="#ctx0" brushRef="#br0">94 48 10881,'6'-5'926,"3"0"506,-2-1-1,1 0 1,-1-1 0,8-8 0,-14 15-1315,0-1 1,0 1 0,-1-1-1,1 1 1,0 0-1,0-1 1,0 1 0,0 0-1,0 0 1,0 0 0,-1 0-1,1 0 1,0 0-1,0 0 1,0 0 0,0 0-1,0 0 1,1 1 0,2-1 232,2 1-181,1 0 0,-1 0-1,0 0 1,0 1 0,0 0 0,0 0-1,0 0 1,0 1 0,0 0-1,-1 0 1,1 1 0,-1-1-1,0 1 1,0 0 0,0 1 0,-1-1-1,0 1 1,0 0 0,0 0-1,0 0 1,-1 1 0,5 7-1,-3-3-70,0 0-1,0 0 0,-1 1 0,-1 0 0,1 0 0,-2 0 1,1 0-1,-2 0 0,1 0 0,-2 1 0,1-1 0,-2 13 0,-4 3-3,-1-1 0,0-1 0,-2 1-1,-1-1 1,-1 0 0,-20 34-1,-94 132 617,41-70 102,76-109-613,0-1 0,0 1 0,1 0 0,-6 20 0,11-29-143,0-1 0,0 1-1,1-1 1,-1 1 0,1-1-1,-1 1 1,1 0-1,0-1 1,0 1 0,0 0-1,1-1 1,-1 1 0,0-1-1,1 1 1,0 0 0,-1-1-1,1 1 1,0-1-1,0 0 1,1 1 0,-1-1-1,0 0 1,1 0 0,0 0-1,-1 1 1,1-2-1,0 1 1,0 0 0,0 0-1,0-1 1,3 2 0,6 3 30,1-1 1,0 0-1,1-1 1,-1 0-1,1-1 1,0-1 0,-1 0-1,1-1 1,14 1-1,24-3 27,51-8-1,-45 4-85,306-21-2119,-25 1-5256,-168 19-2883,-84 3 121</inkml:trace>
</inkml:ink>
</file>

<file path=ppt/ink/ink2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8.947"/>
    </inkml:context>
    <inkml:brush xml:id="br0">
      <inkml:brushProperty name="width" value="0.035" units="cm"/>
      <inkml:brushProperty name="height" value="0.035" units="cm"/>
      <inkml:brushProperty name="color" value="#008C3A"/>
    </inkml:brush>
  </inkml:definitions>
  <inkml:trace contextRef="#ctx0" brushRef="#br0">70 124 8445,'20'-29'4213,"-20"28"-4084,0 1-1,0-1 0,0 1 1,0-1-1,0 0 0,0 1 1,0-1-1,0 1 0,0-1 1,0 1-1,0-1 0,0 1 1,0-1-1,0 1 0,-1-1 1,1 1-1,0-1 0,0 1 0,-1-1 1,1 1-1,0-1 0,-1 1 1,1-1-1,0 1 0,-1 0 1,1-1-1,-1 0 0,0 1 61,0-1 1,0 0-1,1 0 0,-1 0 0,0 0 0,1 0 0,-1 0 0,1 0 0,-1 0 0,1 0 1,0 0-1,-1 0 0,1 0 0,0 0 0,0-2 0,20-57 5792,-19 58-5167,19 8 493,-14-4-1175,0 1-1,0-1 0,0 1 1,-1 1-1,1-1 0,-1 1 1,0 0-1,0 1 0,0-1 1,7 9-1,-1 1 162,0 0 0,15 28 0,-19-29-193,-1 0-1,-1 1 0,0 0 0,-1 0 1,0 0-1,-1 1 0,-1-1 0,0 1 0,-1 0 1,-1-1-1,0 1 0,-1 0 0,-1 0 1,0-1-1,-1 1 0,-6 18 0,-9 19 38,-2-1-1,-2-1 1,-31 51-1,9-18 2,-32 63 54,55-110-159,21-34-38,-1 1 0,1 0 0,0-1 0,0 1 0,0 0 0,1-1 0,-1 1 0,1 0 0,-1-1 0,1 1 0,0-1 0,0 1 0,0-1 0,2 4 0,-1-5-7,-1 0 1,1 0-1,0-1 1,0 1-1,0 0 1,0-1-1,-1 1 0,1-1 1,0 1-1,0-1 1,0 0-1,0 0 1,0 0-1,0 0 1,0 0-1,0 0 1,0-1-1,0 1 1,0-1-1,0 1 1,0-1-1,2-1 1,47-21-126,-41 18 115,16-9-35,-1 0 0,-1-2 1,0-1-1,36-34 0,74-89-147,-109 112 172,146-194-24,-79 96 418,-92 126-358,0-1 0,0 1 0,0 0 0,0 0-1,0 0 1,0-1 0,0 1 0,0 0 0,0 0 0,0 0 0,0 0-1,0-1 1,0 1 0,0 0 0,0 0 0,0 0 0,0 0 0,1-1-1,-1 1 1,0 0 0,0 0 0,0 0 0,0 0 0,0 0-1,1-1 1,-1 1 0,0 0 0,0 0 0,0 0 0,0 0 0,1 0-1,-1 0 1,0 0 0,0 0 0,0 0 0,1 0 0,-1 0-1,0 0 1,0 0 0,0 0 0,0 0 0,1 0 0,-1 0 0,0 0-1,0 0 1,0 0 0,1 0 0,-1 0 0,0 0 0,0 0 0,0 0-1,0 0 1,1 1 0,-1-1 0,0 0 0,0 0 0,0 0 0,-1 16 397,-8 23 155,-13 37-556,3 2 0,4-1 0,3 2 0,3 0 0,2 80 0,7-138 15,2 0 0,0-1 0,1 0 0,1 0 0,1 0 0,10 25 0,-12-37-45,0 0 1,1 0 0,0-1 0,1 0 0,-1 0 0,1 0 0,1-1 0,-1 1 0,1-1 0,0 0 0,1-1 0,-1 0 0,1 0 0,0 0 0,1-1 0,-1 0 0,14 6 0,-12-7-545,0-1 0,-1 0 0,1 0 0,0-1 0,0 0 0,0 0 0,15-2 0,-1-2-3146,37-9-1,-24 4-1133,26-4-7624</inkml:trace>
</inkml:ink>
</file>

<file path=ppt/ink/ink2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9.358"/>
    </inkml:context>
    <inkml:brush xml:id="br0">
      <inkml:brushProperty name="width" value="0.035" units="cm"/>
      <inkml:brushProperty name="height" value="0.035" units="cm"/>
      <inkml:brushProperty name="color" value="#008C3A"/>
    </inkml:brush>
  </inkml:definitions>
  <inkml:trace contextRef="#ctx0" brushRef="#br0">79 0 11717,'0'0'2200,"-2"2"-111,-5 5-969,0-1-1,1 1 1,1 0-1,-1 1 1,1 0-1,0 0 1,1 0-1,-7 16 1,6-11-595,1 1-1,1 0 1,0 0 0,1 0 0,-1 19 0,3-9-382,0-1-1,2 1 1,1 0 0,1-1 0,1 0-1,15 43 1,-15-54-113,0 0 0,1 0 0,0-1 0,1 0 0,0 0 0,1-1 0,0 0 0,0 0 0,1-1 0,11 9 0,-13-12-29,0-1 1,1 0-1,-1-1 0,1 1 1,0-1-1,0-1 0,0 1 1,1-2-1,-1 1 0,1-1 1,-1 0-1,1-1 0,0 0 1,0 0-1,-1-1 0,10-1 1,-3 0-7,-1-2 1,0 0-1,-1-1 1,1 0 0,-1-1-1,1-1 1,-1 0-1,-1-1 1,1 0-1,15-12 1,8-10 277,60-64-1,-58 55 301,19-10 375,-31 29-781,-18 14-167,-5 8 0,-4 10 0,0-10 0,-3 22 0,-2 0 0,-1-1 0,-15 37 0,-40 71 0,15-33 0,-64 149-3226,104-232 1961,-2-1 1,1 0-1,-16 20 0,-15 28-8090,21-18-2788</inkml:trace>
</inkml:ink>
</file>

<file path=ppt/ink/ink2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09.563"/>
    </inkml:context>
    <inkml:brush xml:id="br0">
      <inkml:brushProperty name="width" value="0.035" units="cm"/>
      <inkml:brushProperty name="height" value="0.035" units="cm"/>
      <inkml:brushProperty name="color" value="#008C3A"/>
    </inkml:brush>
  </inkml:definitions>
  <inkml:trace contextRef="#ctx0" brushRef="#br0">1 38 16930,'0'0'6400,"0"-20"-3784,3 2 4205</inkml:trace>
</inkml:ink>
</file>

<file path=ppt/ink/ink2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38.570"/>
    </inkml:context>
    <inkml:brush xml:id="br0">
      <inkml:brushProperty name="width" value="0.035" units="cm"/>
      <inkml:brushProperty name="height" value="0.035" units="cm"/>
    </inkml:brush>
  </inkml:definitions>
  <inkml:trace contextRef="#ctx0" brushRef="#br0">80 694 4616,'-8'-5'563,"0"0"0,0 0 0,1-1 0,0 0 0,0 0 0,0-1 0,-8-10 0,13 15-462,1 0 1,0 0 0,0 0 0,-1 0-1,1 0 1,0 0 0,1-1 0,-1 1-1,0 0 1,1-1 0,-1 1 0,1 0-1,0-1 1,0 1 0,0 0 0,0-1-1,0 1 1,0 0 0,0-1 0,1 1-1,0 0 1,-1-1 0,1 1 0,0 0-1,0 0 1,0 0 0,0-1 0,0 1-1,1 0 1,-1 1 0,1-1 0,-1 0-1,1 0 1,0 1 0,-1-1 0,4-1 0,3-3-17,-1 0 0,1 1 0,1 1 1,-1-1-1,1 1 0,0 1 0,15-5 1,68-11 286,-76 17-316,468-51 770,7 28-402,-341 19-244,196-9 115,874-42 617,-6-40-283,-566 0-175,-508 64-338,-120 27-72,1-1-1,-1-1 0,-1-1 1,25-15-1,-44 24-42,1 0-1,-1 0 1,1-1-1,-1 1 1,1 0-1,-1-1 1,1 1-1,-1-1 1,1 1-1,-1-1 0,1 1 1,-1-1-1,0 1 1,1-1-1,-1 1 1,0-1-1,1 0 1,-1 1-1,0-1 1,0 1-1,0-1 1,1 0-1,-1 1 0,0-1 1,0 0-1,0 1 1,0-1-1,0 0 1,-1 0-1,1-1 1,-1 1 0,0-1 0,1 1 0,-1 0 0,0 0 0,0-1 1,0 1-1,0 0 0,0 0 0,0 0 0,-1 0 0,-1-1 0,-1-1-11,-1 0 1,0 0-1,0 0 1,-1 1 0,1 0-1,-7-2 1,0 2-141,0 1 1,0 0 0,0 0-1,0 2 1,0-1 0,0 1-1,0 1 1,0 0 0,-16 6-1,8-1-832,0 1 0,0 1 0,1 1 0,-24 16 0,17-5-2533,3 6-1592</inkml:trace>
</inkml:ink>
</file>

<file path=ppt/ink/ink2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22.721"/>
    </inkml:context>
    <inkml:brush xml:id="br0">
      <inkml:brushProperty name="width" value="0.035" units="cm"/>
      <inkml:brushProperty name="height" value="0.035" units="cm"/>
    </inkml:brush>
  </inkml:definitions>
  <inkml:trace contextRef="#ctx0" brushRef="#br0">600 1 5332,'0'0'10510,"-2"1"-9752,-2 2-533,1 0 1,-1 0-1,1 0 0,0 0 0,0 1 0,0-1 0,0 1 1,1 0-1,-1 0 0,-3 8 0,-13 47 875,3-7-158,-97 243 3153,66-169-3033,-36 160 1,-9 139-402,86-393-632,-52 311-1418,-8 43-3741,59-355 4210,-16 75-2747,5-35-2203,5-21-2199</inkml:trace>
</inkml:ink>
</file>

<file path=ppt/ink/ink2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24.574"/>
    </inkml:context>
    <inkml:brush xml:id="br0">
      <inkml:brushProperty name="width" value="0.035" units="cm"/>
      <inkml:brushProperty name="height" value="0.035" units="cm"/>
    </inkml:brush>
  </inkml:definitions>
  <inkml:trace contextRef="#ctx0" brushRef="#br0">45 66 4068,'-25'-32'7874,"8"14"-6545,15 12 2035,20 3-3129,1 0 0,0 1 0,-1 1-1,1 0 1,31 4 0,15 0 92,468 21 820,-2 30-560,-196-18-413,230 29 68,-311-34-199,192 20-6,-17-1-100,39 0 127,-43-6-59,8 1 17,-342-39-43,68 9 111,-34-5-136,-120-9-45,32 2 70,-33-3-8,27 4-90,-31-4 119,-1-3-5,0 1 1,-1 0-1,1-1 1,0 1-1,-1 0 1,0-1-1,1 1 1,-1 0-1,0 0 1,0 0-1,0 1 1,0-1-1,0 0 1,-1 1-1,1-1 1,0 1-1,-1 0 1,-4-2 0,-22-29-58,28 31 64,0 1-1,0-1 0,1 0 1,-1 1-1,0-1 1,0 0-1,0 1 0,0-1 1,0 1-1,0 0 1,0-1-1,0 1 0,-1 0 1,1 0-1,0 0 0,0-1 1,0 1-1,0 0 1,0 0-1,0 1 0,0-1 1,0 0-1,-1 0 1,1 0-1,0 1 0,0-1 1,0 1-1,0-1 1,0 1-1,0-1 0,0 1 1,1-1-1,-3 2 1,1 0 50,-17-8-101,16 6 46,0 0 1,0 0-1,0 1 0,0-1 1,1 1-1,-1-1 0,0 1 0,0 0 1,0 0-1,1 0 0,-1 0 1,1 1-1,-1-1 0,1 1 1,-1-1-1,1 1 0,0 0 1,0 0-1,-4 4 0,-40 49-27,38-44 31,-15 24 225,-35 68-1,23-37 37,-23 49 338,-81 229 0,106-252-453,-73 269 201,36-105-170,-7 53 53,62-238-216,-1-1 104,-89 329 6,40-207-28,32-87-29,32-104-68,1-1-1,0 1 0,-1-1 1,1 1-1,0-1 1,-1 1-1,1-1 1,0 1-1,0-1 0,0 1 1,0 0-1,-1-1 1,1 1-1,0-1 1,0 1-1,0 0 0,0-1 1,0 1-1,0 0 1,0-1-1,1 1 1,-1-1-1,0 1 0,0-1 1,0 1-1,1 0 1,-1-1-1,0 1 0,0-1 1,1 1-1,-1-1 1,0 1-1,1-1 1,-1 1-1,1-1 0,-1 0 1,1 1-1,-1-1 1,1 0-1,-1 1 1,1-1-1,-1 0 0,1 1 1,-1-1-1,1 0 1,0 0-1,-1 0 1,1 0-1,-1 0 0,2 1 1,8 2-105,-9-4 56,1 0-1,-1 0 0,0 0 1,1 0-1,-1 0 1,0 0-1,0-1 0,0 1 1,0-1-1,0 1 1,0-1-1,0-1 1,3-3-271,16-15-1237,-19 19 190,-4-18-8155,0 0 2596</inkml:trace>
</inkml:ink>
</file>

<file path=ppt/ink/ink2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25.164"/>
    </inkml:context>
    <inkml:brush xml:id="br0">
      <inkml:brushProperty name="width" value="0.035" units="cm"/>
      <inkml:brushProperty name="height" value="0.035" units="cm"/>
    </inkml:brush>
  </inkml:definitions>
  <inkml:trace contextRef="#ctx0" brushRef="#br0">1 1 5549,'42'8'3114,"-30"-4"-2049,1-2 0,0 1-1,21 0 1,88-3 424,632 0 4044,0 6-4360,754 40-1215,444 46 166,-1126-78-60,-786-13-36,-15 0-1626,-56-7-569,-117-6-5169,64 10 130</inkml:trace>
</inkml:ink>
</file>

<file path=ppt/ink/ink2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36.642"/>
    </inkml:context>
    <inkml:brush xml:id="br0">
      <inkml:brushProperty name="width" value="0.035" units="cm"/>
      <inkml:brushProperty name="height" value="0.035" units="cm"/>
    </inkml:brush>
  </inkml:definitions>
  <inkml:trace contextRef="#ctx0" brushRef="#br0">11 638 4576,'-1'-3'146,"-1"1"0,1-1 0,0 1 0,0-1-1,0 0 1,0 1 0,0-1 0,0 0 0,1 0-1,-1 1 1,1-1 0,0 0 0,0 0 0,0 0-1,0 0 1,1-2 0,1-3 355,1 1-1,0 0 1,0 0-1,0 0 1,7-10-1,2 0-180,0 0 0,1 1 0,1 1-1,0 0 1,1 0 0,1 2 0,21-15-1,11-4 215,70-36 0,-62 42-370,0 2-1,2 3 1,1 2-1,77-14 1,248-23 141,-343 51-266,887-60-472,-261 25-6478,-555 29 2393</inkml:trace>
</inkml:ink>
</file>

<file path=ppt/ink/ink2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37.518"/>
    </inkml:context>
    <inkml:brush xml:id="br0">
      <inkml:brushProperty name="width" value="0.035" units="cm"/>
      <inkml:brushProperty name="height" value="0.035" units="cm"/>
    </inkml:brush>
  </inkml:definitions>
  <inkml:trace contextRef="#ctx0" brushRef="#br0">127 227 4392,'1'-2'103,"0"1"0,0-1 0,0 0 0,0 0-1,-1 0 1,1 0 0,-1 0 0,1 0 0,-1 0 0,0 0-1,1 0 1,-1 0 0,0 0 0,0 0 0,-1 0-1,1 0 1,0 0 0,-1 0 0,1 0 0,-2-3 0,-1 1 255,0 0 0,0 0 1,0 0-1,-1 1 0,0-1 1,1 1-1,-1 0 1,-5-3-1,-29-15 1239,32 19-1248,1 0-1,0 0 1,-1-1-1,1 0 1,0 0-1,1-1 1,-1 1-1,-8-9 1,13 12-336,0-1 0,0 1 1,-1 0-1,1 0 0,0 0 1,0-1-1,-1 1 0,1 0 1,0-1-1,0 1 0,0 0 1,0-1-1,0 1 0,0 0 0,-1 0 1,1-1-1,0 1 0,0 0 1,0-1-1,0 1 0,0 0 1,0-1-1,0 1 0,0 0 1,0-1-1,0 1 0,1 0 1,-1-1-1,0 1 0,0 0 1,0-1-1,0 1 0,0 0 1,1 0-1,-1-1 0,0 1 1,0 0-1,0-1 0,1 1 1,17-7 268,30 4-4,-45 3-242,316 13 991,-202-4-870,298 19 179,1114 55 658,-1526-83-993,624 10 190,-5-41 291,-595 29-451,138-21 125,-148 19-131,-1 0 1,0 0 0,0-2 0,-1 0-1,0-1 1,0 0 0,21-14-1,-34 20-24,0-1-1,-1 1 0,1 0 1,0 0-1,-1-1 0,1 1 1,-1-1-1,1 0 1,-1 1-1,0-1 0,1 0 1,-1 0-1,0 0 0,0 1 1,0-1-1,-1 0 0,1 0 1,0-1-1,-1 1 0,0 0 1,1 0-1,-1 0 0,0-4 1,-1 4-42,0-1 1,0 0-1,0 1 1,0-1-1,0 1 1,-1 0-1,1-1 1,-1 1-1,0 0 1,1 0 0,-1 0-1,0 0 1,0 0-1,-1 1 1,1-1-1,0 1 1,-4-3-1,2 2-154,-1 0-1,1 0 0,0 1 0,-1-1 0,0 1 1,1 0-1,-1 0 0,0 1 0,1-1 1,-10 1-1,-48 7-2554,42-3 1891,-28 6-3048,6 10-1940</inkml:trace>
</inkml:ink>
</file>

<file path=ppt/ink/ink2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39.607"/>
    </inkml:context>
    <inkml:brush xml:id="br0">
      <inkml:brushProperty name="width" value="0.035" units="cm"/>
      <inkml:brushProperty name="height" value="0.035" units="cm"/>
    </inkml:brush>
  </inkml:definitions>
  <inkml:trace contextRef="#ctx0" brushRef="#br0">0 100 3140,'15'-27'3516,"-13"23"-3403,1-1 0,0 1-1,1 0 1,-1 0 0,1 0 0,-1 0 0,1 0 0,0 1-1,1 0 1,-1 0 0,1 0 0,-1 0 0,1 1 0,0 0-1,0 0 1,0 0 0,0 0 0,10-1 0,10-1 149,0 0-1,45 0 1,-57 4-208,458 23 712,-257-6-604,982 52 222,1-38-214,-1216-30-1085,1 2 0,-35 8 0,10-2-1240,-1-2-1082</inkml:trace>
</inkml:ink>
</file>

<file path=ppt/ink/ink2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8:39.966"/>
    </inkml:context>
    <inkml:brush xml:id="br0">
      <inkml:brushProperty name="width" value="0.035" units="cm"/>
      <inkml:brushProperty name="height" value="0.035" units="cm"/>
    </inkml:brush>
  </inkml:definitions>
  <inkml:trace contextRef="#ctx0" brushRef="#br0">1 89 3964,'0'0'1836,"4"-1"-1219,18-5-261,0 0-1,0 2 0,39-3 0,76 3 38,-78 4-213,587 5 418,65-2-517,-184-30-69,-510 23-513,-32-5-209,13 8 708,-10-4-574,-1 1 0,0 0-1,0 1 1,-26-3 0,-12 1-1448</inkml:trace>
</inkml:ink>
</file>

<file path=ppt/ink/ink2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03.786"/>
    </inkml:context>
    <inkml:brush xml:id="br0">
      <inkml:brushProperty name="width" value="0.035" units="cm"/>
      <inkml:brushProperty name="height" value="0.035" units="cm"/>
    </inkml:brush>
  </inkml:definitions>
  <inkml:trace contextRef="#ctx0" brushRef="#br0">49 1051 4600,'-1'-1'216,"-1"0"0,1 0 0,-1 0 0,1 0-1,-1-1 1,1 1 0,0 0 0,-1 0-1,1-1 1,0 1 0,0-1 0,0 1 0,0-1-1,0 1 1,0-1 0,1 0 0,-1 0-1,1 1 1,-1-4 0,-4-5 684,4 8-44,-1 0-132,-5-4-514,6 6-165,1 0 1,-1 0-1,0 0 1,1-1-1,-1 1 1,1 0-1,-1-1 1,1 1-1,-1 0 1,1-1-1,-1 1 1,1-1-1,-1 1 1,1-1-1,0 1 1,-1-1-1,1 1 1,0-1-1,-1 1 1,1-1 0,0 1-1,0-1 1,-1 1-1,1-1 1,0 0-1,0 1 1,0-1-1,0 0 1,0 1-1,0-1 1,0 1-1,0-1 1,0 0-1,0 1 1,0-1-1,0 1 1,1-1-1,-1 0 1,0 1-1,0-1 1,0 1-1,1-1 1,-1 1 0,0-1-1,1 1 1,-1-1-1,2 0 1,1-2 42,1-1 1,-1 1-1,1 1 1,0-1-1,0 1 0,0-1 1,0 1-1,1 1 1,-1-1-1,7-1 1,51-11 494,-45 11-477,402-45 1153,-270 35-1083,251-23-54,258-25-41,40-13-22,1486-163-323,-2059 223 244,1943-214-277,1 42 174,-1364 153 159,-472 34-32,238 34 0,-49 46 58,-345-65-76,0-4-1,95 4 1,157-14 47,-37-18-86,155-13-12,-330 18 49,-37 11-156,-67-18-1215,-10 13-4726</inkml:trace>
</inkml:ink>
</file>

<file path=ppt/ink/ink2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04.677"/>
    </inkml:context>
    <inkml:brush xml:id="br0">
      <inkml:brushProperty name="width" value="0.035" units="cm"/>
      <inkml:brushProperty name="height" value="0.035" units="cm"/>
    </inkml:brush>
  </inkml:definitions>
  <inkml:trace contextRef="#ctx0" brushRef="#br0">9 1076 4920,'-8'0'2020,"8"-2"-606,20-7 46,39-13-848,-55 20-514,79-24 360,108-22 1,93-1-140,-123 22-227,1457-229 375,-741 121-390,1242-220 339,-1985 331-406,397-92-464,-550 111-2263,-18 11-169,-14 7-895</inkml:trace>
</inkml:ink>
</file>

<file path=ppt/ink/ink2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05.470"/>
    </inkml:context>
    <inkml:brush xml:id="br0">
      <inkml:brushProperty name="width" value="0.035" units="cm"/>
      <inkml:brushProperty name="height" value="0.035" units="cm"/>
    </inkml:brush>
  </inkml:definitions>
  <inkml:trace contextRef="#ctx0" brushRef="#br0">309 34 5260,'0'-5'-929,"0"-19"5596,-2 20-1302,-3 15-1770,0 15-822,1 1 0,1 0 1,1 38-1,-1 9 105,-18 102 620,-59 230 1,20-124-896,13-20-145,-23 513 0,64-449-630,6-252-230,10 76-1,-5-102 43,1 6-947,17 72 1,-16-100-1171,1-1 0,16 37 0,1-19-5603</inkml:trace>
</inkml:ink>
</file>

<file path=ppt/ink/ink2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06.532"/>
    </inkml:context>
    <inkml:brush xml:id="br0">
      <inkml:brushProperty name="width" value="0.035" units="cm"/>
      <inkml:brushProperty name="height" value="0.035" units="cm"/>
    </inkml:brush>
  </inkml:definitions>
  <inkml:trace contextRef="#ctx0" brushRef="#br0">181 255 7437,'-16'0'1763,"12"0"-333,4 4-126,-12 66 1769,-24 79-1,-4 19-1487,12-20-440,-17 299-1,46-383-998,2 1 0,18 105-1,-11-127-84,1 1 0,2-1 0,2-1-1,33 67 1,-32-81-60,0-1-1,2-1 1,0 0 0,2-2-1,1 0 1,1-1 0,1-2-1,0 0 1,2-1 0,0-2-1,2 0 1,0-2 0,0-1-1,2-1 1,0-1 0,0-2-1,1-1 1,0-1 0,1-2-1,0 0 1,0-3 0,49 2-1,-21-7-197,0-2 0,-1-4 0,0-1-1,0-4 1,-1-1 0,-1-3 0,0-3-1,97-47 1,-63 19-251,-2-4-1,-2-4 1,-3-4 0,96-87-1,-125 97 269,-2-3-1,-2-1 0,-3-3 1,70-107-1,-106 145 137,-1 0 0,-1 0 0,-1-1 0,0 0 0,-2 0 0,6-24 0,-11 36 27,0 0 1,0 0-1,-1-1 0,0 1 1,0 0-1,-1-1 0,0 1 0,0 0 1,-3-8-1,3 11 9,-1-1 0,0 1 0,0 0 0,0-1-1,-1 1 1,0 0 0,0 0 0,0 1 0,0-1 0,0 1 0,-1-1 0,1 1 0,-1 0-1,0 0 1,-5-2 0,0 1 15,0 0 1,0 0-1,0 1 0,-1 0 0,0 0 0,1 1 0,-1 1 0,0 0 1,0 0-1,0 1 0,0 0 0,-13 2 0,-9 2 4,1 2-1,-50 16 0,29-4-10,0 2 0,1 3-1,1 2 1,-69 45 0,40-14 33,-126 114 0,108-72-47,87-87-23,1 0 0,0 1 0,1 1 1,0 0-1,1 0 0,-10 25 0,16-36 12,0 0 0,1 0 0,-1 0 0,1 0 0,-1 0 0,1 0 0,0 0 0,0 0 0,0 0 0,0 0 1,0 0-1,0 0 0,0 0 0,1 0 0,-1 0 0,1 0 0,0 0 0,-1 0 0,1-1 0,0 1 0,0 0 0,0 0 0,0-1 0,1 1 0,-1 0 0,0-1 0,1 1 0,-1-1 1,1 0-1,1 2 0,1-1-37,1 0 0,-1 0 0,0 0 0,0-1 0,1 1 0,-1-1 0,1 0-1,0 0 1,-1-1 0,1 1 0,7-1 0,23-3-242,0-1-1,0-1 0,44-14 0,104-39-197,-134 41 425,288-103-437,-13-28 386,-287 127 117,-1-1 0,-1-2 0,-1-1 0,36-35-1,-51 41 2,0-1-1,-2-1 1,0-1-1,-2 0 1,0-1-1,-2 0 1,17-39-1,-16 27 98,-2 0 0,-2 0 0,-1-1-1,-1-1 1,-2 1 0,-2-1 0,-1 0 0,-4-57 0,1 67 400,5-54 0,-4 81-471,0-1 0,-1 1 0,1-1 1,0 1-1,-1 0 0,1-1 0,0 1 1,-1 0-1,1 0 0,0-1 0,0 1 1,-1 0-1,1 0 0,0 0 0,0 0 1,0 0-1,-1 0 0,1 0 0,0 0 1,0 0-1,-1 0 0,1 0 0,0 1 1,0-1-1,0 1 0,1-1 26,2 1-2,0 1-1,0-1 1,0 1-1,-1 0 1,1 0-1,0 0 1,-1 0-1,1 1 1,-1 0 0,0-1-1,0 1 1,4 5-1,35 46 263,-31-38-250,323 496 771,-319-487-816,-3-3 4,2-1 1,0 0-1,1-1 1,26 27-1,-40-47-11,0-1-1,0 1 0,0-1 1,0 1-1,0-1 0,0 1 1,0-1-1,0 1 1,-1-1-1,1 0 0,0 0 1,0 1-1,-1-1 0,1 0 1,-1 0-1,1 0 1,0-2-1,0 2 0,7-13-22,-2 0 1,1 0-1,-2-1 0,0 0 0,-1 0 0,0 0 0,3-31 1,-4 24 36,3-11-12,33-159 18,-3 57-136,-15 46 106,4 2 1,67-155 0,-71 200 12,2 0 1,31-43 0,-46 74 17,0 1 1,0 0 0,1 0-1,1 1 1,-1 0 0,2 1 0,-1 0-1,1 1 1,0 0 0,1 0-1,-1 1 1,18-6 0,-24 11 4,0 0 1,1 0-1,-1 1 1,0 0-1,1 0 0,-1 0 1,0 0-1,0 1 1,1 0-1,-1 0 0,0 0 1,0 1-1,0 0 1,0 0-1,0 0 0,0 0 1,-1 1-1,1 0 1,-1 0-1,0 0 1,0 0-1,0 1 0,0 0 1,0 0-1,-1 0 1,0 0-1,1 0 0,-2 1 1,1-1-1,3 9 1,0 7 23,-1 0 0,0 0 1,-2 0-1,0 0 1,-2 1-1,0-1 1,-1 1-1,-1-1 0,-5 26 1,-7 21 42,-31 93 1,28-108-127,-4 18-318,-3 0 0,-63 127 1,77-185-1402,14-31-912,2-7 1097,2-18-1639</inkml:trace>
</inkml:ink>
</file>

<file path=ppt/ink/ink2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06.813"/>
    </inkml:context>
    <inkml:brush xml:id="br0">
      <inkml:brushProperty name="width" value="0.035" units="cm"/>
      <inkml:brushProperty name="height" value="0.035" units="cm"/>
    </inkml:brush>
  </inkml:definitions>
  <inkml:trace contextRef="#ctx0" brushRef="#br0">68 1 9341,'0'0'1373,"-1"5"24,0-1-1156,-32 123 4463,25-101-4448,1 0 0,1 0 0,2 1 0,0 0 0,2 0 0,1 0 0,1 0 0,1 1 0,1-1 0,2 0 0,1-1 0,1 1 0,17 46 0,-16-58-226,1 0 1,1-1-1,0 0 1,1-1-1,0 0 1,1 0-1,0-1 1,1 0 0,1-1-1,0-1 1,0 0-1,1 0 1,0-2-1,17 9 1,-11-8-12,0-1 0,0-1 0,0 0 0,1-2 1,-1 0-1,1-1 0,1-2 0,-1 0 0,0-1 0,36-3 1,-47 1-11,0 0 0,0-1 0,0 0 0,0-1 0,-1 0 0,1-1 0,-1 1 0,0-2 0,0 0 1,0 0-1,-1 0 0,1-1 0,13-13 0,-18 14-8,1 0-1,-1 0 1,-1-1 0,1 1-1,-1-1 1,0 0 0,0 0-1,0 0 1,-1 0 0,0 0-1,-1-1 1,1 1 0,-1-1-1,0 1 1,-1-1 0,1 1-1,-1-1 1,0 1 0,-1-1-1,0 0 1,0 1 0,-3-9-1,-2-3 1,0 0 0,-2 0-1,0 0 1,-1 1 0,-1 1-1,0-1 1,-1 1 0,-1 1-1,-1 0 1,0 1-1,-22-18 1,3 5-38,-1 2-1,-1 1 1,-1 1-1,-49-22 1,58 33-413,-1 1 0,-1 1 0,-34-8 0,56 17 62,0 0 0,0 0-1,0 1 1,0-1 0,0 2-1,0-1 1,0 1-1,-11 2 1,-20 11-5797,18-5-623</inkml:trace>
</inkml:ink>
</file>

<file path=ppt/ink/ink2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07.171"/>
    </inkml:context>
    <inkml:brush xml:id="br0">
      <inkml:brushProperty name="width" value="0.035" units="cm"/>
      <inkml:brushProperty name="height" value="0.035" units="cm"/>
    </inkml:brush>
  </inkml:definitions>
  <inkml:trace contextRef="#ctx0" brushRef="#br0">1 88 10181,'4'-15'786,"-3"7"-126,2 0 1,-1-1-1,1 1 0,7-12 1,-10 19-572,1-1 0,0 1 0,0 0 0,-1 0 1,1 0-1,0 0 0,0 0 0,0-1 1,0 2-1,0-1 0,1 0 0,-1 0 0,0 0 1,0 0-1,0 1 0,1-1 0,-1 1 0,0-1 1,1 1-1,-1-1 0,1 1 0,-1 0 0,0 0 1,1 0-1,-1 0 0,1 0 0,-1 0 0,1 0 1,-1 0-1,0 0 0,1 1 0,-1-1 1,1 0-1,0 1 0,11 6 110,0-1-1,-1 2 1,0-1-1,-1 2 1,0-1-1,0 2 1,-1-1 0,11 14-1,69 93 288,-42-44-303,-3 1 1,-3 2 0,32 82-1,-50-98-125,-3 2 0,-3 0 0,-2 1-1,13 109 1,-24-100 59,-3 1 0,-9 91 1,-3-110 217,7-40-142,9-31 203,10-26-322,2 1 1,29-53-1,57-79-850,-104 174 769,235-366-4711,-70 129-2764,-95 147 1263</inkml:trace>
</inkml:ink>
</file>

<file path=ppt/ink/ink2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07.768"/>
    </inkml:context>
    <inkml:brush xml:id="br0">
      <inkml:brushProperty name="width" value="0.035" units="cm"/>
      <inkml:brushProperty name="height" value="0.035" units="cm"/>
    </inkml:brush>
  </inkml:definitions>
  <inkml:trace contextRef="#ctx0" brushRef="#br0">47 212 5761,'-40'57'2654,"39"-56"-2477,0 1 0,1-1-1,-1 0 1,0 1-1,1-1 1,-1 1-1,1-1 1,0 0-1,-1 1 1,1-1-1,0 1 1,0-1-1,0 1 1,0-1 0,0 3-1,1-3-72,-1 0 0,0 0-1,1 0 1,-1-1 0,1 1 0,-1 0-1,1-1 1,-1 1 0,1 0 0,-1-1-1,1 1 1,0 0 0,-1-1 0,1 1-1,0-1 1,0 1 0,-1-1 0,1 0-1,1 1 1,4 1 182,0-1 0,0 0 0,0 0-1,0-1 1,12 0 0,-12 0-324,28-1 329,-1-1 1,0-1-1,0-2 1,61-18-1,-77 18-244,0-2 0,0 1 0,-1-2 0,0 0 0,0-1-1,0-1 1,-2 0 0,1-1 0,-1 0 0,23-25 0,-34 32-33,0 0 1,0 0-1,-1-1 0,1 1 1,-1-1-1,0 1 0,0-1 1,0 0-1,-1 0 0,1 0 1,-1 0-1,-1 0 0,1 0 1,-1 0-1,0-6 0,0 7-6,0 1-1,-1-1 1,1 1-1,-1 0 1,0-1-1,0 1 1,-1 0-1,1-1 1,-1 1-1,1 0 1,-1 0-1,0 0 0,0 0 1,0 1-1,-1-1 1,1 1-1,-1-1 1,1 1-1,-1 0 1,0 0-1,0 0 1,-4-2-1,3 2 14,1 1 0,-1 0-1,0 0 1,0 0 0,0 0 0,0 1-1,-1-1 1,1 1 0,0 0-1,0 0 1,0 1 0,-7 1-1,-43 14 89,51-15-100,-12 5 15,0 1 1,0 1-1,1 1 1,0 0-1,0 0 0,1 2 1,0-1-1,-11 14 1,6-5 17,0 2-1,1 0 1,2 1 0,-16 26 0,17-21-20,0 1 1,2 0 0,0 0 0,3 1 0,0 0-1,-5 34 1,12-47-11,0 1 0,1 0-1,0-1 1,2 1 0,0 0 0,1 0 0,0-1-1,2 1 1,0-1 0,1 0 0,0 0 0,12 24-1,-9-26-63,0 0 0,1 0 0,1-1-1,0 0 1,1 0 0,0-1 0,1-1-1,0 0 1,0 0 0,2-1 0,-1-1-1,1 0 1,0-1 0,23 9 0,-25-12-2,-1-2 0,1 1 1,0-2-1,0 1 0,0-2 1,0 1-1,0-2 1,0 1-1,0-2 0,0 0 1,0 0-1,0-1 0,0-1 1,0 0-1,0 0 0,-1-1 1,0-1-1,0 0 0,0 0 1,13-9-1,-9 3 33,0-1 0,-1-1 0,0 0 0,0-1 1,-2 0-1,0-1 0,0 0 0,-2-1 0,0-1 0,0 1 0,-2-1 0,12-32 0,0-15 112,-3 0 0,12-86 0,-23 116-42,38-253 1021,-36 312-891,13 81-24,-4 2 1,-5 0-1,-4 0 0,-5 1 1,-15 136-1,-225 1068-36,229-1276-101,-38 139 1162,94-357 157,54-180-1060,116-178-2195,-86 280-1504,22 12-3734,-91 159 890</inkml:trace>
</inkml:ink>
</file>

<file path=ppt/ink/ink2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08.156"/>
    </inkml:context>
    <inkml:brush xml:id="br0">
      <inkml:brushProperty name="width" value="0.035" units="cm"/>
      <inkml:brushProperty name="height" value="0.035" units="cm"/>
    </inkml:brush>
  </inkml:definitions>
  <inkml:trace contextRef="#ctx0" brushRef="#br0">1 248 6717,'4'-72'3428,"-4"67"-3282,1 1 1,-1-1-1,1 1 1,0 0-1,0-1 1,0 1-1,1 0 1,0 0-1,0 0 1,0 0-1,0 0 0,0 0 1,1 0-1,-1 1 1,1-1-1,0 1 1,0 0-1,1 0 1,-1 0-1,1 0 1,-1 1-1,1-1 1,0 1-1,0 0 0,0 0 1,0 0-1,0 1 1,0-1-1,1 1 1,-1 0-1,1 1 1,-1-1-1,0 1 1,1-1-1,-1 1 1,1 1-1,-1-1 0,1 0 1,-1 1-1,0 0 1,1 0-1,-1 1 1,0-1-1,0 1 1,0 0-1,0 0 1,0 0-1,5 4 1,-2 2-96,1 0 1,-1 1-1,0 1 1,-1-1 0,0 1-1,0 0 1,-1 0-1,-1 0 1,6 19 0,-3-6 9,-1 0-1,-1 0 1,-1 1 0,-1 0 0,-2-1 0,0 1 0,-1 0 0,-4 26 0,-4 7-25,-2-1 1,-22 68 0,-30 47 37,17-55 24,71-157-5,20-40-34,37-80-189,72-133 222,-106 211-715,86-110 0,-129 185 341,5-7-37,1 1-1,1 0 0,0 0 0,21-16 0,-30 27 81,1 0 0,-1 1-1,1-1 1,-1 1-1,1 0 1,0 0-1,0 1 1,0-1-1,6 0 1,-8 2-140,1 0-1,0 0 1,0 0-1,-1 0 1,1 0-1,0 1 1,-1 0-1,1 0 1,0 0 0,-1 0-1,1 0 1,-1 1-1,0 0 1,4 2-1,13 11-4205</inkml:trace>
</inkml:ink>
</file>

<file path=ppt/ink/ink2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08.532"/>
    </inkml:context>
    <inkml:brush xml:id="br0">
      <inkml:brushProperty name="width" value="0.035" units="cm"/>
      <inkml:brushProperty name="height" value="0.035" units="cm"/>
    </inkml:brush>
  </inkml:definitions>
  <inkml:trace contextRef="#ctx0" brushRef="#br0">57 143 4776,'-1'-3'184,"0"0"0,0-1 0,1 1 0,-1-1 0,1 1 0,0-1 0,-1 1 0,2-1 0,-1 1 0,0 0 0,1-1 0,-1 1 0,1-1 0,0 1 0,0 0 0,0 0 0,1-1 0,-1 1-1,1 0 1,0 0 0,3-4 0,-3 4-11,-1 0 749,-1 0-86,-1-6-225,-5-28 2895,6 37-3490,0 0 0,0-1 0,0 1 0,0-1 0,0 1 0,0 0 0,0-1 0,0 1 0,-1-1 0,1 1 0,0 0 0,0-1 0,0 1-1,0 0 1,-1-1 0,1 1 0,0-1 0,0 1 0,0 0 0,-1-1 0,1 1 0,0 0 0,-1 0 0,1-1 0,0 1 0,-1 0 0,1 0 0,0 0 0,-1-1 0,1 1-1,0 0 1,-1 0 0,1 0 0,-1 0 0,1 0 0,0 0 0,-1-1 0,1 1 0,-1 0 0,1 0 0,0 0 0,-1 1 0,1-1 0,-1 0 0,1 0 0,-1 0 0,1 0-1,0 0 1,-1 0 0,1 1 0,0-1 0,-1 0 0,1 0 0,0 0 0,-1 1 0,1-1 0,0 0 0,-1 1 0,1-1 0,0 0 0,0 0 0,-1 1 0,1-1-1,0 1 1,-6 6 62,1-1-1,0 1 0,1 1 1,0-1-1,0 0 0,0 1 1,1 0-1,0 0 0,1 0 0,-1 0 1,2 1-1,-1-1 0,1 1 1,1-1-1,0 17 0,0-20-83,1 1-1,0 0 0,1-1 0,-1 1 1,1-1-1,0 0 0,1 1 0,-1-1 1,1 0-1,0 0 0,0-1 1,1 1-1,-1 0 0,1-1 0,0 0 1,0 0-1,1 0 0,-1-1 1,1 1-1,0-1 0,0 0 0,0-1 1,0 1-1,7 2 0,-5-3-35,0 1 1,0-1-1,0-1 0,0 0 0,0 0 0,0 0 0,0 0 0,1-1 0,-1-1 1,0 1-1,0-1 0,0 0 0,0-1 0,9-2 0,-1-2 23,-1 0 0,0-1 0,0-1-1,0 0 1,13-11 0,-21 5 74,-6 14-48,0-1 0,0 1 0,0-1 1,0 1-1,0-1 0,1 1 0,-1-1 1,0 1-1,0-1 0,0 1 0,0-1 1,0 1-1,1-1 0,-1 1 0,0-1 0,1 1 1,-1-1-1,0 1 0,1 0 0,-1-1 1,0 1-1,1-1 0,-1 1 0,1 0 0,-1 0 1,0-1-1,1 1 0,-1 0 0,1 0 1,-1-1-1,1 1 0,-1 0 0,2 0 1,10 1 14,1 1 1,-1 1-1,0 0 1,0 0-1,0 1 1,0 1-1,13 7 1,-23-11-24,1 1 0,-1-1 0,1 1 0,-1-1 0,0 1 0,0 0 0,1 0 0,-1 0 0,0 0 0,-1 1 0,1-1 0,0 0 1,-1 1-1,1-1 0,-1 1 0,0 0 0,0-1 0,0 1 0,0 0 0,0 0 0,-1 0 0,1-1 0,-1 1 0,0 0 0,0 0 0,0 0 0,0 0 0,0 0 0,-1 0 0,1 0 0,-1-1 0,0 1 0,1 0 0,-2 0 0,1-1 0,0 1 0,-3 4 1,-13 21-9,0-1 0,-2 0 0,-26 27 0,-77 73-2014,52-56-2889,22-20-1811</inkml:trace>
</inkml:ink>
</file>

<file path=ppt/ink/ink2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16.587"/>
    </inkml:context>
    <inkml:brush xml:id="br0">
      <inkml:brushProperty name="width" value="0.05" units="cm"/>
      <inkml:brushProperty name="height" value="0.05" units="cm"/>
      <inkml:brushProperty name="color" value="#E71224"/>
    </inkml:brush>
  </inkml:definitions>
  <inkml:trace contextRef="#ctx0" brushRef="#br0">0 0 5000,'0'0'7954,"4"2"-7308,59 35 1071,94 72-1,-55-35-1083,151 103 211,434 287-268,-509-356-443,92 59-704,-234-142-1501,44 39 0,-78-62 668,-7-4-576,-20-10-1396,-8-11-1384</inkml:trace>
</inkml:ink>
</file>

<file path=ppt/ink/ink2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16.902"/>
    </inkml:context>
    <inkml:brush xml:id="br0">
      <inkml:brushProperty name="width" value="0.05" units="cm"/>
      <inkml:brushProperty name="height" value="0.05" units="cm"/>
      <inkml:brushProperty name="color" value="#E71224"/>
    </inkml:brush>
  </inkml:definitions>
  <inkml:trace contextRef="#ctx0" brushRef="#br0">944 6 5837,'-34'-5'1264,"27"4"4604,4 3-5041,-8 5-436,1 1-1,1 0 1,0 0-1,0 1 1,0 0-1,-11 17 1,-44 72 1018,42-62-1068,-316 620 1875,318-614-2135,-114 280 274,83-194-322,-110 318-2913,150-406 1600,-7 49 0,16-75-289,1 1 0,1 0 0,1 24 1,4-18-4698</inkml:trace>
</inkml:ink>
</file>

<file path=ppt/ink/ink2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17.227"/>
    </inkml:context>
    <inkml:brush xml:id="br0">
      <inkml:brushProperty name="width" value="0.05" units="cm"/>
      <inkml:brushProperty name="height" value="0.05" units="cm"/>
      <inkml:brushProperty name="color" value="#E71224"/>
    </inkml:brush>
  </inkml:definitions>
  <inkml:trace contextRef="#ctx0" brushRef="#br0">29 225 6413,'-24'-19'1480,"19"15"2305,10 3-2779,105-25 971,34-7-1100,183-35 23,-164 33-1061,-61 6-2601,-70 19-2288</inkml:trace>
</inkml:ink>
</file>

<file path=ppt/ink/ink2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18.157"/>
    </inkml:context>
    <inkml:brush xml:id="br0">
      <inkml:brushProperty name="width" value="0.05" units="cm"/>
      <inkml:brushProperty name="height" value="0.05" units="cm"/>
      <inkml:brushProperty name="color" value="#E71224"/>
    </inkml:brush>
  </inkml:definitions>
  <inkml:trace contextRef="#ctx0" brushRef="#br0">384 602 5368,'-1'-3'198,"0"0"0,0 0 0,-1 0 0,1 0 0,-1 0 0,1 0 0,-1 1 0,0-1 0,0 1 0,0-1 0,0 1 0,0 0 0,-1 0 0,1 0 0,-1 0 0,1 0 0,-1 0 0,0 1 0,0 0 0,1-1 0,-1 1 0,0 0 0,0 0 0,0 0 0,-1 1-1,1-1 1,0 1 0,0 0 0,0 0 0,0 0 0,-6 1 0,-1-1 7,1 1-1,0 1 1,0 0-1,0 0 1,0 1-1,1 0 1,-1 0-1,1 1 0,-15 9 1,6-1-103,1 1-1,1 1 1,0 1 0,1 0-1,0 0 1,1 2 0,1 0-1,1 0 1,0 1 0,1 0 0,1 1-1,1 0 1,1 0 0,0 1-1,2 0 1,0 0 0,1 0-1,-2 40 1,6-50-100,0 0 0,1 0 0,1-1 0,-1 1 0,2 0-1,-1-1 1,1 1 0,1-1 0,-1 0 0,2 0 0,4 9 0,-7-15-1,0 1 1,0-1 0,1 1 0,-1-1 0,1 0 0,0 0-1,0 0 1,0 0 0,0-1 0,0 1 0,1-1 0,-1 0-1,1 0 1,0 0 0,-1 0 0,1-1 0,0 1-1,0-1 1,0 0 0,0 0 0,0 0 0,0-1 0,0 0-1,1 1 1,-1-1 0,0-1 0,0 1 0,6-2-1,-5 0-4,0 0 0,-1-1 0,1 1 0,0-1 0,-1 0 0,0 0 0,1-1 0,-1 1 0,-1-1 0,1 0 0,0 0 0,-1-1 0,0 1 0,0-1 0,3-6 0,3-5 89,-1-1 1,0 0 0,5-19-1,2-4 797,22-44-1,-30 71-632,-6 9 291,19 15 60,-15-7-547,-1 0 0,0 1 0,0 0 0,0-1 0,0 1 1,-1 0-1,0 1 0,0-1 0,-1 0 0,1 1 0,-1 0 0,2 10 1,4 13 199,3 38 1,-8-49-181,10 95 277,0 138 0,-25 115-119,7-288-201,-25 123 0,24-172-5,-2-1 1,-1 0-1,-1-1 0,-1 0 0,-1 0 1,-2-1-1,-24 35 0,37-61-24,0 0-1,-1 0 1,1 0-1,0 0 1,0-1 0,-1 1-1,1 0 1,0-1-1,0 1 1,0-1-1,0 1 1,0-1-1,0 1 1,0-1-1,0 0 1,-2-1-1,2 1-2,0 0 0,0 1 0,0-1 0,1 0 0,-1 0 0,0 0 0,0 0 0,1-1 0,-1 1 0,0 0 0,1 0 0,-1 0 0,1-1 0,0 1 0,-1 0 0,1 0 0,0-1 0,0 1 0,0 0 0,0 0 0,0-1 0,0 1 0,0 0 0,0-1 0,0 1 0,1 0 0,-1 0 0,1-2 0,16-42-45,-12 34 31,27-60-439,3 1 1,63-92-1,105-115-813,-121 175 926,174-245-325,-243 326 645,-1 0 1,-2-1-1,0 0 1,-1-1-1,-1 0 1,-1-1-1,7-41 1,-13 55 23,0 0 1,0 0 0,-1-1-1,0 1 1,-1 0-1,0 0 1,-1 0 0,0 0-1,0 0 1,-1 0 0,0 0-1,-1 1 1,0 0 0,-1-1-1,0 1 1,0 1 0,-1-1-1,0 1 1,-1 0 0,-12-12-1,14 15 11,-1 0-1,0 1 0,0-1 1,0 1-1,0 0 0,0 1 0,-1 0 1,0 0-1,0 0 0,0 1 1,0 0-1,0 0 0,0 1 1,0-1-1,-1 2 0,1-1 1,0 1-1,-1 0 0,1 1 0,0 0 1,-1 0-1,1 0 0,0 1 1,-13 5-1,12-4 11,0 0 0,0 1 0,0 0-1,0 1 1,1 0 0,0 0 0,0 0 0,0 1 0,1 0-1,0 0 1,0 1 0,1 0 0,-1 0 0,1 0 0,1 0-1,0 1 1,0 0 0,0 0 0,1 0 0,0 0 0,0 1 0,1-1-1,0 1 1,1 0 0,0-1 0,0 1 0,1 0 0,1 13-1,2-6-3,0-1-1,1 0 0,1 0 0,1-1 0,0 1 0,0-1 1,2 0-1,-1-1 0,2 0 0,0 0 0,0-1 0,1 0 0,1 0 1,0-1-1,1-1 0,0 0 0,0-1 0,16 10 0,-13-10-15,1-1 0,0 0-1,1-1 1,-1-1 0,1-1 0,0 0-1,1-1 1,-1-1 0,1 0-1,-1-2 1,1 0 0,0-1-1,0 0 1,0-2 0,28-5-1,-25 2-12,0-1 0,-1-1 0,0 0 0,-1-2 0,1 0 0,-1-1 0,-1-1 0,0-1 0,-1-1 0,0 0 0,-1-1 0,26-29 0,-10 4-34,-2-2 0,-1-2 0,24-49 1,59-143-66,-81 167 83,-14 31 13,184-424 496,-199 455-442,-1 3 7,0 0 0,0 0 0,1 0-1,-1 0 1,1 0 0,0 0 0,0 1 0,0-1 0,3-3 0,-4 7-15,0-1-1,1 1 0,-1 0 1,0 0-1,0 0 0,0 0 1,0-1-1,0 1 0,0 0 1,-1 1-1,1-1 0,0 0 1,1 1-1,-2-1 10,7 11 20,-2 0 0,0 0 0,0 1 1,-1 0-1,0-1 0,-1 1 0,-1 0 1,1 20-1,3 1 5,35 181-196,-1-3-4338,-28-112-2582,-4-56 582</inkml:trace>
</inkml:ink>
</file>

<file path=ppt/ink/ink2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18.307"/>
    </inkml:context>
    <inkml:brush xml:id="br0">
      <inkml:brushProperty name="width" value="0.05" units="cm"/>
      <inkml:brushProperty name="height" value="0.05" units="cm"/>
      <inkml:brushProperty name="color" value="#E71224"/>
    </inkml:brush>
  </inkml:definitions>
  <inkml:trace contextRef="#ctx0" brushRef="#br0">29 458 9517,'-29'-52'1964,"36"18"-472,-1 23-152,7-18-272,15-11-204,7 9-139,16-1-169,12-2-216,14-3-260,12 5-540,6-2-653,13 3-563,9-1-2560,10 4-3241</inkml:trace>
</inkml:ink>
</file>

<file path=ppt/ink/ink2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19.903"/>
    </inkml:context>
    <inkml:brush xml:id="br0">
      <inkml:brushProperty name="width" value="0.05" units="cm"/>
      <inkml:brushProperty name="height" value="0.05" units="cm"/>
      <inkml:brushProperty name="color" value="#E71224"/>
    </inkml:brush>
  </inkml:definitions>
  <inkml:trace contextRef="#ctx0" brushRef="#br0">849 1020 5140,'-2'-2'204,"0"0"-1,0 0 1,0-1-1,0 1 0,0-1 1,0 1-1,1-1 1,-2-3-1,2 4-80,0 1 1,1-1-1,-1 0 0,0 1 1,0-1-1,0 1 1,0 0-1,0-1 0,0 1 1,0 0-1,0 0 0,-1-1 1,1 1-1,0 0 0,-1 0 1,1 1-1,-1-1 0,1 0 1,-1 0-1,-2 0 1,-33-7 2423,-62-5 0,85 13-2340,0 0 0,0 1 0,0 0 0,0 1 0,0 0 1,1 1-1,-27 10 0,16-2 2,0 1 1,1 1 0,1 1-1,0 2 1,1 0-1,1 1 1,-22 23 0,-7 12 190,-58 85 0,79-100-262,3 2-1,1 1 0,-33 78 1,48-96-94,2 0 0,0 0 0,1 1 0,1 0 0,2 0 1,0 1-1,1-1 0,2 1 0,2 35 0,0-51-35,-1 1-1,1 0 1,1-1-1,0 0 1,0 1-1,0-1 1,1 0-1,0-1 1,1 1-1,0-1 1,0 0-1,0 0 1,13 12-1,-13-15-19,-1 0 0,1 0 0,0-1 0,0 0 0,0 0 0,1 0 0,-1 0 0,1-1 0,0 0 0,-1 0 0,1-1 0,0 1 0,0-1 0,0-1 0,0 1 0,0-1 0,0 0 0,0 0 0,0-1 0,0 0 0,7-1 0,-1-2-12,1 0-1,-1 0 1,0-1-1,0-1 1,0 0-1,-1-1 1,0 0-1,0-1 1,11-10-1,-8 4-5,0 0-1,-1-2 1,0 1 0,-2-1 0,15-25-1,-1-9-100,-3-2 1,-1 0-1,18-72 0,-1-27-110,-7-2 1,-6-1-1,4-171 1,-25 62-5,-4 193 230,0 67 764,-1 26-322,-2-11-343,-4 66 65,3 1 0,4-1 0,3 1 0,4-1-1,3 0 1,3-1 0,3 0 0,45 124 0,-50-173-137,1 0 1,27 45 0,-31-62-27,-1 0 1,1-1 0,1 0-1,0 0 1,0-1 0,1 0-1,0-1 1,18 12 0,-25-18 4,1 0 1,0 0-1,0-1 1,1 1-1,-1-1 1,0 0-1,0 0 1,1-1-1,-1 1 1,0-1-1,1 0 1,-1 0-1,0 0 1,7-2-1,-3 0-23,1 0-1,-1 0 1,1-1 0,-1 0-1,14-9 1,-1-1-34,-1-1-1,0 0 1,-1-2-1,-1 0 1,-1-2-1,20-24 1,84-126-253,-104 141 264,-8 13 22,-2 0 1,0 0-1,9-23 0,-15 33 73,-5 7 7,-4 6-43,0 0 1,1 1-1,0 0 0,0 0 1,1 0-1,0 1 0,1 0 0,0 0 1,1 1-1,-5 20 0,5-17-5,1 1 0,0 0-1,1 1 1,1-1 0,0 0-1,2 1 1,3 28-1,-3-39-3,1 0-1,-1 0 0,1 0 1,0 0-1,1 0 0,-1-1 1,1 1-1,1-1 0,-1 0 0,1 1 1,-1-2-1,2 1 0,-1 0 1,0-1-1,1 0 0,0 0 1,0 0-1,9 5 0,-7-6-58,0 0-1,0 0 1,0-1-1,0 1 1,0-2 0,1 1-1,-1-1 1,0 0-1,1-1 1,-1 0-1,1 0 1,-1-1 0,1 1-1,13-5 1,-5 0-89,0 0 0,-1-2 1,0 1-1,0-2 1,0 0-1,-1-1 1,0-1-1,-1 0 0,0 0 1,-1-1-1,0-1 1,-1 0-1,19-26 0,0-7-139,-2-1-1,-3 0 0,21-52 0,-14 19 164,-4-1 0,-3-1 0,-4-1-1,-3-1 1,-4-1 0,-4-1 0,-3 1 0,-7-136 0,0 213 156,-1-10 82,0 0 0,0 0 0,-2 0 0,0 1 0,-1-1 0,-9-24 0,-9 12 369,22 29-474,0-1 1,0 1-1,0 0 1,0 0-1,0 0 1,0 0-1,0 0 1,0-1-1,0 1 1,-1 0-1,1 0 1,0 0-1,0 0 0,0 0 1,0 0-1,0 0 1,0 0-1,-1 0 1,1 0-1,0-1 1,0 1-1,0 0 1,0 0-1,0 0 1,-1 0-1,1 0 0,0 0 1,0 0-1,0 0 1,0 0-1,0 0 1,-1 0-1,1 0 1,0 0-1,0 1 1,0-1-1,0 0 1,-1 0-1,1 0 0,0 0 1,0 0-1,0 0 1,0 0-1,0 0 1,0 0-1,0 0 1,-1 1-1,1-1 1,0 0-1,0 0 1,0 0-1,-8 5 77,1 1-1,-1-1 1,1 2-1,0-1 1,1 1-1,0-1 1,0 2 0,0-1-1,1 1 1,0 0-1,1 0 1,-1 0 0,2 1-1,-1-1 1,1 1-1,-4 18 1,-4 14 21,1 1 1,2 1 0,2-1-1,2 1 1,2 1 0,5 68-1,0-85-81,1 1-1,2-1 1,1 0-1,1-1 1,22 51-1,-23-65-17,0 1-1,0-1 1,1 0 0,0-1-1,1 0 1,0 0-1,1-1 1,0 0-1,1-1 1,0 0-1,0-1 1,1 0-1,19 9 1,-23-13-11,1 0 1,0-1-1,0 0 1,0-1-1,0 0 0,0 0 1,0-1-1,1 0 1,-1-1-1,1 0 0,-1 0 1,0-1-1,11-2 1,-8 0-20,0-1-1,0 0 1,0 0 0,-1-2 0,0 1 0,0-1 0,0-1 0,17-14 0,-3-1-85,-2-2 0,0 0 1,-2-1-1,-1-2 0,0 0 1,22-45-1,150-309-507,-190 377 717,-11 49 429,7-19-438,1-1 0,2 0 1,0 1-1,2-1 0,1 0 0,1 0 0,1 0 0,1-1 0,19 45 1,-18-52-50,2-1 0,0 1 1,0-2-1,2 0 0,0 0 1,0-1-1,2 0 0,28 23 1,-36-33-35,0 0-1,0 0 1,0 0 0,1-1 0,-1 0-1,1 0 1,0 0 0,0-1 0,0 0 0,0-1-1,0 0 1,0 0 0,0 0 0,0-1 0,1 0-1,-1 0 1,0-1 0,0 0 0,0 0-1,1 0 1,-1-1 0,-1 0 0,1-1 0,0 0-1,-1 0 1,10-6 0,-2 0 14,-1-1 0,0-1-1,-1 0 1,0 0 0,20-27 0,-12 10-43,32-56 1,-24 25-128,-2 0 0,-3-2 0,21-87 1,-20 22-30,-23 120 156,0 0 1,-1 0-1,0-1 0,0 1 0,-1 0 0,-2-10 1,1 4-5,1 12 26,0-1-1,0 1 0,1-1 1,-1 1-1,0 0 0,0 0 1,0-1-1,0 1 1,0 0-1,0 0 0,0 0 1,0 0-1,0 0 0,-1 0 1,1 0-1,0 0 1,0 0-1,0 1 0,0-1 1,-1 1-1,1-1 1,-3 1 10,-1 0 0,1 1 0,-1-1 0,1 1 0,-1 0 1,1 1-1,0-1 0,0 1 0,0-1 0,0 1 0,1 0 0,-1 1 0,1-1 0,0 0 0,-4 6 1,-6 8 49,1 1 0,-10 20 1,14-23-13,-1 1-9,1 0 0,0 0 0,1 1 0,1 0 0,1 0 0,1 0 0,0 1-1,-2 21 1,6-30-24,-1 0 0,1 0-1,1 0 1,0-1-1,0 1 1,0 0 0,1-1-1,0 1 1,1-1 0,0 0-1,1 1 1,-1-1 0,1-1-1,1 1 1,0-1-1,0 1 1,0-2 0,11 12-1,-3-6-106,2-2-1,-1 1 1,1-2-1,1 1 0,-1-2 1,1 0-1,1-2 1,0 1-1,0-2 1,0 0-1,0-1 0,1-1 1,25 2-1,-23-4-657,1 0 0,0-2 1,-1 0-1,1-1 0,-1-1 0,1-1 0,-1-1 0,-1-1 1,1-1-1,-1 0 0,25-13 0,-2-6-3782</inkml:trace>
</inkml:ink>
</file>

<file path=ppt/ink/ink2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21.982"/>
    </inkml:context>
    <inkml:brush xml:id="br0">
      <inkml:brushProperty name="width" value="0.05" units="cm"/>
      <inkml:brushProperty name="height" value="0.05" units="cm"/>
      <inkml:brushProperty name="color" value="#E71224"/>
    </inkml:brush>
  </inkml:definitions>
  <inkml:trace contextRef="#ctx0" brushRef="#br0">0 149 4772,'1'-3'1170,"7"-26"755,-7 27-1067,-1-1 9,0-1-742,0 1 1,0 0-1,1 0 0,-1-1 0,1 1 0,0 0 0,0 0 1,0 0-1,0 0 0,0 0 0,1 0 0,0 1 1,-1-1-1,1 0 0,4-4 0,-2 3 23,1 0 1,0 0-1,-1 1 0,1 0 1,1 0-1,-1 0 0,0 0 1,9-2-1,-4 1-45,53-16 1045,-60 19-1091,0 1 0,0-1-1,0 1 1,0 0-1,0 0 1,0 0 0,0 0-1,0 0 1,0 1-1,0-1 1,0 1 0,0 0-1,0 0 1,0 0-1,0 0 1,0 1-1,3 2 1,-5-3-35,0 0 0,0 0 0,0 0 0,0 0 0,0 1 0,0-1 1,0 1-1,-1-1 0,1 0 0,0 1 0,-1-1 0,0 1 0,1-1 0,-1 1 0,0 0 0,1-1 0,-1 1 0,0-1 0,0 1 1,0 0-1,-1-1 0,1 1 0,0-1 0,-1 3 0,-14 36 239,11-32-254,-101 210 162,78-160-985,-4 11-1198,6-23-3633,12-24 919</inkml:trace>
</inkml:ink>
</file>

<file path=ppt/ink/ink2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22.920"/>
    </inkml:context>
    <inkml:brush xml:id="br0">
      <inkml:brushProperty name="width" value="0.05" units="cm"/>
      <inkml:brushProperty name="height" value="0.05" units="cm"/>
      <inkml:brushProperty name="color" value="#E71224"/>
    </inkml:brush>
  </inkml:definitions>
  <inkml:trace contextRef="#ctx0" brushRef="#br0">5 290 4392,'0'0'4511,"4"-1"-3668,5-2-584,1-1 1,0 0-1,-1 0 0,0-1 0,0 0 0,0-1 0,-1 0 1,0 0-1,0-1 0,0 0 0,13-15 0,-17 15-235,1 1 0,-1-1-1,0 0 1,0 0-1,-1 0 1,0 0 0,0-1-1,-1 0 1,0 1-1,0-1 1,-1 0 0,0 0-1,0 0 1,-1 1-1,0-1 1,0 0 0,-2-9-1,2 12-22,-7-26-3,-4 1 22,10 30-18,-1 0-1,1-1 1,0 1 0,-1 0-1,1 0 1,-1 0 0,1 1-1,0-1 1,-1 0 0,1 0-1,0 1 1,-1-1 0,1 1-1,-3 0 1,3 0 4,-4 1 25,0 1 0,0-1 0,0 1-1,0 0 1,0 1 0,1-1 0,0 1 0,-1 0-1,1 0 1,1 0 0,-1 0 0,-5 9 0,0 0 98,2 1 0,-1 0 0,-8 23 1,12-23-67,0 1 0,0-1 0,2 1 0,0 0 0,1 0-1,0 0 1,1 0 0,1 0 0,0 0 0,1 0 0,0-1 0,2 1 0,0 0 0,0-1 0,1 0 0,1 0 0,0-1 0,1 1 0,1-1 0,0-1 0,18 23 0,-20-30-144,-1 0 0,1 0-1,0-1 1,0 1 0,0-1 0,0-1 0,1 1-1,0-1 1,-1 0 0,1-1 0,0 0 0,1 0-1,-1 0 1,0-1 0,0 0 0,13 0-1,-5-1-725,0-1-1,1 0 0,-1-2 0,0 1 0,-1-2 0,1 0 0,17-7 0,8-5-3998</inkml:trace>
</inkml:ink>
</file>

<file path=ppt/ink/ink2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23.189"/>
    </inkml:context>
    <inkml:brush xml:id="br0">
      <inkml:brushProperty name="width" value="0.05" units="cm"/>
      <inkml:brushProperty name="height" value="0.05" units="cm"/>
      <inkml:brushProperty name="color" value="#E71224"/>
    </inkml:brush>
  </inkml:definitions>
  <inkml:trace contextRef="#ctx0" brushRef="#br0">196 0 7785,'-13'12'628,"0"1"1,0 1 0,1-1 0,1 2-1,0 0 1,2 0 0,-1 1 0,2 0-1,0 0 1,1 1 0,0 0-1,2 0 1,-4 20 0,-11 43 266,5 1 0,-7 90 0,20-136-1179,1 0 0,2 0 1,2 1-1,1-1 0,1 0 1,2-1-1,18 53 0,-19-71-627,2-1-1,13 22 1,2 1-3793,-9-9-1876</inkml:trace>
</inkml:ink>
</file>

<file path=ppt/ink/ink2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24.085"/>
    </inkml:context>
    <inkml:brush xml:id="br0">
      <inkml:brushProperty name="width" value="0.05" units="cm"/>
      <inkml:brushProperty name="height" value="0.05" units="cm"/>
      <inkml:brushProperty name="color" value="#E71224"/>
    </inkml:brush>
  </inkml:definitions>
  <inkml:trace contextRef="#ctx0" brushRef="#br0">0 1069 5925,'0'0'2634,"1"-4"-1568,0 1-926,0-1 0,1 0 1,-1 1-1,1-1 0,0 1 1,0 0-1,0-1 0,0 1 1,0 0-1,1 0 0,-1 0 0,1 0 1,0 1-1,0-1 0,0 1 1,0 0-1,5-3 0,10-5 79,1 0 0,21-7 0,-19 9-81,65-29-207,-2-4-1,150-98 0,-100 34-596,-113 86 458,-1-1 0,-1-1 0,0-1 0,16-26 0,-26 34 83,-1 0 1,10-23-1,-18 36 124,1 0-1,-1 0 1,0 0 0,0 1 0,0-1 0,0 0 0,0 0 0,0 0 0,0 0-1,0 0 1,-1 0 0,1 1 0,0-1 0,-1 0 0,1 0 0,0 0 0,-1 1-1,1-1 1,-1 0 0,1 0 0,-1 1 0,1-1 0,-1 0 0,0 1 0,1-1-1,-1 1 1,0-1 0,1 1 0,-1-1 0,0 1 0,0-1 0,1 1 0,-1 0 0,0-1-1,0 1 1,0 0 0,0 0 0,0 0 0,1-1 0,-1 1 0,0 0 0,0 0-1,0 0 1,0 1 0,0-1 0,-1 0 0,-6 4 54,0 0 0,0 1 0,1 0-1,-1 0 1,1 0 0,0 1 0,0 0 0,-5 8 0,-44 56 363,51-62-361,2-2-6,-1 0-1,1 1 1,1-1-1,-1 1 0,1 0 1,1 0-1,-1 0 1,1 0-1,0 0 0,1 0 1,-1 0-1,2 1 0,-1-1 1,1 0-1,0 0 1,0 0-1,1 0 0,2 8 1,-2-10-37,1 0 1,-1-1 0,1 1 0,0 0-1,0-1 1,1 1 0,-1-1-1,1 0 1,0 0 0,0-1-1,0 1 1,0-1 0,1 0-1,0 0 1,-1 0 0,1-1-1,0 1 1,0-1 0,0-1-1,1 1 1,8 1 0,9 1 11,0 0 1,1-2 0,37-1-1,-60-1-22,24-1-80,0-2 1,-1-1-1,1 0 0,-1-2 0,0-1 0,0-1 1,-1-1-1,0-1 0,-1-1 0,0-1 1,34-25-1,-41 24 2,-1 0 1,0-1-1,-1-1 1,0 0-1,-2-1 1,0 0-1,-1-1 0,0 0 1,10-26-1,-17 36 62,-1-1-1,0 1 1,0-1-1,0 0 1,-1 1 0,0-1-1,0-12 1,1-13-95,-1 29 116,0-1-1,-1 1 1,0 0 0,0-1-1,0 1 1,0-1-1,0 1 1,-1 0-1,0-1 1,0 1 0,0 0-1,-1 0 1,1 0-1,-1-1 1,0 2-1,0-1 1,0 0 0,-1 0-1,-4-6 1,6 10 7,0 0 1,0 0-1,0 0 1,0 0-1,0 0 1,0-1 0,0 2-1,0-1 1,0 0-1,1 0 1,-1 0-1,0 0 1,0 0 0,0 1-1,0-1 1,0 0-1,0 1 1,1-1-1,-1 1 1,-1 0-1,1 0 33,-6 2 19,1 0-1,0 0 0,0 1 1,0-1-1,0 2 0,1-1 0,0 1 1,0-1-1,0 1 0,0 1 1,1-1-1,0 1 0,-4 6 1,0 1 49,2 1 0,-1 0 0,2 0 0,-8 26 0,12-32-76,0 0 1,0 1-1,1-1 0,0 1 1,1-1-1,0 1 0,0-1 1,1 0-1,0 0 0,0 0 1,1 0-1,0 0 0,0 0 1,8 12-1,-7-13-26,1-1 0,0 1-1,0-1 1,0 0 0,1-1 0,0 1 0,0-1 0,0 0-1,1 0 1,-1-1 0,1 0 0,0 0 0,1-1 0,-1 0-1,1 0 1,-1-1 0,1 0 0,0 0 0,0 0 0,13 0-1,-8-2-8,-1 0 0,0 0 0,1-1 0,-1-1-1,0 0 1,0-1 0,0 0 0,0-1 0,-1 0-1,1-1 1,-1 0 0,0-1 0,12-8 0,-15 8-12,0-1 1,-1 1 0,0-1-1,0-1 1,-1 0 0,0 1-1,0-2 1,-1 1 0,5-11 0,3-10-8,16-48 0,-10 9-223,13-97 0,-27 136 202,14-133-355,-18 158 314,-2 3 13,-1 0 64,1-1-1,-1 1 1,1 0 0,-1 0-1,0 0 1,1 0-1,-1 0 1,0 0 0,0 1-1,-3-2 1,-1 8-8,0 0 1,1 1-1,-1-1 1,1 1-1,1 0 0,-8 13 1,9-14 7,-44 88 47,9-24 314,37-69-54,4-2-299,-1-1 1,0 1-1,0-1 1,1 0-1,-1 0 1,-1 0-1,1 0 1,0 0-1,0 0 0,-1-1 1,1 1-1,-1-1 1,0 1-1,0-1 1,1-2-1,5-13-7,0 2 6,0-1 0,-1 0 0,5-30 1,-7 27-546,1 1 1,7-22-1,-11 38-254</inkml:trace>
</inkml:ink>
</file>

<file path=ppt/ink/ink2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24.651"/>
    </inkml:context>
    <inkml:brush xml:id="br0">
      <inkml:brushProperty name="width" value="0.05" units="cm"/>
      <inkml:brushProperty name="height" value="0.05" units="cm"/>
      <inkml:brushProperty name="color" value="#E71224"/>
    </inkml:brush>
  </inkml:definitions>
  <inkml:trace contextRef="#ctx0" brushRef="#br0">628 988 4732,'-43'-56'6459,"36"49"-5907,-1 0 0,1 0 1,-1 1-1,-12-8 0,13 10-421,0 0-1,0 1 1,-1 0-1,1 0 1,-1 1-1,0 0 1,0 0-1,0 1 1,0 0 0,0 0-1,0 1 1,0 0-1,0 0 1,0 1-1,-8 1 1,-3 3 31,1 0 0,0 1 0,1 1 0,-1 1 1,1 0-1,1 1 0,0 1 0,0 0 0,1 2 0,0-1 1,1 2-1,0 0 0,-15 19 0,10-10-7,1 2 0,1 0 1,1 0-1,1 2 0,1 0 0,2 0 0,-19 55 0,26-62-106,1-1 0,0 1-1,1 0 1,1 0-1,1 0 1,1 0-1,1 0 1,0 1 0,7 28-1,-6-38-55,1 0-1,0 0 0,1 0 1,0-1-1,1 1 1,0-1-1,0 0 1,1 0-1,0-1 0,0 0 1,1 0-1,0 0 1,0-1-1,1 0 0,0-1 1,1 1-1,-1-2 1,1 1-1,11 5 0,-11-7-85,-1 0-1,1 0 0,0-1 0,0 0 0,0-1 0,0 1 0,1-2 0,-1 1 0,1-2 0,-1 1 1,1-1-1,13-2 0,-15 1 23,1-1 0,0 0 1,-1-1-1,1 0 0,-1 0 0,0-1 1,0 0-1,0 0 0,-1-1 1,0 0-1,1 0 0,-2-1 0,1 0 1,-1 0-1,0-1 0,8-10 1,2-7-10,-1 0 1,-1-1 0,-2-1 0,15-40 0,26-114-48,-7 17 60,59-122 448,160-305 0,-238 533-186,-16 31 29,2-1 0,1 2-1,26-37 1,-39 61-186,-1-1 1,1 1-1,0 0 0,-1 0 0,1 0 0,0 0 0,0 0 0,0 0 0,0 0 0,0 1 1,0-1-1,0 0 0,0 0 0,1 1 0,-1-1 0,0 1 0,0-1 0,1 1 0,0-1 0,-1 2-18,0-1 0,-1 1-1,1-1 1,-1 1 0,0 0-1,1-1 1,-1 1 0,0 0 0,1 0-1,-1-1 1,0 1 0,0 0-1,0 0 1,1 0 0,-1-1-1,0 1 1,0 0 0,0 0-1,0 0 1,-1-1 0,1 1-1,0 1 1,-14 68 425,11-60-365,-98 369 802,-16 67-3333,83-249-1196,31-165 1594,1 1 1,4 33-1,6-7-4055</inkml:trace>
</inkml:ink>
</file>

<file path=ppt/ink/ink2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24.810"/>
    </inkml:context>
    <inkml:brush xml:id="br0">
      <inkml:brushProperty name="width" value="0.05" units="cm"/>
      <inkml:brushProperty name="height" value="0.05" units="cm"/>
      <inkml:brushProperty name="color" value="#E71224"/>
    </inkml:brush>
  </inkml:definitions>
  <inkml:trace contextRef="#ctx0" brushRef="#br0">51 75 7977,'-38'-29'1940,"42"9"3424,2 6-4836,0 3-284,-22 25-3612,4 0-328</inkml:trace>
</inkml:ink>
</file>

<file path=ppt/ink/ink2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25.454"/>
    </inkml:context>
    <inkml:brush xml:id="br0">
      <inkml:brushProperty name="width" value="0.05" units="cm"/>
      <inkml:brushProperty name="height" value="0.05" units="cm"/>
      <inkml:brushProperty name="color" value="#E71224"/>
    </inkml:brush>
  </inkml:definitions>
  <inkml:trace contextRef="#ctx0" brushRef="#br0">0 2730 10901,'3'-5'185,"0"1"0,0-1-1,1 1 1,-1 0 0,1 0 0,0 1 0,0-1-1,0 1 1,0 0 0,1 0 0,-1 0 0,7-3-1,7-1 232,0 0-1,23-4 1,7-4 1,890-299 1571,378-135-1643,1424-480-147,-1797 619-242,365-162-1610,-1050 352-4390,-179 76-728</inkml:trace>
</inkml:ink>
</file>

<file path=ppt/ink/ink2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38.280"/>
    </inkml:context>
    <inkml:brush xml:id="br0">
      <inkml:brushProperty name="width" value="0.05" units="cm"/>
      <inkml:brushProperty name="height" value="0.05" units="cm"/>
      <inkml:brushProperty name="color" value="#E71224"/>
    </inkml:brush>
  </inkml:definitions>
  <inkml:trace contextRef="#ctx0" brushRef="#br0">1 1 2620,'31'3'1072,"-15"-3"-716,6 2 424,4-2-648,-4 0-36,0 0-12,-3 3-20,0-3 0,4 3-8,2-6-120,0 3-184,1-3-344,-4 1-684,10-1 1116</inkml:trace>
</inkml:ink>
</file>

<file path=ppt/ink/ink2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1.515"/>
    </inkml:context>
    <inkml:brush xml:id="br0">
      <inkml:brushProperty name="width" value="0.05" units="cm"/>
      <inkml:brushProperty name="height" value="0.05" units="cm"/>
      <inkml:brushProperty name="color" value="#E71224"/>
    </inkml:brush>
  </inkml:definitions>
  <inkml:trace contextRef="#ctx0" brushRef="#br0">71 249 4168,'-19'-66'7428,"11"59"-6609,-1 1 47,7-1 3593,2-24-3885,0 28 847,-1 0-1330,-2-3-332,2 4 333,1 1 0,-1-1 1,1 1-1,-1-1 0,0 1 0,1-1 0,-1 1 0,0 0 0,0-1 1,0 1-1,0 0 0,0 0 0,-1 0 0,1 0 0,0 0 0,0 0 1,-1 0-1,1 0 0,-2-1 0,-4-1-5773,11 3 3597,-2 1 2221,0-1 0,1 0 0,-1 0 0,0 0 0,0 0 0,1 0 0,-1 0 0,0 0 0,0-1 0,1 1 0,-1-1-1,0 0 1,0 0 0,4-2 0,-4 1 74,0-1-1,-1 0 1,1 0-1,0 0 1,-1 0-1,0 0 1,0 0-1,0 0 0,0 0 1,0-1-1,-1 1 1,1 0-1,-1-1 1,0 1-1,0 0 1,0-1-1,0 1 0,-2-6 1,1-11 850,24 20-1075,12 0 1,130 5-1445,-78 1-462,13 1-1102,-34 4-2063,-25-3-1196</inkml:trace>
</inkml:ink>
</file>

<file path=ppt/ink/ink2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1.702"/>
    </inkml:context>
    <inkml:brush xml:id="br0">
      <inkml:brushProperty name="width" value="0.05" units="cm"/>
      <inkml:brushProperty name="height" value="0.05" units="cm"/>
      <inkml:brushProperty name="color" value="#E71224"/>
    </inkml:brush>
  </inkml:definitions>
  <inkml:trace contextRef="#ctx0" brushRef="#br0">60 63 4824,'-28'23'1533,"12"-17"-41,0 0 5016,41-18-6036,17 1-280,-4-1-408,13-5-616,3 0-392,12 3-2488,10-1-2341</inkml:trace>
</inkml:ink>
</file>

<file path=ppt/ink/ink2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2.125"/>
    </inkml:context>
    <inkml:brush xml:id="br0">
      <inkml:brushProperty name="width" value="0.05" units="cm"/>
      <inkml:brushProperty name="height" value="0.05" units="cm"/>
      <inkml:brushProperty name="color" value="#E71224"/>
    </inkml:brush>
  </inkml:definitions>
  <inkml:trace contextRef="#ctx0" brushRef="#br0">233 21 10921,'-6'-3'646,"-1"-1"0,0 2 0,1-1 0,-1 1-1,0 0 1,0 1 0,0-1 0,0 2 0,0-1 0,-13 1 0,16 0-433,0 1 1,1-1-1,-1 1 1,1 0-1,-1 0 1,1 0-1,-1 0 1,1 1-1,0 0 1,0-1-1,0 1 1,0 0-1,0 1 1,0-1-1,0 0 1,1 1-1,-1-1 1,1 1-1,-4 6 1,-1 1 95,0 1 0,1 1 0,1-1 0,-6 14 1,4-1 118,0-1 0,1 2 1,-4 40-1,0 77 454,9-126-806,0 42 51,2 1 0,3-1 0,2-1 0,3 1 1,2-1-1,2 0 0,27 67 0,-23-83-86,1 0 0,47 74 0,-54-100-21,0 1 0,1-1-1,0-1 1,1 0 0,1-1 0,0 0-1,1-1 1,0-1 0,24 13 0,-36-22-15,1 0 1,-1 0 0,1-1 0,0 0-1,-1 1 1,1-1 0,0-1 0,0 1-1,0 0 1,0-1 0,0 0 0,0 0-1,0 0 1,0 0 0,0-1-1,-1 0 1,1 0 0,4-1 0,-3 0-3,-1 0 1,1-1-1,-1 0 1,0 0-1,0 0 0,0 0 1,0-1-1,0 0 1,-1 1-1,1-1 1,-1-1-1,3-3 1,3-8-8,-1-1-1,0 0 1,-1 0 0,-1-1 0,0 0 0,3-21 0,-3-9 8,-1-1 0,-3 1 0,-7-94 1,4 121-15,-2-25-51,-2 0 0,-2 0 1,-2 1-1,-2 0 0,-2 1 1,-2 0-1,-2 1 0,-2 1 1,-1 0-1,-37-54 0,52 88-141,0 1-1,-1-1 0,0 1 1,-1 0-1,1 1 1,-1 0-1,-1 0 0,-10-7 1,15 11 34,0 1 0,-1-1 0,1 1 0,0 0 0,-1 0 0,1 0 0,-1 1-1,1-1 1,-1 1 0,1 0 0,-1 0 0,1 0 0,-1 0 0,1 1 0,-1-1 0,1 1 0,-1 0 0,1 0 0,-1 0 0,1 1 0,0-1 0,0 1 0,-5 3 0,3-2-468,0 1 1,0-1-1,0 1 1,1 0 0,0 1-1,0-1 1,0 1-1,0-1 1,1 1 0,0 0-1,0 1 1,0-1 0,0 0-1,1 1 1,-2 7-1,-2 30-7672</inkml:trace>
</inkml:ink>
</file>

<file path=ppt/ink/ink2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2.278"/>
    </inkml:context>
    <inkml:brush xml:id="br0">
      <inkml:brushProperty name="width" value="0.05" units="cm"/>
      <inkml:brushProperty name="height" value="0.05" units="cm"/>
      <inkml:brushProperty name="color" value="#E71224"/>
    </inkml:brush>
  </inkml:definitions>
  <inkml:trace contextRef="#ctx0" brushRef="#br0">42 135 9321,'-19'-48'2188,"22"25"-408,-9 6-180,-4 2 789,4 1-1545,3-3-240,22 20-4897,16 8 145,-4 9-3153</inkml:trace>
</inkml:ink>
</file>

<file path=ppt/ink/ink2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2.559"/>
    </inkml:context>
    <inkml:brush xml:id="br0">
      <inkml:brushProperty name="width" value="0.05" units="cm"/>
      <inkml:brushProperty name="height" value="0.05" units="cm"/>
      <inkml:brushProperty name="color" value="#E71224"/>
    </inkml:brush>
  </inkml:definitions>
  <inkml:trace contextRef="#ctx0" brushRef="#br0">184 115 8645,'-27'-48'2317,"25"46"-2026,-1 0 0,1 0-1,0 0 1,0 0 0,-1 1-1,1-1 1,-1 1 0,1 0-1,-1-1 1,0 1 0,0 0-1,1 1 1,-6-2 0,-14-6 1605,11 1-887,5 2-196,0 0 0,-1 1 0,1 1 0,-1-1 0,-15-5 0,21 9-725,0 0 0,1 0 0,-1 0 0,0-1 0,0 1 0,0 0 1,0 0-1,0 0 0,0 1 0,0-1 0,0 0 0,0 0 0,0 0 1,0 1-1,0-1 0,1 0 0,-1 1 0,0-1 0,0 1 0,0-1 0,1 1 1,-2 0-1,1 1-15,0 0 1,0-1-1,0 1 1,0 0-1,0 0 1,1 0-1,-1 0 1,0-1-1,1 1 1,0 0-1,-1 0 1,1 0-1,0 0 1,0 4-1,2 19 275,0 0 0,1-1-1,1 1 1,13 37 0,41 99 312,-21-63-437,-23-58-127,-1 1 0,-2 0 0,-2 1 0,4 53 0,-12-73-274,-1 0 0,0 1 0,-2-1 0,0 0 0,-2 0 0,-1 0 0,0 0 0,-2-1 0,-16 39 0,1-18-1408,-31 47 0,17-37-4341,15-20-1448</inkml:trace>
</inkml:ink>
</file>

<file path=ppt/ink/ink2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2.714"/>
    </inkml:context>
    <inkml:brush xml:id="br0">
      <inkml:brushProperty name="width" value="0.05" units="cm"/>
      <inkml:brushProperty name="height" value="0.05" units="cm"/>
      <inkml:brushProperty name="color" value="#E71224"/>
    </inkml:brush>
  </inkml:definitions>
  <inkml:trace contextRef="#ctx0" brushRef="#br0">23 189 7685,'-23'-46'2000,"23"24"-288,0-1-232,4 3-188,2 3-256,7-1-448,-1 4 69,1 0-97,9 5-128,4 4-304,2 7-688,23 4-513,-10 3-491,1 5-2568,2 0-3125</inkml:trace>
</inkml:ink>
</file>

<file path=ppt/ink/ink2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3.043"/>
    </inkml:context>
    <inkml:brush xml:id="br0">
      <inkml:brushProperty name="width" value="0.05" units="cm"/>
      <inkml:brushProperty name="height" value="0.05" units="cm"/>
      <inkml:brushProperty name="color" value="#E71224"/>
    </inkml:brush>
  </inkml:definitions>
  <inkml:trace contextRef="#ctx0" brushRef="#br0">69 92 6541,'-3'-2'430,"-1"1"1,0-1 0,1 0-1,-1 0 1,1-1 0,-1 1-1,1-1 1,-5-5 0,2 3 274,6 3-544,0 1 0,-1-1 0,1 0 0,0 1 0,0-1 0,0 0 0,1 1 0,-1-1 0,0 0 0,1 1 0,-1-1 0,1 0 1,-1 1-1,1-1 0,0 1 0,0-1 0,0 1 0,1-2 0,0 0-73,1 0 0,0 1 1,0 0-1,0-1 0,0 1 0,0 0 0,0 0 0,0 1 1,0-1-1,1 1 0,-1-1 0,1 1 0,-1 0 1,1 0-1,0 1 0,-1-1 0,1 1 0,0 0 1,-1 0-1,5 0 0,9 1 16,-1 1 0,30 6-1,-46-8-93,9 2 14,-1 0-1,0 1 1,0 0 0,0 0 0,0 1-1,0 0 1,-1 0 0,0 1 0,0 0-1,0 0 1,0 1 0,-1 0 0,0 0-1,0 0 1,-1 1 0,0 0 0,0 0-1,0 0 1,-1 0 0,0 1 0,0 0-1,2 10 1,0-1 1,-2 1-1,0 1 1,-1-1-1,-1 0 1,0 1 0,-2-1-1,0 1 1,-1-1-1,-4 22 1,-4 8 23,-2-1 0,-2 0 0,-2-1 0,-28 58 0,-101 167 977,97-186-450,24-42 51,-18 48 0,41-89-593,-1 0 0,0 0 0,1-1 0,-1 1 0,1 0 0,0 0-1,0 0 1,0 0 0,0 0 0,0 0 0,0 0 0,0 0 0,1 0 0,-1 0 0,1 0-1,-1 0 1,1 0 0,0 0 0,0 0 0,0-1 0,0 1 0,0 0 0,0-1 0,0 1 0,0 0-1,1-1 1,2 3 0,-1-2-1,1 1-1,-1-1 1,1 0 0,0 1-1,0-1 1,-1-1 0,1 1-1,1-1 1,-1 0 0,0 1-1,8 0 1,29-1-212,0-2 1,-1-2 0,76-14-1,-66 9-389,151-27-3106,-67 8-1890,-13 4-2464</inkml:trace>
</inkml:ink>
</file>

<file path=ppt/ink/ink2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3.640"/>
    </inkml:context>
    <inkml:brush xml:id="br0">
      <inkml:brushProperty name="width" value="0.05" units="cm"/>
      <inkml:brushProperty name="height" value="0.05" units="cm"/>
      <inkml:brushProperty name="color" value="#E71224"/>
    </inkml:brush>
  </inkml:definitions>
  <inkml:trace contextRef="#ctx0" brushRef="#br0">134 243 6801,'-35'-6'1232,"23"4"-191,-1 0 0,1-1 0,-14-5-1,23 6-594,0 1 0,0-1 0,1 0-1,-1 0 1,0-1 0,1 1 0,0-1-1,-4-3 1,5 5-343,0 0 0,0 0-1,1 0 1,-1 0 0,0 0 0,1 0-1,-1 0 1,1 0 0,-1 0 0,1 0 0,-1 0-1,1 0 1,0 0 0,-1 0 0,1-1-1,0 1 1,0 0 0,0 0 0,0 0-1,0 0 1,0-1 0,0 1 0,1 0 0,-1 0-1,0 0 1,1 0 0,-1 0 0,1-2-1,6-2 18,0 0 0,0 0 0,0 1 0,1 0-1,0 0 1,-1 1 0,15-4 0,-19 6-95,54-15 216,1 2 1,1 3-1,89-6 1,-58 8-254,277-26-1555,-121 19-4503,-180 11 2778,-6 0-3921</inkml:trace>
</inkml:ink>
</file>

<file path=ppt/ink/ink2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3.796"/>
    </inkml:context>
    <inkml:brush xml:id="br0">
      <inkml:brushProperty name="width" value="0.05" units="cm"/>
      <inkml:brushProperty name="height" value="0.05" units="cm"/>
      <inkml:brushProperty name="color" value="#E71224"/>
    </inkml:brush>
  </inkml:definitions>
  <inkml:trace contextRef="#ctx0" brushRef="#br0">223 0 11073,'-58'61'9319,"45"-49"-8634,0 1 0,1 0 0,0 1 0,1 1 0,1 0 0,0 0 0,-7 17 0,5-3-406,2 1-1,1 0 1,1 1 0,2-1 0,-4 47 0,4 160-3724,6-122-378,-3-22-2710,0 8-4227</inkml:trace>
</inkml:ink>
</file>

<file path=ppt/ink/ink2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4.882"/>
    </inkml:context>
    <inkml:brush xml:id="br0">
      <inkml:brushProperty name="width" value="0.05" units="cm"/>
      <inkml:brushProperty name="height" value="0.05" units="cm"/>
      <inkml:brushProperty name="color" value="#E71224"/>
    </inkml:brush>
  </inkml:definitions>
  <inkml:trace contextRef="#ctx0" brushRef="#br0">301 64 7557,'-21'-43'5290,"20"40"-3746,0 2-1281,1 0 0,-1 0 0,1 0 0,-1 0 1,1 0-1,-1 0 0,0 0 0,1 0 0,-1 0 0,0 0 0,0 1 0,0-1 0,0 0 0,0 0 0,0 1 0,0-1 0,0 0 0,0 1 0,0-1 0,-1 0 0,-21 24 243,1 1-1,1 1 1,2 1-1,0 1 1,2 0 0,1 2-1,1-1 1,1 2-1,2 0 1,-9 33-1,5-4-251,2 0 0,2 1 0,3 1 0,-1 89 0,11-116-202,1-1-1,2 1 1,1-1 0,2 0-1,1 0 1,2-1-1,1 0 1,2 0-1,0-2 1,32 52-1,-38-71-38,0-1 0,1 0 1,0 0-1,1 0 0,0-1 0,0 0 0,1-1 0,0 0 0,1-1 1,-1 0-1,2 0 0,21 8 0,-25-12-6,0 0-1,1-1 1,-1 0-1,1-1 1,-1 0-1,1 0 1,0-1-1,0 0 1,-1-1 0,1 0-1,-1 0 1,1-1-1,-1 0 1,1 0-1,-1-1 1,0 0 0,0-1-1,0 1 1,12-9-1,-3 0-7,-1-1 0,-1 0 0,0 0 0,-1-2 0,-1 0-1,0-1 1,-1 0 0,0 0 0,-1-2 0,-2 1 0,1-1 0,6-22-1,4-13-5,-3-1 0,-3-1 1,9-60-1,-17 74 10,-2 0 0,-2 0 1,-2 0-1,-5-48 0,-4 22-563,-30-114-1,37 172 359,-1 1-1,0-1 0,-1 1 1,0 0-1,0 1 0,0-1 0,-11-12 1,9 13-810,0 0 1,-1 1 0,-14-11-1,21 17 972,0-1 1,0 1-1,0 0 0,0 0 0,0 0 1,0 0-1,0 0 0,-1 0 0,1 0 1,0 0-1,0 0 0,0 0 0,0 0 1,0 0-1,0 0 0,0 0 0,-1-1 1,1 1-1,0 0 0,0 0 0,0 0 1,0 0-1,0 0 0,0 0 0,-1 0 0,1 1 1,0-1-1,0 0 0,0 0 0,0 0 1,0 0-1,0 0 0,-1 0 0,1 0 1,0 0-1,0 0 0,0 0 0,0 0 1,0 0-1,0 0 0,0 0 0,0 1 1,0-1-1,-1 0 0,1 0 0,0 0 0,0 0 1,0 0-1,0 0 0,0 0 0,0 1 1,0-1-1,0 0 0,0 0 0,-1 2-335,-2 1-478,0 0 1,1 0 0,0 1-1,-1-1 1,2 1 0,-1 0-1,0-1 1,-2 8 0,7 14-6732</inkml:trace>
</inkml:ink>
</file>

<file path=ppt/ink/ink2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5.049"/>
    </inkml:context>
    <inkml:brush xml:id="br0">
      <inkml:brushProperty name="width" value="0.05" units="cm"/>
      <inkml:brushProperty name="height" value="0.05" units="cm"/>
      <inkml:brushProperty name="color" value="#E71224"/>
    </inkml:brush>
  </inkml:definitions>
  <inkml:trace contextRef="#ctx0" brushRef="#br0">70 72 8505,'-38'-28'2200,"22"13"1204,10 4-2180,-4-6 1009,26 22-5042,0 1 653,16 0-1520,19 5-2265</inkml:trace>
</inkml:ink>
</file>

<file path=ppt/ink/ink2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5.332"/>
    </inkml:context>
    <inkml:brush xml:id="br0">
      <inkml:brushProperty name="width" value="0.05" units="cm"/>
      <inkml:brushProperty name="height" value="0.05" units="cm"/>
      <inkml:brushProperty name="color" value="#E71224"/>
    </inkml:brush>
  </inkml:definitions>
  <inkml:trace contextRef="#ctx0" brushRef="#br0">535 92 7873,'-11'-12'739,"1"0"898,0 2 0,-1-1 0,0 1 0,-15-10 0,23 18-1387,0 0 0,-1 0 0,1 0 0,-1 1 0,0-1 0,0 1 0,0 0 1,1 0-1,-1 0 0,0 0 0,0 1 0,0 0 0,0 0 0,0 0 0,0 0 0,0 0 0,0 1 0,0 0 1,0 0-1,-7 2 0,-10 7 51,1 0 1,0 1 0,1 2 0,0-1-1,1 2 1,0 1 0,2 0 0,-1 1-1,2 1 1,0 0 0,1 1 0,1 0 0,1 2-1,-20 39 1,21-34-249,0 1 0,2 1 0,1-1 1,1 2-1,1-1 0,1 1 0,2-1 0,1 1 0,1 0 0,1 0 0,7 52 0,40 118-120,-18-89-318,-20-81 100,-1 0 1,-1 1 0,-2 0-1,3 31 1,-8-48 105,1 8-268,-1 1 0,0-1 0,-6 28 0,5-43 70,0 1 0,0 0 0,-1-1 0,0 0 0,0 1 0,-1-1 0,1 0 1,-1 0-1,0 0 0,-1-1 0,1 1 0,-1-1 0,0 1 0,0-1 0,0 0 0,-9 5 1,12-7 214,-1-1 0,0 0 1,0 0-1,0 0 0,1 0 1,-1 0-1,0-1 1,0 1-1,0-1 0,0 1 1,0-1-1,-1 0 0,1 1 1,0-1-1,0 0 1,0 0-1,0-1 0,0 1 1,0 0-1,0-1 0,0 1 1,0-1-1,0 0 1,0 1-1,0-1 0,0 0 1,0 0-1,1 0 0,-1-1 1,0 1-1,1 0 1,-1-1-1,1 1 0,-1-1 1,-1-2-1,-1-1-206,1 0 0,0 0 0,1 0 0,-1 0 0,1-1 0,0 1 0,0-1 0,1 1 0,-1-1 0,1 0 0,0 1 0,1-11 0,4-28-3009</inkml:trace>
</inkml:ink>
</file>

<file path=ppt/ink/ink2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5.485"/>
    </inkml:context>
    <inkml:brush xml:id="br0">
      <inkml:brushProperty name="width" value="0.05" units="cm"/>
      <inkml:brushProperty name="height" value="0.05" units="cm"/>
      <inkml:brushProperty name="color" value="#E71224"/>
    </inkml:brush>
  </inkml:definitions>
  <inkml:trace contextRef="#ctx0" brushRef="#br0">0 734 6213,'1'-52'259,"-1"31"-87,0 0-1,2-1 0,0 1 0,1 0 0,1 1 0,8-22 0,0 5 251,43-122 1516,-44 134-1670,0 1 0,2 1 0,1 0 0,21-28 0,-21 34-163,0 0 1,1 1 0,1 1-1,0 0 1,1 2-1,25-17 1,-29 23-72,1 0-1,-1 1 1,1 0 0,1 1 0,-1 0-1,1 2 1,0-1 0,0 2-1,0 0 1,16 0 0,-12 2-134,-1 0 0,1 2 0,0 0 0,0 1 0,-1 0-1,1 2 1,26 9 0,-32-8-581,-1 0-1,1 1 1,-1 0-1,0 1 1,-1 0-1,16 15 1,8 9-3244</inkml:trace>
</inkml:ink>
</file>

<file path=ppt/ink/ink2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5.686"/>
    </inkml:context>
    <inkml:brush xml:id="br0">
      <inkml:brushProperty name="width" value="0.05" units="cm"/>
      <inkml:brushProperty name="height" value="0.05" units="cm"/>
      <inkml:brushProperty name="color" value="#E71224"/>
    </inkml:brush>
  </inkml:definitions>
  <inkml:trace contextRef="#ctx0" brushRef="#br0">302 7 8417,'0'-7'7272,"-11"26"-3550,-22 42-1238,27-49-1715,-25 52 659,3 1-1,2 2 1,-25 104 0,29-68-1681,-15 180 0,6 35-5498,16-165-2403,5-39-2826</inkml:trace>
</inkml:ink>
</file>

<file path=ppt/ink/ink2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7.787"/>
    </inkml:context>
    <inkml:brush xml:id="br0">
      <inkml:brushProperty name="width" value="0.05" units="cm"/>
      <inkml:brushProperty name="height" value="0.05" units="cm"/>
      <inkml:brushProperty name="color" value="#E71224"/>
    </inkml:brush>
  </inkml:definitions>
  <inkml:trace contextRef="#ctx0" brushRef="#br0">0 95 6913,'2'-18'2542,"0"0"1,-2-21 0,0 20 1170,14 32-2991,-6-5-656,-2-1 0,1 2 0,-1-1 0,0 1 0,-1 0 0,0 0 0,0 1 0,-1-1 0,5 19 0,21 103 261,-21-87-208,-1 4-42,-2 0 0,-2 0 0,-6 95 1,2-133-62,1-1 1,-1 0 0,2 0 0,-1 0-1,4 12 1,19-28-45,-18 4 28,-1 0 1,0-1-1,1 1 1,-1-1 0,-1 0-1,1 0 1,-1-1 0,8-8-1,31-50 40,-15 22-21,9-17 285,-26 39 109,1 0 0,23-28 0,-33 45-382,0 0 0,0 0 0,0 0 0,0 1 0,0-1 0,0 0 1,0 1-1,1-1 0,-1 1 0,0 0 0,1 0 0,0-1 0,-1 2 0,1-1 0,-1 0 0,1 1 0,0-1 0,0 1 0,-1 0 1,1 0-1,0 0 0,0 0 0,-1 0 0,1 1 0,0-1 0,-1 1 0,1-1 0,0 1 0,-1 0 0,1 0 0,-1 1 0,1-1 1,-1 0-1,4 4 0,7 5 69,-1 0 0,-1 1 0,0 0 1,18 25-1,-14-18-87,72 99-30,7 9-1838,-73-101 924,71 78-2890,-73-85 368,30 24-1,-11-16-3703</inkml:trace>
</inkml:ink>
</file>

<file path=ppt/ink/ink2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7.911"/>
    </inkml:context>
    <inkml:brush xml:id="br0">
      <inkml:brushProperty name="width" value="0.05" units="cm"/>
      <inkml:brushProperty name="height" value="0.05" units="cm"/>
      <inkml:brushProperty name="color" value="#E71224"/>
    </inkml:brush>
  </inkml:definitions>
  <inkml:trace contextRef="#ctx0" brushRef="#br0">41 23 8061,'0'0'2220,"-9"-14"-532,-1 6 4033,-2 16-5165,2 4-116,13 2-144,0 3-288,1 6-496,2 14-580,13-8-545,-6-12-843</inkml:trace>
</inkml:ink>
</file>

<file path=ppt/ink/ink2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8.141"/>
    </inkml:context>
    <inkml:brush xml:id="br0">
      <inkml:brushProperty name="width" value="0.05" units="cm"/>
      <inkml:brushProperty name="height" value="0.05" units="cm"/>
      <inkml:brushProperty name="color" value="#E71224"/>
    </inkml:brush>
  </inkml:definitions>
  <inkml:trace contextRef="#ctx0" brushRef="#br0">1 269 11245,'47'-46'1912,"-28"20"-248,13 6-244,6 0-227,10 3-233,6 0-292,19-3-88,13 6-104,15-3-100,7-3-280,3 5-448,0 1-580,1 3-456,-4 5-429,-7 0-2895,-15 6-3693</inkml:trace>
</inkml:ink>
</file>

<file path=ppt/ink/ink2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8.327"/>
    </inkml:context>
    <inkml:brush xml:id="br0">
      <inkml:brushProperty name="width" value="0.05" units="cm"/>
      <inkml:brushProperty name="height" value="0.05" units="cm"/>
      <inkml:brushProperty name="color" value="#E71224"/>
    </inkml:brush>
  </inkml:definitions>
  <inkml:trace contextRef="#ctx0" brushRef="#br0">480 0 9421,'-73'12'2416,"41"8"-320,0-6-148,1 3-243,-7 3-229,0 6-204,9 8-184,-3 9-64,4 8-308,2 6-120,-2 9-296,2 3-468,4 2-476,3 9-928,9 0-640,1 6-3581,3 0-4892</inkml:trace>
</inkml:ink>
</file>

<file path=ppt/ink/ink2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49.927"/>
    </inkml:context>
    <inkml:brush xml:id="br0">
      <inkml:brushProperty name="width" value="0.05" units="cm"/>
      <inkml:brushProperty name="height" value="0.05" units="cm"/>
      <inkml:brushProperty name="color" value="#E71224"/>
    </inkml:brush>
  </inkml:definitions>
  <inkml:trace contextRef="#ctx0" brushRef="#br0">446 72 4928,'0'0'9353,"-27"-13"-1823,26 12-7512,1 0 0,-1 0 0,0 0 0,0 0 0,0 0 1,1 1-1,-1-1 0,0 0 0,0 0 0,0 1 0,0-1 1,0 0-1,0 1 0,0-1 0,-1 1 0,1 0 0,-2-1 1,1 1 74,0 1 0,0-1 0,0 1 0,0 0 0,0 0 0,0 0 0,0 0 0,0 0-1,0 0 1,1 1 0,-4 2 0,-11 10 84,1 0-1,1 1 1,1 0-1,-22 33 1,-41 80 542,34-55-337,9-17-148,2 2 0,-29 75-1,52-111-182,1 0 0,0 0 0,2 1-1,1 0 1,0 0 0,2 0 0,1 0-1,0 0 1,6 42 0,-3-50-33,1-1 1,0 1-1,1-1 1,1 0-1,0 0 0,1 0 1,0 0-1,10 14 1,-12-23-12,1 1 1,-1-1-1,1 0 1,0 0 0,0 0-1,1-1 1,-1 0-1,1 0 1,0 0-1,0-1 1,1 0-1,-1 0 1,0 0-1,1-1 1,0 0-1,0 0 1,-1-1-1,1 0 1,11 1-1,-3-2-7,1-1 0,0 0 0,-1-2 0,1 1 0,-1-2 0,0 0-1,0 0 1,0-2 0,0 0 0,-1 0 0,0-2 0,-1 1 0,1-2-1,-1 0 1,-1 0 0,16-17 0,-2 2-20,-2-2-1,-1 0 1,-1-2 0,-1-1-1,-2 0 1,20-41 0,-17 22 21,-3-1 0,-1-1 1,-3-1-1,-2-1 0,-3 0 1,8-101-1,-16 126 1,-1-1 0,-1 0 0,-1 1 1,-2-1-1,-11-54 0,12 77-26,0 0 0,1 0-1,-2 0 1,1 0 0,-1 1 0,1-1 0,-1 1 0,-1-1 0,1 1 0,-1 0 0,1 0 0,-1 0-1,0 1 1,-6-5 0,7 7-43,-1-1 0,1 0-1,0 1 1,0 0-1,-1 0 1,1 0 0,-1 0-1,1 0 1,-1 1 0,1 0-1,-1 0 1,1 0 0,-1 0-1,1 0 1,-1 0-1,1 1 1,-1 0 0,1 0-1,0 0 1,-1 0 0,1 0-1,-5 3 1,2 0-151,0-1 0,1 1 1,-1-1-1,1 1 0,0 1 0,0-1 1,0 1-1,1 0 0,-1 0 0,1 0 0,0 1 1,-5 10-1,5-6-955,0-1 0,1 1-1,0 0 1,0 0 0,1 0 0,1 0 0,-1 20-1,1 18-8354</inkml:trace>
</inkml:ink>
</file>

<file path=ppt/ink/ink2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0.118"/>
    </inkml:context>
    <inkml:brush xml:id="br0">
      <inkml:brushProperty name="width" value="0.05" units="cm"/>
      <inkml:brushProperty name="height" value="0.05" units="cm"/>
      <inkml:brushProperty name="color" value="#E71224"/>
    </inkml:brush>
  </inkml:definitions>
  <inkml:trace contextRef="#ctx0" brushRef="#br0">169 97 10789,'-76'-48'2288,"57"39"-392,0-2-347,-1-1 723,1 4-1576,4-1-248,46 12-9013,17 6 176</inkml:trace>
</inkml:ink>
</file>

<file path=ppt/ink/ink2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0.433"/>
    </inkml:context>
    <inkml:brush xml:id="br0">
      <inkml:brushProperty name="width" value="0.05" units="cm"/>
      <inkml:brushProperty name="height" value="0.05" units="cm"/>
      <inkml:brushProperty name="color" value="#E71224"/>
    </inkml:brush>
  </inkml:definitions>
  <inkml:trace contextRef="#ctx0" brushRef="#br0">584 1 11529,'-42'16'803,"22"-8"-86,-1 0-1,0-2 0,0 0 1,-35 4-1,31-5 70,0 1 0,1 0 1,-1 2-1,2 1 0,-1 1 0,1 0 0,1 2 1,0 1-1,0 1 0,1 0 0,-23 23 0,33-27-604,1 0 0,1 1-1,0 0 1,0 0 0,1 1 0,1 0-1,0 1 1,0-1 0,-6 20 0,10-22-119,0 0 0,1 1-1,0 0 1,1-1 0,0 1 0,1 0 0,0 0 0,1-1 0,0 1 0,0 0 0,1-1 0,1 1 0,5 15 0,-1-9-95,1-1-1,1 0 1,0-1 0,2 1-1,-1-2 1,2 0-1,0 0 1,0-1-1,1 0 1,20 14 0,21 13-745,82 46 1,-104-67 498,3 4-143,-33-22 343,-6-2 61,-5 0-83,-104-9-1020,40 13-3130,69-3 2319,26-12-5500,13-1-97</inkml:trace>
</inkml:ink>
</file>

<file path=ppt/ink/ink2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0.700"/>
    </inkml:context>
    <inkml:brush xml:id="br0">
      <inkml:brushProperty name="width" value="0.05" units="cm"/>
      <inkml:brushProperty name="height" value="0.05" units="cm"/>
      <inkml:brushProperty name="color" value="#E71224"/>
    </inkml:brush>
  </inkml:definitions>
  <inkml:trace contextRef="#ctx0" brushRef="#br0">722 0 9801,'-28'19'639,"5"-2"372,-1-2 0,-1 0 0,-46 19-1,24-17 638,2 2-1,0 2 0,1 3 0,-48 33 0,59-33-900,1 1 0,1 2-1,-29 33 1,51-50-622,0 0 1,1 1 0,1 0-1,0 0 1,0 1-1,2 0 1,-1 0-1,1 0 1,1 1 0,0-1-1,1 1 1,0 0-1,-1 22 1,4-30-111,0 1 0,0-1 1,1 1-1,-1-1 0,1 1 0,1-1 1,-1 1-1,1-1 0,0 0 0,0 0 0,1 0 1,0 0-1,-1 0 0,2 0 0,-1-1 1,0 1-1,1-1 0,0 0 0,0 0 1,0 0-1,0-1 0,1 0 0,0 1 1,-1-1-1,1-1 0,0 1 0,0-1 0,1 0 1,7 2-1,-2 0-68,0-2 1,1 1-1,-1-1 1,1-1-1,0 0 1,-1 0-1,1-1 1,0-1-1,-1 0 0,1-1 1,0 0-1,20-6 1,-29 6 26,1 1 0,-1-1-1,0 0 1,0 0 0,0 0 0,0 0 0,0 0 0,0-1-1,-1 1 1,1-1 0,-1 0 0,3-3 0,8-12-266,21-39 0,-31 50 253,0 0-1,-1 0 0,1 0 0,-1-1 0,-1 1 0,0-1 1,0 1-1,0-1 0,-1 1 0,0-1 0,0 0 0,-1 1 0,0-1 1,0 1-1,-1-1 0,0 1 0,0 0 0,-1 0 0,-3-8 1,-4-4-72,-1 1 1,0 0-1,-1 1 1,-1 0-1,-16-15 1,18 20-178,0 1-1,-1 0 1,-1 1 0,1 1 0,-2 0-1,1 1 1,-1 0 0,0 1 0,-1 0-1,0 2 1,-24-7 0,33 10-122,0 1 1,0 1-1,0-1 1,0 1-1,0 0 0,0 1 1,0-1-1,-11 4 1,12-3-814,-1 1 0,1 0 0,0 0 0,0 1 0,-9 6 0,-6 7-6165</inkml:trace>
</inkml:ink>
</file>

<file path=ppt/ink/ink2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1.185"/>
    </inkml:context>
    <inkml:brush xml:id="br0">
      <inkml:brushProperty name="width" value="0.05" units="cm"/>
      <inkml:brushProperty name="height" value="0.05" units="cm"/>
      <inkml:brushProperty name="color" value="#E71224"/>
    </inkml:brush>
  </inkml:definitions>
  <inkml:trace contextRef="#ctx0" brushRef="#br0">42 93 7037,'-35'-71'7962,"34"68"-6794,-5-15 159,6 18-1298,0 0 1,0 0 0,0 0-1,1 0 1,-1 0-1,0 0 1,0 0 0,0 0-1,0 0 1,0 0-1,0 0 1,0 0 0,0 0-1,0 0 1,0 0 0,0 1-1,0-1 1,0 0-1,0 0 1,0 0 0,0 0-1,1 0 1,-1 0-1,0 0 1,0 0 0,0 0-1,0 0 1,0 0-1,0 0 1,0 0 0,0 0-1,0 0 1,0 0 0,0 0-1,0-1 1,0 1-1,0 0 1,1 0 0,-1 0-1,0 0 1,0 0-1,0 0 1,0 0 0,0 0-1,0 0 1,0 0-1,0 0 1,0 0 0,0 0-1,0 0 1,16 32 1101,11 43-518,-3 1 1,18 99 0,-36-141-566,-2 1 1,-1 0-1,-2 0 1,-1 1-1,-2-1 1,-1 0 0,-13 54-1,-52 130 121,67-217-164,0 0 0,1 0 1,-1 0-1,0 0 0,1 1 0,0-1 0,-1 0 0,1 0 0,0 0 0,0 0 0,0 1 0,1 1 0,-1-3-5,0-1-1,1 0 1,-1 1 0,0-1-1,1 0 1,-1 1-1,0-1 1,1 0 0,-1 0-1,0 0 1,1 1 0,-1-1-1,0 0 1,1 0 0,-1 0-1,1 0 1,-1 1 0,1-1-1,-1 0 1,0 0-1,1 0 1,-1 0 0,1 0-1,-1 0 1,1 0 0,-1 0-1,0 0 1,1-1 0,-1 1-1,1 0 1,-1 0 0,0 0-1,1 0 1,-1-1-1,1 1 1,-1 0 0,0 0-1,1-1 1,-1 1 0,0 0-1,1 0 1,-1-1 0,0 1-1,0 0 1,1-1 0,-1 1-1,0-1 1,0 1-1,30-27 2,-2-1 0,0-1 0,-2-1 0,30-48 0,75-143 26,-107 181 123,32-40-1,-35 51 63,-21 28-171,1-1-1,0 1 1,0 0-1,0-1 1,0 1-1,0 0 0,0 0 1,0 0-1,0 0 1,0 0-1,0 0 1,0 0-1,1 0 1,-1 0-1,0 1 1,1-1-1,-1 0 1,1 1-1,-1-1 1,1 1-1,-1 0 1,1-1-1,-1 1 1,1 0-1,-1 0 1,1 0-1,-1 0 1,1 0-1,-1 0 1,1 1-1,-1-1 1,1 0-1,-1 1 0,1-1 1,-1 1-1,1-1 1,-1 1-1,0 0 1,1 0-1,-1 0 1,0 0-1,2 1 1,4 6 108,0-1 0,0 1 0,-1 0 0,0 1 0,6 11 0,-4-8-46,59 100 530,-32-51-907,47 63-1,51 38-2606,-38-59-2035,-54-61-875,-2-1-3583</inkml:trace>
</inkml:ink>
</file>

<file path=ppt/ink/ink2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1.466"/>
    </inkml:context>
    <inkml:brush xml:id="br0">
      <inkml:brushProperty name="width" value="0.05" units="cm"/>
      <inkml:brushProperty name="height" value="0.05" units="cm"/>
      <inkml:brushProperty name="color" value="#E71224"/>
    </inkml:brush>
  </inkml:definitions>
  <inkml:trace contextRef="#ctx0" brushRef="#br0">1 52 11817,'1'-3'2066,"0"0"-1854,1 0 0,-1 0 0,0 1 0,1-1 1,0 0-1,-1 1 0,1-1 0,0 1 0,0-1 0,1 1 1,-1 0-1,0 0 0,1 0 0,-1 0 0,1 1 1,0-1-1,0 1 0,-1-1 0,1 1 0,0 0 1,0 0-1,0 0 0,0 1 0,0-1 0,1 1 0,-1-1 1,0 1-1,0 0 0,0 0 0,0 1 0,6 0 1,1 1-101,1 0 1,-1 0 0,0 1 0,0 1 0,-1-1 0,1 2 0,-1-1 0,0 1 0,10 8 0,-13-9-70,0 2 0,0-1 0,0 1 0,-1-1 0,0 1 0,-1 1 0,1-1 0,-1 1 0,0 0 0,-1 0 0,1 0 0,-1 0 0,3 12 0,-3-5-12,0 0 0,-1-1 1,-1 1-1,0 0 0,0 0 0,-2 0 0,-2 20 1,-2-5 1,-2-1 0,-16 44 0,-16 71 57,39-142-89,0 0-1,0 0 0,-1 0 1,1 0-1,0 0 1,0 0-1,0 0 0,0 0 1,0 0-1,0 0 0,0 0 1,0 0-1,1 0 0,-1 0 1,0 0-1,1 0 0,-1 0 1,0 0-1,1 0 1,-1 0-1,1-1 0,0 1 1,0 1-1,1 0 0,0 0 1,0-1-1,0 1 1,0-1-1,1 0 1,-1 1-1,0-1 1,1 0 0,3 1-1,3 0-4,0 0 1,1 0-1,-1-1 0,0 0 0,11-1 1,24-3-619,0-2-1,-1-2 1,76-22 0,122-58-8726,-149 51 1334</inkml:trace>
</inkml:ink>
</file>

<file path=ppt/ink/ink2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2.144"/>
    </inkml:context>
    <inkml:brush xml:id="br0">
      <inkml:brushProperty name="width" value="0.05" units="cm"/>
      <inkml:brushProperty name="height" value="0.05" units="cm"/>
      <inkml:brushProperty name="color" value="#E71224"/>
    </inkml:brush>
  </inkml:definitions>
  <inkml:trace contextRef="#ctx0" brushRef="#br0">1 418 7621,'13'-13'758,"0"1"0,0 0 0,1 1 0,1 0 0,0 1 0,1 1 0,28-13 0,325-118 4145,201-19-3915,-535 152-1556,0 2 0,47-1 0,-55 6-3794,49 6-1,-57-3-1800</inkml:trace>
</inkml:ink>
</file>

<file path=ppt/ink/ink2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2.335"/>
    </inkml:context>
    <inkml:brush xml:id="br0">
      <inkml:brushProperty name="width" value="0.05" units="cm"/>
      <inkml:brushProperty name="height" value="0.05" units="cm"/>
      <inkml:brushProperty name="color" value="#E71224"/>
    </inkml:brush>
  </inkml:definitions>
  <inkml:trace contextRef="#ctx0" brushRef="#br0">769 57 8417,'-34'-47'2357,"34"46"-2297,0 1 1,0-1-1,0 1 0,-1 0 0,1-1 0,0 1 0,0-1 0,0 1 0,0 0 0,-1-1 0,1 1 0,0 0 1,0-1-1,-1 1 0,1 0 0,0-1 0,-1 1 0,1 0 0,0 0 0,-1-1 0,1 1 0,-1 0 1,1 0-1,0 0 0,-1-1 0,1 1 0,-1 0 0,1 0 0,0 0 0,-1 0 0,1 0 0,-1 0 1,1 0-1,-1 0 0,0 0 0,-8 2 497,0 1 0,0 0 0,0 0 1,1 1-1,-1 0 0,1 1 0,0-1 0,0 2 1,0-1-1,1 1 0,0 0 0,0 1 0,-8 10 1,-11 13 515,2 2 1,1 1 0,-22 40 0,-48 112 1000,85-166-1918,-168 417 1052,101-211-3946,5 1-4815,48-157 3975,-17 64-8041</inkml:trace>
</inkml:ink>
</file>

<file path=ppt/ink/ink2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7.780"/>
    </inkml:context>
    <inkml:brush xml:id="br0">
      <inkml:brushProperty name="width" value="0.05" units="cm"/>
      <inkml:brushProperty name="height" value="0.05" units="cm"/>
      <inkml:brushProperty name="color" value="#E71224"/>
    </inkml:brush>
  </inkml:definitions>
  <inkml:trace contextRef="#ctx0" brushRef="#br0">197 176 5505,'-4'-5'569,"-5"-12"2227,32-32 4971,-20 35-4373,-4 18-2926,-59 211 1325,32-124-1415,-22 127 0,43-180-315,1-4-23,2 0 1,-1 64 0,6-89-31,-1 1-1,2 0 1,-1-1 0,1 1 0,1-1 0,-1 1 0,2-1-1,-1 0 1,1 0 0,1-1 0,0 1 0,0-1-1,0 0 1,12 13 0,-13-18-8,0 1-1,0-1 1,0 0-1,1-1 1,-1 1 0,1-1-1,0 0 1,-1 0-1,1 0 1,0 0-1,0-1 1,0 0 0,0 0-1,1 0 1,-1-1-1,0 0 1,0 0-1,0 0 1,1-1 0,-1 1-1,0-1 1,0 0-1,0-1 1,9-3-1,-1 0 0,-1 0 0,0-1 0,0-1 0,0 1 0,-1-2 0,0 0 0,0 0 0,15-17 0,-15 12 1,0-1 0,-1 0 0,-1 0 0,0-1 0,-2 0 0,1-1 0,-2 0 0,6-20 0,4-21 25,7-60 0,-21 105-21,2-19 20,-1 0 0,-1-1 0,-2 1 1,-1 0-1,-2-1 0,-1 1 0,-1 0 0,-2 1 0,-1-1 0,-1 1 0,-1 1 0,-16-31 1,17 44-15,0 1 1,-1 0 0,-1 1 0,0 0 0,-20-19 0,26 28-16,0 1-1,-1 0 1,1 0 0,-1 0-1,0 1 1,0 0-1,-12-5 1,15 7-13,0 0 0,0 1-1,-1-1 1,1 1 0,-1-1 0,1 1 0,0 0 0,-1 0 0,1 1 0,0-1 0,-1 1 0,1 0 0,0 0-1,0 0 1,-1 0 0,-3 2 0,-6 5-346,1 0 0,0 0 0,0 1 0,1 1 0,0 0 0,-13 16 0,-1 5-2210,-22 35-1,17-13-2486,7 8-2841</inkml:trace>
</inkml:ink>
</file>

<file path=ppt/ink/ink2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7.952"/>
    </inkml:context>
    <inkml:brush xml:id="br0">
      <inkml:brushProperty name="width" value="0.05" units="cm"/>
      <inkml:brushProperty name="height" value="0.05" units="cm"/>
      <inkml:brushProperty name="color" value="#E71224"/>
    </inkml:brush>
  </inkml:definitions>
  <inkml:trace contextRef="#ctx0" brushRef="#br0">71 63 9069,'9'-26'2296,"-25"20"-288,4-5-252,-1 2 901,-3 1-1761,3 5 28,7 17-5517,3 3 249</inkml:trace>
</inkml:ink>
</file>

<file path=ppt/ink/ink2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8.123"/>
    </inkml:context>
    <inkml:brush xml:id="br0">
      <inkml:brushProperty name="width" value="0.05" units="cm"/>
      <inkml:brushProperty name="height" value="0.05" units="cm"/>
      <inkml:brushProperty name="color" value="#E71224"/>
    </inkml:brush>
  </inkml:definitions>
  <inkml:trace contextRef="#ctx0" brushRef="#br0">42 1 7325,'0'0'1660,"-23"3"-2864,4-3-1044</inkml:trace>
</inkml:ink>
</file>

<file path=ppt/ink/ink2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8.514"/>
    </inkml:context>
    <inkml:brush xml:id="br0">
      <inkml:brushProperty name="width" value="0.05" units="cm"/>
      <inkml:brushProperty name="height" value="0.05" units="cm"/>
      <inkml:brushProperty name="color" value="#E71224"/>
    </inkml:brush>
  </inkml:definitions>
  <inkml:trace contextRef="#ctx0" brushRef="#br0">256 18 10605,'-19'-17'4245,"13"22"-2818,-1 0 1,0 0-1,0 0 1,-11 4-1,-18 13 494,24-11-1291,1 1 1,0 0 0,1 0 0,1 1-1,0 0 1,0 1 0,-10 22 0,8-10-116,0 1 0,2 0 0,-8 38 0,12-44-437,0 0 0,2 1 0,0-1 0,2 1 1,0 0-1,2 0 0,0 0 0,1-1 0,2 1 1,0 0-1,1-1 0,8 21 0,-9-29-263,1-1 0,1 0-1,0 0 1,1 0 0,0-1-1,0 0 1,18 19-1,-20-25 8,1-1 0,-1 1-1,1-1 1,0-1 0,0 1-1,1-1 1,-1 0-1,1 0 1,-1-1 0,1 0-1,0 0 1,0-1-1,0 1 1,0-2 0,0 1-1,0-1 1,9 0 0,-1-1-25,1-1 0,-1 0 0,1-1 0,-1-1 0,0 0 0,0-1 0,-1 0 0,1-2 0,16-9 0,-4 0-34,-2-2 0,0-1 0,41-39 1,-41 32 282,-1-1 1,-1-1-1,28-47 1,15-37 3294,-64 109-2763,-3 4-522,1 1 1,-1-1 0,0 1 0,1-1 0,-1 1 0,0-1-1,0 0 1,0 0 0,0 1 0,0-1 0,0 0 0,-2 1-1,-2 4 63,-25 35 152,3 0 1,1 2-1,-28 62 1,-14 64-3502,57-138 1178,-2 0-1,-1-1 1,-20 31-1,6-13-4118,5 2-3642</inkml:trace>
</inkml:ink>
</file>

<file path=ppt/ink/ink2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9.125"/>
    </inkml:context>
    <inkml:brush xml:id="br0">
      <inkml:brushProperty name="width" value="0.05" units="cm"/>
      <inkml:brushProperty name="height" value="0.05" units="cm"/>
      <inkml:brushProperty name="color" value="#E71224"/>
    </inkml:brush>
  </inkml:definitions>
  <inkml:trace contextRef="#ctx0" brushRef="#br0">302 80 5949,'2'-1'191,"0"-1"0,0 0 0,-1-1 1,1 1-1,-1 0 0,1 0 0,-1-1 1,2-4-1,-3 6-30,0 0 1,0-1-1,0 1 0,0-1 1,0 1-1,0 0 1,-1-1-1,1 1 0,0 0 1,-1-1-1,1 1 1,-1 0-1,1 0 0,-1-1 1,0 1-1,0 0 1,-1-2-1,2 2-32,0 0-1,0 0 1,0 0-1,0 1 1,1-1-1,-1 0 1,0 0 0,0 0-1,1 0 1,-1 0-1,0 0 1,1 0 0,-1 0-1,1 0 1,-1 1-1,1-1 1,-1 0 0,2-1-1,-1 1 214,-1 0-87,0 1 0,0-1 0,0 1 0,0-1 0,1 0 0,-1 1-1,0-1 1,0 1 0,1-1 0,-1 1 0,0-1 0,1 1 0,-1-1 0,0 1 0,1 0 0,-1-1 0,1 1 0,-1-1 0,1 1 0,-1 0 0,1 0 0,-1-1 0,1 1-1,-1 0 1,2-1 0,2 14 1724,-7 33-835,-17 25 984,-55 126 0,35-97-1510,-23 85-1040,2-3-3758,11-40-5897,31-72-245</inkml:trace>
</inkml:ink>
</file>

<file path=ppt/ink/ink2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19:59.780"/>
    </inkml:context>
    <inkml:brush xml:id="br0">
      <inkml:brushProperty name="width" value="0.05" units="cm"/>
      <inkml:brushProperty name="height" value="0.05" units="cm"/>
      <inkml:brushProperty name="color" value="#E71224"/>
    </inkml:brush>
  </inkml:definitions>
  <inkml:trace contextRef="#ctx0" brushRef="#br0">68 71 6749,'-2'-4'753,"-1"0"1,1 0-1,0 0 1,-1 0-1,0 1 1,-5-6-1,0 0 55,8 8-631,0 0 0,0-1 0,-1 1 1,1-1-1,0 1 0,0 0 1,0-1-1,0 1 0,0 0 1,1-1-1,-1 1 0,0-1 1,1 1-1,-1 0 0,1 0 1,-1-1-1,4-5 4920,1 36-4974,-1-11-78,-1 0 0,-1 1 0,0 23 0,-5 4-219,-11 69 0,7-85-133,-1 0 0,-17 43 0,24-70 221,1 16-77,0-18 160,0-1 0,0 1-1,0-1 1,0 1 0,0-1-1,0 1 1,0 0 0,0-1-1,0 1 1,1-1 0,-1 1-1,0-1 1,0 0 0,0 1 0,1-1-1,-1 1 1,0-1 0,1 1-1,-1-1 1,0 0 0,1 1-1,-1-1 1,1 1 0,-1-1-1,1 0 1,-1 0 0,0 1 0,1-1-1,-1 0 1,1 0 0,-1 0-1,1 1 1,-1-1 0,1 0-1,0 0 1,-1 0 0,1 0-1,28-6-65,30-26 18,53-38 566,-109 68-424,0 1 0,0-1 0,0 1 0,0-1 0,0 1 0,0 0 0,0 1 0,1-1 0,-1 0 0,0 1 0,5 0 0,-7 0-70,1 0 1,-1 0 0,0 1 0,0-1-1,0 1 1,0-1 0,0 1-1,0-1 1,0 1 0,0 0-1,0-1 1,0 1 0,0 0-1,0 0 1,-1 0 0,1 0 0,0 0-1,-1 0 1,1 0 0,0 0-1,-1 0 1,1 0 0,-1 0-1,1 0 1,-1 0 0,0 0-1,0 0 1,1 0 0,-1 1 0,0-1-1,0 0 1,0 0 0,0 0-1,0 1 1,-1 0 0,-5 100 495,3-68-1003,1-1 1,4 49 0,-1-67-503,1-1 1,1 0-1,6 22 0,-6-28-454,0-1-1,1 0 1,0 0-1,8 12 1,1-2-5341</inkml:trace>
</inkml:ink>
</file>

<file path=ppt/ink/ink2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0.057"/>
    </inkml:context>
    <inkml:brush xml:id="br0">
      <inkml:brushProperty name="width" value="0.05" units="cm"/>
      <inkml:brushProperty name="height" value="0.05" units="cm"/>
      <inkml:brushProperty name="color" value="#E71224"/>
    </inkml:brush>
  </inkml:definitions>
  <inkml:trace contextRef="#ctx0" brushRef="#br0">276 0 6229,'0'0'6409,"0"4"-5885,-5 24 143,-6 40 126,-4 112 1,15-170-740,0 0 0,-1 0 0,0 0 0,0-1 0,-1 1 0,-1 0 0,1-1 0,-2 1 0,1-1 0,-1 0 0,0 0 0,-1 0 0,0-1 0,-1 1 0,0-1 0,0 0 0,0-1 0,-1 0 0,-12 10 0,-12 8-129,5-4-1577,-29 28 0,53-46 1113,0 0 0,0-1 0,-1 1 0,1-1 0,-1 0 0,1 1 0,-1-1 0,0-1 0,-4 3 0,-12 6-4204</inkml:trace>
</inkml:ink>
</file>

<file path=ppt/ink/ink2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0.243"/>
    </inkml:context>
    <inkml:brush xml:id="br0">
      <inkml:brushProperty name="width" value="0.05" units="cm"/>
      <inkml:brushProperty name="height" value="0.05" units="cm"/>
      <inkml:brushProperty name="color" value="#E71224"/>
    </inkml:brush>
  </inkml:definitions>
  <inkml:trace contextRef="#ctx0" brushRef="#br0">86 29 8589,'-13'-9'6572,"4"-2"-5576,-4 2 1029,-3 18-3649,-3 0 107,3 2-10540</inkml:trace>
</inkml:ink>
</file>

<file path=ppt/ink/ink2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1.530"/>
    </inkml:context>
    <inkml:brush xml:id="br0">
      <inkml:brushProperty name="width" value="0.05" units="cm"/>
      <inkml:brushProperty name="height" value="0.05" units="cm"/>
      <inkml:brushProperty name="color" value="#E71224"/>
    </inkml:brush>
  </inkml:definitions>
  <inkml:trace contextRef="#ctx0" brushRef="#br0">79 301 3616,'-1'-3'1018,"-4"-10"-16,-2 0-1,1 0 1,-16-20 0,-13-23 785,35 55-1766,-1-1 0,1 1 1,-1 0-1,1-1 0,0 1 1,0 0-1,-1-1 0,1 1 1,0 0-1,0-1 0,0 1 1,1-1-1,-1 1 0,0 0 1,0-1-1,1 1 0,-1 0 1,1-1-1,-1 1 0,1 0 1,0 0-1,-1 0 0,1-1 1,0 1-1,0 0 0,0 0 0,0 0 1,0 0-1,0 0 0,0 0 1,1 0-1,4-3 18,-1 0-1,1 1 0,-1 0 1,1 0-1,10-3 0,42-11 81,1 3 0,0 3-1,92-6 1,-114 13-82,293-25-507,0 15 1,381 31-1,-617-6-1312,-64-8-1561</inkml:trace>
</inkml:ink>
</file>

<file path=ppt/ink/ink2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1.765"/>
    </inkml:context>
    <inkml:brush xml:id="br0">
      <inkml:brushProperty name="width" value="0.05" units="cm"/>
      <inkml:brushProperty name="height" value="0.05" units="cm"/>
      <inkml:brushProperty name="color" value="#E71224"/>
    </inkml:brush>
  </inkml:definitions>
  <inkml:trace contextRef="#ctx0" brushRef="#br0">1 289 3432,'47'-24'1036,"1"2"1,1 2-1,91-23 0,492-77 430,-421 92-1917,218 1-1,-238 23-2494,-113 3 736</inkml:trace>
</inkml:ink>
</file>

<file path=ppt/ink/ink2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1.934"/>
    </inkml:context>
    <inkml:brush xml:id="br0">
      <inkml:brushProperty name="width" value="0.05" units="cm"/>
      <inkml:brushProperty name="height" value="0.05" units="cm"/>
      <inkml:brushProperty name="color" value="#E71224"/>
    </inkml:brush>
  </inkml:definitions>
  <inkml:trace contextRef="#ctx0" brushRef="#br0">1 40 4008,'63'-3'508,"-6"-2"-108,7-4-132,-1 1-424,1-1-1316,9 3 900</inkml:trace>
</inkml:ink>
</file>

<file path=ppt/ink/ink2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2.667"/>
    </inkml:context>
    <inkml:brush xml:id="br0">
      <inkml:brushProperty name="width" value="0.05" units="cm"/>
      <inkml:brushProperty name="height" value="0.05" units="cm"/>
      <inkml:brushProperty name="color" value="#E71224"/>
    </inkml:brush>
  </inkml:definitions>
  <inkml:trace contextRef="#ctx0" brushRef="#br0">42 0 3588,'0'0'3995,"0"5"-3527,-8 52 449,-9 101 625,10-49-874,-2 109 388,44 492 641,-22-585-1519,-4 133 0,-11-220-300,-10 52-1,-3-26-1549,-9-9-3517</inkml:trace>
</inkml:ink>
</file>

<file path=ppt/ink/ink2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3.386"/>
    </inkml:context>
    <inkml:brush xml:id="br0">
      <inkml:brushProperty name="width" value="0.05" units="cm"/>
      <inkml:brushProperty name="height" value="0.05" units="cm"/>
      <inkml:brushProperty name="color" value="#E71224"/>
    </inkml:brush>
  </inkml:definitions>
  <inkml:trace contextRef="#ctx0" brushRef="#br0">0 0 3732,'0'0'988,"3"15"-171,4-4-129,2 6-136,1-5-60,-1 2-96,13 14-40,1-5-84,2 9-84,7 5-80,0 3-196,-1 0-332,-5-6-476,-1 3-1197,10 0-15</inkml:trace>
</inkml:ink>
</file>

<file path=ppt/ink/ink2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3.561"/>
    </inkml:context>
    <inkml:brush xml:id="br0">
      <inkml:brushProperty name="width" value="0.05" units="cm"/>
      <inkml:brushProperty name="height" value="0.05" units="cm"/>
      <inkml:brushProperty name="color" value="#E71224"/>
    </inkml:brush>
  </inkml:definitions>
  <inkml:trace contextRef="#ctx0" brushRef="#br0">432 15 5304,'-25'-14'1901,"6"22"-1233,-6 4-64,-1 8-152,1 3-88,-7 8-60,0 9-72,-9 11-96,-7 9-460,-2 3-916,-4 6-1188,0 11-561</inkml:trace>
</inkml:ink>
</file>

<file path=ppt/ink/ink2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4.173"/>
    </inkml:context>
    <inkml:brush xml:id="br0">
      <inkml:brushProperty name="width" value="0.05" units="cm"/>
      <inkml:brushProperty name="height" value="0.05" units="cm"/>
      <inkml:brushProperty name="color" value="#E71224"/>
    </inkml:brush>
  </inkml:definitions>
  <inkml:trace contextRef="#ctx0" brushRef="#br0">200 96 3896,'-31'-34'1166,"30"33"-936,1-1 0,0 0 0,-1 0 1,1 0-1,0 0 0,0 0 0,0 0 0,0 0 1,0 0-1,1 0 0,-1 0 0,1 0 0,-1 0 1,1 1-1,0-1 0,-1 0 0,3-2 1,1-10 1462,-4 12-1642,0-8 546,-6 16-106,0-1-476,-2 3 93,-2 1 31,0 1 0,1 0 0,0 1 1,0 0-1,1 0 0,-10 19 0,0 8 41,1 2 0,-16 55-1,29-77-149,0-1 0,1 1-1,0-1 1,2 1 0,0 0 0,1 0-1,1-1 1,4 28 0,-4-39-27,1-1 1,0 1-1,0-1 0,0 1 1,0-1-1,1 0 0,0 0 1,0 0-1,0 0 0,1 0 1,0-1-1,0 0 0,0 0 1,0 0-1,1 0 1,-1 0-1,1-1 0,0 0 1,0 0-1,0 0 0,0-1 1,1 0-1,-1 0 0,1 0 1,0 0-1,-1-1 0,1 0 1,0 0-1,0-1 0,-1 0 1,1 0-1,0 0 0,0 0 1,0-1-1,-1 0 0,1-1 1,0 1-1,-1-1 1,1 0-1,-1 0 0,0-1 1,1 1-1,6-6 0,-2 2 12,0-1 0,0 0 0,-1-1 0,0 0 0,-1-1 0,1 1 0,-2-2 0,1 1 0,-1-1 0,-1 0 0,0 0 0,0-1 0,-1 0 0,0 0 0,-1 0 0,0-1 0,-1 1 0,0-1 0,1-19 0,-2 15-4,-1 1 0,-1-1 1,-1 0-1,0 0 1,-1 1-1,-1-1 0,0 1 1,-1 0-1,-1 0 0,-9-20 1,10 26-38,-1-1 0,0 1 0,-1 0 1,0 0-1,-1 1 0,0 0 0,0 0 0,-1 0 0,1 1 0,-2 0 1,1 1-1,-1 0 0,0 0 0,0 1 0,-1 0 0,-10-4 1,13 7-203,1 0 1,0 1 0,-1 0 0,1 0-1,-1 0 1,1 1 0,-1 0-1,1 0 1,-1 1 0,1 0 0,-1 0-1,1 0 1,0 1 0,-1 0-1,1 0 1,-8 4 0,-18 13-2821,8 5-1131</inkml:trace>
</inkml:ink>
</file>

<file path=ppt/ink/ink2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4.314"/>
    </inkml:context>
    <inkml:brush xml:id="br0">
      <inkml:brushProperty name="width" value="0.05" units="cm"/>
      <inkml:brushProperty name="height" value="0.05" units="cm"/>
      <inkml:brushProperty name="color" value="#E71224"/>
    </inkml:brush>
  </inkml:definitions>
  <inkml:trace contextRef="#ctx0" brushRef="#br0">93 32 6689,'-51'-14'2380,"32"5"-3492,-3 1-1180</inkml:trace>
</inkml:ink>
</file>

<file path=ppt/ink/ink2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5.329"/>
    </inkml:context>
    <inkml:brush xml:id="br0">
      <inkml:brushProperty name="width" value="0.05" units="cm"/>
      <inkml:brushProperty name="height" value="0.05" units="cm"/>
      <inkml:brushProperty name="color" value="#E71224"/>
    </inkml:brush>
  </inkml:definitions>
  <inkml:trace contextRef="#ctx0" brushRef="#br0">196 21 3464,'1'0'47,"0"0"-1,0 0 0,-1 0 0,1 0 1,0 0-1,0 0 0,0 0 1,0 0-1,0-1 0,0 1 0,0 0 1,0 0-1,0-1 0,0 1 0,-1-1 1,1 1-1,0 0 0,0-1 1,0 0-1,0 0 0,-23-13 7927,11 29-6402,5-9-1245,-13 23 888,2 1 0,-23 53 0,19-36-600,6-16-382,3 0-1,0 2 0,2-1 0,1 1 0,2 1 0,1-1 1,2 1-1,1 1 0,3 66 0,2-80-194,1 0 0,0-1 0,2 1 0,0-1-1,1 0 1,1 0 0,1-1 0,1 0 0,0 0 0,2-1 0,0-1 0,1 0 0,0 0-1,2-1 1,0 0 0,1-2 0,24 21 0,-24-25-22,-1 0 0,2-1-1,-1 0 1,1-1 0,1-1 0,-1 0-1,1-2 1,0 0 0,21 3 0,-30-6-13,0-1-1,0 0 1,0-1 0,0 0 0,0 0 0,0-1 0,0 0 0,0 0 0,0-1 0,0 0 0,-1 0 0,1-1 0,-1 0 0,1 0 0,-1-1 0,0 0-1,0 0 1,-1 0 0,1-1 0,-1 0 0,0-1 0,7-7 0,-6 2-3,0 1 1,0-1-1,-1-1 1,-1 1-1,0-1 1,0 0-1,-1 0 0,-1-1 1,0 1-1,0-1 1,-2 0-1,1-14 0,-1-9 3,-1 1 0,-2-1 0,-7-40 0,0 25-22,-3 0-1,-1 1 1,-3 1 0,-1 0 0,-3 1-1,-2 1 1,-56-88 0,71 125-147,0 0-1,-1 1 1,0 0 0,-1 0-1,1 0 1,-2 1 0,1 1-1,-20-12 1,26 18-4,-1 0 0,1 0 0,0 1 0,-1 0 0,1-1 0,0 1 0,-1 0 1,1 1-1,-1-1 0,1 0 0,0 1 0,-1 0 0,1 0 0,0 0 0,0 0 0,0 1 0,-1-1 0,1 1 1,1 0-1,-7 4 0,5-4-175,-1 1-165,1 0-1,0 0 0,0 0 0,0 0 1,0 0-1,0 1 0,1 0 0,0-1 0,-1 1 1,1 1-1,1-1 0,-5 7 0,-7 30-5978</inkml:trace>
</inkml:ink>
</file>

<file path=ppt/ink/ink2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5.530"/>
    </inkml:context>
    <inkml:brush xml:id="br0">
      <inkml:brushProperty name="width" value="0.05" units="cm"/>
      <inkml:brushProperty name="height" value="0.05" units="cm"/>
      <inkml:brushProperty name="color" value="#E71224"/>
    </inkml:brush>
  </inkml:definitions>
  <inkml:trace contextRef="#ctx0" brushRef="#br0">0 0 5717,'26'12'1544,"5"-6"-368,-2-1-44,-1 1-252,-2 3-240,-1 5-128,20 12-108,-17-4-100,4 4-192,0 0-304,0 5-264,-7 4-380,0-10-800,1 1-1100,-4 3-845</inkml:trace>
</inkml:ink>
</file>

<file path=ppt/ink/ink2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5.685"/>
    </inkml:context>
    <inkml:brush xml:id="br0">
      <inkml:brushProperty name="width" value="0.05" units="cm"/>
      <inkml:brushProperty name="height" value="0.05" units="cm"/>
      <inkml:brushProperty name="color" value="#E71224"/>
    </inkml:brush>
  </inkml:definitions>
  <inkml:trace contextRef="#ctx0" brushRef="#br0">597 0 7077,'-73'15'1964,"45"-10"-128,-7-2-288,-19 14-124,19-2-424,0 5 44,0 8-191,-3 9-177,-3 6-112,-1 9-120,4 5-416,0 6-512,3 5-740,7-5-469,5 0-2663,4 0-3361</inkml:trace>
</inkml:ink>
</file>

<file path=ppt/ink/ink2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6.093"/>
    </inkml:context>
    <inkml:brush xml:id="br0">
      <inkml:brushProperty name="width" value="0.05" units="cm"/>
      <inkml:brushProperty name="height" value="0.05" units="cm"/>
      <inkml:brushProperty name="color" value="#E71224"/>
    </inkml:brush>
  </inkml:definitions>
  <inkml:trace contextRef="#ctx0" brushRef="#br0">1 1 7793,'27'53'1948,"-20"-42"-1411,0 2-1,-1-1 1,-1 1 0,0 0 0,0 0 0,4 22 0,-3 17-19,-3 1 0,-1-1 0,-8 73 0,-32 158 70,34-259-565,1-11-27,1 0-1,0 1 1,1-1 0,0 0-1,1 1 1,3 23-1,-3-37 3,0 0 0,0 0 0,0 0 0,0 0 0,0-1 0,0 1-1,0 0 1,0 0 0,0 0 0,0 0 0,0 0 0,0 0 0,0 0-1,0 0 1,0 0 0,1 0 0,-1 0 0,0-1 0,0 1-1,0 0 1,0 0 0,0 0 0,0 0 0,0 0 0,0 0 0,0 0-1,0 0 1,0 0 0,1 0 0,-1 0 0,0 0 0,0 0-1,0 0 1,0 0 0,0 0 0,0 0 0,0 0 0,0 0 0,0 0-1,1 0 1,-1 0 0,0 0 0,0 0 0,0 0 0,0 0-1,0 0 1,0 0 0,0 0 0,0 0 0,0 0 0,0 0 0,1 1-1,-1-1 1,0 0 0,0 0 0,0 0 0,0 0 0,0 0-1,0 0 1,0 0 0,0 0 0,0 0 0,0 0 0,0 0 0,0 1-1,0-1 1,0 0 0,0 0 0,0 0 0,24-18-135,-2-1 1,0-1 0,-1 0-1,30-41 1,-26 32 104,0 0 0,42-35 0,-59 57 114,1 1-1,-1-1 0,1 1 0,1 1 0,-1 0 0,19-7 0,-25 11-28,1 0 0,-1 0 0,1 1 0,-1 0 0,1-1 0,0 2 0,-1-1 0,1 0 0,-1 0 0,1 1 0,-1 0 0,1 0 0,-1 0-1,1 0 1,-1 1 0,0-1 0,0 1 0,0 0 0,0-1 0,0 2 0,0-1 0,0 0 0,0 0 0,3 6 0,15 16 121,-1 2 1,-1 0-1,26 49 1,-29-46-762,1 0 1,2-2 0,42 50-1,-58-75 514,30 29-2120,-6-14-2343,-5-8-1145</inkml:trace>
</inkml:ink>
</file>

<file path=ppt/ink/ink2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6.545"/>
    </inkml:context>
    <inkml:brush xml:id="br0">
      <inkml:brushProperty name="width" value="0.05" units="cm"/>
      <inkml:brushProperty name="height" value="0.05" units="cm"/>
      <inkml:brushProperty name="color" value="#E71224"/>
    </inkml:brush>
  </inkml:definitions>
  <inkml:trace contextRef="#ctx0" brushRef="#br0">157 3 4908,'-2'-2'6274,"-4"17"-4935,3-6-1386,-1-1 1,0 1 0,-8 13 0,-4-1 326,2 0 0,0 1 1,1 0-1,1 1 0,2 1 1,0 0-1,1 0 0,2 0 1,-9 49-1,14-61-251,1 0 0,0-1 0,1 1 0,0 0 0,1 0 0,0 0 0,1-1 0,0 1 1,1-1-1,0 1 0,1-1 0,0 0 0,1 0 0,0-1 0,1 1 0,0-1 0,1 0 0,0-1 0,0 1 0,1-1 1,0-1-1,1 0 0,13 11 0,-18-16-23,0 0 0,0 0 0,0-1 0,0 1 0,0-1-1,1 0 1,-1 0 0,1 0 0,-1-1 0,1 0 0,0 1 0,-1-2 0,1 1 0,0 0 0,0-1 0,0 0 0,0 0 0,-1-1 0,1 1 0,0-1 0,0 0 0,-1 0-1,1-1 1,0 0 0,-1 1 0,1-1 0,-1-1 0,0 1 0,0-1 0,0 1 0,0-1 0,0 0 0,-1-1 0,6-5 0,46-59 206,58-63 2275,-83 108-1584,-29 23-875,0 0 1,0 0-1,0 0 0,0 0 0,0 0 0,0 1 1,0-1-1,0 0 0,0 0 0,0 1 0,0-1 1,0 1-1,-1-1 0,1 1 0,0-1 0,0 1 1,0-1-1,-1 1 0,1 0 0,0-1 0,-1 1 1,1 0-1,0 0 0,-1 0 0,1 1 0,1-1 55,2 6-18,0 0-1,0 0 1,-1 0-1,0 1 1,0-1-1,-1 1 1,1-1-1,-2 1 1,1 0-1,-1 0 1,0 0-1,-1 0 1,0 0-1,-1 10 1,-2 19-93,-13 63 0,9-66-342,-31 145-2765,4-58-4031,12-49-554</inkml:trace>
</inkml:ink>
</file>

<file path=ppt/ink/ink2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7.068"/>
    </inkml:context>
    <inkml:brush xml:id="br0">
      <inkml:brushProperty name="width" value="0.05" units="cm"/>
      <inkml:brushProperty name="height" value="0.05" units="cm"/>
      <inkml:brushProperty name="color" value="#E71224"/>
    </inkml:brush>
  </inkml:definitions>
  <inkml:trace contextRef="#ctx0" brushRef="#br0">2318 1 4604,'-67'6'509,"35"-3"-85,-1 0-1,1 3 0,1 0 0,-48 17 0,34-6 361,0 3 0,2 1 0,0 2 0,-65 48 0,-142 139 1424,-262 333-47,57 44-1112,348-421-491,-149 314-1,212-380-293,-31 109 0,58-153-156,4 1 0,1 1 0,-6 96 0,17-128-74,1 0 1,2 0 0,0 0-1,2 0 1,0 0-1,2-1 1,1 0 0,1 0-1,1 0 1,1-1-1,1-1 1,2 0 0,0 0-1,1-1 1,1-1 0,1 0-1,1-1 1,1-1-1,0-1 1,2 0 0,0-1-1,43 26 1,-5-9 11,1-3-1,2-3 1,1-2 0,1-3 0,0-3 0,83 15 0,-2-11 10,265 12-1,-175-33-98,-1-11-1,0-10 0,-1-10 0,-1-10 0,301-90 0,-360 75-87,-2-7 0,206-104 0,-284 115 76,-2-3-1,-2-4 0,-3-4 1,-3-3-1,103-102 0,-153 132 46,-2-1-1,-1-1 0,-2-2 0,-1-1 0,-2-1 1,20-44-1,-33 59 2,-1 0 0,-2-1 1,0 0-1,-2 0 0,-1-1 0,-1 0 1,-1 1-1,-1-1 0,-1-1 0,-1 1 1,-2 0-1,-5-26 0,-1 18-4,-1 1 1,-2 0-1,-2 0 1,-1 1-1,-1 1 0,-2 0 1,-1 1-1,-1 1 1,-1 1-1,-48-49 0,18 26 18,-2 4-1,-2 1 0,-2 3 0,-87-51 0,50 42-7,-1 4 1,-3 4-1,-1 5 0,-2 4 1,-118-25-1,121 40-102,-2 3 0,0 5 0,0 4 0,-1 5 0,-158 14 0,168 1-749,2 4-1,-131 42 1,-32 36-4278,61-4-2116</inkml:trace>
</inkml:ink>
</file>

<file path=ppt/ink/ink2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7.998"/>
    </inkml:context>
    <inkml:brush xml:id="br0">
      <inkml:brushProperty name="width" value="0.05" units="cm"/>
      <inkml:brushProperty name="height" value="0.05" units="cm"/>
      <inkml:brushProperty name="color" value="#E71224"/>
    </inkml:brush>
  </inkml:definitions>
  <inkml:trace contextRef="#ctx0" brushRef="#br0">35 352 8289,'0'0'6024,"-3"-1"-4311,0-1-1236,0 1 0,1-1 0,-1 0-1,0-1 1,1 1 0,-1 0 0,1-1 0,-3-3-1,5 5-379,-1 0-1,0 1 1,1-1 0,-1 0-1,1 0 1,-1 0-1,1 0 1,0 0-1,-1 0 1,1 0-1,0 0 1,0 0-1,0 0 1,0 0-1,0-1 1,0 1-1,0 0 1,0 0 0,0 0-1,0 0 1,1 0-1,-1 0 1,0 0-1,1 0 1,-1 0-1,0 0 1,1 0-1,0 0 1,-1 0-1,1 1 1,-1-1-1,1 0 1,1-1-1,4-3 142,1-1 0,0 1-1,1 1 1,-1-1-1,1 1 1,0 0-1,14-4 1,64-16 637,-77 22-816,171-33 629,192-11 1,-165 23-471,93-11-891,86-12-3716,-365 43 3297,0-1 0,31-10 0,-12 0-4651,-30 11 3741,11-1-6960</inkml:trace>
</inkml:ink>
</file>

<file path=ppt/ink/ink2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8.184"/>
    </inkml:context>
    <inkml:brush xml:id="br0">
      <inkml:brushProperty name="width" value="0.05" units="cm"/>
      <inkml:brushProperty name="height" value="0.05" units="cm"/>
      <inkml:brushProperty name="color" value="#E71224"/>
    </inkml:brush>
  </inkml:definitions>
  <inkml:trace contextRef="#ctx0" brushRef="#br0">96 19 12517,'-2'-2'923,"-1"0"0,0 0 0,-1 0-1,1 0 1,0 1 0,-1-1 0,1 1-1,-1 0 1,1 0 0,-1 0 0,-6-1 0,-10 4 452,19-2-1269,0 1 1,1-1-1,-1 1 0,0-1 0,1 1 1,-1-1-1,1 1 0,-1 0 0,1-1 0,-1 1 1,1 0-1,0-1 0,-1 1 0,1 0 0,0 0 1,-1 0-1,1-1 0,0 1 0,0 0 0,0 0 1,0 1-1,-1-1 174,-3 9 28,1-1 0,0 1 1,0 1-1,1-1 1,0 0-1,1 1 1,0-1-1,1 17 1,0 12 160,-1 0-1088,3 0-1,1 0 1,13 59-1,10 8-4238,8 0-4771,-12-43-1250</inkml:trace>
</inkml:ink>
</file>

<file path=ppt/ink/ink2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8.576"/>
    </inkml:context>
    <inkml:brush xml:id="br0">
      <inkml:brushProperty name="width" value="0.05" units="cm"/>
      <inkml:brushProperty name="height" value="0.05" units="cm"/>
      <inkml:brushProperty name="color" value="#E71224"/>
    </inkml:brush>
  </inkml:definitions>
  <inkml:trace contextRef="#ctx0" brushRef="#br0">445 35 12201,'-1'-1'115,"0"1"-1,0 0 0,0 0 1,0 0-1,0 0 1,0 0-1,0 0 1,0 0-1,0 0 0,0 0 1,0 0-1,0 0 1,0 0-1,0 1 1,1-1-1,-1 0 0,0 1 1,0-1-1,0 1 1,0-1-1,0 1 1,1-1-1,-1 1 0,0 0 1,0-1-1,1 1 1,-1 0-1,0 0 1,1-1-1,-1 1 0,0 2 1,0-1 1366,-2 1-1187,-1 0 0,0 0 0,1 1 0,-1 0 1,1-1-1,0 1 0,0 0 0,1 0 0,-1 1 0,1-1 0,0 0 0,0 1 0,0 0 0,-1 7 0,-2 0 177,-20 61 653,10-29-634,1-5-60,3 0 0,1 1 0,-6 43 0,9-39-261,1-1 0,2 1 0,2 0 0,3 0 0,5 45 0,0-48-78,1-1 1,3 0 0,1 0-1,2-1 1,35 72 0,-41-99-99,1 0 1,0-1 0,1 0-1,1-1 1,-1 0 0,1 0-1,1-1 1,0-1-1,0 0 1,1 0 0,0-1-1,0 0 1,23 8 0,-28-12-2,-1-1 0,1 0 0,-1 0 0,1-1 0,0 0 0,0 0 0,0 0 0,-1-1 1,1 0-1,0 0 0,0-1 0,0 0 0,0 0 0,-1-1 0,1 1 0,-1-1 0,1-1 1,-1 1-1,0-1 0,1-1 0,-2 1 0,1-1 0,0 0 0,-1 0 0,1 0 0,-1-1 0,-1 0 1,1 0-1,6-9 0,0-4 1,-1 0-1,0-1 1,-2 0 0,0 0 0,-1-1-1,-1 0 1,-1 0 0,-1 0 0,0-1-1,0-30 1,-2 1-12,-3-1 1,-1 0-1,-11-56 0,5 61 23,-2 0 0,-2 1 0,-2 0 0,-2 1 0,-24-47 0,24 61 3,-1 0 1,-1 2-1,-1 0 1,-2 1-1,-1 1 1,-1 1 0,-45-39-1,58 56-33,0 0 0,-1 1 0,0 1 0,0-1 0,-1 2 0,1-1 0,-1 2 0,0 0 0,-1 0 0,1 1 1,-1 0-1,-18-1 0,21 4-111,0 0 1,1 1-1,-1 0 1,0 1 0,1-1-1,0 2 1,-1 0 0,1 0-1,0 0 1,0 1-1,0 0 1,1 1 0,0 0-1,0 1 1,0-1 0,0 1-1,-6 8 1,-1 1-638,1 0 0,1 1 0,0 1 0,2 0 0,-19 35 0,22-35-1088,1 1 0,1-1 1,-8 34-1,5 20-6998</inkml:trace>
</inkml:ink>
</file>

<file path=ppt/ink/ink2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8.779"/>
    </inkml:context>
    <inkml:brush xml:id="br0">
      <inkml:brushProperty name="width" value="0.05" units="cm"/>
      <inkml:brushProperty name="height" value="0.05" units="cm"/>
      <inkml:brushProperty name="color" value="#E71224"/>
    </inkml:brush>
  </inkml:definitions>
  <inkml:trace contextRef="#ctx0" brushRef="#br0">1 135 11965,'16'-49'2392,"0"32"-39,-7 6 143,1 2 1344,-1-5-2416,4 2 1288,-4 1-2315,4-1-790,-42 21-7551,-12 14 2215,19-3-4800</inkml:trace>
</inkml:ink>
</file>

<file path=ppt/ink/ink2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0:09.307"/>
    </inkml:context>
    <inkml:brush xml:id="br0">
      <inkml:brushProperty name="width" value="0.05" units="cm"/>
      <inkml:brushProperty name="height" value="0.05" units="cm"/>
      <inkml:brushProperty name="color" value="#E71224"/>
    </inkml:brush>
  </inkml:definitions>
  <inkml:trace contextRef="#ctx0" brushRef="#br0">315 301 6609,'-218'-32'3477,"206"30"-2756,-55-8 1884,50 3 1697,27 5-1978,1137-23 459,-483 19-2510,1006-66-159,-852 9-1669,-548 33-1530,0-4-3599,-144 17-2216</inkml:trace>
</inkml:ink>
</file>

<file path=ppt/ink/ink2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49.633"/>
    </inkml:context>
    <inkml:brush xml:id="br0">
      <inkml:brushProperty name="width" value="0.035" units="cm"/>
      <inkml:brushProperty name="height" value="0.035" units="cm"/>
      <inkml:brushProperty name="color" value="#008C3A"/>
    </inkml:brush>
  </inkml:definitions>
  <inkml:trace contextRef="#ctx0" brushRef="#br0">225 802 10881,'-5'-4'212,"-17"-11"853,21 15-996,0-1 1,-1 1-1,1 0 0,0-1 1,0 1-1,0 0 1,0 0-1,0 0 0,0 0 1,0 0-1,0 1 0,0-1 1,0 0-1,-1 0 0,1 1 1,0-1-1,0 0 0,0 1 1,0-1-1,1 1 1,-1-1-1,-1 2 0,-8 4 749,-1-1 1,1 0-1,-1 0 0,0-1 0,0 0 0,-16 2 0,-15 6 1012,14-8-432,20-4-1055,5 0 2830,30 7-2215,-8-4-818,0-1 0,0 0 1,0-2-1,24-1 0,84-14 146,-95 10-224,895-132 408,572-74-309,934-36-84,-2028 210-121,335-26 93,-237 22-17,-479 39-33,-22 2-11,-14 1-10,2 0-255,3 0-176,0 0 1,-1-1-1,1 1 0,0-2 1,0 1-1,-1-1 1,1 0-1,0 0 1,0-1-1,-13-4 1,20 4 172,0 1 1,-1-1 0,1 1-1,0 0 1,0-1 0,0 1 0,0-1-1,0 1 1,0 0 0,1-1 0,-1 1-1,0 0 1,1-1 0,-1 1-1,1 0 1,-1-1 0,2-1 0,-2 3-26,2-4-535,0 0 0,0 0 0,0 0-1,1 1 1,0-1 0,3-4-1,28-20-8647</inkml:trace>
</inkml:ink>
</file>

<file path=ppt/ink/ink2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50.008"/>
    </inkml:context>
    <inkml:brush xml:id="br0">
      <inkml:brushProperty name="width" value="0.035" units="cm"/>
      <inkml:brushProperty name="height" value="0.035" units="cm"/>
      <inkml:brushProperty name="color" value="#008C3A"/>
    </inkml:brush>
  </inkml:definitions>
  <inkml:trace contextRef="#ctx0" brushRef="#br0">573 263 10573,'-188'86'3628,"126"-64"-1261,0-2 0,-2-2 1,-98 13-1,127-25-1141,75 0 161,40-4-899,120-12-1,-97 3-310,3584-285 961,-3182 225-1048,-502 67-90,77-12 16,0-2-1,95-32 0,-159 41 5,-14 5-11,-3 3-904,-2 5 335,-1 0-1,0 0 0,-1 0 1,-5 7-1,-13 22-3164,-8 20-5383,8-15-115</inkml:trace>
</inkml:ink>
</file>

<file path=ppt/ink/ink2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50.770"/>
    </inkml:context>
    <inkml:brush xml:id="br0">
      <inkml:brushProperty name="width" value="0.035" units="cm"/>
      <inkml:brushProperty name="height" value="0.035" units="cm"/>
      <inkml:brushProperty name="color" value="#008C3A"/>
    </inkml:brush>
  </inkml:definitions>
  <inkml:trace contextRef="#ctx0" brushRef="#br0">0 307 10757,'60'-171'4600,"-50"142"-3247,-6 18-337,-1-1 1,2 1-1,0 0 1,0 1-1,1-1 1,10-13 0,-14 22-906,-1 1 0,1-1 0,0 1 0,-1-1 0,1 1 0,0 0 0,0 0 0,0 0 1,0 0-1,0 0 0,0 1 0,0-1 0,0 1 0,1-1 0,-1 1 0,0 0 1,0-1-1,0 1 0,0 0 0,1 1 0,-1-1 0,0 0 0,0 1 0,0-1 0,0 1 1,1-1-1,-1 1 0,0 0 0,0 0 0,-1 0 0,1 0 0,0 0 0,2 2 1,3 2 94,0 1 0,0-1 0,0 1 0,-1 0 0,0 1 0,0-1 0,-1 1 1,5 8-1,9 19 181,-2 1 0,-1 0 0,-2 1 0,13 53 0,26 159 985,-52-244-1371,75 519-1,8 49 0,47-42-8189,-108-456 200,-5-6-5616</inkml:trace>
</inkml:ink>
</file>

<file path=ppt/ink/ink2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51.067"/>
    </inkml:context>
    <inkml:brush xml:id="br0">
      <inkml:brushProperty name="width" value="0.035" units="cm"/>
      <inkml:brushProperty name="height" value="0.035" units="cm"/>
      <inkml:brushProperty name="color" value="#008C3A"/>
    </inkml:brush>
  </inkml:definitions>
  <inkml:trace contextRef="#ctx0" brushRef="#br0">116 555 14161,'-29'52'2582,"-32"80"-1,55-119-1930,2 1-1,0-1 0,0 1 0,1 0 0,1 0 0,1 0 1,-1 25-1,3-27-449,1 0 0,-1 0 0,2 0 0,0 0 1,0-1-1,1 1 0,1-1 0,0 0 0,0 0 0,1-1 1,0 1-1,1-1 0,0-1 0,16 17 0,0-5-43,0-1 0,1-1 0,0-1 0,2-1 0,0-1 0,1-2 0,55 22 0,-16-13 10,0-3 1,98 16-1,-95-24-114,0-3 1,1-3-1,-1-4 0,1-2 0,0-3 1,107-19-1,-140 14-42,1-1-1,-2-2 1,1-2 0,-2-1 0,1-1-1,-2-2 1,0-2 0,-2-1-1,0-2 1,-1-1 0,-1-1 0,-1-1-1,37-43 1,-31 23 1,-1-1 1,51-94-1,35-110-451,-62 122-486,-13 33-2574,33-105 0,-74 187 2729,-2 5-181,0 1 0,1 0-1,-1 0 1,1 0 0,1 0 0,-1 1 0,1-1-1,6-6 1,18-12-8283</inkml:trace>
</inkml:ink>
</file>

<file path=ppt/ink/ink2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51.439"/>
    </inkml:context>
    <inkml:brush xml:id="br0">
      <inkml:brushProperty name="width" value="0.035" units="cm"/>
      <inkml:brushProperty name="height" value="0.035" units="cm"/>
      <inkml:brushProperty name="color" value="#008C3A"/>
    </inkml:brush>
  </inkml:definitions>
  <inkml:trace contextRef="#ctx0" brushRef="#br0">292 26 14173,'-4'-2'272,"-37"-22"4365,31 26-1169,-16 13-916,19-6-2129,-1 0 0,1 0 1,1 1-1,0 0 0,1 0 1,-1 0-1,-5 19 0,4-11-31,-15 37 173,3 1 0,2 1 1,3 1-1,-12 96 0,19-72-293,3 0 0,13 149 0,-5-191-240,2-1-1,1 0 1,24 68-1,-27-93-50,1-1 0,1 0-1,0 0 1,1-1-1,0 1 1,1-2 0,0 1-1,1-1 1,0 0 0,1-1-1,0 0 1,1-1-1,0 0 1,13 8 0,-21-15 10,1 0 0,0 0 0,0 0 0,0-1 0,0 1 0,0-1 0,0 0 0,1 0 0,-1 0 0,0-1 0,1 0 0,-1 0 1,0 0-1,1 0 0,-1 0 0,8-3 0,-7 1 0,0 0 0,0 0 0,0-1 0,0 0 0,-1 1 0,1-2 0,-1 1-1,0 0 1,0-1 0,0 0 0,6-8 0,0-4 7,0 1 0,-2-1-1,1-1 1,-2 0 0,0 0-1,8-35 1,-6 11 50,-2 0 0,-2-1 0,-2 0-1,-1 0 1,-5-45 0,-40-208 270,34 247-310,-2 0 0,-3 1 1,-2 1-1,-1 1 0,-3 0 0,-40-67 1,54 102-186,-1 1 1,0 0-1,0 1 1,-1 0-1,0 0 1,-1 0-1,1 1 1,-2 0-1,1 1 1,-1 0-1,-14-7 0,18 12-258,1 0 0,-1 0 0,1 1 0,-1 0 0,0 0 0,1 0 0,-1 0 0,1 1 0,-1 0 0,1 0 0,-1 1 0,1-1 0,0 1 0,-1 0 0,-8 6 1,10-6-148,0 1 0,0 0 0,1 0 0,-1 0 0,1 0 0,0 1 0,0-1 0,0 1 0,0 0 1,1-1-1,0 1 0,0 1 0,0-1 0,0 0 0,0 0 0,-1 7 0,-6 34-10207</inkml:trace>
</inkml:ink>
</file>

<file path=ppt/ink/ink2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2:51.642"/>
    </inkml:context>
    <inkml:brush xml:id="br0">
      <inkml:brushProperty name="width" value="0.035" units="cm"/>
      <inkml:brushProperty name="height" value="0.035" units="cm"/>
      <inkml:brushProperty name="color" value="#008C3A"/>
    </inkml:brush>
  </inkml:definitions>
  <inkml:trace contextRef="#ctx0" brushRef="#br0">0 365 18114,'13'-90'2576,"11"48"-24,-7 9-120,-1 12-463,1-4-445,10 4-352,6 0-388,11-3-664,90-18-2240,-50 21-469,-7 9-1447,6 3-2601,31 6-6240</inkml:trace>
</inkml:ink>
</file>

<file path=ppt/ink/ink2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5.149"/>
    </inkml:context>
    <inkml:brush xml:id="br0">
      <inkml:brushProperty name="width" value="0.05" units="cm"/>
      <inkml:brushProperty name="height" value="0.05" units="cm"/>
      <inkml:brushProperty name="color" value="#E71224"/>
    </inkml:brush>
  </inkml:definitions>
  <inkml:trace contextRef="#ctx0" brushRef="#br0">153 38 8625,'0'-3'667,"1"1"1,0 0-1,-1-1 1,0 1-1,1-1 1,-1 1-1,0-1 0,0 1 1,0-1-1,-1-3 1,-2 0 2814,0 20-1913,-70 496 4900,42-324-5254,-13 326-1,43-463-1148,3 1 1,2-1-1,1 0 0,4 0 1,20 69-1,-22-93-100,3-1-1,0 0 1,1-1 0,1 0 0,1 0 0,1-2 0,1 1-1,1-2 1,1 0 0,0-1 0,2-1 0,23 18-1,-13-16-373,1-1 0,1-1-1,1-1 1,0-3-1,1 0 1,0-2-1,1-1 1,1-2-1,59 8 1,-56-13-736,0-1 0,0-2 0,1-1 0,-1-2-1,0-2 1,0-2 0,0-1 0,66-22 0,-27-5-3812,-1-7-2592</inkml:trace>
</inkml:ink>
</file>

<file path=ppt/ink/ink2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5.357"/>
    </inkml:context>
    <inkml:brush xml:id="br0">
      <inkml:brushProperty name="width" value="0.05" units="cm"/>
      <inkml:brushProperty name="height" value="0.05" units="cm"/>
      <inkml:brushProperty name="color" value="#E71224"/>
    </inkml:brush>
  </inkml:definitions>
  <inkml:trace contextRef="#ctx0" brushRef="#br0">0 406 7597,'10'-57'1460,"6"31"-268,3-8 0,3 5-124,0 4-204,16-1-168,3-3-136,7 1-148,6-1-4,6 3-336,1 1-336,-4 2-256,6 3-244,4 6-156,-7 5-324,-6 3-2224,-9 9-1889</inkml:trace>
</inkml:ink>
</file>

<file path=ppt/ink/ink2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5.496"/>
    </inkml:context>
    <inkml:brush xml:id="br0">
      <inkml:brushProperty name="width" value="0.05" units="cm"/>
      <inkml:brushProperty name="height" value="0.05" units="cm"/>
      <inkml:brushProperty name="color" value="#E71224"/>
    </inkml:brush>
  </inkml:definitions>
  <inkml:trace contextRef="#ctx0" brushRef="#br0">39 120 6473,'-38'20'6804,"50"-25"-5472,4-1-240,13-3-247,25-2-145,0 0-152,6-1-232,10 4-416,6-4-576,7-5-557,2 0-371,1 3-2564,3-4-3177</inkml:trace>
</inkml:ink>
</file>

<file path=ppt/ink/ink2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6.025"/>
    </inkml:context>
    <inkml:brush xml:id="br0">
      <inkml:brushProperty name="width" value="0.05" units="cm"/>
      <inkml:brushProperty name="height" value="0.05" units="cm"/>
      <inkml:brushProperty name="color" value="#E71224"/>
    </inkml:brush>
  </inkml:definitions>
  <inkml:trace contextRef="#ctx0" brushRef="#br0">395 44 10121,'9'-29'2266,"-9"15"5185,-17 28-5032,13-9-2179,0-1 0,0 1 1,1 0-1,0 0 0,0 1 1,0-1-1,0 0 0,-2 11 1,-13 54 1268,8-24-821,-62 241 1965,-26 91-1465,57-237-3735,-42 267-1,55-160-4833,23-176 1585,12-3-3406</inkml:trace>
</inkml:ink>
</file>

<file path=ppt/ink/ink2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6.665"/>
    </inkml:context>
    <inkml:brush xml:id="br0">
      <inkml:brushProperty name="width" value="0.05" units="cm"/>
      <inkml:brushProperty name="height" value="0.05" units="cm"/>
      <inkml:brushProperty name="color" value="#E71224"/>
    </inkml:brush>
  </inkml:definitions>
  <inkml:trace contextRef="#ctx0" brushRef="#br0">442 73 9829,'20'-23'3582,"-20"22"-3435,0 0 1,0 0-1,0 0 1,0 0 0,0 0-1,0 0 1,0 0 0,0 0-1,-1 0 1,1 0 0,0 0-1,-1 0 1,1 0 0,-1 1-1,1-1 1,-1 0 0,1 0-1,-1 0 1,0 0-1,0 0 110,1 0-78,-1-1-1,0 1 1,0-1 0,0 1-1,0-1 1,0 1-1,0 0 1,-1-1 0,1 1-1,0 0 1,0 0-1,-1 0 1,1 0 0,-1 0-1,1 0 1,-1 1-1,0-1 1,1 0 0,-1 1-1,0-1 1,-1 1 0,0-1-60,-1 1 0,1 0 0,0 1 0,-1-1 0,1 0 0,0 1 0,0 0 0,0 0 0,-1 0 0,-4 2 1,-6 5-83,0 0 0,0 1 1,-21 18-1,26-20 260,-14 13-160,1 1 0,1 0 0,-32 42-1,-46 81 90,87-125-201,-1 1-8,1 0 0,-16 39 1,26-53-18,-1 0 0,1 0 1,0 1-1,1-1 1,-1 1-1,1-1 1,0 1-1,1-1 1,0 1-1,0 0 0,0-1 1,1 1-1,0-1 1,3 12-1,-3-17-4,0 1 0,0 0-1,1-1 1,-1 1 0,0-1-1,1 1 1,-1-1 0,1 0-1,-1 1 1,1-1 0,-1 0-1,1 0 1,0 0 0,0 0 0,0 0-1,0-1 1,-1 1 0,1-1-1,0 1 1,0-1 0,0 0-1,0 1 1,0-1 0,0 0-1,0 0 1,0 0 0,0-1 0,0 1-1,4-1 1,5-2-25,-1 1-1,1-1 1,-1 0 0,12-6 0,19-13 5,-1-1-1,70-53 1,-16 10-45,-35 35 137,-58 31-65,0-1 0,0 1 0,0 0 0,0 0 0,0 0 0,0 0 0,1 0 0,-1 0 0,0 0 1,0 0-1,0 0 0,0 1 0,0-1 0,0 0 0,0 1 0,0-1 0,0 1 0,0-1 0,0 1 0,1 0 0,1 1 15,2 1-7,1-1 0,-1 1-1,0 1 1,0-1 0,0 1-1,-1-1 1,1 1 0,-1 1-1,0-1 1,0 1 0,-1-1-1,1 1 1,-1 0 0,3 7-1,0-3 28,1 1-1,-1-1 0,2-1 0,7 9 0,-4-7-39,1-1 0,0 0-1,1-1 1,0 0-1,17 8 1,-24-13 3,1-1-1,-1 0 1,1 1 0,0-2-1,-1 1 1,1-1-1,0 0 1,0-1 0,0 1-1,0-1 1,0-1-1,-1 1 1,1-1 0,10-3-1,-2-1 79,0-2-1,-1 0 1,0 0-1,0-1 1,-1-1-1,0 0 1,0-1-1,-1-1 1,21-21-1,0-8 660,50-76-1,-23 8 360,-44 77-681,0 1 0,2 1 1,26-32-1,-43 59-389,1 0 0,-1 0 0,1 0-1,0 0 1,0 0 0,0 0 0,0 1 0,0-1 0,0 1 0,0 0 0,0 0-1,1-1 1,-1 1 0,1 1 0,-1-1 0,0 0 0,1 1 0,-1-1 0,1 1-1,0 0 1,-1-1 0,1 1 0,-1 0 0,1 1 0,-1-1 0,1 0 0,-1 1 0,1 0-1,2 0 1,-1 2-2,0-1 0,0 0-1,0 1 1,-1 0 0,1 0-1,-1 0 1,0 0-1,0 0 1,0 1 0,0 0-1,-1-1 1,1 1 0,-1 0-1,0 0 1,2 6 0,0 1 5,-1-1 0,-1 1 0,0-1 0,-1 1 0,0 0 1,0 0-1,-1 0 0,-2 14 0,-1 0 10,0 0 0,-12 36 0,7-36-30,-1-1 1,-1 0-1,-1-1 0,-1 0 1,-1-1-1,-1 0 0,-23 28 0,13-24-68,0 0-1,-2-2 0,0-1 0,-56 36 0,38-26-446,32-23-71,0-1 0,0 0-1,-1-1 1,-18 8 0,-5-9-2463,35-9 2718,1 1 0,-1-1 0,1 1-1,-1-1 1,1 1 0,0-1-1,0 1 1,0-1 0,0 1-1,0-1 1,0 1 0,0-1-1,0 1 1,1-3 0,9-33-5550,10-1-3668</inkml:trace>
</inkml:ink>
</file>

<file path=ppt/ink/ink2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6.867"/>
    </inkml:context>
    <inkml:brush xml:id="br0">
      <inkml:brushProperty name="width" value="0.05" units="cm"/>
      <inkml:brushProperty name="height" value="0.05" units="cm"/>
      <inkml:brushProperty name="color" value="#E71224"/>
    </inkml:brush>
  </inkml:definitions>
  <inkml:trace contextRef="#ctx0" brushRef="#br0">54 2 8709,'22'0'2355,"-18"0"-251,-16 0 36,10 0-1970,1-1 0,-1 1-1,1 0 1,0 0 0,-1 0-1,1 0 1,-1 0 0,1 0-1,-1 0 1,1 1 0,0-1-1,-1 0 1,1 1 0,-1-1-1,1 1 1,0 0 0,0-1-1,-1 1 1,1 0 0,0 0-1,0 0 1,0 0 0,0 0 0,0 0-1,0 0 1,0 0 0,0 0-1,0 0 1,1 0 0,-1 1-1,0-1 1,1 0 0,-1 1-1,1-1 1,-1 0 0,1 1-1,-1 1 1,-6 23 673,1 0-1,2 1 1,0-1 0,2 1 0,0 31-1,2-44-622,-1 13 34,5 303 590,3-218-2866,4 39-2990,-7-123 653,12 41 1,0-20-5037</inkml:trace>
</inkml:ink>
</file>

<file path=ppt/ink/ink2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7.162"/>
    </inkml:context>
    <inkml:brush xml:id="br0">
      <inkml:brushProperty name="width" value="0.05" units="cm"/>
      <inkml:brushProperty name="height" value="0.05" units="cm"/>
      <inkml:brushProperty name="color" value="#E71224"/>
    </inkml:brush>
  </inkml:definitions>
  <inkml:trace contextRef="#ctx0" brushRef="#br0">36 172 12213,'-2'-1'167,"1"1"1,-1 0-1,0-1 1,0 1-1,1-1 0,-1 1 1,0-1-1,1 0 1,-1 0-1,1 0 0,-1 0 1,1 0-1,0 0 0,-1 0 1,1 0-1,0-1 1,0 1-1,-1 0 0,1-1 1,0 1-1,1-1 0,-1 1 1,0-1-1,-1-2 1,2 1 110,0 0 0,-1 0 0,1 0 0,0 1 1,0-1-1,1 0 0,-1 0 0,1 0 0,-1 0 0,1 0 1,0 1-1,0-1 0,0 0 0,0 0 0,3-3 1,-1 2-148,0 1 1,1 0-1,-1 1 0,0-1 1,1 0-1,0 1 1,0 0-1,-1 0 1,1 0-1,0 0 1,1 1-1,-1 0 1,0 0-1,0 0 0,6-1 1,4-1 62,43-11 548,116-13-1,62 13-276,-197 12-398,131 1 93,-141 3-102,0 1-1,0 1 1,52 14-1,-72-15-85,0 1 1,0 0-1,0 0 1,-1 1-1,0 0 1,0 0-1,0 1 0,0-1 1,-1 2-1,0-1 1,-1 1-1,1-1 0,6 13 1,-1-1-1010,-2 0 0,0 1 0,0 0 0,7 28 1,-10-12-4800,-5-24 3405,2 21-6299</inkml:trace>
</inkml:ink>
</file>

<file path=ppt/ink/ink2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7.303"/>
    </inkml:context>
    <inkml:brush xml:id="br0">
      <inkml:brushProperty name="width" value="0.05" units="cm"/>
      <inkml:brushProperty name="height" value="0.05" units="cm"/>
      <inkml:brushProperty name="color" value="#E71224"/>
    </inkml:brush>
  </inkml:definitions>
  <inkml:trace contextRef="#ctx0" brushRef="#br0">7 158 9081,'-6'-77'2044,"18"63"-500,-5-6-268,2 0 592,1 5-1308,-1 4-612,4 19-300,0-2-548,9 6-388,0-1-964,-6 6-1144,13 15-1753</inkml:trace>
</inkml:ink>
</file>

<file path=ppt/ink/ink2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7.586"/>
    </inkml:context>
    <inkml:brush xml:id="br0">
      <inkml:brushProperty name="width" value="0.05" units="cm"/>
      <inkml:brushProperty name="height" value="0.05" units="cm"/>
      <inkml:brushProperty name="color" value="#E71224"/>
    </inkml:brush>
  </inkml:definitions>
  <inkml:trace contextRef="#ctx0" brushRef="#br0">417 30 10309,'-5'-26'2479,"0"22"486,-10 8-1510,3-1-307,1 1 1,-1 0 0,1 1-1,0 0 1,-14 10 0,9-5 42,0 2 0,-25 23 1,10-2-104,2 1 0,-28 41 0,39-50-802,1 0 0,1 1 0,1 1 0,2 1 0,-14 39-1,24-58-279,0 1 0,0 0-1,1 0 1,1 0 0,0 1-1,0-1 1,1 0 0,0 0 0,1 1-1,0-1 1,1 0 0,0 0-1,0 0 1,1 0 0,0-1-1,1 1 1,0-1 0,1 1-1,10 14 1,-6-12-138,1-1-1,0-1 1,1 0 0,0 0-1,1-1 1,0 0 0,0-1-1,1 0 1,0-1 0,1-1-1,-1 0 1,1-1 0,0 0-1,24 4 1,3-1-988,1-2 0,0-2-1,83-2 1,-71-5-529,0-1 1,0-3-1,-1-3 0,0-1 1,74-28-1,-33 4-3600,6-4-2927</inkml:trace>
</inkml:ink>
</file>

<file path=ppt/ink/ink2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8.236"/>
    </inkml:context>
    <inkml:brush xml:id="br0">
      <inkml:brushProperty name="width" value="0.05" units="cm"/>
      <inkml:brushProperty name="height" value="0.05" units="cm"/>
      <inkml:brushProperty name="color" value="#E71224"/>
    </inkml:brush>
  </inkml:definitions>
  <inkml:trace contextRef="#ctx0" brushRef="#br0">167 71 6257,'-2'-3'822,"0"1"0,0-1 0,0 0 1,1 0-1,-1 1 0,1-1 0,-1 0 1,1 0-1,0-1 0,0 1 0,1 0 1,-1 0-1,0-5 0,-1 6-586,0 0-1,-1 1 0,1-1 1,-1 1-1,1-1 0,-1 1 1,1 0-1,-1 0 0,-5-1 0,6 1 85,-1 0 390,1 0-127,1 0-502,0 0 0,0 0 0,0 1 0,0-1 0,-1 1 0,1-1 0,0 1 0,0 0 0,0-1 0,0 1 0,-1 0 0,1 0 0,0 0 1,0 0-1,0 0 0,-1 0 0,1 0 0,0 0 0,0 0 0,0 1 0,0-1 0,-1 0 0,1 1 0,0-1 0,0 1 0,-2 0 0,2 1 28,-1 0 0,0 0 0,1 0 0,0 1 0,-1-1 0,1 0 1,0 1-1,0-1 0,0 1 0,0-1 0,1 1 0,-1-1 0,0 5 0,-9 91 1217,-25 113-517,21-116-624,13-83-174,0 1 1,1 0 0,0 0 0,2 0 0,-1-1 0,1 1 0,6 16 0,-8-29-12,0 1 1,0-1-1,0 0 1,0 0-1,0 0 1,0 0-1,0 0 1,0 1-1,0-1 1,0 0-1,0 0 1,0 0-1,0 0 1,0 1-1,0-1 1,1 0-1,-1 0 1,0 0-1,0 0 1,0 0 0,0 0-1,0 0 1,0 1-1,1-1 1,-1 0-1,0 0 1,0 0-1,0 0 1,0 0-1,0 0 1,1 0-1,-1 0 1,0 0-1,0 0 1,0 0-1,0 0 1,1 0-1,-1 0 1,0 0-1,0 0 1,0 0-1,0 0 1,1 0-1,-1 0 1,0 0-1,0 0 1,0 0-1,0 0 1,1 0-1,10-1 9,-5 1-17,0 0-1,0-1 1,0 1 0,0-1 0,0-1 0,8-2 0,6-5 17,0 0 0,-1-2 0,-1 0 0,1-1 0,18-17 0,87-83-44,-34 29 20,-81 74 16,14-11 72,0 1 0,0 1 0,33-18 0,-52 34-38,0 0 1,-1 1-1,1-1 0,0 0 0,0 1 1,1 0-1,-1 0 0,0 1 1,0-1-1,0 1 0,1 0 1,-1 0-1,0 0 0,0 0 1,1 1-1,-1 0 0,0 0 0,0 0 1,0 0-1,0 1 0,0-1 1,0 1-1,0 0 0,-1 0 1,1 1-1,-1-1 0,1 1 1,-1-1-1,0 1 0,4 4 1,6 10 47,-1-1 1,0 1 0,-1 1 0,-1 0 0,9 20 0,1 1 47,97 184-3233,-114-216 2405,1 0 1,1-1-1,-1 1 0,1-1 1,8 8-1,-9-10-618,-1-1-1,1 0 1,0-1 0,0 1-1,0-1 1,6 3 0,15 6-9079</inkml:trace>
</inkml:ink>
</file>

<file path=ppt/ink/ink2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8.767"/>
    </inkml:context>
    <inkml:brush xml:id="br0">
      <inkml:brushProperty name="width" value="0.05" units="cm"/>
      <inkml:brushProperty name="height" value="0.05" units="cm"/>
      <inkml:brushProperty name="color" value="#E71224"/>
    </inkml:brush>
  </inkml:definitions>
  <inkml:trace contextRef="#ctx0" brushRef="#br0">13 572 7877,'-4'7'685,"-3"4"75,6-3 3143,22 11 268,-11-11-3798,0 0-1,0-1 1,0 0-1,1-1 0,0 0 1,0-1-1,0 0 1,1-1-1,-1 0 1,1-1-1,15 2 0,-13-3-329,0 0-1,-1-2 0,1 0 0,0 0 0,0-1 0,-1-1 0,1 0 0,-1-1 1,1-1-1,-1 0 0,0 0 0,0-1 0,-1-1 0,0 0 0,16-12 0,-21 13-41,-1 0-1,0 0 1,-1-1 0,0 0-1,0 0 1,0-1-1,0 0 1,-1 1-1,0-1 1,-1-1-1,1 1 1,-1 0-1,-1-1 1,0 0 0,3-13-1,-6 19 0,0 0 0,0 0-1,1 0 1,-1 1 0,-1-1 0,1 0-1,0 1 1,0-1 0,-1 1 0,1-1-1,-1 1 1,1-1 0,-1 1 0,1 0-1,-4-2 1,2 3-3,1-1 0,0 1 0,0 0 0,0-1 0,0 1-1,-1 0 1,1 0 0,0 1 0,0-1 0,0 0 0,0 1 0,0-1 0,0 1 0,-3 1-1,-34 17 83,20-9-46,2 0 8,1 0 0,1 1 1,-1 1-1,2 1 0,0 0 0,0 0 1,1 2-1,1-1 0,1 2 0,0-1 1,1 2-1,0-1 0,1 2 0,1-1 1,1 1-1,1 0 0,-6 26 0,11-37-36,0 0-1,1 0 0,0 0 0,0 0 0,1 0 1,0 0-1,0 0 0,1 0 0,0 0 0,0 0 1,1 0-1,0-1 0,0 1 0,0-1 0,1 0 1,0 0-1,0 0 0,0-1 0,1 1 0,5 5 0,0-4-39,-1-1-1,1 1 1,0-1-1,1-1 1,0 0-1,-1-1 1,1 0-1,1 0 1,-1-1-1,1-1 1,-1 0-1,1 0 0,-1-1 1,1-1-1,0 0 1,14-2-1,12-2-164,0-1-1,-1-3 0,65-21 1,-34 6-109,-1-4 0,-2-3-1,0-2 1,-2-4 0,-2-2 0,101-82 0,-114 78 420,-2-2 1,-1-2-1,-3-2 0,-1-2 0,-3-2 0,-2-1 0,36-73 1,19-67 2542,-89 190-1747,-14 18 872,-13 19-1247,2 2 1,1 0-1,2 1 0,1 2 0,-13 41 1,-56 209 188,79-252-1177,1 0 1,-5 75-1,12-91-516,1 0 0,2-1 0,-1 1 1,2-1-1,1 1 0,12 38 0,-15-56 303,0 0 0,1 0 1,-1 0-1,1 0 0,0 0 0,0 0 1,0 0-1,0-1 0,0 1 0,1-1 0,3 4 1,-2-3-441,18 17-8617</inkml:trace>
</inkml:ink>
</file>

<file path=ppt/ink/ink2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08.924"/>
    </inkml:context>
    <inkml:brush xml:id="br0">
      <inkml:brushProperty name="width" value="0.05" units="cm"/>
      <inkml:brushProperty name="height" value="0.05" units="cm"/>
      <inkml:brushProperty name="color" value="#E71224"/>
    </inkml:brush>
  </inkml:definitions>
  <inkml:trace contextRef="#ctx0" brushRef="#br0">29 75 11277,'-7'-15'2212,"-15"18"2949,32-17-4101,-1 0-208,23 8-176,25 0 24,-3 3-328,10-2-204,12 5-320,10 0-532,15-3-872,4 0-800,16-3-2909,15 3-4216</inkml:trace>
</inkml:ink>
</file>

<file path=ppt/ink/ink2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1.531"/>
    </inkml:context>
    <inkml:brush xml:id="br0">
      <inkml:brushProperty name="width" value="0.05" units="cm"/>
      <inkml:brushProperty name="height" value="0.05" units="cm"/>
      <inkml:brushProperty name="color" value="#E71224"/>
    </inkml:brush>
  </inkml:definitions>
  <inkml:trace contextRef="#ctx0" brushRef="#br0">207 55 12289,'-1'-1'82,"0"-3"232,1 1 0,-1 0 0,1-1 0,-1 1 0,1 0 0,0-1 0,0 1 1,0 0-1,1-1 0,-1 1 0,1 0 0,4-10 9196,-16 32-7048,3-1-1685,2 1 0,0 0 0,0 0 1,-2 27-1,-8 26-51,-6-2-683,-45 143-43,21-28-281,40-148-1204,-1 53-1,9 6-3441,5-34-3938,2-13-3874</inkml:trace>
</inkml:ink>
</file>

<file path=ppt/ink/ink2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1.941"/>
    </inkml:context>
    <inkml:brush xml:id="br0">
      <inkml:brushProperty name="width" value="0.05" units="cm"/>
      <inkml:brushProperty name="height" value="0.05" units="cm"/>
      <inkml:brushProperty name="color" value="#E71224"/>
    </inkml:brush>
  </inkml:definitions>
  <inkml:trace contextRef="#ctx0" brushRef="#br0">57 84 11357,'21'-12'1020,"-9"3"-85,2 2 1,-1 0-1,1 1 1,0 0-1,18-5 1,3 3-457,0 1 0,0 2 0,1 2 0,-1 1 1,1 1-1,0 2 0,42 7 0,-61-6-394,7 1 37,0 1 1,-1 2 0,1 0-1,27 11 1,-40-12-84,0 0-1,0 0 1,-1 2 0,0-1 0,0 1-1,-1 0 1,1 1 0,-2 0 0,1 1 0,9 12-1,-14-16-33,-1 0-1,0 0 0,0 0 0,0 0 0,-1 1 0,0-1 0,0 1 1,0-1-1,0 1 0,-1 0 0,0 0 0,0 0 0,-1 0 0,0 0 1,0 0-1,0 0 0,-1-1 0,1 1 0,-2 0 0,1 0 0,0 0 1,-6 10-1,2-5-75,-2 0 1,1 0 0,-2 0-1,1-1 1,-2-1-1,1 1 1,-1-1-1,0-1 1,-15 11 0,-15 8-545,-48 26 0,72-45 466,-73 41-851,-2-5 0,-178 61 0,252-100 999,-1-1-1,1-1 0,-24 1 0,39-4 6,0 0 26,-1 0 1,1 0-1,0 0 0,-1 0 1,1 0-1,-1 0 1,1-1-1,0 1 0,-1 0 1,1-1-1,0 1 0,0-1 1,-1 0-1,1 1 1,0-1-1,0 0 0,-2-1 1,-3-1 665,23 2-479,-1 1-1,1 0 0,-1 2 0,1 0 0,-1 0 1,0 2-1,0 0 0,0 1 0,0 0 0,22 12 0,15 10 242,78 52-1,-22 1-1051,100 93-1,-122-98-1923,21 18-5222,-54-51-322</inkml:trace>
</inkml:ink>
</file>

<file path=ppt/ink/ink2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2.703"/>
    </inkml:context>
    <inkml:brush xml:id="br0">
      <inkml:brushProperty name="width" value="0.05" units="cm"/>
      <inkml:brushProperty name="height" value="0.05" units="cm"/>
      <inkml:brushProperty name="color" value="#E71224"/>
    </inkml:brush>
  </inkml:definitions>
  <inkml:trace contextRef="#ctx0" brushRef="#br0">0 449 10785,'11'-26'2108,"-11"25"-1964,1 0 1,-1 0-1,1 0 1,-1 1-1,1-1 1,-1 0-1,1 0 1,-1 0 0,1 1-1,0-1 1,-1 0-1,1 0 1,0 1-1,0-1 1,0 1 0,0-1-1,-1 1 1,1-1-1,0 1 1,2-1-1,2-1 354,6-5 28,0 0-1,1 1 1,0 0 0,0 1-1,0 0 1,22-4 0,84-13 425,-69 15-603,238-53 583,-266 54-890,1-1 1,-1 0-1,-1-2 0,29-15 0,-39 18-13,-1 0-1,1-1 0,-1 0 0,-1 0 0,1-1 1,-1 0-1,-1 0 0,1-1 0,-1 0 0,6-12 0,-11 19-20,0-1-1,0 0 0,-1 0 0,1 0 1,-1 0-1,0 0 0,0 0 0,0 0 1,0-1-1,-1 1 0,1 0 0,-1 0 0,0-1 1,0 1-1,0 0 0,0-1 0,0 1 1,-1 0-1,0-1 0,1 1 0,-1 0 1,0 0-1,-1 0 0,1 0 0,0 0 0,-1 0 1,0 0-1,-2-3 0,0 3 11,1 0 0,-1 0 0,0 0 0,0 1 0,-1 0-1,1-1 1,0 1 0,-1 1 0,1-1 0,-1 1 0,1 0 0,-1 0 0,0 0-1,0 0 1,1 1 0,-1 0 0,0 0 0,-8 1 0,-5 1 37,-1 2 1,1 0-1,0 1 1,0 0-1,1 2 1,0 0-1,0 1 1,0 0-1,1 2 1,1 0-1,-1 0 1,2 2-1,-1-1 1,2 2-1,0 0 1,0 1-1,1 0 1,-18 29-1,26-37-37,0 1 0,0 1 0,1-1 1,0 0-1,0 1 0,0 0 0,1 0 0,1-1 0,-1 1 0,1 0 0,1 0 0,-1 1 0,1-1 0,1 0 0,-1 0 0,1 0 1,1 0-1,0 0 0,0-1 0,0 1 0,6 11 0,-2-7-25,1 0 0,0 0 1,1-1-1,0 0 0,1-1 1,0 0-1,0 0 0,1-1 0,1 0 1,-1-1-1,1 0 0,14 7 1,9 3-95,1-1 1,1-2 0,1-2 0,0-1 0,0-2 0,42 6 0,-32-9 4,0-2 0,1-3 0,-1-1 0,77-9 0,-98 4 71,1-1 0,-1-1 0,0-1 0,0-1 0,0-2 0,-2 0 1,34-20-1,-42 21 13,-1-2 1,0 0 0,0-1-1,-1 0 1,-1-1 0,0 0 0,-1-2-1,0 1 1,-1-1 0,-1-1-1,13-25 1,-21 37 9,0 0-1,0 0 0,0 0 1,-1 0-1,0 0 1,0-1-1,0 1 0,0 0 1,0-1-1,-1 1 1,0-1-1,0 1 0,0-1 1,-1 1-1,1 0 1,-1-1-1,0 1 0,-1 0 1,1-1-1,-1 1 1,1 0-1,-1 0 0,0 0 1,-1 0-1,1 1 1,-1-1-1,0 1 0,0-1 1,0 1-1,0 0 1,0 0-1,-1 0 1,1 1-1,-1-1 0,0 1 1,0 0-1,0 0 1,0 0-1,0 0 0,-6-1 1,-5-1-9,-1 0 0,1 1 0,0 0 0,-1 2 1,0 0-1,1 0 0,-1 2 0,-21 2 0,-4 4-375,-79 22 0,110-25 228,-1 0-1,0 1 1,1 0-1,0 0 1,0 1-1,1 1 1,0 0 0,-11 10-1,19-16 123,-1 0-1,1 0 1,0 1-1,0-1 1,0 0-1,0 1 1,0-1-1,0 1 1,0 0-1,0-1 1,1 1-1,-1-1 1,0 1-1,1 0 1,0 0-1,-1-1 1,1 1-1,0 0 1,0 0-1,0-1 1,0 1 0,0 0-1,0 0 1,1-1-1,-1 1 1,1 0-1,-1-1 1,1 1-1,-1 0 1,1-1-1,0 1 1,0-1-1,0 1 1,0-1-1,0 1 1,0-1-1,2 2 1,1 2-35,1-1 0,-1 0 0,1 0 0,0 0 1,0 0-1,0-1 0,0 0 0,1 0 0,8 3 0,7 0 1,0-1 0,0-1 0,1-1 0,-1-1 0,1-1 0,-1-1 0,1-1-1,-1-1 1,43-8 0,-22 0 464,-1-2 1,0-2-1,78-37 0,-69 23 1188,74-54-1,-122 81-1543,0 0-1,1 0 0,0 0 0,-1 0 0,1 1 0,-1-1 0,1 1 0,0-1 1,0 1-1,-1 0 0,4 0 0,0 0 71,-9 26 268,-14 39-66,-13 128 0,20-59-318,-5-1 1,-7-1-1,-5-1 1,-75 217-1,55-236-183,-69 115-1,61-124 127,51-94 67,-1 1 8,0 0-1,0-1 1,-1 0 0,0 0-1,-1 0 1,-13 13 0,20-22 5,-1 1 0,1 0 0,-1-1 0,1 1 0,-1 0 0,0-1 0,1 1 0,-1-1 0,1 1 0,-1-1 0,0 1 0,0-1 0,1 1 0,-1-1 0,0 0 0,0 1 0,1-1 0,-1 0 0,0 0 0,0 0 0,0 0 0,0 1 0,1-1 0,-1 0 0,0 0 0,0-1 0,0 1 0,0 0 0,1 0 0,-1 0 0,-2-1 0,3 0 6,-1-1 0,0 1 1,0-1-1,1 1 1,-1-1-1,1 1 0,-1-1 1,1 0-1,-1 1 1,1-1-1,0 1 0,0-1 1,0 0-1,0-2 0,1-11 106,1 1-1,6-27 0,22-51 164,46-98-1,-66 166-278,32-62-487,82-127 1,-84 148-116,-7 13-1323,58-70 1,-64 91-2011,44-39-1,-10 20-5206</inkml:trace>
</inkml:ink>
</file>

<file path=ppt/ink/ink2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3.124"/>
    </inkml:context>
    <inkml:brush xml:id="br0">
      <inkml:brushProperty name="width" value="0.05" units="cm"/>
      <inkml:brushProperty name="height" value="0.05" units="cm"/>
      <inkml:brushProperty name="color" value="#E71224"/>
    </inkml:brush>
  </inkml:definitions>
  <inkml:trace contextRef="#ctx0" brushRef="#br0">30 63 11693,'-24'-17'2108,"19"14"-227,5 1-1710,0 0-1,0 1 1,0-1-1,0 1 1,0-1-1,0 1 1,1-1-1,-1 0 1,1 1-1,-1-1 1,1 1-1,-1 0 1,1-1-1,0 1 1,0-1-1,-1 1 1,1 0-1,0 0 1,0-1-1,1 1 0,-1 0 1,0 0-1,0 0 1,0 0-1,1 0 1,-1 1-1,3-2 1,1 0-76,-1 1-1,0 1 1,1-1 0,-1 1-1,1 0 1,-1 0 0,1 0-1,-1 0 1,1 1 0,4 1-1,6 1 31,0 0-1,-1 2 1,0-1-1,0 2 0,0 0 1,-1 1-1,0 0 1,0 0-1,-1 2 0,0 0 1,21 19-1,-24-19-102,-1 1 1,-1-1-1,1 1 0,-2 1 1,1-1-1,-2 1 0,1 0 0,-1 0 1,-1 1-1,0 0 0,-1-1 1,0 1-1,0 0 0,-2 1 1,1 13-1,-1-10-15,-1 0 0,0 0 0,-2 0 1,0 0-1,0-1 0,-2 1 0,0-1 1,-1 0-1,0 0 0,-1 0 0,-1-1 1,0 0-1,-1 0 0,0 0 0,-1-1 0,-1-1 1,0 1-1,-14 11 0,22-21 3,-1-1 0,1 0 1,-1-1-1,1 1 0,-1 0 0,0-1 0,0 1 0,0-1 0,0 0 0,0 0 1,0 0-1,0 0 0,0-1 0,0 1 0,0-1 0,-1 0 0,1 0 0,0 0 1,0 0-1,0 0 0,-1-1 0,-3-1 0,5 1-5,0 0-1,0 0 1,0 0-1,0 0 1,0 0-1,1-1 1,-1 1-1,0-1 1,1 1-1,-1-1 1,1 0-1,0 1 1,-1-1-1,1 0 1,0 0-1,0 0 1,0 0-1,0 0 1,1 0-1,-1 0 1,1 0-1,-1 0 1,1-1-1,0 1 1,-1 0-1,1 0 1,0 0-1,1-1 1,-1 1-1,0 0 1,0 0-1,2-4 1,1-2-16,-1-1 1,2 1 0,-1 0 0,1 0 0,0 0 0,1 1 0,0-1 0,0 1 0,1 0 0,9-9 0,14-11-224,33-26 0,-33 29-16,24-15-384,1 2-1,70-35 1,-7 4 123,-95 54 288,5-3-530,-1 1 0,2 1 1,29-11-1,-28 21-1779,-14 6-3400,1 1-9</inkml:trace>
</inkml:ink>
</file>

<file path=ppt/ink/ink2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3.998"/>
    </inkml:context>
    <inkml:brush xml:id="br0">
      <inkml:brushProperty name="width" value="0.05" units="cm"/>
      <inkml:brushProperty name="height" value="0.05" units="cm"/>
      <inkml:brushProperty name="color" value="#E71224"/>
    </inkml:brush>
  </inkml:definitions>
  <inkml:trace contextRef="#ctx0" brushRef="#br0">26 267 8669,'0'-2'174,"0"-1"1,0 1 0,0-1-1,0 1 1,1 0 0,-1-1-1,1 1 1,-1 0-1,1 0 1,0-1 0,0 1-1,0 0 1,0 0 0,0 0-1,1 0 1,1-2-1,1 0 272,1 1 0,-1 0-1,0 0 1,1 0-1,9-4 1,-3 1 10,13-6 419,156-72 3088,-169 79-3679,0 0 0,-1-1 0,1 0 1,-1-1-1,-1 0 0,18-15 0,-27 20-255,1 0-1,-1 1 1,0-1 0,0 0-1,0 1 1,0-1-1,0 0 1,0 1 0,-1-1-1,1 0 1,0 1 0,-1-1-1,1 0 1,-1 1-1,0-1 1,1 1 0,-3-3-1,1 2-12,1 1 1,-1 0-1,0 0 0,1 0 0,-1 0 0,0 0 0,0 0 0,0 1 0,0-1 1,0 1-1,0-1 0,0 1 0,0 0 0,0-1 0,0 1 0,0 0 0,0 1 0,0-1 1,0 0-1,0 0 0,0 1 0,-3 1 0,-47 16 99,44-15-90,-11 6 8,0 1 0,0 0-1,1 1 1,1 1 0,0 0-1,0 2 1,2 0 0,-1 1 0,-18 23-1,24-24-11,1 1-1,0 0 0,1 0 0,1 0 0,0 1 0,1 0 0,-7 31 0,11-35-19,0-1 1,1 0-1,0 1 0,1-1 0,0 1 0,1-1 0,1 0 1,-1 1-1,2-1 0,-1 0 0,2 0 0,6 17 0,-5-17-1,1 1 0,0-1-1,1 0 1,0 0-1,0-1 1,1 0-1,1 0 1,-1-1-1,2 0 1,-1-1-1,1 0 1,0 0-1,1-1 1,0 0 0,0-1-1,1 0 1,-1-1-1,1-1 1,0 1-1,1-2 1,-1 0-1,15 2 1,-14-4 0,0 0-1,1-1 1,-1-1 0,0 0 0,1-1-1,-1 0 1,0-1 0,0 0 0,0-1-1,-1-1 1,1 0 0,-1-1 0,0 0-1,-1 0 1,1-2 0,-1 1 0,-1-1-1,12-12 1,13-15 21,-2-1 0,-1-1 0,41-65 1,-63 87-18,-3 4-7,1 0 1,0 0 0,1 0 0,0 1-1,0 0 1,1 1 0,1 0-1,22-15 1,-32 23 1,2 0-1,-1 1 1,0-1 0,0 0-1,0 1 1,0-1-1,0 1 1,0 0 0,1 0-1,-1 0 1,0 0-1,0 0 1,0 0 0,0 1-1,1-1 1,-1 1-1,0-1 1,0 1 0,0 0-1,0 0 1,0 0 0,0 0-1,0 0 1,-1 0-1,1 0 1,3 3 0,-2-1-3,0 0 0,0 0 0,0 0 0,-1 1 0,1-1 0,-1 1 0,0-1 0,0 1 0,0 0 0,0 0 0,-1 0 0,1 0 0,-1 0 0,1 6 0,-1 11-24,0 0-1,-2 0 1,-1 0-1,0 0 1,-2 0-1,0-1 1,-1 1 0,-1-1-1,-1 0 1,-1-1-1,-11 21 1,-2 0-33,-3-1 1,-1 0-1,-1-2 1,-35 36-1,59-70 82,23-16-4,9-10 11,41-39 1,-5 5-28,-16 14 13,-2-2-1,-2-3 0,-1-1 0,73-109 0,-77 101 22,19-31 58,-59 85-80,3 4 0,6 1-13,-7-2 0,-1 0 1,0 0 0,1 1 0,-1-1-1,0 1 1,0 0 0,1 0-1,-1 0 1,0 0 0,0 0 0,0 0-1,0 0 1,0 1 0,0-1 0,0 1-1,-1-1 1,1 1 0,0 0-1,-1 0 1,1 0 0,-1 0 0,0 0-1,2 2 1,8 19 4,-2 1 0,0 0-1,-1 0 1,-1 1 0,6 41 0,-11-50-2,-1 1 0,0-1 1,-1 1-1,-1 0 0,0-1 1,-1 1-1,-1-1 0,-1 1 1,-10 28-1,2-17-26,-26 45 0,31-63 41,1 0 0,-1-1 0,0 0 0,-1-1 0,0 1-1,-1-1 1,-13 10 0,20-17 28,9-17 38,2 3-75,0 0 0,1 1-1,0 0 1,1 0 0,1 2-1,18-15 1,-16 12-10,35-26 2,1 2 1,2 3-1,61-31 1,176-67-4,-280 127 11,1 1 0,-1 1-1,1-1 1,0 2-1,0-1 1,0 2-1,1-1 1,-1 1-1,14 1 1,-23 0-8,-1 0 0,1 0 0,-1 1 0,1-1 0,-1 0 0,1 1 0,-1-1 0,1 0 0,-1 1 0,1-1 0,-1 1 0,1-1 0,-1 0 0,1 1 0,-1-1 0,0 1 0,1-1 0,-1 1 0,0 0 0,1-1 0,-1 1 0,0-1 0,0 1 0,0 0 0,0-1 0,1 1 0,-1-1 0,0 1 0,0 0 0,0-1 0,0 1 0,0 0 0,-1-1 0,1 1 0,0 0 0,1 8 10,-1 0 0,0 0 0,0 0 0,-1 0 0,0 0 1,-1 0-1,0 0 0,0-1 0,-6 13 0,-18 37 51,11-28-1126,2 1 0,1 0-1,-14 58 1,24-46-4616,3-32 3618,1 32-6371</inkml:trace>
</inkml:ink>
</file>

<file path=ppt/ink/ink2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4.151"/>
    </inkml:context>
    <inkml:brush xml:id="br0">
      <inkml:brushProperty name="width" value="0.05" units="cm"/>
      <inkml:brushProperty name="height" value="0.05" units="cm"/>
      <inkml:brushProperty name="color" value="#E71224"/>
    </inkml:brush>
  </inkml:definitions>
  <inkml:trace contextRef="#ctx0" brushRef="#br0">0 1 8057,'0'0'1280,"0"20"-252,0-6 200,0 12-1344,10 11-400,-4-23-952,7 18-1332,9 19-909</inkml:trace>
</inkml:ink>
</file>

<file path=ppt/ink/ink2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4.448"/>
    </inkml:context>
    <inkml:brush xml:id="br0">
      <inkml:brushProperty name="width" value="0.05" units="cm"/>
      <inkml:brushProperty name="height" value="0.05" units="cm"/>
      <inkml:brushProperty name="color" value="#E71224"/>
    </inkml:brush>
  </inkml:definitions>
  <inkml:trace contextRef="#ctx0" brushRef="#br0">116 1 9613,'-3'0'287,"1"1"0,-1 0 1,0 0-1,1 0 0,-1 0 0,1 0 0,-1 1 1,1-1-1,0 1 0,-1 0 0,1 0 1,0-1-1,0 1 0,0 1 0,0-1 1,1 0-1,-4 5 0,-17 18 2260,17-21-2371,1 0-1,0 0 1,0 0-1,0 1 1,1-1-1,-1 1 1,1 0-1,0 0 1,1 0 0,-1 0-1,1 1 1,0-1-1,0 1 1,1-1-1,0 1 1,0 0-1,0 0 1,0-1-1,1 1 1,0 0-1,0 0 1,1 0-1,0-1 1,1 8-1,4 9 25,1 0-1,1 0 1,0-1-1,22 37 0,-22-44-165,2 0 0,-1-1 0,2-1 0,0 1-1,0-2 1,1 1 0,0-2 0,1 0-1,1 0 1,-1-1 0,1-1 0,1 0 0,0-1-1,20 7 1,-31-12-31,0-1-1,0 0 0,0 0 1,0-1-1,0 1 1,0-1-1,0 0 1,0 0-1,0 0 1,0 0-1,0-1 1,0 0-1,0 0 0,0 0 1,0 0-1,0-1 1,0 1-1,5-4 1,-6 2-3,1 0 0,-1 0 0,0 0 1,0-1-1,0 1 0,0-1 1,-1 0-1,1 0 0,-1 0 0,0 0 1,0 0-1,-1 0 0,1 0 0,0-6 1,1-7-6,0-1 0,-1 1 1,-1-1-1,-1 0 0,0 0 1,-2 1-1,-3-22 0,2 24-13,-1 1-1,0-1 0,-1 1 0,0 0 0,-1 1 0,-1-1 0,0 1 0,-1 1 0,0-1 0,-1 1 1,-1 1-1,0-1 0,0 2 0,-1-1 0,0 1 0,-19-12 0,15 12-1038,-1 0 0,-29-13 0,41 22 73,0 1 0,0-1 0,0 1 0,0 0-1,0 0 1,0 0 0,0 0 0,0 1 0,-8 1 0,12-2 780,0 1 1,0-1-1,-1 0 1,1 0-1,0 1 1,0-1-1,0 0 1,0 1 0,0-1-1,0 0 1,0 0-1,0 1 1,0-1-1,0 0 1,0 1-1,0-1 1,0 0-1,0 0 1,0 1 0,0-1-1,0 0 1,0 1-1,0-1 1,0 0-1,0 0 1,1 1-1,-1-1 1,0 0 0,0 0-1,0 1 1,1 0-408</inkml:trace>
</inkml:ink>
</file>

<file path=ppt/ink/ink2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4.807"/>
    </inkml:context>
    <inkml:brush xml:id="br0">
      <inkml:brushProperty name="width" value="0.05" units="cm"/>
      <inkml:brushProperty name="height" value="0.05" units="cm"/>
      <inkml:brushProperty name="color" value="#E71224"/>
    </inkml:brush>
  </inkml:definitions>
  <inkml:trace contextRef="#ctx0" brushRef="#br0">29 13 9517,'1'-1'211,"0"0"-1,-1 0 1,1 0 0,-1 1-1,1-1 1,0 0 0,0 0-1,-1 1 1,1-1 0,0 1-1,0-1 1,0 1 0,0-1-1,0 1 1,0-1 0,-1 1-1,1 0 1,0 0 0,0-1-1,0 1 1,0 0 0,0 0-1,0 0 1,0 0 0,0 0-1,0 0 1,0 0 0,0 0-1,0 1 1,0-1 0,0 0-1,0 1 1,0-1 0,0 1-1,0-1 1,1 1 0,0 0-432,1 4 1052,2 28-65,-2-15-483,0 1-1,-2 0 1,0-1 0,-3 35 0,-6 8 31,-3-1 0,-2 0 0,-32 85 1,44-141 728,2-7-921,0 0 1,0 1-1,1-1 0,-1 0 0,1 1 1,0-1-1,0 1 0,0-1 0,4-3 1,2-4 168,26-47 1086,-12 20-365,40-53 1,-56 82-893,1 0 0,0 0 0,1 1 0,-1 0 0,1 0 1,1 1-1,-1 0 0,1 0 0,1 1 0,-1 0 0,16-5 0,-20 9-94,0 0 0,0 0 0,0 0-1,0 1 1,0-1 0,1 1 0,-1 1-1,0-1 1,0 1 0,0 0 0,0 0-1,0 0 1,0 1 0,0 0 0,0 0-1,0 0 1,-1 0 0,1 1 0,-1 0-1,0-1 1,0 2 0,0-1 0,0 1-1,5 4 1,5 9-486,0 1-1,-1 0 1,0 1-1,11 25 1,-19-35 56,38 77-4175,-6-9-4460,-12-32-1056</inkml:trace>
</inkml:ink>
</file>

<file path=ppt/ink/ink2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4.962"/>
    </inkml:context>
    <inkml:brush xml:id="br0">
      <inkml:brushProperty name="width" value="0.05" units="cm"/>
      <inkml:brushProperty name="height" value="0.05" units="cm"/>
      <inkml:brushProperty name="color" value="#E71224"/>
    </inkml:brush>
  </inkml:definitions>
  <inkml:trace contextRef="#ctx0" brushRef="#br0">0 29 6469,'0'0'1368,"3"-14"-256,4-1 784,-1 30-2444,0 2-768,-6 9-1312,-3 19-741</inkml:trace>
</inkml:ink>
</file>

<file path=ppt/ink/ink2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5.101"/>
    </inkml:context>
    <inkml:brush xml:id="br0">
      <inkml:brushProperty name="width" value="0.05" units="cm"/>
      <inkml:brushProperty name="height" value="0.05" units="cm"/>
      <inkml:brushProperty name="color" value="#E71224"/>
    </inkml:brush>
  </inkml:definitions>
  <inkml:trace contextRef="#ctx0" brushRef="#br0">1 58 8309,'19'6'2260,"-26"-18"-372,4-5 3461,22 14-5489,-3-3-1080,6-5-721,23-3-2231,2 14-3177</inkml:trace>
</inkml:ink>
</file>

<file path=ppt/ink/ink2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15.259"/>
    </inkml:context>
    <inkml:brush xml:id="br0">
      <inkml:brushProperty name="width" value="0.05" units="cm"/>
      <inkml:brushProperty name="height" value="0.05" units="cm"/>
      <inkml:brushProperty name="color" value="#E71224"/>
    </inkml:brush>
  </inkml:definitions>
  <inkml:trace contextRef="#ctx0" brushRef="#br0">4 69 11325,'3'-5'2524,"-10"-15"-264,11 5-295,2 4-337,13 5-500,3 3-232,10 3-456,3 0-376,9 0-532,33-5-816,-14 5-548,1-3-733,2 6-2139,4 5-3689</inkml:trace>
</inkml:ink>
</file>

<file path=ppt/ink/ink2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3.280"/>
    </inkml:context>
    <inkml:brush xml:id="br0">
      <inkml:brushProperty name="width" value="0.05" units="cm"/>
      <inkml:brushProperty name="height" value="0.05" units="cm"/>
      <inkml:brushProperty name="color" value="#E71224"/>
    </inkml:brush>
  </inkml:definitions>
  <inkml:trace contextRef="#ctx0" brushRef="#br0">297 129 10909,'-2'-12'1463,"0"1"1,0-1-1,1-15 0,1 17 190,0 0 0,-1 0 0,-1 0 0,-4-17 3755,-12 45-3129,6-4-2024,1 2 0,0-1 0,1 1 1,1 1-1,1 0 0,-9 22 0,-32 116-425,40-123 260,-27 122-90,-24 231 0,53-329 0,-6 51 0,2 147 0,12-206 0,2-1 0,3 0 0,1 0 0,2-1 0,26 74 0,-29-101 0,2-1 0,0-1 0,2 0 0,0 0 0,0-1 0,2 0 0,0 0 0,0-2 0,2 1 0,22 18 0,-28-27 0,1 1 0,0-2 0,0 1 0,0-1 0,1-1 0,0 1 0,0-2 0,0 1 0,1-1 0,-1-1 0,1 0 0,-1-1 0,1 0 0,0 0 0,-1-1 0,1 0 0,0-1 0,-1-1 0,1 1 0,16-6 0,-5-1 0,-1-1 0,0 0 0,-1-2 0,0 0 0,-1-2 0,0 0 0,-1-1 0,-1 0 0,29-31 0,5-13 0,64-96 0,-89 114 0,-17 25 0,1 0 0,15-16 0,-25 30 0,0 1 0,1-1 0,-1 0 0,1 1 0,-1-1 0,1 1 0,-1-1 0,1 1 0,-1 0 0,1-1 0,0 1 0,-1-1 0,1 1 0,0 0 0,-1 0 0,1-1 0,0 1 0,-1 0 0,2 0 0,0 0 0,0 1 0,0 0 0,0 0 0,0 0 0,0 0 0,0 0 0,0 0 0,0 0 0,-1 1 0,1-1 0,-1 0 0,1 1 0,-1 0 0,1-1 0,-1 1 0,0 0 0,1 2 0,20 37 0,-17-30 0,1 1 0,0-1 0,0-1 0,1 1 0,1-1 0,0 0 0,0 0 0,1-1 0,0-1 0,0 1 0,21 13 0,-7-10 0,-21-12 0,0 1 0,1 0 0,-1-1 0,0 1 0,1-1 0,-1 0 0,1 0 0,-1 0 0,1 0 0,-1 0 0,1 0 0,-1-1 0,1 1 0,-1-1 0,0 0 0,1 0 0,-1 0 0,0 0 0,0 0 0,0 0 0,0-1 0,0 1 0,0-1 0,0 1 0,0-1 0,0 0 0,-1 1 0,1-1 0,-1 0 0,1 0 0,-1 0 0,0-1 0,0 1 0,1 0 0,-2 0 0,1-1 0,0 1 0,0-4 0,1-2 0,0-1 0,-1 1 0,0-1 0,-1 1 0,0-1 0,0 1 0,-1-1 0,0 1 0,-3-13 0,-4-1 0,-1 1 0,-1 1 0,-1-1 0,0 2 0,-2 0 0,0 0 0,-19-20 0,25 31 0,-49-59 0,-46-45-143,91 100-168,-68-69-2350,46 54-2295,-3 2-5535</inkml:trace>
</inkml:ink>
</file>

<file path=ppt/ink/ink2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3.578"/>
    </inkml:context>
    <inkml:brush xml:id="br0">
      <inkml:brushProperty name="width" value="0.05" units="cm"/>
      <inkml:brushProperty name="height" value="0.05" units="cm"/>
      <inkml:brushProperty name="color" value="#E71224"/>
    </inkml:brush>
  </inkml:definitions>
  <inkml:trace contextRef="#ctx0" brushRef="#br0">122 461 12685,'-24'-137'7183,"22"125"-6517,1 0 0,1 0 1,0 0-1,0 0 0,1 0 0,1-1 1,5-21-1,1 9 454,0-1 1,19-38 0,-23 57-954,-1 0 1,2 1-1,-1-1 1,1 1-1,-1 0 1,2 0-1,-1 0 0,1 1 1,0 0-1,0 0 1,11-7-1,-14 10-126,1 1 0,0-1 0,-1 1 0,1 0 1,0 0-1,0 0 0,-1 0 0,1 1 0,0-1 0,0 1 0,0 0 0,0 0 0,0 0 0,0 1 0,-1 0 0,1-1 0,0 1 0,0 1 1,-1-1-1,1 0 0,0 1 0,-1 0 0,1 0 0,-1 0 0,0 0 0,0 0 0,0 1 0,4 4 0,2 0 21,-1 0-1,0 1 0,0 1 0,0-1 1,-1 1-1,-1 0 0,0 1 1,0 0-1,-1 0 0,0 0 0,0 0 1,-1 1-1,-1 0 0,4 15 1,-3 1-55,-2 1 0,-1-1 1,0 1-1,-2-1 0,-2 0 1,0 0-1,-2 0 0,0 0 0,-2 0 1,-2-1-1,0 0 0,-18 35 1,1-11-10,-3-2 1,-1 0 0,-3-2 0,-2-2-1,-43 44 1,35-44 2,-9 9-821,20-15-3962,29-29 1866,10-8 278,21-10-2983,-20 5 3216,32-9-8197</inkml:trace>
</inkml:ink>
</file>

<file path=ppt/ink/ink2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3.766"/>
    </inkml:context>
    <inkml:brush xml:id="br0">
      <inkml:brushProperty name="width" value="0.05" units="cm"/>
      <inkml:brushProperty name="height" value="0.05" units="cm"/>
      <inkml:brushProperty name="color" value="#E71224"/>
    </inkml:brush>
  </inkml:definitions>
  <inkml:trace contextRef="#ctx0" brushRef="#br0">264 2 11573,'-3'-1'461,"1"1"0,-1 0 1,1 0-1,-1 0 0,0 0 0,1 0 0,-1 1 1,1-1-1,-1 1 0,1-1 0,-1 1 0,1 0 0,-1 0 1,1 0-1,-3 2 0,2-1-130,0 1-1,1-1 1,-1 1-1,0-1 1,1 1 0,-1 0-1,1 0 1,0 0-1,-2 5 1,-2 3 241,2 1 1,0-1-1,0 1 1,1 0-1,-2 17 0,-18 104 2128,-11 81-759,-11 52-2423,11-76-3991,20-121 1225,-2 11-5773,14-42-1104</inkml:trace>
</inkml:ink>
</file>

<file path=ppt/ink/ink2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3.902"/>
    </inkml:context>
    <inkml:brush xml:id="br0">
      <inkml:brushProperty name="width" value="0.05" units="cm"/>
      <inkml:brushProperty name="height" value="0.05" units="cm"/>
      <inkml:brushProperty name="color" value="#E71224"/>
    </inkml:brush>
  </inkml:definitions>
  <inkml:trace contextRef="#ctx0" brushRef="#br0">0 203 12077,'4'-25'2176,"5"-15"-304,-3 25-339,10-8-341,16-8-272,3 17-220,13-3-284,2 5-596,11 1-980,9-1-1064,9 9-2901,0 3-4088</inkml:trace>
</inkml:ink>
</file>

<file path=ppt/ink/ink2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4.377"/>
    </inkml:context>
    <inkml:brush xml:id="br0">
      <inkml:brushProperty name="width" value="0.05" units="cm"/>
      <inkml:brushProperty name="height" value="0.05" units="cm"/>
      <inkml:brushProperty name="color" value="#E71224"/>
    </inkml:brush>
  </inkml:definitions>
  <inkml:trace contextRef="#ctx0" brushRef="#br0">701 513 10861,'1'-16'421,"-1"9"-182,0 1-1,0-1 1,0 1 0,1 0-1,0-1 1,0 1-1,1 0 1,0 0 0,0 0-1,0 0 1,1 0-1,0 0 1,4-5 0,3-2 684,1 1 0,0 0 0,0 1 0,23-17 0,-18 15-713,34-30 2231,76-84 0,-122 123-2260,-1-1 0,0 0 0,-1 1 0,1-1 0,-1 0 0,0 0 0,0 0 0,0-1 0,-1 1 0,1 0 0,-2-1 0,1 1 0,0-1 0,-1 1 0,0-1 0,0 1 0,-1-1 0,0 1 0,1-1 0,-2 1 0,1 0 0,-4-9 0,5 13-145,-1 0 0,0 0-1,1 0 1,-1 0 0,0 0-1,0 0 1,0 0 0,1 0-1,-1 0 1,0 0-1,0 0 1,0 1 0,-1-1-1,1 0 1,0 1 0,0-1-1,0 1 1,0-1 0,-1 1-1,1 0 1,0-1 0,0 1-1,-1 0 1,1 0 0,-2 0-1,0 0 27,0 1-1,0 0 1,0 0-1,0 0 1,0 0-1,0 0 0,0 0 1,1 1-1,-1-1 1,-4 4-1,-1 2 91,-1 1 1,1 0-1,0 0 0,0 1 0,-8 12 1,-5 14 295,1 0 0,-22 59 1,-22 86-15,49-135-456,-214 658 22,41 11 0,82-92 0,104-608-53,-4 30 127,-1 53 0,7-86-174,0 0 0,1 0 0,0 0 0,1 1 0,0-1 0,0-1 0,2 1 1,-1 0-1,1-1 0,6 12 0,-9-21-67,0 1 1,0 0-1,0-1 1,0 1-1,0-1 1,0 1-1,0-1 1,1 1-1,-1-1 1,0 0-1,1 0 1,-1 1-1,1-1 1,0 0-1,-1-1 1,3 2-1,-3-2 89,0 0-1,0 0 1,0 0 0,0 0-1,-1 0 1,1 0-1,0 0 1,0-1 0,0 1-1,-1 0 1,1 0-1,0-1 1,0 1 0,-1-1-1,1 1 1,0-1 0,-1 1-1,1-1 1,0 1-1,-1-1 1,1 1 0,-1-1-1,1 0 1,0-1-1,2-4-196,0 0 0,0 0 0,0 0 0,-1-1 0,0 1-1,2-13 1,-2 3-48,-1 0-1,0 0 1,-1 0-1,-1 0 1,0 0-1,-7-29 1,-32-90-294,33 113 598,-101-255 762,9 26 1684,94 238-2332,0 0 1,2 0 0,-1 0 0,2-1 0,0 1 0,1-1 0,0 0-1,1 0 1,0 0 0,1 1 0,1-1 0,0 0 0,1 1-1,0 0 1,1-1 0,0 1 0,2 1 0,-1-1 0,1 1 0,1 0-1,0 0 1,1 0 0,0 1 0,1 1 0,0-1 0,1 2-1,12-11 1,11-6-205,1 2 1,0 2-1,2 1 0,1 1 0,57-21 0,203-55-5259,-251 83 3720,33-9-4891,-10 6-4268</inkml:trace>
</inkml:ink>
</file>

<file path=ppt/ink/ink2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4.821"/>
    </inkml:context>
    <inkml:brush xml:id="br0">
      <inkml:brushProperty name="width" value="0.05" units="cm"/>
      <inkml:brushProperty name="height" value="0.05" units="cm"/>
      <inkml:brushProperty name="color" value="#E71224"/>
    </inkml:brush>
  </inkml:definitions>
  <inkml:trace contextRef="#ctx0" brushRef="#br0">32 61 10601,'-1'-1'357,"-3"-2"922,1 0 0,0 0 0,-1 0 1,1-1-1,0 1 0,0-1 0,1 0 0,-3-5 1,5 8-1126,0 0-1,0 0 1,0 0 0,0 0 0,0 0 0,0 0 0,1 0 0,-1 0-1,0 0 1,1 0 0,-1 1 0,1-1 0,-1 0 0,1 0 0,-1 0-1,1 1 1,0-1 0,-1 0 0,1 0 0,0 1 0,0-1-1,-1 1 1,1-1 0,0 1 0,0-1 0,0 1 0,0-1 0,0 1-1,0 0 1,0-1 0,0 1 0,0 0 0,-1 0 0,1 0 0,0 0-1,0 0 1,0 0 0,0 0 0,2 0 0,-1 0-80,0 1 1,1-1-1,-1 0 0,0 1 1,1-1-1,-1 1 1,0 0-1,0 0 0,0 0 1,1 0-1,-1 0 1,0 0-1,0 0 0,2 3 1,-3 0-30,1 0 0,-1 0 0,0 0 0,0 0 1,-1 0-1,1 0 0,-1 0 0,0 0 0,0 0 0,0 1 1,-2 6-1,1 13 46,-12 251 310,11-240-399,0-23 17,1 0 1,0 0-1,1-1 1,1 1-1,0 0 1,0-1-1,1 1 1,1-1-1,4 15 1,-2-25-5,5-4 34,-1 0-1,0 0 1,1-1 0,-2-1 0,1 0 0,0 0-1,-1-1 1,13-11 0,62-64 780,-50 46-588,13-15-11,41-39-182,-78 81-49,0 0 0,1 1 0,0 0 0,0 1 1,0 0-1,1 0 0,19-6 0,-26 11 2,0-1 0,0 1 0,0 1 0,0-1 1,0 0-1,0 1 0,0 0 0,0 0 0,1 0 0,-1 1 0,0-1 0,0 1 1,0 0-1,0 0 0,0 0 0,0 1 0,-1-1 0,1 1 0,0 0 0,-1 0 1,1 0-1,-1 1 0,0-1 0,1 1 0,-1 0 0,0 0 0,-1 0 0,1 0 1,-1 0-1,1 1 0,-1-1 0,0 1 0,2 4 0,4 10-83,-2-1 0,0 1 0,-1 0 0,-1 0 1,4 34-1,6 102-5550,-12-50-5711,-2-48-1012</inkml:trace>
</inkml:ink>
</file>

<file path=ppt/ink/ink2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5.804"/>
    </inkml:context>
    <inkml:brush xml:id="br0">
      <inkml:brushProperty name="width" value="0.05" units="cm"/>
      <inkml:brushProperty name="height" value="0.05" units="cm"/>
      <inkml:brushProperty name="color" value="#E71224"/>
    </inkml:brush>
  </inkml:definitions>
  <inkml:trace contextRef="#ctx0" brushRef="#br0">0 84 10301,'22'-32'3748,"-18"15"-2252,-1 0 1297,10 8-2697,-1 1-968,4 14-829,3-1-2931,0 12-3613</inkml:trace>
</inkml:ink>
</file>

<file path=ppt/ink/ink2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5.960"/>
    </inkml:context>
    <inkml:brush xml:id="br0">
      <inkml:brushProperty name="width" value="0.05" units="cm"/>
      <inkml:brushProperty name="height" value="0.05" units="cm"/>
      <inkml:brushProperty name="color" value="#E71224"/>
    </inkml:brush>
  </inkml:definitions>
  <inkml:trace contextRef="#ctx0" brushRef="#br0">96 289 12033,'-54'-43'2792,"34"23"309,8 9-529,2-4 1332,17-13-2548,-1-1-336,10 12-307,22-12-413,6 12-929,7 0-487,6-3-860,7 6-864,6-1-3445,6 1-5676</inkml:trace>
</inkml:ink>
</file>

<file path=ppt/ink/ink2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7.051"/>
    </inkml:context>
    <inkml:brush xml:id="br0">
      <inkml:brushProperty name="width" value="0.05" units="cm"/>
      <inkml:brushProperty name="height" value="0.05" units="cm"/>
      <inkml:brushProperty name="color" value="#E71224"/>
    </inkml:brush>
  </inkml:definitions>
  <inkml:trace contextRef="#ctx0" brushRef="#br0">0 182 6565,'0'0'1966,"1"-2"-101,1-3-1464,1 1-1,-1 0 0,1 0 1,0 0-1,0 0 0,0 0 0,1 0 1,-1 1-1,1 0 0,0 0 1,0 0-1,0 0 0,0 0 1,0 1-1,1 0 0,4-2 1,31-15 286,0 2 1,1 2-1,68-16 1,14 8-2120,-1 9-3492,-68 13 656,0 5-2076</inkml:trace>
</inkml:ink>
</file>

<file path=ppt/ink/ink2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7.271"/>
    </inkml:context>
    <inkml:brush xml:id="br0">
      <inkml:brushProperty name="width" value="0.05" units="cm"/>
      <inkml:brushProperty name="height" value="0.05" units="cm"/>
      <inkml:brushProperty name="color" value="#E71224"/>
    </inkml:brush>
  </inkml:definitions>
  <inkml:trace contextRef="#ctx0" brushRef="#br0">79 258 10205,'-44'-20'4760,"25"11"-2659,3 4 1431,26-15-2224,2 3-372,11-1-136,24-4-148,4 2-332,12 8-536,7-5-280,16-3-732,6 6-876,3-15-580,17 6-2637,8 12-4260</inkml:trace>
</inkml:ink>
</file>

<file path=ppt/ink/ink2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7.570"/>
    </inkml:context>
    <inkml:brush xml:id="br0">
      <inkml:brushProperty name="width" value="0.05" units="cm"/>
      <inkml:brushProperty name="height" value="0.05" units="cm"/>
      <inkml:brushProperty name="color" value="#E71224"/>
    </inkml:brush>
  </inkml:definitions>
  <inkml:trace contextRef="#ctx0" brushRef="#br0">258 0 11273,'-2'0'189,"0"1"0,1-1-1,-1 0 1,1 1 0,-1-1 0,1 1 0,-1 0-1,1 0 1,-1-1 0,1 1 0,-1 0-1,1 0 1,0 0 0,0 0 0,0 1 0,-1-1-1,1 0 1,0 0 0,0 1 0,1-1 0,-3 3-1,-16 40 2412,15-31-1790,-5 8 277,-81 246 5710,57-117-5172,-18 197-1,37 6-5199,11-185-1872,0-74-1368,2-4-4333</inkml:trace>
</inkml:ink>
</file>

<file path=ppt/ink/ink2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7.774"/>
    </inkml:context>
    <inkml:brush xml:id="br0">
      <inkml:brushProperty name="width" value="0.05" units="cm"/>
      <inkml:brushProperty name="height" value="0.05" units="cm"/>
      <inkml:brushProperty name="color" value="#E71224"/>
    </inkml:brush>
  </inkml:definitions>
  <inkml:trace contextRef="#ctx0" brushRef="#br0">7 26 14617,'-6'-21'2831,"5"17"-257,493 4 5798,-3 2-6939,484 1-10591,-854-1 5734,-42 2-1734,-4 2-3945</inkml:trace>
</inkml:ink>
</file>

<file path=ppt/ink/ink2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8.133"/>
    </inkml:context>
    <inkml:brush xml:id="br0">
      <inkml:brushProperty name="width" value="0.05" units="cm"/>
      <inkml:brushProperty name="height" value="0.05" units="cm"/>
      <inkml:brushProperty name="color" value="#E71224"/>
    </inkml:brush>
  </inkml:definitions>
  <inkml:trace contextRef="#ctx0" brushRef="#br0">145 106 12201,'-16'-2'825,"12"2"-484,0-1 0,0 1-1,0-1 1,0 0 0,0 0-1,0-1 1,1 1 0,-1-1-1,0 0 1,1 1 0,-5-4-1,-30-11 4305,34 14-2691,5-2-281,1-3-1134,-2 5-424,1-1 0,-1 1 0,1 0 1,-1 0-1,1 0 0,0 0 0,0 0 1,0 0-1,0 0 0,0 0 1,0 0-1,0 0 0,1 1 0,-1-1 1,1 0-1,-1 1 0,1-1 0,0 1 1,-1-1-1,1 1 0,0 0 0,0 0 1,0 0-1,0 0 0,0 0 0,4-1 1,13-2 103,1 1 0,0 1 1,0 0-1,0 2 0,0 0 1,0 1-1,0 1 0,-1 1 1,1 1-1,23 7 1,-21-4-160,-1 0 1,0 1-1,-1 1 1,0 1 0,0 1-1,-1 1 1,-1 1-1,0 0 1,17 16 0,-26-20-61,-1 0 1,0 1-1,0 0 0,-1 0 1,0 1-1,-1-1 1,0 1-1,-1 1 1,0-1-1,-1 1 1,0 0-1,-1 0 1,0 0-1,-1 0 1,-1 0-1,0 1 0,0-1 1,-2 21-1,-2-12-4,-1 0 0,0-1-1,-2 1 1,0-1 0,-1 0-1,-1-1 1,-1 0-1,-1 0 1,0-1 0,-17 22-1,0-5 62,-2 0 1,-2-2-1,-46 40 0,-112 77 333,51-44-258,110-86-132,28-19 0,-1-1 0,1 0 0,0 0 0,0 0 0,-1 0 0,1 0 0,0 0 0,-1 0 0,1 0 0,0 0 0,-1 0 0,1 0 0,0 1 0,0-1 0,-1 0 0,1 0 0,0 0 0,0 1 0,-1-1 0,1 0 0,0 0 0,0 0 0,0 1 0,-1-1 0,1 0 0,0 0 0,0 1 0,0-1 0,0 0 0,0 1 0,-1-1 0,1 0 0,0 1 0,0-1 0,0 0 0,0 1 0,0-1 0,0 0 0,0 0 0,0 1 0,0-1 0,0 0 0,0 1 0,1-1 0,8 3 0,0-1 0,0-1 0,0 0 0,0 0 0,0-1 0,1 0 0,-1-1 0,10-1 0,-19 2 0,95-11-749,128-31-1,89-41-4858,-75 4-1556,-148 48 1550,10-1-4284</inkml:trace>
</inkml:ink>
</file>

<file path=ppt/ink/ink2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28.696"/>
    </inkml:context>
    <inkml:brush xml:id="br0">
      <inkml:brushProperty name="width" value="0.05" units="cm"/>
      <inkml:brushProperty name="height" value="0.05" units="cm"/>
      <inkml:brushProperty name="color" value="#E71224"/>
    </inkml:brush>
  </inkml:definitions>
  <inkml:trace contextRef="#ctx0" brushRef="#br0">80 98 12529,'-1'1'101,"1"-1"-1,0 0 1,-1 1-1,1-1 1,0 0-1,-1 0 1,1 0-1,-1 1 1,1-1-1,-1 0 1,1 0-1,-1 0 1,1 0-1,0 0 1,-1 1-1,1-1 1,-1 0-1,1 0 1,-1 0-1,1 0 1,-1-1-1,1 1 1,-1 0 0,1 0-1,-1 0 1,1 0-1,0 0 1,-1 0-1,1-1 1,-1 1-1,1 0 1,0 0-1,-1-1 1,1 1-1,-1 0 1,1-1-1,0 1 1,0 0-1,-1-1 1,1 1-1,0-1 1,-1 1-1,1 0 1,0-1-1,0 1 1,0-1-1,0 1 1,-1-1-1,1 0 1,-8-5 3674,-16-1-1528,21 6-894,1 3-212,0 0-993,-1 0 1,2 0-1,-1 0 0,0 0 0,0 1 0,1-1 1,-1 1-1,1-1 0,0 1 0,0-1 1,0 1-1,0-1 0,0 1 0,0 0 0,0 4 1,1 3 93,0 1 0,0 0 0,3 14-1,-3-23-220,43 231-867,-34-188-1418,7 76 0,-11-9-4473,-11-52 1396,5-58 3986,-1-3 229,0 0 1046,0 0 1,1 0 0,-1-1-1,0 1 1,0-1-1,1 0 1,-1 1 0,1-1-1,0 0 1,-1 0 0,1 0-1,-1-2 1,0-10 157,0-1-1,1 1 0,0-1 1,1 1-1,1 0 1,3-16-1,-2 3 132,0 13-91,29-238 3234,-24 221-2552,0 1 0,3 1 0,0-1 0,2 1 0,1 1 1,19-32-1,-26 52-517,0-1 0,1 1 0,0 0 0,0 1 0,1-1 0,0 1 0,1 1 0,13-9 0,-18 13-158,0 1 1,0-1-1,1 1 0,-1 0 1,0 0-1,1 1 1,-1-1-1,1 1 1,-1 0-1,1 0 1,-1 1-1,1-1 1,-1 1-1,0 0 1,1 0-1,-1 0 1,0 1-1,0-1 0,0 1 1,0 0-1,0 0 1,0 1-1,0-1 1,-1 1-1,1 0 1,5 5-1,-1 3 118,-1-1-1,0 1 1,0 0-1,-1 1 0,0 0 1,-1 0-1,4 13 1,-1 1 69,-2-1 1,5 41 0,-8-22-129,-2 0 0,-2 0 0,-2 0 0,-2 0-1,-2 0 1,-2-1 0,-16 50 0,22-84-139,-7 25 183,8-31-134,5-22-71,3-5 2,1 0-1,1 1 1,1 0-1,17-30 1,56-86 4,-75 128-25,23-36-9,2 2 0,64-70 0,-83 101 2,1 0 0,1 1 1,0 0-1,1 1 0,0 1 0,1 1 0,0 0 0,0 1 1,1 1-1,0 0 0,22-4 0,-35 10 4,0 1 1,1 0-1,0 0 0,-1 1 0,1-1 1,-1 1-1,1 1 0,0-1 0,-1 1 1,1 0-1,-1 0 0,1 0 1,-1 1-1,0 0 0,1 0 0,-1 0 1,0 1-1,0 0 0,5 4 0,-4-1 7,0-1 0,-1 1-1,1 1 1,-2-1-1,1 1 1,-1 0-1,0 0 1,0 0-1,0 1 1,-1-1-1,-1 1 1,4 13-1,5 27-390,-2 1 0,4 66 0,-8 101-6842,-4-157 519,1-4-4421</inkml:trace>
</inkml:ink>
</file>

<file path=ppt/ink/ink2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1.535"/>
    </inkml:context>
    <inkml:brush xml:id="br0">
      <inkml:brushProperty name="width" value="0.05" units="cm"/>
      <inkml:brushProperty name="height" value="0.05" units="cm"/>
      <inkml:brushProperty name="color" value="#E71224"/>
    </inkml:brush>
  </inkml:definitions>
  <inkml:trace contextRef="#ctx0" brushRef="#br0">21 65 5304,'12'-9'17725,"-13"9"-17724,-1 0 10,1 0 0,-1-1-1,1 1 1,-1 0 0,1-1-1,-1 1 1,1-1 0,-1 1 0,1-1-1,-1 0 1,1 0 0,-2-1-1,-7-2 56,19 0-171,2-1 494,-11 4-377,0 1 1,0 0-1,0-1 1,0 1-1,0-1 1,0 1-1,0 0 1,0-1-1,0 1 1,0 0-1,0-1 1,0 1-1,0 0 1,0-1-1,-1 1 1,1 0-1,0-1 1,0 1-1,0 0 1,-1-1-1,1 1 1,0 0-1,0 0 1,-1-1-1,1 1 1,0 0-1,-1 0 1,1 0-1,0-1 1,0 1-1,-1 0 1,1 0-1,-1 0 1,1 0-1,-1 0 1,1-1 40,0 1 0,0 0 0,-1 0 0,1 0 1,0 0-1,0 0 0,-1 0 0,1 0 0,0-1 0,0 1 0,-1 0 1,1 0-1,0 0 0,0-1 0,0 1 0,-1 0 0,1 0 0,0-1 1,0 1-1,0 0 0,0 0 0,0-1 0,-1 1 0,1 0 1,0 0-1,0-1 0,0 1 0,0 0 0,0-1 0,0 1 0,0 0 1,0 0-1,0-1 0,0 1 0,0 0 0,0-1 0,0 1 0,1 0 1,-1 0-1,0-1 0,13-5 515,28 0-666,-38 6 219,41-3 28,55 3 0,15 3-52,351 7-51,-332-6-21,843 15-249,-785-10-317,-186-9 62,-7 2 225,1 1-1,-1-1 1,0 1 0,-1-1-1,1 0 1,0 0-1,0 0 1,-1 0 0,0 0-1,-5 2 1,-34 5-4377,13-4-1475,3 3-3336</inkml:trace>
</inkml:ink>
</file>

<file path=ppt/ink/ink2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2.484"/>
    </inkml:context>
    <inkml:brush xml:id="br0">
      <inkml:brushProperty name="width" value="0.05" units="cm"/>
      <inkml:brushProperty name="height" value="0.05" units="cm"/>
      <inkml:brushProperty name="color" value="#E71224"/>
    </inkml:brush>
  </inkml:definitions>
  <inkml:trace contextRef="#ctx0" brushRef="#br0">58 37 5693,'-13'-11'19570,"13"9"-19278,-1 0-1,1 0 1,-1 0-1,0 0 1,0 0-1,0 0 1,0 0 0,0 0-1,0 0 1,0 0-1,-3-2 1,-25 7-291,27-3 45,2 2-17,0 5 5,1-1 1,1 0-1,-1 0 0,1 0 1,0 0-1,1 0 0,-1 0 1,1 0-1,0-1 1,1 0-1,-1 1 0,1-1 1,0 0-1,0-1 0,1 1 1,9 7-1,10 8 44,1-2-1,31 18 1,-49-31-55,106 56 120,227 89 1,101 4-373,-423-148 176,-4-2-158,1 1-1,-1 0 0,0 1 0,-1 0 0,14 9 1,-27-13 168,-1-1 1,0 1-1,1-1 1,-1 0-1,0 1 1,1-1 0,-1 0-1,0 0 1,0 0-1,0 0 1,0 1-1,0-1 1,0-1-1,-1 1 1,0 1-1,1-1-9,-14 10-135,0 0 0,-1-2 0,-1 1 0,1-2 0,-22 8 0,-15 8-162,-621 353-1415,668-374 1765,-4 3 44,-1 1 0,1 0 0,0 0 0,1 1 0,0 0 1,0 1-1,-10 12 0,19-21-38,0 1 0,-1-1 1,1 1-1,0-1 1,-1 1-1,1-1 1,0 1-1,0 0 1,-1-1-1,1 1 1,0-1-1,0 1 0,0 0 1,0-1-1,0 1 1,0-1-1,0 1 1,0 0-1,0-1 1,0 1-1,0-1 0,0 1 1,1 0-1,-1-1 1,0 1-1,0-1 1,1 1-1,-1-1 1,0 1-1,1-1 0,-1 1 1,1 0-1,22 13 207,37-1-21,2-6-144,1-3-1,77-6 0,-39 1 21,203 10-125,99-1-1922,-320-11 578,57-1-2596,-47-3-3644,-52 4 20</inkml:trace>
</inkml:ink>
</file>

<file path=ppt/ink/ink2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5.423"/>
    </inkml:context>
    <inkml:brush xml:id="br0">
      <inkml:brushProperty name="width" value="0.05" units="cm"/>
      <inkml:brushProperty name="height" value="0.05" units="cm"/>
      <inkml:brushProperty name="color" value="#E71224"/>
    </inkml:brush>
  </inkml:definitions>
  <inkml:trace contextRef="#ctx0" brushRef="#br0">51 55 11909,'-28'-37'4809,"15"28"-2601,3 1 3000,33 13-6032,-4-2-540,6 11-912,10 9-456,-13-3-2269,10 6-3952</inkml:trace>
</inkml:ink>
</file>

<file path=ppt/ink/ink2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5.281"/>
    </inkml:context>
    <inkml:brush xml:id="br0">
      <inkml:brushProperty name="width" value="0.05" units="cm"/>
      <inkml:brushProperty name="height" value="0.05" units="cm"/>
      <inkml:brushProperty name="color" value="#E71224"/>
    </inkml:brush>
  </inkml:definitions>
  <inkml:trace contextRef="#ctx0" brushRef="#br0">38 343 11837,'0'1'110,"-1"-1"0,1 1 0,-1-1 0,1 1 0,0-1 0,-1 1 0,1-1 0,-1 0 0,1 1 0,-1-1-1,1 0 1,-1 1 0,1-1 0,-1 0 0,0 0 0,1 1 0,-1-1 0,1 0 0,-1 0 0,1 0 0,-1 0 0,0 0 0,1 0 0,-1 0 0,0 0 0,1 0 0,-1 0-1,1 0 1,-1 0 0,0 0 0,1 0 0,-1-1 0,1 1 0,-2-1 0,0-21 3252,2 19-3301,0 0 1386,-2-1-955,0 0 1,0 0 0,0 0-1,1 0 1,0 0 0,0-1 0,0 1-1,0 0 1,1-8 0,-3-5 693,3 13-1074,0 0-1,1 0 0,-1-1 0,1 1 0,0 0 0,0 0 0,0 0 1,1 0-1,-1 0 0,1 1 0,0-1 0,2-3 0,1-3 177,5-10 29,0 0 0,1 1 0,1 0 0,1 1 0,0 0-1,24-23 1,-35 39-257,-1 0-1,1 1 0,-1-1 0,1 0 0,-1-1 0,0 1 0,0 0 0,0 0 0,1-4 0,1-1 80,-1 4 626,-9 26-163,-22 61-548,20-64-55,2 0 1,0 0 0,1 1-1,1-1 1,1 1-1,-2 35 1,6-42-73,0 1 0,1-1 0,1 0 1,5 22-1,-6-32-316,1 0 0,-1 1 1,1-1-1,0 0 1,1 0-1,-1 0 0,5 5 1,-5-6-356,1 0 0,0-1 1,-1 1-1,1-1 0,1 1 1,-1-1-1,0 0 0,0-1 1,1 1-1,4 1 0,0-3-6114,18-5-4413</inkml:trace>
</inkml:ink>
</file>

<file path=ppt/ink/ink2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5.826"/>
    </inkml:context>
    <inkml:brush xml:id="br0">
      <inkml:brushProperty name="width" value="0.05" units="cm"/>
      <inkml:brushProperty name="height" value="0.05" units="cm"/>
      <inkml:brushProperty name="color" value="#E71224"/>
    </inkml:brush>
  </inkml:definitions>
  <inkml:trace contextRef="#ctx0" brushRef="#br0">0 49 7537,'2'-3'270,"-1"0"0,1 0 0,-1 0 0,1 0 1,0 1-1,0-1 0,0 0 0,1 1 0,-1 0 0,0-1 0,1 1 1,0 0-1,-1 0 0,1 1 0,0-1 0,0 0 0,0 1 1,0 0-1,0 0 0,1 0 0,-1 0 0,0 0 0,4 0 1,-4 0 59,19 2 204,-21-1-509,0 0 1,1 0-1,-1 0 0,1 1 0,-1-1 0,0 0 0,0 1 0,1-1 0,-1 1 0,0-1 0,0 1 0,1 0 0,-1-1 0,0 1 0,0 0 1,0 0-1,0 0 0,0 0 0,0 0 0,0 0 0,0 0 0,-1 0 0,1 0 0,0 0 0,0 0 0,-1 1 0,1-1 0,-1 0 0,0 1 1,1-1-1,-1 0 0,0 1 0,1-1 0,-1 0 0,0 1 0,0-1 0,-1 2 0,-4 83-544,5-83 373,1-1 1,0 0-1,0 0 0,0 0 1,0 0-1,0 0 1,1 0-1,-1 0 0,1-1 1,-1 1-1,1 0 1,-1-1-1,1 1 0,0-1 1,2 2-1,1-1-159,-1 1-1,1-1 0,0 0 1,-1 0-1,1-1 0,0 0 1,0 1-1,0-2 1,0 1-1,10 0 0,54-7-1506,-20 0 1920,3-2 849,-20 1 2012,-3 5 6907,-10 3-9872,-16-1-38,0 1 0,-1-1 0,1 0 1,0 0-1,0 0 0,0 0 0,0-1 0,-1 1 0,1-1 0,0 0 0,4-1 1,32-11-391,-32 12 364,-1-1 0,1 0 0,-1 0 0,0 0 0,10-6 0,-14 6-54,0 4-42,-1 1 108,0-1-1,0 0 1,0 1 0,0-1-1,-1 1 1,1-1-1,-1 1 1,1 4-1,-5 0-707,-1 1-1,0-1 1,-1-1 0,0 1-1,0-1 1,-8 7-1,-3 4-3253,5-2-3534</inkml:trace>
</inkml:ink>
</file>

<file path=ppt/ink/ink2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7.013"/>
    </inkml:context>
    <inkml:brush xml:id="br0">
      <inkml:brushProperty name="width" value="0.05" units="cm"/>
      <inkml:brushProperty name="height" value="0.05" units="cm"/>
      <inkml:brushProperty name="color" value="#E71224"/>
    </inkml:brush>
  </inkml:definitions>
  <inkml:trace contextRef="#ctx0" brushRef="#br0">60 171 8365,'-3'-1'2243,"-32"-10"5465,35 11-7550,-1-1 0,1 0 1,0 1-1,0-1 0,-1 0 1,1 1-1,0-1 0,-1 0 0,1 1 1,-1-1-1,1 1 0,-1-1 1,1 1-1,-1-1 0,1 1 1,-1-1-1,0 1 0,0-1 1,0 0 1,0 1 1,0-1 0,0 1-1,1-1 1,-1 1 0,0-1-1,0 0 1,1 1 0,-1-1 0,1 0-1,-1 0 1,0 1 0,1-1-1,0 0 1,-1 0 0,1 0-1,-1 0 1,1 0 0,0 1 0,0-1-1,-1 0 1,1 0 0,0 0-1,0-2 1,0 0-40,1-1-1,-1 1 1,1 0 0,0 0 0,0 0-1,0-1 1,0 1 0,1 0-1,-1 0 1,1 1 0,-1-1 0,1 0-1,0 0 1,3-2 0,1 1 6,0-1-1,0 1 1,1 0 0,-1 1 0,1 0-1,10-4 1,12-3-340,0 1 0,1 2 0,0 1-1,48-4 1,-51 7-983,28-1-3107,-19 11-4292,-17 0-1300</inkml:trace>
</inkml:ink>
</file>

<file path=ppt/ink/ink2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7.215"/>
    </inkml:context>
    <inkml:brush xml:id="br0">
      <inkml:brushProperty name="width" value="0.05" units="cm"/>
      <inkml:brushProperty name="height" value="0.05" units="cm"/>
      <inkml:brushProperty name="color" value="#E71224"/>
    </inkml:brush>
  </inkml:definitions>
  <inkml:trace contextRef="#ctx0" brushRef="#br0">102 134 10589,'-67'17'4831,"65"-17"-4399,0 1 0,0-1 0,0 0 1,-1 0-1,1 0 0,0 0 0,0-1 0,0 1 0,0 0 0,0-1 0,-3 0 0,-1-7 1969,9 1 2766,3 2-5179,1 0 1,0 1-1,1 0 0,-1 0 1,0 1-1,1 0 1,0 0-1,0 1 1,0 0-1,13-2 1,8-2-717,131-43-6613,-85 25-810,-28 8-691</inkml:trace>
</inkml:ink>
</file>

<file path=ppt/ink/ink2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7.434"/>
    </inkml:context>
    <inkml:brush xml:id="br0">
      <inkml:brushProperty name="width" value="0.05" units="cm"/>
      <inkml:brushProperty name="height" value="0.05" units="cm"/>
      <inkml:brushProperty name="color" value="#E71224"/>
    </inkml:brush>
  </inkml:definitions>
  <inkml:trace contextRef="#ctx0" brushRef="#br0">213 25 12797,'-60'-25'17559,"61"26"-17467,0 0 0,0 0 1,0 0-1,0 0 0,0 0 0,0 0 0,0 0 0,-1 1 0,1-1 1,0 0-1,-1 0 0,1 1 0,-1-1 0,1 0 0,-1 1 0,0-1 0,0 0 1,0 1-1,1-1 0,-1 0 0,0 1 0,-1-1 0,1 1 0,0-1 1,0 0-1,-1 1 0,0 1 0,-15 48-429,10-33 505,-10 62-168,13-59 0,-10 36 0,7-39-18,-17 56-111,-22 115 0,28-119-4830,4-23-5077,8-12-4476</inkml:trace>
</inkml:ink>
</file>

<file path=ppt/ink/ink2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8.577"/>
    </inkml:context>
    <inkml:brush xml:id="br0">
      <inkml:brushProperty name="width" value="0.05" units="cm"/>
      <inkml:brushProperty name="height" value="0.05" units="cm"/>
      <inkml:brushProperty name="color" value="#E71224"/>
    </inkml:brush>
  </inkml:definitions>
  <inkml:trace contextRef="#ctx0" brushRef="#br0">4 82 6705,'0'-2'593,"1"0"1,-1 1 0,0-1 0,1 0-1,-1 0 1,0 0 0,0 1 0,0-1-1,0 0 1,-1 0 0,1 0 0,0 1-1,-2-4 1,-1-13 3069,6-13 383,0 26-438,2 18-2270,9 58-944,-2 0 1,-3 0-1,-1 83 1,-8-73-354,0-77-25,3-5-26,3-2-22,1 1-1,-1-1 0,0 0 0,0 0 0,0-1 1,-1 1-1,1-1 0,-1-1 0,0 1 1,0-1-1,6-7 0,32-40-302,-16 19 43,49-48 0,-63 69 229,0 1-1,1 0 0,0 1 0,20-11 1,-29 19 51,-1 0 0,1 0 0,0 0 1,-1 1-1,1-1 0,0 1 0,0 0 0,0 1 1,0-1-1,0 1 0,0 0 0,0 0 1,0 0-1,-1 1 0,1 0 0,0 0 0,0 0 1,0 1-1,8 3 0,-2 1 8,-1 1 0,0 0 0,0 1 0,-1 0 0,1 0 0,-2 1-1,1 0 1,7 11 0,-15-18 11,1-1-4,-1 1 0,1 0 1,0-1-1,0 0 1,-1 1-1,1-1 0,0 0 1,0 0-1,0 0 1,1 0-1,-1 0 0,0-1 1,0 1-1,0-1 1,1 1-1,-1-1 0,0 0 1,1 0-1,-1 0 1,0 0-1,0 0 0,1 0 1,-1-1-1,5 0 1,4-3 0,1 0 0,-1-1 0,18-10 0,-8 5-10,-5 2-4,25-12-16,1 2-1,47-13 1,-77 28-36,0 1-1,0 0 1,0 1 0,0 0-1,0 1 1,0 0-1,0 1 1,0 1 0,0-1-1,-1 2 1,1 0-1,-1 0 1,1 1 0,-1 1-1,0 0 1,0 0-1,-1 1 1,1 0 0,-2 1-1,1 0 1,12 12-1,43 36-3799,-14-16-6293,-12-11 1122</inkml:trace>
</inkml:ink>
</file>

<file path=ppt/ink/ink2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39.044"/>
    </inkml:context>
    <inkml:brush xml:id="br0">
      <inkml:brushProperty name="width" value="0.05" units="cm"/>
      <inkml:brushProperty name="height" value="0.05" units="cm"/>
      <inkml:brushProperty name="color" value="#E71224"/>
    </inkml:brush>
  </inkml:definitions>
  <inkml:trace contextRef="#ctx0" brushRef="#br0">386 29 8833,'-12'-8'1259,"9"6"-498,0-1 1,-1 1-1,1 0 0,-1-1 0,1 2 0,-1-1 0,0 0 0,-7-1 0,5 3-401,1 1 0,0 0 0,-1 1 0,1-1 0,0 1 0,0 0 0,0 0 0,0 1 0,0 0 0,1 0 1,-1 0-1,1 0 0,0 0 0,0 1 0,0 0 0,0 0 0,0 0 0,1 0 0,-5 8 0,-5 8 305,1 1 0,1 0 1,-10 25-1,-9 33 1191,-31 122-1,0 86-112,50-226-1567,3 0 0,-2 96 0,10-130-178,2 0 0,1 0 0,1 0 0,1 0 0,1-1-1,1 0 1,2 0 0,15 31 0,-10-28-292,2-1-1,1-1 1,1-1-1,1 0 1,1-1 0,2-1-1,0-1 1,2-1-1,0-1 1,1-1 0,1-2-1,1 0 1,31 15-1,0-6-1865,1-2 0,110 30 0,-103-40-2737,70 8 1,-44-13-4492</inkml:trace>
</inkml:ink>
</file>

<file path=ppt/ink/ink2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1.033"/>
    </inkml:context>
    <inkml:brush xml:id="br0">
      <inkml:brushProperty name="width" value="0.05" units="cm"/>
      <inkml:brushProperty name="height" value="0.05" units="cm"/>
      <inkml:brushProperty name="color" value="#E71224"/>
    </inkml:brush>
  </inkml:definitions>
  <inkml:trace contextRef="#ctx0" brushRef="#br0">369 74 4936,'16'-23'1599,"-13"18"1447,-1 3-1685,2-1-677,0 0 1,-1-1-1,1 1 1,-1-1 0,0 0-1,1 0 1,-2 0-1,7-11 3907,-13 19-4332,1 0 0,0 0-1,0 0 1,1 1 0,-1-1-1,1 1 1,0-1 0,-2 7-1,-8 17 535,-11 15 130,-134 262 3060,114-212-3197,-42 132-1,70-176-668,-5 14 152,-16 86 0,32-130-335,2 1-1,0 0 1,1-1-1,2 1 1,0 0-1,0 0 1,2-1-1,10 38 0,-8-44-264,1 1 0,1-1 0,0 0 0,1-1 0,0 1 0,1-1 0,0-1 0,1 0 0,0 0-1,1-1 1,19 14 0,-5-5-1413,1-2 0,1-1 0,1-1 0,43 17 0,-17-17-4026,5-3-3446</inkml:trace>
</inkml:ink>
</file>

<file path=ppt/ink/ink2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1.642"/>
    </inkml:context>
    <inkml:brush xml:id="br0">
      <inkml:brushProperty name="width" value="0.05" units="cm"/>
      <inkml:brushProperty name="height" value="0.05" units="cm"/>
      <inkml:brushProperty name="color" value="#E71224"/>
    </inkml:brush>
  </inkml:definitions>
  <inkml:trace contextRef="#ctx0" brushRef="#br0">160 77 7001,'2'-3'282,"0"0"0,0 0 0,0-1-1,0 1 1,0-1 0,-1 1 0,0-1 0,0 0 0,0 0 0,0 1 0,0-1 0,-1 0 0,0 0 0,0 0 0,0 0 0,0 1 0,0-1 0,-2-8 6982,0 16-6539,-7 11-397,1 1 0,1 0-1,0 1 1,1 0 0,1 0 0,-5 33-1,-40 221 1625,17-111-1285,-2 14-267,33-157-308,1 1 1,0 0 0,2-1 0,2 21 0,-2-36-82,0-1 0,0 1 0,0-1 0,0 1 0,0-1 0,1 0 0,-1 0 0,1 1 1,-1-1-1,1 0 0,-1 0 0,1-1 0,-1 1 0,1 0 0,0 0 0,2 0 0,4-3-4,-1-1 0,0 0 0,0 0-1,-1-1 1,1 1 0,-1-1 0,1-1-1,-1 1 1,6-7 0,6-3-5,30-20-25,62-41 37,-98 68-27,0 1-1,0 0 1,1 1 0,0 1-1,0 0 1,0 0 0,19-2-1,-26 6 54,0-1-1,0 1 1,0 0 0,0 1-1,0 0 1,-1-1-1,1 2 1,0-1-1,0 1 1,-1 0 0,1 0-1,-1 0 1,0 1-1,1 0 1,-1 0-1,0 0 1,-1 1-1,1 0 1,-1 0 0,1 0-1,-1 0 1,-1 1-1,1-1 1,0 1-1,-1 0 1,0 0-1,0 0 1,2 7 0,6 14 181,-2 1 1,0 0-1,-2 1 0,6 44 1,-6-32-196,-1-10-459,2 0-1,18 48 0,-16-54-2625,23 36-1,-32-57 2656,0-1-1,1 0 0,0 0 1,-1-1-1,1 1 0,0 0 0,0 0 1,0-1-1,0 1 0,3 0 1,11 6-5308</inkml:trace>
</inkml:ink>
</file>

<file path=ppt/ink/ink2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2.067"/>
    </inkml:context>
    <inkml:brush xml:id="br0">
      <inkml:brushProperty name="width" value="0.05" units="cm"/>
      <inkml:brushProperty name="height" value="0.05" units="cm"/>
      <inkml:brushProperty name="color" value="#E71224"/>
    </inkml:brush>
  </inkml:definitions>
  <inkml:trace contextRef="#ctx0" brushRef="#br0">151 55 10033,'6'-15'1641,"-11"18"161,-12 7 3963,7 3-3197,-7 13-1541,2 1 1,1 0-1,1 1 0,-16 52 0,19-47-783,2 1 1,1 1-1,1-1 0,3 1 1,0 0-1,5 66 0,-2-96-246,1-1 0,-1 1-1,1-1 1,0 1 0,0-1-1,1 1 1,0-1-1,-1 0 1,1 0 0,0 0-1,1 0 1,-1 0 0,1 0-1,0-1 1,0 1 0,0-1-1,0 0 1,1 0 0,-1 0-1,1 0 1,0-1-1,0 1 1,0-1 0,0 0-1,0 0 1,0 0 0,0-1-1,1 1 1,-1-1 0,1 0-1,6 0 1,-3 0-67,0-1-1,-1 0 1,1-1 0,0 1-1,0-1 1,0-1 0,0 0-1,-1 0 1,1 0 0,-1-1 0,0 0-1,1 0 1,-1-1 0,-1 0-1,1 0 1,-1-1 0,8-6 0,3-7-54,-1 0 0,-1-1 0,-1 0 0,0-1 0,-2-1 0,0 0 1,-1-1-1,-1 0 0,8-29 0,-10 25 63,-1-1-1,-1 0 1,-2 0-1,0 0 1,-2-1-1,-1 1 1,-1-1-1,-4-28 1,3 51 51,1 0 0,-1 0 0,0 0 0,0 0 0,-1 0 0,1 0 0,-1 1 0,0-1 0,-1 0 0,1 1 0,-1 0 0,1-1 0,-1 1 0,-1 0 0,1 1 0,0-1 0,-1 0 0,0 1 0,0 0 0,0 0 0,0 0 0,-1 1 0,1-1 0,-1 1 0,1 0 0,-1 0 0,0 0 0,0 1 0,0 0 0,0 0 0,0 0 0,0 1 0,-6-1 0,-3 1-11,1 0 0,0 0 0,0 2 0,0 0 0,-1 0 0,2 1 0,-1 0 0,0 1 0,1 1 0,0 0 0,0 1 0,0 0 0,0 1 0,1 0 0,0 1 0,1 0 0,0 1 0,0 0 0,-13 16 0,20-21 0,-1 1 0,1 0 0,0 0 0,0 0 1,0 0-1,1 0 0,0 1 0,0-1 0,-1 8 0,2-10-1,1-1 0,-1 1 1,1-1-1,0 1 1,0 0-1,0-1 0,0 1 1,1-1-1,-1 1 0,1 0 1,-1-1-1,1 1 1,0-1-1,0 0 0,0 1 1,0-1-1,0 0 0,1 1 1,-1-1-1,1 0 0,-1 0 1,4 2-1,1 2-104,0-2 1,0 1-1,1 0 0,0-1 0,0-1 0,0 1 0,0-1 1,1 0-1,-1 0 0,1-1 0,-1 0 0,1-1 1,12 1-1,4-1-1062,0-2 0,-1-1 0,1 0 0,-1-2 0,34-9 0,-14 3-3608,6-1-2737</inkml:trace>
</inkml:ink>
</file>

<file path=ppt/ink/ink2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3.178"/>
    </inkml:context>
    <inkml:brush xml:id="br0">
      <inkml:brushProperty name="width" value="0.05" units="cm"/>
      <inkml:brushProperty name="height" value="0.05" units="cm"/>
      <inkml:brushProperty name="color" value="#E71224"/>
    </inkml:brush>
  </inkml:definitions>
  <inkml:trace contextRef="#ctx0" brushRef="#br0">422 39 4868,'3'-35'2994,"-5"35"-2811,1-1-1,-1 1 1,1-1-1,-1 1 1,1-1-1,-1 1 1,0 0-1,1 0 1,-1 0-1,1 0 1,-4 0 0,5 0-40,-6 1 79,0-1 1,1 1 0,-1-1 0,0 2 0,1-1 0,-1 1 0,1-1-1,-1 2 1,1-1 0,0 0 0,0 1 0,0 0 0,0 0 0,-7 7-1,5-4-114,1 1-1,0 0 0,0 0 1,0 1-1,1-1 0,0 1 0,0 0 1,-3 9-1,7-14-64,7 16 157,-6-17-183,1 0 0,-1-1 0,1 1 0,0 0 0,-1-1 0,1 1-1,0 0 1,0-1 0,0 0 0,0 1 0,0-1 0,0 1 0,0-1 0,1 0-1,-1 0 1,1 0 0,-1 0 0,0 0 0,1 0 0,0 0 0,-1 0 0,5 1 2190,-7 5-2117,0 0 0,-1 0 0,0-1 0,0 1 0,-1-1 1,0 1-1,0-1 0,0 0 0,-1 0 0,-5 7 1,-9 17 203,16-26-272,0 0 1,0-1 0,0 1 0,1 0-1,-1 0 1,1 0 0,0 0 0,0 0-1,1 0 1,-1 0 0,1 0 0,0 0-1,0 1 1,0-1 0,2 8 0,-1-11-23,0 1 1,1 0 0,-1-1 0,0 1-1,1-1 1,-1 0 0,1 1 0,-1-1-1,1 0 1,0 0 0,-1 0 0,1 0-1,0 0 1,0-1 0,0 1 0,3 0-1,5-1-21,1-1 0,-1 0-1,0 0 1,1-1 0,-1-1-1,12-4 1,-10 1 3,0 0 0,-1-1-1,0 0 1,0-1 0,0 0 0,-1-1-1,-1 0 1,0 0 0,0-1 0,0 0-1,-1-1 1,-1 0 0,7-12 0,-13 21 172,-5 4 48,-5 4-144,1 0 0,-1 0 0,1 1-1,1 1 1,-1-1 0,1 1-1,1 0 1,-1 1 0,1 0 0,1 0-1,0 0 1,-6 15 0,-7 19 177,-19 65 1,29-80-165,1 1 0,1 0 1,1 0-1,-1 55 0,6-69-50,1 0-1,0 1 0,2-1 0,-1 0 0,2 0 1,0 0-1,1 0 0,0-1 0,1 0 0,15 26 1,-18-37-21,-1 0 0,1 0 0,-1 0 1,1 0-1,0 0 0,0-1 1,0 1-1,0-1 0,1 0 1,-1 0-1,0 0 0,1 0 0,0-1 1,-1 1-1,1-1 0,0 0 1,0 0-1,0 0 0,0-1 0,0 0 1,0 1-1,0-1 0,0 0 1,-1-1-1,1 1 0,0-1 1,0 0-1,0 0 0,0 0 0,-1 0 1,1-1-1,0 1 0,-1-1 1,1 0-1,-1 0 0,0-1 1,0 1-1,0-1 0,0 1 0,0-1 1,0 0-1,-1 0 0,1 0 1,3-6-1,6-13-6,-1 0 0,-2-1-1,0-1 1,-1 1 0,-1-1 0,-1 0 0,-2-1 0,0 1-1,-1-1 1,-2 0 0,0 0 0,-2 0 0,-1 0 0,-1 1-1,-7-32 1,8 50 4,1 1 0,-1-1 0,0 1 0,0 0 0,-1 0 0,1 0 0,-1 0 0,0 0 0,0 1 0,-1-1 0,0 1-1,1 0 1,-1 0 0,-1 0 0,-5-4 0,5 5 7,-1 0 0,0 1 0,1 0-1,-1 0 1,0 0 0,0 0 0,-1 1 0,1 0-1,0 0 1,0 1 0,0 0 0,-1 0-1,-8 1 1,-2 2-8,0 0-1,0 1 0,0 1 1,1 1-1,0 0 1,0 1-1,-25 15 0,13-5 29,1 2 0,0 1 0,-24 24-1,36-30-36,1 0 0,0 1-1,2 0 1,-1 1 0,2 0-1,0 1 1,1 0 0,1 1-1,-11 28 1,20-43 2,-1-1 1,1 0-1,-1 0 0,1 1 1,0-1-1,0 1 1,0-1-1,0 0 0,0 1 1,1-1-1,-1 0 1,1 1-1,-1-1 0,1 0 1,0 0-1,0 0 1,0 1-1,0-1 1,0 0-1,0 0 0,1 0 1,-1-1-1,1 1 1,-1 0-1,1 0 0,0-1 1,3 3-1,-1-1-25,0 0 0,1 0 0,-1-1 0,1 0 0,0 0-1,0 0 1,-1 0 0,1-1 0,0 1 0,0-1 0,7 0 0,-4-1-10,0-1-1,-1 0 1,1 0 0,0 0 0,-1-1 0,1 0-1,-1-1 1,1 0 0,-1 0 0,0 0 0,-1-1 0,1 0-1,0 0 1,-1-1 0,8-7 0,5-6-320,-2 0 1,1-1 0,19-29 0,-13 12-922,-1-1 1,22-48-1,2-26-4411,-25 58 469</inkml:trace>
</inkml:ink>
</file>

<file path=ppt/ink/ink2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3.837"/>
    </inkml:context>
    <inkml:brush xml:id="br0">
      <inkml:brushProperty name="width" value="0.05" units="cm"/>
      <inkml:brushProperty name="height" value="0.05" units="cm"/>
      <inkml:brushProperty name="color" value="#E71224"/>
    </inkml:brush>
  </inkml:definitions>
  <inkml:trace contextRef="#ctx0" brushRef="#br0">295 9 6845,'42'-8'12243,"-67"12"-9600,15-1-2243,-1 1 0,1 1 0,0 0 0,0 0 0,1 1 0,-1 0 0,1 1 0,1-1 0,-1 2 0,1-1-1,1 1 1,-1 1 0,-9 14 0,-9 15 934,-39 80 0,59-108-1176,-7 18 82,1 0-1,1 0 1,1 1 0,1 0-1,2 1 1,1 0 0,1 0-1,2 1 1,1 40 0,2-55-338,2 1 1,0-1-1,1 1 1,1-1-1,0 0 1,1 0-1,1-1 1,8 17-1,-7-20-298,0-1 0,0 0 0,1-1 0,1 1 0,-1-1 0,2-1-1,-1 0 1,1 0 0,1-1 0,-1 0 0,14 7 0,-11-8-663,0 0 1,1-1 0,0-1-1,25 8 1,-24-10-1818,0-1 0,23 1-1,5-2-7140</inkml:trace>
</inkml:ink>
</file>

<file path=ppt/ink/ink2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4.226"/>
    </inkml:context>
    <inkml:brush xml:id="br0">
      <inkml:brushProperty name="width" value="0.05" units="cm"/>
      <inkml:brushProperty name="height" value="0.05" units="cm"/>
      <inkml:brushProperty name="color" value="#E71224"/>
    </inkml:brush>
  </inkml:definitions>
  <inkml:trace contextRef="#ctx0" brushRef="#br0">0 0 7541,'0'0'7880,"4"2"-6953,1 1-728,1 0-1,-1 1 1,1-1-1,-1 1 1,0 0-1,-1 1 1,1-1-1,-1 1 0,0 0 1,0 0-1,0 0 1,4 8-1,4 11 25,0 0 0,-2 0-1,-1 1 1,-1 1-1,8 42 1,-13-54-182,-2 0 1,1 0 0,-2 0-1,0 0 1,-1 0 0,0 0-1,-1 0 1,-1-1-1,0 1 1,-1-1 0,-7 18-1,5-16 54,-1-1-1,-1-1 1,0 1 0,-1-2-1,-1 1 1,1-1-1,-17 15 1,24-26 266,1-2-351,0 0 0,-1-1 0,1 1 1,0-1-1,0 1 0,0-1 0,1 0 0,-1 1 0,0-1 0,0 0 0,1 1 0,-1-1 0,1 0 0,-1-3 0,3 0-1,1-1-1,-1 0 1,1 1 0,0 0-1,0-1 1,1 1 0,-1 0-1,6-5 1,10-16 10,-3 1 48,0 1 0,2 0 1,1 1-1,0 1 0,2 1 0,32-25 0,-52 44-33,0 1 0,1 0 1,-1 0-1,1 0 0,-1 0 0,1 0 1,-1 0-1,1 1 0,-1-1 0,1 0 1,0 1-1,0-1 0,-1 1 0,1 0 1,0 0-1,0-1 0,-1 1 0,1 0 1,0 0-1,0 1 0,3 0 0,-4 0 2,1-1-1,-1 2 1,0-1 0,1 0-1,-1 0 1,0 0-1,1 1 1,-1-1-1,0 0 1,0 1-1,0-1 1,0 1-1,-1 0 1,1-1-1,0 1 1,-1 0 0,2 2-1,0 9 70,1-1 1,-2 1-1,0 0 0,0 18 1,-1-28-117,7 131-824,4-49-6732,-9-79 2451,6 8-2890</inkml:trace>
</inkml:ink>
</file>

<file path=ppt/ink/ink2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4.677"/>
    </inkml:context>
    <inkml:brush xml:id="br0">
      <inkml:brushProperty name="width" value="0.05" units="cm"/>
      <inkml:brushProperty name="height" value="0.05" units="cm"/>
      <inkml:brushProperty name="color" value="#E71224"/>
    </inkml:brush>
  </inkml:definitions>
  <inkml:trace contextRef="#ctx0" brushRef="#br0">107 177 4064,'1'-3'634,"0"-1"-1,0 0 0,-1 0 0,0 1 1,1-1-1,-1 0 0,-1 0 1,1 0-1,-1 0 0,0-3 0,0 4 607,0 0-90,-28-80 5585,28 77-5558,4-27-124,-3 29-53,-1 11-750,0-1-1,-1 0 0,1 0 0,-1 0 0,-1 0 0,1 0 0,-1 0 0,-5 8 0,-8 21 365,6-11-201,2 1 1,-9 48-1,15-63-766,1 0 0,0 0 0,1 0 0,0 0 0,0 0 0,1 0 0,0 0 0,1 0 0,0 0 0,7 18-1,4-9-2736,11-11-14433</inkml:trace>
</inkml:ink>
</file>

<file path=ppt/ink/ink2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5.548"/>
    </inkml:context>
    <inkml:brush xml:id="br0">
      <inkml:brushProperty name="width" value="0.05" units="cm"/>
      <inkml:brushProperty name="height" value="0.05" units="cm"/>
      <inkml:brushProperty name="color" value="#E71224"/>
    </inkml:brush>
  </inkml:definitions>
  <inkml:trace contextRef="#ctx0" brushRef="#br0">327 52 5581,'3'4'-334,"-2"-5"1446,-6-14 3683,-13-24 6372,-4 62-10195,18-18-791,0 1 0,0 0 0,1 0 0,0 0 0,0 1 0,1-1 0,-1 1 0,-1 11 0,-7 59 856,8-51-679,2-1-81,1 0-1,1 0 1,5 29-1,0 12 6,1 19 59,1 79 105,-8-142-405,-1 0 1,-2 0-1,0 0 0,-1 0 0,-10 27 0,5-21-493,-2 0-1,-1-1 0,-21 36 0,26-52-339,0-1 0,-1 0 0,-1 0 0,1-1 0,-2 0 0,1 0 0,-1-1 0,0 0 0,-1-1 0,-13 7 0,21-13 132,0 1-1,0-1 1,0 0 0,0 0 0,-1 0 0,1 0 0,0-1 0,-4 1 0,-3 0-1415,-14 5-5141</inkml:trace>
</inkml:ink>
</file>

<file path=ppt/ink/ink2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6.298"/>
    </inkml:context>
    <inkml:brush xml:id="br0">
      <inkml:brushProperty name="width" value="0.05" units="cm"/>
      <inkml:brushProperty name="height" value="0.05" units="cm"/>
      <inkml:brushProperty name="color" value="#E71224"/>
    </inkml:brush>
  </inkml:definitions>
  <inkml:trace contextRef="#ctx0" brushRef="#br0">118 1 4452,'-3'19'6125,"-8"10"-3434,9-24-2418,-1 0 1,1 0-1,0 1 1,0-1-1,-1 12 1,0 7 983,-2 1 0,-14 45 0,11-43-314,-9 52-1,0-1-305,11-58-1020,2 0 0,0 0 0,-2 37 0,6-53 12,0 0 0,0-1-1,1 1 1,-1 0-1,1-1 1,0 1-1,0-1 1,1 1 0,-1-1-1,4 7 1,-3-7-431,0-1 0,0 1 1,0 0-1,1-1 0,-1 0 1,1 1-1,4 2 1,5 3-5387</inkml:trace>
</inkml:ink>
</file>

<file path=ppt/ink/ink2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6.516"/>
    </inkml:context>
    <inkml:brush xml:id="br0">
      <inkml:brushProperty name="width" value="0.05" units="cm"/>
      <inkml:brushProperty name="height" value="0.05" units="cm"/>
      <inkml:brushProperty name="color" value="#E71224"/>
    </inkml:brush>
  </inkml:definitions>
  <inkml:trace contextRef="#ctx0" brushRef="#br0">184 0 5845,'-2'10'676,"0"-1"0,1 0 0,-1 0 0,2 1 0,-1-1 0,2 1 0,-1-1 0,1 0 0,0 1 0,1-1 0,0 0 0,6 14 0,-4-2-67,0 1 0,-1-1 0,-1 0-1,-1 1 1,-3 34 0,1-42-504,-1 1 1,0 0-1,-1-1 1,-1 0-1,0 1 1,-1-1-1,0-1 1,-2 1-1,1-1 1,-1 0-1,-17 23 1,15-26-939,0 1-1,-21 17 1,21-20-825,-2-1 0,1 0 0,-16 8 0,-3-3-5778</inkml:trace>
</inkml:ink>
</file>

<file path=ppt/ink/ink2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6.881"/>
    </inkml:context>
    <inkml:brush xml:id="br0">
      <inkml:brushProperty name="width" value="0.05" units="cm"/>
      <inkml:brushProperty name="height" value="0.05" units="cm"/>
      <inkml:brushProperty name="color" value="#E71224"/>
    </inkml:brush>
  </inkml:definitions>
  <inkml:trace contextRef="#ctx0" brushRef="#br0">1 64 6309,'69'5'3360,"-44"-2"-1409,42 0 0,67-14-35,34-1-636,-117 7-2807,-60-15-1997,0 4-74,-11 6-1536</inkml:trace>
</inkml:ink>
</file>

<file path=ppt/ink/ink2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8.553"/>
    </inkml:context>
    <inkml:brush xml:id="br0">
      <inkml:brushProperty name="width" value="0.05" units="cm"/>
      <inkml:brushProperty name="height" value="0.05" units="cm"/>
      <inkml:brushProperty name="color" value="#E71224"/>
    </inkml:brush>
  </inkml:definitions>
  <inkml:trace contextRef="#ctx0" brushRef="#br0">610 48 3988,'-1'0'82,"1"-1"0,-1 1 0,0 0 0,0-1 0,0 1 0,-22 8 19542,24-10-19470,5-4-449,-5 5 363,0 1-1,-1-1 0,1 1 1,0-1-1,-1 1 0,1-1 1,-1 1-1,1-1 0,-1 0 1,1 1-1,-1-1 1,1 0-1,-1 1 0,0-1 1,1 0-1,-1 0 0,0 1 1,0-1-1,1 0 0,-1 0 1,0 1-1,0-1 1,0 0-1,0 0 0,0 0 1,0 1-1,0-1 0,0 0 1,0 0-1,-1 0 0,1 1 1,0-1-1,0 0 1,-1 1-1,1-1 0,-1 0 1,1 0-1,0 1 0,-2-2 1,2 1 99,-1 0 1,0-1-1,0 1 1,0 0-1,0 0 1,0 0-1,-1 0 1,1 0-1,0 0 0,0 0 1,-1 0-1,1 0 1,-1 1-1,1-1 1,0 0-1,-3 0 1,-34 4 982,25-1-1024,10-2 511,-3 5-559,1 0 1,0 0 0,0 0 0,0 0 0,0 1 0,1-1 0,0 1 0,0 1 0,0-1 0,1 0 0,-4 11 0,2-7-28,-3 8-33,1 0 1,1 1-1,1 0 0,0 0 0,2 1 0,0-1 0,1 1 1,1 0-1,1-1 0,0 1 0,2 0 0,0-1 0,1 1 1,1-1-1,1 0 0,1 0 0,0 0 0,2-1 0,0 0 1,15 26-1,-13-28-20,0 0 1,1 0 0,1-1-1,0 0 1,1-1-1,0-1 1,1 0 0,1-1-1,0 0 1,0-1-1,1-1 1,1 0 0,0-1-1,0-1 1,1-1-1,0 0 1,0-2 0,0 0-1,1-1 1,0 0-1,19 0 1,-25-4-34,0 0 0,0 0 1,0-2-1,-1 0 0,1 0 0,0-1 1,-1 0-1,0-1 0,0-1 0,0 0 0,0-1 1,13-8-1,-12 5-24,-2 0 1,1-1 0,-2 0 0,1-1-1,-1 0 1,-1-1 0,0 1-1,0-2 1,-2 1 0,10-20 0,46-108-212,-53 114 215,-1-1 1,-1 0-1,6-37 0,-13 60 154,-3 4-80,0 1-1,0-1 0,0 1 0,0-1 1,0 1-1,0 0 0,1 0 1,-1-1-1,0 1 0,0 1 1,1-1-1,-1 0 0,1 0 0,-1 0 1,1 1-1,-1-1 0,1 1 1,0-1-1,0 1 0,0 0 1,0-1-1,-1 4 0,-17 42 189,16-39-151,-36 150 552,23-86-445,-26 119-134,-69 250-30,65-312-42,-5-2 0,-6-3 0,-5-2 0,-6-2 0,-117 157 0,138-215-323,-2-2 1,-3-3-1,-64 56 1,103-103 297,1-1 0,-1 0 0,-1 0 0,1-1 0,-28 11 0,39-19 59,-1 1-1,0 0 1,0-1-1,0 0 0,0 1 1,0-1-1,1 0 0,-1 0 1,0-1-1,0 1 0,0-1 1,0 1-1,1-1 0,-1 0 1,0 0-1,0 0 1,1 0-1,-1-1 0,1 1 1,-3-3-1,1 1 3,0 0-1,0 0 1,1 0 0,-1-1 0,1 0 0,0 0-1,0 0 1,0 0 0,0 0 0,-3-8-1,0-7-12,0 0 0,1-1 0,1 0 0,0 0 0,2 0 0,0 0 0,2 0 0,0-1-1,5-34 1,4-3-180,3 1-1,21-64 1,-10 54-177,4 0 0,2 2 0,3 1 1,3 1-1,3 2 0,51-64 1,-20 41-786,3 3 0,4 3 0,118-94 1,10 23-3188,-60 61-2905,-67 47-430</inkml:trace>
</inkml:ink>
</file>

<file path=ppt/ink/ink2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9.686"/>
    </inkml:context>
    <inkml:brush xml:id="br0">
      <inkml:brushProperty name="width" value="0.05" units="cm"/>
      <inkml:brushProperty name="height" value="0.05" units="cm"/>
      <inkml:brushProperty name="color" value="#E71224"/>
    </inkml:brush>
  </inkml:definitions>
  <inkml:trace contextRef="#ctx0" brushRef="#br0">114 227 3852,'-47'2'1157,"37"-1"6795,-15 7-1471,27-23-6447,-2 5 1081,-5 20-460,2-5-451,0-1-1,0 1 1,0-1-1,-1 0 1,-9 9 3364,16-13-3372,13-7-106,-1-1 0,1 0 0,-2-1 1,1 0-1,-1-1 0,0-1 0,14-14 1,83-96-263,-84 90 137,-13 13 192,-24 26 383,-26 32 239,30-28-664,-1 0 0,1 1 0,1-1 1,0 1-1,-4 18 0,8-24-119,-1 0-1,1 0 1,1-1-1,-1 1 1,1 0-1,0 0 1,1 0-1,0 0 1,0 0-1,0 0 1,1 0-1,4 9 1,-1-4-482,0 0 1,1 0-1,1-1 1,0 0-1,0-1 1,1 0 0,0 0-1,1 0 1,18 15-1,17 2-4008,11-7-3606,-8-7-119</inkml:trace>
</inkml:ink>
</file>

<file path=ppt/ink/ink2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49.890"/>
    </inkml:context>
    <inkml:brush xml:id="br0">
      <inkml:brushProperty name="width" value="0.05" units="cm"/>
      <inkml:brushProperty name="height" value="0.05" units="cm"/>
      <inkml:brushProperty name="color" value="#E71224"/>
    </inkml:brush>
  </inkml:definitions>
  <inkml:trace contextRef="#ctx0" brushRef="#br0">171 0 9069,'-25'6'1784,"9"-12"-268,-3 6 980,6 6-1604,-2 3 153,2 5-525,-3 0-108,6-2-92,1 5-256,-1-3-492,4 3-768,3 3-337,-7 14-975,4-22-1128,9 5-2197</inkml:trace>
</inkml:ink>
</file>

<file path=ppt/ink/ink2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0.059"/>
    </inkml:context>
    <inkml:brush xml:id="br0">
      <inkml:brushProperty name="width" value="0.05" units="cm"/>
      <inkml:brushProperty name="height" value="0.05" units="cm"/>
      <inkml:brushProperty name="color" value="#E71224"/>
    </inkml:brush>
  </inkml:definitions>
  <inkml:trace contextRef="#ctx0" brushRef="#br0">55 1 5969,'-19'23'1140,"6"-9"-224,10 0-52,-4 1-204,1 2-136,0 3-204,12 0-352,0 3-624,7-3-672,19 8-1096,-7-5-545</inkml:trace>
</inkml:ink>
</file>

<file path=ppt/ink/ink2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0.307"/>
    </inkml:context>
    <inkml:brush xml:id="br0">
      <inkml:brushProperty name="width" value="0.05" units="cm"/>
      <inkml:brushProperty name="height" value="0.05" units="cm"/>
      <inkml:brushProperty name="color" value="#E71224"/>
    </inkml:brush>
  </inkml:definitions>
  <inkml:trace contextRef="#ctx0" brushRef="#br0">372 0 10117,'-1'3'358,"0"0"-1,0 0 1,0 0 0,1-1-1,-1 1 1,1 0-1,0 0 1,0 0 0,0 0-1,0 0 1,1 5 0,-1 24 1866,-2-11-1674,-1 0 1,-1-1-1,-1 0 0,-1 1 1,0-2-1,-2 1 0,0-1 1,-16 26-1,-6 1-156,13-18-277,-2-1 0,-1 0 0,-1-2 0,-27 27 0,-31 22-1819,30-26-2950,38-35-439,4 1-3045</inkml:trace>
</inkml:ink>
</file>

<file path=ppt/ink/ink2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0.649"/>
    </inkml:context>
    <inkml:brush xml:id="br0">
      <inkml:brushProperty name="width" value="0.05" units="cm"/>
      <inkml:brushProperty name="height" value="0.05" units="cm"/>
      <inkml:brushProperty name="color" value="#E71224"/>
    </inkml:brush>
  </inkml:definitions>
  <inkml:trace contextRef="#ctx0" brushRef="#br0">976 1 7601,'0'0'1737,"-2"2"-26,-13 21 416,10-15-1570,-1 1 0,1-1 0,0 1 0,-5 13 0,-12 41 955,3 1 0,3 1 0,-15 117 0,24-59-86,18 237-1,49 121 603,9 146-565,-67-563-1362,-2 0 1,-4-1 0,-2 0 0,-3 0-1,-34 120 1,27-135-361,-2 0 0,-2-2 0,-2-1 0,-2 0-1,-2-2 1,-1-1 0,-67 76 0,51-72-785,-2-3 1,-2-1-1,-2-3 0,-91 57 1,79-61-3901,-129 53 0,100-55-3854</inkml:trace>
</inkml:ink>
</file>

<file path=ppt/ink/ink2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1.233"/>
    </inkml:context>
    <inkml:brush xml:id="br0">
      <inkml:brushProperty name="width" value="0.05" units="cm"/>
      <inkml:brushProperty name="height" value="0.05" units="cm"/>
      <inkml:brushProperty name="color" value="#E71224"/>
    </inkml:brush>
  </inkml:definitions>
  <inkml:trace contextRef="#ctx0" brushRef="#br0">112 52 5573,'0'0'1237,"19"-22"2855,-14 18-3886,1 1 1,0-1 0,0 1 0,0 1-1,1-1 1,-1 1 0,1 0 0,-1 0 0,1 1-1,0 0 1,13-1 0,-18 2-167,1 0 0,0 0 0,-1 1 0,1-1 0,0 0 0,-1 1 0,1 0-1,-1 0 1,1 0 0,-1 0 0,0 0 0,1 0 0,-1 1 0,0-1 0,0 1 0,0-1 0,0 1 0,0 0 0,0 0 0,0 0 0,-1 0 0,1 0 0,-1 0 0,1 1 0,-1-1 0,0 0 0,0 1 0,0-1 0,0 1 0,0-1 0,-1 1-1,1-1 1,-1 1 0,0 2 0,1 3 12,-1 0 0,0 0 0,-1 1 0,0-1 0,0-1 0,0 1 0,-1 0 0,-1 0 0,-4 11 0,-6 10 191,-18 30 0,12-25-47,-42 74 254,-42 90 343,96-182-641,0 0-1,2 0 1,0 0-1,0 1 0,2 0 1,-4 32-1,7-45-119,0 0-1,0 1 0,0-1 0,0 1 0,1-1 1,0 1-1,-1-1 0,2 0 0,-1 0 1,0 1-1,1-1 0,0 0 0,0 0 1,4 5-1,-4-6-30,1 0 1,-1-1 0,1 1-1,0-1 1,0 0 0,0 1-1,0-2 1,0 1-1,1 0 1,-1-1 0,1 1-1,-1-1 1,1 0 0,-1 0-1,1 0 1,-1-1-1,1 1 1,6-1 0,9 0 13,-1-1 1,1 0-1,0-2 0,0 0 1,-1-1-1,0-1 1,0 0-1,33-16 1,5-8-181,70-48 0,-24 14-677,-39 27-604,71-28 0,-102 52-838,1 0-1,38-7 1,-51 16-2740</inkml:trace>
</inkml:ink>
</file>

<file path=ppt/ink/ink2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3.943"/>
    </inkml:context>
    <inkml:brush xml:id="br0">
      <inkml:brushProperty name="width" value="0.05" units="cm"/>
      <inkml:brushProperty name="height" value="0.05" units="cm"/>
      <inkml:brushProperty name="color" value="#E71224"/>
    </inkml:brush>
  </inkml:definitions>
  <inkml:trace contextRef="#ctx0" brushRef="#br0">39 206 10005,'-38'20'10012,"51"-33"-7349,-3 6-2298,0 1 0,1 1-1,-1 0 1,1 0 0,0 1 0,1 0-1,-1 1 1,19-3 0,-18 4-158,50-9 436,80-2 1,-46 5-337,368-27 342,345-46-197,-754 73-1151,70-1-1,-48 8-7775,-87 9 1985,-2 4-3027</inkml:trace>
</inkml:ink>
</file>

<file path=ppt/ink/ink2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4.161"/>
    </inkml:context>
    <inkml:brush xml:id="br0">
      <inkml:brushProperty name="width" value="0.05" units="cm"/>
      <inkml:brushProperty name="height" value="0.05" units="cm"/>
      <inkml:brushProperty name="color" value="#E71224"/>
    </inkml:brush>
  </inkml:definitions>
  <inkml:trace contextRef="#ctx0" brushRef="#br0">205 52 8073,'-6'-29'1436,"6"16"3058,0 4 975,-21 22-2366,17-8-2839,-1-1 1,1 1-1,0 0 1,1-1-1,-1 2 0,1-1 1,0 0-1,0 1 1,0-1-1,1 1 1,0 0-1,0 0 1,-1 9-1,-2 13 707,-2 47 1,5-51-636,-49 330 1807,7-67-5517,37-225 1794,-5 52-3043,7-38-1950,7 2-4992</inkml:trace>
</inkml:ink>
</file>

<file path=ppt/ink/ink2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5.347"/>
    </inkml:context>
    <inkml:brush xml:id="br0">
      <inkml:brushProperty name="width" value="0.05" units="cm"/>
      <inkml:brushProperty name="height" value="0.05" units="cm"/>
      <inkml:brushProperty name="color" value="#E71224"/>
    </inkml:brush>
  </inkml:definitions>
  <inkml:trace contextRef="#ctx0" brushRef="#br0">7 97 5649,'0'0'2050,"-1"-3"-87,0 2-1675,0 0 0,1-1 0,-1 1-1,1-1 1,-1 1 0,1-1 0,-1 0-1,1 1 1,0-1 0,0 1 0,0-1-1,0 1 1,0-1 0,0 0 0,0 1 0,1-1-1,-1 1 1,1-1 0,-1 1 0,1-1-1,-1 1 1,1-1 0,0 1 0,0-1-1,-1 1 1,1 0 0,0 0 0,0-1 0,1 1-1,1-2 1,10-13 1719,-11 12-1795,1 1-1,-1 0 0,1 0 0,0 0 1,0 0-1,0 0 0,0 1 0,5-4 0,-7 6-174,1 0-1,-1 0 0,0-1 1,1 1-1,-1 1 0,0-1 0,1 0 1,-1 0-1,0 0 0,1 1 1,-1-1-1,0 1 0,0-1 0,1 1 1,-1-1-1,0 1 0,0 0 1,2 1-1,1 0 70,2 0-53,-3 0-13,0-1 0,1 1 0,-1 0 0,0-1 0,0 1 0,0 1 1,3 2-1,1 3 87,0 1-1,-1-1 1,10 17 0,2 4 99,5 10 161,0 1 0,22 56 0,99 348 482,-91-263-699,68 190-7,34-13-58,-137-322-98,5 10 21,48 72-1,-63-107-12,0 0-1,0-1 1,1 0-1,1 0 1,0-1-1,0 0 1,1-1-1,0 0 0,0-1 1,1 0-1,16 7 1,-22-12-8,-1-1 1,1 0-1,0 0 1,-1 0-1,1-1 0,0 1 1,0-1-1,-1-1 1,1 1-1,0-1 1,-1 0-1,9-3 1,-4 1-16,-1 0 0,0-1 0,-1 0 1,1-1-1,-1 1 0,13-10 0,-4-1 15,-1-1 0,0-1 0,-1 0 0,-1-1 0,17-27 0,53-104-53,-35 47-821,62-182 0,-40 16-6684,-69 243 1853,-9 3-3471</inkml:trace>
</inkml:ink>
</file>

<file path=ppt/ink/ink2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5.611"/>
    </inkml:context>
    <inkml:brush xml:id="br0">
      <inkml:brushProperty name="width" value="0.05" units="cm"/>
      <inkml:brushProperty name="height" value="0.05" units="cm"/>
      <inkml:brushProperty name="color" value="#E71224"/>
    </inkml:brush>
  </inkml:definitions>
  <inkml:trace contextRef="#ctx0" brushRef="#br0">778 32 9425,'3'-26'2360,"-3"21"1788,-2 4-2409,-3 1-1374,0 0 0,0 0-1,-1 1 1,1-1 0,0 1 0,1 0-1,-1 0 1,0 1 0,0 0-1,0-1 1,1 2 0,-1-1 0,1 0-1,0 1 1,-1 0 0,1 0-1,-6 6 1,-6 5 398,0 2-1,-25 32 1,-19 39 652,-96 183 0,91-149-1518,-125 225-5421,99-179-3806,38-66-2084</inkml:trace>
</inkml:ink>
</file>

<file path=ppt/ink/ink2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7.396"/>
    </inkml:context>
    <inkml:brush xml:id="br0">
      <inkml:brushProperty name="width" value="0.05" units="cm"/>
      <inkml:brushProperty name="height" value="0.05" units="cm"/>
      <inkml:brushProperty name="color" value="#E71224"/>
    </inkml:brush>
  </inkml:definitions>
  <inkml:trace contextRef="#ctx0" brushRef="#br0">0 7 10573,'9'1'1855,"0"-1"0,0 1 0,0-2-1,0 0 1,11-2 0,0 1-126,-3 0-3288,248 14 2471,-132-2-735,994 33 343,-899-33-1189,-223-10 959,28-2-3352,-32 3 3014,-1-1 0,0 0 0,0 0 0,0 0 0,0 0 0,0 0 0,0 0 0,0 0 0,0 0 0,0 0-1,0 0 1,0 0 0,1 0 0,-1 0 0,0-1 0,0 1 0,0 0 0,0 0 0,0 0 0,0 0 0,0 0 0,0 0 0,0 0-1,0 0 1,0 0 0,0 0 0,0 0 0,1 0 0,-1 0 0,0 0 0,0 0 0,0 0 0,0 0 0,0-1 0,0 1 0,0 0-1,0 0 1,0 0 0,0 0 0,0 0 0,0 0 0,0 0 0,0 0 0,0 0 0,0 0 0,0-1 0,0 1 0,0 0 0,0 0-1,0 0 1,0 0 0,0 0 0,0 0 0,0 0 0,0 0 0,0 0 0,0 0 0,0 0 0,-1 0 0,1-1 0,0 1 0,0 0-1,0 0 1,0 0 0,0 0 0,0 0 0,0 0 0,-15-7-2600,-10-1-1775,-10 9-2293</inkml:trace>
</inkml:ink>
</file>

<file path=ppt/ink/ink2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7.911"/>
    </inkml:context>
    <inkml:brush xml:id="br0">
      <inkml:brushProperty name="width" value="0.05" units="cm"/>
      <inkml:brushProperty name="height" value="0.05" units="cm"/>
      <inkml:brushProperty name="color" value="#E71224"/>
    </inkml:brush>
  </inkml:definitions>
  <inkml:trace contextRef="#ctx0" brushRef="#br0">10 39 5969,'-4'10'1988,"1"-21"424,0 1 610,4 9-2848,0 0 1,-1 0 0,1 0-1,0 0 1,-1 0 0,0-1 0,1 1-1,-1 0 1,1 0 0,-1 0-1,0-1 1,0 1 0,0 0 0,0-2-1,3-5 3059,8 14-1622,59 48 26,-13-12-1061,-48-35-571,350 276 1288,-170-153-3132,10-17-4538,-136-81 1247,0 2-2906</inkml:trace>
</inkml:ink>
</file>

<file path=ppt/ink/ink2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8:58.535"/>
    </inkml:context>
    <inkml:brush xml:id="br0">
      <inkml:brushProperty name="width" value="0.05" units="cm"/>
      <inkml:brushProperty name="height" value="0.05" units="cm"/>
      <inkml:brushProperty name="color" value="#E71224"/>
    </inkml:brush>
  </inkml:definitions>
  <inkml:trace contextRef="#ctx0" brushRef="#br0">867 89 6009,'2'-3'581,"-1"1"1,1-1 0,-1 1 0,0-1 0,0 0 0,0 0 0,0 0-1,0 1 1,-1-1 0,1 0 0,-1 0 0,0 0 0,1 0 0,-2 0 0,1 0-1,0 0 1,0 0 0,-1 0 0,-1-5 0,-1-19 2221,-21 40-2131,-14 14-423,0 1 1,2 1 0,-52 56 0,39-37-184,-47 53 107,-127 173-1,107-125-113,76-93-175,-42 74-1,60-92-40,19-32 114,0 0-1,0 0 1,0 0-1,1 1 1,0-1-1,1 1 1,-1-1-1,1 1 0,1-1 1,-1 1-1,1 8 1,1-13 32,0 0 0,0 0 0,1 0 0,-1 0 0,1 0 0,-1 0 0,1 0 0,-1-1 0,1 1 0,0 0-1,0-1 1,0 1 0,4 1 0,21 4 11,1-1-1,-1-2 1,57 3-1,92-11 16,-95 0-24,917-54-225,-873 44-52,31-3-1543,-128 16-3129,48 5-1,-54-1-1318</inkml:trace>
</inkml:ink>
</file>

<file path=ppt/ink/ink2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00.822"/>
    </inkml:context>
    <inkml:brush xml:id="br0">
      <inkml:brushProperty name="width" value="0.05" units="cm"/>
      <inkml:brushProperty name="height" value="0.05" units="cm"/>
      <inkml:brushProperty name="color" value="#E71224"/>
    </inkml:brush>
  </inkml:definitions>
  <inkml:trace contextRef="#ctx0" brushRef="#br0">1 496 12097,'10'-22'1742,"-7"18"-20,18-19 2203,-5 2-2412,24-44 0,-27 44-1164,25-36-1,-33 50-291,0 0-1,0-1 1,-1 1-1,0-1 1,4-10-1,3-7 24,7-10 36,15-44 1,-8 17 111,-17 36 596,-10 25 320,-3 14-571,-2 9-251,1 0-1,1 0 1,0 0 0,2 1 0,-1 43 0,5-59-563,-1 1 1,1-1-1,1 1 1,-1-1-1,1 0 1,1 1-1,-1-1 1,1 0 0,6 9-1,-6-11-324,0-1-1,1 1 1,-1-1-1,1 0 0,0 0 1,0 0-1,1-1 1,-1 1-1,1-1 1,0 0-1,0 0 1,0-1-1,0 0 1,6 3-1,12 0-5102,1-1-3353</inkml:trace>
</inkml:ink>
</file>

<file path=ppt/ink/ink2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00.995"/>
    </inkml:context>
    <inkml:brush xml:id="br0">
      <inkml:brushProperty name="width" value="0.05" units="cm"/>
      <inkml:brushProperty name="height" value="0.05" units="cm"/>
      <inkml:brushProperty name="color" value="#E71224"/>
    </inkml:brush>
  </inkml:definitions>
  <inkml:trace contextRef="#ctx0" brushRef="#br0">10 37 10785,'-9'-14'7297,"18"3"-7741,1 2-861,12 6-623,22 6-2212,-9 6-3141</inkml:trace>
</inkml:ink>
</file>

<file path=ppt/ink/ink2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01.354"/>
    </inkml:context>
    <inkml:brush xml:id="br0">
      <inkml:brushProperty name="width" value="0.05" units="cm"/>
      <inkml:brushProperty name="height" value="0.05" units="cm"/>
      <inkml:brushProperty name="color" value="#E71224"/>
    </inkml:brush>
  </inkml:definitions>
  <inkml:trace contextRef="#ctx0" brushRef="#br0">1 82 10405,'31'-7'1821,"-24"6"-254,-7-2-1420,1 0 0,0 1 0,-1-1 0,1 1 1,0-1-1,0 1 0,1-1 0,-1 1 0,1-1 1,-1 1-1,1 0 0,-1 0 0,1 0 0,0 0 1,0 0-1,0 0 0,1 0 0,-1 1 1,0-1-1,0 1 0,5-2 0,1-1-454,-1 0-1,1 1 1,0 0 0,0 0-1,14-2 1,-13 4 60,1 0 0,0 0 0,0 1 1,0 0-1,-1 1 0,1 1 0,0-1 1,-1 1-1,1 1 0,12 4 0,49 13-214,-58-11 851,-12-8-364,-1 0 1,1 0-1,-1-1 1,1 1-1,0-1 1,-1 1-1,1-1 1,0 1-1,-1-1 1,1 1-1,0-1 1,0 1-1,0-1 1,-1 0-1,1 1 1,0-1-1,0 0 1,1 0 0,5 1 15,-2 1 76,1-2 0,-1 1 0,0-1 0,1 0 0,-1 0 0,8-1 0,52-10 2101,-61 10-1355,31-7 4545</inkml:trace>
</inkml:ink>
</file>

<file path=ppt/ink/ink2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01.711"/>
    </inkml:context>
    <inkml:brush xml:id="br0">
      <inkml:brushProperty name="width" value="0.05" units="cm"/>
      <inkml:brushProperty name="height" value="0.05" units="cm"/>
      <inkml:brushProperty name="color" value="#E71224"/>
    </inkml:brush>
  </inkml:definitions>
  <inkml:trace contextRef="#ctx0" brushRef="#br0">32 214 12457,'-9'-2'393,"-12"-5"1665,21 7-1904,0-1 1,-1 0 0,1 1-1,0-1 1,0 0 0,0 1 0,0-1-1,0 0 1,0 1 0,0-1-1,0 0 1,0 1 0,1-1 0,-1 0-1,0 1 1,0-1 0,1 1-1,-1-1 1,0 0 0,1 1 0,-1-1-1,0 1 1,1-1 0,-1 1 0,1-1-1,-1 1 1,1-1 0,-1 1-1,3-3 2283,-6-8 1533,2 11-3843,0-1-1,1 0 1,-1 1-1,1-1 1,-1 0-1,1 0 1,0 0-1,-1 0 1,1 0 0,0 1-1,-1-1 1,1 0-1,0 0 1,0 0-1,0 0 1,0 0-1,0 0 1,0 0-1,0 0 1,0 0-1,1-1 1,3-5 151,1-1-1,0 1 1,1 0 0,0 1 0,0-1 0,0 1 0,1 1 0,0-1 0,0 1 0,0 0 0,1 0 0,0 1 0,0 0 0,16-5 0,14-5-617,76-16 0,3 14-4418,-86 13-1767,49 3 1,-58 5-4765</inkml:trace>
</inkml:ink>
</file>

<file path=ppt/ink/ink2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01.915"/>
    </inkml:context>
    <inkml:brush xml:id="br0">
      <inkml:brushProperty name="width" value="0.05" units="cm"/>
      <inkml:brushProperty name="height" value="0.05" units="cm"/>
      <inkml:brushProperty name="color" value="#E71224"/>
    </inkml:brush>
  </inkml:definitions>
  <inkml:trace contextRef="#ctx0" brushRef="#br0">42 152 10845,'0'1'102,"0"0"0,0-1 0,0 1 1,0 0-1,0 0 0,-1-1 0,1 1 0,0 0 1,0-1-1,-1 1 0,1 0 0,-1-1 0,1 1 0,0 0 1,-1-1-1,1 1 0,-1-1 0,1 1 0,-1-1 0,0 1 1,1-1-1,-1 1 0,0-1 0,1 0 0,-1 1 0,0-1 1,1 0-1,-2 1 0,-17-10 3178,10 4 3747,10 3-6774,0 0 1,1-1-1,-1 1 1,0 0-1,1 0 1,0 0-1,-1 1 1,1-1-1,0 0 0,0 1 1,0-1-1,0 1 1,0 0-1,0-1 1,0 1-1,1 0 1,-1 0-1,4 0 1,207-51-131,-157 40-2111,-32 6-908,39-17 0,-19 7-4166,-3 2-4166</inkml:trace>
</inkml:ink>
</file>

<file path=ppt/ink/ink2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02.150"/>
    </inkml:context>
    <inkml:brush xml:id="br0">
      <inkml:brushProperty name="width" value="0.05" units="cm"/>
      <inkml:brushProperty name="height" value="0.05" units="cm"/>
      <inkml:brushProperty name="color" value="#E71224"/>
    </inkml:brush>
  </inkml:definitions>
  <inkml:trace contextRef="#ctx0" brushRef="#br0">153 32 17806,'7'-32'13423,"-4"56"-11734,0 8-1840,-6 28 151,3-47 0,0 0 0,-1 0 0,0 0 0,-1 0 0,-1 0 0,-7 21 0,-8 18-26,-13 62 0,20-71-244,6-27-1478,-1 0 0,-1 0 0,-16 27 0,-7 18-8710,16-21-1553</inkml:trace>
</inkml:ink>
</file>

<file path=ppt/ink/ink2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03.299"/>
    </inkml:context>
    <inkml:brush xml:id="br0">
      <inkml:brushProperty name="width" value="0.05" units="cm"/>
      <inkml:brushProperty name="height" value="0.05" units="cm"/>
      <inkml:brushProperty name="color" value="#E71224"/>
    </inkml:brush>
  </inkml:definitions>
  <inkml:trace contextRef="#ctx0" brushRef="#br0">0 211 5408,'22'-94'11172,"-21"91"-10065,3-38 2130,-2 23-2376,-1 12-644,-2 1-1,1-1 1,-1 1 0,0-1 0,0 1 0,0-1 0,-4-7-1,4 10 1573,0 7-1646,-1 0 0,1 0 0,0 0 0,0 0 0,0 0 0,-1 7 0,0 41 219,2 1-1,2 0 1,3-1 0,19 93-1,-20-124-305,-3-12-37,1 1 1,0-1-1,1 0 1,-1 0 0,2 0-1,-1 0 1,9 14-1,-10-21-10,0-1-1,0 1 0,0-1 0,0 0 1,0 0-1,0 0 0,1 0 1,-1 0-1,4 1 0,0 0-5,-5-2-4,0 0 0,0 0 0,0 1 0,0-1 0,0-1 0,0 1 0,1 0 0,-1 0 0,0 0 0,0 0 0,0-1-1,0 1 1,0-1 0,0 1 0,0 0 0,0-1 0,0 0 0,1 0 0,1-1 4,5-1-4,0 0 0,-1-1 0,0 0 0,0-1-1,0 0 1,0 0 0,-1 0 0,0-1 0,0 1 0,0-2 0,5-7 0,10-15-184,23-41-1,-9 13-27,-32 53 108,0-1 0,0 1 0,0 0 0,1 0 0,0 0 0,0 0 0,0 0 0,1 1 0,-1 0 0,1 0 0,-1 0 1,1 1-1,0-1 0,0 1 0,0 0 0,1 0 0,-1 1 0,0 0 0,1 0 0,-1 0 0,1 1 0,-1-1 1,1 1-1,-1 1 0,0-1 0,1 1 0,10 2 0,-13-2-104,18 2-479,4 1 411,44 1 1,7 0 12,-39-2 142,-34-3 70,1 0 11,1 0 28,0 0 0,1-1 0,-1 1 0,0-1 0,1 0-1,-1-1 1,0 1 0,8-4 0,-11 4 4,-1 1 8,-1 0 0,1 0 0,0 0 0,0-1 0,0 1 0,0 0 0,0 0 0,0-1 0,-1 1 0,1-1 0,0 1 0,0-1 1,-1 1-1,1-1 0,0 1 0,-1-1 0,1 0 0,1-1 0,-1 1-1,0 0-1,0 0 1,0 0 0,0 0 0,0 0 0,0 1-1,0-1 1,1 0 0,-1 0 0,0 1 0,0-1-1,1 1 1,2-1 0,1-1-250,0 2 0,1-1 0,-1 0 0,1 1 0,-1 0 0,1 0 0,-1 1 0,1-1 1,-1 1-1,1 1 0,-1-1 0,0 1 0,0-1 0,1 2 0,-1-1 0,-1 0 0,1 1 0,8 6 0,16 14-7037,-11-12-409</inkml:trace>
</inkml:ink>
</file>

<file path=ppt/ink/ink2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05.909"/>
    </inkml:context>
    <inkml:brush xml:id="br0">
      <inkml:brushProperty name="width" value="0.05" units="cm"/>
      <inkml:brushProperty name="height" value="0.05" units="cm"/>
      <inkml:brushProperty name="color" value="#E71224"/>
    </inkml:brush>
  </inkml:definitions>
  <inkml:trace contextRef="#ctx0" brushRef="#br0">421 6 11289,'0'1'113,"-1"0"0,1-1 0,-1 1 0,1 0 0,0-1 0,-1 1 0,1 0 0,-1-1 0,1 1 0,-1-1 0,0 1 0,1-1 0,-1 0 0,0 1 0,1-1 0,-1 1 0,0-1 0,1 0 0,-1 0 0,0 1 0,1-1 0,-1 0 0,-1 0 0,-11-12 3120,9 8-951,-18 8 1248,17-3-3175,1 1 0,-1 0 0,1 0 1,0 1-1,0-1 0,0 1 0,0 0 0,0 0 0,-5 6 0,-28 34 1576,27-30-1342,-14 18 1061,-37 61 0,29-34-1475,-29 78 0,40-84-175,3 2 0,2 0 0,-14 85 0,25-106 0,2-1 0,2 1 0,0 0 0,2 0 0,2-1 0,1 1 0,13 48 0,-15-71-146,2-1 0,-1 1 0,2-1 0,-1 0 1,1 0-1,0 0 0,1-1 0,0 0 0,0 0 0,1 0 0,9 7 0,-7-8-539,-1 0 0,1-1 0,0 0 0,0-1 0,0 0-1,1-1 1,0 0 0,0 0 0,0-1 0,1 0 0,-1-1 0,1 0 0,-1 0-1,1-2 1,-1 1 0,19-2 0,21-6-5597,1-6-3821</inkml:trace>
</inkml:ink>
</file>

<file path=ppt/ink/ink2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2.416"/>
    </inkml:context>
    <inkml:brush xml:id="br0">
      <inkml:brushProperty name="width" value="0.05" units="cm"/>
      <inkml:brushProperty name="height" value="0.05" units="cm"/>
      <inkml:brushProperty name="color" value="#E71224"/>
    </inkml:brush>
  </inkml:definitions>
  <inkml:trace contextRef="#ctx0" brushRef="#br0">83 297 6829,'0'0'17797,"-9"-29"-15414,12 21-2294,0-1-1,1 1 1,-1 0 0,2 0-1,-1 0 1,1 0 0,0 1-1,1 0 1,0 0 0,0 0-1,0 1 1,9-6 0,-4 2 4,-1-1 0,0 0 0,15-22 0,30-50 816,-55 82-900,1 0 0,-1 0 0,1 0 0,-1 0 0,1 0 0,-1 1 0,1-1 1,-1 0-1,1 0 0,0 0 0,-1 1 0,1-1 0,0 0 0,0 1 0,0-1 0,0 0 0,0 1 1,-1-1-1,1 1 0,0 0 0,0-1 0,0 1 0,2-1 0,-3 2 1,1 0-1,-1 0 1,1 0 0,-1 0-1,1 0 1,-1 0 0,0 0-1,1 0 1,-1 0-1,0 0 1,0 1 0,0-1-1,0 0 1,0 0 0,0 0-1,0 0 1,-1 1-1,-10 63 160,3-17-103,1-1 0,3 1 0,1 0 0,6 65 0,-1-12-16,-2-92-44,-1 0 0,0 0 0,0-1 0,-1 1 0,0 0-1,-1-1 1,0 0 0,0 1 0,-1-1 0,0 0 0,-6 9-1,6-12 4,-1-1-1,1 0 0,-1 0 1,0 0-1,0-1 0,0 1 1,0-1-1,-1 0 0,1-1 1,-1 1-1,0-1 0,-9 2 1,9-2-2,-12 3-78,1-1 0,-1-1-1,0 0 1,0-2 0,-22 0-1,36-1-775,5-3 432,1 0 1,0-1-1,1 1 0,-1 0 0,1 0 1,-1 0-1,1 1 0,0-1 1,6-4-1,5-3-960,0 1 1,21-10-1,15-9-2401,-7 3-1771,9 2-3169</inkml:trace>
</inkml:ink>
</file>

<file path=ppt/ink/ink2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2.636"/>
    </inkml:context>
    <inkml:brush xml:id="br0">
      <inkml:brushProperty name="width" value="0.05" units="cm"/>
      <inkml:brushProperty name="height" value="0.05" units="cm"/>
      <inkml:brushProperty name="color" value="#E71224"/>
    </inkml:brush>
  </inkml:definitions>
  <inkml:trace contextRef="#ctx0" brushRef="#br0">83 0 7565,'0'0'9545,"-2"3"-8173,-1 3-861,1-3-256,0 0-1,0 0 1,1 0-1,-1 0 1,1 0 0,0 0-1,0 1 1,0-1-1,1 0 1,-1 6-1,-1 5 182,1 0-1,-2 0 1,1 0-1,-2 0 1,-6 16-1,-10 42 613,18-60-904,-5 28-415,-3 78 0,8-59-1180,1 25-2088,12-24-5253,0-22 502</inkml:trace>
</inkml:ink>
</file>

<file path=ppt/ink/ink2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2.959"/>
    </inkml:context>
    <inkml:brush xml:id="br0">
      <inkml:brushProperty name="width" value="0.05" units="cm"/>
      <inkml:brushProperty name="height" value="0.05" units="cm"/>
      <inkml:brushProperty name="color" value="#E71224"/>
    </inkml:brush>
  </inkml:definitions>
  <inkml:trace contextRef="#ctx0" brushRef="#br0">52 1 8485,'0'0'5708,"-2"3"-4136,-10 32 562,2 1-1,-10 55 0,17-70-1974,0 0 1,2 0-1,0 0 1,2 0-1,0 0 1,5 21-1,-5-36-138,0-1-1,0 1 0,1-1 1,0 0-1,0 0 0,0 0 0,1 0 1,-1 0-1,7 9 0,-6-12-11,0 1 0,0-1 0,0 0 0,0 1 0,0-1 0,0 0 0,0-1 0,1 1 0,-1-1 0,1 1 0,-1-1 0,1 0 0,0 0 0,6 0 0,4 2-7,-12-3-1,0 1 0,0-1 0,-1 1 0,1-1-1,0 0 1,0 0 0,0 0 0,0 0 0,0 0 0,-1 0-1,1 0 1,0-1 0,0 1 0,0-1 0,0 1 0,-1-1-1,1 0 1,0 1 0,-1-1 0,1 0 0,2-2-1,0 0 2,1-1-1,-1 1 1,0-1-1,1 0 1,-2 0-1,1-1 0,0 1 1,-1-1-1,0 0 1,0 1-1,-1-2 1,1 1-1,2-7 0,-4 3 5,1 1-1,-1-1 0,-1 0 0,1 0 1,-1 0-1,-1 0 0,0 1 1,-2-13-1,0 10 2,1 1 0,-2-1 1,1 1-1,-1-1 0,-1 1 0,-5-10 1,7 16-95,1 0 0,-1 0 0,0 0 0,1 0 0,-2 0 0,1 1 0,0 0 0,-1-1 1,0 1-1,1 0 0,-1 1 0,0-1 0,-1 1 0,1 0 0,0 0 0,-1 0 0,-6-1 0,-9-8-2388,13 7-1983</inkml:trace>
</inkml:ink>
</file>

<file path=ppt/ink/ink2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3.177"/>
    </inkml:context>
    <inkml:brush xml:id="br0">
      <inkml:brushProperty name="width" value="0.05" units="cm"/>
      <inkml:brushProperty name="height" value="0.05" units="cm"/>
      <inkml:brushProperty name="color" value="#E71224"/>
    </inkml:brush>
  </inkml:definitions>
  <inkml:trace contextRef="#ctx0" brushRef="#br0">183 0 9321,'0'0'2524,"11"9"1525,-10-8-3817,-1 0 0,1 0 1,0 0-1,0 0 0,0 0 0,0 0 0,-1 0 0,1 1 0,0-1 1,-1 0-1,0 0 0,1 1 0,-1-1 0,1 0 0,-1 0 1,0 1-1,0-1 0,0 1 0,0 1 0,-4 32 1529,0-12-670,-11 61 656,-4 0 0,-39 112 0,30-114-2967,4 1 0,-19 130 0,35-116-2382,8-30-5484,5-28-212</inkml:trace>
</inkml:ink>
</file>

<file path=ppt/ink/ink2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3.412"/>
    </inkml:context>
    <inkml:brush xml:id="br0">
      <inkml:brushProperty name="width" value="0.05" units="cm"/>
      <inkml:brushProperty name="height" value="0.05" units="cm"/>
      <inkml:brushProperty name="color" value="#E71224"/>
    </inkml:brush>
  </inkml:definitions>
  <inkml:trace contextRef="#ctx0" brushRef="#br0">36 7 7513,'13'-5'6200,"-10"5"-6000,0-1 0,0 1 0,-1 0 0,1-1 0,0 1 0,0 0 0,0 1 0,0-1 0,0 0 0,-1 1 0,1 0 0,0 0 0,0-1 0,3 3 0,0 1-61,0 0 1,0 0 0,0 0-1,0 0 1,-1 1-1,0 0 1,0 1-1,0-1 1,-1 1-1,0 0 1,0 0 0,0 0-1,0 0 1,-1 1-1,3 10 1,-4-12-108,-1 0 1,0 0 0,0 0-1,-1 0 1,1 0 0,-1 0-1,0 0 1,-1 0 0,1 0-1,-1 0 1,0-1-1,0 1 1,0 0 0,-1 0-1,0-1 1,0 1 0,0 0-1,0-1 1,-1 0 0,0 0-1,0 0 1,0 0 0,-5 6-1,-81 64-312,55-47-1627,16-8-430,15-12-3362</inkml:trace>
</inkml:ink>
</file>

<file path=ppt/ink/ink2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3.755"/>
    </inkml:context>
    <inkml:brush xml:id="br0">
      <inkml:brushProperty name="width" value="0.05" units="cm"/>
      <inkml:brushProperty name="height" value="0.05" units="cm"/>
      <inkml:brushProperty name="color" value="#E71224"/>
    </inkml:brush>
  </inkml:definitions>
  <inkml:trace contextRef="#ctx0" brushRef="#br0">53 80 5569,'29'9'1515,"-23"-7"-67,-4 0-974,1 0 1,0-1-1,0 1 0,0-1 1,0 1-1,0-1 0,0 0 1,0 0-1,6 0 0,4-1 259,0-1-1,0-1 1,24-5-1,-35 6-646,0-1-1,0 1 0,0-1 0,0 1 0,0-1 0,0 0 0,0 1 1,-1-1-1,1 0 0,-1 0 0,1 0 0,0-3 0,5-5 275,-3 6-161,-1-1 0,0 0 0,0 0 1,0 0-1,3-9 0,-5 12 110,-3 0 59,1 0-308,0 1 0,0-1 0,-1 1 0,1 0 1,0 0-1,-1 0 0,1 0 0,-1 0 0,1 0 0,-1 0 0,0 0 1,1 0-1,-1 1 0,0-1 0,1 1 0,-1-1 0,0 1 0,0 0 1,1-1-1,-1 1 0,0 0 0,0 0 0,0 1 0,1-1 0,-1 0 1,0 0-1,0 1 0,0-1 0,1 1 0,-1 0 0,0-1 0,-1 2 1,-15 7 233,0 0 1,1 1-1,0 1 1,-18 15-1,26-19-165,1 1-1,0 1 1,0 0-1,1 0 1,0 0-1,0 1 1,1 0-1,1 1 1,-1-1-1,2 1 0,-7 20 1,9-24-154,1 0 0,0 0 0,1-1 0,-1 1 0,1 0 1,0 0-1,1 0 0,0 0 0,0-1 0,0 1 0,1 0 0,0-1 0,0 1 0,1-1 0,-1 1 1,1-1-1,1 0 0,-1-1 0,1 1 0,0 0 0,1-1 0,-1 0 0,6 5 0,-2-3-494,-1-1 1,1 1-1,1-1 0,-1-1 0,1 0 0,0 0 0,0-1 0,0 0 1,1 0-1,-1-1 0,1 0 0,0-1 0,0 0 0,0 0 0,13-1 0,11-2-4372,16-6-2877</inkml:trace>
</inkml:ink>
</file>

<file path=ppt/ink/ink2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4.091"/>
    </inkml:context>
    <inkml:brush xml:id="br0">
      <inkml:brushProperty name="width" value="0.05" units="cm"/>
      <inkml:brushProperty name="height" value="0.05" units="cm"/>
      <inkml:brushProperty name="color" value="#E71224"/>
    </inkml:brush>
  </inkml:definitions>
  <inkml:trace contextRef="#ctx0" brushRef="#br0">575 17 7289,'-14'-16'7660,"16"24"-1813,0-2-5620,-1 0 1,1 0-1,-1 0 0,0 0 1,-1 0-1,0 1 1,0-1-1,-1 9 0,1 11 296,6 322 3789,-9-279-3956,-2 0 0,-4-1 0,-23 93 0,18-112-311,-1-1-1,-3 0 0,-2-2 0,-2 0 0,-36 56 0,25-51-1093,-1-2-1,-2-1 1,-3-2-1,-51 49 1,68-75-8,-32 28-2346,15-19-3309,8-11-3251</inkml:trace>
</inkml:ink>
</file>

<file path=ppt/ink/ink2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4.594"/>
    </inkml:context>
    <inkml:brush xml:id="br0">
      <inkml:brushProperty name="width" value="0.05" units="cm"/>
      <inkml:brushProperty name="height" value="0.05" units="cm"/>
      <inkml:brushProperty name="color" value="#E71224"/>
    </inkml:brush>
  </inkml:definitions>
  <inkml:trace contextRef="#ctx0" brushRef="#br0">39 9 5537,'45'-8'7376,"-43"9"-7291,0 0 1,0 0 0,-1 0 0,1 0-1,0 0 1,0 1 0,0-1 0,-1 1-1,1 0 1,-1-1 0,1 1 0,-1 0-1,0 0 1,0 0 0,0 0 0,0 0-1,0 0 1,0 0 0,0 0 0,-1 0-1,1 0 1,-1 1 0,1-1 0,-1 0-1,0 0 1,0 5 0,0 5 137,0 1 0,-3 25 0,-5 1-5,-1 1 1,-2-2-1,-18 43 1,6-16 18,21-60-266,-4 12 254,0 0-1,1 1 1,1 0 0,-4 34 0,8-51-210,1 0 1,0-1-1,-1 1 0,1 0 1,0 0-1,-1 0 0,1-1 1,0 1-1,0 0 0,0-1 1,-1 1-1,1-1 0,0 1 1,0-1-1,0 0 0,0 1 1,0-1-1,2 1 0,-2-1 22,3 2-17,0-1 0,0 1 0,0-1 0,0 0 0,1 0 0,-1-1 0,0 1 0,0-1 0,0 0 0,1 0 0,-1-1 0,0 1 0,0-1 0,5-1 0,65-21-366,-45 12-333,-3 3-81,34-12-2574,-17 8-1841,-1 1-278</inkml:trace>
</inkml:ink>
</file>

<file path=ppt/ink/ink2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5.934"/>
    </inkml:context>
    <inkml:brush xml:id="br0">
      <inkml:brushProperty name="width" value="0.05" units="cm"/>
      <inkml:brushProperty name="height" value="0.05" units="cm"/>
      <inkml:brushProperty name="color" value="#E71224"/>
    </inkml:brush>
  </inkml:definitions>
  <inkml:trace contextRef="#ctx0" brushRef="#br0">69 140 10565,'-3'1'407,"1"0"1,0 0-1,0 0 0,0 0 1,0 0-1,-1-1 1,1 0-1,0 1 0,-1-1 1,1 0-1,0 0 1,-1 0-1,1 0 0,0 0 1,-1-1-1,1 1 0,0-1 1,-1 1-1,1-1 1,0 0-1,0 0 0,0 0 1,0 0-1,0 0 0,0-1 1,0 1-1,-2-2 1,-1 0 537,27-3 2084,172-3-316,-100 8-2149,411-5 748,255-10-629,-553 6-579,367-32 86,-444 13-3258,-103 22 750,-24 6-56,-27-1-7598,-12 1-824</inkml:trace>
</inkml:ink>
</file>

<file path=ppt/ink/ink2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16.150"/>
    </inkml:context>
    <inkml:brush xml:id="br0">
      <inkml:brushProperty name="width" value="0.05" units="cm"/>
      <inkml:brushProperty name="height" value="0.05" units="cm"/>
      <inkml:brushProperty name="color" value="#E71224"/>
    </inkml:brush>
  </inkml:definitions>
  <inkml:trace contextRef="#ctx0" brushRef="#br0">426 1 11357,'-4'2'679,"-1"0"1,0-1-1,0 1 1,0-1-1,1 0 0,-9 0 1,9 0-236,1-1 0,-1 0 1,1 1-1,-1 0 0,1-1 0,-1 1 1,1 1-1,0-1 0,-1 0 1,1 1-1,0 0 0,0-1 0,0 1 1,0 1-1,0-1 0,-4 5 1,2 0 120,0 1 0,1-1 0,-1 1 0,2 0 0,-1 0 0,1 1 0,0-1 0,-2 12 0,-11 81 2194,8-38-1755,-104 446-751,49-246-1032,58-240 381,-50 285-7099,40-196-323,2-3-5469</inkml:trace>
</inkml:ink>
</file>

<file path=ppt/ink/ink2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0.419"/>
    </inkml:context>
    <inkml:brush xml:id="br0">
      <inkml:brushProperty name="width" value="0.05" units="cm"/>
      <inkml:brushProperty name="height" value="0.05" units="cm"/>
      <inkml:brushProperty name="color" value="#E71224"/>
    </inkml:brush>
  </inkml:definitions>
  <inkml:trace contextRef="#ctx0" brushRef="#br0">0 64 10557,'3'-7'822,"-1"1"-1,1-1 1,1 1 0,-1 0-1,1-1 1,0 2 0,0-1 0,8-8-1,-6 15 578,3 6-917,0 0-1,-1 0 1,0 1-1,0 1 1,-1-1-1,0 1 1,0 0 0,8 15-1,42 94 1634,-36-70-1543,126 291 1496,14 32-1175,-109-260-753,18 37 93,101 160 0,-144-266-264,1-1-1,3-2 1,1-1-1,2-1 1,1-2-1,2-2 1,2-1 0,51 33-1,-67-51-31,1-2 0,0 0 0,0-2 0,1 0 0,1-2 0,-1-1 0,1 0 0,1-2 0,33 2 0,-41-6-34,0-1 1,0-1 0,0-1-1,-1 0 1,1-1-1,0-1 1,-1-1 0,0-1-1,0 0 1,0-2 0,-1 0-1,0 0 1,26-20 0,-22 12-142,-1 0 1,-1-2 0,0 0 0,-2-1 0,0-1 0,-1-1-1,-1 0 1,-1-1 0,18-39 0,-23 42-384,-2-1 0,0 0 1,-1-1-1,-1 1 0,3-25 0,-7 28-700,0 1 1,-1-1-1,0 1 0,-1 0 0,-1-1 0,-1 1 0,-5-18 0,-1 4-6708</inkml:trace>
</inkml:ink>
</file>

<file path=ppt/ink/ink2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0.687"/>
    </inkml:context>
    <inkml:brush xml:id="br0">
      <inkml:brushProperty name="width" value="0.05" units="cm"/>
      <inkml:brushProperty name="height" value="0.05" units="cm"/>
      <inkml:brushProperty name="color" value="#E71224"/>
    </inkml:brush>
  </inkml:definitions>
  <inkml:trace contextRef="#ctx0" brushRef="#br0">1051 117 12057,'-10'-5'721,"1"-1"-1,-1 0 1,1-1-1,0 1 1,1-2-1,0 0 1,0 0-1,1 0 1,-11-16-1,16 22-546,0-1 0,1 1 0,-1 0 0,0 0 0,-1 0 0,1 0 0,0 0 0,0 1 0,-1-1 0,1 1 0,-1-1 0,1 1 0,-1 0 0,0 0 0,0 0 0,1 0 0,-1 0 0,0 1 0,0-1 0,0 1-1,0 0 1,0 0 0,0 0 0,1 0 0,-1 1 0,0-1 0,0 1 0,0-1 0,0 1 0,1 0 0,-1 0 0,-4 3 0,-2 0 174,1 1 1,0 1-1,0 0 0,0 0 1,1 0-1,0 1 0,0 0 1,-10 15-1,-16 25 822,-46 89 1,-13 62-386,50-107-563,-2 6-191,-157 364-2360,81-149-1083,49-131-243,3-2-4568,31-68-2691</inkml:trace>
</inkml:ink>
</file>

<file path=ppt/ink/ink2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2.920"/>
    </inkml:context>
    <inkml:brush xml:id="br0">
      <inkml:brushProperty name="width" value="0.05" units="cm"/>
      <inkml:brushProperty name="height" value="0.05" units="cm"/>
      <inkml:brushProperty name="color" value="#E71224"/>
    </inkml:brush>
  </inkml:definitions>
  <inkml:trace contextRef="#ctx0" brushRef="#br0">58 411 7789,'-57'20'11139,"61"-21"-10103,388-38 2643,1102-120-1052,-266-50-3361,-1186 193-932,-34 10 292,-25 5-290,-9 6-807,0 0 1,1 2-1,-40 16 1,12-1-5496</inkml:trace>
</inkml:ink>
</file>

<file path=ppt/ink/ink2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4.097"/>
    </inkml:context>
    <inkml:brush xml:id="br0">
      <inkml:brushProperty name="width" value="0.05" units="cm"/>
      <inkml:brushProperty name="height" value="0.05" units="cm"/>
      <inkml:brushProperty name="color" value="#E71224"/>
    </inkml:brush>
  </inkml:definitions>
  <inkml:trace contextRef="#ctx0" brushRef="#br0">115 3 3672,'0'0'908,"-4"0"-128,-66 0 2441,67 0-1113,0 0-1433,-32-3 8306,39 6-8481,440 267 2547,-271-174-2799,343 169-1085,-508-262 765,0 0 0,1 0 0,-1-1 0,0 0 0,1-1 0,-1 1 0,1-2 0,-1 1 0,1-1 0,12-1 0,-18 0-42,-4-2 2,1 0 91,-1-1 0,0 1 1,-1-1-1,1 1 0,-1-1 1,1 1-1,-1 0 0,0 0 1,0 0-1,0 0 0,-1 0 1,1 0-1,-1 1 0,-4-5 1,1 3-2,0 0 0,0 0 1,-1 1-1,1 0 1,-1 0-1,1 1 0,-11-3 1,2 2 9,-1 0-1,0 1 1,1 1 0,-1 0 0,0 1-1,-28 4 1,6 3-29,0 2-1,1 2 1,0 1-1,1 1 1,0 2-1,1 2 1,1 1-1,-46 33 1,33-16-114,2 2 0,2 1 1,2 3-1,1 1 0,-34 49 1,-6 30-179,36-50-19,33-56 307,3-3-46,0 1 0,1-1 0,-10 24 0,12-22 116,4-11-17,2 0-108,3 7 166,-3-8-53,-1-1 0,1 1 0,-1-1 0,1 1-1,0-1 1,0 1 0,-1-1 0,1 1 0,0-1 0,0 0-1,0 1 1,1-1 0,-1 0 0,0 0 0,0 0 0,1 0-1,-1 0 1,1 0 0,-1 0 0,0 0 0,1-1 0,0 1 0,-1-1-1,1 1 1,-1-1 0,1 1 0,2-1 0,302 35 585,406-7 1,309-69-429,-462-6-134,-231 17-38,-68 1-634,-207 22-123,-49 6-5,-22 27-7761,4-15 5348,1-2-1059</inkml:trace>
</inkml:ink>
</file>

<file path=ppt/ink/ink2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4.641"/>
    </inkml:context>
    <inkml:brush xml:id="br0">
      <inkml:brushProperty name="width" value="0.05" units="cm"/>
      <inkml:brushProperty name="height" value="0.05" units="cm"/>
      <inkml:brushProperty name="color" value="#E71224"/>
    </inkml:brush>
  </inkml:definitions>
  <inkml:trace contextRef="#ctx0" brushRef="#br0">35 480 12973,'0'0'5708,"-2"1"-4771,-24 13 3078,29-16-3862,4-3-100,0 0 0,-1 0-1,1-1 1,-1 0 0,0 0-1,0-1 1,-1 1 0,0-1-1,0 0 1,-1-1 0,0 1 0,6-15-1,3-11-90,14-57 0,-20 65 81,7-28 37,12-93 0,-17 101-44,-8 41 688,-16 14 291,12-7-868,-11 11 107,0 1 0,2 0-1,0 1 1,0 0 0,2 1-1,0 0 1,-12 30 0,7-10 12,2 0 0,-16 77 1,27-100-493,1 0 0,1-1 0,0 1 0,0 0 0,1 0 0,1 0 0,1-1 0,0 1 1,0-1-1,1 1 0,10 20 0,-12-31-191,0 1 1,0-1-1,0 0 0,1 0 1,-1 1-1,1-2 1,0 1-1,0 0 0,0-1 1,0 1-1,0-1 0,1 0 1,-1 0-1,6 3 1,15 2-6528,-2-3-3517</inkml:trace>
</inkml:ink>
</file>

<file path=ppt/ink/ink2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4.815"/>
    </inkml:context>
    <inkml:brush xml:id="br0">
      <inkml:brushProperty name="width" value="0.05" units="cm"/>
      <inkml:brushProperty name="height" value="0.05" units="cm"/>
      <inkml:brushProperty name="color" value="#E71224"/>
    </inkml:brush>
  </inkml:definitions>
  <inkml:trace contextRef="#ctx0" brushRef="#br0">39 92 12277,'-22'-28'2536,"6"19"8013,35-2-10117,0-1-720,13 9-336,25-5-588,-19 2-880,3 0-752,10-2-2741,3 8-4580</inkml:trace>
</inkml:ink>
</file>

<file path=ppt/ink/ink2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5.175"/>
    </inkml:context>
    <inkml:brush xml:id="br0">
      <inkml:brushProperty name="width" value="0.05" units="cm"/>
      <inkml:brushProperty name="height" value="0.05" units="cm"/>
      <inkml:brushProperty name="color" value="#E71224"/>
    </inkml:brush>
  </inkml:definitions>
  <inkml:trace contextRef="#ctx0" brushRef="#br0">67 95 10105,'-23'26'2299,"18"-21"-168,-13-11 1424,6 1-1636,4 5 3587,40-25-4400,-15 20-1461,1 0 0,24-3 0,15-4-1021,82-18-4226,-66 14-1014,-13 2-2362</inkml:trace>
</inkml:ink>
</file>

<file path=ppt/ink/ink2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5.347"/>
    </inkml:context>
    <inkml:brush xml:id="br0">
      <inkml:brushProperty name="width" value="0.05" units="cm"/>
      <inkml:brushProperty name="height" value="0.05" units="cm"/>
      <inkml:brushProperty name="color" value="#E71224"/>
    </inkml:brush>
  </inkml:definitions>
  <inkml:trace contextRef="#ctx0" brushRef="#br0">19 32 9453,'-19'12'11365,"41"-12"-11805,-3 0-512,0-3-528,4-3-405,5-5-687,14-7-1332,-8 13-2697</inkml:trace>
</inkml:ink>
</file>

<file path=ppt/ink/ink2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5.567"/>
    </inkml:context>
    <inkml:brush xml:id="br0">
      <inkml:brushProperty name="width" value="0.05" units="cm"/>
      <inkml:brushProperty name="height" value="0.05" units="cm"/>
      <inkml:brushProperty name="color" value="#E71224"/>
    </inkml:brush>
  </inkml:definitions>
  <inkml:trace contextRef="#ctx0" brushRef="#br0">108 1 13185,'-28'3'2064,"25"-2"-1425,0 0-1,0 0 0,1 0 1,-1 0-1,0 1 1,1-1-1,-1 1 0,1 0 1,-1 0-1,1-1 1,0 2-1,-1-1 1,1 0-1,0 0 0,1 1 1,-4 4-1,-6 16-180,8-10-127,0 0-1,1 0 0,0 0 0,1 0 0,1 1 0,0-1 0,0 0 0,5 22 0,-1 14-636,2-4-852,-4-37 492,-1 0-1,0 0 1,0 0 0,-1 1 0,0-1-1,0 0 1,-3 15 0,-18 60-9228,11-43 35</inkml:trace>
</inkml:ink>
</file>

<file path=ppt/ink/ink2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27.591"/>
    </inkml:context>
    <inkml:brush xml:id="br0">
      <inkml:brushProperty name="width" value="0.05" units="cm"/>
      <inkml:brushProperty name="height" value="0.05" units="cm"/>
      <inkml:brushProperty name="color" value="#E71224"/>
    </inkml:brush>
  </inkml:definitions>
  <inkml:trace contextRef="#ctx0" brushRef="#br0">0 66 5597,'4'-4'502,"8"-12"2148,-17-1 657,5 17-3133,-1-1 0,1 0 1,-1 1-1,1-1 0,-1 0 1,1 0-1,0 1 0,0-1 1,-1 0-1,1 0 0,0 0 1,0 1-1,0-1 0,0 0 1,0 0-1,0 0 1,0 1-1,0-1 0,0 0 1,0 0-1,1 0 0,-1 1 1,0-1-1,0 0 0,1 0 1,-1 1-1,1-1 0,0-1 1,-1 2-76,0 0 1,0-1 0,0 1-1,1-1 1,-1 1 0,0 0 0,1 0-1,-1-1 1,0 1 0,1 0 0,-1-1-1,0 1 1,1 0 0,-1 0 0,0 0-1,1 0 1,-1-1 0,1 1-1,-1 0 1,1 0 0,-1 0 0,0 0-1,1 0 1,-1 0 0,1 0 0,-1 0-1,1 0 1,-1 0 0,0 0-1,1 0 1,-1 0 0,1 0 0,-1 1-1,0-1 1,1 0 0,-1 0 0,1 0-1,-1 1 1,0-1 0,1 0-1,-1 0 1,1 1 0,18 22 1667,-13-13-1333,0 0-1,-1 1 1,6 14-1,-7-2 131,0 1 0,-1-1-1,-2 1 1,-1 31 0,2 35 141,14 76-53,-15-160-645,0 0 25,0 1-1,0-1 1,0 1 0,1-1 0,4 12 0,-5-17-35,0 0 0,-1 0 1,1 0-1,0 0 1,-1 1-1,1-1 0,0 0 1,0 0-1,0 0 1,0-1-1,0 1 0,0 0 1,0 0-1,0 0 1,1-1-1,-1 1 0,0-1 1,0 1-1,1-1 1,-1 1-1,0-1 0,0 0 1,1 0-1,1 1 1,0-1-20,0-1 0,0 1 0,0-1 0,0 0 0,0 1 0,0-1 0,0-1 0,0 1 0,0 0 0,3-3 0,9-6-143,0-1 0,-2 0 1,15-14-1,-17 14 25,146-152-1937,-6 5 992,-143 152 1017,1-1 0,-1 2 1,1-1-1,12-4 0,1-2 2,-19 12 59,0-1 1,-1 1 0,1 0 0,0 0-1,0 0 1,0 0 0,-1 0 0,1 0 0,0 1-1,0 0 1,-1-1 0,1 1 0,0 0-1,4 2 1,-4 0 8,-1 0 1,1 0-1,-1 0 0,1 0 0,-1 0 0,0 1 1,0-1-1,-1 1 0,1-1 0,-1 1 0,1-1 0,-1 1 1,1 8-1,1 0-6,-1 1 0,1 25 0,-3-20 0,-1-5 16,2 0 0,-1-1 0,4 18 1,-3-28-7,-1-1 0,0 1 0,1 0 0,-1-1 0,1 1 0,-1 0 0,1-1 0,0 1 0,-1-1 0,1 1 1,0-1-1,0 1 0,0-1 0,0 0 0,1 0 0,-1 1 0,0-1 0,0 0 0,3 2 0,-2-3-5,0 1 1,0-1-1,0 0 0,0 1 0,0-1 0,0 0 0,0 0 0,0 0 1,0 0-1,0 0 0,0-1 0,0 1 0,0-1 0,0 1 0,0-1 1,0 0-1,0 0 0,3-1 0,2-3-5,1 0-1,-1 0 1,0 0 0,-1-1-1,8-8 1,14-11 92,0 2-83,1 2-1,1 1 1,1 1-1,1 1 1,0 2-1,64-22 1,-86 35 49,-1 0 0,0 1-1,1 0 1,0 1 0,-1 0 0,1 0 0,11 2 0,-14 0-81,0 0 1,0 1-1,-1 0 1,1 0-1,-1 0 1,0 1-1,1 0 1,-1 1-1,0-1 1,9 8-1,40 27-2756,3-2-3650,-33-21 2221,10 5-4324</inkml:trace>
</inkml:ink>
</file>

<file path=ppt/ink/ink2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30.299"/>
    </inkml:context>
    <inkml:brush xml:id="br0">
      <inkml:brushProperty name="width" value="0.05" units="cm"/>
      <inkml:brushProperty name="height" value="0.05" units="cm"/>
      <inkml:brushProperty name="color" value="#E71224"/>
    </inkml:brush>
  </inkml:definitions>
  <inkml:trace contextRef="#ctx0" brushRef="#br0">146 123 6229,'9'-39'3675,"4"-16"10966,-19 27-14544,-3 91-47,9-61 115,-2 1-336,1-1 100,-9 14 302,12-12 90,8-9-112,0-5 481,-17 4 651,6 6-1289,1-1 1,-1 1 0,0-1-1,0 1 1,1 0-1,-1-1 1,0 1-1,1-1 1,-1 0 0,1 1-1,-1-1 1,1 1-1,-1-1 1,1 0-1,-1 1 1,1-1 0,0 0-1,-1 0 1,1 1-1,0-1 1,-1 0-1,1-1 1,-24 17 550,22-7-520,0 0 0,0 0 0,1 0 0,0 1 0,0-1 0,1 0 0,1 15 0,0 11 175,-56 708 2368,25-433-5308,11-85-6568,14-165 2550,2-8-4451</inkml:trace>
</inkml:ink>
</file>

<file path=ppt/ink/ink2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30.999"/>
    </inkml:context>
    <inkml:brush xml:id="br0">
      <inkml:brushProperty name="width" value="0.05" units="cm"/>
      <inkml:brushProperty name="height" value="0.05" units="cm"/>
      <inkml:brushProperty name="color" value="#E71224"/>
    </inkml:brush>
  </inkml:definitions>
  <inkml:trace contextRef="#ctx0" brushRef="#br0">303 551 6677,'0'0'3536,"14"-22"6268,-20 15-8834,-1 1 0,0 0 0,0 0 0,-1 0 0,-11-5 0,-3-3 359,19 12-1213,1-1 1,0 1 0,0 0-1,0-1 1,0 1 0,1-1-1,-1 1 1,1-1-1,-1 0 1,1 0 0,0 0-1,0 0 1,0 1-1,1-1 1,-1 0 0,1-1-1,-1 1 1,1 0-1,0 0 1,0 0 0,1-5-1,1-9 91,1-1 0,7-25 0,-8 32-49,49-147 186,-37 117-277,-8 25-65,0 0 1,1 0 0,0 0 0,2 1-1,16-24 1,-24 38-9,0 5 2,4 100 102,-11 138 0,0-104-27,7-39-18,0-58-42,-1 0 1,-2 1-1,-2-1 0,-12 54 1,-6-16 43,20-73-60,-1 0 0,1 0 0,-1-1 0,0 1 0,0-1 0,0 0 0,-1 0 0,0 0 0,0-1 0,0 1-1,0-1 1,-1 0 0,0 0 0,0 0 0,0-1 0,0 0 0,0 0 0,-1 0 0,0 0 0,-8 2 0,0-2-427,-1 0 0,0 0 0,0-2 0,-1 0 0,1 0 0,-19-3 0,28 1 62,-1 0 0,1 0 0,0-1 0,0 1 0,0-1 0,0-1 0,-7-3 1,-11-12-3383,22 16 3123,1 1 0,0 0 0,0-1 0,0 1 0,0-1 0,0 1 0,0-1 0,1 0 0,-1 1 0,0-1 0,1 0 0,-1-3 0,5-10-9728</inkml:trace>
</inkml:ink>
</file>

<file path=ppt/ink/ink2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31.424"/>
    </inkml:context>
    <inkml:brush xml:id="br0">
      <inkml:brushProperty name="width" value="0.05" units="cm"/>
      <inkml:brushProperty name="height" value="0.05" units="cm"/>
      <inkml:brushProperty name="color" value="#E71224"/>
    </inkml:brush>
  </inkml:definitions>
  <inkml:trace contextRef="#ctx0" brushRef="#br0">51 49 8109,'24'-26'2247,"-19"21"-135,9-11 3834,-9 14-2569,-12 14-1484,1-4-1352,0 0-1,1 1 1,1 0-1,-1 0 1,1 0-1,1 1 1,-3 11-1,-11 71 1197,3-13-512,7-47-952,2-1 0,0 1 0,2 1 0,2-1 0,3 50 0,0-71-322,0 0 1,1-1-1,0 1 0,0 0 1,1-1-1,1 1 1,0-1-1,0-1 1,1 1-1,8 10 1,-12-17-45,1 0 1,-1 0-1,1 0 1,0 0-1,0 0 1,0-1 0,1 0-1,-1 1 1,0-1-1,1 0 1,0-1-1,-1 1 1,1-1 0,0 1-1,0-1 1,4 1-1,-1-1-48,0-1 0,0 0-1,0 0 1,0 0 0,0-1-1,0 1 1,0-2 0,13-3-1,-10 2 2,-1-1-1,1 0 0,-1 0 0,0-1 0,0 0 0,-1-1 0,1 0 1,-1 0-1,-1-1 0,1 0 0,-1 0 0,0 0 0,7-11 0,0-5-80,-1-1 0,0-1 0,12-36 0,-22 51 181,0-1 1,0 0 0,-2 1 0,1-1 0,-1 0 0,-1 1 0,0-1 0,-1 0 0,0 0 0,0 0 0,-5-16 0,2 13 27,0 1-1,0 0 0,-1 0 1,-1 1-1,-1-1 1,-7-11-1,11 20-20,-1-1 0,1 1 0,-1 0 0,0 1 0,0-1 0,0 0-1,-1 1 1,1 0 0,-1 0 0,1 1 0,-1-1 0,0 1 0,0 0-1,0 0 1,-1 0 0,1 1 0,0 0 0,-7-1 0,5 2-326,-1-1 0,0 1 0,0 0 0,0 1 0,0 0 0,0 0 0,1 1 0,-1 0 0,-10 4 0,13-4-592,1 0 1,-1 0-1,1 1 1,-1 0 0,1 0-1,0 0 1,0 1 0,1-1-1,-7 8 1,0 7-8160</inkml:trace>
</inkml:ink>
</file>

<file path=ppt/ink/ink2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32.039"/>
    </inkml:context>
    <inkml:brush xml:id="br0">
      <inkml:brushProperty name="width" value="0.05" units="cm"/>
      <inkml:brushProperty name="height" value="0.05" units="cm"/>
      <inkml:brushProperty name="color" value="#E71224"/>
    </inkml:brush>
  </inkml:definitions>
  <inkml:trace contextRef="#ctx0" brushRef="#br0">175 92 8257,'1'-2'-184,"1"-3"1145,-1-1 0,0 1-1,0-1 1,0 0 0,-1 1-1,0-1 1,0-8 0,-6-8 4996,-2 9-3557,8 12-2383,0 1 0,0 0-1,0 0 1,-1 0 0,1 0 0,0 0 0,0 0-1,0 0 1,0 0 0,0 0 0,0 0-1,-1 0 1,1 0 0,0 0 0,0 0 0,0 0-1,0 0 1,0 0 0,-1 0 0,1 0-1,0 0 1,0 0 0,0 0 0,0 0-1,0 0 1,-1 0 0,1 0 0,0 0 0,0 0-1,0 0 1,0 0 0,0 0 0,-1 0-1,1 0 1,0 0 0,0 1 0,0-1 0,0 0-1,0 0 1,0 0 0,0 0 0,0 0-1,0 0 1,-1 0 0,1 1 0,0-1 0,0 0-1,0 0 1,0 0 0,0 0 0,0 0-1,0 1 1,0-1 0,0 0 0,0 0-1,-1 24 1560,4 4-446,9 32 1,3 28 296,-9-13-1135,-4-1 0,-3 0-1,-3 1 1,-3-1-1,-4-1 1,-31 116-1,30-148-1069,3-5-1105,-2-1 1,-2-1 0,-28 57 0,14-41-1592,7 3-2220</inkml:trace>
</inkml:ink>
</file>

<file path=ppt/ink/ink2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32.486"/>
    </inkml:context>
    <inkml:brush xml:id="br0">
      <inkml:brushProperty name="width" value="0.05" units="cm"/>
      <inkml:brushProperty name="height" value="0.05" units="cm"/>
      <inkml:brushProperty name="color" value="#E71224"/>
    </inkml:brush>
  </inkml:definitions>
  <inkml:trace contextRef="#ctx0" brushRef="#br0">216 10 9917,'12'-9'9447,"-19"44"-1958,4-23-9130,-53 335 6008,14-69-3063,3-73-1131,10-52-409,10-51-2845,4-16-2520,1-1-3662,10-56-628</inkml:trace>
</inkml:ink>
</file>

<file path=ppt/ink/ink2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33.096"/>
    </inkml:context>
    <inkml:brush xml:id="br0">
      <inkml:brushProperty name="width" value="0.05" units="cm"/>
      <inkml:brushProperty name="height" value="0.05" units="cm"/>
      <inkml:brushProperty name="color" value="#E71224"/>
    </inkml:brush>
  </inkml:definitions>
  <inkml:trace contextRef="#ctx0" brushRef="#br0">1 126 3844,'66'-6'2116,"-62"6"-1884,-1 1 1,0 0-1,0-1 1,0 1-1,1 1 0,-1-1 1,0 0-1,3 3 1,17 5 511,-19-7-592,0 0 1,0 0-1,0 0 0,0 1 0,0 0 1,0-1-1,-1 1 0,1 0 0,-1 1 1,0-1-1,0 1 0,3 4 0,-1-3 7,-4-2-63,-1 0 0,1 0 1,-1 0-1,1 0 0,-1 0 1,0 0-1,0 0 0,0 0 1,0 0-1,-1 0 0,-1 5 1,2-8-40,-1 6 95,-1-1-1,1-1 0,-1 1 1,0 0-1,-1 0 1,1-1-1,-1 1 1,0-1-1,0 0 0,-1 0 1,1 0-1,-1 0 1,0-1-1,-6 5 1,7-4 6,0-2 148,-19 16 192,40-27-646,-6 3 272,-1 1 1,-1-2 0,17-11-1,-25 16 201,3 1-169,-1 0 1,1-1-1,0 0 0,0 1 0,5-5 1,3 2 187,-1-1 1,1 2 0,-1 0 0,1 0 0,0 1 0,14 0 0,-11 1-105,1-2 0,18-4 0,3-3 40,-10 3 339,53-20 1,-71 22-510,0 0 0,-1-1 0,1 0 1,-1 0-1,0-1 0,-1 0 0,0-1 0,12-13 1,-14 15-32,0-1-1,-1 0 1,0 0 0,0 0 0,-1-1 0,0 0-1,0 0 1,-1 0 0,5-16 0,-7 23-65,-1 0 0,1 0 1,-1 0-1,0 0 0,0 0 0,0 0 0,1-1 1,-1 1-1,0 0 0,0 0 0,0 0 1,0 0-1,-1 0 0,1 0 0,-1-2 1,0 3-6,0-1 0,0 0 0,0 1 0,0 0 0,0-1 0,0 1 0,-1 0 1,1 0-1,0-1 0,0 1 0,0 0 0,-1 0 0,1 0 0,-2 1 1,-4-1 49,0 2 1,1-1 0,-1 1 0,0-1 0,1 2 0,-1-1 0,1 1 0,0 0 0,0 0 0,0 1 0,0 0-1,1 0 1,-1 0 0,1 1 0,-8 8 0,-2 4 231,1 0 0,0 0 0,-19 34 0,21-29-127,0-3 49,1 1-1,-14 36 1,22-48-194,1 0 0,0-1 0,0 1 0,1 0 0,0 0 0,1 0 0,0 0 0,0 0 0,0 0 0,1 0 0,3 14 0,-2-15-138,0 0 1,0-1-1,0 1 1,1 0-1,0-1 0,1 1 1,-1-1-1,1 0 1,0 0-1,1-1 1,-1 1-1,1-1 0,0 0 1,1 0-1,-1 0 1,1-1-1,0 0 1,8 5-1,2-3-525,-1 0-1,1-1 1,0 0 0,0-1-1,0-1 1,26 2 0,-9-4-2410,0-2 1,43-5-1,-15-4-4982</inkml:trace>
</inkml:ink>
</file>

<file path=ppt/ink/ink2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33.375"/>
    </inkml:context>
    <inkml:brush xml:id="br0">
      <inkml:brushProperty name="width" value="0.05" units="cm"/>
      <inkml:brushProperty name="height" value="0.05" units="cm"/>
      <inkml:brushProperty name="color" value="#E71224"/>
    </inkml:brush>
  </inkml:definitions>
  <inkml:trace contextRef="#ctx0" brushRef="#br0">759 49 7601,'0'-6'365,"0"4"-217,0 0 0,-1 1 0,1-1 0,0 0-1,0 0 1,0 1 0,0-1 0,1 0 0,-1 0 0,0 0 0,1 1 0,-1-1 0,1 0 0,0 1 0,-1-1 0,1 0 0,0 1 0,0-1 0,9-7 8071,-6 11-7176,3 5-758,0-1 1,-1 1-1,0 0 0,0 1 1,0-1-1,-1 1 0,0 0 0,-1 1 1,0-1-1,0 1 0,-1 0 1,4 12-1,2 17 705,7 67 0,-10-62-551,-4-28-310,53 530 2804,-54-481-2777,-3-1-1,-3 0 1,-2 0-1,-3-1 1,-3 0-1,-35 102 0,26-113-154,-1-1 0,-2-1-1,-48 69 1,-118 122-1800,143-188 304,-2-2-1,-82 62 1,77-72-3187,-65 36 0,7-14-7005</inkml:trace>
</inkml:ink>
</file>

<file path=ppt/ink/ink2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35.820"/>
    </inkml:context>
    <inkml:brush xml:id="br0">
      <inkml:brushProperty name="width" value="0.05" units="cm"/>
      <inkml:brushProperty name="height" value="0.05" units="cm"/>
      <inkml:brushProperty name="color" value="#E71224"/>
    </inkml:brush>
  </inkml:definitions>
  <inkml:trace contextRef="#ctx0" brushRef="#br0">147 166 13713,'-1'-1'315,"0"-1"-1,0 0 1,0 0-1,0 0 0,0 1 1,-1-1-1,1 0 1,0 1-1,-1-1 0,1 1 1,-1 0-1,0-1 1,1 1-1,-1 0 1,0 0-1,0 0 0,0 0 1,1 1-1,-4-2 1,2 1 130,-1-1 0,1 1 0,0-1 0,0 0 0,0 0 0,0 0 0,-4-4-1,0-1 81,0 0-1,0 0 1,1-1-1,0 0 0,0 0 1,1 0-1,-7-16 1,11 22-483,0-2-519,0 0-230,-5-13 390,5 5-6493,-18 9-9694</inkml:trace>
</inkml:ink>
</file>

<file path=ppt/ink/ink2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13.136"/>
    </inkml:context>
    <inkml:brush xml:id="br0">
      <inkml:brushProperty name="width" value="0.035" units="cm"/>
      <inkml:brushProperty name="height" value="0.035" units="cm"/>
      <inkml:brushProperty name="color" value="#008C3A"/>
    </inkml:brush>
  </inkml:definitions>
  <inkml:trace contextRef="#ctx0" brushRef="#br0">3403 230 3680,'-35'-35'2080,"35"35"-2012,-1-1 1,0 0 0,1 0-1,-1 0 1,1 0-1,-1 0 1,1 0 0,0 0-1,-1 0 1,1 0 0,0 0-1,-1 0 1,1-1-1,0 1 1,0 0 0,0 0-1,0-2 1,0-2 137,0 0-43,-1 0 0,1 0 0,0-1 0,1 1 0,-1 0 0,1 0 0,0 0 1,0-1-1,1 1 0,-1 0 0,1 1 0,0-1 0,1 0 0,-1 0 0,1 1 0,0-1 1,3-3-1,6-8 298,1 1 1,1 0 0,16-13 0,-29 27-451,0 1 1,0-1-1,0 1 1,0 0-1,0-1 1,0 1 0,0 0-1,0 0 1,1 0-1,-1 0 1,0 0-1,0 0 1,0 0-1,0 1 1,0-1-1,0 0 1,0 0-1,2 2 1,0-1 21,2-1-22,0 2-1,0-1 1,0 0-1,0 1 0,-1 0 1,1 0-1,-1 0 1,1 1-1,-1 0 0,0 0 1,0 0-1,0 0 1,-1 0-1,1 1 0,-1 0 1,1-1-1,-1 1 1,-1 1-1,1-1 0,0 0 1,-1 1-1,2 4 1,1 4-8,-1-1 0,0 1 1,0 0-1,-2 0 1,0 0-1,0 0 1,-1 20-1,-3 14 32,-9 46 0,5-49-64,-1 77 0,6 2 68,-1-66-37,8 86 0,3-69 22,3-1 1,30 105-1,-30-138-54,-4-15 46,0 0 0,16 33 1,-21-52-14,0 0 0,1 1-1,0-2 1,0 1 0,0 0 0,1-1 0,0 0 0,0 0 0,0 0 0,1-1 0,0 1 0,0-1 0,10 5-1,-12-8 1,-1 1-1,1-1 0,0 0 0,0 0 1,1 0-1,-1 0 0,0-1 0,0 0 0,0 1 1,0-2-1,0 1 0,1 0 0,-1-1 1,0 0-1,0 0 0,0 0 0,0 0 0,0-1 1,-1 1-1,1-1 0,0 0 0,-1 0 1,1-1-1,-1 1 0,0-1 0,0 0 0,0 1 1,0-1-1,0-1 0,0 1 0,2-5 1,7-9 48,-1-1 0,0-1 0,-2 1 0,13-36 0,-15 32 30,-2 1-1,0-1 1,-1 0-1,-2 0 1,1-38-1,-2 28 7,6-41 0,-6 70-58,-4 4-23,0 1 0,1-1 0,-1 1 0,1-1 0,-1 1 0,1 0 0,0 0 0,-1 0 0,1 0 0,0 0 0,0 1 0,1-1 0,-1 1 0,-2 4 0,4-6-4,-16 30 14,1 0 0,2 1 0,1 1 0,1 0 0,-6 41 0,13-59-12,-76 366 115,1-10-45,51-260-9,-58 142-1,-92 130-38,-24-11 71,-49 97-41,-27 174 78,50 21-83,-128 403 96,260-785-120,-213 582 73,-12-116-45,299-706-39,-1-2-1,-2-1 1,-2 0 0,-53 58-1,64-81-15,0-1-1,-1 0 0,-1-1 0,0-1 1,-1-1-1,0-1 0,-1 0 0,0-1 1,-1-2-1,0 0 0,-40 10 0,18-11 32,1-2 0,-1-2 0,0-1 0,0-3 0,-58-7 0,21-4 103,-150-44 0,190 43-490,1-2-1,-44-24 1,-19-16-5457,64 33 246</inkml:trace>
</inkml:ink>
</file>

<file path=ppt/ink/ink2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13.276"/>
    </inkml:context>
    <inkml:brush xml:id="br0">
      <inkml:brushProperty name="width" value="0.035" units="cm"/>
      <inkml:brushProperty name="height" value="0.035" units="cm"/>
      <inkml:brushProperty name="color" value="#008C3A"/>
    </inkml:brush>
  </inkml:definitions>
  <inkml:trace contextRef="#ctx0" brushRef="#br0">50 55 6393,'-10'-12'1288,"0"0"-236,-7-6-4353,4 5 853</inkml:trace>
</inkml:ink>
</file>

<file path=ppt/ink/ink2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18.404"/>
    </inkml:context>
    <inkml:brush xml:id="br0">
      <inkml:brushProperty name="width" value="0.035" units="cm"/>
      <inkml:brushProperty name="height" value="0.035" units="cm"/>
      <inkml:brushProperty name="color" value="#008C3A"/>
    </inkml:brush>
  </inkml:definitions>
  <inkml:trace contextRef="#ctx0" brushRef="#br0">1 296 3564,'0'0'842,"0"-3"-116,0-2-597,1 1-1,0 0 1,0 0 0,0-1 0,1 1 0,-1 0 0,1 0-1,0 0 1,0 1 0,1-1 0,-1 0 0,1 1 0,0-1-1,0 1 1,0 0 0,0 0 0,0 0 0,1 0 0,5-2-1,7-6-34,1 1-1,0 0 1,22-7-1,227-88 322,-155 62-229,-69 27-160,-32 13-14,-5 2-6,-1 0 39,-9 2-38,-41 5 9,1 2 1,-74 22-1,72-16-36,-46 15 5,74-21-1,8-4 20,1 0 0,0 0 0,0 1 0,0 1 0,-9 7 0,17-12 4,3 1-23,1 1 4,-1-1 1,1 1-1,-1-1 0,1 0 0,-1 0 0,1 0 1,0 0-1,0 0 0,0 0 0,0-1 1,1 1-1,2 1 0,9 1 23,1 0-1,-1-2 1,1 0-1,-1 0 1,1-1 0,14-2-1,-8 2-28,330-9-15,-350 8 27,0 0 0,-1 0-1,1 0 1,0 0 0,-1 0-1,1 0 1,0 0 0,0 0-1,-1 0 1,1 0 0,0-1-1,-1 1 1,1 0 0,0 0-1,0-1 1,-1 1 0,1 0 0,-1-1-1,1 1 1,0-1 0,-1 1-1,2-2 1,-13-7-43,-33-8 22,42 17 21,-24-8-5,0 3-1,-1 0 0,-43-2 0,32 3 12,10 2-29,-1 1 0,1 1 1,-1 1-1,-35 6 0,60-6 17,31 26-156,-19-25 176,0 0 0,1-1 1,-1 0-1,1-1 0,13-1 0,5 2 7,23 0 8,1-1-1,86-12 0,-78 5-113,-55 7 70,-1 0-518,5 2 554,-7-3-21,-1 1 0,1 0 1,-1 0-1,1 0 0,-1 0 0,1 0 0,0 0 0,-1 0 0,1 0 0,-1 0 0,1 0 0,0 0 0,-1 0 0,1 0 0,-1 1 0,1-1 0,-1 0 0,1 0 0,-1 1 1,1-1-1,-1 0 0,1 1 0,-1-1 0,1 0 0,-1 1 0,1-1 0,-1 1 0,0-1 0,1 1 0,-1-1 0,0 1 0,1-1 0,-1 1 0,0-1 0,0 1 1,1-1-1,-1 1 0,0 0 0,0-1 0,0 1 0,0-1 0,0 1 0,0-1 0,0 1 0,0 0 0,0-1 0,0 1 0,0-1 0,0 1 0,0 0 0,-1-1 1,1 1-1,0 0 0,-1 0 6,1 0 1,0-1-1,0 1 1,0 0-1,-1 0 1,1-1-1,0 1 1,-1 0-1,1 0 0,-1-1 1,1 1-1,-1-1 1,1 1-1,-1 0 1,1-1-1,-1 1 1,0-1-1,1 1 1,-1-1-1,0 1 1,1-1-1,-1 0 1,0 1-1,1-1 1,-1 0-1,0 0 1,0 0-1,0 1 1,1-1-1,-1 0 1,0 0-1,0 0 1,0 0-1,1 0 1,-1 0-1,0 0 1,-1-1-1,-1 1-1,-120 9-3075,91-9 1709</inkml:trace>
</inkml:ink>
</file>

<file path=ppt/ink/ink2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27.812"/>
    </inkml:context>
    <inkml:brush xml:id="br0">
      <inkml:brushProperty name="width" value="0.035" units="cm"/>
      <inkml:brushProperty name="height" value="0.035" units="cm"/>
      <inkml:brushProperty name="color" value="#008C3A"/>
    </inkml:brush>
  </inkml:definitions>
  <inkml:trace contextRef="#ctx0" brushRef="#br0">281 213 3544,'0'0'5585,"4"-2"-5088,4-2-294,0 0 1,0-1 0,0 0-1,0-1 1,-1 0 0,0 0-1,0 0 1,-1-1 0,0 0-1,0-1 1,0 1 0,-1-1-1,5-10 1,-5 6 47,0 1 1,-2-1-1,4-13 1,-7 22-82,1-1-86,0 1 0,-1 0 0,1 0 1,0 0-1,1 1 0,-1-1 1,0 0-1,3-3 0,-3 5-78,-1 1-1,1-1 0,0 1 0,-1-1 0,1 1 1,-1-1-1,1 0 0,-1 1 0,1-1 1,-1 0-1,0 0 0,1 1 0,-1-1 1,0 0-1,0 0 0,1 1 0,-1-1 1,0 0-1,0 0 0,0 0 0,0 0 0,0 1 1,0-1-1,0 0 0,0 0 0,-1-1 1,-23 4-52,11 1-149,-22 3-350,-30 6-1676,-77 4 1,71-11-550,-3 2-802</inkml:trace>
</inkml:ink>
</file>

<file path=ppt/ink/ink2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43.749"/>
    </inkml:context>
    <inkml:brush xml:id="br0">
      <inkml:brushProperty name="width" value="0.035" units="cm"/>
      <inkml:brushProperty name="height" value="0.035" units="cm"/>
      <inkml:brushProperty name="color" value="#008C3A"/>
    </inkml:brush>
  </inkml:definitions>
  <inkml:trace contextRef="#ctx0" brushRef="#br0">1016 56 4280,'8'-23'1197,"-6"19"-253,-22 2 182,0 0 0,-33-8 1,-18-3-158,47 12-861,1 1 1,0 1-1,0 1 1,0 1-1,0 1 0,1 1 1,-1 1-1,1 1 1,0 1-1,1 1 0,-27 15 1,-2 5-13,1 2 1,2 2-1,-59 54 1,68-53-63,2 2-1,1 2 1,-39 54 0,56-66-18,0 2 0,2 0 0,1 1 0,1 1 0,2 0 0,-12 40-1,20-54-5,1-1 0,1 1 0,0 0 0,1-1 0,0 1 0,2 0 0,-1 0 0,2 0 0,0-1 0,1 1 0,8 23-1,-3-19 5,1 0-1,1-1 1,0 0-1,1 0 1,1-1-1,1-1 1,23 25-1,-3-9 17,1-1-1,65 45 0,79 38 29,117 50 10,-157-92-27,194 136 1,-248-145-44,-3 3 0,-4 4 0,72 83 0,-115-114-68,-1 2 0,-3 1 0,-1 2 0,-2 0 0,-2 2-1,-2 1 1,-3 1 0,15 51 0,-30-81 16,0 0-1,-2 0 1,0 0 0,-1 0-1,-1 1 1,-1-1-1,-1 1 1,-1-1-1,0 0 1,-7 26 0,4-29 12,-1 1-1,0-1 1,-1-1 0,-1 1 0,0-1 0,-1-1 0,-1 1 0,0-1-1,-1-1 1,-1 0 0,-22 20 0,-1-7-13,0-1 0,-39 20 1,50-30 14,56-46-203,-8 16 192,1 1 0,0 2-1,35-13 1,-44 18 26,8-2-12,-1 1 1,27-5-1,135-22-102,-164 33 137,-1 0-1,1 1 1,0 1-1,0 1 1,0 1 0,-1 1-1,1 0 1,-1 2-1,0 0 1,0 1 0,-1 2-1,1 0 1,33 19 0,-23-7 29,-1 1 0,-1 2 1,-1 0-1,-1 2 0,-1 1 1,32 44-1,-13-10-1,-4 2 1,-2 1-1,39 91 1,69 215 130,-69-148-55,85 221 94,-108-312-134,94 163 0,-114-236 0,2-2 0,3-1 0,85 91 0,-98-119-38,2-1 0,0-1-1,2-2 1,1 0-1,0-3 1,1 0 0,1-2-1,52 19 1,-40-23-79,1-2 0,0-2-1,0-2 1,0-2 0,1-1 0,0-3-1,0-2 1,-1-2 0,59-12 0,22-11-179,-2-5 0,136-54 0,187-98-363,-11-27 8,-153 66-789,349-236 0,-515 296-389,-10 5-147</inkml:trace>
</inkml:ink>
</file>

<file path=ppt/ink/ink2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19.079"/>
    </inkml:context>
    <inkml:brush xml:id="br0">
      <inkml:brushProperty name="width" value="0.035" units="cm"/>
      <inkml:brushProperty name="height" value="0.035" units="cm"/>
      <inkml:brushProperty name="color" value="#008C3A"/>
    </inkml:brush>
  </inkml:definitions>
  <inkml:trace contextRef="#ctx0" brushRef="#br0">0 233 2200,'446'-18'536,"-299"12"-76,-10-3-148,-19-6-56,-11 0-64,-10 2-64,7-8-44,-10 3-84,-14-3 8,-10-3 40,-16-3-64,-17-3-608,-24 15-436</inkml:trace>
</inkml:ink>
</file>

<file path=ppt/ink/ink2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19.236"/>
    </inkml:context>
    <inkml:brush xml:id="br0">
      <inkml:brushProperty name="width" value="0.035" units="cm"/>
      <inkml:brushProperty name="height" value="0.035" units="cm"/>
      <inkml:brushProperty name="color" value="#008C3A"/>
    </inkml:brush>
  </inkml:definitions>
  <inkml:trace contextRef="#ctx0" brushRef="#br0">0 0 2228,'141'37'616,"-64"-10"-124,14-3-136,6-3-176,10 0 96,20 0-72,24 0-64,16 3-36,11-2-84,9 2-48,4-6-128,4 0-376,2-6-608,1-6 332</inkml:trace>
</inkml:ink>
</file>

<file path=ppt/ink/ink2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45.159"/>
    </inkml:context>
    <inkml:brush xml:id="br0">
      <inkml:brushProperty name="width" value="0.035" units="cm"/>
      <inkml:brushProperty name="height" value="0.035" units="cm"/>
      <inkml:brushProperty name="color" value="#008C3A"/>
    </inkml:brush>
  </inkml:definitions>
  <inkml:trace contextRef="#ctx0" brushRef="#br0">1 531 3504,'0'0'2010,"1"3"-1721,19 43 669,50 81 0,-47-88-748,-5-10-78,2 0 0,1-2-1,1 0 1,1-1 0,40 33 0,-13-18 18,2-2 0,59 33 1,-63-46-127,0-2 1,98 34 0,111 11 136,-59-32-157,332 16-1,-328-47 27,140-8 27,60-25-12,-353 21-45,873-153-74,-873 149 57,96-18-88,-3-8 1,197-74 0,-299 93 106,-1-2 1,-1-2-1,0-1 1,62-50-1,-79 55-4,-1-1-1,-2-1 0,0-1 1,0 0-1,-2-2 1,-1 0-1,-1 0 1,0-2-1,9-24 1,-16 29-10,-1 0 1,0 0-1,-2 0 1,-1-1-1,0 0 1,-1 0-1,-1 0 1,-1 0-1,-1 0 1,-6-34-1,4 24 21,2 1 0,1-1-1,1 0 1,1 1 0,2-1-1,1 1 1,1 0-1,1 0 1,2 0 0,14-31-1,-22 58-60,-7 2-1049,-75 10-1795,41 4 833</inkml:trace>
</inkml:ink>
</file>

<file path=ppt/ink/ink2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45.846"/>
    </inkml:context>
    <inkml:brush xml:id="br0">
      <inkml:brushProperty name="width" value="0.035" units="cm"/>
      <inkml:brushProperty name="height" value="0.035" units="cm"/>
      <inkml:brushProperty name="color" value="#008C3A"/>
    </inkml:brush>
  </inkml:definitions>
  <inkml:trace contextRef="#ctx0" brushRef="#br0">1146 1 3764,'-104'27'784,"54"-6"-164,-4 0-103,-2 0-81,-8 3-148,-13 6-56,-14 13-56,-12-1-56,-18 6-244,-10 0-416,-9 0-1317,-14-2 425</inkml:trace>
</inkml:ink>
</file>

<file path=ppt/ink/ink2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13.137"/>
    </inkml:context>
    <inkml:brush xml:id="br0">
      <inkml:brushProperty name="width" value="0.05" units="cm"/>
      <inkml:brushProperty name="height" value="0.05" units="cm"/>
      <inkml:brushProperty name="color" value="#E71224"/>
    </inkml:brush>
  </inkml:definitions>
  <inkml:trace contextRef="#ctx0" brushRef="#br0">228 295 3948,'-2'-3'355,"1"0"0,-1 1 0,0 0 0,0-1 0,0 1 0,-1 0 0,1 0 0,0 0 0,-1 0 1,1 0-1,-1 1 0,0-1 0,-3-1 0,-45-17 2252,19 8-907,-44-21 3279,73 32-4420,-21 0 657,18 0-879,18 3 184,23 1-208,1-1 0,-1-2 0,70-9-1,-19 1-118,65-2 15,638-48 330,-337 21-407,255-26 682,-479 45 278,-235 20-1055,0 0 0,0 0 0,0 0 0,-11 7 0,4-3-31,5-2-133,0 0-1,1 1 0,-1 0 0,1 0 0,-14 13 1,19-16-223,0 1 0,0-1 1,1 1-1,-1 0 0,0 0 1,1 0-1,0 1 0,0-1 1,0 0-1,0 1 0,0 0 1,1-1-1,-1 1 0,1 0 1,-1 7-1,2-9-52,0-1 1,1 1-1,-1-1 1,1 0-1,-1 1 1,1-1-1,-1 0 0,1 1 1,0-1-1,0 0 1,0 0-1,-1 1 0,1-1 1,2 1-1,23 23-9489</inkml:trace>
</inkml:ink>
</file>

<file path=ppt/ink/ink2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0.459"/>
    </inkml:context>
    <inkml:brush xml:id="br0">
      <inkml:brushProperty name="width" value="0.05" units="cm"/>
      <inkml:brushProperty name="height" value="0.05" units="cm"/>
      <inkml:brushProperty name="color" value="#E71224"/>
    </inkml:brush>
  </inkml:definitions>
  <inkml:trace contextRef="#ctx0" brushRef="#br0">523 0 11093,'0'0'3826,"-3"2"-1997,-18 15-108,1 0-1,1 1 0,0 1 0,-22 31 1,-61 96 2084,71-99-2679,-5 8-297,2 2-1,-47 110 1,68-138-829,-10 26 0,-19 67 0,32-87 8,1 1 1,2 1-1,2-1 1,1 1-1,2 0 1,1 0-1,6 50 1,-3-72-48,0-1 1,1 0 0,1 0 0,0 0 0,1 0 0,0 0 0,1-1 0,1 0 0,0-1 0,0 1 0,2-1 0,-1-1 0,1 1-1,1-1 1,0-1 0,1 0 0,0-1 0,0 0 0,1 0 0,0-1 0,21 10 0,-11-9-531,1-1 0,0 0 0,0-2 0,0-1 0,1 0 0,0-2 0,-1-1 0,1-1 0,0-1 0,0-1 0,0-1 0,24-5 0,-18 1-879,0-1-1,0-2 1,-1 0 0,0-2-1,-1-2 1,0 0-1,-1-2 1,49-35-1,-11-5-7131</inkml:trace>
</inkml:ink>
</file>

<file path=ppt/ink/ink2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0.643"/>
    </inkml:context>
    <inkml:brush xml:id="br0">
      <inkml:brushProperty name="width" value="0.05" units="cm"/>
      <inkml:brushProperty name="height" value="0.05" units="cm"/>
      <inkml:brushProperty name="color" value="#E71224"/>
    </inkml:brush>
  </inkml:definitions>
  <inkml:trace contextRef="#ctx0" brushRef="#br0">1 95 10585,'6'-23'7893,"13"15"-7073,16-1-160,0 0-128,16 1-120,6-4-120,6 10-32,7-4-336,3-3-404,-3 6-600,0-2-580,0 5-489,0 0-2531,-7 5-3665</inkml:trace>
</inkml:ink>
</file>

<file path=ppt/ink/ink2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0.781"/>
    </inkml:context>
    <inkml:brush xml:id="br0">
      <inkml:brushProperty name="width" value="0.05" units="cm"/>
      <inkml:brushProperty name="height" value="0.05" units="cm"/>
      <inkml:brushProperty name="color" value="#E71224"/>
    </inkml:brush>
  </inkml:definitions>
  <inkml:trace contextRef="#ctx0" brushRef="#br0">10 252 8709,'-10'-15'1348,"36"12"-176,15-8-40,4-3-384,5-3-148,17 2-136,16-5-332,18-3-424,7-8-472,13-3-380,133-35-7977</inkml:trace>
</inkml:ink>
</file>

<file path=ppt/ink/ink2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1.033"/>
    </inkml:context>
    <inkml:brush xml:id="br0">
      <inkml:brushProperty name="width" value="0.05" units="cm"/>
      <inkml:brushProperty name="height" value="0.05" units="cm"/>
      <inkml:brushProperty name="color" value="#E71224"/>
    </inkml:brush>
  </inkml:definitions>
  <inkml:trace contextRef="#ctx0" brushRef="#br0">397 14 10737,'13'-14'7590,"-16"16"-5983,-3 1-1188,1 0 0,0 0 1,0 1-1,0-1 0,0 1 1,1 0-1,0 1 0,0-1 0,0 1 1,0 0-1,1 0 0,0 0 0,0 1 1,0-1-1,-2 7 0,-4 13 498,0 0 0,-5 34 0,2-10 375,-128 467 1142,50-171-6145,78-299 2211,-17 69-3755,14-38-2209,6-3-4741</inkml:trace>
</inkml:ink>
</file>

<file path=ppt/ink/ink2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1.659"/>
    </inkml:context>
    <inkml:brush xml:id="br0">
      <inkml:brushProperty name="width" value="0.05" units="cm"/>
      <inkml:brushProperty name="height" value="0.05" units="cm"/>
      <inkml:brushProperty name="color" value="#E71224"/>
    </inkml:brush>
  </inkml:definitions>
  <inkml:trace contextRef="#ctx0" brushRef="#br0">593 47 11041,'-1'1'98,"0"-1"1,1 0-1,-1 1 1,0-1-1,1 0 1,-1 0-1,0 1 0,0-1 1,1 0-1,-1 0 1,0 0-1,0 0 1,1 0-1,-1 0 1,0 0-1,0 0 0,1 0 1,-1 0-1,0 0 1,0-1-1,1 1 1,-1 0-1,0-1 0,1 1 1,-1 0-1,0-1 1,1 1-1,-2-1 1,1-1 408,0 0 0,0 1 1,0-1-1,1 1 1,-1-1-1,1 0 0,-1 1 1,1-1-1,-1 0 1,1 0-1,0 1 0,0-1 1,0-3-1,-1 3-277,-1 0 0,1 1 0,-1-1 0,1 1 0,-1-1 0,0 1 0,0 0 0,0 0 0,0 0 0,1 0 0,-1 0 1,-1 0-1,-1-1 0,-2 2-81,0 0 1,0 0 0,1 1 0,-1-1 0,0 1 0,0 0 0,0 1 0,1 0 0,-1-1 0,1 2 0,-1-1 0,-8 6 0,-9 6 235,-31 24-1,46-31-304,-53 38 6,2 4 0,3 2-1,1 3 1,-54 68 0,105-116-122,1-1 0,-1 1 0,1 0 0,0-1 0,1 1 1,-1 1-1,1-1 0,-1 7 0,2-12 29,1 0-1,0 1 1,0-1-1,0 0 1,-1 1-1,1-1 1,0 1-1,1-1 0,-1 0 1,0 1-1,0-1 1,1 0-1,-1 1 1,0-1-1,1 0 1,-1 1-1,1-1 1,0 0-1,-1 0 1,1 1-1,0-1 1,0 0-1,0 0 1,0 0-1,0 0 1,0 0-1,0 0 1,0-1-1,0 1 0,0 0 1,1 0-1,-1-1 1,0 1-1,1-1 1,-1 1-1,0-1 1,1 0-1,-1 1 1,0-1-1,1 0 1,-1 0-1,1 0 1,1 0-1,11 0-1,0-1-1,0 0 1,0-1 0,0-1-1,-1 0 1,17-6-1,82-36-42,-73 28 43,-6 4-21,135-53-53,-136 55 80,0 2-1,0 2 0,42-6 0,-67 13 0,0-1-1,-1 1 0,1 0 0,-1 1 0,1 0 1,0 0-1,-1 0 0,0 1 0,1-1 0,-1 2 0,0-1 1,0 1-1,0 0 0,0 0 0,0 0 0,-1 1 1,0 0-1,8 7 0,1 4-1,-1 1 0,-1 0-1,-1 0 1,16 30 0,-2-4 10,-19-33-19,0 1 1,0-1-1,1-1 0,0 1 0,1-1 0,0-1 0,0 1 0,11 7 0,-15-13 8,1 0-1,-1 1 0,0-2 1,1 1-1,-1 0 1,1-1-1,-1 0 1,1 0-1,0 0 1,-1 0-1,1-1 0,0 0 1,0 0-1,-1 0 1,1-1-1,0 1 1,0-1-1,-1 0 0,1-1 1,-1 1-1,6-3 1,2-2 12,0-1 1,-1 1 0,1-2-1,-2 0 1,1 0-1,17-18 1,53-69-13,-46 52 26,-20 25-58,0 0 0,2 1 0,0 1 0,36-27 0,-49 41 64,1 0-1,0 0 1,-1 0-1,1 1 1,0-1-1,0 1 1,1 0-1,-1 1 1,0-1-1,0 1 1,0 0-1,0 0 1,0 1-1,0 0 1,1 0-1,-1 0 1,0 0 0,-1 1-1,1 0 1,0 0-1,0 0 1,-1 0-1,1 1 1,-1 0-1,0 0 1,0 0-1,0 0 1,0 1-1,0-1 1,-1 1-1,0 0 1,0 0-1,0 1 1,0-1-1,0 0 1,-1 1-1,0 0 1,0-1-1,0 1 1,2 10-1,-3-3 38,-1 1-1,0-1 1,-1 0 0,0 0-1,0 1 1,-2-1 0,1 0-1,-2-1 1,1 1 0,-2 0-1,1-1 1,-2 0 0,1 0-1,-2 0 1,-9 13 0,0-3-13,-1 0 1,-1-1-1,-1-1 1,-1 0 0,-42 30-1,-70 38-734,44-32-5046,85-53 3468,22-25-5979,13-12-118</inkml:trace>
</inkml:ink>
</file>

<file path=ppt/ink/ink2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1.837"/>
    </inkml:context>
    <inkml:brush xml:id="br0">
      <inkml:brushProperty name="width" value="0.05" units="cm"/>
      <inkml:brushProperty name="height" value="0.05" units="cm"/>
      <inkml:brushProperty name="color" value="#E71224"/>
    </inkml:brush>
  </inkml:definitions>
  <inkml:trace contextRef="#ctx0" brushRef="#br0">68 0 11469,'1'86'6146,"7"45"-2012,-5-28-2268,-10 129 0,-2-15-1565,7-133-1711,-16 112-1,2-103-2467,-4-1-3563,13-54-1217</inkml:trace>
</inkml:ink>
</file>

<file path=ppt/ink/ink2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2.019"/>
    </inkml:context>
    <inkml:brush xml:id="br0">
      <inkml:brushProperty name="width" value="0.05" units="cm"/>
      <inkml:brushProperty name="height" value="0.05" units="cm"/>
      <inkml:brushProperty name="color" value="#E71224"/>
    </inkml:brush>
  </inkml:definitions>
  <inkml:trace contextRef="#ctx0" brushRef="#br0">0 58 11417,'44'-17'2394,"-17"6"-36,34-9-1,-36 16-1442,0 1 1,0 1 0,0 1-1,44 4 1,-39-1-292,8 0 32,1 2 0,-2 2 0,1 1 1,57 19-1,-77-19-612,1 0 1,-1 1-1,-1 1 0,1 0 1,-2 2-1,1 0 0,-1 0 1,-1 2-1,0 0 0,23 26 1,-29-26-563,1-1 1,-2 2 0,0-1 0,0 1-1,5 15 1,-10-21-665,0 1-1,-1-1 0,0 1 1,0 0-1,-1 0 0,0-1 1,0 1-1,-1 0 0,-2 18 0,-4-5-8399</inkml:trace>
</inkml:ink>
</file>

<file path=ppt/ink/ink2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2.161"/>
    </inkml:context>
    <inkml:brush xml:id="br0">
      <inkml:brushProperty name="width" value="0.05" units="cm"/>
      <inkml:brushProperty name="height" value="0.05" units="cm"/>
      <inkml:brushProperty name="color" value="#E71224"/>
    </inkml:brush>
  </inkml:definitions>
  <inkml:trace contextRef="#ctx0" brushRef="#br0">0 15 8049,'25'-15'908,"-9"21"-280,0 0-392,0 2-612,0 12-6085</inkml:trace>
</inkml:ink>
</file>

<file path=ppt/ink/ink2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2.411"/>
    </inkml:context>
    <inkml:brush xml:id="br0">
      <inkml:brushProperty name="width" value="0.05" units="cm"/>
      <inkml:brushProperty name="height" value="0.05" units="cm"/>
      <inkml:brushProperty name="color" value="#E71224"/>
    </inkml:brush>
  </inkml:definitions>
  <inkml:trace contextRef="#ctx0" brushRef="#br0">262 1 11765,'-3'1'-61,"-3"0"1340,-1 1 1,0-1-1,0 0 1,0-1-1,-13 0 0,17 0-1009,1 0 0,-1 0 0,0 0 0,0 0 0,0 1-1,1-1 1,-1 1 0,0 0 0,0 0 0,1 0 0,-1 0 0,1 0-1,-1 1 1,1-1 0,0 1 0,-1-1 0,1 1 0,-2 2-1,-1 1 39,0 0-1,1 0 0,-1 0 0,1 0 0,1 0 0,-1 1 0,-3 6 0,-17 44 2097,-25 87-1,36-96-2071,2 0 0,-5 67 0,14-93-314,1-1 0,1 1 0,1-1 0,0 1 0,2-1 0,9 37 0,-10-50-189,1 0-1,-1 0 0,1 0 0,1 0 0,-1-1 0,1 1 0,0-1 0,0 0 1,1 0-1,0 0 0,0-1 0,0 1 0,1-1 0,0-1 0,0 1 0,0-1 0,0 0 1,1 0-1,-1-1 0,1 0 0,12 4 0,-5-4-551,0 0-1,-1-1 1,1-1-1,0 0 1,0-1-1,0 0 1,0-1-1,0 0 1,26-8-1,-9 0-1974,0-2 1,-1 0-1,34-20 0,-1-2-5404</inkml:trace>
</inkml:ink>
</file>

<file path=ppt/ink/ink2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2.583"/>
    </inkml:context>
    <inkml:brush xml:id="br0">
      <inkml:brushProperty name="width" value="0.05" units="cm"/>
      <inkml:brushProperty name="height" value="0.05" units="cm"/>
      <inkml:brushProperty name="color" value="#E71224"/>
    </inkml:brush>
  </inkml:definitions>
  <inkml:trace contextRef="#ctx0" brushRef="#br0">299 1 9841,'-8'7'746,"0"1"1,0 0 0,1 0-1,0 1 1,1-1-1,-11 20 1,-24 64 2846,36-82-3255,-4 16 783,-9 42 1,1-5-266,-45 192 1057,8-31-4868,43-188 1434,1-5-1217,3-7-2927,3 0-2482</inkml:trace>
</inkml:ink>
</file>

<file path=ppt/ink/ink2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2.931"/>
    </inkml:context>
    <inkml:brush xml:id="br0">
      <inkml:brushProperty name="width" value="0.05" units="cm"/>
      <inkml:brushProperty name="height" value="0.05" units="cm"/>
      <inkml:brushProperty name="color" value="#E71224"/>
    </inkml:brush>
  </inkml:definitions>
  <inkml:trace contextRef="#ctx0" brushRef="#br0">8 229 9345,'-4'25'1890,"2"0"-1,0 0 1,3 38 0,15 78 2349,-6-60-2693,-4-28-618,2-1 0,27 92 0,-30-125-903,2-1 1,0 0 0,2 0-1,-1-1 1,2 0-1,1 0 1,0-1 0,0-1-1,2 0 1,27 26-1,-36-37-112,1 0 0,0 0 0,0 0 0,0-1-1,0 0 1,1 0 0,-1 0 0,1 0-1,0-1 1,0 0 0,0 0 0,0-1 0,0 0-1,0 0 1,0 0 0,0-1 0,1 0 0,-1 0-1,0 0 1,8-2 0,-3-2-96,1 0 0,-1 0 0,0-2 0,-1 1 0,1-1 0,-1-1 1,0 0-1,10-9 0,2-4-312,-1 0 1,26-33 0,-19 13-107,44-79 1,-52 82 426,15-28-134,41-115-1,9-74 876,-83 250-542,60-217 2052,-56 205-262,-8 38 164,1-12-2249,-13 85 1483,-41 145 1,19-95-1119,-29 120-2524,16-92-2990,30-106-905,5-6-4037</inkml:trace>
</inkml:ink>
</file>

<file path=ppt/ink/ink2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3.459"/>
    </inkml:context>
    <inkml:brush xml:id="br0">
      <inkml:brushProperty name="width" value="0.05" units="cm"/>
      <inkml:brushProperty name="height" value="0.05" units="cm"/>
      <inkml:brushProperty name="color" value="#E71224"/>
    </inkml:brush>
  </inkml:definitions>
  <inkml:trace contextRef="#ctx0" brushRef="#br0">0 681 9905,'1'2'226,"0"0"0,0 0-1,0 0 1,0 0 0,0 0 0,1 0 0,-1 0 0,0-1 0,1 1-1,0 0 1,-1-1 0,1 1 0,0-1 0,0 0 0,3 2-1,1 1 227,0-1 0,1-1 0,-1 1-1,1-1 1,7 1 0,0 0 19,1-1-1,-1 0 1,1-1-1,25-2 1,-19-2-343,-1-1 0,1-1-1,-1-1 1,0 0 0,0-2 0,35-18 0,-50 23-106,1-1 0,-1 0-1,-1 0 1,1-1 0,0 1-1,-1-1 1,0 0 0,0 0 0,0 0-1,-1 0 1,0-1 0,0 0-1,0 0 1,-1 1 0,1-1-1,-2-1 1,3-5 0,-2 2-3,-1 0 1,1 1 0,-2-1-1,1 0 1,-1 0-1,-1 0 1,1 1 0,-2-1-1,-4-18 1,6 26-2,-1 0-1,1 1 1,-1-1 0,1 1 0,-1-1 0,0 1-1,0 0 1,1-1 0,-1 1 0,0 0 0,0-1-1,0 1 1,-1 0 0,1 0 0,0 0 0,0 0-1,-1 0 1,1 0 0,0 0 0,-1 1 0,1-1-1,-1 0 1,1 1 0,-2-1 0,0 1 13,0 0 1,0 0 0,0 0-1,0 0 1,0 0-1,0 1 1,1 0 0,-1-1-1,0 1 1,0 0 0,1 0-1,-5 3 1,-4 2 76,1 1 1,-1 1-1,1-1 0,1 2 1,-12 11-1,3 1 30,1 1 1,0 0-1,2 2 1,0 0-1,2 0 0,1 1 1,-14 41-1,19-46-77,1 1-1,1 1 1,1-1 0,0 0 0,2 1-1,1 0 1,0 0 0,2-1-1,1 1 1,5 28 0,-6-42-70,1 0 0,0 0 0,1-1 0,0 1 0,0-1 0,0 0 0,1 0 0,0 0 0,1 0 0,-1-1 0,1 1 1,0-1-1,1 0 0,0-1 0,0 1 0,0-1 0,0-1 0,1 1 0,0-1 0,0 0 0,0 0 0,0-1 0,1 0 0,-1 0 0,1-1 0,0 0 0,-1-1 1,1 1-1,0-1 0,0-1 0,15 0 0,1-3-75,-1-2 1,0-1-1,0 0 1,0-2-1,-1 0 0,0-2 1,30-17-1,-4-3-69,-3-1 0,48-42 0,-37 24 167,-3-3-1,-2-2 1,-3-2-1,-2-2 0,-2-2 1,-3-2-1,-3-1 1,49-114-1,-60 115 264,-2 9 570,33-109-1,-55 136 64,-3 26-896,0 0 0,0 0 0,0 0 0,0-1 0,0 1 0,0 0 0,0 0 0,0 0 0,0 0 0,0-1 0,0 1 0,0 0 0,-1 0 0,1 0 0,0 0 0,0 0 0,0 0 1,0-1-1,0 1 0,0 0 0,-1 0 0,1 0 0,0 0 0,0 0 0,0 0 0,0 0 0,0 0 0,-1 0 0,1 0 0,0 0 0,0-1 0,0 1 0,0 0 0,0 0 0,-1 0 0,1 0 0,0 0 0,0 0 0,0 0 0,0 0 0,-1 1 0,1-1 0,0 0 0,0 0 0,0 0 0,0 0 1,-1 0-1,1 0 0,0 0 0,0 0 0,0 0 0,0 0 0,0 1 0,0-1 0,-1 0 0,1 0 0,-4 4 118,1 0 1,-1 0 0,1 0-1,-1 0 1,1 1-1,-2 4 1,-11 22 221,1 0 0,1 1 0,-15 57 0,-10 104-253,33-143-943,3-1 0,3 65 0,11 26-4440,-9-91-1252,-2-5-4317</inkml:trace>
</inkml:ink>
</file>

<file path=ppt/ink/ink2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3.602"/>
    </inkml:context>
    <inkml:brush xml:id="br0">
      <inkml:brushProperty name="width" value="0.05" units="cm"/>
      <inkml:brushProperty name="height" value="0.05" units="cm"/>
      <inkml:brushProperty name="color" value="#E71224"/>
    </inkml:brush>
  </inkml:definitions>
  <inkml:trace contextRef="#ctx0" brushRef="#br0">45 124 14029,'-32'-20'2761,"20"14"5515,18-8-7152,0 2-276,33 6-303,27-2-493,-5 5-733,8-6-499,4-2-912,10-3-732,0 2-3357,-4 4-5512</inkml:trace>
</inkml:ink>
</file>

<file path=ppt/ink/ink2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4.334"/>
    </inkml:context>
    <inkml:brush xml:id="br0">
      <inkml:brushProperty name="width" value="0.05" units="cm"/>
      <inkml:brushProperty name="height" value="0.05" units="cm"/>
      <inkml:brushProperty name="color" value="#E71224"/>
    </inkml:brush>
  </inkml:definitions>
  <inkml:trace contextRef="#ctx0" brushRef="#br0">212 452 9969,'-18'-2'524,"-77"-12"1958,25-4 2401,68 18-4764,1 0 0,0 0 0,-1-1 0,1 1-1,0-1 1,-1 1 0,1-1 0,0 1 0,0-1 0,0 0-1,-1 0 1,1 1 0,0-1 0,0 0 0,0 0-1,0 0 1,1 0 0,-1 0 0,0 0 0,0-1 0,1 1-1,-1 0 1,0 0 0,1-1 0,-1 1 0,1 0-1,0 0 1,-1-1 0,1 1 0,0 0 0,0-1 0,0 1-1,0-2 1,1 0-5,-1 0-1,1 0 1,0 1-1,1-1 1,-1 1 0,0-1-1,1 1 1,0-1-1,-1 1 1,1 0-1,0 0 1,0 0 0,0 0-1,1 0 1,-1 0-1,4-2 1,10-5 198,0 0-1,1 1 1,0 0 0,34-9-1,77-11 351,-99 22-523,648-83 1049,6 46-748,-511 34-345,2125-74-48,-1860 70-151,-265 8-231,275-7 327,-149 9-5346,-310 5-1344,4 0 4251,-29 8-7581</inkml:trace>
</inkml:ink>
</file>

<file path=ppt/ink/ink2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6.669"/>
    </inkml:context>
    <inkml:brush xml:id="br0">
      <inkml:brushProperty name="width" value="0.05" units="cm"/>
      <inkml:brushProperty name="height" value="0.05" units="cm"/>
      <inkml:brushProperty name="color" value="#E71224"/>
    </inkml:brush>
  </inkml:definitions>
  <inkml:trace contextRef="#ctx0" brushRef="#br0">0 84 4988,'7'-49'3277,"-7"46"-1661,0 0-180,-1-4-1431,1-12 3847,3 16-1727,6 13-1107,-3 1-725,1 1 0,-2 0 0,1 0 0,-2 0 0,0 1 1,3 15-1,12 86 761,-11-54-494,57 377 2945,11 594-1,-138 551-2041,26-870-3218,37-238-5120,3-407 3455,0-29-2189,0-19-4203</inkml:trace>
</inkml:ink>
</file>

<file path=ppt/ink/ink2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7.182"/>
    </inkml:context>
    <inkml:brush xml:id="br0">
      <inkml:brushProperty name="width" value="0.05" units="cm"/>
      <inkml:brushProperty name="height" value="0.05" units="cm"/>
      <inkml:brushProperty name="color" value="#E71224"/>
    </inkml:brush>
  </inkml:definitions>
  <inkml:trace contextRef="#ctx0" brushRef="#br0">0 912 10061,'0'0'1769,"3"0"48,69-29 2535,37-28-2171,-39 20-1474,72-28 110,164-51 0,-278 106-772,571-176 412,9 26-1066,-66 18-2736,-385 94 748,-55 12-2171,-81 29 3124,30-11-5432</inkml:trace>
</inkml:ink>
</file>

<file path=ppt/ink/ink2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7.739"/>
    </inkml:context>
    <inkml:brush xml:id="br0">
      <inkml:brushProperty name="width" value="0.05" units="cm"/>
      <inkml:brushProperty name="height" value="0.05" units="cm"/>
      <inkml:brushProperty name="color" value="#E71224"/>
    </inkml:brush>
  </inkml:definitions>
  <inkml:trace contextRef="#ctx0" brushRef="#br0">32 135 5248,'-11'26'1377,"-9"-8"5351,385-67-2690,971-38-2675,-873 62-1217,-424 23-189,-4 0-130,-1 0 1,35-9-1,-65 10-656,-9 3-2170,-68 18-3240,30-10 951</inkml:trace>
</inkml:ink>
</file>

<file path=ppt/ink/ink2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8.424"/>
    </inkml:context>
    <inkml:brush xml:id="br0">
      <inkml:brushProperty name="width" value="0.05" units="cm"/>
      <inkml:brushProperty name="height" value="0.05" units="cm"/>
      <inkml:brushProperty name="color" value="#E71224"/>
    </inkml:brush>
  </inkml:definitions>
  <inkml:trace contextRef="#ctx0" brushRef="#br0">175 1 12685,'0'0'8493,"3"14"-7217,4 3-228,-14 6-184,-5 20-244,-1-6-80,-3 3-440,6 3-588,-5 5-384,-8 1-684,-2 2-776,-4 4-864,7 2-1885,9 3-4036</inkml:trace>
</inkml:ink>
</file>

<file path=ppt/ink/ink2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29:58.800"/>
    </inkml:context>
    <inkml:brush xml:id="br0">
      <inkml:brushProperty name="width" value="0.05" units="cm"/>
      <inkml:brushProperty name="height" value="0.05" units="cm"/>
      <inkml:brushProperty name="color" value="#E71224"/>
    </inkml:brush>
  </inkml:definitions>
  <inkml:trace contextRef="#ctx0" brushRef="#br0">499 17 10369,'0'-1'70,"-1"1"0,1-1 0,0 0 1,0 0-1,0 1 0,0-1 0,-1 0 0,1 0 1,0 1-1,-1-1 0,1 0 0,-1 1 0,1-1 0,0 1 1,-1-1-1,1 0 0,-1 1 0,0-1 0,1 1 1,-1 0-1,1-1 0,-1 1 0,0-1 0,1 1 0,-1 0 1,0-1-1,0 1 0,1 0 0,-1 0 0,-1-1 0,-17 16 2138,7-4-1522,-176 175 5793,156-151-6043,2 2 1,2 0 0,2 2 0,1 1-1,2 1 1,1 1 0,-18 54 0,32-73-362,0 0 1,2 1-1,1 0 1,1 0-1,1 0 1,1 0-1,1 0 1,1 1-1,1-1 1,1 0-1,2 0 1,0 0-1,1 0 0,2 0 1,15 38-1,-11-40-44,1 0 0,1-1 0,0-1-1,2 0 1,0 0 0,1-1-1,1-2 1,31 27 0,-23-25-4,1-1 0,1-1 0,0-2 0,1 0-1,0-2 1,40 12 0,-28-13-15,1-2 1,1-1-1,-1-3 0,1-1 0,0-2 0,0-2 0,0-1 0,0-3 0,0-1 0,62-15 0,-68 9-4,0-1-1,-1-1 0,-1-2 0,0-2 0,-1-1 1,0-1-1,-2-2 0,0-1 0,52-47 0,-67 52-10,-1 0 0,0-1 0,-1 0-1,0-1 1,-2-1 0,0 0-1,-1 0 1,-1-1 0,-1-1 0,-1 0-1,-1 0 1,-1 0 0,0-1-1,-2 0 1,0 0 0,-2 0-1,0-36 1,-4 33-6,0 1-1,-2-1 0,-1 1 1,-1 0-1,-1 1 0,-2-1 1,0 1-1,-1 1 1,-1 0-1,-1 0 0,-1 2 1,-28-36-1,23 34-93,-2 1 0,0 1 0,-1 1 0,-1 0-1,-1 2 1,-1 1 0,0 0 0,-1 2 0,0 1 0,-48-17 0,37 18-476,0 2 0,-1 1 0,-1 2 1,-63-3-1,71 10-593,1 1-1,-37 5 1,40-1-1312,0 0 1,-45 17-1,6 7-6640</inkml:trace>
</inkml:ink>
</file>

<file path=ppt/ink/ink2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0.965"/>
    </inkml:context>
    <inkml:brush xml:id="br0">
      <inkml:brushProperty name="width" value="0.05" units="cm"/>
      <inkml:brushProperty name="height" value="0.05" units="cm"/>
      <inkml:brushProperty name="color" value="#E71224"/>
    </inkml:brush>
  </inkml:definitions>
  <inkml:trace contextRef="#ctx0" brushRef="#br0">80 114 10413,'-10'-39'3902,"8"32"-2716,1 0 0,-1 1 1,0-1-1,-1 0 0,0 0 0,-6-10 3688,-10 1-1787,18 16-2995,0 1-1,0 0 0,0 0 1,0 0-1,0 0 0,1 0 0,-1 0 1,0 0-1,0 1 0,1-1 1,-1 0-1,1 0 0,-1 0 1,1 1-1,-1-1 0,1 0 0,0 3 1,-6 28 649,-1 47-185,4 96 1,12-5-3157,-8-128-1244,-4 58 0,0-35-4404,2-14-3123</inkml:trace>
</inkml:ink>
</file>

<file path=ppt/ink/ink2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1.371"/>
    </inkml:context>
    <inkml:brush xml:id="br0">
      <inkml:brushProperty name="width" value="0.05" units="cm"/>
      <inkml:brushProperty name="height" value="0.05" units="cm"/>
      <inkml:brushProperty name="color" value="#E71224"/>
    </inkml:brush>
  </inkml:definitions>
  <inkml:trace contextRef="#ctx0" brushRef="#br0">1 67 10645,'0'0'2332,"3"-2"-260,16-8-1249,0 1 0,0 1 0,1 0 0,1 1 0,-1 2 1,1 0-1,0 1 0,30-2 0,4 4-359,1 1-1,56 9 1,-98-7-407,0 1 1,0 0 0,0 1 0,0 1 0,-1 0 0,24 11 0,-34-13-53,0-1 0,1 1-1,-1 0 1,0 0 0,0 0-1,-1 0 1,1 1 0,0-1-1,-1 1 1,1-1-1,-1 1 1,0 0 0,0 0-1,0 0 1,0 0 0,-1 0-1,1 0 1,-1 1 0,0-1-1,0 1 1,0-1 0,0 1-1,-1-1 1,1 1 0,-1-1-1,0 1 1,0-1 0,0 1-1,0 0 1,-1-1 0,-1 6-1,-1 1-56,-1 0-1,0 0 0,0-1 1,-1 1-1,-1-1 1,1 0-1,-2-1 1,1 1-1,-1-1 0,0 0 1,-11 9-1,-13 8-530,-58 37 1,48-34 11,-176 112-1821,148-104 3148,66-35-202,21 12-91,73 54 274,48 39-477,16 14-2932,-47-45-5851,-60-42 289</inkml:trace>
</inkml:ink>
</file>

<file path=ppt/ink/ink2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2.400"/>
    </inkml:context>
    <inkml:brush xml:id="br0">
      <inkml:brushProperty name="width" value="0.05" units="cm"/>
      <inkml:brushProperty name="height" value="0.05" units="cm"/>
      <inkml:brushProperty name="color" value="#E71224"/>
    </inkml:brush>
  </inkml:definitions>
  <inkml:trace contextRef="#ctx0" brushRef="#br0">1 952 8457,'153'-68'4321,"-97"44"-2198,-13 5-719,0-3 0,66-42 0,-89 50-1164,-2-1-1,0 0 1,0-1-1,-1-1 0,-1 0 1,-1-2-1,16-24 1,-28 39-194,0 0 1,-1 0-1,1-1 1,-1 0-1,0 1 1,0-1 0,0 0-1,-1 0 1,0 0-1,0 0 1,0 0-1,-1-1 1,1 1-1,-1 0 1,0 0 0,-1 0-1,1 0 1,-1 0-1,0-1 1,-1 1-1,1 1 1,-1-1 0,0 0-1,-3-6 1,-1 9 92,-7 3-86,0 0 0,1 1 0,-1 1-1,1 0 1,-1 1 0,1 0 0,0 0 0,1 2-1,-1-1 1,1 2 0,0-1 0,0 1 0,1 1 0,0 0-1,0 1 1,1-1 0,-15 20 0,15-17-26,0 0 1,1 1-1,1 0 1,-1 0-1,2 1 0,0 0 1,0 0-1,2 0 1,-1 1-1,2 0 0,0 0 1,0 0-1,1 0 1,1 0-1,1 0 0,0 18 1,2-24-18,0-1 0,0 1 0,1-1 1,0 0-1,0 1 0,0-1 0,1 0 0,0-1 1,0 1-1,1-1 0,0 0 0,0 0 0,1 0 1,-1-1-1,1 0 0,9 7 0,9 4-29,1 0-1,0-1 0,31 12 1,-26-15-49,0-1 0,1-1 0,0-2 1,0-1-1,1-1 0,62 2 1,-52-7 2,-1-2 1,1-2 0,-1-2 0,80-19 0,-101 17 51,0 0 0,0-2 0,0 0 0,-1-1 1,-1-1-1,34-25 0,-38 25 5,-1-1 0,0 0 0,-1 0 0,0-1 0,-1-1 0,-1 0 0,0 0 0,13-28 0,-21 39 4,0-1 0,0 1 0,-1-1 1,0 1-1,0-1 0,0 0 0,0 0 1,0 1-1,-1-1 0,0 0 0,0 0 1,0 0-1,0 0 0,0 1 0,-1-1 1,0 0-1,0 0 0,0 0 0,-2-4 1,2 7 1,0-1 1,0 1 0,0-1-1,-1 1 1,1 0 0,0-1 0,-1 1-1,1 0 1,-1 0 0,1 0-1,-1 0 1,1 0 0,-1 0 0,0 1-1,0-1 1,-1 0 0,-1 0 2,0 1 1,0-1-1,-1 1 1,1 0-1,0 0 1,0 0-1,0 1 1,0-1-1,-5 3 1,-15 4-4,2 1 1,-1 1 0,1 1-1,0 1 1,1 1 0,1 1-1,0 1 1,0 0 0,2 2-1,0 0 1,0 1 0,2 1-1,0 0 1,-20 33 0,34-48-19,0 0-1,0 1 1,0-1 0,1 1 0,-1-1 0,1 1 0,0 0-1,0 0 1,1 0 0,-1 0 0,0 3 0,2-5 1,-1 0 1,0 0-1,0 0 1,1 0-1,-1 0 1,1 0-1,-1 0 1,1 0-1,0-1 1,0 1-1,0 0 1,0-1-1,0 1 1,0-1-1,1 1 1,1 2-1,2-1-13,-1 0-1,0-1 1,1 0 0,0 0 0,-1 0-1,1 0 1,0 0 0,0-1-1,0 0 1,0 0 0,0-1 0,0 1-1,1-1 1,-1 0 0,7-1-1,8-1-47,1-1 1,-1 0-1,0-2 0,0 0 0,-1-2 0,1 0 0,31-17 0,-26 10 38,0-2 0,-2 0 0,0-1-1,-1-2 1,22-23 0,-15 10 21,-1-2 0,-1-1 0,-3 0 0,0-2 0,-3-1 0,-1-1 0,22-60 0,-14 14 249,-4-1 1,-4-2-1,13-119 0,-33 202-191,1 0 0,-1 0-1,0 0 1,-1 0 0,1 0 0,-3-10 0,0 4 47,2 11-67,0 1 0,1-1 1,-1 0-1,0 0 0,0 1 0,0-1 0,0 0 1,0 1-1,1-1 0,-1 1 0,0-1 0,0 1 0,1-1 1,-1 1-1,0-1 0,1 1 0,-2 1 0,-4 6 23,0 0 0,0 0 0,0 1 0,1 0 0,1 0 0,-1 1 0,1-1 0,1 1 0,0 0 0,-2 11 0,-2 12 100,-4 63-1,10-61-87,1 0-1,1-1 0,3 1 1,0-1-1,11 39 1,-9-52-61,0 0-1,2 0 1,0-1 0,1 0 0,1 0 0,1-1-1,1-1 1,0 1 0,17 17 0,-25-33-17,-1 0 0,1 0 0,-1-1-1,1 1 1,0-1 0,0 0 0,0 0 0,0 0 0,1-1 0,-1 1 0,0-1 0,1 0 0,-1 0 0,1-1 0,-1 1 0,1-1-1,-1 0 1,1 0 0,-1-1 0,1 1 0,7-3 0,-4 1-11,0 0 0,0 0 0,0-1 0,0 0 0,0-1 0,-1 0 0,1 0 0,-1-1 0,0 0 0,9-7 0,133-150-739,-129 145 682,-18 16 87,-2 4 55,-4 19 3,1 0 0,2 1 1,0-1-1,1 0 1,1 1-1,1-1 0,1 0 1,1 0-1,7 22 1,-10-40-45,1-1 1,0 1 0,-1-1 0,1 0 0,1 1 0,-1-1-1,0 0 1,1 0 0,-1 0 0,1-1 0,0 1-1,0-1 1,0 1 0,6 2 0,2 1 6,-1-2 0,1 0-1,16 5 1,-17-7-2,-5-1-6,1 0 0,-1 0 0,1-1 0,0 0 0,-1 0-1,1-1 1,0 1 0,-1-1 0,1-1 0,-1 1 0,1-1-1,-1 0 1,8-3 0,9-6 76,34-22 1,-54 32-74,50-39 447,-44 32-351,0 2 1,0-1-1,1 1 1,-1 0-1,1 1 1,13-6-1,-20 10-38,8 13 138,-8-9-225,1 0 1,-1 0-1,0 0 1,0 0-1,0 1 0,0-1 1,-1 1-1,1-1 1,-1 1-1,0-1 0,1 5 1,1 4-183,6 16-899,6 13-2728,0-14-3313,-3-11-1126</inkml:trace>
</inkml:ink>
</file>

<file path=ppt/ink/ink2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2.803"/>
    </inkml:context>
    <inkml:brush xml:id="br0">
      <inkml:brushProperty name="width" value="0.05" units="cm"/>
      <inkml:brushProperty name="height" value="0.05" units="cm"/>
      <inkml:brushProperty name="color" value="#E71224"/>
    </inkml:brush>
  </inkml:definitions>
  <inkml:trace contextRef="#ctx0" brushRef="#br0">328 1 5537,'3'5'-11,"-2"-4"200,-1 0 0,1-1 0,-1 1 0,1 0-1,0-1 1,-1 1 0,0 0 0,1 0 0,-1 0 0,1-1 0,-1 1 0,0 0 0,0 0 0,1 0-1,-1 0 1,0 0 0,0-1 0,0 1 0,0 0 0,0 0 0,0 0 0,0 0 0,-1 0-1,1 0 1,0 0 0,0-1 0,-1 1 0,1 0 0,0 0 0,-1 0 0,1-1 0,-1 1 0,1 0-1,-6 8 7851,3-9-7503,0-1-399,-1 0 1,1 0-1,-1 0 0,1 0 1,0 0-1,-1-1 1,1 0-1,0 0 1,0 0-1,0 0 1,1 0-1,-1 0 1,0-1-1,-3-3 1,4 5-86,0 1 1,0-1-1,0 1 1,0 0-1,0 0 0,0 0 1,0 0-1,0 0 1,0 0-1,0 0 1,0 1-1,0-1 1,0 1-1,0-1 1,0 1-1,0 0 1,-2 1-1,3-2-31,-8 5 249,-1 0-1,1 0 0,0 1 1,1 1-1,-1-1 0,1 1 1,-10 11-1,-46 60 1146,52-62-1234,0 0 0,1 1 0,1 1 0,0 0 0,2 0 0,-13 37 0,19-46-201,0 0-1,0 0 1,1 0 0,1 0 0,-1 0-1,1 0 1,1 0 0,0 0 0,0 0-1,1 0 1,0 0 0,0-1 0,1 1 0,0 0-1,1-1 1,0 0 0,9 15 0,-6-13-365,1 0 0,-1-1 1,2 0-1,-1 0 1,1-1-1,0 0 1,1-1-1,0 0 1,0-1-1,15 8 1,-16-10-432,1 0 0,0-1 0,0 1 0,1-2 0,11 2-1,-13-3-357,-1 0-1,1-1 1,0 0-1,0-1 1,0 0-1,14-3 0,22-7-6515</inkml:trace>
</inkml:ink>
</file>

<file path=ppt/ink/ink2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3.130"/>
    </inkml:context>
    <inkml:brush xml:id="br0">
      <inkml:brushProperty name="width" value="0.05" units="cm"/>
      <inkml:brushProperty name="height" value="0.05" units="cm"/>
      <inkml:brushProperty name="color" value="#E71224"/>
    </inkml:brush>
  </inkml:definitions>
  <inkml:trace contextRef="#ctx0" brushRef="#br0">4 54 5493,'0'0'3371,"0"3"-1795,-1-2-1446,1 1-21,-1-1 0,1 0 1,0 0-1,-1 0 0,1 1 0,0-1 1,-1 0-1,1 0 0,0 1 0,0-1 0,0 0 1,0 0-1,1 1 0,-1-1 0,0 0 1,0 0-1,1 1 0,-1-1 0,1 0 0,-1 0 1,1 0-1,-1 0 0,1 0 0,0 0 1,-1 0-1,1 0 0,0 0 0,0 0 0,0 0 1,0 0-1,0 0 0,0-1 0,0 1 1,0 0-1,0-1 0,0 1 0,0-1 0,1 1 1,-1-1-1,1 1 0,11 5 188,0 0 1,1-1-1,-1-1 0,1 0 0,0-1 1,0 0-1,0-1 0,0-1 1,0 0-1,0-1 0,16-2 0,-18 1-233,1 0-1,0-1 0,-1-1 0,1 0 0,-1 0 1,0-2-1,0 1 0,0-2 0,0 1 0,-1-1 1,0-1-1,15-12 0,-22 15 124,-1 0 0,1 0 0,-1-1 0,0 1 0,0-1 0,3-7 0,2-2 124,-8 14-286,0-1 0,0 1 1,0-1-1,0 1 1,-1-1-1,1 1 1,0-1-1,0 1 0,0 0 1,-1-1-1,1 1 1,0-1-1,0 1 1,-1 0-1,1-1 0,0 1 1,-1 0-1,1-1 1,-1 1-1,1 0 0,0 0 1,-1-1-1,1 1 1,-1 0-1,1 0 1,-1 0-1,1 0 0,0 0 1,-2-1-1,-14-4 428,10 5-282,-1 0 1,1 1-1,-1 0 1,1 0-1,-1 1 1,1 0-1,0 0 1,0 0-1,-11 6 1,-51 33 1278,67-40-1413,-21 14 453,1 0 0,1 1 1,-33 34-1,33-30-158,11-12-193,0 2 0,0-1 0,1 1 0,1 1 0,0-1 0,-11 24 0,15-28-106,1 0-1,0 0 0,1 0 1,-1 0-1,1 1 1,0-1-1,1 0 0,-1 1 1,1-1-1,1 1 1,-1-1-1,3 11 0,-1-11-174,1 0-1,-1 0 0,1 0 1,0-1-1,0 1 0,1-1 0,0 0 1,0 0-1,0 0 0,0-1 1,1 1-1,0-1 0,0 0 0,0 0 1,0-1-1,1 1 0,10 4 1,5 1-1087,-1-1 0,1 0 0,39 8 0,86 10-8202,-63-12 169</inkml:trace>
</inkml:ink>
</file>

<file path=ppt/ink/ink2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3.960"/>
    </inkml:context>
    <inkml:brush xml:id="br0">
      <inkml:brushProperty name="width" value="0.05" units="cm"/>
      <inkml:brushProperty name="height" value="0.05" units="cm"/>
      <inkml:brushProperty name="color" value="#E71224"/>
    </inkml:brush>
  </inkml:definitions>
  <inkml:trace contextRef="#ctx0" brushRef="#br0">409 77 5008,'15'-37'8413,"-12"23"-7371,-4 12-786,0 1 0,-1-1 0,1 1 0,0-1 0,-1 1 0,1 0 0,-1-1 0,0 1 0,1 0 0,-1 0 1,0 0-1,0 0 0,0 1 0,-3-2 0,5 2-96,-5-2 127,0 1 0,0 0 0,0 0 0,0 0 0,0 1 0,0 0 0,0 0 0,0 0 0,0 0 0,0 1 0,0 0 0,0 0 0,0 0 0,0 0 0,1 1 0,-6 2 0,-3 3 209,1-1 0,-1 2 0,1-1 0,-15 14-1,10-5-24,1 0-1,0 1 1,1 0-1,1 1 0,1 1 1,1 0-1,0 1 0,-14 34 1,8-9 32,2 0 0,2 2 0,-9 51 0,14-51-354,3 0 0,2 0-1,1 0 1,6 66 0,-1-88-153,2 0-1,0 0 1,1 0-1,2-1 1,0 1-1,2-2 1,0 1-1,2-1 1,26 41-1,-30-53 5,1-2 0,0 1 0,0-1 0,1 0 0,0-1 0,1 0 0,13 9 0,-18-14 0,-1 0 0,1-1 0,0 0 0,0 0 0,1 0 0,-1 0 0,0-1 0,1 0 0,-1 0 0,0 0 0,1-1 0,-1 0 0,1 0 0,-1 0 0,1 0 0,-1-1 0,1 0 0,-1 0 0,8-4 0,-2 1 0,-1-1 0,-1-1 0,1 0 0,-1 0 0,0-1 0,0 0 0,-1 0 0,0-1 0,0 0 0,-1-1 0,0 1 0,0-2 0,-1 1 0,0-1 0,-1 1 0,0-2 0,0 1 0,3-15 0,4-16 0,-1-1 0,-3 0 0,5-62 0,-10 70-118,-2 0 0,-2 0 0,-9-64 1,-31-100-1402,20 106 116,17 76 944,0 0-1,-1 1 1,0-1 0,-11-19-1,-13-6-3355,25 37 2004,-1-1 1,0 1 0,0 0 0,-1 0 0,-8-5 0</inkml:trace>
</inkml:ink>
</file>

<file path=ppt/ink/ink2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4.265"/>
    </inkml:context>
    <inkml:brush xml:id="br0">
      <inkml:brushProperty name="width" value="0.05" units="cm"/>
      <inkml:brushProperty name="height" value="0.05" units="cm"/>
      <inkml:brushProperty name="color" value="#E71224"/>
    </inkml:brush>
  </inkml:definitions>
  <inkml:trace contextRef="#ctx0" brushRef="#br0">1 0 8561,'3'5'376,"0"-1"0,0 0 1,-1 1-1,0-1 0,0 1 1,0 0-1,0 0 0,1 6 1,10 24 1876,16 25 695,54 82 0,-67-118-2056,1-2 0,1 0-1,1-1 1,1-1 0,1 0-1,23 16 1,-43-36-835,0 1 0,0-1 0,0 0 0,0 1 0,0-1 0,0 0-1,1 0 1,-1 0 0,0 0 0,0 0 0,0 0 0,0 0 0,0 0 0,0-1 0,0 1 0,0 0 0,1-1-1,-1 1 1,0-1 0,0 1 0,1-1 0,3-2 170,-4 3-199,5-2 82,0 0-1,-1 0 0,0-1 1,1 0-1,-1 0 1,0 0-1,0-1 1,-1 1-1,1-1 0,-1 0 1,8-9-1,77-94-1428,8 5-6780,-67 73 1704,7 3-3967</inkml:trace>
</inkml:ink>
</file>

<file path=ppt/ink/ink2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4.516"/>
    </inkml:context>
    <inkml:brush xml:id="br0">
      <inkml:brushProperty name="width" value="0.05" units="cm"/>
      <inkml:brushProperty name="height" value="0.05" units="cm"/>
      <inkml:brushProperty name="color" value="#E71224"/>
    </inkml:brush>
  </inkml:definitions>
  <inkml:trace contextRef="#ctx0" brushRef="#br0">146 168 7817,'0'-2'359,"0"1"-1,0-1 1,0 1 0,0-1 0,1 1 0,-1-1 0,1 1 0,-1-1 0,1 1 0,-1-1-1,1 1 1,0 0 0,0-1 0,0 1 0,0 0 0,0-1 0,0 1 0,0 0-1,2-2 1,33-29 4508,-20 17-4628,14-11 714,-24 22-738,0-1 1,0 0 0,-1-1-1,1 1 1,4-8 0,-11 12-169,0-1 0,1 1 0,-1-1-1,0 1 1,1-1 0,-1 1 0,0-1 0,0 1 0,0 0 0,-1-1 0,1 1 0,0 0 0,0 0 0,-1 0 0,1 0 0,-3-1 0,2 1-10,-2 0 0,1 0 1,0 1-1,0 0 1,0 0-1,0 0 0,0 0 1,0 0-1,0 0 0,0 1 1,0-1-1,0 1 0,0 0 1,0 0-1,0 0 0,0 0 1,-3 3-1,-4 0 80,-4 1-29,0 1 1,0 0 0,0 2 0,1-1 0,0 2 0,0-1-1,1 2 1,1 0 0,-1 0 0,-14 19 0,21-24-116,1 1 0,1-1 1,-1 1-1,1 0 0,0 0 0,0 0 1,0 1-1,1-1 0,0 1 1,1-1-1,-1 1 0,1 0 0,0 0 1,1-1-1,0 1 0,0 0 1,0 0-1,1 0 0,0-1 0,0 1 1,1 0-1,0-1 0,0 1 1,0-1-1,7 12 0,-4-10-287,0-1-1,0 0 1,1 0-1,0 0 1,1 0-1,0-1 1,0 0-1,0-1 1,0 1 0,1-1-1,0-1 1,0 1-1,0-2 1,15 6-1,-1-2-1158,0-1-1,1 0 1,-1-2 0,39 2-1,-9-3-2287,1 0-1626</inkml:trace>
</inkml:ink>
</file>

<file path=ppt/ink/ink2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4.907"/>
    </inkml:context>
    <inkml:brush xml:id="br0">
      <inkml:brushProperty name="width" value="0.05" units="cm"/>
      <inkml:brushProperty name="height" value="0.05" units="cm"/>
      <inkml:brushProperty name="color" value="#E71224"/>
    </inkml:brush>
  </inkml:definitions>
  <inkml:trace contextRef="#ctx0" brushRef="#br0">64 165 7405,'-47'-38'1861,"46"37"-1766,0 1-1,0-1 0,0 0 1,0 0-1,0 1 0,0-1 1,0 0-1,0 0 0,0 0 1,0 0-1,0 0 0,1 0 1,-1-1-1,0 1 0,1 0 1,-1 0-1,1 0 0,0-1 1,-1 1-1,1 0 0,0 0 1,-1-1-1,1 1 0,0 0 1,0-1-1,0 1 0,0 0 1,1-1-1,-1 1 0,0 0 1,0 0-1,1-1 0,0-1 1,3-16 6315,21 28-5582,-19-5-763,0 0-1,0 1 1,0-1-1,0 1 1,-1 0-1,0 1 0,0 0 1,0-1-1,-1 1 1,5 9-1,4 9 104,18 42 0,-23-43-97,-1 0-1,-2 1 1,0 0 0,2 33 0,-7-45-48,0 1 0,0-1-1,-1 1 1,0-1-1,-2 1 1,1-1 0,-8 21-1,0 1 103,9-31-112,0 1 0,0-2 0,0 1 0,-1 0 0,0 0 0,1 0 0,-1-1 0,0 1 0,-3 3 0,2-3-9,1-1-66,3-4-254,-1-1 205,1 1 0,-1-1 1,1 1-1,0-1 0,0 1 0,0 0 1,0-1-1,0 1 0,1 0 1,-1 0-1,1 0 0,-1 0 1,1 0-1,2-2 0,33-27-1192,-22 20 829,158-144-3493,-136 117 3815,-1-2 0,40-58 0,45-65 4845,-121 175-2810,-9 26-1365,-7 40-357,13-43-1101,1-1 0,4 59 1,14 14-6623,-4-61 360</inkml:trace>
</inkml:ink>
</file>

<file path=ppt/ink/ink2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5.093"/>
    </inkml:context>
    <inkml:brush xml:id="br0">
      <inkml:brushProperty name="width" value="0.05" units="cm"/>
      <inkml:brushProperty name="height" value="0.05" units="cm"/>
      <inkml:brushProperty name="color" value="#E71224"/>
    </inkml:brush>
  </inkml:definitions>
  <inkml:trace contextRef="#ctx0" brushRef="#br0">34 131 7961,'-3'-1'204,"0"-1"0,1-1 0,-1 1 0,0 0 0,1-1 0,-1 1 0,1-1 0,0 0 0,0 0 0,0 0 0,0 0 0,-2-6 0,3 6 9,1 1-1,0-1 1,0 0 0,1 1 0,-1-1-1,0 0 1,1 1 0,-1-1 0,1 0-1,0 1 1,0-1 0,0 1 0,0 0-1,1-1 1,-1 1 0,0 0 0,1 0 0,0 0-1,2-3 1,-1 1 13,1 1-1,0 0 1,-1 0 0,1 0-1,0 0 1,1 0-1,-1 1 1,0 0 0,1 0-1,-1 0 1,1 0-1,0 1 1,-1 0 0,1 0-1,6-1 1,7 0 132,-1 1 1,30 2-1,-17 1-76,-1 2 0,1 1 0,-1 1 1,42 15-1,-50-14-213,-2 1 0,1 1 1,-1 1-1,0 0 1,-1 2-1,31 24 0,-45-32-264,0 0-1,-1 0 1,1 0-1,-1 1 1,1-1-1,-1 1 1,0 0-1,-1-1 1,1 1-1,-1 0 1,0 1-1,-1-1 0,1 0 1,-1 1-1,0-1 1,0 1-1,0 5 1,-1-5-590,-1 0-1,1 0 1,-1 0 0,0 0 0,0-1 0,-1 1 0,0 0-1,0-1 1,0 1 0,-4 4 0,-7 15-5524</inkml:trace>
</inkml:ink>
</file>

<file path=ppt/ink/ink2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5.234"/>
    </inkml:context>
    <inkml:brush xml:id="br0">
      <inkml:brushProperty name="width" value="0.05" units="cm"/>
      <inkml:brushProperty name="height" value="0.05" units="cm"/>
      <inkml:brushProperty name="color" value="#E71224"/>
    </inkml:brush>
  </inkml:definitions>
  <inkml:trace contextRef="#ctx0" brushRef="#br0">22 1 6449,'0'0'3272,"-3"17"-3308,-3 0-1036,-1-6-1432,1 4-621</inkml:trace>
</inkml:ink>
</file>

<file path=ppt/ink/ink2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6.113"/>
    </inkml:context>
    <inkml:brush xml:id="br0">
      <inkml:brushProperty name="width" value="0.05" units="cm"/>
      <inkml:brushProperty name="height" value="0.05" units="cm"/>
      <inkml:brushProperty name="color" value="#E71224"/>
    </inkml:brush>
  </inkml:definitions>
  <inkml:trace contextRef="#ctx0" brushRef="#br0">159 521 5985,'46'-92'6992,"38"-35"-4080,-66 102-2241,-2-1 0,0 0 0,12-31 0,-25 49-427,-1 1 0,0-1 0,0 0 1,-1 0-1,1-15 0,3-16 476,16-24 554,-19 60-389,-6 6-305,-18 23-65,1 1-1,1 0 0,1 1 0,2 1 0,1 1 0,-14 35 0,-64 201 1580,15 52-472,51-189-1187,11-54-186,2 0-1,4 1 1,-2 126 0,13-27-49,0-156-216,1 0-1,1 1 1,0-1-1,7 22 1,-2-10-254,-7-29 232,0 0 1,1 0-1,-1 0 0,0 0 0,1 0 1,0 0-1,-1 0 0,1 0 0,0 0 0,0 0 1,0 0-1,0-1 0,1 1 0,-1 0 0,0-1 1,1 1-1,-1-1 0,1 0 0,3 3 1,-4-3-14,1-1 1,-1 0-1,1 0 1,-1 1 0,1-1-1,-1 0 1,1 0-1,0-1 1,-1 1 0,1 0-1,-1 0 1,1-1-1,-1 1 1,1-1 0,-1 1-1,0-1 1,1 0 0,-1 1-1,3-3 1,3-2-200,0-1 0,-1 1 0,1-1 1,-2-1-1,1 1 0,0-1 0,6-12 1,-5 7-13,-2-1 0,0 1 0,0-1 0,-1 0 0,-1 0 0,0 0 0,1-16 0,2-100-965,-6 79 814,-6-75-244,3 99 539,0-1-1,2 0 1,2 0-1,0 0 1,1 0-1,9-39 1,-8 58 102,1 1-1,0-1 1,0 1 0,0-1 0,1 1 0,0 1 0,0-1-1,1 1 1,0 0 0,0 0 0,0 0 0,1 1 0,0 0 0,14-7-1,10-5-8,1 1 0,39-13 0,-4 5 393,133-31 0,-198 55-348,3-1 41,0 0 1,0 0 0,-1 1-1,1-1 1,0 1-1,5 1 1,-7-1-34,-1 1-1,0-1 0,0 1 1,0 0-1,0 0 1,0 0-1,0 0 0,0 0 1,-1 0-1,1 1 1,0-1-1,-1 1 0,1-1 1,0 1-1,-1-1 1,0 1-1,1 0 0,0 2 1,1 1 14,0-2-8,-1 1 0,0-1 0,0 1 0,0-1 0,0 1 0,-1 0 1,1 0-1,-1 0 0,0 0 0,-1 0 0,1 0 0,0 0 1,-1 0-1,0 0 0,0 6 0,-2 6-338,-1 0 1,0 1-1,-1-1 0,-1-1 1,-10 26-1,-26 37-5644,26-45 403,4 1-3241</inkml:trace>
</inkml:ink>
</file>

<file path=ppt/ink/ink2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6.437"/>
    </inkml:context>
    <inkml:brush xml:id="br0">
      <inkml:brushProperty name="width" value="0.05" units="cm"/>
      <inkml:brushProperty name="height" value="0.05" units="cm"/>
      <inkml:brushProperty name="color" value="#E71224"/>
    </inkml:brush>
  </inkml:definitions>
  <inkml:trace contextRef="#ctx0" brushRef="#br0">356 1 6257,'-9'13'248,"-2"3"1148,1 0 1,0 1-1,-14 35 0,-85 190 5284,7-19-5077,43-42-3728,52-146-2333,-6 56 0,12-49-1890</inkml:trace>
</inkml:ink>
</file>

<file path=ppt/ink/ink2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6.690"/>
    </inkml:context>
    <inkml:brush xml:id="br0">
      <inkml:brushProperty name="width" value="0.05" units="cm"/>
      <inkml:brushProperty name="height" value="0.05" units="cm"/>
      <inkml:brushProperty name="color" value="#E71224"/>
    </inkml:brush>
  </inkml:definitions>
  <inkml:trace contextRef="#ctx0" brushRef="#br0">1 82 7737,'81'-21'3183,"1"4"1,98-7-1,-106 17-2542,-16 0-121,1 3 0,0 3 0,89 8 0,-143-6-476,0-1 1,0 1-1,-1 1 0,1-1 1,0 1-1,0-1 1,-1 1-1,1 1 0,-1-1 1,1 1-1,-1-1 1,0 1-1,0 1 1,0-1-1,-1 0 0,1 1 1,-1 0-1,0 0 1,0 0-1,0 0 0,0 0 1,-1 1-1,0-1 1,0 1-1,0-1 0,0 1 1,-1 0-1,0 0 1,1 7-1,-1 54-349,-2-50-1053,1 0 1,2 20-1,-3-13-3870,-1-14 3455,-1 20-5204</inkml:trace>
</inkml:ink>
</file>

<file path=ppt/ink/ink2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6.846"/>
    </inkml:context>
    <inkml:brush xml:id="br0">
      <inkml:brushProperty name="width" value="0.05" units="cm"/>
      <inkml:brushProperty name="height" value="0.05" units="cm"/>
      <inkml:brushProperty name="color" value="#E71224"/>
    </inkml:brush>
  </inkml:definitions>
  <inkml:trace contextRef="#ctx0" brushRef="#br0">1 1 7429,'0'0'2508,"13"14"-2952,-1 6-2356,-8-3-909</inkml:trace>
</inkml:ink>
</file>

<file path=ppt/ink/ink2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7.625"/>
    </inkml:context>
    <inkml:brush xml:id="br0">
      <inkml:brushProperty name="width" value="0.05" units="cm"/>
      <inkml:brushProperty name="height" value="0.05" units="cm"/>
      <inkml:brushProperty name="color" value="#E71224"/>
    </inkml:brush>
  </inkml:definitions>
  <inkml:trace contextRef="#ctx0" brushRef="#br0">0 233 9009,'1'-1'488,"-1"-1"0,0 1 0,1-1 0,0 1 0,-1 0 0,1 0 0,0-1 0,-1 1 0,1 0 0,0 0 0,0 0 1,0 0-1,0 0 0,0 0 0,0 0 0,1 0 0,-1 0 0,0 0 0,2 0 0,10 5 4064,-2 5-6117,-10-8 1604,0 0 0,0 1-1,0-1 1,0 1 0,0 0 0,-1-1-1,1 1 1,0 0 0,-1-1 0,1 1-1,-1 3 1,3 6 185,4 19-39,5 47-1,-7-36-148,-4-39-39,0 1 0,0-1-1,0 0 1,1 0 0,-1 0-1,0 0 1,1 0 0,0 0-1,-1 0 1,3 2 0,0 0-21,-4-4 24,0 0-1,0 0 0,0 1 0,1-1 0,-1 0 0,0 0 0,0 0 0,0 0 0,0 0 0,0 1 1,0-1-1,0 0 0,0 0 0,0 0 0,1 0 0,-1 0 0,0 0 0,0 0 0,0 0 0,0 0 1,0 0-1,0 0 0,1 1 0,-1-1 0,0 0 0,0 0 0,0 0 0,0 0 0,0 0 0,1 0 1,-1 0-1,0 0 0,0 0 0,0 0 0,0 0 0,0 0 0,1 0 0,-1-1 0,0 1 0,0 0 1,0 0-1,0 0 0,0 0 0,0 0 0,1 0 0,-1 0 0,0 0 0,0 0 0,19-7-18,0 2-43,-1-2-1,27-13 1,-36 15 53,1 0 0,-1 0 0,1 1 0,0 1 0,0 0 0,1 0 0,-1 1 0,0 0 0,1 0 0,-1 2 1,1-1-1,0 1 0,-1 1 0,1 0 0,-1 0 0,1 1 0,16 5 0,-14-3-143,0-1-1,0 0 1,0-1-1,0 0 1,1-1 0,20-1-1,-8-2-168,-1-1 0,38-8-1,-47 6 269,0-1 0,0 0-1,0-1 1,-1 0 0,0-2-1,0 0 1,-1 0 0,0-1-1,-1-1 1,0 0 0,0-1-1,10-14 1,-6 5 62,0 0-1,-2-1 1,-1-1 0,-1 0-1,0-1 1,-2 0 0,8-26-1,-18 49-3,-1 0-1,0 0 1,0 0 0,1 0-1,-1 0 1,0-1 0,0 1 0,0 0-1,0 0 1,0 0 0,-1 0-1,1 0 1,0 0 0,0 0-1,-1 0 1,1 0 0,-1 0-1,1 0 1,-1 0 0,1 0-1,-1 0 1,1 0 0,-1 0-1,0 1 1,0-1 0,1 0-1,-3-1 1,-3-4-1,4 6 3,-1 0 0,1 0 1,-1 1-1,0-1 0,1 1 0,-1 0 1,1-1-1,-1 1 0,1 0 1,0 1-1,-3 0 0,5-1-6,-3 1-3,-1 0 0,1 0 0,1 0 1,-1 1-1,0-1 0,1 1 0,-1 0 1,1 0-1,0 0 0,0 0 0,0 0 0,0 0 1,0 0-1,-1 5 0,2-5-63,2-1 13,10 22 22,-10-22 31,2-2-28,7 0 112,0-1 0,0 0 1,-1 0-1,19-6 1,-25 6 377,3 20-95,-5-9-312,0 0-1,-1 0 1,1-1 0,-2 1-1,0 0 1,0 0 0,0 0-1,-1 0 1,-1-1 0,-3 10-1,-1 7 74,-34 140 424,-8-1 1,-134 301-1,-1-134-444,149-279 137,-2-2 1,-3-2 0,-89 88-1,121-130-52,-1 0 0,0 0 0,0-1 0,0 0 0,-17 8 0,24-14-168,1 1-1,-1 0 1,1 0-1,-1-1 1,0 1-1,1-1 1,-1 1 0,0-1-1,1 0 1,-1 0-1,0 1 1,1-1-1,-1-1 1,0 1-1,1 0 1,-1 0 0,0 0-1,1-1 1,-1 1-1,0-1 1,1 0-1,-1 1 1,1-1-1,-1 0 1,1 0 0,-1 0-1,1 0 1,0 0-1,-1 0 1,1 0-1,0 0 1,0-1 0,0 1-1,0 0 1,0-1-1,0 1 1,0-1-1,0 1 1,1-1-1,-1 1 1,1-1 0,-1 0-1,1 1 1,-1-1-1,1-3 1,-2-6 24,1 0 0,1 0 0,0 0 1,0 0-1,1 0 0,0-1 0,1 1 1,6-20-1,4-6 9,22-46 1,-6 27-368,3 1-1,2 1 1,74-92 0,143-126-2883,-35 82-1330,-63 77-2791,-71 57-860</inkml:trace>
</inkml:ink>
</file>

<file path=ppt/ink/ink2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7.781"/>
    </inkml:context>
    <inkml:brush xml:id="br0">
      <inkml:brushProperty name="width" value="0.05" units="cm"/>
      <inkml:brushProperty name="height" value="0.05" units="cm"/>
      <inkml:brushProperty name="color" value="#E71224"/>
    </inkml:brush>
  </inkml:definitions>
  <inkml:trace contextRef="#ctx0" brushRef="#br0">1 91 5985,'0'0'1740,"1"-2"127,3-9-1660,9-24 9134,-9 21-7863,-4 10-671,-12-20-1206</inkml:trace>
</inkml:ink>
</file>

<file path=ppt/ink/ink2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09.105"/>
    </inkml:context>
    <inkml:brush xml:id="br0">
      <inkml:brushProperty name="width" value="0.05" units="cm"/>
      <inkml:brushProperty name="height" value="0.05" units="cm"/>
      <inkml:brushProperty name="color" value="#E71224"/>
    </inkml:brush>
  </inkml:definitions>
  <inkml:trace contextRef="#ctx0" brushRef="#br0">793 626 8469,'0'-1'86,"1"-2"228,-1 0 0,0 0 0,-1 0 0,1 0-1,0 0 1,-1-1 0,0 1 0,0 1 0,-1-5 0,2 6-177,0-1 1,0 1-1,0 0 0,0 0 1,0-1-1,1 1 1,-1 0-1,0-1 0,1 1 1,-1 0-1,1 0 1,-1 0-1,1 0 1,0-1-1,-1 1 0,2-1 1,-1 0 196,1-2-174,0 1 0,0 0 0,1 0 0,-1 0-1,0 1 1,1-1 0,0 0 0,0 1 0,0 0 0,0 0 0,0 0 0,0 0 0,0 0-1,1 0 1,-1 1 0,0 0 0,1-1 0,0 1 0,-1 1 0,1-1 0,0 0 0,3 1 0,5-1 57,0 0 1,0 1 0,0 1 0,0 0 0,13 3-1,-19-2-161,-1 0-1,0 0 0,0 1 0,0 0 1,0 0-1,0 0 0,0 0 0,-1 1 1,1 0-1,-1-1 0,0 2 0,0-1 1,-1 0-1,1 1 0,-1 0 0,0 0 1,0 0-1,-1 0 0,1 0 0,-1 0 1,2 8-1,-1 0 12,-1 1-1,0 0 1,-1 0-1,0 0 1,-1 1 0,-1-1-1,0 0 1,-1 0 0,0 0-1,-1-1 1,-1 1 0,0-1-1,-7 15 1,-10 18 106,-1 0 0,-36 52 1,55-93-160,-89 158 408,87-151-388,-11 26 149,15-37-175,1 1 0,-1 0 0,1-1 0,0 1 0,0-1 0,0 1 0,0 0-1,0-1 1,0 1 0,0 0 0,0-1 0,1 1 0,-1-1 0,0 1 0,1-1 0,0 1 0,-1-1-1,1 1 1,0-1 0,0 1 0,1 1 0,1-1 5,1 1-1,-1-1 1,1 0 0,-1 0-1,1 0 1,0 0 0,0-1-1,0 1 1,0-1 0,0 0-1,0 0 1,0-1 0,1 1-1,-1-1 1,5 0-1,64-5 33,-49 0-367,-1 0 0,1-2-1,-1 0 1,0-2-1,-1 0 1,0-2 0,0 0-1,-1-2 1,-1 0-1,0-1 1,-1-1-1,0-1 1,-1-1 0,-1 0-1,-1-1 1,20-29-1,-26 32-123,-2 0 0,0 0-1,0 0 1,-2-1 0,0 0 0,-1-1-1,0 0 1,-2 1 0,4-33-1,-6 25 68,-2 0 0,0 1 0,-1-1 0,-2 1 0,0-1 0,-13-36 0,-6-9-113,-46-94 0,49 122 886,-3 1-1,-1 1 0,-41-51 1,53 75 84,-1 1 1,0 1 0,-1 0 0,-30-21 0,38 30-300,0 0 1,0 0-1,-1 1 1,1 0 0,-1 1-1,1 0 1,-1 0-1,0 0 1,0 1 0,0-1-1,0 2 1,0-1-1,0 1 1,0 0 0,0 1-1,-9 1 1,1 2 85,0 1 1,0 0-1,1 1 1,0 0-1,1 2 1,-1-1-1,1 2 1,1 0-1,-18 15 1,-8 12 464,-47 58 0,74-81-605,-50 63 1156,-70 114-1,-35 95 871,161-275-2082,-163 316 1574,149-280-1448,1 0 0,3 1 0,2 0 0,1 1 1,-6 67-1,17-100-154,0-1 1,2 1 0,-1 0-1,2-1 1,0 1-1,0-1 1,2 1-1,0-1 1,0 0-1,1 0 1,13 24-1,-11-28-22,-1 1-1,2-2 1,-1 1-1,1-1 1,1 0-1,0 0 1,0-1-1,1 0 1,0-1-1,0 0 1,0 0-1,1-1 1,0-1-1,18 7 1,0-3-31,0-2-1,0 0 1,1-2 0,0-1-1,52-1 1,-15-5-245,99-16-1,-88 5-69,-1-3 0,-1-4-1,-1-4 1,0-2-1,-2-4 1,114-64 0,-137 64 195,-1-2 1,-2-3-1,-1-1 0,-1-2 1,-3-2-1,-1-2 0,-2-1 1,-2-3-1,51-81 1,-70 93 88,0 1 1,-3-2-1,0 0 1,-3-1-1,-1-1 1,-1 1 0,-2-2-1,3-49 1,-8 57 18,-3 0 0,0 0 0,-2-1 0,-2 1 0,0 0 0,-2 0 0,-1 1 1,-2 0-1,0 0 0,-25-49 0,15 44 9,-2 1 0,-1 1-1,-2 1 1,-1 0 0,-1 3 0,-1 0 0,-2 1-1,-1 2 1,-1 1 0,0 1 0,-2 2 0,-55-27-1,56 34-448,-1 0-1,-1 3 1,1 0-1,-2 2 1,1 2-1,-38-3 0,44 8-845,-1 1-1,1 1 0,-1 1 1,1 2-1,0 1 0,0 1 0,-52 18 1,11 6-6072</inkml:trace>
</inkml:ink>
</file>

<file path=ppt/ink/ink2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0.989"/>
    </inkml:context>
    <inkml:brush xml:id="br0">
      <inkml:brushProperty name="width" value="0.05" units="cm"/>
      <inkml:brushProperty name="height" value="0.05" units="cm"/>
      <inkml:brushProperty name="color" value="#E71224"/>
    </inkml:brush>
  </inkml:definitions>
  <inkml:trace contextRef="#ctx0" brushRef="#br0">312 42 13125,'0'0'43,"0"-27"3079,-7 13 2451,-3 13-1982,8 2-3395,1-1 0,-1 1 0,0 0 1,0 0-1,0 0 0,1 0 0,-1 0 0,0 0 0,1 0 0,-1 0 0,-1 3 0,0 5 231,0 1 0,1-1 0,1 1 0,-1 0 0,1 15 0,-1 3 186,-13 103 396,-45 367-123,-32-4-996,32-186-148,30-116-6780,29-146 1974,9-19-1089,9-4-5117</inkml:trace>
</inkml:ink>
</file>

<file path=ppt/ink/ink2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1.162"/>
    </inkml:context>
    <inkml:brush xml:id="br0">
      <inkml:brushProperty name="width" value="0.05" units="cm"/>
      <inkml:brushProperty name="height" value="0.05" units="cm"/>
      <inkml:brushProperty name="color" value="#E71224"/>
    </inkml:brush>
  </inkml:definitions>
  <inkml:trace contextRef="#ctx0" brushRef="#br0">25 269 12725,'-25'-31'2028,"47"-9"-231,-3 11-225,0 9-328,7 0-260,2 0-212,10 3 16,13-9-340,3 6-184,10 6-212,-1 2-360,67-8-1936,-60 23 248,-6-3-813,-7 3-1639,-13 11-3437</inkml:trace>
</inkml:ink>
</file>

<file path=ppt/ink/ink2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1.317"/>
    </inkml:context>
    <inkml:brush xml:id="br0">
      <inkml:brushProperty name="width" value="0.05" units="cm"/>
      <inkml:brushProperty name="height" value="0.05" units="cm"/>
      <inkml:brushProperty name="color" value="#E71224"/>
    </inkml:brush>
  </inkml:definitions>
  <inkml:trace contextRef="#ctx0" brushRef="#br0">0 175 8633,'29'-34'1284,"3"14"-232,3 6-236,3-1-168,9 4-652,17-6-600,9-9-1052,9 6-1372,14 3-1129</inkml:trace>
</inkml:ink>
</file>

<file path=ppt/ink/ink2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1.739"/>
    </inkml:context>
    <inkml:brush xml:id="br0">
      <inkml:brushProperty name="width" value="0.05" units="cm"/>
      <inkml:brushProperty name="height" value="0.05" units="cm"/>
      <inkml:brushProperty name="color" value="#E71224"/>
    </inkml:brush>
  </inkml:definitions>
  <inkml:trace contextRef="#ctx0" brushRef="#br0">0 404 5428,'9'3'415,"1"-1"0,-1 0-1,0 0 1,1-1 0,-1 0-1,1-1 1,-1 0-1,1 0 1,-1-1 0,1 0-1,-1-1 1,14-4-1,14-5 937,59-27 0,-89 35-1286,39-17 1098,73-43 1,-108 56-931,0-1 0,0 0 1,-1 0-1,0-1 0,0 0 0,-1-1 0,0 0 1,-1 0-1,0-1 0,-1 0 0,8-16 0,-13 23-144,-1 0 0,0 0-1,0 0 1,-1 0-1,1 0 1,-1 0 0,0 0-1,0 0 1,0 0 0,0 0-1,-1 0 1,1 0-1,-1 1 1,0-1 0,-2-5-1,-1 1 42,1-1 0,-1 1 0,-1 0 1,-7-11-1,11 17-98,-1 0 0,0 1 0,1-1 0,-1 0 0,0 1 0,0 0 0,0-1 0,0 1 0,0 0 0,0 0 0,-1 0 0,1 0 0,0 0 0,0 1-1,-1-1 1,1 1 0,-1-1 0,1 1 0,-5 0 0,2 0 23,0 0 0,-1 1 0,1 0-1,0 0 1,0 0 0,0 0-1,-8 4 1,2 0 8,0 1-1,0 0 1,1 1-1,0 0 0,0 1 1,0 0-1,1 0 1,0 1-1,1 0 1,0 1-1,0 0 1,1 0-1,1 0 1,-1 1-1,2 0 1,-1 1-1,2-1 1,-1 1-1,2 0 1,0 0-1,0 0 1,-1 18-1,4-23-51,1 0-1,0 1 1,0-1-1,1 0 1,0 0-1,0 0 1,0 0-1,1 0 1,1-1-1,-1 1 1,1-1-1,0 0 0,0 0 1,0 0-1,7 6 1,-4-4 1,1 0-1,0-1 1,1 0 0,-1 0-1,2-1 1,-1 0-1,0 0 1,1-1 0,15 6-1,0-4-2,0-1 0,1-1-1,-1-1 1,1-1-1,-1-2 1,1 0-1,41-5 1,-30-1-6,-1-1 0,-1-2 1,1-2-1,59-24 1,-73 24-3,0-1 0,-1 0 0,-1-2 0,25-19 0,-36 25-11,-1 0-1,1-1 1,-2 0 0,1 0 0,-1-1 0,0 0-1,-1 0 1,0-1 0,0 1 0,-1-1 0,5-15-1,-9 22-7,0 0 0,0 0 0,-1 0 0,1 0 0,-1 0 0,0 0 0,0 0 0,0 0 0,0 0 0,0 0 0,-1-1 0,0 1 0,1 0 0,-1 0 0,0 0-1,0 1 1,-1-1 0,1 0 0,-1 0 0,1 0 0,-1 1 0,0-1 0,-2-2 0,1 3-31,0-1 0,0 1 0,0-1 0,-1 1 0,1 0 0,-1 0 0,1 1 0,-1-1 0,0 1 0,0-1 0,0 1 0,1 1 0,-1-1 0,0 0 0,0 1 0,0 0 0,0 0 0,-5 0 0,-12 3-331,1 1 0,0 1 0,0 1 0,1 0 1,-1 2-1,1 0 0,1 1 0,0 1 0,-25 17 0,-15 16-4685,-72 66-1,103-83-201</inkml:trace>
</inkml:ink>
</file>

<file path=ppt/ink/ink2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1.907"/>
    </inkml:context>
    <inkml:brush xml:id="br0">
      <inkml:brushProperty name="width" value="0.05" units="cm"/>
      <inkml:brushProperty name="height" value="0.05" units="cm"/>
      <inkml:brushProperty name="color" value="#E71224"/>
    </inkml:brush>
  </inkml:definitions>
  <inkml:trace contextRef="#ctx0" brushRef="#br0">1 95 10385,'92'-43'1320,"-45"17"108,-2 12 104,-10 8-48,-19 3-155,9 0-229,0 3-240,1 3-176,-4-3-148,0 12-100,4-1-72,-14 0-360,4 4-424,-3 2-676,3 0-696,-4-6-717,1 1-2047,0 5-3549</inkml:trace>
</inkml:ink>
</file>

<file path=ppt/ink/ink2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2.048"/>
    </inkml:context>
    <inkml:brush xml:id="br0">
      <inkml:brushProperty name="width" value="0.05" units="cm"/>
      <inkml:brushProperty name="height" value="0.05" units="cm"/>
      <inkml:brushProperty name="color" value="#E71224"/>
    </inkml:brush>
  </inkml:definitions>
  <inkml:trace contextRef="#ctx0" brushRef="#br0">302 1 11005,'0'0'1728,"0"3"-50,-28 170 4005,-115 362-3826,115-447-2806,-21 65-2086,9-55-4580,27-68 247</inkml:trace>
</inkml:ink>
</file>

<file path=ppt/ink/ink2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2.394"/>
    </inkml:context>
    <inkml:brush xml:id="br0">
      <inkml:brushProperty name="width" value="0.05" units="cm"/>
      <inkml:brushProperty name="height" value="0.05" units="cm"/>
      <inkml:brushProperty name="color" value="#E71224"/>
    </inkml:brush>
  </inkml:definitions>
  <inkml:trace contextRef="#ctx0" brushRef="#br0">37 207 7573,'-4'-3'240,"1"0"1,-1 0-1,1-1 0,0 1 1,0-1-1,1 0 1,-1 1-1,1-1 1,0 0-1,0-1 0,0 1 1,-1-6-1,2 7-8,1 1-1,0-1 0,0 0 0,0 0 0,0 0 1,1 0-1,-1 0 0,1 0 0,0 1 0,-1-1 1,1 0-1,1 1 0,-1-1 0,0 0 0,0 1 1,1-1-1,0 1 0,-1 0 0,1-1 0,0 1 1,4-3-1,2-2 87,0 0 1,0 1-1,0 0 1,1 1-1,0 0 1,0 0-1,1 1 1,-1 0-1,1 0 1,12-2-1,15-2 209,56-5-1,-47 8-92,-43 4-413,14-1 105,0 0 0,-1 1 0,1 0 0,0 1 1,16 3-1,-29-3-105,-1 1 0,0-1 0,0 1 0,0 0 1,0 0-1,0 0 0,0 0 0,0 1 0,-1-1 1,1 1-1,0 0 0,-1 0 0,1 0 0,-1 0 1,1 0-1,-1 0 0,0 0 0,0 1 0,0-1 1,0 1-1,-1 0 0,1 0 0,-1-1 0,0 1 1,1 0-1,-1 0 0,0 0 0,-1 0 0,1 0 1,-1 1-1,1-1 0,-1 0 0,0 6 0,-4 54 142,2-46-122,0 0 0,1 0 0,1 0 0,1 0 0,4 22 0,-4-34-42,0 0 0,1-1 0,0 1 0,-1 0-1,2-1 1,-1 1 0,1-1 0,-1 0 0,1 0 0,0 0 0,1 0 0,-1 0-1,1-1 1,-1 0 0,1 1 0,0-1 0,0-1 0,1 1 0,-1-1-1,1 1 1,-1-1 0,10 2 0,1 1-50,0-1 0,0-1 0,0-1 0,1 0 1,-1-1-1,1-1 0,-1 0 0,22-3 0,-7-2 12,-1-1 0,1-2 0,34-13-1,-51 15 232,0 0 0,0-1 0,-1-1-1,0 0 1,-1 0 0,14-13-1,-22 18 442,16 11 43,-17-7-652,-1 0 1,1 0 0,0 0 0,-1 0 0,1 1 0,-1-1 0,0 1-1,1-1 1,-1 1 0,0-1 0,0 1 0,0 0 0,0-1 0,0 1 0,0 0-1,-1 0 1,1 0 0,0 2 0,10 46-389,-8-38 46,0 22-1021,1 1-2061,-3-32 2471,0 1 0,0-1 0,1 1-1,-1-1 1,1 0 0,-1 0 0,1 0 0,3 4-1,5 7-7466</inkml:trace>
</inkml:ink>
</file>

<file path=ppt/ink/ink2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2.657"/>
    </inkml:context>
    <inkml:brush xml:id="br0">
      <inkml:brushProperty name="width" value="0.05" units="cm"/>
      <inkml:brushProperty name="height" value="0.05" units="cm"/>
      <inkml:brushProperty name="color" value="#E71224"/>
    </inkml:brush>
  </inkml:definitions>
  <inkml:trace contextRef="#ctx0" brushRef="#br0">1 19 10089,'6'-3'233,"1"0"601,0 0 1,0 1 0,0 0 0,13-3 0,-18 5-687,0 0 0,0 0 0,1 0 1,-1 0-1,0 0 0,0 1 1,0-1-1,0 0 0,1 1 1,-1 0-1,0 0 0,0-1 1,0 1-1,0 0 0,0 0 0,-1 1 1,1-1-1,0 0 0,0 1 1,-1-1-1,3 3 0,8 13 111,0 0 1,-2 0-1,0 1 0,-1 0 0,0 1 0,-2 0 1,0 0-1,-1 1 0,-1 0 0,-1 0 0,-1 0 1,-1 1-1,0 22 0,-1 4-63,-3 1 0,-2-1 1,-2 0-1,-20 76 0,17-93 177,-1-1 0,-1 1 0,-2-2 0,-31 52 1,42-77-161,-1 1 0,1-1 0,-1 0 0,1 0 0,-1-1-1,0 1 1,0 0 0,-1-1 0,1 0 0,-5 3 0,7-5-172,0-1 0,1 1 0,-1-1-1,1 1 1,-1-1 0,1 1 0,-1-1-1,1 1 1,-1-1 0,1 1-1,0-1 1,-1 0 0,1 1 0,0-1-1,-1 0 1,1 1 0,0-1-1,0 0 1,0 1 0,0-1 0,0 0-1,0 1 1,0-2 0,0-4 7,0 1 1,0-1 0,1 1-1,0-1 1,0 1 0,0 0-1,1-1 1,0 1-1,0 0 1,0 0 0,0 0-1,6-8 1,5-6-168,26-32 1,231-240-8191,-235 255 6520,36-34-4008,5 13-3273</inkml:trace>
</inkml:ink>
</file>

<file path=ppt/ink/ink2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2.955"/>
    </inkml:context>
    <inkml:brush xml:id="br0">
      <inkml:brushProperty name="width" value="0.05" units="cm"/>
      <inkml:brushProperty name="height" value="0.05" units="cm"/>
      <inkml:brushProperty name="color" value="#E71224"/>
    </inkml:brush>
  </inkml:definitions>
  <inkml:trace contextRef="#ctx0" brushRef="#br0">39 308 8989,'18'-2'1599,"0"-1"1,34-12-1,0 1 67,-6 1-727,-1-2-1,83-39 1,-123 52-822,0-1 0,-1 0 0,1 0 1,-1 0-1,0-1 0,0 1 0,0-1 0,-1 0 0,1 0 0,-1-1 0,0 1 1,0-1-1,0 1 0,-1-1 0,4-9 0,-5 11-40,0-1 1,0 1-1,0-1 0,0 1 0,-1-1 1,0 1-1,1-1 0,-1 1 0,0-1 1,-1 0-1,1 1 0,-1-1 0,0 1 1,1-1-1,-2 1 0,1 0 1,0-1-1,-1 1 0,1 0 0,-1 0 1,0 0-1,0 0 0,-4-4 0,2 3 105,0 0-1,-1 1 0,0-1 0,0 1 0,0 0 0,0 1 0,0-1 1,-1 1-1,1 0 0,-1 1 0,0-1 0,1 1 0,-1 0 0,0 0 1,0 1-1,1-1 0,-1 2 0,0-1 0,0 0 0,0 1 0,1 0 1,-1 1-1,0-1 0,-6 4 0,-3 0 172,1 1-1,0 0 1,0 1-1,0 0 1,1 2-1,0-1 1,1 2-1,-15 13 1,9-4-23,2 0 1,0 1 0,1 0 0,0 2-1,2-1 1,1 2 0,1 0-1,-12 33 1,17-40-324,1 1-1,1 0 1,0 0-1,1 0 1,1 0-1,0 1 1,2-1 0,0 1-1,0-1 1,2 1-1,0-1 1,2 0-1,4 19 1,-4-27-169,-1 0 0,1-1 0,1 1 0,0-1 0,0 0 0,0 0 0,1 0 0,0-1 0,1 1 0,-1-2 0,1 1 0,1-1 0,-1 0 0,1 0 0,0-1 0,1 0 0,-1-1 0,11 4 0,-2-1-1308,1-1-1,0-1 1,21 4 0,59 2-8001,-40-10-1882</inkml:trace>
</inkml:ink>
</file>

<file path=ppt/ink/ink2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3.663"/>
    </inkml:context>
    <inkml:brush xml:id="br0">
      <inkml:brushProperty name="width" value="0.05" units="cm"/>
      <inkml:brushProperty name="height" value="0.05" units="cm"/>
      <inkml:brushProperty name="color" value="#E71224"/>
    </inkml:brush>
  </inkml:definitions>
  <inkml:trace contextRef="#ctx0" brushRef="#br0">46 1123 8713,'-8'-19'2019,"7"19"-1847,0 0 0,0 0 1,1 0-1,-1 0 0,0 0 1,0 0-1,1 0 1,-1 0-1,0 1 0,0-1 1,1 0-1,-1 0 0,0 1 1,0-1-1,1 0 1,-1 1-1,0-1 0,1 1 1,-1-1-1,1 0 0,-2 2 1,-13 3 7829,14-8-7735,0-1-1,0 0 1,0 1-1,1-1 1,-1 0-1,1 0 1,0 1-1,0-1 1,0 0-1,0 0 1,1 1-1,-1-1 1,1 0 0,0 1-1,0-1 1,1 0-1,1-3 1,5-9 135,1 0 0,16-22 0,-2 2 147,12-23 18,31-50 67,70-159 1,-87 152-526,91-234-69,-127 316-82,-11 31 1,-1 8 44,121 578 110,-115-548-95,-2-1 1,-1 1 0,-2 0-1,-1 0 1,-1 0 0,-9 56-1,4-68-49,0 0 0,-1-1 0,-1 0 0,-1 0 0,-2-1 0,0 0 0,-1 0 0,0-1 0,-2-1 0,-30 36-1,24-35-401,0-1 0,-2-1 1,0-1-1,-29 19 0,29-24-1019,0 0 1,-36 14-1,53-25 524,1 0-1,-1 1 1,1-1-1,-1-1 1,0 1-1,1 0 1,-1-1-1,0 0 1,1 0-1,-6 0 1,-14-1-10241</inkml:trace>
</inkml:ink>
</file>

<file path=ppt/ink/ink2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4.180"/>
    </inkml:context>
    <inkml:brush xml:id="br0">
      <inkml:brushProperty name="width" value="0.05" units="cm"/>
      <inkml:brushProperty name="height" value="0.05" units="cm"/>
      <inkml:brushProperty name="color" value="#E71224"/>
    </inkml:brush>
  </inkml:definitions>
  <inkml:trace contextRef="#ctx0" brushRef="#br0">0 1133 9537,'19'14'1598,"-19"-14"-1497,1 0 0,0 1 0,0-1 0,0 0 0,0 0-1,0 0 1,0 0 0,0-1 0,0 1 0,0 0 0,0 0 0,0-1 0,0 1 0,0 0 0,0-1 0,-1 1 0,1-1-1,0 1 1,0-1 0,0 1 0,-1-1 0,2-1 0,0 1 220,10-4 40,0 1 1,0 0-1,0 1 0,1 1 0,-1 0 0,1 1 1,16 0-1,22-4 245,-40 4-538,202-33 950,-182 28-828,0-2 0,0-2 0,-1-1 0,46-23-1,-74 34-127,-1-1 0,1 0 0,-1 0 0,0 1 0,0-1 0,1 0 0,-1 0 0,0 0 0,0 0 1,0 0-1,0 0 0,0-1 0,0 1 0,0 0 0,0 0 0,-1-1 0,1 1 0,0-1 0,-1 1 0,1 0 0,0-2 0,-1 2-42,-1 0 0,1 1 0,0-1 0,0 0-1,-1 1 1,1-1 0,0 0 0,-1 1 0,1-1 0,0 1 0,-1-1 0,1 1 0,-1-1 0,1 1 0,-1-1 0,1 1 0,-1-1 0,1 1 0,-1 0 0,0-1 0,1 1 0,-1 0 0,1-1 0,-1 1 0,0 0 0,1 0 0,-1 0 0,0 0 0,1 0 0,-1 0 0,0 0 0,0 0 0,1 0 0,-1 0 0,-1 0 0,-13 0 230,-1 2 1,0 0-1,0 0 1,0 1-1,1 1 0,0 1 1,0 0-1,0 1 1,0 1-1,-24 15 0,14-6 243,1 2-1,1 1 1,0 1 0,-37 43-1,45-45-198,1 0-1,0 1 0,-16 32 1,25-42-202,0 1-1,1 0 1,0 1 0,1-1-1,0 1 1,1-1 0,0 1 0,1 0-1,0 18 1,1-22-56,2 0 0,-1 0 0,1 0 0,0 0 1,0-1-1,1 1 0,0-1 0,0 0 0,1 0 0,-1 0 0,1 0 0,1 0 1,-1-1-1,1 0 0,6 6 0,-4-4-13,1-1 1,0 1-1,0-1 0,1-1 1,-1 1-1,1-2 0,1 1 0,-1-1 1,1 0-1,11 2 0,10 1-78,55 7 0,-43-11-227,-1-1-1,1-3 0,-1-1 1,54-9-1,-26-3-571,119-38-1,-150 39 704,-1-2 1,-1-1 0,-1-2-1,0-1 1,-2-2 0,0-1-1,-1-2 1,-2-1-1,0-2 1,-2-1 0,-1-1-1,-1-1 1,-1-2 0,37-61-1,-28 27 68,-2-2 0,-3-2 0,-3 0 0,23-97 1,-25 58 232,-5-2 1,7-139 0,-23 71 1057,-4 179-1199,0 0 0,0 1 0,0-1 0,0 0 0,0 0 0,0 0-1,0 0 1,0 0 0,0 0 0,-1 0 0,1 0 0,0 0 0,0 1 0,0-1 0,0 0-1,0 0 1,0 0 0,0 0 0,0 0 0,0 0 0,0 0 0,-1 0 0,1 0-1,0 0 1,0 0 0,0 0 0,0 0 0,0 0 0,0 0 0,0 0 0,-1 0 0,1 0-1,0 0 1,0 0 0,0 0 0,0 0 0,0 0 0,0 0 0,0 0 0,0 0 0,-1 0-1,1 0 1,0 0 0,0 0 0,0 0 0,0 0 0,0-1 0,0 1 0,0 0-1,0 0 1,0 0 0,0 0 0,0 0 0,0 0 0,-1 0 0,1 0 0,0 0 0,0 0-1,0-1 1,0 1 0,0 0 0,0 0 0,0 0 0,0 0 0,-8 5 109,1 0 0,-1 1 0,1 0 1,0 0-1,0 0 0,1 1 0,0 0 0,0 1 1,0-1-1,1 1 0,0 0 0,1 0 0,0 1 1,-3 9-1,-8 21 322,-16 76 0,26-95-332,-141 771 1469,141-730-2678,4 121 0,5-135-2239,15 65 1,-4-61-3595,3-11-4475</inkml:trace>
</inkml:ink>
</file>

<file path=ppt/ink/ink2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4.537"/>
    </inkml:context>
    <inkml:brush xml:id="br0">
      <inkml:brushProperty name="width" value="0.05" units="cm"/>
      <inkml:brushProperty name="height" value="0.05" units="cm"/>
      <inkml:brushProperty name="color" value="#E71224"/>
    </inkml:brush>
  </inkml:definitions>
  <inkml:trace contextRef="#ctx0" brushRef="#br0">1 306 9169,'173'-35'7030,"-3"-19"-3579,-157 49-3241,1-1 1,-1-1-1,0 0 1,0 0-1,-1-1 0,0-1 1,12-12-1,-21 19-155,0-1-1,-1-1 1,1 1-1,0 0 1,-1 0-1,0-1 1,0 0-1,0 1 1,-1-1-1,1 0 1,-1 0 0,0 0-1,1-4 1,-2 5-26,0 0 1,0 0 0,0 0 0,0 0 0,-1 0 0,0 0-1,1 0 1,-1 0 0,0 0 0,-1 0 0,1 0 0,0 0 0,-1 1-1,1-1 1,-1 0 0,0 1 0,0 0 0,0-1 0,-4-2-1,2 1 57,1 1 0,-1 0 0,0 0 0,0 0 0,0 0 0,0 1 0,0 0 0,-1 0 0,1 0 0,-1 0 0,1 1 0,-1-1 0,0 1 0,0 0-1,-6 0 1,3 1 67,-1 1-1,0 0 0,1 0 0,-1 1 0,1 0 0,0 0 0,-12 5 1,5 0 103,-1 0 1,1 1-1,1 1 1,-1 0-1,2 1 1,-1 1-1,1 0 1,1 0-1,-22 27 1,22-22-76,0 1 0,0 1 0,2-1 0,0 2 0,1-1 0,1 1 0,-10 34 0,16-44-146,0 0-1,1 0 1,-1 1-1,2-1 0,-1 1 1,1-1-1,1 1 1,0-1-1,0 0 1,1 1-1,0-1 0,0 0 1,1 0-1,1 0 1,5 11-1,-3-10-202,0 0 1,1-1-1,0 0 0,0 0 1,1-1-1,0 0 0,1 0 1,-1-1-1,2 0 0,-1-1 1,1 0-1,11 6 1,8 1-1019,0-1 1,1-2 0,0-1 0,37 7-1,62 2-7978,-63-15-432</inkml:trace>
</inkml:ink>
</file>

<file path=ppt/ink/ink2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5.095"/>
    </inkml:context>
    <inkml:brush xml:id="br0">
      <inkml:brushProperty name="width" value="0.05" units="cm"/>
      <inkml:brushProperty name="height" value="0.05" units="cm"/>
      <inkml:brushProperty name="color" value="#E71224"/>
    </inkml:brush>
  </inkml:definitions>
  <inkml:trace contextRef="#ctx0" brushRef="#br0">198 270 9637,'0'0'1458,"0"3"1,-4 10-641,-1 0 0,0 0 0,-1 0 0,0-1 0,-1 0 0,-9 13 1,-17 31 639,6-2-373,8-16-412,1 0 0,-22 70 0,37-96-597,0 1 1,1-1-1,0 1 0,1 0 0,0 0 0,1-1 0,1 1 0,0 0 0,0 0 0,1 0 0,1-1 0,0 1 0,7 16 0,-7-23-86,0 0-1,0 0 0,0 0 1,1 0-1,0-1 0,0 1 1,0-1-1,1 0 0,0 0 1,0-1-1,0 1 0,0-1 1,1 0-1,-1-1 0,10 5 1,-5-4-192,-1-1 1,1 0 0,0 0 0,0-1 0,0 0 0,0-1 0,0 0 0,0-1-1,16-1 1,-3-2-336,0-1 1,0-1-1,-1-1 0,0 0 0,0-2 0,0-1 1,-1 0-1,29-19 0,-23 10 281,-1-2 1,-1-1 0,-1 0-1,0-2 1,-2-1-1,-1 0 1,-1-2-1,-1 0 1,-1-1-1,13-30 1,11-31 1346,-3-1 0,25-96 0,-55 162-420,-2-1 0,0 0 0,-2-1 1,0 1-1,-2-1 0,-1 0 0,0-28 0,-2 52-619,0 1 0,0-1 1,0 1-1,0-1 0,0 0 1,0 1-1,0-1 0,0 1 1,0-1-1,-1 1 0,1-1 1,0 0-1,0 1 1,0-1-1,-1 1 0,1-1 1,0 1-1,-1-1 0,1 1 1,0 0-1,-1-1 0,1 1 1,-1-1-1,0 0 0,-9 8 945,-12 27 221,-7 30-124,3 0-1,-29 115 0,53-175-1064,0 6-36,-58 233 1024,55-211-1852,1 0 0,1 1 0,2-1-1,1 0 1,8 55 0,-7-81 162,0-1 0,1 1 0,-1 0 1,1-1-1,1 0 0,-1 1 0,1-1 0,6 8 0,-7-10-1264,-1-3 1734,1-1 0,-1 1 0,1 0 0,0-1 0,-1 0 0,1 1 0,-1-1 0,0 0 0,1 0-1,-1 0 1,1 0 0,-1 0 0,0 0 0,0 0 0,0 0 0,0 0 0,0-1 0,0 1 0,0 0 0,0-1 0,0 1 0,0-1 0,0-2 0,12-37-754,-12 22 890,0 0 0,-1-1 0,-1 1 0,-4-27 0,2 27 589,0 0-1,2 0 0,1 0 0,3-35 1,-2 50-393,1 0 1,-1 1 0,1-1 0,0 1-1,0 0 1,0-1 0,0 1 0,0 0-1,1 0 1,0 1 0,-1-1 0,1 0-1,0 1 1,0 0 0,0-1 0,1 1-1,-1 1 1,0-1 0,1 0 0,6-1-1,-7 1-60,1 1 100,0 0 1,1-1-1,-1 1 1,0 1-1,1-1 1,-1 1-1,1 0 1,-1 0-1,1 0 1,-1 0-1,1 1 1,8 2-1,45 17 1107,-50-17-967,-1 1 0,0 0 0,0 0 0,0 1 0,0 0-1,8 9 1,-12-11-127,0 0 0,1 1 0,-1-1 0,-1 1 0,1 0 0,-1 0 0,1 0 0,-1 0 1,0 1-1,-1-1 0,1 0 0,1 7 0,-2 10 235,-2 0 0,0 0 1,-1 0-1,-1 0 0,-7 27 1,4-19-1100,-3 35 0,8-59 516,2 33-2985,10-16-1730,20-20-9885</inkml:trace>
</inkml:ink>
</file>

<file path=ppt/ink/ink2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5.203"/>
    </inkml:context>
    <inkml:brush xml:id="br0">
      <inkml:brushProperty name="width" value="0.05" units="cm"/>
      <inkml:brushProperty name="height" value="0.05" units="cm"/>
      <inkml:brushProperty name="color" value="#E71224"/>
    </inkml:brush>
  </inkml:definitions>
  <inkml:trace contextRef="#ctx0" brushRef="#br0">0 35 4064,'7'-34'588,"8"42"-2256</inkml:trace>
</inkml:ink>
</file>

<file path=ppt/ink/ink2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5.485"/>
    </inkml:context>
    <inkml:brush xml:id="br0">
      <inkml:brushProperty name="width" value="0.05" units="cm"/>
      <inkml:brushProperty name="height" value="0.05" units="cm"/>
      <inkml:brushProperty name="color" value="#E71224"/>
    </inkml:brush>
  </inkml:definitions>
  <inkml:trace contextRef="#ctx0" brushRef="#br0">158 0 6045,'-7'45'1378,"4"-32"-822,1 1-1,0-1 0,1 0 1,1 1-1,0-1 1,2 17-1,7 28 1314,-6-39-1280,0-1-1,1 1 1,12 35 0,-3-25 381,0-1 0,2-1 1,1 0-1,2-1 0,20 24 1,-36-48-129,-3-7-633,1 1 0,-1-1-1,0 1 1,0-1-1,-1 1 1,1 0 0,-5-9-1,-3-1 136,-2 0-1,0 1 1,0 0-1,-2 0 1,1 1-1,-29-19 1,-4-7 216,36 29-478,-10-6-23,1-2 0,1-1 0,1 0 0,-17-23 0,31 37-396,-1-1 0,1 0 0,1 1 0,-1-1 0,0 0 0,0-6 0,-1 0-1026,3 10 1024,0 0-1,0 1 1,0-1-1,0 0 1,1 0-1,-1 0 1,0 0 0,0 1-1,1-1 1,-1 0-1,0 0 1,1 0-1,-1 1 1,1-1 0,-1 0-1,1 1 1,-1-1-1,1 0 1,-1 1-1,1-1 1,0 1-1,-1-1 1,1 0 0,0 1-1,-1 0 1,1-1-1,0 1 1,0 0-1,-1-1 1,1 1-1,0 0 1,0 0 0,1-1-1,24 5-8623</inkml:trace>
</inkml:ink>
</file>

<file path=ppt/ink/ink2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5.824"/>
    </inkml:context>
    <inkml:brush xml:id="br0">
      <inkml:brushProperty name="width" value="0.05" units="cm"/>
      <inkml:brushProperty name="height" value="0.05" units="cm"/>
      <inkml:brushProperty name="color" value="#E71224"/>
    </inkml:brush>
  </inkml:definitions>
  <inkml:trace contextRef="#ctx0" brushRef="#br0">9 82 9729,'-8'-24'2378,"10"12"1396,11-4-2323,-10 13-733,-1 1-542,0-1 0,1 1 0,-1 0-1,1 0 1,-1 0 0,1 0 0,0 1 0,0-1 0,0 1 0,0-1 0,0 1 0,0 0 0,0 0 0,0 1 0,0-1 0,0 0 0,1 1 0,-1 0 0,0 0 0,0 0 0,1 0 0,-1 1 0,0-1-1,0 1 1,1 0 0,-1-1 0,0 2 0,0-1 0,5 3 0,1 0-23,0 1-1,0 0 1,-1 0 0,0 1-1,0 0 1,0 0-1,-1 1 1,13 15 0,-13-13-86,0 1 0,0 0 1,-1 0-1,-1 0 1,0 1-1,0 0 0,-1 0 1,-1 0-1,0 1 0,0-1 1,-1 1-1,0 0 1,0 22-1,-9 124 192,11-143-131,-1-11-104,-3-3-21,0 0-2,0 0-1,1 0 1,-1 0 0,0 0-1,1 0 1,-1 0-1,1-1 1,-1 1 0,1 0-1,-1 0 1,1-1 0,0 1-1,-1 0 1,1-1-1,1 2 1,1-1 3,0-1-1,0 1 1,0-1-1,1 0 1,-1 0-1,0 0 1,0 0-1,0 0 1,0-1-1,0 1 1,0-1-1,6-2 1,41-17 30,-36 14-10,0 0 81,1 0-1,0 1 1,0 1-1,0 0 1,0 1-1,24-2 1,-33 5-90,-1 1 1,0-1-1,0 1 0,0 0 1,0 0-1,0 0 1,0 1-1,0 0 1,0 0-1,-1 0 1,1 1-1,-1-1 0,1 1 1,-1 0-1,0 0 1,0 1-1,0-1 1,-1 1-1,1 0 0,-1 0 1,0 0-1,0 0 1,3 5-1,71 147-3801,-72-147 2596,1 1-1,0-1 1,1 0 0,0 0 0,0-1-1,10 9 1,14 3-5250,-15-12 707</inkml:trace>
</inkml:ink>
</file>

<file path=ppt/ink/ink2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5.947"/>
    </inkml:context>
    <inkml:brush xml:id="br0">
      <inkml:brushProperty name="width" value="0.05" units="cm"/>
      <inkml:brushProperty name="height" value="0.05" units="cm"/>
      <inkml:brushProperty name="color" value="#E71224"/>
    </inkml:brush>
  </inkml:definitions>
  <inkml:trace contextRef="#ctx0" brushRef="#br0">0 41 8609,'10'-9'6988,"-4"-5"-5603,-3 2 2491,17 9-3524,-5 1-112</inkml:trace>
</inkml:ink>
</file>

<file path=ppt/ink/ink2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7.327"/>
    </inkml:context>
    <inkml:brush xml:id="br0">
      <inkml:brushProperty name="width" value="0.05" units="cm"/>
      <inkml:brushProperty name="height" value="0.05" units="cm"/>
      <inkml:brushProperty name="color" value="#E71224"/>
    </inkml:brush>
  </inkml:definitions>
  <inkml:trace contextRef="#ctx0" brushRef="#br0">1 392 8377,'31'60'2356,"-22"-39"-1522,2-1 0,0 1 1,2-2-1,0 1 0,28 30 0,-12-23-350,0-1 1,2-2-1,1-1 0,1-2 0,60 30 1,-44-30-180,0-1 0,1-3 0,92 18 0,-57-22-185,0-3 1,1-4-1,0-4 1,0-4-1,95-14 1,250-59 55,-4-28-184,344-140-1208,-21-67-6895,-423 160-333</inkml:trace>
</inkml:ink>
</file>

<file path=ppt/ink/ink2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0:17.656"/>
    </inkml:context>
    <inkml:brush xml:id="br0">
      <inkml:brushProperty name="width" value="0.05" units="cm"/>
      <inkml:brushProperty name="height" value="0.05" units="cm"/>
      <inkml:brushProperty name="color" value="#E71224"/>
    </inkml:brush>
  </inkml:definitions>
  <inkml:trace contextRef="#ctx0" brushRef="#br0">0 143 10909,'27'8'442,"-20"-7"-293,0 1 0,0-1 0,0 2 0,0-1 0,-1 1 0,0 0 0,1 0 0,-1 1 1,0-1-1,0 1 0,-1 1 0,1-1 0,-1 1 0,6 7 0,12 17 714,4 5 409,24 41 0,-44-63-1039,0 1 0,-1 0 0,0 0 1,-1 0-1,-1 1 0,0 0 0,2 19 0,-2 7 355,-2 1 0,-2 0 1,-8 62-1,8-101-560,0 0 0,-1 0 0,1 0 0,0 0 0,0 0 0,0-1 1,0 1-1,1 0 0,-1 0 0,1 0 0,-1 0 0,1 0 0,-1 0 0,1-1 0,0 1 0,0 0 0,0-1 0,0 1 1,0 0-1,0-1 0,1 1 0,-1-1 0,0 0 0,1 1 0,-1-1 0,1 0 0,-1 0 0,1 0 0,0 0 0,-1 0 1,1 0-1,0-1 0,2 2 0,4-1 7,0 1 0,-1-1 0,1 0 0,0-1 0,-1 0 0,1 0 0,10-2 0,115-21 150,238-75 0,-281 72-216,749-230-2443,-489 148-98,19-7-3060,20-9-3492</inkml:trace>
</inkml:ink>
</file>

<file path=ppt/ink/ink2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17.099"/>
    </inkml:context>
    <inkml:brush xml:id="br0">
      <inkml:brushProperty name="width" value="0.05" units="cm"/>
      <inkml:brushProperty name="height" value="0.05" units="cm"/>
      <inkml:brushProperty name="color" value="#E71224"/>
    </inkml:brush>
  </inkml:definitions>
  <inkml:trace contextRef="#ctx0" brushRef="#br0">446 296 4908,'7'-14'296,"-5"9"12,1 0 1,-1 0-1,0-1 0,0 1 0,-1-1 0,1 1 0,-1-1 0,0 1 0,-1-1 0,1 0 0,-1 1 0,0-1 0,-2-6 1,-1-7 802,1-1 0,0 1 1,1-1-1,1 1 0,5-38 0,-2 15 540,-7 40-728,-2 8-50,-24 63 378,-85 206 650,-59 161 565,140-336-1953,4 2 1,-23 152-1,43-178-347,3 1 0,3 0 0,4 1 0,12 101 0,-5-133-104,1-1-1,3 0 0,1 0 0,2-1 0,2-1 1,2 0-1,2-1 0,38 59 0,-30-62-25,2 0 0,1-2 0,2-2 0,1 0 0,2-3 0,1-1 0,1-1 0,2-3 0,62 34 0,-48-35-174,1-2 1,0-3-1,2-2 1,1-3-1,0-2 1,0-2 0,78 4-1,-62-11-637,-1-4-1,1-3 0,0-4 1,103-20-1,-116 12-906,0-2-1,-2-3 1,60-28 0,-38 10-3652,-5 0-3172</inkml:trace>
</inkml:ink>
</file>

<file path=ppt/ink/ink2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18.281"/>
    </inkml:context>
    <inkml:brush xml:id="br0">
      <inkml:brushProperty name="width" value="0.05" units="cm"/>
      <inkml:brushProperty name="height" value="0.05" units="cm"/>
      <inkml:brushProperty name="color" value="#E71224"/>
    </inkml:brush>
  </inkml:definitions>
  <inkml:trace contextRef="#ctx0" brushRef="#br0">31 318 6497,'-3'-2'162,"1"1"0,-1-1 0,1-1 0,0 1 0,0 0 0,0-1 0,0 1 0,1-1 0,-1 1 1,0-1-1,1 0 0,0 1 0,0-1 0,0 0 0,0 0 0,0 0 0,0-4 0,1-1 287,0 1-1,1 0 1,0-1-1,0 1 0,1 0 1,4-14-1,-3 11-105,1 1 0,0-1 0,1 0 0,0 1 0,0 0 0,1 0 0,0 1 0,1-1 0,0 1 0,14-12 0,-9 10-128,1 1 0,0 0-1,0 1 1,1 0 0,0 1-1,0 1 1,15-5 0,-5 5-116,0 0 1,0 1-1,1 2 1,-1 0-1,1 2 1,0 1-1,-1 0 1,1 2-1,-1 1 1,1 1-1,-1 1 1,0 1-1,0 1 1,33 16-1,-34-14-69,0 2 0,-1 1 0,0 1-1,-1 1 1,-1 1 0,0 1 0,-1 0-1,-1 1 1,0 2 0,-2-1 0,0 2-1,-1 0 1,-1 1 0,15 29-1,-17-23-1,-1 0-1,-1 1 1,-1 0-1,-2 1 1,-1 0-1,-1 0 1,1 42-1,-6-32-14,-1 0-1,-2 0 0,-2 0 1,-1-1-1,-13 41 0,-3-11 71,-3-1-1,-3-1 0,-3-2 0,-3-1 0,-74 106 0,-169 185 1429,249-316-1107,27-38-389,1 1 0,-1 0 0,0-1 0,1 1 0,-1 0 0,1-1 0,0 1 0,-1 0 0,1-1 0,-1 1 0,1 0 0,0 0 0,0 0 0,0 0 0,-1-1 0,1 1 0,0 0 0,0 0 0,0 0 0,0 0-1,0-1 1,0 1 0,0 0 0,1 0 0,-1 0 0,0 0 0,0-1 0,1 1 0,-1 0 0,0 0 0,1-1 0,-1 1 0,1 0 0,-1-1 0,1 1 0,-1 0 0,1-1 0,0 1 0,-1-1 0,1 1 0,0-1 0,-1 1 0,1-1 0,0 1 0,1 0 0,3 1 28,1-1 0,-1 1 1,0-1-1,1 0 0,0-1 0,6 1 0,26-2 78,1-2-1,-1-1 1,69-17-1,-20 4-55,392-65-739,302-56-5740,-534 91 948,4 5-3218</inkml:trace>
</inkml:ink>
</file>

<file path=ppt/ink/ink2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18.639"/>
    </inkml:context>
    <inkml:brush xml:id="br0">
      <inkml:brushProperty name="width" value="0.05" units="cm"/>
      <inkml:brushProperty name="height" value="0.05" units="cm"/>
      <inkml:brushProperty name="color" value="#E71224"/>
    </inkml:brush>
  </inkml:definitions>
  <inkml:trace contextRef="#ctx0" brushRef="#br0">324 138 5649,'2'-3'335,"1"1"1,-1-1-1,0 0 1,1 0 0,-1 0-1,-1 0 1,1 0-1,0 0 1,-1-1 0,0 1-1,1-1 1,-1 1 0,-1-1-1,1 1 1,0-1-1,-1-4 1,0 0 591,0 0 1,-1 0-1,0 0 1,0 0-1,-1 1 0,-2-10 1,4 17-862,0-1 1,0 0-1,-1 1 1,1-1-1,0 0 1,0 1-1,0-1 0,-1 0 1,1 1-1,0-1 1,-1 1-1,1-1 1,0 1-1,-1-1 1,1 1-1,-1-1 1,1 1-1,-1-1 1,1 1-1,-1-1 1,1 1-1,-1 0 1,1-1-1,-1 1 1,0 0-1,1-1 1,-1 1-1,1 0 1,-1 0-1,0 0 1,1 0-1,-1 0 0,0-1 1,1 1-1,-1 0 1,0 0-1,1 1 1,-1-1-1,0 0 1,1 0-1,-1 0 1,0 0-1,1 1 1,-1-1-1,-22 18 1063,-3 12-351,1 0 1,2 1-1,1 1 1,1 2-1,-23 50 0,22-32-265,2 2-1,2 0 0,-12 66 0,14-30-969,-7 116 0,17 85-3763,7-273 3725,3 127-4044,5-52-1832,5-19-2791</inkml:trace>
</inkml:ink>
</file>

<file path=ppt/ink/ink2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19.031"/>
    </inkml:context>
    <inkml:brush xml:id="br0">
      <inkml:brushProperty name="width" value="0.05" units="cm"/>
      <inkml:brushProperty name="height" value="0.05" units="cm"/>
      <inkml:brushProperty name="color" value="#E71224"/>
    </inkml:brush>
  </inkml:definitions>
  <inkml:trace contextRef="#ctx0" brushRef="#br0">226 233 5513,'0'-35'632,"-1"27"-405,1-1-1,0 1 1,1 0-1,-1-1 0,2 1 1,-1 0-1,1 0 0,1 0 1,-1 0-1,5-8 0,-5 10-27,0 1-1,0-1 0,1 1 1,0 0-1,0 0 0,0 0 1,0 0-1,1 0 0,0 1 1,0 0-1,0 0 0,0 0 0,1 0 1,0 0-1,0 1 0,0 0 1,0 0-1,0 1 0,0-1 1,1 1-1,-1 0 0,8-1 1,2 0 24,1 1 0,0 0 0,0 1 0,0 1 0,0 1 0,0 0 0,0 1 0,0 1 0,0 0 0,0 1 0,-1 1 0,0 0 0,0 1 0,0 1 0,-1 0 0,0 1 0,-1 1 0,1 0 0,-1 0 1,-1 2-1,15 15 0,-13-12-134,-1 1 0,-1 0 1,0 0-1,-1 1 0,-1 1 1,0 0-1,-2 0 0,0 1 1,-1 0-1,0 1 0,-2-1 1,0 1-1,-1 0 0,-1 0 1,-1 1-1,0-1 0,-2 30 1,-3-26-42,0 1 1,-2-1 0,-1 0-1,0 0 1,-2-1-1,0 0 1,-13 23 0,3-13 7,-1-1 0,-1-1 1,-49 56-1,10-26-91,-3-3 0,-3-3 0,-84 55 1,121-89-1,-238 151-182,264-170 152,18-11 37,-1 2 77,0 1 0,0 1 0,0 0 0,1 2 0,0-1 1,0 2-1,17-2 0,-1 1 129,1 2 1,55 4-1,-62 1-54,0 1 0,-1 2 0,1 0 0,-2 2 0,41 17 0,112 69 227,55 58-1418,-50-29-2938,-39-35-3206,-65-47 613</inkml:trace>
</inkml:ink>
</file>

<file path=ppt/ink/ink2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19.795"/>
    </inkml:context>
    <inkml:brush xml:id="br0">
      <inkml:brushProperty name="width" value="0.05" units="cm"/>
      <inkml:brushProperty name="height" value="0.05" units="cm"/>
      <inkml:brushProperty name="color" value="#E71224"/>
    </inkml:brush>
  </inkml:definitions>
  <inkml:trace contextRef="#ctx0" brushRef="#br0">26 503 7789,'-26'-17'4232,"48"0"201,-7 12-3976,0 1 0,0 0 0,1 1 1,0 1-1,22-1 0,1 0 10,277-51 1074,-269 43-1422,0-2 0,-1-2 0,77-35 0,-94 35-93,0-2 1,-1 0-1,0-2 0,-2 0 0,0-2 0,30-33 1,-46 43-18,-2 0-1,1-1 1,9-17 0,-17 28-10,-1-1 0,1 0 0,0 0 1,-1 1-1,1-1 0,-1 0 0,1 0 0,-1 0 0,0 0 0,0 1 0,1-1 1,-1 0-1,-1 0 0,1 0 0,0 0 0,0 0 0,-1 1 0,1-1 0,-1 0 1,0 0-1,1 1 0,-1-1 0,0 0 0,0 1 0,0-1 0,-2-2 0,1 2 1,-1-1-1,1 1 1,0 0-1,-1 0 1,1 0-1,-1 0 0,0 1 1,0-1-1,1 1 1,-1-1-1,0 1 1,0 0-1,0 0 0,0 1 1,-4-1-1,-10 0 4,1 1 0,-1 1-1,1 0 1,0 1-1,-1 1 1,1 1 0,0 0-1,-15 7 1,-123 58-1,-58 51 47,189-105-56,1 2-1,0 0 0,2 1 0,0 1 1,1 1-1,-31 41 0,45-52 11,0-1 1,0 0-1,1 1 1,0 0-1,0 0 1,1 0-1,1 1 1,-1-1-1,2 1 1,-1-1-1,0 16 1,3-18-3,-1 0 1,1 1-1,0-1 1,1 0-1,0 1 1,0-1 0,0 0-1,1 0 1,0-1-1,0 1 1,1 0-1,0-1 1,0 0-1,1 0 1,8 9-1,1-2 1,-1-1-1,2-1 1,0 0-1,0-1 1,1-1-1,0-1 1,1 0-1,0-1 1,0 0 0,29 6-1,2-3-66,0-2-1,88 4 1,-62-11-37,-1-3-1,0-4 1,-1-3 0,1-3 0,-2-3 0,0-4 0,-1-2 0,82-37 0,-115 41 53,1-1-1,-2-1 1,-1-2 0,0-2-1,-2-1 1,39-36 0,-63 51 29,-1-1 0,0 0 1,-1 0-1,0 0 1,6-15-1,-12 23 15,0 1-1,-1-1 1,1 0-1,-1 1 1,1-1-1,-1 0 1,0 1-1,0-1 0,0 0 1,0 1-1,0-1 1,0 0-1,0 1 1,0-1-1,-1 0 1,1 1-1,-1-1 1,1 0-1,-1 1 1,0-1-1,1 1 1,-1-1-1,0 1 1,0-1-1,0 1 0,0 0 1,0-1-1,-1 1 1,1 0-1,0 0 1,0 0-1,-1 0 1,1 0-1,-2-1 1,-3-1 7,1 0 1,-1 0-1,0 0 0,0 1 1,0 0-1,0 0 1,-11-2-1,-5 2-18,0 1-1,-1 1 0,1 1 1,0 1-1,0 1 1,-34 8-1,27-3 3,1 1 1,0 1-1,0 1 0,-34 21 1,61-32 7,-1 1 0,1 0 0,0 0 1,-1-1-1,1 1 0,0 0 1,0 0-1,0 0 0,0 0 1,0 0-1,0 0 0,0 1 1,0-1-1,0 0 0,1 0 1,-1 1-1,0-1 0,1 0 1,-1 1-1,1-1 0,-1 1 0,1-1 1,0 1-1,0-1 0,0 1 1,0-1-1,0 1 0,0-1 1,0 3-1,1-2-2,0 0 1,0 0-1,0 0 0,0-1 0,0 1 1,0-1-1,0 1 0,1 0 1,-1-1-1,0 0 0,1 1 1,-1-1-1,1 0 0,0 0 0,-1 0 1,1 0-1,0 0 0,0 0 1,0 0-1,-1-1 0,4 1 0,8 2-27,1-2 0,-1 0-1,24-1 1,-18 0 12,11-1-11,1-2 0,-1 0 0,0-2 0,-1-2 0,54-18 0,130-69 494,-161 69-54,1 2 218,-49 21-415,-5 5 17,-6 31 64,-2-1 0,-15 35 0,-8 32 22,-37 162 147,-158 395 0,100-393-494,103-222 31,-2-2 0,-2-1 0,-1-1 0,-2-1 0,-1-2 0,-64 54 0,87-81-2,0-1 0,-1 0-1,-19 10 1,27-16 5,0 0 1,-1 1-1,1-1 0,-1 0 1,1 0-1,-1-1 0,1 1 1,-1 0-1,0-1 1,1 0-1,-1 0 0,0 1 1,0-2-1,1 1 0,-1 0 1,0 0-1,1-1 0,-1 0 1,1 1-1,-1-1 0,-4-2 1,6 2 1,0-1 0,0 1 0,0 0-1,0 0 1,0 0 0,0-1 0,1 1 0,-1 0 0,1-1 0,-1 1 0,1-1 0,-1 1 0,1-1-1,0 1 1,0-1 0,0 1 0,0-1 0,0-1 0,3-29 12,1 16-9,1 0 0,0 0 0,1 0 0,1 1 0,0 0 0,12-18 0,63-82 18,-74 105-22,80-99-1744,187-178 0,140-55-3470,-309 269 640,4 10-2495</inkml:trace>
</inkml:ink>
</file>

<file path=ppt/ink/ink2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0.188"/>
    </inkml:context>
    <inkml:brush xml:id="br0">
      <inkml:brushProperty name="width" value="0.05" units="cm"/>
      <inkml:brushProperty name="height" value="0.05" units="cm"/>
      <inkml:brushProperty name="color" value="#E71224"/>
    </inkml:brush>
  </inkml:definitions>
  <inkml:trace contextRef="#ctx0" brushRef="#br0">146 90 5260,'-3'-1'44,"-1"1"263,-1-1-1,1 0 1,0 0-1,-1 0 1,1 0-1,0-1 1,0 0-1,0 0 1,0 0-1,0 0 1,1 0-1,-1-1 1,1 0 0,-1 1-1,1-1 1,0-1-1,0 1 1,0 0-1,1-1 1,-1 1-1,-2-6 1,-1-5 1067,5 11-116,-1 1-135,-4-4-960,6 6-89,0-1 0,0 1 0,0-1 0,-1 1 1,1-1-1,0 1 0,0-1 0,-1 1 1,1-1-1,0 1 0,-1 0 0,1-1 0,-1 1 1,1-1-1,-1 1 0,1 0 0,0-1 1,-1 1-1,1 0 0,-1 0 0,1 0 0,-1-1 1,0 1-1,1 0 0,-1 0 0,1 0 1,-1 0-1,1 0 0,-1 0 0,1 0 0,-1 0 1,1 0-1,-1 0 0,0 0 0,1 0 1,-1 0-1,1 0 0,-1 1 0,1-1 0,-1 0 1,1 0-1,-1 1 0,1-1 0,-1 0 1,1 1-1,0-1 0,-1 0 0,1 1 0,-1-1 1,1 1-1,0-1 0,-1 0 0,1 1 1,0 0-1,-4 5 34,1 0 1,0 0 0,1 0-1,0 0 1,0 0-1,0 1 1,1-1 0,0 1-1,0-1 1,0 10-1,1 11 105,5 34-1,-2-20-75,-1-18-91,-2 0-8,2 0 0,0-1 1,2 1-1,0-1 1,12 34-1,-15-54-37,0 0 0,0 1 0,0-1 0,0 0 0,0 0-1,1 0 1,-1-1 0,1 1 0,-1 0 0,1 0 0,0-1 0,0 1 0,-1-1 0,1 0 0,0 1-1,1-1 1,-1 0 0,3 1 0,-1-1-6,0 0 0,0 0 0,0 0 0,0-1 0,0 0 0,0 0 0,0 0 0,1 0 0,6-2 0,6-2-12,0-1-1,0-1 0,30-15 1,-42 19 23,125-65-83,-129 67 83,-1 0-1,1 0 1,0 0-1,0-1 1,-1 1-1,1 1 1,0-1-1,0 0 1,0 0-1,-1 0 1,1 0-1,0 0 1,0 1-1,-1-1 1,1 0-1,0 1 1,0-1-1,-1 1 1,1-1 0,0 1-1,3 1 24,-1-1-14,-1 0 1,1 1-1,0-1 1,-1 1-1,1-1 1,-1 1-1,0 0 1,1 0-1,-1 0 1,0 0 0,0 0-1,0 0 1,0 1-1,-1-1 1,1 1-1,-1-1 1,2 5-1,3 6 48,-1 1-1,5 22 0,1 4 1,-5-19-192,0 1-1,-2 0 1,3 31-1,0 7-2691,8 1-5790,-3-27 965</inkml:trace>
</inkml:ink>
</file>

<file path=ppt/ink/ink2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0.405"/>
    </inkml:context>
    <inkml:brush xml:id="br0">
      <inkml:brushProperty name="width" value="0.05" units="cm"/>
      <inkml:brushProperty name="height" value="0.05" units="cm"/>
      <inkml:brushProperty name="color" value="#E71224"/>
    </inkml:brush>
  </inkml:definitions>
  <inkml:trace contextRef="#ctx0" brushRef="#br0">260 1 8701,'-55'151'6484,"34"-101"-4492,-18 71-1,-32 185 6,28-103-3878,31-134-1749,-6 130 0,21-150-51,8-6-1678</inkml:trace>
</inkml:ink>
</file>

<file path=ppt/ink/ink2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0.636"/>
    </inkml:context>
    <inkml:brush xml:id="br0">
      <inkml:brushProperty name="width" value="0.05" units="cm"/>
      <inkml:brushProperty name="height" value="0.05" units="cm"/>
      <inkml:brushProperty name="color" value="#E71224"/>
    </inkml:brush>
  </inkml:definitions>
  <inkml:trace contextRef="#ctx0" brushRef="#br0">572 248 4940,'30'-44'524,"-17"26"10,0-1-1,-2-1 0,13-30 0,-20 42 197,-1 0 0,-1 0 1,1 0-1,-2-1 1,1 1-1,-1 0 0,0-1 1,-1 0-1,0-9 0,0 17-678,0 1-37,0 0-1,0 0 1,0 0-1,0 0 1,0 0-1,0 0 1,0 0-1,0 1 1,0-1-1,-1 0 1,1 0-1,0 0 1,0 0-1,0 0 1,0 0-1,0 0 1,0 0-1,0 0 1,0 0-1,0 0 1,-1 0-1,1 0 1,0 0-1,0 0 1,0 0-1,0 0 1,0 0-1,0 0 1,0 0-1,0 0 1,-1 0-1,1 0 1,0 0-1,0 0 1,0 0 0,0 0-1,0 0 1,0 0-1,0 0 1,0 0-1,0 0 1,-1 0-1,1-1 1,0 1-1,0 0 1,0 0-1,0 0 1,0 0-1,0 0 1,0 0-1,0 0 1,0 0-1,0 0 1,0-1-1,0 1 1,0 0-1,0 0 1,0 0-1,0 0 1,0 0-1,0 0 1,0 0-1,0 0 1,0-1-1,0 1 1,0 0-1,0 0 1,0 0-1,-27 10 726,0 2-1,1 1 1,-45 30-1,-72 61 262,79-54-733,29-25-145,-57 47 194,-12 23-32,40-29-171,57-57-78,6-8-31,-1 0 1,1 1 0,0-1 0,-1 0 0,1 1-1,0 0 1,0-1 0,0 1 0,0 0-1,1-1 1,-1 1 0,0 0 0,1 0 0,-1 0-1,1 0 1,-1 0 0,1-1 0,0 1-1,0 0 1,0 0 0,0 0 0,0 0 0,1 0-1,-1 0 1,0 0 0,1 0 0,0-1 0,-1 1-1,1 0 1,0 0 0,0-1 0,0 1-1,0 0 1,0-1 0,0 1 0,0-1 0,1 1-1,-1-1 1,1 0 0,-1 0 0,1 1-1,2 0 1,4 3-22,0 0 1,1 0-1,0-1 0,0 0 0,0-1 0,18 5 1,161 46-2356,-63-9-6527,-85-30 1958</inkml:trace>
</inkml:ink>
</file>

<file path=ppt/ink/ink2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0.994"/>
    </inkml:context>
    <inkml:brush xml:id="br0">
      <inkml:brushProperty name="width" value="0.05" units="cm"/>
      <inkml:brushProperty name="height" value="0.05" units="cm"/>
      <inkml:brushProperty name="color" value="#E71224"/>
    </inkml:brush>
  </inkml:definitions>
  <inkml:trace contextRef="#ctx0" brushRef="#br0">92 1 6025,'-1'1'338,"-1"0"0,0 0 0,0 1 0,1-1 0,-1 1 1,0-1-1,1 1 0,0-1 0,-1 1 0,1 0 1,0 0-1,0 0 0,0 0 0,0 0 0,-1 4 1,1-1 224,1 1 1,-1-1-1,1 0 1,1 1 0,0 7-1,0-1-591,13 92 1947,-8-63-1456,-1 0 0,-2 1 0,-2 42 0,-5-49-250,-1 0-1,-2-1 1,-1 1-1,-2-1 1,-23 53-1,30-81-82,0 0-1,-1 0 1,1-1-1,-1 1 1,-6 5-1,7-7-32,1-2 279,6-5-243,54-39 17,123-68 0,-151 94-170,101-47-112,-115 57 108,0 0 0,1 2 0,-1 0 0,1 0 0,0 2 0,26-1 1,-41 3 19,1 0 1,-1 0-1,1 0 1,-1 0 0,1 1-1,-1-1 1,1 1-1,-1 0 1,1 0-1,-1 0 1,0 0 0,0 0-1,0 0 1,1 0-1,-1 1 1,0-1-1,0 1 1,-1 0 0,4 2-1,-3-1-8,0 0-1,0 1 1,-1-1-1,1 1 1,-1-1-1,1 1 1,-1-1-1,0 1 1,-1 0-1,1 0 1,0 6-1,-1 4-452,-1 0-1,0 0 1,-1 0-1,0 0 1,-1 0-1,-5 14 1,-22 62-6961,20-44 114</inkml:trace>
</inkml:ink>
</file>

<file path=ppt/ink/ink2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1.149"/>
    </inkml:context>
    <inkml:brush xml:id="br0">
      <inkml:brushProperty name="width" value="0.05" units="cm"/>
      <inkml:brushProperty name="height" value="0.05" units="cm"/>
      <inkml:brushProperty name="color" value="#E71224"/>
    </inkml:brush>
  </inkml:definitions>
  <inkml:trace contextRef="#ctx0" brushRef="#br0">13 60 6801,'-12'-40'1764,"24"31"-316,1-2 1188,9 22-2528,0 1-528,-9 8-564,13 14-2368,-4 0-1665</inkml:trace>
</inkml:ink>
</file>

<file path=ppt/ink/ink2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1.807"/>
    </inkml:context>
    <inkml:brush xml:id="br0">
      <inkml:brushProperty name="width" value="0.05" units="cm"/>
      <inkml:brushProperty name="height" value="0.05" units="cm"/>
      <inkml:brushProperty name="color" value="#E71224"/>
    </inkml:brush>
  </inkml:definitions>
  <inkml:trace contextRef="#ctx0" brushRef="#br0">0 73 7997,'11'-9'950,"1"1"-1,-1 0 1,2 1 0,-1 1 0,0-1-1,1 2 1,0 0 0,27-6 0,-31 9-678,0 0 1,0 1 0,0 0 0,1 1-1,-1 0 1,0 0 0,1 1-1,-1 0 1,0 1 0,0 0-1,0 0 1,0 1 0,0 0 0,12 7-1,-16-7-213,1 1 0,-1 0-1,0 0 1,0 0 0,0 1 0,-1-1-1,0 1 1,0 1 0,0-1 0,0 0 0,-1 1-1,0 0 1,0 0 0,0 0 0,2 8-1,1 11 68,0-1 0,4 45-1,-1-4-6,-2-26-167,-5-23-51,0 0-1,2-1 1,0 1 0,8 20 0,-9-29 45,0-1 0,0 1 1,-1 0-1,0 0 0,0 0 0,-1 0 0,0 0 0,-1 0 0,1 0 0,-1 0 0,0 1 0,-1-1 0,0 0 0,0 0 0,-1 0 0,1 0 0,-1 0 1,-1 0-1,0-1 0,-4 9 0,0-4 10,-1 0 0,0 0 1,-1-1-1,0 0 1,-1-1-1,0 0 0,0 0 1,-1-1-1,-21 12 0,-118 64-112,136-75 139,14-9 17,-1 0-1,1 0 1,0 0-1,0 0 0,0 0 1,-1 0-1,1 0 1,0 0-1,0 0 1,0 0-1,-1 0 1,1 1-1,0-1 1,0 0-1,0 0 1,-1 0-1,1 0 1,0 0-1,0 1 1,0-1-1,0 0 0,0 0 1,-1 0-1,1 0 1,0 1-1,0-1 1,0 0-1,0 0 1,0 0-1,0 1 1,0-1-1,0 0 1,0 0-1,0 0 1,0 1-1,0-1 0,0 0 1,0 0-1,0 1 1,0-1-1,0 0 1,0 0-1,0 0 1,0 1-1,0-1 1,0 0-1,0 0 1,0 0-1,0 1 1,0-1-1,1 0 1,-1 0-1,0 0 0,0 0 1,0 1-1,0-1 1,1 0-1,-1 0 1,0 0-1,0 0 1,0 0-1,0 1 1,1-1-1,-1 0 1,0 0-1,0 0 1,0 0-1,1 0 0,-1 0 1,15 1 13,-14-1-14,27-2 7,0 0-1,-1-2 0,1-1 0,-1-2 0,36-12 0,-6-2-7,78-42 0,-49 11-48,-2-3 1,131-113-1,-167 129 44,-10 3-41,-36 35 26,-23 1 27,17 1-5,-1-1 0,0 2 0,1-1 0,-1 0 0,1 1 0,-1 0 0,1 0 0,0 0 0,-1 0 0,-6 6 0,-36 35-56,32-27-10,-3 1 11,12-13-9,1 1-1,0 0 1,0 0-1,0 0 1,1 1-1,0 0 1,-7 10-1,12-14 32,-1 0-1,1-1 1,0 1 0,0 0-1,-1-1 1,1 1-1,0-1 1,0 1 0,0-1-1,1 0 1,-1 0 0,0 1-1,0-1 1,1 0-1,-1 0 1,1 0 0,2 1-1,15 0-340,0-2 1,0 0-1,-1-1 0,1-1 0,0-1 0,-1-1 0,1 0 0,24-10 0,146-69-1794,-117 48 1627,283-128 1234,-353 163-667,1 0 0,-1 0 0,1 0 0,-1 1 0,0-1 0,1 1 0,-1 0 1,0-1-1,0 1 0,0 0 0,0 1 0,0-1 0,0 0 0,0 0 0,0 1 0,0-1 0,2 3 0,-3 0-25,-1 0 0,1 0 1,-1 0-1,1 0 0,-1 0 0,0 0 1,-1 0-1,1 0 0,-1 0 0,0 0 1,0 0-1,-3 6 0,-3 33-863,23 51-5369,-13-74 2842</inkml:trace>
</inkml:ink>
</file>

<file path=ppt/ink/ink2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2.011"/>
    </inkml:context>
    <inkml:brush xml:id="br0">
      <inkml:brushProperty name="width" value="0.05" units="cm"/>
      <inkml:brushProperty name="height" value="0.05" units="cm"/>
      <inkml:brushProperty name="color" value="#E71224"/>
    </inkml:brush>
  </inkml:definitions>
  <inkml:trace contextRef="#ctx0" brushRef="#br0">9 162 5448,'-1'-2'242,"0"1"0,0 0 0,0-1-1,0 0 1,1 1 0,-1-1-1,0 1 1,1-1 0,-1 0-1,1 1 1,0-1 0,0 0 0,-1 0-1,1-2 1,1 2-128,0 0-1,1 1 1,-1-1 0,0 0-1,1 1 1,-1-1-1,0 1 1,1 0 0,0-1-1,-1 1 1,1 0 0,0 0-1,2-1 1,16-8 124,0 1 1,0 1-1,1 1 1,0 1-1,26-4 1,12-4 55,142-33 1111,-199 46-1370,0 1 0,0-1 1,0 1-1,1 0 1,-1-1-1,0 1 0,0 0 1,0 0-1,0 0 0,0 1 1,0-1-1,0 1 1,0-1-1,0 1 0,0-1 1,0 1-1,0 0 1,-1 0-1,1 0 0,0 0 1,0 0-1,-1 1 0,1-1 1,-1 0-1,1 1 1,-1-1-1,1 1 0,-1-1 1,2 5-1,0 1-43,-1 0-1,1 0 1,-2 0 0,1 1 0,-1-1-1,1 13 1,4 22-1035,-2-31 173,0-1 1,1 0-1,0 1 1,0-2-1,1 1 1,1-1-1,13 17 1,5-7-2946</inkml:trace>
</inkml:ink>
</file>

<file path=ppt/ink/ink2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2.137"/>
    </inkml:context>
    <inkml:brush xml:id="br0">
      <inkml:brushProperty name="width" value="0.05" units="cm"/>
      <inkml:brushProperty name="height" value="0.05" units="cm"/>
      <inkml:brushProperty name="color" value="#E71224"/>
    </inkml:brush>
  </inkml:definitions>
  <inkml:trace contextRef="#ctx0" brushRef="#br0">1 67 3668,'13'-26'936,"-4"14"-296,4 4 1253,-4-4-1489,1 4 344</inkml:trace>
</inkml:ink>
</file>

<file path=ppt/ink/ink2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2.977"/>
    </inkml:context>
    <inkml:brush xml:id="br0">
      <inkml:brushProperty name="width" value="0.05" units="cm"/>
      <inkml:brushProperty name="height" value="0.05" units="cm"/>
      <inkml:brushProperty name="color" value="#E71224"/>
    </inkml:brush>
  </inkml:definitions>
  <inkml:trace contextRef="#ctx0" brushRef="#br0">675 307 4528,'5'-16'606,"0"-1"0,-1 0 0,0 0 0,-2 0-1,0-1 1,-1 1 0,-2-27 0,-8-65 5284,9 108-5822,0 0-1,0 0 1,0-1 0,0 1 0,0 0 0,0 0 0,0-1 0,0 1-1,0 0 1,-1 0 0,1 0 0,0-1 0,-1 1 0,1 0-1,-1 0 1,0 0 0,1 0 0,-1 0 0,0 0 0,1 0 0,-1 0-1,0 0 1,0 0 0,0 0 0,0 0 0,0 1 0,0-1 0,0 0-1,0 1 1,0-1 0,0 1 0,-1-1 0,1 1 0,0 0-1,0-1 1,0 1 0,-1 0 0,1 0 0,0 0 0,0 0 0,-1 0-1,1 0 1,0 0 0,0 0 0,-1 0 0,1 1 0,0-1 0,0 0-1,0 1 1,-3 0 0,-2 2 108,-1-1 1,1 1-1,0 1 0,0-1 1,0 1-1,1 0 0,-1 0 1,1 0-1,-6 6 0,-40 51 1038,46-54-1059,-65 87 987,5 2 0,4 3 0,5 3 0,-61 149 0,84-164-885,4 1 0,4 2 0,3 0 1,5 2-1,-12 183 0,29-225-417,1 0-1,3-1 1,1 1 0,3-1-1,2 0 1,2-1 0,19 48 0,-17-62-345,1-1 0,1-1 0,2 0 0,1-1 0,1-1 0,2-1 0,1-1 0,1-1 0,1-1 0,37 30 0,-28-31-1370,1-1 1,1-1-1,1-2 0,57 23 1,43 5-8042</inkml:trace>
</inkml:ink>
</file>

<file path=ppt/ink/ink2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4.846"/>
    </inkml:context>
    <inkml:brush xml:id="br0">
      <inkml:brushProperty name="width" value="0.05" units="cm"/>
      <inkml:brushProperty name="height" value="0.05" units="cm"/>
      <inkml:brushProperty name="color" value="#E71224"/>
    </inkml:brush>
  </inkml:definitions>
  <inkml:trace contextRef="#ctx0" brushRef="#br0">184 57 4372,'-44'-28'8066,"38"8"-6953,6 20-1003,0-1 0,0 1 0,-1 0 0,1-1 0,0 1 0,0 0 0,0-1 0,0 1 0,0 0 0,0-1 0,-1 1 0,1 0 0,0-1 0,0 1 0,-1 0 0,1-1 0,0 1 0,0 0 0,-1 0 0,1 0 0,0-1 0,-1 1 0,1 0 0,0 0 0,-1 0 0,1 0 0,0-1 0,-1 1 0,1 0 0,0 0 0,-1 0 0,1 0 0,0 0 0,-1 0 0,1 0 0,-1 0 0,1 0 0,0 0 0,-1 0 0,1 0 0,0 0 0,-1 0 0,1 1 0,0-1 0,-1 0 0,0 0 0,-17 20 1169,-13 35-857,16-14-125,2 0 1,1 1 0,2 1-1,2 0 1,2 0-1,0 79 1,6 41-1395,1-72-1851,-2 0-4283,0-42-1014</inkml:trace>
</inkml:ink>
</file>

<file path=ppt/ink/ink2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5.317"/>
    </inkml:context>
    <inkml:brush xml:id="br0">
      <inkml:brushProperty name="width" value="0.05" units="cm"/>
      <inkml:brushProperty name="height" value="0.05" units="cm"/>
      <inkml:brushProperty name="color" value="#E71224"/>
    </inkml:brush>
  </inkml:definitions>
  <inkml:trace contextRef="#ctx0" brushRef="#br0">528 52 4876,'22'-14'2894,"45"-19"0,-66 32-2775,1 1 0,0-1 0,0 0 0,0 1 0,0-1 0,0 1 0,0 0 0,0 0 0,0 0 1,1 0-1,-1 0 0,0 0 0,0 1 0,0-1 0,0 1 0,0-1 0,0 1 0,-1 0 0,1 0 0,0-1 0,0 1 1,0 1-1,-1-1 0,1 0 0,0 0 0,2 3 0,0 0-10,-1 1-1,1-1 1,-1 0 0,0 1-1,0 0 1,0 0-1,3 8 1,-2 1 15,0 0-1,-1 0 1,0 0-1,-1 1 1,-1-1-1,0 1 1,-1-1-1,0 1 1,-2 0-1,1-1 1,-2 0-1,0 1 1,-1-1-1,-5 15 1,-9 15 69,-1-1 0,-49 80 0,35-73-284,-2-2 0,-1-1-1,-3-2 1,-68 62-1,-195 137-1360,265-220 1276,36-23 70,5-3-62,34-10 128,0 1-1,1 2 1,0 1-1,65-3 1,-84 10 54,0 1 0,0 1 0,0 1 0,0 1 0,-1 0 0,1 2 0,-1 0 0,0 1 0,0 1 0,-1 1 0,26 15 0,-5 3 105,-2 3 1,-2 1-1,44 46 0,-57-54-27,-12-13-26,1-1 0,0-1 0,0 0 1,1-1-1,0 0 0,0-1 0,0 0 0,1 0 0,0-2 0,14 3 0,-5 0 81,0 0-1,32 15 1,-31-9-207,4 2-413,52 18 0,-66-28-975,-1-1 0,1 0-1,0-1 1,16 1 0,16-3-3844</inkml:trace>
</inkml:ink>
</file>

<file path=ppt/ink/ink2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5.458"/>
    </inkml:context>
    <inkml:brush xml:id="br0">
      <inkml:brushProperty name="width" value="0.05" units="cm"/>
      <inkml:brushProperty name="height" value="0.05" units="cm"/>
      <inkml:brushProperty name="color" value="#E71224"/>
    </inkml:brush>
  </inkml:definitions>
  <inkml:trace contextRef="#ctx0" brushRef="#br0">45 10 5701,'-44'2'2988,"56"-7"-1868,4-1 832,-10 20-1560,4 1-228,3 2-316,9 8-268,-6-2-376,-10-8-736,4 7-1240,9 13-889</inkml:trace>
</inkml:ink>
</file>

<file path=ppt/ink/ink2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5.866"/>
    </inkml:context>
    <inkml:brush xml:id="br0">
      <inkml:brushProperty name="width" value="0.05" units="cm"/>
      <inkml:brushProperty name="height" value="0.05" units="cm"/>
      <inkml:brushProperty name="color" value="#E71224"/>
    </inkml:brush>
  </inkml:definitions>
  <inkml:trace contextRef="#ctx0" brushRef="#br0">715 1036 6429,'-3'-5'513,"0"0"0,0 1 1,0-1-1,-1 1 1,0 0-1,0 0 1,0 0-1,0 1 1,-1-1-1,1 1 0,-1 0 1,0 0-1,-8-3 1,7 4-202,-1 1 1,1 0-1,-1 0 1,1 0-1,-1 1 1,0 0-1,1 0 1,-1 1-1,0 0 1,1 0-1,-11 3 1,-37 13 192,2 2 0,0 2 0,2 3 0,0 2 0,-87 60 0,119-73-501,1-1 0,1 2 1,0 0-1,0 1 0,2 1 1,0 0-1,1 1 1,-21 35-1,32-49-60,1 0-1,0 1 1,0-1 0,0 1 0,0-1-1,0 1 1,1 0 0,0-1 0,-1 1 0,1-1-1,1 1 1,-1 0 0,1-1 0,-1 1-1,1-1 1,0 1 0,0-1 0,2 5-1,-2-6 0,0 0-1,1 1 1,-1-1-1,1 0 1,-1 0-1,1 0 1,0 0-1,0 0 1,0 0-1,0 0 1,0-1-1,0 1 0,0-1 1,1 1-1,-1-1 1,0 0-1,1 0 1,-1 0-1,1 0 1,-1-1-1,1 1 1,0 0-1,-1-1 1,6 0-1,6-1-59,-1-1-1,1 0 1,-1-1 0,1 0 0,-1-1-1,0-1 1,0 0 0,-1-1 0,1 0-1,-1-1 1,-1-1 0,1 1-1,12-13 1,4-4-16,-1-1 0,-1-2 0,41-55 0,-30 27 72,-2-1-1,-2-2 0,-3-2 0,38-109 0,56-262-30,-97 308 29,-13 51 13,34-96 0,-39 149 1,-9 19 49,0 0 0,1 0 0,-1 0 0,0 0-1,0 0 1,0 0 0,0 0 0,0 0 0,1 0 0,-1 0 0,0 0 0,0 0 0,0 0 0,0 0 0,0 0 0,0 0 0,1 0 0,-1 0 0,0 0 0,0 0 0,0 1 0,0-1 0,0 0 0,0 0 0,1 0 0,-1 0 0,0 0 0,0 0 0,0 0 0,0 0 0,0 1 0,0-1 0,0 0 0,0 0 0,0 0-1,0 0 1,0 0 0,0 1 0,0-1 0,0 0 0,0 0 0,1 0 0,-1 0 0,0 0 0,-1 1 0,1-1 0,0 0 0,0 0 0,0 0 0,0 0 0,0 0 0,0 1 0,0-1 0,0 0 0,0 40 53,-1-29-43,-4 113 23,-2 185 350,9-234-686,3 0 0,18 83 1,31 53-6448,-30-141 1773</inkml:trace>
</inkml:ink>
</file>

<file path=ppt/ink/ink2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6.244"/>
    </inkml:context>
    <inkml:brush xml:id="br0">
      <inkml:brushProperty name="width" value="0.05" units="cm"/>
      <inkml:brushProperty name="height" value="0.05" units="cm"/>
      <inkml:brushProperty name="color" value="#E71224"/>
    </inkml:brush>
  </inkml:definitions>
  <inkml:trace contextRef="#ctx0" brushRef="#br0">1 61 6105,'1'-8'940,"0"1"1,0-1-1,1 1 1,0-1-1,7-14 4493,-2 31-2678,-3-2-2533,-1 1 0,1 0 0,-1 0 0,-1 0 0,1 0 0,-1 0 1,-1 1-1,2 12 0,3 14 131,8 13-936,2-1-1,2-1 0,38 70 0,-1-2-8214,-36-71 1568</inkml:trace>
</inkml:ink>
</file>

<file path=ppt/ink/ink2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6.384"/>
    </inkml:context>
    <inkml:brush xml:id="br0">
      <inkml:brushProperty name="width" value="0.05" units="cm"/>
      <inkml:brushProperty name="height" value="0.05" units="cm"/>
      <inkml:brushProperty name="color" value="#E71224"/>
    </inkml:brush>
  </inkml:definitions>
  <inkml:trace contextRef="#ctx0" brushRef="#br0">1 1 3612,'41'34'228,"-35"-17"-2144</inkml:trace>
</inkml:ink>
</file>

<file path=ppt/ink/ink2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7.056"/>
    </inkml:context>
    <inkml:brush xml:id="br0">
      <inkml:brushProperty name="width" value="0.05" units="cm"/>
      <inkml:brushProperty name="height" value="0.05" units="cm"/>
      <inkml:brushProperty name="color" value="#E71224"/>
    </inkml:brush>
  </inkml:definitions>
  <inkml:trace contextRef="#ctx0" brushRef="#br0">490 83 5817,'-2'-5'536,"-1"0"1,1 0-1,-1 0 1,1 0 0,1-1-1,-1 1 1,1-1 0,0 1-1,-1-11 2700,2 15-3066,-1-1-1,1 1 1,-1-1 0,0 1 0,1-1-1,-1 1 1,0 0 0,0 0 0,0-1-1,0 1 1,0 0 0,-1 0-1,-1-1 1,1 2-112,0 0-1,0 0 1,0 1 0,1-1-1,-1 1 1,0-1 0,0 1-1,0 0 1,0 0 0,1 0-1,-1 0 1,0 0 0,1 0-1,-1 0 1,1 1 0,0-1-1,-1 0 1,-1 3 0,-23 30 377,22-28-392,-2 4-62,1 0 0,0 0 0,1 1 1,0-1-1,0 1 0,1 0 0,0 0 1,1 1-1,1-1 0,0 0 1,0 1-1,1-1 0,0 1 0,1-1 1,1 1-1,-1-1 0,2 0 0,0 0 1,6 16-1,-6-21-29,1 0 0,-1 0 0,1-1 0,0 0 0,1 0 0,-1 0 0,9 6 1,-12-11 58,0 0-1,0 0 1,1 0 0,-1 0 0,0 0 0,0 0 0,1-1 0,-1 1 0,0-1 0,0 1 0,0-1 0,0 1 0,0-1 0,2-1 0,-2 2 11,2-2 51,1 1 0,-1-1 0,1 0 0,-1-1 0,0 1 0,0 0 0,0-1 1,0 1-1,-1-1 0,1 0 0,-1 0 0,0 0 0,1 0 0,-1-1 0,-1 1 0,4-7 0,-1-1 372,-1-1 0,0 0-1,3-21 1,-5 23-231,0 7-2,0 7-28,1 25-106,-1 1 0,-1 0 0,-1 0 0,-2 0 0,-1-1 0,-2 1 0,0-1-1,-14 35 1,-3 0-4,-3-2 0,-54 96 0,59-122-53,-2-2 0,-1 0 0,-43 47-1,49-63-16,-1 0 0,0-1 0,-2-1 0,0-1 0,0-1 0,-44 22 0,63-35 30,-5-11 8,7 10-42,-1 0 0,1 0 0,-1 0 0,1-1 0,0 1-1,-1 0 1,1 0 0,0-1 0,-1 1 0,1 0 0,0-1 0,-1 1 0,1-1 0,0 1 0,-1 0 0,1-1 0,0 1 0,0-1 0,0 1 0,0 0 0,-1-1 0,1 1 0,0-1 0,0 1 0,0-1 0,0 1 0,0-1 0,0 1 0,0-1-1,0 1 1,0-1 0,0 0 0,4-5-4,0 1 0,1 0 0,-1 0-1,1 0 1,0 0 0,0 0-1,6-4 1,5-4 14,119-97-292,238-149 0,-196 143 45,252-204-193,-425 317 386,7-9 142,-11 12-89,-1-1 1,1 1-1,0-1 0,-1 1 0,1-1 1,0 1-1,-1 0 0,1-1 0,-1 1 1,1 0-1,0-1 0,-1 1 0,1 0 1,-1-1-1,1 1 0,-1 0 0,1 0 1,-1 0-1,0-1 0,1 1 0,-1 0 1,1 0-1,-1 0 0,1 0 0,-1 0 1,1 0-1,-2 0 0,-2 0 10,1 0 0,-1 0 0,0 0 0,1 0 1,-1 1-1,1 0 0,-1-1 0,0 1 0,1 1 0,-1-1 0,1 0 0,0 1 0,-1 0 0,-4 3 0,-47 38 120,37-28-40,7-5-61,-1 0 1,1 1-1,1 0 0,0 1 0,1 1 0,0-1 0,1 1 1,0 1-1,1 0 0,0 0 0,2 0 0,-6 18 0,9-24-71,0 0 0,0 0 0,1 0-1,1 0 1,-1 0 0,1 0 0,0 0-1,1 1 1,0-1 0,1 0 0,-1 0-1,1-1 1,1 1 0,-1 0 0,1-1-1,1 1 1,0-1 0,0 0 0,0 0-1,0-1 1,1 1 0,1-1-1,-1 0 1,11 9 0,-3-5-425,0 0 1,1-1-1,0-1 1,0 0-1,1 0 1,0-2-1,1 0 1,16 4-1,-5-3-1811,-1-2 0,32 3 1,7-3-5070</inkml:trace>
</inkml:ink>
</file>

<file path=ppt/ink/ink2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7.296"/>
    </inkml:context>
    <inkml:brush xml:id="br0">
      <inkml:brushProperty name="width" value="0.05" units="cm"/>
      <inkml:brushProperty name="height" value="0.05" units="cm"/>
      <inkml:brushProperty name="color" value="#E71224"/>
    </inkml:brush>
  </inkml:definitions>
  <inkml:trace contextRef="#ctx0" brushRef="#br0">1 29 7949,'0'0'10193,"9"-14"-10005,1 0-524,6 20-996,0-4-925,3 13-1883,19 5-3141</inkml:trace>
</inkml:ink>
</file>

<file path=ppt/ink/ink2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0.680"/>
    </inkml:context>
    <inkml:brush xml:id="br0">
      <inkml:brushProperty name="width" value="0.05" units="cm"/>
      <inkml:brushProperty name="height" value="0.05" units="cm"/>
      <inkml:brushProperty name="color" value="#E71224"/>
    </inkml:brush>
  </inkml:definitions>
  <inkml:trace contextRef="#ctx0" brushRef="#br0">765 1 10933,'-6'-1'422,"0"1"0,1 1 0,-1-1 0,0 1 0,1 0 1,-1 0-1,0 1 0,1-1 0,-1 1 0,1 1 0,0-1 0,-10 6 0,-3 5 362,1 0 0,-19 17-1,26-21-404,-40 39 704,3 3-1,1 1 1,4 2-1,1 2 1,-65 122-1,56-79-315,4 2 1,-50 162-1,76-190-539,2 1 1,3 1-1,4 0 0,-2 121 1,14-153-158,1-1 1,3 0 0,1 0 0,2-1 0,2 1 0,2-2-1,17 42 1,-15-49-124,2-1 0,1-1 0,1-1 0,2 0 0,1-1-1,1-1 1,2-2 0,47 43 0,-28-34-444,2-3 0,1-1-1,2-3 1,1-1 0,1-3 0,1-2 0,74 22-1,-53-24-1555,112 17 0,76-17-5687,-66-23-2658</inkml:trace>
</inkml:ink>
</file>

<file path=ppt/ink/ink2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1.928"/>
    </inkml:context>
    <inkml:brush xml:id="br0">
      <inkml:brushProperty name="width" value="0.05" units="cm"/>
      <inkml:brushProperty name="height" value="0.05" units="cm"/>
      <inkml:brushProperty name="color" value="#E71224"/>
    </inkml:brush>
  </inkml:definitions>
  <inkml:trace contextRef="#ctx0" brushRef="#br0">173 1 8629,'1'2'1839,"0"5"-1273,0-1 0,-1 1 0,0 0 0,0 0 0,0-1 0,-1 1 0,0 0 0,0 0 0,-1-1 0,1 1 0,-2-1 0,-3 10 0,2-6-197,-50 210 2806,15-51-2402,18-90-480,-12 89 0,28-129-307,2 1-1,2-1 0,1 1 0,7 51 0,-7-88 10,0 0 0,0 0-1,1 0 1,0 0 0,-1 0 0,1 0-1,0-1 1,1 1 0,-1 0-1,0 0 1,1-1 0,-1 1-1,1-1 1,0 1 0,0-1-1,0 0 1,0 0 0,0 0-1,1 0 1,-1 0 0,6 3-1,-3-3 6,1-1-1,0 1 0,0-1 0,0 0 0,0 0 0,0-1 1,0 0-1,0 0 0,10-1 0,21-4-21,-1-1 1,56-17-1,74-34-55,-150 51 35,182-63-1119,145-56-6151,-268 96 2995,3 10-2255</inkml:trace>
</inkml:ink>
</file>

<file path=ppt/ink/ink2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2.728"/>
    </inkml:context>
    <inkml:brush xml:id="br0">
      <inkml:brushProperty name="width" value="0.05" units="cm"/>
      <inkml:brushProperty name="height" value="0.05" units="cm"/>
      <inkml:brushProperty name="color" value="#E71224"/>
    </inkml:brush>
  </inkml:definitions>
  <inkml:trace contextRef="#ctx0" brushRef="#br0">403 507 7281,'-5'-3'867,"0"0"0,0 0 0,0 0 0,1 0 1,-1-1-1,1 0 0,0 0 0,0 0 0,-7-9 1,2 2-282,3 10 32,-15 8-101,15-5-430,0 0 0,0 0 1,0 0-1,0 1 1,0-1-1,1 1 1,-1 1-1,1-1 1,0 1-1,0 0 1,-7 8-1,-38 47 148,-74 85-2446,112-133 1625,2 1-1,-1 0 1,2 1 0,-15 25-1,25-36 548,-1-1 0,1 0 0,0 0-1,0 0 1,0 0 0,0 1 0,0-1-1,0 0 1,0 0 0,0-1 0,0 1-1,0 0 1,0 0 0,1 0 0,-1-1 0,0 1-1,1-1 1,1 1 0,4 0 28,-1 0-1,1-1 1,-1 0 0,1 0 0,-1-1-1,1 1 1,-1-1 0,8-3 0,22-2 92,314 8 1302,-332-1-1337,0-1-6,0 0 1,0 0 0,0-2 0,0 0 0,31-9-1,-43 8-42,0 0 1,0 0-1,0 0 0,0-1 0,0 0 0,-1 0 0,0-1 0,8-8 1,35-47 71,-21 23 72,32-36 223,122-137 807,-154 182-1037,-9 9 172,38-31 0,-51 46-266,0 0 0,0 0-1,1 1 1,-1 0 0,1 0 0,0 0 0,0 1 0,0 0 0,0 0 0,0 1 0,1 0 0,11-1 0,-15 2-9,0 0-1,0 1 1,0 0-1,1 0 1,-1 0 0,0 0-1,0 0 1,0 0 0,-1 1-1,1 0 1,0-1 0,0 1-1,-1 0 1,1 0-1,-1 1 1,0-1 0,0 0-1,0 1 1,3 4 0,-1-1-25,0 0 0,-1 0 1,1 1-1,-1-1 1,-1 1-1,0 0 1,1 0-1,0 11 0,1 6 31,-2-1 0,-1 1 0,-1 0-1,0 0 1,-2 0 0,-1-1 0,-1 1-1,-1-1 1,-1 0 0,-15 38 0,-4 0-23,8-18-503,-24 42-1,20-36-279,20-47 447,2-1 298,1-1 0,0-1 0,-1 1 0,1 0 1,0 0-1,-1-1 0,1 1 0,-1-1 0,1 1 0,0-1 1,-1 1-1,2-2 0,3-1-21,18-8-18,0-1-1,-1-1 1,0-1-1,-1-1 1,-1-1-1,22-20 1,111-122 11,134-189 797,-102 117 997,-168 216-1581,-18 14-153,1 0-1,-1 0 1,0 0 0,1 0 0,-1 0 0,0 0 0,1 0 0,-1 0 0,1 0 0,-1 0 0,0 0 0,1 0 0,-1 0 0,0 0 0,1 0 0,-1 0 0,1 0 0,-1 0 0,0 1 0,1-1 0,-1 0 0,0 0-1,1 0 1,-1 1 0,0-1 0,0 0 0,1 0 0,-1 1 0,0 0 0,2 1 17,-1 1 0,0 0 0,-1 0 1,1 0-1,-1 0 0,1 0 0,-1 0 0,0 0 0,0 0 0,0 0 0,-1 3 0,1 35 60,1 0 0,3-1-1,10 57 1,2 8-42,-14-85-29,0 0 0,-2 0-1,0-1 1,-4 27 0,2-37-14,0 0 1,0 1-1,-1-1 1,0 0-1,-1 0 1,0 0-1,0-1 1,-1 1-1,0-1 1,-1 0-1,-6 7 0,-5 3 134,0-1-1,-2-1 0,0-1 1,0 0-1,-27 14 0,-32 11-1816,1-6-7567,101-44 2676</inkml:trace>
</inkml:ink>
</file>

<file path=ppt/ink/ink2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3.091"/>
    </inkml:context>
    <inkml:brush xml:id="br0">
      <inkml:brushProperty name="width" value="0.05" units="cm"/>
      <inkml:brushProperty name="height" value="0.05" units="cm"/>
      <inkml:brushProperty name="color" value="#E71224"/>
    </inkml:brush>
  </inkml:definitions>
  <inkml:trace contextRef="#ctx0" brushRef="#br0">291 23 8117,'-38'-22'11545,"36"22"-11455,1 0-1,-1 1 0,1-1 0,-1 1 0,1-1 0,-1 1 0,1 0 0,0 0 0,-1-1 0,1 1 0,0 0 0,0 0 0,-1 0 1,1 1-1,0-1 0,-1 2 0,-16 23 279,17-25-342,-27 52 430,-29 75-1,14-28-265,39-93-182,-54 134 164,53-127-174,1 0 1,1 1 0,0-1 0,1 1-1,0-1 1,2 1 0,-1 0-1,3 18 1,-1-29-13,-1 0-1,1 0 1,0 0-1,1-1 1,-1 1-1,0 0 1,1-1-1,0 1 1,0-1-1,0 0 1,0 0-1,1 1 1,-1-1-1,1-1 1,-1 1-1,1 0 1,0-1-1,0 1 1,1-1-1,-1 0 1,0 0-1,1 0 1,-1 0-1,7 1 1,-3-1-6,-1-1 1,1 1-1,0-1 0,0-1 1,0 1-1,0-1 1,0-1-1,0 1 0,0-1 1,0 0-1,0-1 1,0 0-1,11-4 0,-6 1 9,1-1-1,-1 0 0,0-1 0,0 0 0,-1-1 1,0-1-1,-1 0 0,1 0 0,-2-1 0,1 0 0,-1 0 1,-1-1-1,0 0 0,-1-1 0,7-13 0,-6 8 1,-1 0 0,-1-1 0,-1 0 0,0 0 0,-1-1 0,-1 1 0,-1-1 0,0 0 0,-1 0 0,-4-31 0,0 17 21,-15-64 0,15 85-153,-1 1-1,1 0 0,-2 0 0,0 0 0,0 1 0,-1-1 0,0 1 0,-14-16 0,19 24-46,-1 0 0,1 0 0,-1 0 0,0 1 0,0-1 0,0 1 0,0-1 0,0 1 0,0 0 0,0 0 0,0 0 0,0 0 0,0 0 0,-1 0 0,1 1 0,0-1 1,-1 1-1,1 0 0,-1-1 0,1 1 0,0 0 0,-1 0 0,1 1 0,-4 0 0,1 0-466,1 1-1,-1 0 1,1 0 0,0 1-1,0-1 1,0 1 0,0 0 0,0 0-1,-4 6 1,-5 4-5666</inkml:trace>
</inkml:ink>
</file>

<file path=ppt/ink/ink2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3.282"/>
    </inkml:context>
    <inkml:brush xml:id="br0">
      <inkml:brushProperty name="width" value="0.05" units="cm"/>
      <inkml:brushProperty name="height" value="0.05" units="cm"/>
      <inkml:brushProperty name="color" value="#E71224"/>
    </inkml:brush>
  </inkml:definitions>
  <inkml:trace contextRef="#ctx0" brushRef="#br0">26 64 11725,'-13'8'2360,"13"-28"-352,-3-3 981,-4 9-1813,4 0 436,19 19-11065,0 1 20</inkml:trace>
</inkml:ink>
</file>

<file path=ppt/ink/ink2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3.551"/>
    </inkml:context>
    <inkml:brush xml:id="br0">
      <inkml:brushProperty name="width" value="0.05" units="cm"/>
      <inkml:brushProperty name="height" value="0.05" units="cm"/>
      <inkml:brushProperty name="color" value="#E71224"/>
    </inkml:brush>
  </inkml:definitions>
  <inkml:trace contextRef="#ctx0" brushRef="#br0">1248 20 10809,'0'0'2085,"-10"-20"3915,9 37-5540,1 0-1,0-1 0,1 1 0,1 0 0,0-1 0,1 1 0,8 22 0,6 33 330,-8-13-247,-2 1-1,-3 0 1,-5 99-1,-3-123-427,-1-1-1,-1 0 1,-2 0-1,-1-1 1,-2 0-1,-2-1 1,-26 51-1,9-32 16,-4-1 0,-62 75 0,-94 81-608,91-110-763,-133 99 0,-126 62-5844,271-197 1754,16-1-3120</inkml:trace>
</inkml:ink>
</file>

<file path=ppt/ink/ink2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3.724"/>
    </inkml:context>
    <inkml:brush xml:id="br0">
      <inkml:brushProperty name="width" value="0.05" units="cm"/>
      <inkml:brushProperty name="height" value="0.05" units="cm"/>
      <inkml:brushProperty name="color" value="#E71224"/>
    </inkml:brush>
  </inkml:definitions>
  <inkml:trace contextRef="#ctx0" brushRef="#br0">235 92 12081,'-28'-29'1904,"15"12"-300,-3 6-259,3 2-289,-2-2-204,-1 2 264,-6 6-1052,-4 0-432,7 6-788,-13 6-836,23 2-2857,-17 1-3824</inkml:trace>
</inkml:ink>
</file>

<file path=ppt/ink/ink2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2.705"/>
    </inkml:context>
    <inkml:brush xml:id="br0">
      <inkml:brushProperty name="width" value="0.05" units="cm"/>
      <inkml:brushProperty name="height" value="0.05" units="cm"/>
      <inkml:brushProperty name="color" value="#E71224"/>
    </inkml:brush>
  </inkml:definitions>
  <inkml:trace contextRef="#ctx0" brushRef="#br0">57 344 3516,'-44'-3'2879,"49"-25"3032,-10 47-5295,1 0-1,1-1 0,0 2 0,1 31 1,6 55 748,6-1 0,23 105 1,-27-176-1080,2 0 0,1-1 0,2 0 0,25 53 0,-31-75-212,1-1 0,1 1 0,0-1 0,1-1 0,0 1 0,0-1 0,1-1-1,0 0 1,0 0 0,1 0 0,0-1 0,1-1 0,-1 0 0,1 0 0,0-1 0,23 7 0,-15-8-26,0 0 0,0-2 1,0 0-1,1-1 0,-1 0 0,0-2 0,1-1 0,20-3 0,156-44 134,-138 32-142,702-248 94,-732 254-134,870-368-1343,-19-34-5100,-877 412 6410,136-70-6032,-99 47 21</inkml:trace>
</inkml:ink>
</file>

<file path=ppt/ink/ink2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3.092"/>
    </inkml:context>
    <inkml:brush xml:id="br0">
      <inkml:brushProperty name="width" value="0.05" units="cm"/>
      <inkml:brushProperty name="height" value="0.05" units="cm"/>
      <inkml:brushProperty name="color" value="#E71224"/>
    </inkml:brush>
  </inkml:definitions>
  <inkml:trace contextRef="#ctx0" brushRef="#br0">123 75 7733,'-31'-6'2496,"31"6"-2396,1 1 0,0 0-1,0-1 1,-1 1 0,1 0 0,0-1 0,-1 1-1,1 0 1,-1 0 0,1 0 0,-1-1 0,1 1-1,-1 0 1,0 0 0,1 0 0,-1 0 0,0 0-1,0 0 1,0 0 0,0 0 0,0 0 0,0 1 0,2 23 692,-4 4-64,-1 1 1,-2-1 0,-12 42 0,1-2-53,-7 52 526,6 0-1,-2 131 1,19-235-1073,0 0 0,1 1 0,1-1 1,0 0-1,2 0 0,0-1 0,7 20 1,-8-28-70,1 1 0,0-1 0,1 0 1,0 0-1,0 0 0,1-1 0,0 0 0,0 0 1,1 0-1,0-1 0,0 0 0,0 0 1,1-1-1,13 8 0,-2-4 14,0-2 0,1 0-1,-1-1 1,1-1 0,1-1 0,-1 0-1,27 0 1,148-6 144,-72-9-45,235-51 0,111-75-367,-297 72-643,184-96 0,149-112-2510,-462 249 2977,364-200-3546,-136 78-2346,-183 101 1405</inkml:trace>
</inkml:ink>
</file>

<file path=ppt/ink/ink2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9.905"/>
    </inkml:context>
    <inkml:brush xml:id="br0">
      <inkml:brushProperty name="width" value="0.05" units="cm"/>
      <inkml:brushProperty name="height" value="0.05" units="cm"/>
      <inkml:brushProperty name="color" value="#E71224"/>
    </inkml:brush>
  </inkml:definitions>
  <inkml:trace contextRef="#ctx0" brushRef="#br0">162 1 10609,'-44'60'1432,"25"-52"-196,9 15-72,-2 0-356,-1 3-52,-3 11-163,3 0-121,1 3-340,2 3-608,4 3-705,0-3-499,6 2-2320,3 7-2881</inkml:trace>
</inkml:ink>
</file>

<file path=ppt/ink/ink2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0.046"/>
    </inkml:context>
    <inkml:brush xml:id="br0">
      <inkml:brushProperty name="width" value="0.05" units="cm"/>
      <inkml:brushProperty name="height" value="0.05" units="cm"/>
      <inkml:brushProperty name="color" value="#E71224"/>
    </inkml:brush>
  </inkml:definitions>
  <inkml:trace contextRef="#ctx0" brushRef="#br0">309 0 9709,'-45'15'2236,"20"-15"-172,0 11-352,-10 9-247,9-6-321,4 9-284,-3 6-176,-1 2-236,4 4-700,0-1-1088,0 9-1329,9 2-2027,13 4-3685</inkml:trace>
</inkml:ink>
</file>

<file path=ppt/ink/ink2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9.164"/>
    </inkml:context>
    <inkml:brush xml:id="br0">
      <inkml:brushProperty name="width" value="0.05" units="cm"/>
      <inkml:brushProperty name="height" value="0.05" units="cm"/>
      <inkml:brushProperty name="color" value="#E71224"/>
    </inkml:brush>
  </inkml:definitions>
  <inkml:trace contextRef="#ctx0" brushRef="#br0">247 20 11073,'1'0'330,"1"0"-201,-1 0 0,1 0 0,-1 0-1,0-1 1,1 1 0,-1 0-1,1-1 1,-1 1 0,1-1-1,-1 1 1,0-1 0,0 0-1,1 1 1,-1-1 0,2-1-1,0-10 6246,14 27-4892,-12-8-1380,0 0 0,-1 0 0,0 0 0,0 1 0,-1 0 0,0-1 0,0 1 1,-1 1-1,0-1 0,0 0 0,-1 0 0,1 15 0,-1 9 128,-2-1 0,-5 35 0,-7 29 72,-48 172 1,-55 85-43,7-19-153,102-312-92,2 1 0,0-1 0,1 1 0,1 0 0,1 0 0,1 0 0,1 0 0,5 36 0,-5-54-14,1 0 0,1-1 1,-1 1-1,0 0 0,1-1 1,0 1-1,-1-1 1,1 1-1,1-1 0,-1 0 1,0 0-1,1 0 0,0 0 1,0 0-1,-1-1 1,8 5-1,3 4-23,1 0 1,1-1-1,0-1 1,0-1-1,0 0 1,1-1-1,0-1 1,1 0-1,0-1 1,-1-1-1,2 0 0,24 1 1,12-4-482,-1-3 1,1-3-1,76-15 0,156-51-3319,-259 64 3368,243-80-7137,-136 41 268</inkml:trace>
</inkml:ink>
</file>

<file path=ppt/ink/ink2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9.445"/>
    </inkml:context>
    <inkml:brush xml:id="br0">
      <inkml:brushProperty name="width" value="0.05" units="cm"/>
      <inkml:brushProperty name="height" value="0.05" units="cm"/>
      <inkml:brushProperty name="color" value="#E71224"/>
    </inkml:brush>
  </inkml:definitions>
  <inkml:trace contextRef="#ctx0" brushRef="#br0">0 1 11133,'3'23'8670,"-1"0"-3758,1 50-3130,-1-19-1056,7 67-409,-2-38-4194,-5 110 0,-6-117-2538,6-2-3972</inkml:trace>
</inkml:ink>
</file>

<file path=ppt/ink/ink2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5.625"/>
    </inkml:context>
    <inkml:brush xml:id="br0">
      <inkml:brushProperty name="width" value="0.05" units="cm"/>
      <inkml:brushProperty name="height" value="0.05" units="cm"/>
      <inkml:brushProperty name="color" value="#E71224"/>
    </inkml:brush>
  </inkml:definitions>
  <inkml:trace contextRef="#ctx0" brushRef="#br0">42 177 6857,'-2'-3'708,"0"0"1,-1 0 0,1 0 0,-1 0-1,1 1 1,-1-1 0,0 1-1,0 0 1,-1 0 0,1 0 0,-8-4 5669,33 5-5855,-11 2-438,372-33 662,-224 15-716,251-27-1697,-224 22-1403,-1 3-3769,-103 10-1022</inkml:trace>
</inkml:ink>
</file>

<file path=ppt/ink/ink2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5.905"/>
    </inkml:context>
    <inkml:brush xml:id="br0">
      <inkml:brushProperty name="width" value="0.05" units="cm"/>
      <inkml:brushProperty name="height" value="0.05" units="cm"/>
      <inkml:brushProperty name="color" value="#E71224"/>
    </inkml:brush>
  </inkml:definitions>
  <inkml:trace contextRef="#ctx0" brushRef="#br0">220 81 9809,'-1'-4'290,"0"0"-1,0 1 1,-1-1 0,1 0-1,-1 1 1,0-1 0,0 1-1,0 0 1,0 0 0,0 0-1,-1 0 1,1 0 0,-1 0-1,0 1 1,0-1 0,0 1-1,0 0 1,-7-4 0,8 5 10,1 0 0,-1 0 1,0 0-1,1 0 1,-1 0-1,1 0 0,-1-1 1,1 1-1,0-1 0,-5-5 2937,31 23-2837,0 1 0,-1 1 0,31 31 0,62 73 258,-102-104-613,0 1 1,-1 0-1,-1 1 1,-1 1-1,-1 0 0,-1 1 1,-1 0-1,12 41 1,-14-34-61,-2 0 0,-1 1 0,-1-1 1,-1 1-1,-2 0 0,-5 45 0,-1-34-300,-2-1 1,-1 0-1,-3 0 0,-1-1 0,-1-1 0,-3 0 1,-1-1-1,-1-1 0,-2-1 0,-39 50 0,-101 89-3728,45-68-2466,58-56-608</inkml:trace>
</inkml:ink>
</file>

<file path=ppt/ink/ink2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6.522"/>
    </inkml:context>
    <inkml:brush xml:id="br0">
      <inkml:brushProperty name="width" value="0.05" units="cm"/>
      <inkml:brushProperty name="height" value="0.05" units="cm"/>
      <inkml:brushProperty name="color" value="#E71224"/>
    </inkml:brush>
  </inkml:definitions>
  <inkml:trace contextRef="#ctx0" brushRef="#br0">99 11 6765,'-3'-11'7983,"4"29"-6772,0 12-548,-47 289 3731,26-206-3856,5 0-1,-1 154 1,16-241-458,2 0 1,0 0 0,2 0 0,13 45-1,-15-62-61,2 0 0,-1-1 0,1 1 0,1 0 0,0-1-1,0 0 1,0 0 0,1-1 0,0 0 0,1 0 0,0 0 0,0 0-1,0-1 1,1-1 0,-1 1 0,11 4 0,0-1-6,1-2 0,0 0 0,0-1 0,0-1 0,26 4 0,-7-5-108,71 1 0,-52-8-324,-1-3 1,0-1 0,67-20-1,160-63-3854,-115 14-444,-91 38 776,0 2-1711</inkml:trace>
</inkml:ink>
</file>

<file path=ppt/ink/ink2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8.259"/>
    </inkml:context>
    <inkml:brush xml:id="br0">
      <inkml:brushProperty name="width" value="0.05" units="cm"/>
      <inkml:brushProperty name="height" value="0.05" units="cm"/>
      <inkml:brushProperty name="color" value="#E71224"/>
    </inkml:brush>
  </inkml:definitions>
  <inkml:trace contextRef="#ctx0" brushRef="#br0">10 317 6197,'4'-24'1210,"-4"23"-1149,0 0 1,0 1-1,0-1 0,0 0 0,0 1 0,0-1 0,-1 0 0,1 1 0,0-1 0,-1 0 0,1 1 0,0-1 0,-1 1 1,1-1-1,-1 1 0,1-1 0,-1 1 0,1-1 0,-1 1 0,1-1 0,-1 1 0,0-1 0,1 1 0,-1 0 0,0-1 0,0 1-35,1 0 0,0 0 0,0 0 0,0 0 0,0 0 0,-1 0 0,1 0 0,0 0 0,0 0-1,0-1 1,0 1 0,0 0 0,0 0 0,-1 0 0,1 0 0,0 0 0,0 0 0,0 0 0,0-1-1,0 1 1,0 0 0,0 0 0,0 0 0,0 0 0,-1 0 0,1-1 0,0 1 0,0 0 0,0 0-1,0 0 1,0 0 0,0-1 0,0 1 0,0 0 0,0 0 0,0 0 0,0 0 0,0-1 0,0 1-1,1 0 1,-1 0 0,0 0 0,0 0 0,0-1 0,1-5 182,0 0 0,1 0-1,-1 0 1,1 0 0,1 1 0,-1-1-1,1 0 1,0 1 0,0 0 0,1-1 0,0 1-1,7-7 1,-2 3 5,1 0-1,0 1 1,0 0-1,1 1 1,19-10-1,8 0 20,0 2-1,77-19 1,-23 12-985,124-12 0,-7 22-5000,-142 14 1164</inkml:trace>
</inkml:ink>
</file>

<file path=ppt/ink/ink2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8.448"/>
    </inkml:context>
    <inkml:brush xml:id="br0">
      <inkml:brushProperty name="width" value="0.05" units="cm"/>
      <inkml:brushProperty name="height" value="0.05" units="cm"/>
      <inkml:brushProperty name="color" value="#E71224"/>
    </inkml:brush>
  </inkml:definitions>
  <inkml:trace contextRef="#ctx0" brushRef="#br0">0 143 4768,'41'-31'1197,"-22"14"-337,10-1-156,-13 10-356,12-1 144,26-2-148,-6 2-312,3 1-440,0-4-740,9-2-945,10 8-19</inkml:trace>
</inkml:ink>
</file>

<file path=ppt/ink/ink2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8.687"/>
    </inkml:context>
    <inkml:brush xml:id="br0">
      <inkml:brushProperty name="width" value="0.05" units="cm"/>
      <inkml:brushProperty name="height" value="0.05" units="cm"/>
      <inkml:brushProperty name="color" value="#E71224"/>
    </inkml:brush>
  </inkml:definitions>
  <inkml:trace contextRef="#ctx0" brushRef="#br0">48 15 8393,'-8'-14'2492,"0"13"1567,-10 24-865,16-18-2986,0-1 1,0 1 0,0 0-1,1 0 1,-1 0-1,1 0 1,0 0 0,1 0-1,-1 9 1,6 49 371,-3-41-309,4 15-294,1 0 1,3 0-1,26 69 1,-3-11-1549,-27-75 836,4 15-660,2-1 1,24 49 0,-32-74 809,1 0 0,1-1 0,0 1 0,0-1 0,0 0 0,1-1 0,0 1 0,1-1 0,0-1 0,0 1 0,0-1 1,1-1-1,15 8 0,10-1-2738</inkml:trace>
</inkml:ink>
</file>

<file path=ppt/ink/ink2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9.110"/>
    </inkml:context>
    <inkml:brush xml:id="br0">
      <inkml:brushProperty name="width" value="0.05" units="cm"/>
      <inkml:brushProperty name="height" value="0.05" units="cm"/>
      <inkml:brushProperty name="color" value="#E71224"/>
    </inkml:brush>
  </inkml:definitions>
  <inkml:trace contextRef="#ctx0" brushRef="#br0">355 7 5140,'0'0'90,"0"0"-1,0 0 1,0 0-1,0 0 0,-1 0 1,1 0-1,0 1 1,0-1-1,0 0 0,-1 0 1,1 0-1,0 0 0,0 0 1,0 0-1,-1 0 1,1 0-1,0 0 0,0 0 1,0 0-1,-1 0 0,1 0 1,0 0-1,0 0 1,0 0-1,-1 0 0,1 0 1,0 0-1,0 0 0,0 0 1,-1-1-1,1 1 1,0 0-1,0 0 0,0 0 1,0 0-1,-1 0 1,1 0-1,0-1 0,0 1 1,0 0-1,0 0 0,0 0 1,0 0-1,0-1 1,-1 1-1,1 0 0,0 0 1,0 0-1,0-1 0,0 1 1,0 0-1,0 0 1,0 0-1,0-1 0,0 1 1,0 0-1,0 0 0,0 0 1,0-1-1,0 1 1,0 0-1,0 0 0,0 0 1,1-1-1,-1 1 1,-29 17 1343,-30 31-997,-83 96 832,116-114-1257,2 0 0,0 2 1,-19 35-1,43-66-15,0-1 1,0 0-1,0 0 1,0 0-1,0 0 1,0 0-1,0 0 0,0 0 1,0 0-1,0 0 1,-1 1-1,1-1 1,0 0-1,0 0 1,0 0-1,0 0 0,0 0 1,0 0-1,0 0 1,0 1-1,0-1 1,0 0-1,0 0 1,0 0-1,0 0 0,0 0 1,0 0-1,0 0 1,1 0-1,-1 1 1,0-1-1,0 0 1,0 0-1,0 0 0,0 0 1,0 0-1,0 0 1,0 0-1,0 0 1,0 0-1,0 1 0,0-1 1,1 0-1,-1 0 1,0 0-1,0 0 1,0 0-1,0 0 1,0 0-1,0 0 0,0 0 1,0 0-1,1 0 1,-1 0-1,0 0 1,0 0-1,0 0 1,0 0-1,0 0 0,0 0 1,0 0-1,1 0 1,-1 0-1,0 0 1,7 2-82,0-1 0,1 0 0,-1 0 0,1-1 0,-1 1 0,1-2 1,-1 1-1,0-1 0,1 0 0,-1-1 0,8-2 0,17-6-291,37-16 1,-42 14 222,166-68-398,-163 67 749,-1-2-1,-1 0 1,0-2-1,37-30 1,-2 2 843,-61 43-969,3 3-59,-1 0 1,0 0 0,0 0-1,-1 0 1,1 0-1,0 1 1,0-1-1,0 1 1,-1 0-1,1 1 1,3 2-1,40 34 23,-28-22-45,14 8-58,43 38-204,-69-55 222,0-1-1,0 1 1,0 1-1,-1-1 1,-1 1-1,1 0 1,4 11-1,-9-16 27,1-1 1,-1 1-1,0-1 0,0 1 0,-1-1 1,1 1-1,-1 0 0,0-1 1,1 1-1,-2 0 0,1-1 0,0 1 1,-1 0-1,0-1 0,1 1 0,-1-1 1,-1 1-1,1-1 0,-1 0 0,-3 7 1,-2 0-143,-1 0 0,0-1 0,0 0 0,-18 15 0,-14 14-1370,38-36 689,7-25-2727,6-2 740</inkml:trace>
</inkml:ink>
</file>

<file path=ppt/ink/ink2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9.269"/>
    </inkml:context>
    <inkml:brush xml:id="br0">
      <inkml:brushProperty name="width" value="0.05" units="cm"/>
      <inkml:brushProperty name="height" value="0.05" units="cm"/>
      <inkml:brushProperty name="color" value="#E71224"/>
    </inkml:brush>
  </inkml:definitions>
  <inkml:trace contextRef="#ctx0" brushRef="#br0">111 1 5569,'-19'9'1572,"0"2"-100,10 6-160,-1-3-124,4 4-212,-4-1-176,1 6-148,2-1-128,1 7-236,3 0 72,-4-4-160,4 18-364,0-26-392,3 15-320,3-1-560,-3-8-2048,0 0-1929</inkml:trace>
</inkml:ink>
</file>

<file path=ppt/ink/ink2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9.676"/>
    </inkml:context>
    <inkml:brush xml:id="br0">
      <inkml:brushProperty name="width" value="0.05" units="cm"/>
      <inkml:brushProperty name="height" value="0.05" units="cm"/>
      <inkml:brushProperty name="color" value="#E71224"/>
    </inkml:brush>
  </inkml:definitions>
  <inkml:trace contextRef="#ctx0" brushRef="#br0">0 247 6177,'3'-4'1191,"2"-3"-909,1-1-1,0 1 1,1 1-1,-1-1 1,1 1-1,1 0 1,-1 1-1,1-1 1,0 2-1,0-1 1,0 1-1,14-5 1,272-89 1035,-164 58-1052,-97 31-259,-30 9 75,-2 1 69,1 0-1,0 0 1,-1 0-1,1-1 0,0 1 1,0 0-1,0-1 1,0 1-1,0-1 1,0 1-1,3-1 1,-5-1-324,1-19 1804,2 18-201,3 11-882,-6-5-506,0-1 0,0 1-1,0-1 1,0 1 0,-1-1 0,1 1-1,-1-1 1,0 1 0,0-1 0,0 1-1,0-1 1,-1 0 0,0 0 0,1 0-1,-1 0 1,-4 5 0,-3 8 48,-41 98-1326,20-37-6230,20-46 450</inkml:trace>
</inkml:ink>
</file>

<file path=ppt/ink/ink2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9.847"/>
    </inkml:context>
    <inkml:brush xml:id="br0">
      <inkml:brushProperty name="width" value="0.05" units="cm"/>
      <inkml:brushProperty name="height" value="0.05" units="cm"/>
      <inkml:brushProperty name="color" value="#E71224"/>
    </inkml:brush>
  </inkml:definitions>
  <inkml:trace contextRef="#ctx0" brushRef="#br0">4 57 6641,'-3'-26'1336,"19"15"-264,3 2 392,3 1-976,-3 5-132,0 12-268,16 2-196,-3 9-240,-4 3-212,-2 0-392,-1-3-536,1 5-816,5 1-397</inkml:trace>
</inkml:ink>
</file>

<file path=ppt/ink/ink2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39.991"/>
    </inkml:context>
    <inkml:brush xml:id="br0">
      <inkml:brushProperty name="width" value="0.05" units="cm"/>
      <inkml:brushProperty name="height" value="0.05" units="cm"/>
      <inkml:brushProperty name="color" value="#E71224"/>
    </inkml:brush>
  </inkml:definitions>
  <inkml:trace contextRef="#ctx0" brushRef="#br0">196 0 5621,'-15'28'1028,"-2"-2"0,-1 0 0,-2-1 0,-22 23 0,32-38-344,0 1 1,1 0-1,0 0 0,0 1 0,2 0 1,-1 1-1,1-1 0,-7 23 1,13-33-624,1 1 1,0-1 0,0 0 0,1 1 0,-1-1 0,0 1-1,1-1 1,0 0 0,-1 0 0,1 1 0,0-1 0,0 0-1,0 0 1,0 0 0,1 0 0,-1 0 0,0 0-1,3 2 1,2-1-72,-1-1 0,1 0 0,-1 0 0,1 0 1,0-1-1,0 0 0,0 0 0,-1 0 0,10-1 0,1 1-148,38 2-2112,1-2 0,99-13 0,-124 9 717,71-8-4937</inkml:trace>
</inkml:ink>
</file>

<file path=ppt/ink/ink2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0.446"/>
    </inkml:context>
    <inkml:brush xml:id="br0">
      <inkml:brushProperty name="width" value="0.05" units="cm"/>
      <inkml:brushProperty name="height" value="0.05" units="cm"/>
      <inkml:brushProperty name="color" value="#E71224"/>
    </inkml:brush>
  </inkml:definitions>
  <inkml:trace contextRef="#ctx0" brushRef="#br0">58 186 10445,'-29'-8'2288,"13"-1"-192,3 1 2425,17-12-3613,8-9-36,17 12-312,15 0-124,20 5-264,22 1-376,6-1-612,6 4-656,115-15-5913,-108 12-2052</inkml:trace>
</inkml:ink>
</file>

<file path=ppt/ink/ink2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1.092"/>
    </inkml:context>
    <inkml:brush xml:id="br0">
      <inkml:brushProperty name="width" value="0.05" units="cm"/>
      <inkml:brushProperty name="height" value="0.05" units="cm"/>
      <inkml:brushProperty name="color" value="#E71224"/>
    </inkml:brush>
  </inkml:definitions>
  <inkml:trace contextRef="#ctx0" brushRef="#br0">28 39 9549,'-12'-2'10899,"15"15"-9054,-1-1-1752,-1 1 1,0-1-1,-1 0 1,0 0-1,-1 0 1,-1 0-1,1 0 1,-6 16-1,4-18-92,0 1-1,1-1 1,0 1-1,1 0 1,0 0-1,1 0 1,0-1-1,1 1 1,0 0-1,1 0 1,4 15-1,-2-15-90,1 0-1,0 0 1,1 0-1,0-1 1,1 0-1,0 0 1,1 0-1,0-1 1,17 16-1,-18-20-10,0 1 0,1-1 0,-1-1 0,1 0 0,0 0 1,0 0-1,0-1 0,0 0 0,1-1 0,-1 1 0,1-2 0,0 1 0,-1-1 0,18-1 0,-5-1 27,0-2-1,0-1 1,-1 0 0,1-2-1,-1 0 1,0-1-1,0-1 1,-1-1 0,20-12-1,24-19 536,74-60 0,-30 19 311,-88 68-622,0 0 0,1 1 1,42-18-1,-54 27-125,-1 1-1,1 0 1,0 0-1,0 1 1,0 0-1,0 0 1,0 1 0,-1-1-1,1 2 1,0-1-1,0 2 1,0-1-1,0 1 1,0 0-1,8 3 1,-1 2 8,1 1 0,-2 0 1,1 0-1,24 21 0,49 51 37,5 5-188,-74-71-35,0 0 1,1-1-1,0-1 0,1-1 1,1-1-1,30 11 0,-40-18 73,1 0 0,-1 0-1,1-1 1,-1-1-1,1 0 1,0-1 0,-1 0-1,1-1 1,0-1-1,-1 0 1,1 0-1,-1-1 1,21-8 0,3-5-18,0-2 1,-1-1 0,-1-2 0,35-28 0,117-109 211,-155 131 59,0 1 1,2 1 0,1 2 0,43-22-1,-73 43-158,0 0-1,0 1 0,0 0 1,0-1-1,0 1 1,0 1-1,0-1 0,1 1 1,-1-1-1,0 1 1,0 0-1,1 1 0,-1-1 1,8 3-1,-1 0 17,0 1 0,-1 1 1,0 0-1,10 7 0,-12-8-31,0 1-1,0-1 1,0 0-1,0-1 1,0 1 0,1-2-1,-1 1 1,15 1-1,-2-4-38,0 0 0,0-2 0,0 0 0,24-7 0,80-25 535,-109 29-285,-13 4-76,28 7 106,-30-5-233,-1 0 0,0 1-1,0-1 1,0 0 0,0 0 0,0 1 0,0-1 0,0 0 0,-1 1 0,1-1 0,0 0 0,-1 1 0,0 1 0,1-3-4,-15 37-631,0-3-3181,13-8-4252,5-9 1083</inkml:trace>
</inkml:ink>
</file>

<file path=ppt/ink/ink2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1.220"/>
    </inkml:context>
    <inkml:brush xml:id="br0">
      <inkml:brushProperty name="width" value="0.05" units="cm"/>
      <inkml:brushProperty name="height" value="0.05" units="cm"/>
      <inkml:brushProperty name="color" value="#E71224"/>
    </inkml:brush>
  </inkml:definitions>
  <inkml:trace contextRef="#ctx0" brushRef="#br0">74 226 10209,'-35'9'2320,"22"-20"-204,1-4-279,5 1-229,1-3-248,15 2-412,20-7-180,12 13-200,23-5-348,12-3-508,19-1-740,13-4-884,0 2-1061,13 0-1623,15 0-3577</inkml:trace>
</inkml:ink>
</file>

<file path=ppt/ink/ink2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8.580"/>
    </inkml:context>
    <inkml:brush xml:id="br0">
      <inkml:brushProperty name="width" value="0.05" units="cm"/>
      <inkml:brushProperty name="height" value="0.05" units="cm"/>
      <inkml:brushProperty name="color" value="#E71224"/>
    </inkml:brush>
  </inkml:definitions>
  <inkml:trace contextRef="#ctx0" brushRef="#br0">14 358 7077,'1'-1'128,"-1"0"-1,1 0 1,-1 0 0,1 0 0,-1 0 0,0 0 0,1 0 0,-1 0-1,0 0 1,0 0 0,0 0 0,0-1 0,0 1 0,0 0 0,0 0 0,0 0-1,0 0 1,0 0 0,0 0 0,-1 0 0,1 0 0,-1 0 0,1 0 0,-1 0-1,1 0 1,-1 0 0,1 0 0,-1 0 0,0 0 0,1 0 0,-1 0-1,0 1 1,0-1 0,0 0 0,0 1 0,0-1 0,0 1 0,1-1 0,-1 1-1,-1-1 1,0 0 0,3 0 110,-1-1 0,1 0 0,-1 0 0,1 0 0,0 1 0,-1-1 0,1 0 0,0 1 0,0-1 0,2-2-1,-3 4-37,3-5 40,1 0 0,-1 1 1,1 0-1,0-1 0,0 1 0,0 1 0,0-1 1,1 0-1,-1 1 0,10-4 0,55-24 614,-49 24-549,68-24 409,1 4 0,154-26 0,189-1-1058,-43 25-4771,-258 20 189,-6 1-2912</inkml:trace>
</inkml:ink>
</file>

<file path=ppt/ink/ink2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28.847"/>
    </inkml:context>
    <inkml:brush xml:id="br0">
      <inkml:brushProperty name="width" value="0.05" units="cm"/>
      <inkml:brushProperty name="height" value="0.05" units="cm"/>
      <inkml:brushProperty name="color" value="#E71224"/>
    </inkml:brush>
  </inkml:definitions>
  <inkml:trace contextRef="#ctx0" brushRef="#br0">242 105 8281,'-27'-18'829,"-34"-20"756,6 19 2275,-22-8 1590,77 26-5410,-1 1 1,1 0-1,-1-1 0,1 1 1,-1 0-1,1 0 0,-1 0 0,0 0 1,1-1-1,-1 1 0,1 0 0,-1 0 1,0 0-1,1 0 0,-1 0 1,1 0-1,-1 0 0,0 1 0,1-1 1,-1 0-1,1 0 0,-1 0 0,0 1 1,1-1-1,-1 0 0,1 1 1,-1-1-1,1 0 0,-1 1 0,1-1 1,0 0-1,-1 1 0,0 0 0,1 1 35,-1-1 0,1 1 0,-1-1-1,1 1 1,0 0 0,-1 0 0,1-1-1,0 1 1,0 0 0,0-1-1,1 1 1,-1 2 0,2 5 230,0 1 1,1 0 0,8 17-1,75 137 1392,18 42-850,-74-134-895,-4 2 0,-3 1 0,-4 1 0,-2 0 0,-4 1 0,-4 1-1,-2 0 1,-5 1 0,-2-1 0,-4 0 0,-4 0 0,-3 0 0,-3-1-1,-28 85 1,-101 197-2065,73-196-755,66-154 2242,-15 43-322,19-50 564,-1 0-1,1 0 1,-1 1-1,1-1 1,0 0-1,0 1 1,-1-1-1,2 0 1,-1 1-1,0-1 1,0 0-1,1 1 1,0-1 0,-1 0-1,1 0 1,0 0-1,0 1 1,0-1-1,2 2 1,14 11-7778</inkml:trace>
</inkml:ink>
</file>

<file path=ppt/ink/ink2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5.035"/>
    </inkml:context>
    <inkml:brush xml:id="br0">
      <inkml:brushProperty name="width" value="0.05" units="cm"/>
      <inkml:brushProperty name="height" value="0.05" units="cm"/>
      <inkml:brushProperty name="color" value="#E71224"/>
    </inkml:brush>
  </inkml:definitions>
  <inkml:trace contextRef="#ctx0" brushRef="#br0">143 621 4512,'18'-2'1290,"-33"-8"2769,-3 2-2783,4 1-768,11 5-66,0 2-40,-9-3 878,0 0 1,-24-8-1,35 50-435,-20 171 503,-2 29-424,21-193-766,2 0-1,3 0 1,9 57 0,-10-95-103,-1 0 1,1 0-1,1 0 1,0 0-1,0 0 0,0-1 1,1 1-1,0-1 1,0 0-1,10 12 1,-10-15-20,0 0 0,1 0 0,0 0 1,0-1-1,0 0 0,0 0 0,0 0 1,1 0-1,-1-1 0,1 0 1,0 0-1,0-1 0,-1 1 0,1-1 1,10 0-1,7 0 21,0-1 0,0-2-1,0 0 1,0-1 0,-1-1 0,1-2-1,-1 0 1,38-16 0,-5-3 17,-2-3 1,56-37-1,145-117 89,-100 64-93,88-65-12,124-90-57,74-12-1022,-350 235-1015,3 4 0,1 4 0,106-31 0,-133 56-2025,-6 7-2023</inkml:trace>
</inkml:ink>
</file>

<file path=ppt/ink/ink2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5.591"/>
    </inkml:context>
    <inkml:brush xml:id="br0">
      <inkml:brushProperty name="width" value="0.05" units="cm"/>
      <inkml:brushProperty name="height" value="0.05" units="cm"/>
      <inkml:brushProperty name="color" value="#E71224"/>
    </inkml:brush>
  </inkml:definitions>
  <inkml:trace contextRef="#ctx0" brushRef="#br0">25 420 6049,'-25'-49'5430,"30"29"-3054,-2 15-1057,3 25-468,22 128 1454,-15-67-1666,24 209 508,-26-179-634,46 206 1,-50-291-415,2 0 1,0-1-1,1 0 1,15 24 0,-20-40-72,0-1 1,1 1-1,0-1 1,0-1 0,1 1-1,0-1 1,0-1 0,0 1-1,1-1 1,0 0 0,1-1-1,-1 0 1,1 0-1,0-1 1,15 5 0,-3-3 7,1-1 0,-1-1-1,0-1 1,1-1 0,0-1 0,0-1 0,41-4 0,12-10 0,0-3 1,-1-3-1,-1-4 0,98-46 0,269-159-410,-403 209 301,376-212-898,621-338-1529,-280 184 393,-754 386 2025,0 0-1,0 0 0,1 0 1,-1 0-1,0 0 0,1 0 1,-1 0-1,0 0 0,0 0 1,1 0-1,-1-1 1,0 1-1,1 0 0,-1 0 1,0 0-1,0 0 0,1 0 1,-1-1-1,0 1 0,0 0 1,0 0-1,1 0 1,-1 0-1,0-1 0,0 1 1,0 0-1,0 0 0,1-1 1,-1 1-1,0 0 0,0 0 1,0-1-1,0 1 0,0 0 1,0-1-1,0 1 1,0 0-1,0 0 0,0-1 1,0 1-1,0-1 0,-15 1-1269,-25 7-196,-6 9-1528,1 6-1035</inkml:trace>
</inkml:ink>
</file>

<file path=ppt/ink/ink2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7.106"/>
    </inkml:context>
    <inkml:brush xml:id="br0">
      <inkml:brushProperty name="width" value="0.05" units="cm"/>
      <inkml:brushProperty name="height" value="0.05" units="cm"/>
      <inkml:brushProperty name="color" value="#E71224"/>
    </inkml:brush>
  </inkml:definitions>
  <inkml:trace contextRef="#ctx0" brushRef="#br0">1450 85 5016,'-3'-1'134,"0"0"-1,0-1 1,0 1-1,1-1 1,-1 0-1,0 0 1,1 0-1,0 0 1,-1 0-1,1-1 1,0 1-1,0-1 1,1 1-1,-1-1 1,0 0-1,1 1 1,-3-7-1,2 3 45,0 4-90,-1-1 0,1 0 0,0 1-1,-1-1 1,1 1 0,-1 0 0,0 0-1,0 0 1,0 0 0,0 0 0,0 1-1,0-1 1,0 1 0,0 0-1,-1 0 1,1 0 0,-1 0 0,1 1-1,0-1 1,-1 1 0,1 0 0,-1 0-1,1 0 1,-7 1 0,-8 1 53,1 1-1,0 0 1,-22 8 0,0 2 38,1 2 0,1 2 1,1 1-1,-50 34 1,-121 107 297,99-60-349,-63 79 60,151-156-143,1 0 0,-19 32-1,30-39-23,0 1-1,-10 30 0,14-36-17,1-1-1,1 1 1,0 0-1,0 0 1,1 0-1,0 0 1,0 0 0,1 0-1,1 0 1,0 0-1,0 0 1,4 12-1,-2-11 5,2 1 0,-1-1 0,1-1 1,1 1-1,0-1 0,1 0 0,0 0 0,0-1 0,1 0 0,9 9 0,18 15 47,2-2 0,76 49 0,93 40-26,10 5 21,-158-87-30,-2 3 0,-2 2-1,-2 2 1,86 95 0,-115-110-11,0 0 1,-2 1-1,-1 1 0,-1 1 1,-2 1-1,-2 0 1,-1 1-1,-1 0 0,-2 2 1,9 54-1,-15-48-5,-3 1-1,-1-1 1,-2 1-1,-2-1 1,-1 1 0,-3-1-1,-2 0 1,-1-1-1,-2 0 1,-27 60-1,1-19-111,-4-1 0,-3-3 0,-3-2 0,-60 72 0,11-28 35,-6-5 1,-4-4-1,-5-5 1,-5-4-1,-130 86 0,224-172 79,-1-2 0,-1 0 0,0-1 0,-29 11 0,53-25-5,-1 1 1,0 0-1,1-1 1,-1 1-1,0-1 1,1 1-1,-1-1 0,0 0 1,0 0-1,1 0 1,-1 0-1,0 0 0,0 0 1,1 0-1,-1-1 1,0 1-1,0 0 0,1-1 1,-1 0-1,1 1 1,-1-1-1,0 0 1,1 0-1,-1 0 0,1 0 1,0 0-1,-1 0 1,1 0-1,0 0 0,0-1 1,0 1-1,-1-1 1,2 1-1,-1 0 0,0-1 1,0 0-1,0 1 1,1-1-1,-1 1 1,0-1-1,1 0 0,-1-3 1,-1-4-8,1-1-1,0 0 1,1 0 0,0 1 0,2-19 0,0 12 13,2 1 1,0 0 0,0 0-1,2 0 1,-1 0-1,2 1 1,15-26-1,-4 13-22,2 0 0,26-28-1,-37 45 17,0 1 0,1 0 0,0 0 0,0 1 0,1 1 0,-1 0 1,2 0-1,14-6 0,-23 12 10,0-1 1,0 1 0,0 0-1,0 0 1,1 1 0,-1-1-1,0 0 1,1 1 0,-1 0 0,1 0-1,-1 0 1,0 0 0,1 1-1,-1-1 1,0 1 0,1 0-1,-1 0 1,0 0 0,0 0-1,0 1 1,0-1 0,0 1 0,0 0-1,0 0 1,0 0 0,-1 0-1,1 0 1,-1 1 0,1-1-1,-1 1 1,0 0 0,0-1-1,2 5 1,1 2 36,-1 0 0,0 1 0,0 0 1,-1 0-1,0 0 0,-1 0 0,0 0 0,0 0 0,-1 14 0,0 8 165,-8 57-1,-2-30 9,-2 0-1,-3-1 0,-31 80 1,-84 168 506,71-176-524,-161 417 472,174-415-534,7 2 0,-26 169 0,58-265-108,2 0-1,1 1 1,3-1 0,1 1 0,1-1 0,2 0-1,15 58 1,-14-77-98,1 0-1,1-1 1,0 0-1,2 0 0,0-1 1,1 0-1,0 0 1,2-1-1,0-1 1,1 0-1,0 0 1,1-1-1,1-1 1,0-1-1,0 0 1,27 15-1,-15-13-310,1-1-1,0-2 1,1-1-1,0-1 1,0-1-1,54 6 1,-8-6-2199,122-5-1,-34-11-1744</inkml:trace>
</inkml:ink>
</file>

<file path=ppt/ink/ink2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7.259"/>
    </inkml:context>
    <inkml:brush xml:id="br0">
      <inkml:brushProperty name="width" value="0.05" units="cm"/>
      <inkml:brushProperty name="height" value="0.05" units="cm"/>
      <inkml:brushProperty name="color" value="#E71224"/>
    </inkml:brush>
  </inkml:definitions>
  <inkml:trace contextRef="#ctx0" brushRef="#br0">19 92 6957,'-19'0'2520,"26"-11"-1668,-1-1-424,10-2-376,16 0-436,-20 5-1220,14-2-972,21-9-685</inkml:trace>
</inkml:ink>
</file>

<file path=ppt/ink/ink2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8.273"/>
    </inkml:context>
    <inkml:brush xml:id="br0">
      <inkml:brushProperty name="width" value="0.05" units="cm"/>
      <inkml:brushProperty name="height" value="0.05" units="cm"/>
      <inkml:brushProperty name="color" value="#E71224"/>
    </inkml:brush>
  </inkml:definitions>
  <inkml:trace contextRef="#ctx0" brushRef="#br0">21 194 6985,'2'-23'2711,"-9"32"2683,-4 21-414,7-10-5427,3-7 789,1 0-1,1 0 1,0 0-1,0 0 0,2 0 1,-1 0-1,2-1 1,0 1-1,8 18 1,-9-24-218,1 0 0,0 0 0,0 0 0,1-1 0,-1 0 0,1 0 0,1 0-1,-1 0 1,1-1 0,0 0 0,0 0 0,1 0 0,-1-1 0,1 0 0,0-1 0,0 1 0,11 2 0,1-1-14,1-1 1,0-2-1,0 0 1,0-1-1,0-1 1,0 0-1,1-2 1,-1 0-1,-1-2 1,1 0-1,20-7 1,31-13-13,108-54 0,-165 72-113,235-131-2558,-89 29-2368,-75 49-1248,0 4-3900</inkml:trace>
</inkml:ink>
</file>

<file path=ppt/ink/ink2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1:48.604"/>
    </inkml:context>
    <inkml:brush xml:id="br0">
      <inkml:brushProperty name="width" value="0.05" units="cm"/>
      <inkml:brushProperty name="height" value="0.05" units="cm"/>
      <inkml:brushProperty name="color" value="#E71224"/>
    </inkml:brush>
  </inkml:definitions>
  <inkml:trace contextRef="#ctx0" brushRef="#br0">1 0 9281,'3'2'1532,"-1"-1"-1286,0 0 0,0 0-1,0 1 1,-1-1 0,1 1 0,0-1 0,0 1 0,-1 0-1,1-1 1,-1 1 0,0 0 0,1 0 0,-1 0 0,0 0-1,1 3 1,7 40 2581,-9-41-2758,10 58 1127,1-2-1,4 1 1,38 101-1,-51-156-1134,1-1 0,0 1 0,0-1 0,0 0 0,0 0 0,1 0 0,0 0 0,0 0 0,0-1 0,1 0 0,0 0 0,-1 0 0,1-1 0,7 4 0,-3-2-16,0-2 0,0 1-1,0-1 1,0-1 0,1 1 0,-1-2 0,1 1 0,12-1-1,12-1 58,1-3 1,-1 0-1,68-17 0,-25 0-492,-1-4 0,-1-2 1,115-59-1,6-22-3307,-1-11-3641,-55 31-1235</inkml:trace>
</inkml:ink>
</file>

<file path=ppt/ink/ink2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51.897"/>
    </inkml:context>
    <inkml:brush xml:id="br0">
      <inkml:brushProperty name="width" value="0.035" units="cm"/>
      <inkml:brushProperty name="height" value="0.035" units="cm"/>
      <inkml:brushProperty name="color" value="#008C3A"/>
    </inkml:brush>
  </inkml:definitions>
  <inkml:trace contextRef="#ctx0" brushRef="#br0">148 221 3428,'19'-30'962,"-15"24"-51,-4-22 1180,0 23-1807,0 2 193,0-1 63,0-3-319,0 0 0,-1 0 1,0 0-1,0 0 0,0 1 0,-4-12 1,-32-58 2293,36 73-2315,-24 0 167,20 2-312,1 0 0,0 1 0,0-1 0,-1 1 1,1 0-1,-8 1 0,1 1 177,0 1 1,1 1-1,-16 6 1,23-9 120,7 2-245,0 0 0,-1 0 0,1-1 0,0 1-1,1-1 1,-1 0 0,0-1 0,1 1-1,-1-1 1,0 0 0,8 2 0,403 61 765,-358-57-813,64 8 25,962 130 285,186 40-261,-1211-177-100,976 70 703,-719-75-213,-273 0-538,-41-2-3,0 0-1,0 0 0,1 0 1,-1 0-1,0 0 1,0 1-1,0-1 1,0 0-1,-1 1 0,1-1 1,0 1-1,0-1 1,-1 1-1,1-1 1,-1 1-1,0 0 0,1-1 1,-1 1-1,0 3 1,0-2-107,-1 0 0,1 0 0,-1 0 0,0 0 0,0 0 0,0 0 0,-1-1 0,1 1 0,-1 0 0,1 0 0,-1-1 0,0 1 0,0-1 0,0 0 0,0 0 0,-1 1 0,1-1 0,-4 2 0,-7 6-1391,-1-2 0,-18 10 0,23-13 341,-39 19-5281</inkml:trace>
</inkml:ink>
</file>

<file path=ppt/ink/ink2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52.961"/>
    </inkml:context>
    <inkml:brush xml:id="br0">
      <inkml:brushProperty name="width" value="0.035" units="cm"/>
      <inkml:brushProperty name="height" value="0.035" units="cm"/>
      <inkml:brushProperty name="color" value="#008C3A"/>
    </inkml:brush>
  </inkml:definitions>
  <inkml:trace contextRef="#ctx0" brushRef="#br0">40 99 4640,'-31'-27'8665,"22"18"-6968,23-10-231,-8 15-1353,1-1 0,-1 1 0,1 1 0,0-1 0,0 1 0,0 0 0,1 1 0,-1 0 0,1 0 0,13-1 0,88-5 480,-91 7-523,1099 16 1235,-1100-15-1295,1470 56 736,-915-35-498,706 20 666,-313-30 210,-924-11-1100,-4 0-4,69 10 0,-102-9-17,0 0-1,0 1 0,0-1 1,1 1-1,-2 0 0,1 0 1,0 1-1,0-1 0,-1 1 1,1 0-1,-1 0 0,4 4 0,3 2 2,-8-8-4,-1 0 0,0 0 0,1 0 0,-1 0 0,0 0 0,0 0 0,0 0 0,0 0 1,0 0-1,0 0 0,0 1 0,0-1 0,0 0 0,0 1 0,-1-1 0,1 1 0,-1-1 0,1 1 0,-1-1 0,0 1 1,1-1-1,-1 1 0,0-1 0,0 3 0,2 11 14,6 15 26,-8-27-26,1-2-75,0 2-30,0 1 1,0 0-1,0 0 1,-1 0-1,1 0 1,-1 5-1,-3-2-272,-1 0 0,0-1 0,0 1 0,0-1 0,-1 0 0,0 0 0,0-1 0,-1 1 0,0-1 0,0 0 0,-11 6 0,-12 8-2377,-41 18 0,39-21-65,-20 13-3764</inkml:trace>
</inkml:ink>
</file>

<file path=ppt/ink/ink2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55.736"/>
    </inkml:context>
    <inkml:brush xml:id="br0">
      <inkml:brushProperty name="width" value="0.035" units="cm"/>
      <inkml:brushProperty name="height" value="0.035" units="cm"/>
      <inkml:brushProperty name="color" value="#008C3A"/>
    </inkml:brush>
  </inkml:definitions>
  <inkml:trace contextRef="#ctx0" brushRef="#br0">292 460 4028,'140'-92'5001,"-123"78"-4454,0-1 0,-1 0 1,0-1-1,-1-1 0,18-26 0,-27 33-371,0 0-1,-1 0 1,0 0-1,0-1 1,-1 0-1,0 0 1,3-19-1,-6 26-149,0-1 0,-1 1-1,0 0 1,1-1-1,-2 1 1,1 0 0,0-1-1,-1 1 1,0 0 0,0-1-1,0 1 1,-1 0-1,1 0 1,-1 0 0,0 0-1,0 0 1,0 1 0,-1-1-1,1 1 1,-1-1-1,0 1 1,0 0 0,-4-4-1,-1 2-18,-1-1-1,0 2 1,0-1-1,0 1 0,0 0 1,-1 1-1,1 0 0,-1 0 1,0 1-1,-16-1 1,-16 0-595,-52 3 0,44 1-264,4 0-1602,-74 10 0,37 4-2028</inkml:trace>
</inkml:ink>
</file>

<file path=ppt/ink/ink2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56.255"/>
    </inkml:context>
    <inkml:brush xml:id="br0">
      <inkml:brushProperty name="width" value="0.035" units="cm"/>
      <inkml:brushProperty name="height" value="0.035" units="cm"/>
      <inkml:brushProperty name="color" value="#008C3A"/>
    </inkml:brush>
  </inkml:definitions>
  <inkml:trace contextRef="#ctx0" brushRef="#br0">0 300 4480,'11'-30'386,"-8"22"-224,0 0 0,0 0 0,0 0 0,1 1-1,0-1 1,1 1 0,-1 0 0,1 0 0,12-12 0,0 5 197,1 0 0,0 1 0,0 1 0,1 1 0,1 1 0,0 0 0,0 1 0,32-8 0,21-2 222,82-11 1,-151 29-572,60-9 173,0 3 1,0 3-1,1 2 0,0 4 1,85 12-1,-122-9-127,-1 1 0,1 1 0,-1 1 0,-1 1 0,0 1 0,0 2 0,-1 1 0,23 15 0,-38-21-35,-1 0 0,0 1 0,-1 0 0,1 1 0,10 14-1,9 14 112,31 54-1,-54-84-119,-1 0 1,-1 0-1,1 1 1,-1-1 0,-1 1-1,1 0 1,-1 0 0,-1 0-1,1 0 1,-1 0-1,-1 0 1,0 0 0,0 0-1,0 0 1,-3 14 0,1-9 4,-3 24 56,-2-1 0,-2 0 1,-22 60-1,-55 100 259,-14 36 26,73-150-254,4 1 0,4 1 0,4 1 1,3 0-1,3 1 0,4 87 1,8-103-50,2-1 0,4 0 0,3 0 0,2-1 0,4 0 0,2-2 0,56 122 0,-37-110-11,3-2-1,82 113 1,-98-155-22,2-1-1,1-1 1,2-2 0,0-1 0,2-1 0,2-2-1,44 27 1,-62-44-15,0-1 0,1 0-1,0-1 1,0-1 0,1-1 0,-1 0-1,1-2 1,0 0 0,0-1 0,0-1-1,0 0 1,1-2 0,-1 0 0,0-1-1,0-1 1,20-6 0,-34 7 18,0 1 0,-1-1 0,1 0 0,-1 0 0,1 0 0,-1-1 0,6-4 1,-8 6-17,16-14 30,-18 14-38,0 1 0,1-1 0,-1 1 0,0-1 0,1 1-1,-1-1 1,0 1 0,0-1 0,0 1 0,1-1 0,-1 1 0,0-1 0,0 0 0,0 1-1,0-1 1,0 1 0,0-1 0,0 0 0,0 1 0,0-1 0,0 1 0,-1-1 0,1 1-1,0-1 1,0 1 0,-1-1 0,1 0 0,0 1 0,0-1 0,-1 1 0,1 0 0,-1-1 0,1 1-1,0-1 1,-1 1 0,1-1 0,-1 1 0,1 0 0,-1-1 0,1 1 0,-1 0 0,1 0-1,-1-1 1,1 1 0,-1 0 0,0 0 0,1 0 0,-1 0 0,1 0 0,-2 0 0,-2-1 10,0 1 1,0-1-1,-1 1 1,1 0-1,0 0 1,-6 2-1,-12 3 58,1 1-1,0 1 1,0 0-1,0 2 1,1 1-1,-20 12 1,10-3 52,0 2 0,2 1 0,-29 28 0,-110 93 260,120-105-396,31-26-179,1 0 0,1 2 0,0 0 0,1 1 0,1 0-1,0 0 1,-9 18 0,11-15-714,2 1 0,0 0 0,1 0 1,-5 23-1,-24 103-7394</inkml:trace>
</inkml:ink>
</file>

<file path=ppt/ink/ink2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58.390"/>
    </inkml:context>
    <inkml:brush xml:id="br0">
      <inkml:brushProperty name="width" value="0.035" units="cm"/>
      <inkml:brushProperty name="height" value="0.035" units="cm"/>
      <inkml:brushProperty name="color" value="#008C3A"/>
    </inkml:brush>
  </inkml:definitions>
  <inkml:trace contextRef="#ctx0" brushRef="#br0">3682 504 4476,'-1'-3'153,"0"1"0,0-1-1,0 0 1,1 1-1,-1-1 1,1 0 0,-1 1-1,1-1 1,0 0-1,0 0 1,1 1 0,-1-1-1,0 0 1,1 0-1,1-4 1,-1 4 40,0 0 0,0 0-1,-1 0 1,1 0 0,-1 0 0,0 0 0,0 0-1,0 0 1,-1 0 0,1 0 0,0 0 0,-3-6-1,2 0 288,-1-10 90,0 0 0,2-1 0,0 1 0,2 0 0,0 0 0,1 0 0,9-30 0,-1 14 189,3 1 1,0 1-1,22-36 1,-35 67-733,0-1 0,1 0 0,-1 0 0,1 0 0,0 1 1,-1-1-1,1 1 0,0-1 0,1 1 0,-1 0 0,0 0 0,1 0 1,-1 0-1,1 0 0,0 1 0,-1-1 0,1 1 0,0-1 0,0 1 1,0 0-1,0 0 0,0 1 0,0-1 0,0 0 0,0 1 1,0 0-1,1 0 0,4 0 0,12 5 5,-1 0 0,-1 1 0,1 1 1,-1 0-1,-1 2 0,1 0 0,-1 1 0,-1 1 0,0 0 1,18 17-1,-2 1-36,-2 1 0,-1 2-1,42 59 1,-58-71 10,-2 0-1,0 1 1,-1 0-1,-1 1 1,-1 0-1,-1 0 1,0 1-1,-2-1 1,-1 2-1,-1-1 1,-1 0-1,-1 0 1,-1 1-1,-4 35 1,-4-6 3,-2 1 0,-2-1 0,-3-1 0,-2 0 1,-26 56-1,-26 47-8,-118 196 0,33-91-68,-125 257 135,258-470-87,-25 80-1,39-104 45,1 1 0,2 0 0,0 0 0,1 0 0,2 41 0,1-58-23,1 0-1,0 1 0,0-1 1,1 0-1,0 0 0,0 0 1,0-1-1,1 1 0,0-1 1,1 1-1,-1-1 1,1 0-1,1 0 0,-1 0 1,1-1-1,0 0 0,0 0 1,0 0-1,1 0 0,-1-1 1,1 0-1,1 0 0,-1-1 1,0 1-1,1-1 0,0-1 1,-1 1-1,9 1 0,7 1 6,0-1-1,0-1 0,0-1 0,0-1 0,1 0 0,-1-2 0,44-7 0,0-5-12,-1-3 0,0-2-1,-1-4 1,-1-2 0,106-58-1,-165 80 8,-1 1-1,0-1 0,0 0 1,0-1-1,0 1 0,0 0 0,-1-1 1,1 0-1,-1 1 0,4-6 1,-6 7-2,0 1 0,0 0 1,1 0-1,-1-1 1,0 1-1,0 0 1,0-1-1,0 1 0,0 0 1,0-1-1,0 1 1,0 0-1,0-1 0,0 1 1,0 0-1,0 0 1,0-1-1,0 1 1,-1 0-1,1-1 0,0 1 1,0 0-1,0-1 1,0 1-1,0 0 1,-1 0-1,1-1 0,0 1 1,0 0-1,-1 0 1,1 0-1,0-1 1,0 1-1,-1 0 0,1 0 1,0 0-1,0 0 1,-1-1-1,-27 0-42,3 5 42,-1 1 1,1 1-1,0 2 1,1 0-1,0 2 1,0 0-1,1 2 1,0 0 0,1 2-1,-29 23 1,9-3-3,3 2 0,1 1 0,1 2 0,-36 51 0,36-36-5,2 2-1,-44 94 0,24-19 17,-27 108-40,57-158 16,-24 152-1,28-116 44,-1 9 7,-11 49-35,25-139 29,-2-1 1,-26 59 0,29-79-23,-1 0 0,-1 0 0,0-1-1,-1-1 1,-1 0 0,0 0 0,0-1 0,-1 0-1,-18 12 1,12-11-3,-2 0-1,0-1 1,0-2 0,-1 0-1,-44 14 1,6-10 6,0-2 0,-1-3 1,0-2-1,-75-2 0,-702-29 830,687 16-518,-251-14 489,-647-28 464,1045 50-1272,-14 0 60,0 0 1,-1-1-1,1-1 0,0-1 0,0-1 0,-22-7 0,38 11-57,0 0 1,0-1-1,1 1 0,-1 0 0,0-1 1,0 1-1,1-1 0,-1 1 1,0-1-1,1 1 0,-1-1 0,0 1 1,1-1-1,-1 0 0,1 1 0,-1-1 1,1 0-1,0 0 0,-1 1 1,1-1-1,0 0 0,-1 0 0,1 0 1,0 1-1,0-1 0,0 0 1,-1 0-1,1 0 0,0 0 0,1-1 1,-1-1-1,1 1 0,0-1 0,0 0 0,0 1 0,0-1 1,0 1-1,1 0 0,-1-1 0,4-3 0,1-2-4,1 1 0,-1 0 1,2 1-1,12-10 0,116-62 67,-52 26-22,-75 43-32,-8 7-8,0 1-5,0 1 0,0 0 0,0 0 0,0 0 0,0 0 0,0-1 1,0 1-1,-1-1 0,1 1 0,0 0 0,0-1 0,0 1 0,-1-1 0,1 0 0,0 1 0,-1-1 1,1 0-1,0 0 0,0 0 0,-1 1 0,0 0 1,1-1-1,-1 1 0,0-1 0,1 1 1,-1 0-1,1-1 0,-1 1 1,0 0-1,1-1 0,-1 1 0,1 0 1,-1 0-1,1 0 0,-1-1 1,1 1-1,-1 0 0,1 0 0,-1 0 1,1 0-1,-1 0 0,1 0 1,0 0-1,-1 0 0,1 0 0,-1 0 1,1 0-1,-1 0 0,1 0 1,-1 1-1,1-1 0,-1 0 0,1 0 1,-1 0-1,1 1 0,-1-1 1,0 0-1,1 1 0,-1-1 0,1 0 1,-1 1-1,0-1 0,1 1 1,-1-1-1,1 1 0,0 1 0,1 0 0,-1 0 0,1 0-1,-1 0 1,0 0 0,0 0 0,0 0 0,0 1-1,0-1 1,-1 0 0,1 1 0,-1-1 0,1 5 0,0 0-1,0-4 523,-1-1-486,2 4-60,-2-5 30,1-1 0,-1 1 0,0 0 0,1 0 0,-1 0 0,0 0 0,0 0 1,0-1-1,0 1 0,0 0 0,0 0 0,0 0 0,0 0 0,0 0 0,0 0 0,0 0 1,0-1-1,0 1 0,-1 0 0,1 0 0,0 0 0,-1 0 0,1-1 0,-1 1 1,1 0-1,-1 0 0,1-1 0,-1 1 0,1 0 0,-1-1 0,0 1 0,1-1 1,-1 1-1,0-1 0,-1 1 0,0 1 1,-1 0 0,1 0 0,0 0 0,0 0 0,0 1 0,0-1 0,0 1 0,1-1 0,-1 1 0,1-1 0,-1 1 0,-1 5 1,2-5-19,-14 10-65,5-3-228,3-6-434,0 1 1,0-1-1,0 0 0,-1-1 0,1 0 1,-1 0-1,-10 2 0,-9 1-4895,-2 0-3526</inkml:trace>
</inkml:ink>
</file>

<file path=ppt/ink/ink2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4:02.870"/>
    </inkml:context>
    <inkml:brush xml:id="br0">
      <inkml:brushProperty name="width" value="0.035" units="cm"/>
      <inkml:brushProperty name="height" value="0.035" units="cm"/>
      <inkml:brushProperty name="color" value="#008C3A"/>
    </inkml:brush>
  </inkml:definitions>
  <inkml:trace contextRef="#ctx0" brushRef="#br0">191 405 3692,'1'-1'66,"-1"1"0,0 0 0,0-1 0,1 1 0,-1 0 0,0-1-1,0 1 1,0 0 0,0-1 0,1 1 0,-1-1 0,0 1 0,0-1-1,0 1 1,0 0 0,0-1 0,0 1 0,0-1 0,0 1 0,0 0 0,0-1-1,0 1 1,0-1 0,-1 1 0,1 0 0,0-1 0,0 1 0,0-1 0,0 1-1,-1 0 1,1-1 0,0 1 0,0 0 0,-1-1 0,1 1 0,0 0-1,-1 0 1,1-1 0,-1 1 0,-18-5 2028,13 4-2478,3 1 963,2-2-510,-1 1 0,0 0 0,0 0 0,1 0 0,-1 0 0,0 0 0,0 0 0,0 1 0,0-1 0,0 1 1,-4-1-1,-1-2 1136,-27-4-853,31 6-62,-13-4 297,-4-1 385,18 5-933,0-1 0,0 1 0,0-1 0,0 0 0,0 0 0,0 0 0,0 0 0,1-1 0,-1 1 0,1 0 0,0-1 0,0 1 0,0 0 0,0-1 0,0 0 1,0 1-1,0-1 0,1 1 0,0-1 0,-1 0 0,1 0 0,0 1 0,0-1 0,0 0 0,1 1 0,-1-1 0,1 0 0,-1 1 0,1-1 0,0 1 0,0-1 1,0 1-1,2-4 0,6-9 27,1 0 1,1 1 0,0 0-1,0 0 1,2 2 0,-1-1-1,2 1 1,-1 1 0,2 0-1,0 1 1,0 1 0,24-11-1,5 1 27,-1 2-1,2 1 0,71-13 1,-92 24-79,-1 1 1,1 1-1,0 1 1,1 1-1,-1 1 1,0 1-1,0 1 1,32 8 0,-48-8-16,0 0 0,0 0 0,0 1 0,0 0 0,0 1 1,-1-1-1,1 2 0,-1-1 0,0 1 0,-1 0 1,1 0-1,-1 1 0,0 0 0,0 0 0,-1 1 1,1-1-1,-1 1 0,-1 0 0,0 1 0,0-1 0,0 1 1,-1-1-1,0 1 0,0 0 0,-1 1 0,0-1 1,1 10-1,-2 2 7,0 1 1,-2 0-1,0 0 0,-1-1 1,-1 1-1,-1 0 1,-1-1-1,-1 0 1,0 0-1,-16 31 0,-9 11 57,-72 104 0,-155 164 57,198-258-72,3 3-1,3 3 0,4 2 0,3 2 0,-69 171 0,105-224-32,1 0-1,2 1 0,1 0 1,1 1-1,2 0 0,1-1 1,1 1-1,4 51 1,0-67-8,0 0 1,1 0 0,0 0 0,1-1 0,1 1-1,1-1 1,0 0 0,0-1 0,1 0 0,1 0-1,0 0 1,1-1 0,1 0 0,0-1 0,0 0-1,1 0 1,0-1 0,1-1 0,21 14 0,-11-11-6,0-1 0,1 0 1,0-2-1,1-1 0,0-1 1,0-1-1,1-1 0,-1-1 1,1-1-1,0-1 0,0-1 1,0-2-1,0 0 1,0-2-1,0 0 0,35-11 1,-39 8 1,-1 0 1,1-2 0,-2 0-1,1-1 1,-1-1 0,-1-1-1,0 0 1,0-2 0,-1 0-1,-1-1 1,0 0 0,-1-1-1,-1-1 1,0-1 0,-1 0-1,-1 0 1,0-2 0,-2 1-1,13-29 1,-20 34 6,1 1 1,-2-1-1,1 0 0,-2 0 1,0 0-1,-1-24 0,0 25 59,-1 10-61,0 1 1,0-1-1,0 0 1,0 0-1,0 1 1,0-1-1,-1 1 1,1-1-1,-1 1 1,1 0 0,-1-1-1,1 1 1,-1 0-1,0 0 1,-2-1-1,2 2-4,1 0-1,-1 1 0,1-1 1,-1 1-1,0-1 1,1 1-1,-1-1 0,1 1 1,-1 0-1,1 0 1,0-1-1,-1 1 0,1 0 1,0 0-1,0 1 0,-1-1 1,1 0-1,0 0 1,0 0-1,-1 2 0,-18 31 200,-12 44 171,4 2 0,-32 153 0,30-110-266,-2 2-59,-58 257 89,80-317-64,2 1 1,3 0 0,7 129 0,8-105-62,5 1 0,44 146 0,81 168-47,-18-61-32,-122-344 65,108 391 42,-98-341-25,-3 1 1,-1 0-1,-3 0 0,-2 0 0,-12 98 1,1-87 142,-4 0-1,-1 0 1,-4-2 0,-2 0 0,-3-2 0,-2 0 0,-3-2 0,-71 104 0,77-126 117,19-27-197,0 0 1,-1 0-1,1-1 0,-2 0 0,1 0 0,0 0 0,-11 8 0,13-12-63,0 0 1,0 0 0,-1 0 0,1-1-1,0 1 1,-1-1 0,1 0-1,-1 0 1,1 0 0,-1 0 0,0-1-1,1 1 1,-1-1 0,0 0 0,1 0-1,-1-1 1,0 1 0,1-1-1,-1 0 1,-3-1 0,6 2-16,-2 0-5,-31-12 96,32 11-99,-1 1 1,0-1-1,0 0 0,1 1 1,-1-1-1,0 0 1,1-1-1,-1 1 1,1 0-1,0-1 1,-1 1-1,1-1 0,0 0 1,0 0-1,0 0 1,0 0-1,0 0 1,0 0-1,1-1 1,-1 1-1,1 0 0,0-1 1,-1 1-1,1-1 1,0 0-1,0-3 1,-3-3 434,1-1 0,1 0 1,0-1-1,0 1 1,0-20-1,-5-48 1077,6 71-1349,0 0 0,0 0 0,-1 0 1,0 1-1,-1-1 0,0 1 0,0 0 0,0 0 0,0 0 0,-1 0 0,-5-6 1,8 10 196,-20-22 416,18 54-552,3-27 696,2-5-1403,-1 1 395,0-1 0,0 1 0,0-1 0,0 1 1,1 0-1,-1 0 0,0 0 0,1 0 0,-1-1 0,1 2 0,-1-1 0,1 0 0,-1 0 1,1 0-1,0 1 0,0-1 0,-1 1 0,1-1 0,0 1 0,0 0 0,-1 0 0,1 0 1,0 0-1,0 0 0,-1 0 0,1 0 0,0 1 0,0-1 0,-1 0 0,1 1 0,0 0 0,0-1 1,1 2-1,0-1-527,-3-19-14186,-3 0 7051</inkml:trace>
</inkml:ink>
</file>

<file path=ppt/ink/ink2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4:07.176"/>
    </inkml:context>
    <inkml:brush xml:id="br0">
      <inkml:brushProperty name="width" value="0.035" units="cm"/>
      <inkml:brushProperty name="height" value="0.035" units="cm"/>
      <inkml:brushProperty name="color" value="#008C3A"/>
    </inkml:brush>
  </inkml:definitions>
  <inkml:trace contextRef="#ctx0" brushRef="#br0">1 1920 15272,'15280'-1920'0</inkml:trace>
</inkml:ink>
</file>

<file path=ppt/ink/ink2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54.038"/>
    </inkml:context>
    <inkml:brush xml:id="br0">
      <inkml:brushProperty name="width" value="0.035" units="cm"/>
      <inkml:brushProperty name="height" value="0.035" units="cm"/>
      <inkml:brushProperty name="color" value="#008C3A"/>
    </inkml:brush>
  </inkml:definitions>
  <inkml:trace contextRef="#ctx0" brushRef="#br0">153 76 2928,'-20'-21'4155,"5"5"-2855,13 14-821,2 2-448,-1-1 0,1 1-1,-1 0 1,1-1 0,-1 1-1,1 0 1,0-1 0,-1 1-1,1-1 1,0 1 0,-1-1 0,1 1-1,0-1 1,0 1 0,-1-1-1,1 1 1,0-1 0,0 1-1,0-1 1,0 1 0,0-1-1,0 0 1,-1 0 109,1 0-1,0 0 0,0 0 1,0 0-1,-1 0 1,1 0-1,-1 0 1,1 0-1,0 0 0,-1 0 1,0 0-1,1 1 1,-1-1-1,1 0 1,-1 0-1,0 1 0,-1-2 1,-3 0 22,0 0 0,0 1 0,0 0-1,0 0 1,-1 0 0,1 1 0,0 0 0,0 0 0,0 0 0,-1 0 0,1 1 0,0 0 0,0 0 0,0 0 0,-9 4 0,14-5-134,0 0-1,0 0 1,-1 0 0,1 0 0,0 0 0,-1 0 0,1 0 0,0 0 0,0 0 0,-1 0-1,1 0 1,0 0 0,-1 0 0,1 0 0,0 0 0,0 0 0,-1 1 0,1-1 0,0 0-1,0 0 1,-1 0 0,1 0 0,0 1 0,0-1 0,0 0 0,-1 0 0,1 1 0,0-1-1,0 0 1,0 0 0,0 1 0,-1-1 0,1 0 0,0 0 0,0 1 0,0-1-1,0 0 1,0 1 0,0-1 0,0 0 0,0 0 0,0 1 0,0-1 0,0 0 0,0 1-1,21 5 848,232 23 777,-161-21-1361,2370 151 1503,-1408-168-50,-781-24-1236,-273 33-511,1 0 1,0 0 0,0 0 0,-1 0-1,1 0 1,0 0 0,0 0 0,0 0-1,-1 0 1,1 0 0,0 0-1,0 1 1,-1-1 0,1 0 0,0 1-1,0-1 1,-1 0 0,1 1-1,0-1 1,-1 1 0,1-1 0,-1 1-1,1-1 1,-1 1 0,1 0-1,-1-1 1,1 1 0,-1 0 0,1 0-1,0 1-46,-1 1 0,1-1-1,-1 0 1,0 1-1,0-1 1,0 1-1,0-1 1,0 0 0,0 1-1,-1 2 1,0 0-120,-1 0-1,0-1 1,1 1 0,-1-1 0,-1 0 0,1 0 0,-4 5 0,-3 6-410,-1 3-1255,-1 0 0,0 0 0,-2-1 0,-17 19 0,-9 8-6283</inkml:trace>
</inkml:ink>
</file>

<file path=ppt/ink/ink2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55.066"/>
    </inkml:context>
    <inkml:brush xml:id="br0">
      <inkml:brushProperty name="width" value="0.035" units="cm"/>
      <inkml:brushProperty name="height" value="0.035" units="cm"/>
      <inkml:brushProperty name="color" value="#008C3A"/>
    </inkml:brush>
  </inkml:definitions>
  <inkml:trace contextRef="#ctx0" brushRef="#br0">0 765 3888,'3'-17'650,"1"0"0,1 1 0,0 0 0,15-30 0,-15 34-144,0 0 0,-1 0 0,-1 0 0,1 0 0,-2-1 0,0 1 0,1-24 0,-7-97 2409,0 68-876,0 33-970,-1 0 0,-1 1 0,-12-38 1,15 61-897,-2-8 430,0-1 0,1 1 1,-3-35-1,12 45-320,4 0-221,1 0 0,0 0 1,0 1-1,1 0 0,0 1 0,0 1 0,0-1 0,0 2 1,18-3-1,115-5 75,-142 10-136,515 16 214,-337-6-116,515 34-42,128 6-49,-695-44-8,45 3 3,567 15 83,-80-51 268,-564 10-247,-47 7-82,-46 10 79,0 0-122,28 5-49,-28-4 74,-4 1 29,-4 26-78,4-25 21,-1-1-4,-105 85 41,105-86 62,-1 1-101,-1-1 2,0 1-1,1 0 1,-1 0 0,1 0 0,0 0-1,0 1 1,0-1 0,0 1-1,0 0 1,0 0 0,-3 4 0,5-5-269,-16 28-1908,-2-12-998,-2-5-3488,4-4-2754</inkml:trace>
</inkml:ink>
</file>

<file path=ppt/ink/ink2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3:56.397"/>
    </inkml:context>
    <inkml:brush xml:id="br0">
      <inkml:brushProperty name="width" value="0.035" units="cm"/>
      <inkml:brushProperty name="height" value="0.035" units="cm"/>
      <inkml:brushProperty name="color" value="#008C3A"/>
    </inkml:brush>
  </inkml:definitions>
  <inkml:trace contextRef="#ctx0" brushRef="#br0">1233 0 12761,'-30'220'1408,"6"-138"-372,-76 174 1125,50-169-1673,-11 1-72,-2 2-152,-14 7-48,-11-13-92,-19 0-232,-3-11-508,-11-4-556,-9-21-637,-4-5-2583,-4-16-3401</inkml:trace>
</inkml:ink>
</file>

<file path=ppt/ink/ink2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4:27.357"/>
    </inkml:context>
    <inkml:brush xml:id="br0">
      <inkml:brushProperty name="width" value="0.035" units="cm"/>
      <inkml:brushProperty name="height" value="0.035" units="cm"/>
      <inkml:brushProperty name="color" value="#008C3A"/>
    </inkml:brush>
  </inkml:definitions>
  <inkml:trace contextRef="#ctx0" brushRef="#br0">1528 661 2652,'5'-27'824,"0"0"0,-2 0 0,-1-1 0,-1-35 0,-1 26-122,5-47 0,-3 71-582,1 0 1,0 0-1,1 0 0,0 0 0,1 1 1,0-1-1,9-14 0,-1 8-26,0 0 1,1 1-1,1 1 0,0 0 0,2 1 0,0 0 0,0 2 1,2 0-1,-1 1 0,2 0 0,0 2 0,30-13 1,-30 16-73,0 1 0,0 1 0,0 0 1,1 2-1,0 0 0,0 2 0,0 0 1,1 1-1,-1 1 0,0 1 1,0 1-1,0 1 0,31 8 0,-43-8-13,0 0-1,-1 0 0,1 1 0,-1 0 1,0 0-1,0 1 0,0 0 0,0 1 1,-1 0-1,0 0 0,-1 0 0,1 1 1,-1 0-1,0 0 0,-1 1 0,0-1 1,0 1-1,0 0 0,-1 1 0,6 16 1,-6-9-8,-1-1 1,0 1-1,0-1 1,-2 1-1,0 0 1,-1 0 0,0-1-1,-2 1 1,1 0-1,-2 0 1,-7 24-1,-6 7 7,-2 0-1,-2-1 1,-2-1-1,-1-1 1,-3-1-1,-32 41 1,-207 228 111,106-133-19,79-84-121,-338 443 46,394-503-21,2-3 30,2 1 0,-22 46 0,42-77-35,-1 0 0,0 0 0,0 0 0,1 1-1,-1-1 1,1 0 0,-1 0 0,1 0-1,0 1 1,0-1 0,0 0 0,0 0 0,1 1-1,-1-1 1,1 0 0,-1 0 0,2 3 0,-1-3 0,0-1 0,-1 0 0,1 0 0,0 0 0,0 0 1,0 0-1,0 0 0,0 0 0,0 0 0,0 0 0,1 0 1,-1 0-1,0-1 0,0 1 0,1 0 0,-1-1 0,0 0 1,1 1-1,-1-1 0,1 0 0,-1 1 0,0-1 1,1 0-1,-1 0 0,3 0 0,14-2 20,0 0 0,0-2 0,0 0 0,32-12 0,71-36-84,-1 0 24,-87 40 30,2 2 0,-1 0 0,1 3 0,58-5 0,-77 11 9,0 1 0,0 0 1,0 1-1,0 1 0,0 1 0,0 0 0,-1 1 1,1 1-1,-1 0 0,0 1 0,-1 1 0,24 13 1,-17-4 20,-1 0 0,0 1-1,-1 1 1,-1 1 0,-1 1 0,-1 0 0,0 1 0,-2 1 0,0 0 0,-2 1 0,0 1 0,-2 0 0,14 43-1,-12-23 4,-1 1-1,-3 0 0,-1 0 1,-2 1-1,-3 0 0,-6 91 1,-6-64 10,-3-1 0,-3 0 0,-3-1 0,-4-1 1,-2-1-1,-63 119 0,-257 361 137,-197 164-34,408-545-121,-147 156 105,253-297-105,-2 0 1,-1-3-1,-1 0 1,-1-2-1,-64 32 0,47-31-244,-2-2-1,-1-2 0,-85 18 1,123-34-519,0-1 0,0-1 1,0 0-1,-1-1 1,1 0-1,-26-5 0,-4-3-2382</inkml:trace>
</inkml:ink>
</file>

<file path=ppt/ink/ink2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24:28.582"/>
    </inkml:context>
    <inkml:brush xml:id="br0">
      <inkml:brushProperty name="width" value="0.035" units="cm"/>
      <inkml:brushProperty name="height" value="0.035" units="cm"/>
      <inkml:brushProperty name="color" value="#008C3A"/>
    </inkml:brush>
  </inkml:definitions>
  <inkml:trace contextRef="#ctx0" brushRef="#br0">2870 144 3928,'-3'-7'159,"-1"1"-1,1-1 0,-1 1 0,0 0 1,-1 0-1,1 0 0,-1 0 0,-1 1 0,1 0 1,-1 0-1,1 0 0,-2 1 0,1 0 1,0 0-1,-1 0 0,1 1 0,-9-3 1,-20-5 102,0 2 0,-1 1 0,-50-4-1,-115 3 213,155 11-370,-47 6 1,-160 30 205,199-29-246,1 3 0,0 2 1,1 2-1,0 3 0,2 2 0,-96 54 1,108-53-46,1 1-1,1 2 1,1 2 0,1 1 0,2 1 0,-57 67 0,75-78-5,0 1 0,1 1 0,1 0 0,1 1 0,1 0 0,1 0-1,0 1 1,2 1 0,1-1 0,0 1 0,2 0 0,0 0 0,2 1-1,1 38 1,4-25 8,2 0 0,2 0 0,1-1 0,18 49-1,66 139-65,-53-136 81,24 66 108,72 264 1,-113-326-119,-5 1 1,-3 1-1,-5 0 0,-3 133 1,-10-147-3,-3-1-1,-5 0 1,-2-1 0,-4 0 0,-3-1 0,-4-2 0,-34 74 0,33-96-18,-2 0-1,-3-2 1,-73 94-1,73-109-5,-1-2 1,-2-1-1,-1-2 1,-1-2-1,-63 40 1,81-59 8,0 0 1,0-1 0,-24 7-1,34-13 9,-1 0 0,0-1 0,-1 0 0,1-1 0,0 0 0,0 0 0,-1-1 0,-16-2 0,23 1-18,-1 0 1,1 0-1,0 0 1,-1-1-1,1 1 1,0-1-1,0 0 1,0 0-1,0 0 1,0 0 0,1-1-1,-1 1 1,0-1-1,1 1 1,0-1-1,0 0 1,0 0-1,0 0 1,0 0-1,1-1 1,-1 1-1,1 0 1,0-1 0,0 1-1,0-1 1,0 1-1,1-1 1,0 1-1,-1-1 1,2-7-1,1 1 9,1 1-1,1-1 0,0 0 0,0 1 1,1 0-1,0 0 0,0 0 0,13-15 1,6-3-49,30-28-1,-37 39 31,1 0 0,1 2 0,0 0 0,1 1 0,1 1 0,-1 1 0,2 1 0,0 1 0,0 1 0,41-10 0,-52 16 15,-1 0 1,1 1-1,0 0 0,0 0 1,0 1-1,0 1 1,0 0-1,0 0 1,0 1-1,-1 0 0,1 1 1,-1 0-1,1 1 1,-1 0-1,0 1 1,-1 0-1,1 1 1,-1-1-1,0 2 0,0-1 1,-1 1-1,0 1 1,0 0-1,0 0 1,6 10-1,-5-4-3,-1 0 0,-1 0 1,-1 0-1,0 1 0,0-1 1,-2 2-1,0-1 0,0 0 0,-2 1 1,0 0-1,0-1 0,-2 1 0,0 0 1,-3 21-1,-2 2 8,-1 1-1,-3-1 1,-1 0 0,-22 56 0,-12 7 19,-3-2 1,-5-3 0,-86 120-1,-221 255 95,43-64-102,309-397-20,-70 97 46,-97 179 0,153-243-41,2 0 0,-24 85-1,35-98-12,2 1 1,1 0-1,2 0 0,1 0 0,2 37 1,1-49 7,2 0 1,0 0 0,1 0-1,1 0 1,1-1-1,0 0 1,2 0 0,0-1-1,1 0 1,22 33 0,-17-33-13,0-1 1,1 0 0,1-1 0,0-1 0,1-1 0,1 0 0,1-1 0,-1-1 0,37 17 0,-9-9-57,0-3 0,2-1 0,0-3 0,52 8 0,202 10-577,-188-27 9,164-16-1,-217 5-213,-1-3 0,0-2 0,0-3 0,78-31 0,-75 19-598</inkml:trace>
</inkml:ink>
</file>

<file path=ppt/ink/ink2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2.193"/>
    </inkml:context>
    <inkml:brush xml:id="br0">
      <inkml:brushProperty name="width" value="0.05" units="cm"/>
      <inkml:brushProperty name="height" value="0.05" units="cm"/>
      <inkml:brushProperty name="color" value="#E71224"/>
    </inkml:brush>
  </inkml:definitions>
  <inkml:trace contextRef="#ctx0" brushRef="#br0">715 1 9893,'-21'36'1710,"-1"0"-1,-2-1 1,-2-1 0,-44 44-1,-31 42 907,73-84-2058,-212 307 3123,212-296-3365,2 1-1,3 1 1,2 0 0,1 2-1,-21 93 1,33-103-194,1 1 0,2 0 0,2 0 0,2 1 0,7 67 0,-3-89-102,1 1-1,0-1 1,2 0 0,1 0-1,0-1 1,2 0 0,0 0-1,1-1 1,1 0 0,1 0 0,0-2-1,26 29 1,-11-20-285,2 0 0,1-2 0,0-2 0,2 0 0,0-3 0,55 26 0,-36-23-654,2-2 1,0-3-1,103 20 0,107-6-3996,-83-31-1449,-32-14-2021</inkml:trace>
</inkml:ink>
</file>

<file path=ppt/ink/ink2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2.563"/>
    </inkml:context>
    <inkml:brush xml:id="br0">
      <inkml:brushProperty name="width" value="0.05" units="cm"/>
      <inkml:brushProperty name="height" value="0.05" units="cm"/>
      <inkml:brushProperty name="color" value="#E71224"/>
    </inkml:brush>
  </inkml:definitions>
  <inkml:trace contextRef="#ctx0" brushRef="#br0">0 57 10793,'1'-3'314,"1"0"1,-1 0-1,1 0 0,-1-1 1,1 2-1,0-1 0,0 0 1,0 0-1,0 0 1,1 1-1,-1 0 0,1-1 1,0 1-1,-1 0 0,1 0 1,0 0-1,0 1 0,0-1 1,1 1-1,-1-1 0,0 1 1,1 0-1,-1 1 0,0-1 1,6 0-1,6 0-21,0 0 1,0 2-1,0-1 0,21 5 0,-29-4-205,67 13 318,-1 3 1,0 4-1,-1 2 0,-2 4 1,99 51-1,-131-58-325,0 2-1,-2 1 1,-1 2-1,-1 1 1,-1 1-1,55 60 1,-74-70-64,0 1 1,0 0 0,-2 1 0,0 0 0,-1 1-1,-1 0 1,-1 0 0,-1 1 0,-1 1 0,-1-1 0,0 1-1,-2 0 1,-1 1 0,2 41 0,-7-36 5,0 0 0,-2-1 0,-1 0 0,-1 1 0,-2-2 1,0 1-1,-2-1 0,-1-1 0,-1 1 0,-1-2 0,-26 39 0,28-49 133,0 1-1,-1-1 1,0-1 0,-1 0-1,0-1 1,-1 0-1,-1-1 1,0-1 0,0 0-1,-1-1 1,0-1-1,0 0 1,-1-1-1,0-1 1,-1-1 0,1 0-1,-1-1 1,-32 2-1,41-5-51,-1-1 0,1 0 0,0-1 0,0 0 0,0-1 0,0 0-1,0 0 1,1-1 0,-1 0 0,1 0 0,-1-1 0,1 0-1,0-1 1,-7-5 0,6 3-8,0-1 0,1 0 0,0-1 0,0 1 0,1-2 0,0 1-1,1-1 1,0 0 0,-9-21 0,6 8-20,2 0 0,0-1 0,2 0-1,0 0 1,2-1 0,0 1 0,2-1 0,1 0 0,5-44-1,0 38-442,1 1-1,2 0 1,1 0-1,1 1 1,2 0-1,0 1 1,2 0-1,1 1 1,2 0-1,0 2 1,23-26-1,-21 29-1182,2 1-1,1 0 1,0 2-1,2 0 0,0 2 1,1 0-1,30-14 1,29-7-8949</inkml:trace>
</inkml:ink>
</file>

<file path=ppt/ink/ink2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2.861"/>
    </inkml:context>
    <inkml:brush xml:id="br0">
      <inkml:brushProperty name="width" value="0.05" units="cm"/>
      <inkml:brushProperty name="height" value="0.05" units="cm"/>
      <inkml:brushProperty name="color" value="#E71224"/>
    </inkml:brush>
  </inkml:definitions>
  <inkml:trace contextRef="#ctx0" brushRef="#br0">36 140 12437,'-9'20'850,"5"-13"-94,0 1 0,1 0 0,0 0 0,0 0 0,0 1 0,1-1-1,1 1 1,-1 0 0,1-1 0,1 15 0,2 9 395,0 17 9,2 0 0,3-1 0,17 67 0,-4-51-539,34 71 1,-43-110-516,2 0 0,1-2 0,1 1 0,1-2 0,31 36 0,-31-44-41,0 0-1,0-2 1,1 1 0,21 9-1,-36-20-52,1-1 0,0 0 0,0 0-1,0-1 1,0 1 0,0 0-1,0-1 1,0 0 0,0 0 0,0 0-1,0 0 1,0 0 0,0-1 0,0 1-1,0-1 1,0 0 0,0 0-1,5-2 1,-2 0 9,0 0 0,-1 0 0,1 0 0,-1 0 0,0-1 0,0 0 0,8-9-1,-6 5 1,-1-1 0,-1 0 0,1 0 0,-1-1 0,-1 0 0,0 0 0,0 0 0,-1 0 0,-1 0 0,4-21 0,-3-5 39,-1-67 1,-5 49-4,-2 0 1,-2 0-1,-17-56 0,-55-154-1812,49 171-590,20 66 929,0-5-3116,5 12-2842</inkml:trace>
</inkml:ink>
</file>

<file path=ppt/ink/ink2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3.359"/>
    </inkml:context>
    <inkml:brush xml:id="br0">
      <inkml:brushProperty name="width" value="0.05" units="cm"/>
      <inkml:brushProperty name="height" value="0.05" units="cm"/>
      <inkml:brushProperty name="color" value="#E71224"/>
    </inkml:brush>
  </inkml:definitions>
  <inkml:trace contextRef="#ctx0" brushRef="#br0">0 621 8161,'10'-26'927,"0"3"1150,-1-1 0,-1 0-1,6-33 1,-12 47-1643,0-1 0,1 1 0,1 0 0,-1 0-1,9-15 1,7-20 385,-6 14-159,21-38-1,4-10-120,-23 42-339,-8 16 2,2 0-1,0 1 0,17-26 1,-26 45-192,1-1 0,0 1 0,-1 0 0,1 1 0,0-1 0,0 0 0,0 0 0,0 0 0,0 0 0,0 1 0,0-1 0,0 0 0,0 1 0,1-1 0,-1 1 0,0 0 0,0-1 0,0 1 0,1 0 0,-1-1 0,0 1 0,3 0 0,-2 1 8,1-1-1,-1 1 1,1-1 0,-1 1 0,1 0-1,-1 0 1,0 0 0,0 1-1,1-1 1,-1 0 0,2 2-1,3 3 27,-1 0-1,1 1 1,-1-1-1,-1 1 0,11 15 1,-4 1 25,-1 0 1,-1 1-1,-1 0 1,-1 0-1,-1 1 1,-2 0-1,4 27 1,-3 13 136,-1 106 0,-10-114-123,-2 1-1,-27 106 0,1-5 213,27-126 77,0-1-1,-3 1 1,-20 51 0,28-82 225,4-6-380,110-151 228,42-61-373,-61 77-338,89-143-428,-150 225 616,55-93-236,-69 122 257,0 1-1,2 1 1,26-25-1,-46 50 75,0 0-1,0-1 1,0 1-1,0 0 0,1 0 1,-1 0-1,0 0 0,1 0 1,-1 0-1,0 0 0,1 1 1,-1-1-1,1 0 0,0 1 1,-1-1-1,1 1 0,-1 0 1,1-1-1,0 1 0,-1 0 1,1 0-1,0 0 0,-1 0 1,1 0-1,0 0 1,-1 1-1,1-1 0,0 1 1,-1-1-1,1 1 0,-1-1 1,1 1-1,-1 0 0,1 0 1,-1 0-1,0 0 0,1 0 1,-1 0-1,0 0 0,0 0 1,0 1-1,0-1 0,2 3 1,1 1 55,0 2 1,-1-1 0,0 0 0,0 1-1,0-1 1,-1 1 0,0 0-1,2 13 1,0 21 160,-2-1 0,-1 1 1,-2 0-1,-2-1 0,-2 1 0,-13 55 1,5-46-12,-3-1 0,-2 0 0,-2-2 0,-43 77 1,29-70-641,-1-2 0,-3-2 1,-67 71-1,59-76-1260,-2-2 1,-1-2-1,-73 46 0,13-22-5733,0-6-5060</inkml:trace>
</inkml:ink>
</file>

<file path=ppt/ink/ink2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4.159"/>
    </inkml:context>
    <inkml:brush xml:id="br0">
      <inkml:brushProperty name="width" value="0.05" units="cm"/>
      <inkml:brushProperty name="height" value="0.05" units="cm"/>
      <inkml:brushProperty name="color" value="#E71224"/>
    </inkml:brush>
  </inkml:definitions>
  <inkml:trace contextRef="#ctx0" brushRef="#br0">10 12 13601,'-10'-12'8390,"12"18"-6752,74 181 3389,-10-30-3182,162 429 457,-155-402-2338,-43-114 36,2 0 0,57 89 0,-85-152 0,1 1 0,1-1 0,-1 0 0,1-1 0,0 1 0,1-1 0,-1 0 0,1-1 0,0 1 0,1-2 0,13 8 0,-15-10 0,-1 0 0,1-1 0,-1 1 0,1-1 0,-1-1 0,1 1 0,0-1 0,-1 0 0,1 0 0,0-1 0,-1 0 0,1 0 0,0 0 0,-1 0 0,1-1 0,-1 0 0,0 0 0,0-1 0,7-3 0,4-4 0,-1-1 0,0 0 0,0-1 0,-1 0 0,16-19 0,60-80 0,-72 87 0,274-424-2670,-242 366 1362,-7 10-50,153-245-4974,-57 112-2802,-69 117 153</inkml:trace>
</inkml:ink>
</file>

<file path=ppt/ink/ink2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4.839"/>
    </inkml:context>
    <inkml:brush xml:id="br0">
      <inkml:brushProperty name="width" value="0.05" units="cm"/>
      <inkml:brushProperty name="height" value="0.05" units="cm"/>
      <inkml:brushProperty name="color" value="#E71224"/>
    </inkml:brush>
  </inkml:definitions>
  <inkml:trace contextRef="#ctx0" brushRef="#br0">718 1034 9613,'-11'-1'692,"0"1"1,-1 0-1,1 1 1,0 0-1,0 1 1,0 0-1,0 1 0,1 0 1,-18 8-1,1 3-118,0 1-1,-31 24 0,13-6-252,2 2-1,-55 58 1,-67 91-442,141-157 26,-18 26-72,24-29 141,-25 25-1,60-44 409,-13-5-331,0 0 0,0 0-1,-1-1 1,1 0 0,0 1 0,0-1-1,-1-1 1,1 1 0,-1 0 0,1-1 0,-1 0-1,5-3 1,46-33 513,-29 19-243,-3 4 19,0 1 0,1 1 0,1 1 1,0 1-1,45-14 0,-59 23-178,0-1 0,0 1 0,0 1 0,1 0 1,-1 0-1,0 1 0,1 0 0,-1 1 0,0 0 0,1 1 0,-1 0 0,0 1 0,0 0 1,-1 0-1,1 1 0,0 0 0,12 8 0,13 13 732,46 44-1,-55-45-620,1-1-1,1-1 1,39 22 0,-58-39-241,1 0 0,0 0 0,0-2 0,0 1 1,1-1-1,-1 0 0,1-1 0,-1-1 0,1 1 0,0-2 1,-1 1-1,1-2 0,0 1 0,0-1 0,11-3 0,-2-2-24,0-1 0,0 0 0,-1-1 0,0-2 0,0 0 0,-1 0 0,-1-2 0,22-18 0,0-3-243,-2-2 0,42-52 1,-29 26-184,-2-2 1,-3-2-1,-3-2 0,-3-1 1,-3-3-1,-3-1 1,42-136-1,-43 92 153,-5 0 1,-5-2-1,11-175 0,-32 273 260,0-45-52,-1 60 81,-1 0 1,1 0 0,-1 0-1,0 1 1,0-1 0,-1 0-1,1 1 1,-1-1 0,0 1 0,-4-7-1,6 10-13,-1 1 0,1 0 0,0-1 0,0 1 0,0-1-1,-1 1 1,1 0 0,0-1 0,-1 1 0,1 0 0,0-1 0,-1 1 0,1 0-1,0 0 1,-1-1 0,1 1 0,0 0 0,-1 0 0,1 0 0,-1-1 0,1 1-1,0 0 1,-1 0 0,1 0 0,-1 0 0,1 0 0,-1 0 0,1 0-1,-1 0 1,1 0 0,0 0 0,-1 0 0,1 0 0,-1 0 0,1 0 0,-1 1-1,1-1 1,0 0 0,-1 0 0,1 0 0,-1 1 0,1-1 0,-14 20 339,14-19-342,-16 33 301,1 1 0,1 0 0,3 2 0,-14 67 0,-9 161 545,27-199-690,-1 15 146,5 147 0,6-189-251,1 0-1,2-1 0,2 1 0,1-1 0,27 69 1,-31-94-37,1-1 0,0 0 0,1 0 0,1 0 1,0-1-1,0 0 0,1-1 0,0 0 1,18 15-1,-19-20-23,-1 0 1,1 0 0,-1-1-1,1 0 1,0 0 0,1-1-1,-1 0 1,0-1 0,1 0-1,0 0 1,-1-1 0,1 0-1,0 0 1,0-1 0,17-1-1,-5-3-26,-1 0 0,1-1 0,-1-1-1,0-1 1,36-17 0,90-59-156,-115 64 149,30-24 156,-47 32-21,1 0-1,1 0 0,-1 2 0,1 0 0,32-12 1,-46 20-88,-1 1 0,0 0 0,1-1 1,-1 1-1,1 0 0,-1 0 1,0 0-1,1 0 0,-1 0 0,1 0 1,-1 0-1,0 0 0,1 1 0,-1-1 1,0 0-1,1 1 0,-1-1 0,0 1 1,1 0-1,-1-1 0,0 1 1,2 1-1,-1 0 4,0 1 0,0-1 0,-1 0 0,1 1 0,-1-1 0,1 1 0,-1-1 0,0 1 1,0 0-1,1 4 0,2 8-21,-2 1 0,0 0 0,0 21 0,-1-16-146,3 18-988,9 65-2385,2-39-8314,-9-52 1835</inkml:trace>
</inkml:ink>
</file>

<file path=ppt/ink/ink2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4.966"/>
    </inkml:context>
    <inkml:brush xml:id="br0">
      <inkml:brushProperty name="width" value="0.05" units="cm"/>
      <inkml:brushProperty name="height" value="0.05" units="cm"/>
      <inkml:brushProperty name="color" value="#E71224"/>
    </inkml:brush>
  </inkml:definitions>
  <inkml:trace contextRef="#ctx0" brushRef="#br0">4 15 11129,'-3'-14'6061,"6"34"-6926,6 11-671,1 4-2728,6 2-3277</inkml:trace>
</inkml:ink>
</file>

<file path=ppt/ink/ink2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5.696"/>
    </inkml:context>
    <inkml:brush xml:id="br0">
      <inkml:brushProperty name="width" value="0.05" units="cm"/>
      <inkml:brushProperty name="height" value="0.05" units="cm"/>
      <inkml:brushProperty name="color" value="#E71224"/>
    </inkml:brush>
  </inkml:definitions>
  <inkml:trace contextRef="#ctx0" brushRef="#br0">541 692 12849,'-7'-5'884,"-1"1"0,1-1 0,0 0 0,0-1 0,1 0 0,-12-12-1,16 16-679,0 0 0,0 1 0,0-1-1,-1 0 1,1 1 0,0 0-1,-1 0 1,1-1 0,-1 2-1,1-1 1,-1 0 0,0 0-1,1 1 1,-1-1 0,0 1 0,1 0-1,-1 0 1,0 0 0,0 0-1,1 0 1,-4 1 0,-5 1 135,1 1 1,0-1 0,-19 9-1,10-1-97,0 1 0,1 1 0,1 0-1,0 1 1,1 1 0,0 1 0,1 0-1,1 1 1,-21 29 0,10-8-240,0 2 1,3 1-1,1 0 0,2 2 1,2 0-1,2 1 0,-15 72 1,29-108-130,0 0 0,1-1 0,0 1 0,0 0 0,0 0 0,1 0 0,0 0 0,1-1 1,2 9-1,-4-13 83,1 0 0,0 1 0,-1-1 0,1 0 0,0 0 0,0 0 0,0 0 0,1 0 0,-1 0 0,0 0 0,1 0 0,-1 0 0,1-1 0,0 1 0,-1-1 0,1 1 0,0-1 0,0 0 0,0 1 1,0-1-1,0 0 0,0 0 0,1-1 0,-1 1 0,0 0 0,0-1 0,1 1 0,3-1 0,1-1-15,0 0 0,0-1 0,-1 0 0,1 0 0,0-1 0,-1 0 0,0 0 0,1-1 0,-1 1 0,-1-1 0,1-1 0,5-4 0,9-9-84,33-38-1,-21 18 77,-3-2 0,-1 0 0,42-84 0,-48 85 42,12-25-42,51-129 0,91-407 103,-157 533 90,-18 64 407,-4 62 264,-13 79 1,-3 17-276,10 199-53,11-288-849,3-1 1,3 1-1,22 86 1,-26-137 171,0-1-1,1 0 1,1 0-1,0-1 1,1 0 0,0 0-1,1 0 1,1-1 0,0 0-1,11 11 1,-12-15-46,1-1 1,-1 0-1,1-1 0,0 0 0,1 0 1,0-1-1,-1 0 0,2 0 1,-1-1-1,0-1 0,1 0 1,0 0-1,-1-1 0,14 1 1,-1-2-204,1-1 0,0-1-1,-1-1 1,1-1 0,-1-1 0,0-2 0,0 0 0,-1-1 0,0-1 0,34-18 0,-19 7 150,-1-3 1,-1-1 0,0-1 0,-3-2 0,34-33-1,-39 32 929,-1-2 0,-2 0 0,-1-2 0,-1 0 0,-2-2 0,-1 0 0,20-49 0,-38 79-451,1-1-1,-1 1 0,0-1 1,0 0-1,-1 1 1,1-1-1,-1 0 1,0 0-1,0 0 0,0 1 1,0-1-1,-1 0 1,1 0-1,-1 0 0,0 1 1,-2-5-1,2 6-113,0 0-1,0 0 1,0 1 0,-1-1-1,1 0 1,0 1 0,-1-1-1,1 1 1,-1 0-1,0-1 1,1 1 0,-1 0-1,0 0 1,0 0 0,0 0-1,0 0 1,0 1-1,0-1 1,0 1 0,0-1-1,0 1 1,0-1 0,0 1-1,0 0 1,0 0-1,0 0 1,0 1 0,0-1-1,-4 1 1,-5 2 52,0 0 1,0 0-1,0 1 1,0 1-1,1 0 0,0 0 1,0 1-1,-15 11 0,-72 68 388,87-76-481,-24 26 22,-37 51 0,22-26-241,41-50 129,0 0-1,1 0 1,0 0-1,-11 22 1,17-29 24,21-8-1,3 1 62,41-14 1,-48 13 44,0 0 1,0 1 0,1 0 0,-1 2 0,21-1 0,-33 3-44,0 0 0,0 1 1,0-1-1,0 1 0,0 0 1,-1 1-1,1-1 0,0 1 1,-1-1-1,1 1 0,-1 0 1,0 0-1,1 1 0,-1-1 1,0 1-1,0-1 0,3 6 1,5 5-501,-1 0-1,16 30 1,-2-5-3691,-9-19-1389,1 1-3403</inkml:trace>
</inkml:ink>
</file>

<file path=ppt/ink/ink2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5.885"/>
    </inkml:context>
    <inkml:brush xml:id="br0">
      <inkml:brushProperty name="width" value="0.05" units="cm"/>
      <inkml:brushProperty name="height" value="0.05" units="cm"/>
      <inkml:brushProperty name="color" value="#E71224"/>
    </inkml:brush>
  </inkml:definitions>
  <inkml:trace contextRef="#ctx0" brushRef="#br0">324 1 12813,'-13'66'2012,"1"-35"-183,-7 6-81,6 9-164,-3 2-444,-3 4-196,0 8-124,-7 3-212,-2 0-152,6 5 8,3 7-580,-4-1-264,4-8-596,-3-6-564,0-6-520,3-14-528,9 0-2349,7-3-3900</inkml:trace>
</inkml:ink>
</file>

<file path=ppt/ink/ink2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6.090"/>
    </inkml:context>
    <inkml:brush xml:id="br0">
      <inkml:brushProperty name="width" value="0.05" units="cm"/>
      <inkml:brushProperty name="height" value="0.05" units="cm"/>
      <inkml:brushProperty name="color" value="#E71224"/>
    </inkml:brush>
  </inkml:definitions>
  <inkml:trace contextRef="#ctx0" brushRef="#br0">15 41 13489,'-4'-3'-796,"-6"-7"6822,10 9-5809,0 1 1,1-1-1,-1 1 0,0-1 0,1 0 0,-1 1 0,0-1 0,1 1 0,-1-1 0,1 1 1,-1-1-1,1 1 0,-1 0 0,1-1 0,0 1 0,-1 0 0,1-1 0,-1 1 0,1 0 1,0 0-1,-1-1 0,1 1 0,-1 0 0,1 0 0,1 0 0,16-5 340,0 1 1,0 1-1,0 0 0,1 1 1,34 2-1,97 13 524,-120-9-877,28 3 141,-1 2 1,80 24-1,-115-26-472,-1 1 0,0 1 0,0 0-1,-1 2 1,0 0 0,-1 2 0,0 0 0,-1 1-1,20 20 1,-32-28-242,0 1 0,-1-1-1,0 1 1,0 0 0,0 0-1,-1 1 1,0 0 0,-1-1-1,5 16 1,-7-17-380,1 1 1,-2-1-1,1 0 1,-1 0-1,1 1 1,-2-1-1,1 0 1,-1 1-1,-1 6 1,-9 27-4983,4-20-3133</inkml:trace>
</inkml:ink>
</file>

<file path=ppt/ink/ink2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6.197"/>
    </inkml:context>
    <inkml:brush xml:id="br0">
      <inkml:brushProperty name="width" value="0.05" units="cm"/>
      <inkml:brushProperty name="height" value="0.05" units="cm"/>
      <inkml:brushProperty name="color" value="#E71224"/>
    </inkml:brush>
  </inkml:definitions>
  <inkml:trace contextRef="#ctx0" brushRef="#br0">1 6 8205,'38'-5'832,"-22"10"-1492,3 1-1764,-13 5-545</inkml:trace>
</inkml:ink>
</file>

<file path=ppt/ink/ink2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6.506"/>
    </inkml:context>
    <inkml:brush xml:id="br0">
      <inkml:brushProperty name="width" value="0.05" units="cm"/>
      <inkml:brushProperty name="height" value="0.05" units="cm"/>
      <inkml:brushProperty name="color" value="#E71224"/>
    </inkml:brush>
  </inkml:definitions>
  <inkml:trace contextRef="#ctx0" brushRef="#br0">89 109 13845,'-13'7'696,"9"-5"-198,0 0 0,0 1 0,-1-1 1,1 1-1,1-1 0,-1 1 0,0 1 0,1-1 0,-1 0 1,1 1-1,0-1 0,0 1 0,1 0 0,-1 0 0,1 0 1,0 1-1,0-1 0,-3 7 0,2 2 311,0 0 1,1 0-1,0 0 0,1 1 0,0-1 0,1 0 0,4 25 1,-2-27-658,0 1 0,2-1 0,-1 0 0,1 0 1,1 0-1,0-1 0,1 1 0,0-1 1,0 0-1,1-1 0,0 0 0,1 0 1,0 0-1,14 11 0,-12-11-151,1-1-1,0 0 1,1-1 0,0 0 0,20 9-1,-27-14 0,0 0 0,0-1 0,1 1 0,-1-1 0,0 0 0,1 0 0,-1-1 0,1 1 0,-1-1 0,0-1 0,1 1 0,-1-1 0,1 0 0,-1 0 0,0 0 0,0-1 0,9-3 0,-6 0-41,0 0 0,0 0 0,0-1 0,-1 0 0,0 0 0,-1-1 0,1 1-1,-1-2 1,0 1 0,-1 0 0,0-1 0,0 0 0,-1-1 0,0 1 0,0-1 0,-1 1 0,0-1 0,0 0 0,-1 0 0,-1-1 0,2-9-1,-2 1-67,-1 0 0,0 0 0,-1 1-1,-1-1 1,0 0 0,-2 1 0,0-1-1,-1 1 1,0 0 0,-12-23-1,11 27-211,-1 0 0,0 1-1,-1-1 1,0 1-1,-1 1 1,-14-15-1,18 21-380,-1 0-1,1 1 0,-1 0 1,0 0-1,0 1 1,-7-4-1,7 5-705,-1 0 0,1 0 0,0 0 0,-1 1 0,1 0 0,-1 0 0,-8 1-1</inkml:trace>
</inkml:ink>
</file>

<file path=ppt/ink/ink2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6.850"/>
    </inkml:context>
    <inkml:brush xml:id="br0">
      <inkml:brushProperty name="width" value="0.05" units="cm"/>
      <inkml:brushProperty name="height" value="0.05" units="cm"/>
      <inkml:brushProperty name="color" value="#E71224"/>
    </inkml:brush>
  </inkml:definitions>
  <inkml:trace contextRef="#ctx0" brushRef="#br0">16 21 13033,'-15'-17'3643,"14"14"-1153,10 9-1161,-5-2-1051,0 1-1,-1 0 1,0 0-1,0 0 1,0 0-1,0 1 0,-1-1 1,0 1-1,0 0 1,-1-1-1,0 1 1,1 10-1,4 8 251,4 34 247,-1 0 0,0 60 0,-3-32-430,-5-21-13,1-17 273,-1-45-339,1-4-36,115-72 655,2-1-545,-84 54-184,0 2 1,1 2-1,1 1 1,0 2-1,76-16 0,-98 27-85,-1 1 0,0 0 0,0 1 0,1 0 0,-1 2 0,0-1 0,0 2 0,21 5-1,-24-4-20,0 1 0,-1 0-1,0 0 1,0 1-1,0 0 1,0 1-1,-1 0 1,0 0-1,-1 1 1,1 0-1,12 17 1,-10-9-27,0 0-1,-1 1 1,-1 0-1,-1 0 1,0 1-1,7 25 1,20 113-1717,-14-50-2133,-15-66-990,-2-11-3287,2-11-2757</inkml:trace>
</inkml:ink>
</file>

<file path=ppt/ink/ink2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7.007"/>
    </inkml:context>
    <inkml:brush xml:id="br0">
      <inkml:brushProperty name="width" value="0.05" units="cm"/>
      <inkml:brushProperty name="height" value="0.05" units="cm"/>
      <inkml:brushProperty name="color" value="#E71224"/>
    </inkml:brush>
  </inkml:definitions>
  <inkml:trace contextRef="#ctx0" brushRef="#br0">1 1 10693,'0'0'1420,"6"11"-212,10 15-184,3 0-132,0-1-244,-3 10-568,6-1-660,-3 3-796,7 6-2664,2 6-2945</inkml:trace>
</inkml:ink>
</file>

<file path=ppt/ink/ink2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7.157"/>
    </inkml:context>
    <inkml:brush xml:id="br0">
      <inkml:brushProperty name="width" value="0.05" units="cm"/>
      <inkml:brushProperty name="height" value="0.05" units="cm"/>
      <inkml:brushProperty name="color" value="#E71224"/>
    </inkml:brush>
  </inkml:definitions>
  <inkml:trace contextRef="#ctx0" brushRef="#br0">93 101 14177,'-54'-32'5841,"35"35"-3549,-1 0 3597,43-17-6293,18-4-845,-6 7-1075,3-1-1096,13 7-2745,6-10-5488</inkml:trace>
</inkml:ink>
</file>

<file path=ppt/ink/ink2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2:17.316"/>
    </inkml:context>
    <inkml:brush xml:id="br0">
      <inkml:brushProperty name="width" value="0.05" units="cm"/>
      <inkml:brushProperty name="height" value="0.05" units="cm"/>
      <inkml:brushProperty name="color" value="#E71224"/>
    </inkml:brush>
  </inkml:definitions>
  <inkml:trace contextRef="#ctx0" brushRef="#br0">1 144 13905,'15'-12'2348,"5"1"-275,-1 2-385,0 3-396,0-2-200,6-4-220,4 4-428,2-1-492,27-5-408,-17 5-804,10-5-868,-7-3-1144,-6 6-1593,7 8-3836</inkml:trace>
</inkml:ink>
</file>

<file path=ppt/ink/ink2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3.801"/>
    </inkml:context>
    <inkml:brush xml:id="br0">
      <inkml:brushProperty name="width" value="0.05" units="cm"/>
      <inkml:brushProperty name="height" value="0.05" units="cm"/>
      <inkml:brushProperty name="color" value="#E71224"/>
    </inkml:brush>
  </inkml:definitions>
  <inkml:trace contextRef="#ctx0" brushRef="#br0">314 107 11749,'1'-1'206,"0"-1"-1,0 1 1,0 0-1,-1-1 1,1 1-1,-1 0 1,1-1 0,-1 1-1,0-1 1,1 1-1,-1-1 1,0 1-1,0-1 1,0 1 0,0-1-1,0 1 1,-1-1-1,1 1 1,0-1-1,-1-1 1,-17-33 4737,15 31-2920,0 0 0,0-1 0,0 0 0,-3-10 0,24 39-380,-12-6-1643,0 1 0,-2-1 0,0 1 0,-1 0 0,-1 1 0,0 22 0,-2 5 0,-8 62 0,-62 272 0,-29-7 0,32-128 0,41-135-815,5 2 0,-9 138 0,23-90-4422,8-1-4405,4-58-2817</inkml:trace>
</inkml:ink>
</file>

<file path=ppt/ink/ink2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4.421"/>
    </inkml:context>
    <inkml:brush xml:id="br0">
      <inkml:brushProperty name="width" value="0.05" units="cm"/>
      <inkml:brushProperty name="height" value="0.05" units="cm"/>
      <inkml:brushProperty name="color" value="#E71224"/>
    </inkml:brush>
  </inkml:definitions>
  <inkml:trace contextRef="#ctx0" brushRef="#br0">150 117 7093,'-2'-2'409,"0"0"-1,0 0 1,0 1 0,0-1 0,0 0 0,1 0 0,-1-1 0,1 1-1,-1 0 1,1 0 0,0-1 0,0 1 0,0-1 0,0 1 0,0-1-1,1 0 1,-1 1 0,1-1 0,0 1 0,-1-5 0,1 4 1013,0 0-1107,0-1-1,1 1 1,-1 0 0,0-1 0,1 1 0,0 0-1,0 0 1,0-1 0,0 1 0,0 0-1,1 0 1,-1 0 0,1 0 0,0 0 0,0 1-1,4-5 1,2 5-149,-1 1-1,1 0 1,0 1-1,0 0 1,0 0-1,0 0 1,-1 1-1,1 1 1,0-1-1,-1 1 1,14 5-1,17 6 311,-1 2 1,-1 1-1,53 32 0,95 75 357,-116-69-686,-2 2-1,-3 4 1,-2 2-1,-3 3 0,-3 2 1,48 77-1,-73-96-110,-1 2 0,-3 1 0,35 94-1,-51-115-83,-1 0 0,-1 0 0,-2 1-1,-1 0 1,-2 0 0,-1 1-1,-1-1 1,-5 45 0,-1-50 8,-1-1 0,-1 0 0,-1 0 1,-1-1-1,-1 0 0,-2 0 0,0-1 0,-1-1 0,-1 0 1,-2-1-1,0 0 0,-34 33 0,-1-6-174,-3-3 1,-1-2-1,-94 56 0,-260 111-1842,193-106-892,119-59 334,33-19-4520,42-18-1667</inkml:trace>
</inkml:ink>
</file>

<file path=ppt/ink/ink2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5.423"/>
    </inkml:context>
    <inkml:brush xml:id="br0">
      <inkml:brushProperty name="width" value="0.05" units="cm"/>
      <inkml:brushProperty name="height" value="0.05" units="cm"/>
      <inkml:brushProperty name="color" value="#E71224"/>
    </inkml:brush>
  </inkml:definitions>
  <inkml:trace contextRef="#ctx0" brushRef="#br0">961 270 5537,'0'-7'290,"1"4"61,-1 0 0,0 0 0,0 0 0,0 0 0,0 0 0,-1 0-1,1 0 1,-1 0 0,0 0 0,0 0 0,0 1 0,0-1 0,0 0 0,0 1 0,-1-1 0,0 1 0,1-1 0,-4-2-1,4 3-187,0 0-1,1 1 0,-1-1 1,1 0-1,-1 1 0,1-1 0,0 0 1,-1 1-1,1-1 0,0 0 0,0 0 1,0-2-1,0-13 1265,-4-28 342,4 33-1403,-1 0 1,0 1-1,-4-17 1,3 24-115,1 1-103,-1-1 0,0 1-1,-1-1 1,1 1-1,0 0 1,-1 0-1,0 0 1,0 0-1,0 0 1,-6-3-1,6 3-129,1 1 473,-1 1-478,-1-1-1,1 1 1,-1-1 0,1 1-1,-1 1 1,0-1-1,-3 0 1,-38 63 111,43-60-133,-1-2 31,-4 1-297,5 0 378,-1-1-1,1 1 0,-1-1 0,1 0 0,-1 0 0,1 0 0,0 0 0,-1 0 0,1 0 0,-1-1 0,1 1 0,0-1 0,-1 0 0,1 1 0,0-1 0,-1 0 0,-2-2 0,4 2-103,-15-9 4,1-2 10,8 9-1,0-1 0,0 1 0,0 0 0,0 0 0,0 1 0,0 0 0,-1 0 1,1 1-1,-1 0 0,1 1 0,-1-1 0,0 1 0,1 1 0,-1-1 0,1 1 0,-1 0 0,1 1 0,-12 4 1,-24 12 61,1 2 0,0 1 1,2 3-1,0 1 0,2 2 1,1 2-1,1 1 1,2 2-1,1 1 0,1 1 1,2 2-1,-35 57 1,56-78-65,0 0 0,2 1 0,0 0 1,1 0-1,0 1 0,2 0 0,-6 31 1,10-42-10,1 0 1,-1 1-1,1-1 0,0 0 1,0 1-1,1-1 1,0 0-1,0 0 1,0 0-1,1 0 1,0-1-1,0 1 1,0-1-1,1 1 1,0-1-1,0 0 1,0-1-1,0 1 1,1-1-1,0 1 1,0-2-1,0 1 0,7 4 1,-7-6-13,1 0 0,-1 0-1,1 0 1,-1 0 0,1-1 0,0 0 0,-1 0 0,1 0 0,9-1-1,49-5-52,-57 5 57,10-3 0,1-1-1,-1-1 0,0 0 0,0-1 1,-1-1-1,0 0 0,25-15 1,-9 1-5,-1-2 1,38-34 0,72-76 1149,-137 129-1077,7-8 420,1 1-1,0 0 1,16-10-1,-28 22-434,1 0 0,0 0 0,-1 0 0,1 0 0,0 0 0,-1 0 0,0 0 0,1 0 0,-1 0 0,1 0 0,-1 1 0,0-1-1,0 0 1,0 1 0,0-1 7,2 10 53,0 1 0,-2 0 1,1-1-1,-2 1 0,1 0 0,-2 0 0,-4 18 0,-2 36-212,7 95-3946,11-54-7130,-4-64 126</inkml:trace>
</inkml:ink>
</file>

<file path=ppt/ink/ink2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5.651"/>
    </inkml:context>
    <inkml:brush xml:id="br0">
      <inkml:brushProperty name="width" value="0.05" units="cm"/>
      <inkml:brushProperty name="height" value="0.05" units="cm"/>
      <inkml:brushProperty name="color" value="#E71224"/>
    </inkml:brush>
  </inkml:definitions>
  <inkml:trace contextRef="#ctx0" brushRef="#br0">175 0 12797,'0'0'5753,"0"23"-3965,3-3-208,-6 9-252,-9 19-336,2-2-120,-6 0-152,3 5-164,1 9-148,5 9-740,-5 5-452,-4-3-576,-3 1-648,0-4-580,3-2-3277,-6 0-5008</inkml:trace>
</inkml:ink>
</file>

<file path=ppt/ink/ink2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6.059"/>
    </inkml:context>
    <inkml:brush xml:id="br0">
      <inkml:brushProperty name="width" value="0.05" units="cm"/>
      <inkml:brushProperty name="height" value="0.05" units="cm"/>
      <inkml:brushProperty name="color" value="#E71224"/>
    </inkml:brush>
  </inkml:definitions>
  <inkml:trace contextRef="#ctx0" brushRef="#br0">1 77 9981,'0'-2'168,"0"-1"0,0 1 0,0 0 0,0-1 0,1 1 0,-1-1 0,1 1 0,-1 0 0,1 0 0,0-1 0,0 1 0,0 0 0,0 0 0,1 0 0,-1 0 0,0 0 0,1 0 0,-1 0 0,1 0 0,0 1 0,0-1 0,-1 1 0,1-1 0,0 1 0,0 0 0,0-1 0,1 1 0,-1 0 0,0 0 0,0 1 0,3-2 0,7-2 157,0 1-1,0 0 0,1 0 1,18-1-1,6 3 134,0 2 1,66 9-1,-46-3-224,369 65 443,-146-20-430,-246-47-205,55 1 0,-74-6-24,-1-1-1,1 0 0,-1-1 1,1-1-1,-1 0 0,15-6 1,-10-4 9,-17 11-9,1 1 1,-1-1-1,0 0 1,1 1 0,-1-1-1,1 1 1,-1 0-1,1 0 1,4-1-1,-6-4 56,-1 4-72,1 0-1,0 0 0,-1 0 1,1-1-1,-1 1 0,0 0 0,0 0 1,0 0-1,0-1 0,0 1 1,-1-4-1,-3 4-1,-1 0 1,0 0-1,0 1 1,0-1-1,0 1 1,-1 1-1,1-1 1,0 1 0,0-1-1,0 2 1,-1-1-1,1 0 1,0 1-1,0 0 1,0 0-1,0 1 1,-8 3-1,-7 1 16,1 1-1,-34 18 1,51-23-21,0-1 1,1 1-1,0 0 1,-1-1-1,1 1 1,0 0-1,0 0 1,0 0-1,0 0 1,0 0-1,-1 2 1,1 0 25,1-3-9,-1 0 1,1 0 0,0 0 0,0 0-1,0 0 1,0 0 0,0 0 0,0 0-1,0 0 1,0 0 0,1 0 0,-1-1-1,0 1 1,0 0 0,1 0 0,-1 0-1,1 0 1,-1 0 0,1 1 0,1 0 38,10 27 214,1-1 0,2-1 1,1 0-1,19 24 0,-23-33-262,29 35-1537,-6-15-3355,-15-18 750,3 6-3993</inkml:trace>
</inkml:ink>
</file>

<file path=ppt/ink/ink2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6.521"/>
    </inkml:context>
    <inkml:brush xml:id="br0">
      <inkml:brushProperty name="width" value="0.05" units="cm"/>
      <inkml:brushProperty name="height" value="0.05" units="cm"/>
      <inkml:brushProperty name="color" value="#E71224"/>
    </inkml:brush>
  </inkml:definitions>
  <inkml:trace contextRef="#ctx0" brushRef="#br0">18 501 8833,'-1'-1'107,"1"1"-1,-1 0 1,0-1 0,1 1 0,-1-1 0,1 1 0,-1 0-1,1-1 1,0 1 0,-1-1 0,1 0 0,-1 1 0,1-1-1,0 1 1,0-1 0,-1 1 0,1-1 0,0 0 0,0 1-1,0-1 1,-1 0 0,1 1 0,0-1 0,0 0-1,0 1 1,0-1 0,0 0 0,1 1 0,-1-1 0,0 0-1,0 1 1,0-1 0,0 1 0,1-1 0,-1 0 0,0 1-1,1-1 1,-1 1 0,1-2 0,1 0 1734,-17-30 2206,16 24-3714,0 1 0,0-1 0,1 0 0,0 1 0,1-1 0,-1 1-1,8-13 1,-2 0 91,44-88 1967,-16 36-1009,-27 52-1044,-1 0 70,1 0 0,23-35 1,-29 51-383,0 0-1,0 0 1,0 0 0,1 0 0,-1 1 0,1-1 0,0 1 0,0 0 0,0 0 0,0 1 0,0-1 0,1 1 0,-1 0 0,1 0 0,0 0-1,-1 1 1,1 0 0,6-1 0,-4 1-13,0 1-1,0 0 1,1 0-1,-1 1 0,0 0 1,0 1-1,0-1 1,0 1-1,-1 1 0,1-1 1,0 1-1,11 7 1,-8-4-6,-1 1 0,0 1 0,-1-1-1,1 1 1,-1 1 0,-1-1 0,11 16 0,-7-6-2,0 1-1,-1 0 0,-1 1 1,-1 0-1,-1 0 1,0 1-1,-2 0 0,4 28 1,-8-33-16,0 0 1,-1 0-1,-1 0 0,-1 0 0,0 0 1,-1 0-1,-1 0 0,0-1 1,-1 1-1,-1-1 0,-1 0 1,0-1-1,0 0 0,-2 0 1,-10 15-1,-1-4-949,-1 0 1,-1-1 0,-1-1-1,0-1 1,-2-1 0,-46 29-1,52-40-2315,10-8-3709</inkml:trace>
</inkml:ink>
</file>

<file path=ppt/ink/ink2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7.004"/>
    </inkml:context>
    <inkml:brush xml:id="br0">
      <inkml:brushProperty name="width" value="0.05" units="cm"/>
      <inkml:brushProperty name="height" value="0.05" units="cm"/>
      <inkml:brushProperty name="color" value="#E71224"/>
    </inkml:brush>
  </inkml:definitions>
  <inkml:trace contextRef="#ctx0" brushRef="#br0">80 449 5300,'0'0'1214,"4"0"-29,30-5 736,-30 4-503,27-9 539,-28 8-1763,0 1 0,0-1 0,0 0 0,-1 0 0,1-1 0,-1 1 0,0 0 0,1-1-1,-1 1 1,0-1 0,0 0 0,-1 0 0,1 0 0,-1 0 0,1 0 0,-1 0 0,1-4 0,2-2 254,-3 8-385,0 0-1,-1 0 1,1 0-1,0 0 1,-1 0-1,1 1 1,-1-1-1,1 0 1,-1-1-1,1 1 1,-1 0-1,0 0 1,0 0-1,1 0 1,-1 0-1,0 0 1,0 0-1,0 0 1,0 0-1,0-1 1,-1 1-1,1 0 1,0 0-1,0 0 1,-1 0-1,1 0 1,-1 0-1,1 0 1,-1 0-1,1 0 1,-1 0-1,1 0 1,-1 0-1,0 1 1,0-1-1,1 0 1,-1 0-1,0 1 1,-2-2-1,1 1 20,-1 0 0,1 0 0,-1 1 0,1-1-1,-1 1 1,1 0 0,-1-1 0,1 1 0,-1 0 0,0 1 0,1-1-1,-1 0 1,1 1 0,-5 1 0,-2 1-11,0 1 1,1 0 0,0 0-1,0 1 1,0 0-1,1 1 1,-1 0 0,1 0-1,0 0 1,1 1-1,0 0 1,0 0 0,0 1-1,1-1 1,0 1-1,1 0 1,0 1 0,-4 10-1,3-7-45,2 0-1,-1 0 1,2 1-1,-1-1 1,2 1-1,0 0 0,0 0 1,1 0-1,1-1 1,0 1-1,1 0 1,4 17-1,-4-26-35,-1 0 0,1-1 0,0 1 0,0-1 0,1 0 0,-1 0 0,1 1 0,0-2-1,-1 1 1,1 0 0,1 0 0,-1-1 0,0 0 0,0 0 0,1 0 0,6 3 0,-1 0-54,-3-2-4,0 0 1,1-1-1,-1 1 1,1-1-1,-1-1 1,1 1-1,0-1 0,0 0 1,-1-1-1,12 0 1,-2 1-91,-1-1 59,0-1 0,1 0 1,-1 0-1,0-2 0,0 0 0,0-1 1,0 0-1,-1-1 0,1 0 1,-1-2-1,-1 0 0,1 0 1,-1-1-1,0-1 0,-1 0 1,0 0-1,15-17 0,3-5 102,-2-2 0,-1-1 0,-1-1 0,38-72-1,15-58 1132,-53 105 183,49-82-1,-73 138-819,-2 8 41,3 30-103,-1-1 0,-3 1-1,-5 45 1,1-11-236,-5 183-2279,11-82-4946,3-121 1540,5 1-3132</inkml:trace>
</inkml:ink>
</file>

<file path=ppt/ink/ink2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7.144"/>
    </inkml:context>
    <inkml:brush xml:id="br0">
      <inkml:brushProperty name="width" value="0.05" units="cm"/>
      <inkml:brushProperty name="height" value="0.05" units="cm"/>
      <inkml:brushProperty name="color" value="#E71224"/>
    </inkml:brush>
  </inkml:definitions>
  <inkml:trace contextRef="#ctx0" brushRef="#br0">1 78 8497,'69'-26'1380,"-43"20"-356,9 0-128,19-5-428,-7 2-620,10 1-544,7 2-2672,9 0-1697</inkml:trace>
</inkml:ink>
</file>

<file path=ppt/ink/ink2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7.821"/>
    </inkml:context>
    <inkml:brush xml:id="br0">
      <inkml:brushProperty name="width" value="0.05" units="cm"/>
      <inkml:brushProperty name="height" value="0.05" units="cm"/>
      <inkml:brushProperty name="color" value="#E71224"/>
    </inkml:brush>
  </inkml:definitions>
  <inkml:trace contextRef="#ctx0" brushRef="#br0">686 1 6249,'-8'14'1333,"-1"1"0,-1-1 0,0-1 0,-1 1 0,-17 15 0,14-15-139,1 0 1,1 1-1,-21 32 0,23-30-793,-23 41 929,2 2 0,-42 115 0,-130 549 587,57 15-8374,140-697 5636,-22 177-6385,21-91-658</inkml:trace>
</inkml:ink>
</file>

<file path=ppt/ink/ink2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8.595"/>
    </inkml:context>
    <inkml:brush xml:id="br0">
      <inkml:brushProperty name="width" value="0.05" units="cm"/>
      <inkml:brushProperty name="height" value="0.05" units="cm"/>
      <inkml:brushProperty name="color" value="#E71224"/>
    </inkml:brush>
  </inkml:definitions>
  <inkml:trace contextRef="#ctx0" brushRef="#br0">46 168 6453,'-6'-3'380,"2"0"138,-1 0 0,0 1 0,-1 0 0,1 0 0,-8-2 1,12 3-382,1 0 1,0 0 0,-1 0-1,1 0 1,0 0 0,0 1-1,0-1 1,0 0 0,0 0-1,0 0 1,0 0 0,0 0-1,1 0 1,-1 0 0,0 1-1,0-1 1,1-2 0,0 3 16,0-3-38,0 0 0,1 0 1,-1 0-1,1 0 0,0 0 1,0 1-1,0-1 0,0 0 1,0 1-1,1 0 0,-1-1 1,1 1-1,-1 0 0,1 1 1,0-1-1,0 0 0,0 1 1,3-2-1,9-3 139,0 1 0,25-5 0,-35 8-181,86-16 486,156-12 1,100 17-203,-290 12-290,1369 13-710,-757 2-107,321-3-633,1537 35-3085,-789 10 1966,-1160-50 3871,-557-6-1260,63 0 139,-80 0-242,0 0 0,46 2-684,52 7-1,-46 0-14,-53-9 660,-1 2 190,-1-1 104,-1 0 0,1 0 0,-1 0 0,1 0 0,0 0-1,0 0 1,-1-1 0,1 1 0,0 0 0,0-1 0,0 1 0,0 0 0,0-1 0,0 1 0,0-1 0,0 1 0,0-1 0,0 0 0,0 0 0,2 1 0,-2-2 121,1 1 0,-1-1-1,0 0 1,1 0 0,-1 0 0,0 0-1,0 0 1,1 0 0,-1 0 0,0 0-1,0-1 1,1 0 0,2-3-1435,-3 5 1091,0 0 0,0 0 1,0 0-1,0 1 0,0-1 1,0 0-1,0 0 0,0 1 1,0-1-1,0 1 0,0-1 1,0 1-1,0-1 0,0 1 1,0 0-1,0-1 1,0 1-1,-1 0 0,1 0 1,1 1-1,-2-2 37,4 4 16,-1 0-1,0 0 0,-1 0 0,1 0 1,-1 1-1,1-1 0,-1 1 1,-1-1-1,1 1 0,-1 0 0,0 0 1,0-1-1,0 1 0,0 0 1,-1 0-1,0 0 0,0 0 0,-1 6 1,-2 16 238,-1-1 1,-8 31-1,5-29-123,-53 205 761,17-77-649,-113 358-2299,34-175-6602,65-188 330</inkml:trace>
</inkml:ink>
</file>

<file path=ppt/ink/ink2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3:59.952"/>
    </inkml:context>
    <inkml:brush xml:id="br0">
      <inkml:brushProperty name="width" value="0.05" units="cm"/>
      <inkml:brushProperty name="height" value="0.05" units="cm"/>
      <inkml:brushProperty name="color" value="#E71224"/>
    </inkml:brush>
  </inkml:definitions>
  <inkml:trace contextRef="#ctx0" brushRef="#br0">363 28 4648,'0'0'106,"-1"-1"0,1 0-1,0 1 1,0-1-1,-1 0 1,1 1 0,0-1-1,0 0 1,0 1 0,0-1-1,0 0 1,0 1-1,0-1 1,0 0 0,0 0-1,0 1 1,1-1-1,-1 0 1,0 1 0,0-1-1,1-1 1,-1 2-26,0 0 1,1 0 0,-1-1-1,0 1 1,0 0-1,0 0 1,0-1-1,0 1 1,0 0-1,0-1 1,0 1-1,0 0 1,0 0-1,0-1 1,0 1-1,0 0 1,0 0-1,0-1 1,0 1-1,0 0 1,0-1 0,0 1-1,-1 0 1,1 0-1,0-1 1,0 1-1,0 0 1,0 0-1,0 0 1,-1-1-1,1 1 1,0 0-1,0 0 1,-1 0-1,1-1 1,0 1-1,0 0 1,-1 0-1,1 0 1,0 0 0,0 0-1,-1 0 1,1 0-1,0-1 1,0 1-1,-1 0 1,1 0-1,0 0 1,-1 0-1,1 0 1,0 0-1,0 0 1,-1 1-1,-1-2 75,1 1-1,-1-1 0,0 1 0,1 0 0,-1 0 0,0 0 0,1 0 1,-1 0-1,0 0 0,1 0 0,-1 0 0,0 1 0,1-1 1,-1 1-1,1-1 0,-1 1 0,1 0 0,-1-1 0,1 1 1,-1 0-1,1 0 0,0 0 0,-1 0 0,1 0 0,0 1 1,0-1-1,0 0 0,-2 3 0,0 1-43,0-1 1,0 1-1,0 0 0,1 0 1,-1 0-1,1 0 0,0 0 1,-1 8-1,-44 222 2342,-5 110-1072,24-129-876,-52 404 128,71-539-628,-4 0 1,-43 141-1,55-219 18,1 17 12,0-20-35,1 1 0,-1-1 0,0 1 0,0-1 0,0 1 0,0-1 0,0 1 0,0-1 0,1 1 0,-1-1 0,0 1 0,0-1 0,1 0 0,-1 1 0,0-1 0,1 1-1,-1-1 1,0 0 0,1 1 0,-1-1 0,1 0 0,-1 1 0,0-1 0,1 0 0,-1 0 0,1 0 0,-1 1 0,1-1 0,-1 0 0,2 0 0,21-2-12,34-21-19,-34 13 25,20-1 6,0 2 1,70-6-1,-55 9 11,492-40-67,-433 38 68,705-31-317,-222 12-346,1725-133-3566,-1247 48 1893,527-47 44,-1168 120 1943,913-60 32,-1239 95 213,223-5 372,-252 11-1014,163 26 0,-237-27-10,-1 1-1,1-2 0,0 1 1,11-2-1,4 1-2606</inkml:trace>
</inkml:ink>
</file>

<file path=ppt/ink/ink2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00.515"/>
    </inkml:context>
    <inkml:brush xml:id="br0">
      <inkml:brushProperty name="width" value="0.05" units="cm"/>
      <inkml:brushProperty name="height" value="0.05" units="cm"/>
      <inkml:brushProperty name="color" value="#E71224"/>
    </inkml:brush>
  </inkml:definitions>
  <inkml:trace contextRef="#ctx0" brushRef="#br0">1067 205 4412,'-4'-5'598,"0"0"0,0-1 0,0 0 0,1 0 0,0 0 0,0 0 0,0 0 0,1 0 0,-2-10 0,3 11-242,-1 0-1,0 0 1,1 0 0,-1 0 0,-1 0 0,-4-8 0,-7-16 1293,-2-34 2041,14 62-3413,-6 7 130,-6 6-114,1 0 0,0 2 0,1 0 0,1 0 0,0 1 0,1 0 0,-11 21 0,-209 460 1466,194-415-1635,-203 503-164,46-109-3955,191-468 3899,-116 283-7856,66-139-114</inkml:trace>
</inkml:ink>
</file>

<file path=ppt/ink/ink2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06.367"/>
    </inkml:context>
    <inkml:brush xml:id="br0">
      <inkml:brushProperty name="width" value="0.05" units="cm"/>
      <inkml:brushProperty name="height" value="0.05" units="cm"/>
      <inkml:brushProperty name="color" value="#E71224"/>
    </inkml:brush>
  </inkml:definitions>
  <inkml:trace contextRef="#ctx0" brushRef="#br0">1509 112 5400,'9'-9'1692,"-15"5"362,-7-6 1523,15 5-2939,-1 1 1,1-1 0,-1 1 0,0-1 0,-1 0 0,1 1 0,-1-1 0,0 0 0,0 1 0,-1-1 0,1 0 0,-1 1 0,0-1 0,0 0 0,-3-6-1,4 11-623,0 0-1,0-1 0,0 1 0,0 0 0,0-1 1,0 1-1,-1 0 0,1 0 0,0-1 0,0 1 1,0 0-1,0-1 0,0 1 0,-1 0 0,1 0 0,0-1 1,0 1-1,0 0 0,-1 0 0,1-1 0,0 1 1,0 0-1,-1 0 0,1 0 0,0 0 0,0-1 1,-1 1-1,1 0 0,0 0 0,-1 0 0,1 0 1,0 0-1,-1 0 0,1 0 0,-9 9 497,-11 31 425,11-20-543,-41 70 1180,-93 125 0,-82 71-608,43-57-663,-136 218-2370,17 13-3296,176-243 1010,56-65-2145,29-40-1927</inkml:trace>
</inkml:ink>
</file>

<file path=ppt/ink/ink2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07.703"/>
    </inkml:context>
    <inkml:brush xml:id="br0">
      <inkml:brushProperty name="width" value="0.05" units="cm"/>
      <inkml:brushProperty name="height" value="0.05" units="cm"/>
      <inkml:brushProperty name="color" value="#E71224"/>
    </inkml:brush>
  </inkml:definitions>
  <inkml:trace contextRef="#ctx0" brushRef="#br0">9 25 4684,'0'0'5532,"-8"-25"1463,12 28-6779,-1 0-1,1 0 1,0 0-1,-1 0 1,0 1 0,0-1-1,0 1 1,0 0 0,0 0-1,3 7 1,18 52 449,-8-20-120,49 101 553,5-4-1,7-4 1,119 161 0,-106-182-737,4-4 0,215 194-1,258 149-844,466 217-3913,-966-632 3609,121 64-1707,-149-85 120,50 17-1,-58-23-1779,-11-1-2057</inkml:trace>
</inkml:ink>
</file>

<file path=ppt/ink/ink2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08.751"/>
    </inkml:context>
    <inkml:brush xml:id="br0">
      <inkml:brushProperty name="width" value="0.05" units="cm"/>
      <inkml:brushProperty name="height" value="0.05" units="cm"/>
      <inkml:brushProperty name="color" value="#E71224"/>
    </inkml:brush>
  </inkml:definitions>
  <inkml:trace contextRef="#ctx0" brushRef="#br0">734 101 5444,'-22'-65'6226,"21"62"-4907,-1-11 840,-2-5 2267,-2 25-4203,0-1-1,-1 1 0,2 0 0,-1 1 1,1-1-1,0 1 0,0 0 0,-6 14 1,-2 7 213,-11 34 0,5-12-7,-160 321 764,-53-11-4543,106-174-5404,70-95-227</inkml:trace>
</inkml:ink>
</file>

<file path=ppt/ink/ink2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0.079"/>
    </inkml:context>
    <inkml:brush xml:id="br0">
      <inkml:brushProperty name="width" value="0.05" units="cm"/>
      <inkml:brushProperty name="height" value="0.05" units="cm"/>
      <inkml:brushProperty name="color" value="#E71224"/>
    </inkml:brush>
  </inkml:definitions>
  <inkml:trace contextRef="#ctx0" brushRef="#br0">0 129 4640,'23'-17'6968,"-23"14"-6558,0 0 0,0 1 0,1-1 0,-1 0 0,1 1 0,0-1 0,0 0 0,0 1 0,0-1 0,2-3 0,42-30 5293,-48 37-5557,-19 5 559,45-10 837,53-3-1383,136 4 1,-87 4-112,1825-34 151,-1895 32-216,0-1-200,-1 2 0,58 9 0,-79 1-707,-33-10 841,0 1-1,0-1 1,1 1 0,-1-1-1,0 1 1,0-1 0,0 1-1,0-1 1,0 1 0,0-1-1,0 1 1,0-1 0,0 1-1,0-1 1,0 1 0,0-1-1,-1 1 1,1-1 0,0 1-1,0-1 1,0 1 0,-1-1-1,1 1 1,0-1 0,-1 1-1,1-1 1,-1 1 0,-9 13-1684,-30 4-2736,19-10 1162,-7 7-4919</inkml:trace>
</inkml:ink>
</file>

<file path=ppt/ink/ink2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0.497"/>
    </inkml:context>
    <inkml:brush xml:id="br0">
      <inkml:brushProperty name="width" value="0.05" units="cm"/>
      <inkml:brushProperty name="height" value="0.05" units="cm"/>
      <inkml:brushProperty name="color" value="#E71224"/>
    </inkml:brush>
  </inkml:definitions>
  <inkml:trace contextRef="#ctx0" brushRef="#br0">131 31 4080,'-19'0'8984,"19"-3"-7589,0-6-1509,0-6 4937,-1 14-4728,1 1-1,0 0 1,0 0 0,-1 0-1,1-1 1,0 1-1,0 0 1,-1 0-1,1 0 1,0 0 0,-1-1-1,1 1 1,0 0-1,-1 0 1,1 0-1,0 0 1,-1 0 0,1 0-1,0 0 1,-1 0-1,1 0 1,0 0-1,-1 0 1,1 0 0,0 0-1,-1 0 1,1 0-1,0 0 1,-1 1-1,1-1 1,0 0 0,0 0-1,-1 0 1,1 0-1,0 1 1,0-1-1,-1 0 1,1 0 0,0 1-1,0-1 1,-1 0-1,1 1 1,-3 1 147,1 1 0,-1 0 0,1 0 0,0 0 0,-1 0-1,1 0 1,1 0 0,-1 0 0,0 0 0,1 1 0,0-1 0,-2 6 0,-9 49 1030,11-50-951,-6 44 867,1 65 0,2-22-754,1-48-573,-9 104-2199,-4-2-4272,9-81-455,3 2-4582</inkml:trace>
</inkml:ink>
</file>

<file path=ppt/ink/ink2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0.891"/>
    </inkml:context>
    <inkml:brush xml:id="br0">
      <inkml:brushProperty name="width" value="0.05" units="cm"/>
      <inkml:brushProperty name="height" value="0.05" units="cm"/>
      <inkml:brushProperty name="color" value="#E71224"/>
    </inkml:brush>
  </inkml:definitions>
  <inkml:trace contextRef="#ctx0" brushRef="#br0">5 0 7165,'-2'25'569,"1"-20"-394,1 0 0,-1 0 0,1 1 0,0-1 0,0 0 0,0 1 0,1-1 0,0 0-1,0 0 1,0 0 0,0 0 0,1 0 0,0 0 0,0 0 0,5 7 0,29 38 2490,26 44-76,-34-47-1903,56 107 851,-74-133-1373,-1 1 0,-1 1 0,-1-1 0,-1 1 0,3 30 0,-8-44-18,-1 1-1,-1-1 1,0 1 0,0-1 0,-1 0-1,0 0 1,-1 1 0,0-2 0,-5 14-1,-6 15 775,14-35-857,-1-1-1,0 1 1,0-1 0,0 0 0,-1 0 0,1 1 0,0-1 0,0 0 0,-1 0-1,1 0 1,-1 0 0,1 0 0,-4 1 0,1 0 517,3-11-490,0-1-1,0 0 1,1 0 0,0 0 0,0 1 0,1-1 0,1 0-1,0 0 1,0 1 0,1-1 0,0 1 0,1 0-1,0 0 1,0 0 0,7-11 0,13-18 56,55-69-1,-77 104-132,41-50 14,88-84-1,-106 115-640,1 1 0,1 1 1,1 1-1,0 2 0,53-25 1,-50 28-810,14-7-1120,-10 15-3332,-5 7-2243</inkml:trace>
</inkml:ink>
</file>

<file path=ppt/ink/ink2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1.331"/>
    </inkml:context>
    <inkml:brush xml:id="br0">
      <inkml:brushProperty name="width" value="0.05" units="cm"/>
      <inkml:brushProperty name="height" value="0.05" units="cm"/>
      <inkml:brushProperty name="color" value="#E71224"/>
    </inkml:brush>
  </inkml:definitions>
  <inkml:trace contextRef="#ctx0" brushRef="#br0">321 27 10785,'0'0'122,"1"0"1,0-1-1,-1 1 1,0-1-1,1 1 0,-1 0 1,1-1-1,-1 1 0,1-1 1,-1 1-1,0-1 1,1 1-1,-1-1 0,0 0 1,0 1-1,1-1 0,-1 1 1,0-1-1,0 0 1,0 1-1,0-1 0,0 1 1,0-1-1,0 0 0,0 1 1,0-1-1,0 1 1,0-1-1,0 0 0,0 1 1,0-1-1,-1 1 0,1-1 1,0 0-1,0 1 1,-1-1-1,1 1 0,0-1 1,-1 1-1,1-1 1,-1 1-1,1-1 0,0 1 1,-1 0-1,1-1 0,-1 1 1,1 0-1,-1-1 1,0 1-1,1 0 0,-1-1 1,1 1-1,-1 0 0,1 0 1,-1 0-1,0 0 1,0-1-1,-2 2 3,0-1-1,0 0 1,1 1 0,-1-1 0,0 1 0,1 0-1,-1-1 1,1 1 0,-1 1 0,1-1-1,0 0 1,-1 1 0,1-1 0,0 1-1,0-1 1,-3 4 0,-8 4 274,0 2-212,0 1-1,0 0 1,1 1-1,1 0 1,0 1-1,-14 22 1,-20 26 124,15-22-159,1 2 0,-24 50 1,51-89-110,5-1 38,1-1-78,0 1 0,1 0-1,-1-1 1,0 0-1,0 0 1,1 0 0,-1 0-1,0-1 1,1 0-1,-1 1 1,1-2 0,-1 1-1,0 0 1,1-1-1,5-1 1,11-4-8,40-17 0,-14 5-40,-3 4 69,83-16-1,-111 28 8,1 0 1,0 1-1,-1 1 1,1 0-1,0 1 1,0 1-1,-1 1 1,29 8-1,-25-2 3,1 1-1,-2 1 1,30 22-1,3 1 22,-47-31-53,0-1-1,0 0 1,1 0-1,-1-1 0,0 0 1,1 1-1,-1-2 1,1 1-1,-1-1 0,1 0 1,-1 0-1,0 0 1,1-1-1,-1 1 0,1-2 1,-1 1-1,8-3 1,11-5 51,-1-1 1,35-19-1,-39 19 49,41-19 797,-58 28-754,2 2-53,0-1-100,0 1 1,0-1-1,0 1 1,0 0-1,0 0 1,-1 1-1,1-1 1,0 1-1,-1 0 1,1 0-1,-1 0 0,6 5 1,13 16-2478,-15-14 1153,5 8-7510,-3-6 52</inkml:trace>
</inkml:ink>
</file>

<file path=ppt/ink/ink2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1.504"/>
    </inkml:context>
    <inkml:brush xml:id="br0">
      <inkml:brushProperty name="width" value="0.05" units="cm"/>
      <inkml:brushProperty name="height" value="0.05" units="cm"/>
      <inkml:brushProperty name="color" value="#E71224"/>
    </inkml:brush>
  </inkml:definitions>
  <inkml:trace contextRef="#ctx0" brushRef="#br0">10 46 6457,'-10'-14'2264,"20"-3"-1480,-4 2-296,10 27-764,0-4-408,-13 15-5365</inkml:trace>
</inkml:ink>
</file>

<file path=ppt/ink/ink2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1.928"/>
    </inkml:context>
    <inkml:brush xml:id="br0">
      <inkml:brushProperty name="width" value="0.05" units="cm"/>
      <inkml:brushProperty name="height" value="0.05" units="cm"/>
      <inkml:brushProperty name="color" value="#E71224"/>
    </inkml:brush>
  </inkml:definitions>
  <inkml:trace contextRef="#ctx0" brushRef="#br0">0 92 6021,'19'-18'1820,"-16"17"-1444,-1-1 1,0 0-1,0 1 0,1-1 1,-1 0-1,0 0 0,-1 0 1,1 0-1,0-1 0,-1 1 1,1-1-1,-1 1 1,0-1-1,1 1 0,-1-1 1,-1 1-1,1-1 0,0 0 1,0-3-1,1 3 10,1 0 0,0 1 1,-1-1-1,1 1 0,0 0 0,0 0 0,1 0 1,4-3-1,-7 5-193,2-2 1191,0 3-866,-1-1-447,1 1 1,-1-1-1,0 1 0,1-1 0,-1 1 1,0 0-1,0 0 0,0 0 0,0 1 1,0-1-1,0 0 0,0 1 0,0-1 0,0 1 1,2 3-1,-1 0 7,1 0 0,-1 0 0,-1 0 0,1 1 0,-1-1 0,2 7 0,3 12 80,-1 0 1,3 26-1,-9-48-153,0 0 0,0 0-1,1 0 1,-1-1 0,0 1 0,1 0-1,-1 0 1,1-1 0,0 1 0,0 0-1,-1-1 1,1 1 0,0 0 0,1-1-1,-1 1 1,0-1 0,0 0 0,1 1-1,-1-1 1,0 0 0,1 0 0,-1 0-1,1 0 1,0 0 0,-1 0 0,1 0 0,0-1-1,-1 1 1,1-1 0,0 1 0,0-1-1,3 1 1,3-1 1,1-1 1,-1 0-1,0 0 0,0-1 0,0 0 0,8-3 1,12-2 109,-2 3-129,1 1-1,-1 1 0,1 1 1,33 3-1,-37 0-55,-1-1 1,0-1 0,0-1-1,35-6 1,-44 4 102,0 0 0,0-1 0,0 0 1,-1-1-1,1-1 0,-1 0 0,0 0 0,20-16 0,-29 19 75,0 1 0,0-1 0,0 1 0,0 0 0,1 0 0,-1 0 0,1 0 0,-1 0 0,1 1 0,0 0 0,-1-1 0,1 1 0,0 1 0,0-1 0,0 1 0,0-1 0,0 1 0,0 0 0,0 0 0,0 1 0,-1-1 0,8 3 0,-10-2-114,1 1-1,0-1 1,-1 1-1,1-1 1,-1 1 0,1 0-1,-1 0 1,0-1-1,0 1 1,1 0 0,-2 0-1,1 1 1,1 1-1,-1-2-83,-1-1 29,0 1-1,0-1 1,1 0-1,-1 0 0,0 0 1,0 0-1,0 1 1,-1-1-1,1 0 0,0 0 1,0 0-1,-1 0 1,1 0-1,0 1 1,-1-1-1,1 0 0,-1 0 1,0 0-1,1 0 1,-2 1-1,-3 10-2233,26 1-2654,-12-12-1781,2-6-700</inkml:trace>
</inkml:ink>
</file>

<file path=ppt/ink/ink2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2.056"/>
    </inkml:context>
    <inkml:brush xml:id="br0">
      <inkml:brushProperty name="width" value="0.05" units="cm"/>
      <inkml:brushProperty name="height" value="0.05" units="cm"/>
      <inkml:brushProperty name="color" value="#E71224"/>
    </inkml:brush>
  </inkml:definitions>
  <inkml:trace contextRef="#ctx0" brushRef="#br0">0 124 5412,'0'-66'1329,"10"49"35,-1 5 2820,4-16-3216,6 34-2496,0-1-1920,-3 7-1849</inkml:trace>
</inkml:ink>
</file>

<file path=ppt/ink/ink2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2.499"/>
    </inkml:context>
    <inkml:brush xml:id="br0">
      <inkml:brushProperty name="width" value="0.05" units="cm"/>
      <inkml:brushProperty name="height" value="0.05" units="cm"/>
      <inkml:brushProperty name="color" value="#E71224"/>
    </inkml:brush>
  </inkml:definitions>
  <inkml:trace contextRef="#ctx0" brushRef="#br0">167 66 7601,'1'-7'826,"0"-1"1,0 0-1,1 1 1,0 0-1,1-1 0,6-12 6411,-28 28-6277,9-2-839,0 0-1,0 0 1,1 1 0,-1 0-1,2 1 1,-1 0 0,-8 11-1,-1-1 51,8-8-104,0 1 1,1 1-1,0-1 1,-9 17-1,17-26-60,0 1 0,-1-1 0,1 1 1,0-1-1,1 1 0,-1-1 0,0 1 0,1 0 0,-1-1 0,1 1 0,0 0 0,0 0 1,0-1-1,0 4 0,1-4-12,0-1-1,0 1 1,-1-1 0,1 1 0,0-1-1,0 1 1,0-1 0,1 0 0,-1 1 0,0-1-1,0 0 1,1 0 0,-1 0 0,1 0 0,-1 0-1,1 0 1,-1 0 0,1-1 0,-1 1-1,1 0 1,0-1 0,-1 0 0,1 1 0,3-1-1,4 2-6,-1-1 0,1 0 0,0-1 0,-1 0 0,1-1 1,0 1-1,-1-2 0,17-3 0,1-4 13,38-17 1,-46 17-12,0 2-1,0 0 1,1 1-1,22-5 1,-40 12 9,0 0 1,0-1 0,0 1-1,0 0 1,-1 0 0,1-1 0,0 1-1,-1 0 1,1 0 0,0 0-1,-1 0 1,1 0 0,-1 0-1,1 0 1,-1 0 0,0 0 0,1 0-1,-1 2 1,0-3 0,2 5 1,-1 1 0,1-1 0,-1 0 1,0 0-1,-1 1 0,0-1 0,1 0 1,-2 1-1,1-1 0,-1 0 0,0 6 1,-18 56 11,15-55-13,-139 342-160,128-322 274,-2-1 0,-1-1-1,-35 45 1,51-75-59,1-1 0,0 0 1,0 0-1,0 0 0,-1 0 0,1-1 0,0 1 0,0 0 1,1 0-1,-1-1 0,0 1 0,0 0 0,1-1 0,-1 1 1,0-3-1,1-1-8,0 1 0,1 0 0,-1 0 0,1 0 0,0 0 0,0 0 0,1 0 0,-1 1 0,1-1 0,0 0 0,3-4 0,27-40 133,-27 42-144,18-23-141,1 2-1,1 1 1,53-44 0,95-51-3905,-136 98 1166,2 2-1,42-17 0,3 5-5235</inkml:trace>
</inkml:ink>
</file>

<file path=ppt/ink/ink2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3.136"/>
    </inkml:context>
    <inkml:brush xml:id="br0">
      <inkml:brushProperty name="width" value="0.05" units="cm"/>
      <inkml:brushProperty name="height" value="0.05" units="cm"/>
      <inkml:brushProperty name="color" value="#E71224"/>
    </inkml:brush>
  </inkml:definitions>
  <inkml:trace contextRef="#ctx0" brushRef="#br0">5 342 11581,'-1'-3'490,"0"0"0,0 0-1,1 0 1,-1 0 0,1 0 0,0 0 0,0 0-1,0 0 1,0 0 0,0 0 0,1 0 0,0 0-1,-1 0 1,3-6 0,-1 6-212,0-1 1,0 1-1,0-1 1,1 1-1,-1 0 0,1 0 1,0 0-1,0 0 1,0 1-1,4-4 0,5-1 39,1-1 0,1 2 0,-1-1 0,1 2 0,17-5 0,240-54 1773,5 22-1286,527-39-1578,-708 69-114,7 0-1118,-32 14-2542,-69-2 4412,15 3-2173,-24 2-3120,-8-1-2283</inkml:trace>
</inkml:ink>
</file>

<file path=ppt/ink/ink2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3.308"/>
    </inkml:context>
    <inkml:brush xml:id="br0">
      <inkml:brushProperty name="width" value="0.05" units="cm"/>
      <inkml:brushProperty name="height" value="0.05" units="cm"/>
      <inkml:brushProperty name="color" value="#E71224"/>
    </inkml:brush>
  </inkml:definitions>
  <inkml:trace contextRef="#ctx0" brushRef="#br0">340 3 10989,'0'0'89,"0"0"1,0 0-1,0 0 1,0 0-1,0 0 1,-1 0-1,1 0 0,0 0 1,0 0-1,0 0 1,0 0-1,0 0 0,0 0 1,-1 0-1,1 0 1,0 0-1,0 0 1,0 0-1,0 0 0,0 0 1,-1 0-1,1 0 1,0 0-1,0 0 0,0 0 1,0 0-1,0 0 1,-1 1 89,1-1-90,0 0 0,0 0 1,0 0-1,0 0 1,0 0-1,0 0 1,0 1-1,0-1 0,0 0 1,0 0-1,0 0 1,0 0-1,0 0 0,0 0 1,0 1-1,0-1 1,0 0-1,0 0 1,-1 0 48,1-1 0,-1 1 0,1-1 0,-1 1 0,0-1 1,1 1-1,-1 0 0,1-1 0,-1 1 0,0 0 0,1 0 1,-1-1-1,0 1 0,1 0 0,-1 0 0,0 0 0,1 0 1,-1 0-1,0 0 0,1 0 0,-1 0 0,0 0 0,1 0 1,-1 0-1,0 0 0,1 1 0,-1-1 0,0 0 0,1 0 1,-1 1-1,0-1 0,1 0 0,-1 1 0,1-1 0,-2 1 1,-5 10 778,0 1 0,1-1 0,0 1 1,1 0-1,0 0 0,-4 15 1,-3 10 279,-68 163 1903,5-14-4060,8 4-6714,48-123 375,6 8-4847</inkml:trace>
</inkml:ink>
</file>

<file path=ppt/ink/ink2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3.806"/>
    </inkml:context>
    <inkml:brush xml:id="br0">
      <inkml:brushProperty name="width" value="0.05" units="cm"/>
      <inkml:brushProperty name="height" value="0.05" units="cm"/>
      <inkml:brushProperty name="color" value="#E71224"/>
    </inkml:brush>
  </inkml:definitions>
  <inkml:trace contextRef="#ctx0" brushRef="#br0">94 196 10117,'152'-63'4477,"18"-15"1710,-169 77-6132,0-1 0,0 1-1,0 0 1,0 0 0,0-1 0,0 1-1,-1-1 1,1 1 0,0-1 0,-1 1-1,1-1 1,-1 1 0,1-1 0,-1 0-1,0 1 1,0-1 0,0 0 0,0 1-1,0-3 1,-1 3-11,0-1 0,-1 0-1,1 1 1,-1-1 0,1 0 0,-1 1-1,1 0 1,-1-1 0,0 1 0,0 0-1,0 0 1,0 0 0,0 0 0,0 0-1,0 1 1,0-1 0,0 0 0,0 1-1,0 0 1,0-1 0,-5 1 0,-46 1 608,32 4-355,-1 1-1,1 0 1,1 2 0,-1 1 0,1 0-1,1 1 1,0 1 0,-31 24 0,39-27-197,1 1-1,0-1 1,1 2 0,-1-1 0,2 2-1,-1-1 1,2 1 0,-1 0 0,2 1 0,-11 20-1,15-26-75,0 0-1,0 0 0,1 0 0,-1 0 1,1 0-1,1 0 0,-1 0 0,1 0 1,0 1-1,0-1 0,1 0 0,0 0 1,0 0-1,0 0 0,1 0 0,0 0 1,0 0-1,0-1 0,1 1 0,0-1 1,0 1-1,1-1 0,-1 0 0,1 0 1,5 5-1,2 0-55,-1-2 1,1 1 0,1-1-1,-1-1 1,1 0-1,0-1 1,1 0 0,0-1-1,20 6 1,9 0-467,74 9 0,-91-18 379,-1 0-1,1-2 0,0 0 0,-1-2 0,43-8 0,-51 6 98,1 0 0,-1-1-1,0-1 1,-1 0-1,1-1 1,-1-1 0,-1-1-1,1 0 1,14-12 0,-10 5 103,2-1 364,-1-2-1,32-35 0,-49 50-414,0 0 0,0-1 0,1 2 0,-1-1 0,1 0 0,0 1 0,0 0 0,0 0-1,1 0 1,-1 0 0,1 1 0,-1-1 0,1 1 0,0 0 0,0 1 0,0-1 0,0 1-1,0 0 1,1 1 0,-1-1 0,0 1 0,0 0 0,0 0 0,1 0 0,-1 1-1,0 0 1,7 1 0,-5 1-22,1-1 0,0 1 0,-1 0-1,1 0 1,-1 1 0,0 0 0,0 0 0,0 1 0,-1 0-1,1 0 1,-1 1 0,-1-1 0,11 13 0,-9-7 11,0 0 1,-1 0-1,0 0 1,-1 1 0,-1-1-1,5 18 1,-7-22-16,0 0 0,-1 0 0,0 1 0,0-1 0,-1 0 0,0 0 0,0 1 0,-1-1 0,0 0-1,0 1 1,-1-1 0,0 0 0,-5 13 0,-1-7 6,0 1 0,0-2 0,-2 1 0,1-1 0,-2 0 0,1-1 0,-2 0 0,-13 10 0,-104 67-1886,123-84 1672,-54 25-5444</inkml:trace>
</inkml:ink>
</file>

<file path=ppt/ink/ink2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3.997"/>
    </inkml:context>
    <inkml:brush xml:id="br0">
      <inkml:brushProperty name="width" value="0.05" units="cm"/>
      <inkml:brushProperty name="height" value="0.05" units="cm"/>
      <inkml:brushProperty name="color" value="#E71224"/>
    </inkml:brush>
  </inkml:definitions>
  <inkml:trace contextRef="#ctx0" brushRef="#br0">259 0 10917,'-42'26'2705,"36"-23"-2090,-1 1 1,1 0 0,-1 0-1,1 0 1,0 0-1,1 1 1,-9 9-1,-2 7 437,2 0 0,0 1 0,2 1 0,0 0 0,2 1 0,0 0 0,1 0 0,-7 40 0,-1 24 204,-6 98 0,21-161-1071,-1 11-880,1 0-1,5 57 1,0-73-655,0 0-1,7 22 1,-6-29-1043,1 0 0,0-1 0,13 24 0,12 5-9625</inkml:trace>
</inkml:ink>
</file>

<file path=ppt/ink/ink2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4.147"/>
    </inkml:context>
    <inkml:brush xml:id="br0">
      <inkml:brushProperty name="width" value="0.05" units="cm"/>
      <inkml:brushProperty name="height" value="0.05" units="cm"/>
      <inkml:brushProperty name="color" value="#E71224"/>
    </inkml:brush>
  </inkml:definitions>
  <inkml:trace contextRef="#ctx0" brushRef="#br0">140 183 12397,'-92'-46'2764,"54"29"305,28 14 1623,10-17-2976,0 0-372,29 9-280,25-9-519,13 11-1158,18-2-851,11-9 0,8 14-5604,7 6-6930</inkml:trace>
</inkml:ink>
</file>

<file path=ppt/ink/ink2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14.296"/>
    </inkml:context>
    <inkml:brush xml:id="br0">
      <inkml:brushProperty name="width" value="0.05" units="cm"/>
      <inkml:brushProperty name="height" value="0.05" units="cm"/>
      <inkml:brushProperty name="color" value="#E71224"/>
    </inkml:brush>
  </inkml:definitions>
  <inkml:trace contextRef="#ctx0" brushRef="#br0">3 152 12477,'-3'-31'2548,"16"8"-507,-4 0 863,-2 6-1920,2 0-388,1 8-408,3 1-656,-7-4-972,7 1-1064</inkml:trace>
</inkml:ink>
</file>

<file path=ppt/ink/ink2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2.689"/>
    </inkml:context>
    <inkml:brush xml:id="br0">
      <inkml:brushProperty name="width" value="0.035" units="cm"/>
      <inkml:brushProperty name="height" value="0.035" units="cm"/>
    </inkml:brush>
  </inkml:definitions>
  <inkml:trace contextRef="#ctx0" brushRef="#br0">61 75 8149,'0'0'109,"0"-1"0,1 1 1,-1-1-1,0 1 0,0 0 1,0-1-1,1 1 1,-1-1-1,0 1 0,0-1 1,0 1-1,0 0 0,0-1 1,0 1-1,0-1 0,0 1 1,0-1-1,0 1 0,0-1 1,0 1-1,0-1 0,0 1 1,0 0-1,-1-1 0,1 1 1,0-1-1,0 1 1,0 0-1,-1-1 0,1 1 1,0-1-1,-1 1 0,1 0 1,0-1-1,-1 1 0,1 0 1,0 0-1,-1-1 0,0 1 1,-19-6 2796,15 5 1777,6-1-4478,-1 0 1,0 1 0,0-1-1,0 0 1,0 0 0,0 0-1,0 0 1,0 0 0,-1 1-1,1-1 1,-1 0-1,1 0 1,-1 1 0,0-1-1,1 0 1,-1 1 0,0-1-1,0 0 1,0 1 0,0-1-1,-1 1 1,1 0-1,0-1 1,-1 1 0,1 0-1,-1 0 1,1 0 0,-1 0-1,1 0 1,-1 0 0,0 0-1,-5-1 5704,9 5-5747,5 12-158,-3-7-4,-1 1 0,1-1 0,-1 1 0,3 16 0,43 271 0,-21-106 0,-13-68 0,0 10 0,-10-77 0,20 92 0,-25-144-174,1 0 0,0 0 0,0 0-1,0 0 1,0-1 0,0 1 0,1 0 0,-1-1 0,1 1-1,0-1 1,0 0 0,0 1 0,0-1 0,0 0 0,0 0-1,4 3 1,-4-5-10,-1 1 0,0-1 0,1 1 0,-1-1 0,1 0 0,-1 0 0,1 1 0,-1-1 0,1 0 0,-1 0 0,1 0-1,-1-1 1,0 1 0,1 0 0,-1-1 0,1 1 0,-1 0 0,0-1 0,1 0 0,-1 1 0,0-1 0,1 0 0,-1 1 0,0-1 0,0 0 0,0 0-1,0 0 1,0 0 0,0 0 0,1-2 0,16-22-7679,4-3-5390</inkml:trace>
</inkml:ink>
</file>

<file path=ppt/ink/ink2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3.092"/>
    </inkml:context>
    <inkml:brush xml:id="br0">
      <inkml:brushProperty name="width" value="0.035" units="cm"/>
      <inkml:brushProperty name="height" value="0.035" units="cm"/>
    </inkml:brush>
  </inkml:definitions>
  <inkml:trace contextRef="#ctx0" brushRef="#br0">127 55 10205,'-3'-3'355,"-1"0"1,0 0-1,0 1 1,-1 0-1,1 0 1,0 0-1,-1 0 1,1 0-1,-1 1 1,0 0-1,1 0 1,-10 0-1,10 0 409,-1-1-1,0 1 1,1-1-1,-1 1 1,1-2-1,-1 1 1,-7-5 0,-6-3 2572,27 25-1413,6 2-1533,1-2-1,0 0 0,1-1 1,21 14-1,2 2-53,86 66 293,70 56-126,-163-122-435,0 1-1,-3 1 1,42 55-1,-62-72-56,-1 0-1,0 0 0,-1 0 0,-1 1 0,0 0 0,-1 1 0,7 29 1,-11-33-6,0-1 0,-1 1 0,-1 0 0,0-1 0,0 1 0,-1 0 0,-1-1 0,0 1 0,-1-1 0,0 0 0,-8 18 0,-1-4 8,-1-1 0,-1 0 1,-1-2-1,-1 1 1,-1-2-1,-21 21 0,-128 114-105,94-92-67,44-39 57,-23 19-840,2 2-1,2 3 1,-41 57 0,85-104 687,1 1 1,-1-1-1,1 1 1,0 0-1,0 0 1,1 0-1,-1 0 1,1 0 0,0 0-1,-1 6 1,2-8 47,0-1 0,0 1 0,1 0 0,-1 0 0,0-1 1,1 1-1,-1 0 0,1-1 0,-1 1 0,1-1 0,0 1 0,0-1 1,-1 1-1,1-1 0,0 1 0,0-1 0,1 0 0,-1 0 1,0 1-1,0-1 0,1 0 0,-1 0 0,0 0 0,1 0 0,-1-1 1,1 1-1,2 1 0,32 4-5358,20-4-3287</inkml:trace>
</inkml:ink>
</file>

<file path=ppt/ink/ink2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3.451"/>
    </inkml:context>
    <inkml:brush xml:id="br0">
      <inkml:brushProperty name="width" value="0.035" units="cm"/>
      <inkml:brushProperty name="height" value="0.035" units="cm"/>
    </inkml:brush>
  </inkml:definitions>
  <inkml:trace contextRef="#ctx0" brushRef="#br0">667 90 10117,'1'-3'470,"-1"0"0,1 0 1,-1 0-1,1 0 0,-1 0 0,0 0 1,0 0-1,-1 0 0,1 0 0,-1 0 0,1 0 1,-1 0-1,0 0 0,0 0 0,0 0 1,0 0-1,-1 1 0,1-1 0,-1 0 1,0 1-1,0 0 0,0-1 0,0 1 0,-3-4 1,1 4-197,1 0 0,0 0 0,-1 1 1,1-1-1,-1 1 0,0 0 0,1 0 0,-1 0 1,0 0-1,0 0 0,1 1 0,-1 0 1,0 0-1,0 0 0,0 0 0,0 1 1,1-1-1,-6 2 0,-7 3 11,0-1-1,-28 15 0,41-18-178,-55 27 164,0 3 0,2 2 0,2 2 0,1 3 0,-79 73 0,117-97-249,8-8-8,0 0 0,0 1 0,0 0-1,0 1 1,1-1 0,1 1 0,-1 0 0,-6 14 0,11-19 5,16-5-10,1 1-1,-1-2 1,0 0-1,0 0 1,0-2-1,-1 0 0,1 0 1,16-10-1,8-2 22,-37 15-27,1 1-1,-1 0 0,1 1 1,-1-1-1,1 0 0,-1 1 1,1-1-1,0 1 0,-1 0 0,1 0 1,-1 0-1,1 0 0,0 0 1,-1 1-1,1-1 0,-1 1 1,1 0-1,-1-1 0,5 4 0,-3-2-6,0 1-1,0 0 0,0 1 0,-1-1 1,1 1-1,-1 0 0,0 0 1,0 0-1,3 7 0,3 2-561,-1-1-1,2 0 1,0 0-1,0-1 1,1-1-1,1 0 1,17 13-1,52 27-10890,-49-32 558</inkml:trace>
</inkml:ink>
</file>

<file path=ppt/ink/ink2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3.670"/>
    </inkml:context>
    <inkml:brush xml:id="br0">
      <inkml:brushProperty name="width" value="0.035" units="cm"/>
      <inkml:brushProperty name="height" value="0.035" units="cm"/>
    </inkml:brush>
  </inkml:definitions>
  <inkml:trace contextRef="#ctx0" brushRef="#br0">49 6 13053,'5'-5'1719,"-6"7"-159,-12 21 1676,8 6-1596,0 1 0,2 0-1,1 33 1,0-6-352,-8 80 560,-2 21-1108,12 2-3751,2-115 885,5 52-10106,-3-78 2582</inkml:trace>
</inkml:ink>
</file>

<file path=ppt/ink/ink2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4.245"/>
    </inkml:context>
    <inkml:brush xml:id="br0">
      <inkml:brushProperty name="width" value="0.035" units="cm"/>
      <inkml:brushProperty name="height" value="0.035" units="cm"/>
    </inkml:brush>
  </inkml:definitions>
  <inkml:trace contextRef="#ctx0" brushRef="#br0">10 106 10361,'-10'-11'5688,"12"12"-4276,2 2-1169,0 0-1,0 0 1,1-1-1,-1 0 1,0 0-1,1 0 1,-1 0 0,1-1-1,0 0 1,0 0-1,7 1 1,64 1 262,-39-3-89,85 1 245,187-22 0,-272 14-601,-1-1 0,0-1 0,37-16 0,-36 7 92,-34 17-158,-7 2 7,0 0 1,0 1 1,0-1-1,0 1 0,1 0 1,-1 0-1,1 1 0,-5 2 1,3-1-1,-4 3-9,-1 1 1,2 1 0,-1 0-1,1 0 1,1 0 0,0 1-1,-11 19 1,-9 12-13,17-23 5,12 15-15,-1-28 22,0-4 8,0 0-1,-1-1 0,1 1 0,0-1 1,0 0-1,0 1 0,0-1 0,0 0 1,0 0-1,0 1 0,0-1 0,0 0 1,0 0-1,0 0 0,0 0 0,0 0 1,-1 0-1,3-1 0,-3 1 1,65 0 203,-45 0-68,40 2 0,-54-1-109,0 0 1,0 0-1,0 1 1,0 0-1,0 0 1,-1 1-1,1-1 1,0 1-1,-1 0 0,8 6 1,0 2-12,0-1 0,1 0-1,1-1 1,19 10 0,-30-17-14,0-1 1,1 1-1,-1-1 1,0 0-1,1 0 1,-1 0-1,1 0 1,0-1-1,-1 0 1,1 0-1,-1 0 1,1-1-1,-1 1 0,1-1 1,-1 0-1,1-1 1,-1 1-1,1-1 1,-1 1-1,0-1 1,4-3-1,9-6 259,-1 0-1,0-2 0,26-26 1,-37 34-55,0 0 1,-1 0-1,1-1 1,-1 0-1,0 0 1,-1 0-1,1 0 1,-1-1-1,-1 1 1,1-1-1,2-12 1,-5 18-195,2-18 227,2 0 0,0 1 0,1-1 0,0 1 0,2 0 0,0 0 1,14-24-1,-15 40-163,-1 2-68,0 1 0,0 0-1,0 0 1,0 0-1,0 1 1,0 0-1,0 0 1,0 0 0,-1 0-1,1 1 1,-1 0-1,0 0 1,0 0-1,0 0 1,0 1 0,0 0-1,-1 0 1,4 5-1,-2-1 8,0 0 0,0 1-1,-1 0 1,0 0 0,-1 0-1,0 0 1,-1 0-1,0 1 1,0-1 0,-1 1-1,0 0 1,0-1 0,-1 1-1,-1 0 1,0-1 0,0 1-1,-1-1 1,0 1-1,0-1 1,-5 11 0,0-2 2,0 0 0,-2 0-1,0-1 1,-1 0 0,0 0 0,-2-1 0,0-1 0,-26 27 0,-22 17-1028,26-20-2949,32-36 1308</inkml:trace>
</inkml:ink>
</file>

<file path=ppt/ink/ink2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4.714"/>
    </inkml:context>
    <inkml:brush xml:id="br0">
      <inkml:brushProperty name="width" value="0.035" units="cm"/>
      <inkml:brushProperty name="height" value="0.035" units="cm"/>
    </inkml:brush>
  </inkml:definitions>
  <inkml:trace contextRef="#ctx0" brushRef="#br0">57 406 7961,'5'0'1958,"47"-3"1727,62-12 1,-48 5-1960,-64 10-1650,0 0 0,-1 0 0,1-1 0,-1 1 1,1 0-1,-1-1 0,1 1 0,-1-1 0,1 1 1,-1-1-1,1 0 0,-1 1 0,1-1 0,-1 0 0,0 0 1,0 0-1,0 0 0,1 0 0,0-2 0,-1 2-16,-1 0 0,0 0 0,0 0-1,1 0 1,-1 0 0,0 0 0,0 0-1,0-1 1,0 1 0,0 0 0,-1 0-1,1 0 1,0 0 0,0 0 0,-1 0-1,1 0 1,0 1 0,-1-1 0,1 0-1,-1 0 1,-1-2 0,0 0 71,-1-1 0,0 1 0,0-1 0,-1 1 0,1 0 0,0 1 0,-1-1 0,0 0 0,0 1 0,0 0 0,-6-3-1,3 4 38,0 0 0,0 0 0,-1 0 0,1 1-1,0 0 1,0 1 0,0 0 0,0 0 0,0 0-1,0 1 1,0 0 0,0 0 0,-9 5 0,5-2 12,0 0 1,0 1 0,1 1 0,0 0-1,0 0 1,0 1 0,-8 9-1,10-9-65,1 0 0,0 1 0,0 0 0,1 0-1,0 1 1,1 0 0,0 0 0,0 0-1,1 1 1,1-1 0,0 1 0,-3 17 0,5-22-89,1 1 0,0-1 0,0 0 0,1 1 0,0-1 1,0 1-1,0-1 0,1 0 0,0 0 0,0 0 0,0 0 1,1 0-1,0 0 0,0-1 0,1 1 0,-1-1 0,1 0 1,0 0-1,1 0 0,-1-1 0,1 0 0,0 0 1,6 5-1,-3-4-97,1 0 0,-1-1 0,1 0 0,-1-1 0,1 1 1,0-2-1,1 1 0,-1-1 0,0-1 0,1 1 0,-1-2 0,17 0 1,0-1-353,-1-2 1,1 0 0,45-14-1,-49 11 280,-1-1-1,1-1 1,-1-2-1,-1 0 1,0 0-1,0-2 0,-1-1 1,20-17-1,-13 5 69,-1-1 0,-1-1 0,-1-1 0,-2-2 0,22-37 0,-16 17 717,-2-1 0,28-86 0,-12 22 1768,-36 106-1527,-3 20-212,-4 36 240,1-29-580,-43 419-76,33-328-4483,6-53-1487,4-51 1766,1 12-11550</inkml:trace>
</inkml:ink>
</file>

<file path=ppt/ink/ink2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4.852"/>
    </inkml:context>
    <inkml:brush xml:id="br0">
      <inkml:brushProperty name="width" value="0.035" units="cm"/>
      <inkml:brushProperty name="height" value="0.035" units="cm"/>
    </inkml:brush>
  </inkml:definitions>
  <inkml:trace contextRef="#ctx0" brushRef="#br0">42 114 13381,'-42'-28'2384,"55"19"-39,6 3-481,10 1-336,22-4-312,-1 3-224,11-5-204,2 5-400,7 1-600,3-1-268,0-3-608,3 4-828,1 2-532,-4 0-3141,3 0-4580</inkml:trace>
</inkml:ink>
</file>

<file path=ppt/ink/ink2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5.816"/>
    </inkml:context>
    <inkml:brush xml:id="br0">
      <inkml:brushProperty name="width" value="0.035" units="cm"/>
      <inkml:brushProperty name="height" value="0.035" units="cm"/>
    </inkml:brush>
  </inkml:definitions>
  <inkml:trace contextRef="#ctx0" brushRef="#br0">261 38 11997,'-1'-4'2230,"-10"-27"1818,10 29-863,-5 19-563,4-3-2217,1 0 0,1 0 1,0 0-1,1 0 0,0 0 0,1 0 0,1 0 0,5 18 0,2 14 269,1 26 69,-3 1 1,-4 0-1,-8 134 1,-9-84-507,-41 176 1,-68 316-5126,57-267-3009,46-241 1717,10-11-3722</inkml:trace>
</inkml:ink>
</file>

<file path=ppt/ink/ink2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6.348"/>
    </inkml:context>
    <inkml:brush xml:id="br0">
      <inkml:brushProperty name="width" value="0.035" units="cm"/>
      <inkml:brushProperty name="height" value="0.035" units="cm"/>
    </inkml:brush>
  </inkml:definitions>
  <inkml:trace contextRef="#ctx0" brushRef="#br0">150 1 5364,'-8'1'160,"-13"4"1076,-1-1 0,0-2 0,-44 1 0,55-3 5106,26 1-2950,-1 1-4580,131 11 2061,213 16-137,964 17-186,10-41-502,194 3-22,1149 15 49,-2345-12-246,-279-9 152,-39-1 14,0-2-2,1 2 1,0 0-1,-1 0 1,1 1 0,-1 0-1,1 1 1,-1 1-1,21 9 1,-11-4-216,-22-6 129,0-1 0,0 0 0,-1 0 0,1 0 0,0 1 0,-1-1 1,0 0-1,1 0 0,-1 0 0,0 0 0,0 0 0,0 0 0,0 0 1,-1 0-1,1 0 0,0-1 0,-1 1 0,1 0 0,-1-1 0,0 1 1,1-1-1,-4 2 0,-3 4-589,6-5-667</inkml:trace>
</inkml:ink>
</file>

<file path=ppt/ink/ink2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7.330"/>
    </inkml:context>
    <inkml:brush xml:id="br0">
      <inkml:brushProperty name="width" value="0.035" units="cm"/>
      <inkml:brushProperty name="height" value="0.035" units="cm"/>
    </inkml:brush>
  </inkml:definitions>
  <inkml:trace contextRef="#ctx0" brushRef="#br0">1 377 6745,'1'0'80,"-1"1"1,1-1-1,-1 0 1,1 0-1,0 1 0,-1-1 1,1 1-1,-1-1 1,1 0-1,-1 1 1,1-1-1,-1 1 1,1-1-1,-1 1 1,1-1-1,-1 1 1,0-1-1,1 1 1,-1 0-1,0-1 1,1 1-1,-1 0 1,0-1-1,0 1 1,0 0-1,0-1 0,1 1 1,-1 0-1,0-1 1,0 1-1,0 0 1,-1-1-1,1 1 1,0 0-1,0-1 1,-1 2-1,20 6 2918,-1-3-2300,0-1-1,0-1 1,0-1 0,1 0-1,30-2 1,-15 1-220,816-22 2572,-596 10-2753,542-26 114,232-8-196,574-18-161,-67-32 184,-1360 81-150,384-26 136,-75 31-222,-469 10-87,44-1-285,-55 0 170,0-1 1,0 1-1,-1-1 0,1 0 0,0 0 0,-1 0 0,1 0 1,-1-1-1,1 1 0,-1-1 0,1 0 0,2-2 0,-5 3 100,-1 1 0,1-1-1,-1 0 1,0 1 0,1-1-1,-1 1 1,0-1 0,1 1-1,-1-1 1,0 0 0,0 1-1,1-1 1,-1 0 0,0 1-1,0-1 1,0 0 0,0 1-1,0-1 1,0 0 0,0 1-1,0-1 1,0 0 0,-1 1-1,1-1 1,0 0 0,0 1-1,0-1 1,-1 1 0,1-1-1,0 0 1,-1 1 0,1-1-1,-1 1 1,0-1 0,-19-21-3668,14 17 2279,-18-18-5669</inkml:trace>
</inkml:ink>
</file>

<file path=ppt/ink/ink2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7.924"/>
    </inkml:context>
    <inkml:brush xml:id="br0">
      <inkml:brushProperty name="width" value="0.035" units="cm"/>
      <inkml:brushProperty name="height" value="0.035" units="cm"/>
    </inkml:brush>
  </inkml:definitions>
  <inkml:trace contextRef="#ctx0" brushRef="#br0">235 295 6185,'2'-5'708,"1"0"0,-1 0 1,-1-1-1,1 1 0,-1 0 1,1-8-1,-2 9-513,1 1 1,-1-1-1,1 1 0,0-1 0,0 1 0,0-1 0,0 1 0,0 0 1,1 0-1,0-1 0,0 1 0,0 0 0,0 0 0,0 1 1,0-1-1,1 0 0,3-2 0,14-9 376,0 1 0,1 1 0,24-11 0,29-12 900,-72 33-1036,-35-10 1374,31 11-1726,0 0 0,0 1 0,0-1 1,0 0-1,0 0 0,0 0 1,0-1-1,1 1 0,-1 0 0,0-1 1,1 1-1,-1-1 0,1 1 1,0-1-1,-1 0 0,1 0 1,0 1-1,0-1 0,0 0 0,1 0 1,-1 0-1,0 0 0,1 0 1,-1 0-1,1 0 0,-1-4 0,1 3 291,0-17 496,1 8 201,-2 37-254,-28 238 2473,-24 104-475,-33-1-2150,25-116-869,-14 119-3283,31-121-3681,24-133 917,-3 17-6460</inkml:trace>
</inkml:ink>
</file>

<file path=ppt/ink/ink2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39.107"/>
    </inkml:context>
    <inkml:brush xml:id="br0">
      <inkml:brushProperty name="width" value="0.035" units="cm"/>
      <inkml:brushProperty name="height" value="0.035" units="cm"/>
    </inkml:brush>
  </inkml:definitions>
  <inkml:trace contextRef="#ctx0" brushRef="#br0">2737 142 3996,'39'-14'1360,"-38"13"-1284,-1 1-1,1-1 1,-1 1 0,1-1 0,-1 1 0,0-1-1,1 0 1,-1 1 0,0-1 0,1 1 0,-1-1-1,0 0 1,0 1 0,0-1 0,0 0 0,1 1 0,-1-1-1,0 0 1,0 1 0,0-1 0,0 0 0,0 1-1,-1-1 1,1 0 0,0 1 0,0-1 0,0 0-1,-1 1 1,1-1 0,0 1 0,0-1 0,-1 0-1,1 1 1,-1-1 0,0 0 0,-1-11 1939,-13-14 1100,9-1-735,5 24-2161,1 1 0,0 0 0,0-1 1,-1 1-1,0 0 0,1 0 0,-1-1 0,0 1 1,-2-4-1,2 5-125,-1 0 0,1-1 0,-1 1 1,0 0-1,1 0 0,-1 0 0,0 0 0,0 1 0,1-1 1,-1 0-1,0 1 0,0-1 0,0 1 0,0 0 0,0-1 1,0 1-1,0 0 0,0 0 0,0 0 0,0 1 0,0-1 1,1 0-1,-1 1 0,0-1 0,0 1 0,0 0 0,0-1 0,-2 3 1,-8 1 170,1 2 0,0-1 0,-14 11 0,-16 15 744,2 1-1,-45 50 1,30-29-313,-517 570 2124,375-396-2417,-524 554 209,33-28-3042,591-640 1464,-35 44-2462,118-141 1096,22-28 826,23-28-413,35-50-4787,-29 34-158</inkml:trace>
</inkml:ink>
</file>

<file path=ppt/ink/ink2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40.638"/>
    </inkml:context>
    <inkml:brush xml:id="br0">
      <inkml:brushProperty name="width" value="0.035" units="cm"/>
      <inkml:brushProperty name="height" value="0.035" units="cm"/>
    </inkml:brush>
  </inkml:definitions>
  <inkml:trace contextRef="#ctx0" brushRef="#br0">0 0 4152,'14'16'3066,"2"13"8914,-7-11-8092,2-1-6336,7 7 2725,1-1 1,2-1-1,0-1 0,2 0 1,0-2-1,40 26 0,167 87 282,-207-120-511,1134 524 750,34-67-630,-1060-418-124,518 193-113,568 225-209,-36 86-74,-743-289 261,-248-147 66,-173-108 25,10 6 4,45 21 1,-65-34 0,1-1 0,-1 0 1,0-1-1,1 0 1,0 0-1,0-1 0,-1 0 1,1 0-1,0-1 0,0 0 1,14-2-1,5-5-64,1-2 0,-1-2 0,-1 0 0,0-2 0,48-31 0,35-18-2353,-49 29-895,-23 3-4180,-25 14 577</inkml:trace>
</inkml:ink>
</file>

<file path=ppt/ink/ink2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41.933"/>
    </inkml:context>
    <inkml:brush xml:id="br0">
      <inkml:brushProperty name="width" value="0.035" units="cm"/>
      <inkml:brushProperty name="height" value="0.035" units="cm"/>
    </inkml:brush>
  </inkml:definitions>
  <inkml:trace contextRef="#ctx0" brushRef="#br0">1311 3 5200,'9'-3'8897,"-9"9"-5272,-15 20-4385,1-2 1377,2-4-541,-1 1 0,-1-2 0,0 0 0,-2-1 0,0 0 0,-1-1 0,0-1 0,-2 0 0,0-2 0,-28 17 0,-27 12-22,-121 50 0,164-80-12,-336 164-439,285-132-1608,3 4-1,-99 80 1,161-114-509,-26 27-1,22-15-1624</inkml:trace>
</inkml:ink>
</file>

<file path=ppt/ink/ink2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4:42.779"/>
    </inkml:context>
    <inkml:brush xml:id="br0">
      <inkml:brushProperty name="width" value="0.035" units="cm"/>
      <inkml:brushProperty name="height" value="0.035" units="cm"/>
    </inkml:brush>
  </inkml:definitions>
  <inkml:trace contextRef="#ctx0" brushRef="#br0">1544 12 5781,'-2'-2'247,"-1"1"0,1-1 1,-1 1-1,1 0 0,0 0 1,-1 0-1,0 0 1,1 1-1,-1-1 0,0 1 1,1-1-1,-1 1 1,0 0-1,1 0 0,-1 0 1,0 1-1,1-1 0,-1 1 1,0-1-1,1 1 1,-1 0-1,1 0 0,-1 0 1,1 0-1,0 0 1,-1 1-1,1-1 0,0 1 1,0-1-1,0 1 1,0 0-1,-3 3 0,-5 7 102,0 1 0,0 0 0,1 0 1,-10 22-1,5-10 428,-103 189 1379,27-49-1443,-221 356 185,-47-30-1880,315-444 216,-96 84 0,108-105 128,-1-1-1,-41 23 0,54-37-146,0-2 1,0 0-1,-1-1 1,-38 10-1,30-14-2799,-2-7-1729</inkml:trace>
</inkml:ink>
</file>

<file path=ppt/ink/ink2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2.433"/>
    </inkml:context>
    <inkml:brush xml:id="br0">
      <inkml:brushProperty name="width" value="0.035" units="cm"/>
      <inkml:brushProperty name="height" value="0.035" units="cm"/>
    </inkml:brush>
  </inkml:definitions>
  <inkml:trace contextRef="#ctx0" brushRef="#br0">73 1 9621,'-34'24'1690,"27"-20"-24,6-3-1517,0-1-1,-1 0 1,1 0 0,0 1-1,0-1 1,0 1-1,0-1 1,0 1 0,0-1-1,0 1 1,0-1 0,0 1-1,0 0 1,0 0-1,0 0 1,1-1 0,-1 1-1,0 0 1,0 0-1,1 0 1,-1 0 0,1 0-1,-1 0 1,1 0-1,-1 0 1,1 1 0,0-1-1,-1 0 1,1 0 0,0 0-1,0 0 1,0 1-1,0-1 1,0 1 0,0 0 178,0 0 0,-1 0 0,1 0 0,-1-1 1,1 1-1,-1 0 0,0 0 0,1-1 1,-1 1-1,-2 2 0,16 16 2343,-12-18-2589,-1 0 0,1-1 0,0 1 0,0-1 0,0 1 0,0 0 0,0-1 0,0 1 0,1-1 0,-1 0 0,0 0 0,1 1 0,-1-1 0,1 0 0,-1 0 0,1 0 0,3 1 0,19 8 475,1 0 0,0-2-1,42 8 1,84 6 137,-114-17-564,922 83 997,-633-75-2738,-312-12 831,-1 1-1,1 0 1,0 1-1,13 5 1,-21-6 81,-3-1-1395,-22 8-16684</inkml:trace>
</inkml:ink>
</file>

<file path=ppt/ink/ink2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2.696"/>
    </inkml:context>
    <inkml:brush xml:id="br0">
      <inkml:brushProperty name="width" value="0.035" units="cm"/>
      <inkml:brushProperty name="height" value="0.035" units="cm"/>
    </inkml:brush>
  </inkml:definitions>
  <inkml:trace contextRef="#ctx0" brushRef="#br0">246 19 12641,'-21'-17'2433,"11"15"1083,-2 9-2695,11-6-272,-6 3 7,1 0 0,0 0 0,0 1 0,1 0 1,-1 0-1,1 0 0,0 1 0,0 0 0,1 0 0,0 0 0,0 0 1,-3 8-1,-5 12 936,-16 51 1,14-35-887,-5 15-776,3 1 1,-17 106-1,24-68-5142,8-2-5340,6-50-672</inkml:trace>
</inkml:ink>
</file>

<file path=ppt/ink/ink2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3.057"/>
    </inkml:context>
    <inkml:brush xml:id="br0">
      <inkml:brushProperty name="width" value="0.035" units="cm"/>
      <inkml:brushProperty name="height" value="0.035" units="cm"/>
    </inkml:brush>
  </inkml:definitions>
  <inkml:trace contextRef="#ctx0" brushRef="#br0">0 2 11289,'0'0'2396,"3"-1"-178,2 1-1793,0 0-1,0 0 1,0 0 0,0 1 0,0 0 0,0 0-1,0 0 1,-1 1 0,1 0 0,0-1-1,-1 2 1,1-1 0,-1 0 0,0 1 0,0 0-1,0 0 1,0 0 0,0 1 0,6 6 0,9 11 209,-1 1 0,21 31 0,-25-33-233,3 6-179,-2 1 0,0 0 0,-2 1 0,15 45 0,-11-19 17,15 85 0,-29-115 175,-1 0 0,0 34 0,-2-47 419,0-15-771,1 1 0,0-1-1,0 0 1,0 1-1,0-1 1,1 1 0,0-1-1,3-5 1,2-4 12,20-43-542,42-64-1,-35 69-1897,51-58 1,-67 89 593,1 1 1,41-32 0,14 3-6165,-27 25-1156</inkml:trace>
</inkml:ink>
</file>

<file path=ppt/ink/ink2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3.482"/>
    </inkml:context>
    <inkml:brush xml:id="br0">
      <inkml:brushProperty name="width" value="0.035" units="cm"/>
      <inkml:brushProperty name="height" value="0.035" units="cm"/>
    </inkml:brush>
  </inkml:definitions>
  <inkml:trace contextRef="#ctx0" brushRef="#br0">390 21 9965,'5'-16'1902,"-11"17"-97,4 0-1445,1-1-1,-1 1 0,0-1 0,1 1 1,-1-1-1,1 0 0,-1 0 0,0 1 1,1-1-1,-1 0 0,0-1 0,1 1 0,-3 0 1,-4-3 163,-1 1 1,0 1-1,1 0 1,-1 0 0,0 0-1,0 1 1,1 1-1,-1-1 1,0 1 0,-9 3-1,6-1-200,0 1 0,1 0 0,-1 1-1,1 0 1,-1 1 0,-14 11 0,7-3-489,1 0 0,1 2 1,0 0-1,1 1 1,1 1-1,1 0 0,-18 30 1,17-13-469,15-33 597,1 0 1,-1-1-1,1 1 0,0 0 1,-1-1-1,1 1 1,0-1-1,0 1 1,0-1-1,0 0 1,0 1-1,0-1 1,1 0-1,-1 1 1,0-1-1,1 0 0,-1 0 1,1 0-1,2 1 1,198-33-285,-166 27 317,0 2 1,0 2-1,0 1 1,0 1-1,-1 3 1,1 0 0,39 13-1,-61-15 36,0 0-1,-1-1 1,1-1-1,0 0 1,0-1-1,15-1 1,-21 0 56,0 0 1,-1-1 0,1 0-1,-1 0 1,1 0 0,-1-1-1,0 0 1,0-1-1,0 1 1,0-2 0,-1 1-1,8-7 1,40-29 4557,-34 67-4129,-17 11-951,-3-33 32,0 0 1,0 0 0,0 0-1,1 0 1,-1 0 0,1-1-1,0 1 1,3 6 0,-3-8-170,1 0 1,0 0-1,-1 0 0,1 0 1,1 0-1,-1 0 1,4 3-1,9 1-8463,1-4-555</inkml:trace>
</inkml:ink>
</file>

<file path=ppt/ink/ink2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3.604"/>
    </inkml:context>
    <inkml:brush xml:id="br0">
      <inkml:brushProperty name="width" value="0.035" units="cm"/>
      <inkml:brushProperty name="height" value="0.035" units="cm"/>
    </inkml:brush>
  </inkml:definitions>
  <inkml:trace contextRef="#ctx0" brushRef="#br0">6 49 8529,'-6'-49'6804,"19"58"-5932,0-6-263,-7 14-549,3-6-837,4 12-563,6 14-1104,-3-11-1156,3 5-2129</inkml:trace>
</inkml:ink>
</file>

<file path=ppt/ink/ink2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3.944"/>
    </inkml:context>
    <inkml:brush xml:id="br0">
      <inkml:brushProperty name="width" value="0.035" units="cm"/>
      <inkml:brushProperty name="height" value="0.035" units="cm"/>
    </inkml:brush>
  </inkml:definitions>
  <inkml:trace contextRef="#ctx0" brushRef="#br0">32 1 10705,'-5'20'9953,"10"7"-6127,-4-23-3739,0 0 0,0-1 0,-1 1 0,1 0 0,-1 0 0,1 0-1,-1 0 1,0 0 0,-1 0 0,0 4 0,-16 127 1945,6-31-1095,5-15-99,6-86 298,4-4-691,4-2-316,0 0-1,-1-1 0,0 1 1,0-2-1,0 1 1,0-1-1,10-9 1,44-49 490,-14 14-358,-28 31-258,1 0 0,1 2 0,0 0 0,1 1 0,1 2 0,0 0 1,1 1-1,0 2 0,29-9 0,-48 17-3,0 1 0,0 0 0,1 0 0,-1 0 0,0 1 0,0 0 0,0 0 0,0 0 0,0 1 0,0 0 0,1 0 0,-1 0 0,0 0 0,-1 1 0,1 0 0,0 0 0,0 0 0,6 5 0,-5-2 0,-1-1 0,0 1 0,0 0 0,0 0 0,0 1 0,-1 0 0,0-1 0,0 1 0,-1 1 0,0-1 0,0 0 0,3 11 0,27 85-3780,10 55-9060,-33-109-323</inkml:trace>
</inkml:ink>
</file>

<file path=ppt/ink/ink2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7.587"/>
    </inkml:context>
    <inkml:brush xml:id="br0">
      <inkml:brushProperty name="width" value="0.035" units="cm"/>
      <inkml:brushProperty name="height" value="0.035" units="cm"/>
    </inkml:brush>
  </inkml:definitions>
  <inkml:trace contextRef="#ctx0" brushRef="#br0">20 19 13809,'-1'-2'2908,"-13"-13"2621,10 14-907,8 11-2505,24 37-1087,-11-18-113,-1 1 1,20 51-1,3 27-3914,42 132-12270,-63-184 3748</inkml:trace>
</inkml:ink>
</file>

<file path=ppt/ink/ink2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7.946"/>
    </inkml:context>
    <inkml:brush xml:id="br0">
      <inkml:brushProperty name="width" value="0.035" units="cm"/>
      <inkml:brushProperty name="height" value="0.035" units="cm"/>
    </inkml:brush>
  </inkml:definitions>
  <inkml:trace contextRef="#ctx0" brushRef="#br0">328 129 13521,'-25'21'2401,"2"1"0,1 1-1,-26 35 1,47-56-2318,-14 17 867,2 0 1,0 2 0,2-1-1,-13 33 1,-28 90 1314,52-142-2253,-15 51 235,2 1 1,2 0 0,3 0-1,1 1 1,3 95-1,6-102-97,2 0-1,2 0 0,2-1 0,2 0 1,3 0-1,33 83 0,-36-108-149,0 0 0,1-1 0,1 0 0,1 0 0,0-1 0,2-1 0,26 27 0,-34-40 0,0 1 0,0-1 0,0 0 0,0 0 0,1-1 0,0 0 0,0 0 0,0-1 0,0 0 0,0 0 0,1-1 0,0 0 0,-1-1 0,1 0 0,0 0 0,-1-1 0,1 0 0,0 0 0,0-1 0,-1 0 0,1-1 0,-1 0 0,10-3 0,-6 0 0,0 0 0,0-1 0,-1-1 0,1 0 0,-2 0 0,1-1 0,-1 0 0,0-1 0,-1 0 0,1-1 0,-2 0 0,0 0 0,8-14 0,2-4 0,-2 0 0,-1-2 0,-2 0 0,12-36 0,-6 2-1,-3-1 0,-2-1 1,-3 0-1,-4 0 0,-2-1 0,-3 0 0,-8-82 0,-1 91-43,-2 1-1,-3 0 1,-38-110-1,43 145-25,-2 0 0,0 1 0,-1 0 0,-1 1 0,-1 0 0,-1 0 0,-1 2 0,0-1 0,-1 2 0,-1 0 0,-26-21 0,33 31-143,-1-1 0,0 1 0,0 1 1,-1 0-1,0 0 0,0 1 1,0 0-1,-1 1 0,1 0 0,-1 1 1,0 1-1,0 0 0,0 0 1,-1 1-1,-12 1 0,11 1-360,0 0 0,0 2-1,0 0 1,1 0 0,-1 1-1,1 1 1,0 1 0,0-1-1,0 2 1,1 0 0,0 0 0,-20 17-1,16-10-2795,-27 29 0,-12 26-7794</inkml:trace>
</inkml:ink>
</file>

<file path=ppt/ink/ink2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0.443"/>
    </inkml:context>
    <inkml:brush xml:id="br0">
      <inkml:brushProperty name="width" value="0.035" units="cm"/>
      <inkml:brushProperty name="height" value="0.035" units="cm"/>
    </inkml:brush>
  </inkml:definitions>
  <inkml:trace contextRef="#ctx0" brushRef="#br0">23 52 8489,'-22'3'17543,"24"-1"-15963,2 2-1248,0 0-1,1-1 1,-1 0 0,1 0-1,-1 0 1,1 0 0,0-1-1,0 1 1,1-1 0,-1-1-1,0 1 1,10 1 0,10 1-16,41 0 0,-39-2-130,522 0-160,-474-4-27,641-52-2100,-577 31-1243,-58 9-559,-3 4-4777,-48 8-3075</inkml:trace>
</inkml:ink>
</file>

<file path=ppt/ink/ink2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0.660"/>
    </inkml:context>
    <inkml:brush xml:id="br0">
      <inkml:brushProperty name="width" value="0.035" units="cm"/>
      <inkml:brushProperty name="height" value="0.035" units="cm"/>
    </inkml:brush>
  </inkml:definitions>
  <inkml:trace contextRef="#ctx0" brushRef="#br0">153 0 15681,'-13'3'1132,"-2"0"338,2-3 5427,12 5-2924,-1 6-3071,2-10-360,-32 128 1628,5 13-2080,10-64-318,3 1 0,-4 126-1,18-179-1062,1 43-4086,0-56 2233,0 1 0,8 26-1,11 17-9942</inkml:trace>
</inkml:ink>
</file>

<file path=ppt/ink/ink2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1.017"/>
    </inkml:context>
    <inkml:brush xml:id="br0">
      <inkml:brushProperty name="width" value="0.035" units="cm"/>
      <inkml:brushProperty name="height" value="0.035" units="cm"/>
    </inkml:brush>
  </inkml:definitions>
  <inkml:trace contextRef="#ctx0" brushRef="#br0">22 2 15481,'-17'-1'4610,"12"1"1015,15 11-2869,118 111-1590,37 41 892,-147-142-1905,-1 0 0,-1 2 0,0 0 0,-2 1 0,-1 0 0,14 38 0,-19-38-153,-1-1 0,-1 1 0,-2 0 0,0 1 0,-1-1 0,-2 1 0,0 0 0,-2-1 0,-1 1 0,0-1 0,-13 48 0,14-67 0,1-3 0,0-1 0,-1 1 0,1 0 0,-1 0 0,1 0 0,-1 0 0,0-1 0,1 1 0,-1 0 0,0-1 0,0 1 0,-1 0 0,1-1 0,0 1 0,0-1 0,-1 0 0,-2 3 0,4-4 0,0 0 0,-1 1 0,1-1 0,0 0 0,-1 0 0,1 1 0,0-1 0,-1 0 0,1 0 0,0 0 0,-1 1 0,1-1 0,-1 0 0,1 0 0,0 0 0,-1 0 0,1 0 0,-1 0 0,1 0 0,-1 0 0,1 0 0,0 0 0,-1 0 0,1 0 0,-1 0 0,1 0 0,-1-1 0,-1-3 0,0-1 0,0 0 0,1 0 0,0 0 0,0 0 0,0 0 0,1 0 0,-1 0 0,1 0 0,1-7 0,-1 8 0,1-18 0,1 0 0,1 1 0,1-1 0,1 0 0,0 1 0,12-27 0,-1 11 0,1 1 0,34-53 0,-30 58-682,2 0 0,0 2-1,31-28 1,-25 29-866,1 2 0,2 1 0,0 1 1,2 2-1,0 1 0,2 2 0,0 1 0,1 2 0,45-13 0,-15 13-10027</inkml:trace>
</inkml:ink>
</file>

<file path=ppt/ink/ink2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1.599"/>
    </inkml:context>
    <inkml:brush xml:id="br0">
      <inkml:brushProperty name="width" value="0.035" units="cm"/>
      <inkml:brushProperty name="height" value="0.035" units="cm"/>
    </inkml:brush>
  </inkml:definitions>
  <inkml:trace contextRef="#ctx0" brushRef="#br0">630 33 10409,'-12'-1'1472,"1"0"1,-1-1 0,0 0-1,1-1 1,-12-4-1,12 3-533,1 1-1,0 0 1,-1 1 0,1 0-1,-1 0 1,0 1 0,-20 1-1,9 4-330,1 0 0,0 1-1,0 1 1,1 1 0,-22 11 0,-4 5 177,-45 29 1,73-40-614,0 0-1,1 2 1,-26 25-1,36-31-183,0-1 0,1 1 0,-1 0 0,2 1 0,-1-1 0,1 1 0,1 0 0,-1 1 0,2-1 0,-4 11 0,7-18-13,-1-1 0,1 0 0,0 1 0,-1-1 0,1 0 0,0 1 0,0-1 0,0 1 0,0-1 0,1 0 0,-1 1 0,0-1 0,0 0 0,1 1 0,-1-1 0,1 0 0,-1 1 0,1-1 0,0 0 0,-1 0 0,1 0 0,0 0 0,0 0 0,0 0 0,0 0 0,0 0 0,0 0 0,0 0 0,0 0 1,0 0-1,0-1 0,1 1 0,-1 0 0,0-1 0,0 1 0,1-1 0,-1 1 0,0-1 0,1 0 0,-1 0 0,1 0 0,1 0 0,6 1-78,0-1 0,0 0 0,0 0 0,17-4 0,12-4-131,0-2 0,44-17 1,-3 0 45,-17 7 88,-34 10 67,1 1 1,0 1-1,0 2 1,34-4 0,-57 10 37,0 0 1,0 0-1,0 1 1,1 0-1,-1 0 1,0 0 0,0 1-1,-1 0 1,1 0-1,0 0 1,-1 1-1,1 0 1,-1 0-1,0 0 1,0 1-1,0-1 1,0 1 0,6 7-1,1 4 5,1 0 1,-2 1-1,0 0 0,14 29 0,-17-30-29,1-1-1,0 0 0,1-1 0,1 0 1,0 0-1,0-2 0,1 1 0,1-1 1,0-1-1,15 9 0,-23-16-10,0-1-1,0 1 1,1-1 0,-1-1-1,1 1 1,-1-1-1,1 0 1,-1 0 0,1 0-1,7-1 1,2-1-61,-1 0-1,24-4 1,-28 2 74,0 1-1,-1-1 1,1-1 0,-1 0-1,0 0 1,0-1 0,-1 0-1,1-1 1,-1 0 0,0 0-1,9-10 1,7-9 183,-2-1-1,20-30 1,25-30 2432,-41 58-1847,-26 27-751,1 0 1,-1 1 0,1-1-1,-1 0 1,1 1 0,0-1-1,-1 1 1,1-1 0,0 1-1,-1-1 1,1 1 0,0-1-1,-1 1 1,1 0 0,0 0-1,0-1 1,0 1 0,-1 0-1,1 0 1,0 0 0,0 0-1,0 0 1,-1 0 0,3 0-1,3 6-3,-6-6 3,1 2 0,1 0 0,-1 0 0,1 0 0,-1 0 0,0 1 0,0-1 0,0 0 0,0 1 0,0-1 0,0 0 0,-1 1 0,1-1 0,-1 1 0,0-1 0,0 1 0,0-1 0,0 4 0,-5 52 0,3-32 0,2 21-1615,1-37 560,-1 1 0,0-1-1,-1 0 1,0 1 0,0-1 0,-1 0-1,-6 16 1,-3 7-6349,1 0-4918</inkml:trace>
</inkml:ink>
</file>

<file path=ppt/ink/ink2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5.481"/>
    </inkml:context>
    <inkml:brush xml:id="br0">
      <inkml:brushProperty name="width" value="0.035" units="cm"/>
      <inkml:brushProperty name="height" value="0.035" units="cm"/>
    </inkml:brush>
  </inkml:definitions>
  <inkml:trace contextRef="#ctx0" brushRef="#br0">186 140 7857,'-11'-12'2185,"9"10"-105,0 0-115,-1-1-1337,0 0 1,1 1-1,-1-1 1,1 0-1,-1 0 1,1 0 0,0-1-1,0 1 1,1 0-1,-1-1 1,1 1-1,-2-8 1,2 9 150,1-1-12,0-2-494,0 0 1,0 0 0,-1 1 0,0-1 0,0 0 0,0 1-1,-1-1 1,1 1 0,-1-1 0,-4-6 0,5 9 946,-1 1-1028,0-1-65,-1 1 0,1 0 0,-1 0 0,0 0 0,1 0 0,-1 0 0,0 1 0,0-1 0,1 1 1,-1 0-1,0 0 0,0 0 0,0 0 0,1 0 0,-1 0 0,0 1 0,-3 1 0,-3-1-234,6 0 362,2 1-177,1 0-1,-1 0 0,0 0 1,1 0-1,-1 0 0,0 0 1,0 0-1,-1 0 0,1 0 1,0 0-1,0-1 0,-1 1 1,1 0-1,-1-1 0,0 1 1,-2 0-1,2 1-24,0-1 0,-1 0 0,1 0 0,0 1 0,0-1 0,1 1 0,-1-1 0,0 1 0,-1 3 0,-8 30 194,7-21-235,4 8-12,6-19 0,-5-3 0,13 5 0,-11-7 0,0 0 0,1 0 0,-1 0 0,0-1 0,1 1 0,-1-1 0,4-2 0,27-12 0,6 5 0,-35 10 0,0 0 0,0 0 0,0 0 0,0 1 0,0 0 0,0 0 0,0 0 0,0 0 0,0 1 0,0 0 0,0 0 0,0 0 0,0 1 0,6 2 0,-3 0 0,0 1 0,0 0 0,0 1 0,-1-1 0,1 1 0,-2 1 0,8 7 0,-3-2 0,0-1 0,0-1 0,1 0 0,0-1 0,1 0 0,0-1 0,21 11 0,-27-17 0,0 1 0,0-1 0,0 0 0,0 0 0,0 0 0,0-1 0,1-1 0,-1 1 0,0-1 0,1 0 0,-1-1 0,0 0 0,1 0 0,-1 0 0,0-1 0,0 0 0,11-5 0,37-15 0,25-13 0,-53 23 0,-17 12 0,-4 1 0,23-2 0,39 3 0,-57-1 0,0-1 0,0 1 0,0-2 0,0 0 0,18-3 0,-26 3 0,19-3 0,0-1 0,-1-1 0,0-1 0,0-1 0,-1-1 0,22-12 0,-41 20 0,0 0 0,0 0 0,0 0 0,0 1 0,0-1 0,0 0 0,1 1 0,-1-1 0,0 0 0,0 1 0,0-1 0,1 1 0,-1 0 0,0-1 0,1 1 0,-1 0 0,0 0 0,0 0 0,1 0 0,-1 0 0,0 0 0,2 1 0,3-1 0,-5 0 0,0 0 0,1 1 0,-1-1 0,0 0 0,1 0 0,-1 0 0,0 1 0,1-1 0,-1 1 0,0-1 0,0 1 0,0 0 0,1-1 0,-1 1 0,0 0 0,0 0 0,0-1 0,0 1 0,0 0 0,-1 0 0,1 0 0,1 2 0,1 1 0,-1 0 0,0 1 0,0-1 0,0 0 0,-1 1 0,2 7 0,1 6 0,-2-1 0,1 33 0,-6-7-1407,1-35 838,2-1 0,-1 0 1,1 1-1,0-1 0,0 0 0,1 1 0,0-1 0,0 0 1,1 0-1,0 1 0,3 8 0,-4-15 662,5 10-2720,-6-11 2294,1 0 1,-1 0 0,1 0-1,-1 1 1,1-1 0,-1 0 0,1 0-1,0 0 1,-1 0 0,1 0 0,-1 0-1,1 0 1,-1 0 0,1 0 0,-1 0-1,1 0 1,-1 0 0,1 0 0,0-1-1,-1 1 1,1 0 0,-1 0 0,1-1-1,-1 1 1,0 0 0,1-1 0,-1 1-1,1 0 1,0-1 0,14-8-8716</inkml:trace>
</inkml:ink>
</file>

<file path=ppt/ink/ink2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5.620"/>
    </inkml:context>
    <inkml:brush xml:id="br0">
      <inkml:brushProperty name="width" value="0.035" units="cm"/>
      <inkml:brushProperty name="height" value="0.035" units="cm"/>
    </inkml:brush>
  </inkml:definitions>
  <inkml:trace contextRef="#ctx0" brushRef="#br0">0 35 9457,'10'-34'7641,"3"42"-6977,-1 4-456,-2 2-748,-1 0-525,4 1-575,9 16-2604,4 1-3253</inkml:trace>
</inkml:ink>
</file>

<file path=ppt/ink/ink2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6.012"/>
    </inkml:context>
    <inkml:brush xml:id="br0">
      <inkml:brushProperty name="width" value="0.035" units="cm"/>
      <inkml:brushProperty name="height" value="0.035" units="cm"/>
    </inkml:brush>
  </inkml:definitions>
  <inkml:trace contextRef="#ctx0" brushRef="#br0">260 1 10881,'-12'4'1176,"0"-1"0,0 0 0,0 0 0,-1-1 1,1-1-1,-13 0 0,22-1-953,1 0 1,0 1 0,-1-1-1,1 1 1,0 0 0,0-1-1,0 1 1,-1 0-1,1 0 1,0 1 0,0-1-1,0 0 1,1 1 0,-1-1-1,0 1 1,0-1-1,1 1 1,-3 3 0,-20 35 1221,22-35-1206,1-3-164,0 0 0,0 0 0,0 0 0,1 0 0,-1 0-1,1 1 1,-1-1 0,1 0 0,0 0 0,0 0 0,0 1 0,0-1 0,0 0 0,0 0 0,1 1 0,1 3 0,1 16 156,16-22 353,-16 0-435,0 0 1,0-1-1,-1 1 1,1-1-1,0 0 0,0 0 1,-1 0-1,1 0 1,4-2-1,0-1 49,-5 3 131,2 3-51,-1-1-237,0 0 0,0 0 1,0 1-1,0-1 1,0 1-1,0 0 0,0 0 1,-1 0-1,1 1 0,-1-1 1,1 0-1,-1 1 1,2 3-1,-1-1-4,-1 0 0,1 1 0,-1-1 0,0 1 0,-1 0 0,0-1 0,1 1 0,-1 8 0,2 25 55,-1 0-1,-3 0 0,0 0 0,-15 74 0,2-48-133,-3 0-1,-28 69 0,37-115 3,-1 0 1,0-1-1,-1 0 1,-1 0 0,-26 31-1,35-49 41,0 0 0,1 0 0,-1 0 0,0 0 0,0 0 0,1 0 0,-1-1 0,0 1 0,0-1 0,1 1 0,-1-1 0,0 1 0,1-1 0,-1 0 0,0 0 0,1 0 0,-3-2 0,3 1 5,0 0 0,0 0 0,-1 0 0,2 0 0,-1 0 0,0-1-1,0 1 1,1 0 0,-1-1 0,1 1 0,0 0 0,0-1 0,0 1 0,0-4 0,6-38 47,-4 34-38,2-13-69,1 0 0,1 1-1,2 0 1,0 0-1,1 1 1,0 0-1,20-30 1,-17 34-544,1 1 0,0 0 0,1 1 0,1 0 0,18-14 0,-6 7-2086,46-27 1,-60 42 498,0 0 0,0 1-1,24-7 1,12 1-7313</inkml:trace>
</inkml:ink>
</file>

<file path=ppt/ink/ink2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6.574"/>
    </inkml:context>
    <inkml:brush xml:id="br0">
      <inkml:brushProperty name="width" value="0.035" units="cm"/>
      <inkml:brushProperty name="height" value="0.035" units="cm"/>
    </inkml:brush>
  </inkml:definitions>
  <inkml:trace contextRef="#ctx0" brushRef="#br0">93 252 12089,'-16'-1'1836,"7"-3"241,6-2 4068,-19 10-1909,19-3-4090,1 0 1,0 0-1,0 1 0,-1-1 1,1 1-1,0 0 0,0 0 1,0 0-1,0 0 0,1 0 0,-1 0 1,1 0-1,-1 0 0,1 1 1,-1-1-1,1 0 0,0 1 1,0-1-1,1 1 0,-1 0 1,0-1-1,1 1 0,-1 3 1,-1 12 802,0 0 0,1 25 1,1-38-926,0 10-24,0-1 0,1 0 0,0 0 0,1 1 0,1-1 0,0 0 0,8 20 0,-9-30-1,0 0 0,1 0 0,0 0 1,0 0-1,0 0 0,0-1 0,1 0 0,-1 1 0,1-1 0,0 0 0,0-1 1,0 1-1,0-1 0,0 1 0,1-1 0,-1-1 0,1 1 0,-1 0 1,1-1-1,0 0 0,0 0 0,-1-1 0,1 1 0,0-1 0,0 0 1,0-1-1,-1 1 0,1-1 0,0 0 0,0 0 0,-1 0 0,1 0 0,-1-1 1,1 0-1,-1 0 0,1 0 0,-1-1 0,0 1 0,0-1 0,0 0 1,-1 0-1,1 0 0,-1-1 0,0 1 0,0-1 0,5-7 0,-5 3-88,0 0-1,0 0 1,-1-1 0,-1 1-1,1-1 1,-1 0-1,0 1 1,-1-1-1,0 0 1,-1 1 0,-2-18-1,2 22 84,-2-11-60,0 1 0,-1 0 0,0 0 0,-1 0 0,-1 0 0,0 1 0,-16-24 0,-10-25-144,23 46 194,-5-15-12,14 30 25,0-1 1,0 1-1,0 0 0,0-1 1,0 1-1,0 0 0,0 0 1,0-1-1,1 1 0,-1 0 1,0 0-1,1-1 0,-1 1 1,1 0-1,-1 0 0,1 0 1,0 0-1,-1 0 0,1 0 1,0 0-1,0 0 0,0 0 1,0 0-1,1-1 0,8-5-22,0 0 0,1 1 0,0 0-1,0 1 1,0 0 0,13-4 0,78-18-252,-53 16 105,5-5-10,-20 6 11,40-7 0,-33 17 35,-40 1 135,-1 0 1,0 1-1,1-1 0,-1 0 0,0 1 0,0-1 0,0 0 0,0 0 0,0 1 0,0-1 0,0 0 1,0 1-1,0-1 0,0 0 0,-1 2 0,1-3 1,-1 4-6,-3 19 17,1 1 0,1 0 0,1 0 0,3 31 0,-2-50-64,1 1 0,0-1 0,0 1 0,1-1 0,-1 1 0,1-1 0,0 0 0,1 0-1,-1 0 1,1 0 0,0 0 0,0 0 0,0-1 0,1 0 0,0 1 0,0-1-1,0 0 1,0-1 0,0 1 0,1-1 0,0 0 0,0 0 0,0-1 0,6 3 0,-3-1-102,1-1 0,0 0 1,0-1-1,10 1 1,-15-2 121,-1-1 1,1 0-1,0 0 1,-1 0-1,1-1 1,-1 1-1,1-1 1,-1 0-1,0 0 1,1 0-1,-1 0 0,0 0 1,6-4-1,-6 2 181,0 0-1,0 1 0,0-1 0,0-1 0,-1 1 0,0 0 0,3-4 0,-2 2-50,-2 3 1808,1 5-1810,1-1 0,-1 1 0,0 0 0,-1 0 0,1 0-1,-1 0 1,2 4 0,-1 1-61,0-1 0,0 1-1,0 0 1,0 11 0,-2-12-328,1-1 1,-1 1-1,2 0 1,-1-1 0,1 1-1,4 10 1,6 6-1414,11 19-3357,-2-15-4303,-4-13-556</inkml:trace>
</inkml:ink>
</file>

<file path=ppt/ink/ink2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6.885"/>
    </inkml:context>
    <inkml:brush xml:id="br0">
      <inkml:brushProperty name="width" value="0.035" units="cm"/>
      <inkml:brushProperty name="height" value="0.035" units="cm"/>
    </inkml:brush>
  </inkml:definitions>
  <inkml:trace contextRef="#ctx0" brushRef="#br0">48 5 11141,'0'-1'108,"1"1"0,-1-1 0,1 1 1,0 0-1,-1-1 0,1 1 0,0 0 0,0-1 0,-1 1 1,1 0-1,0 0 0,0-1 0,-1 1 0,1 0 0,0 0 0,0 0 1,-1 0-1,1 0 0,0 0 0,0 0 0,0 1 0,-1-1 0,1 0 1,0 0-1,0 1 0,-1-1 0,1 0 0,0 1 0,-1-1 0,1 0 1,0 1-1,-1-1 0,1 1 0,-1-1 0,1 1 0,0 0 1,-1-1-1,0 1 0,1 0 0,-1-1 0,1 1 0,-1 0 0,0-1 1,1 1-1,-1 0 0,0 0 0,0-1 0,1 2 0,13 19 1997,-8-13-1711,0 0 0,-1 1-1,0-1 1,0 1 0,-1 0 0,0 1 0,-1-1-1,0 1 1,-1-1 0,3 14 0,-2-2-4,0 0 1,-1 0-1,-1 1 1,-1-1-1,-4 39 1,-4-10 143,-18 64 1,18-86-272,-1-1-1,-1 0 1,-2-1-1,-27 49 1,12-43 1111,21-26-545,18-20-388,7-10-323,185-213 942,-136 164-2879,89-73 0,-52 64-5889,-91 67 1209,4 8-4096</inkml:trace>
</inkml:ink>
</file>

<file path=ppt/ink/ink2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7.479"/>
    </inkml:context>
    <inkml:brush xml:id="br0">
      <inkml:brushProperty name="width" value="0.035" units="cm"/>
      <inkml:brushProperty name="height" value="0.035" units="cm"/>
    </inkml:brush>
  </inkml:definitions>
  <inkml:trace contextRef="#ctx0" brushRef="#br0">180 30 10253,'-2'-3'2618,"0"1"-2046,0-1 0,0 1 0,0 0 0,0 0-1,0 0 1,0 0 0,-1 0 0,1 0 0,-1 1 0,1-1-1,-1 1 1,-3-1 0,5 1-394,0 1 0,0 0 0,-1 0 0,1 0 0,0 0 0,-1 0 0,1 0 0,0 0 0,-1 1 0,1-1 0,0 0 0,-1 1 0,1-1 0,0 1 0,0-1-1,0 1 1,-1 0 0,1-1 0,0 1 0,0 0 0,0 0 0,0 0 0,0 0 0,0 0 0,1 0 0,-1 0 0,0 0 0,0 0 0,1 0 0,-1 0 0,1 0 0,-2 3 0,-14 31 578,1 0 1,2 1-1,1 0 0,-7 44 1,5-5 646,-3 83 1,15-75-1755,9 56-1420,-5-114-54,1-1 0,1 0-1,1 0 1,15 43 0,-14-48-786,7 10-3559,7 6-3584</inkml:trace>
</inkml:ink>
</file>

<file path=ppt/ink/ink2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7.838"/>
    </inkml:context>
    <inkml:brush xml:id="br0">
      <inkml:brushProperty name="width" value="0.035" units="cm"/>
      <inkml:brushProperty name="height" value="0.035" units="cm"/>
    </inkml:brush>
  </inkml:definitions>
  <inkml:trace contextRef="#ctx0" brushRef="#br0">10 1 9173,'0'0'2210,"-1"2"-174,-1 3-1511,1 0 1,-1-1 0,1 1-1,0 0 1,0 0 0,1 0-1,0 0 1,0 1 0,0-1-1,1 7 1,15 56 1064,-5-23-859,74 359 1405,-84-397-2105,0 0 1,1 0-1,0 0 0,1 0 0,-1-1 1,6 10-1,-6-16-20,0-1 0,1 1 0,-1-1 1,1 1-1,-1-1 0,0 0 0,1 1 0,-1-1 0,0 0 1,0-1-1,0 1 0,3-2 0,7-10 59,-1 0 0,0-1 0,-1 0 0,9-17 0,2 0 36,-13 17-74,6-7 54,0 0-1,1 0 1,2 2-1,0 0 0,21-19 1,-19 23 7,-2 0 186,1 2 0,35-22 0,-47 32-175,0 0 0,0 1 1,0 0-1,0 0 0,0 0 0,0 0 1,0 1-1,1 0 0,-1 1 1,1-1-1,-1 1 0,0 0 1,1 1-1,11 2 0,-12-1-50,0-1 0,0 2 0,0-1 0,-1 1-1,1 0 1,-1 0 0,1 0 0,-1 1 0,0 0 0,0 0 0,-1 0 0,1 0-1,-1 1 1,0 0 0,0 0 0,-1 0 0,1 0 0,-1 1 0,0-1-1,-1 1 1,1 0 0,1 8 0,3 13 41,-1 0 0,3 47 0,-1-5-478,2 40-1456,3 16-1883,-11-110 2192,2 0-1,0 0 1,0-1 0,1 0 0,1 0 0,8 15 0,10 3-7872</inkml:trace>
</inkml:ink>
</file>

<file path=ppt/ink/ink2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8.117"/>
    </inkml:context>
    <inkml:brush xml:id="br0">
      <inkml:brushProperty name="width" value="0.035" units="cm"/>
      <inkml:brushProperty name="height" value="0.035" units="cm"/>
    </inkml:brush>
  </inkml:definitions>
  <inkml:trace contextRef="#ctx0" brushRef="#br0">45 1 10541,'-15'40'3261,"11"-32"-2698,1 0-1,0 0 0,1 0 1,-3 14-1,-7 107 3983,12-110-4091,1 1-1,0-1 1,2 0 0,8 33 0,-6-30-180,2-1 1,1-1-1,14 27 0,-17-36-151,2-2 0,-1 1 0,1-1 0,1 0-1,0 0 1,0-1 0,17 14 0,-21-20-29,0-3-16,-4 1-78,3-1 7,0 1 0,0-1 1,0 0-1,0 0 0,0 0 0,-1 0 1,1-1-1,0 1 0,0-1 0,-1 1 1,1-1-1,-1 0 0,0 0 0,0 0 1,1-1-1,-1 1 0,-1 0 0,1-1 1,0 0-1,0 1 0,-1-1 1,0 0-1,1 0 0,-1 1 0,0-1 1,-1 0-1,1 0 0,0-3 0,0-14 16,0 1 0,-4-29-1,-1-1 14,-3-35-542,-27-121-1,23 144-2615,10 58 1080,33 11-14791</inkml:trace>
</inkml:ink>
</file>

<file path=ppt/ink/ink2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8.905"/>
    </inkml:context>
    <inkml:brush xml:id="br0">
      <inkml:brushProperty name="width" value="0.035" units="cm"/>
      <inkml:brushProperty name="height" value="0.035" units="cm"/>
    </inkml:brush>
  </inkml:definitions>
  <inkml:trace contextRef="#ctx0" brushRef="#br0">344 480 8561,'-9'-18'1518,"9"17"-1333,-1-1 0,1 1-1,0-1 1,-1 1 0,0-1 0,1 1 0,-1 0 0,0-1 0,0 1 0,1 0 0,-1-1 0,0 1 0,0 0 0,-1 0-1,1 0 1,0 0 0,0 0 0,0 0 0,-1 0 0,1 1 0,-1-1 0,1 0 0,0 1 0,-1-1 0,1 1 0,-1-1 0,1 1-1,-3-1 1,-6 1 556,0 0 0,1 0-1,-1 0 1,0 1 0,1 1-1,-1 0 1,-10 3-1,12-1-563,-1 0 0,1 0 0,0 0 0,1 1 0,-1 1 0,1-1 0,0 1 0,0 0 0,1 1 0,0-1 0,-10 15-1,-4 6 108,2 1-1,1 0 1,2 1-1,-18 45 1,29-61-229,1 1 1,0 0-1,1 0 0,0 1 1,2-1-1,-1 0 0,3 21 1,0 9-183,-2-42 121,0 0-1,0 0 1,0 0-1,0 0 1,0 0 0,0-1-1,1 1 1,-1 0 0,1 0-1,-1 0 1,1-1-1,0 1 1,0 0 0,0-1-1,0 1 1,0-1-1,0 1 1,2 1 0,-2-2-7,1 0 0,-1 0 0,0-1 0,1 1 0,-1 0 0,1-1 0,-1 1 0,1-1 0,-1 0 0,1 0 0,-1 1 0,1-1 0,-1 0 1,1 0-1,-1 0 0,1 0 0,2-1 0,2-1-11,-1 1 0,1-1 0,-1 0 0,0-1 0,0 1 0,0-1 0,0 0 0,0-1 0,-1 1 0,8-7 1,2-6 6,-1 0 1,0-1-1,-2 0 1,0-1 0,-1 0-1,0-1 1,9-26 0,37-146-41,-40 128 59,21-95-15,32-105 687,-56 218-347,-12 42 1,1 4 18,-1 0-308,0 0-1,0 0 0,0 0 1,1 0-1,-1 0 0,0 0 0,-1 0 1,1 1-1,0-1 0,0 0 0,0 0 1,-1 1-1,1-1 0,-1 1 1,1-1-1,-1 0 0,1 1 0,-1-1 1,0 1-1,0-1 0,0 1 1,0-1-1,0 1 0,0-1 0,0 1 1,-1 2-1,-10 50 476,5-33-290,-13 65 131,4 0 0,4 1 0,3 1 0,5 97 0,4-163-332,1 27 71,9 51 0,-9-86-85,1 0 1,1 0 0,0 0-1,1-1 1,0 0 0,1 0-1,1 0 1,10 15 0,-14-24-48,0 0 0,0 0 1,1 0-1,-1 0 1,1-1-1,0 1 0,0-1 1,1 0-1,-1 0 0,1-1 1,-1 1-1,1-1 1,0 0-1,0 0 0,0-1 1,0 1-1,0-1 0,0 0 1,0-1-1,0 1 1,1-1-1,-1 0 0,0 0 1,0-1-1,0 1 0,1-1 1,-1 0-1,0-1 0,0 1 1,0-1-1,-1 0 1,10-5-1,-2-1-30,-1-1 1,1 0-1,-1-1 0,-1 0 0,0 0 1,0-1-1,-1-1 0,-1 0 0,0 0 1,0 0-1,9-23 0,1-10-122,-3 0-1,13-60 0,-24 90 154,0-2-17,0 0 0,-1 0 1,-1 0-1,-1-1 0,0 1 0,-1-1 1,-1 1-1,-6-33 0,6 47 14,-1 3 29,1 1 13,0 0-1,-1 0 1,1 0-1,0 0 1,-1 1-1,1-1 1,0 0-1,0 0 1,0 1-1,0-1 1,-1 3-1,0-1 2,-3 5-11,0 0 0,1 1 1,0 0-1,1-1 0,0 2 1,0-1-1,1 0 0,0 0 1,-1 15-1,-1 93 44,4-98-11,0 1-62,1 0 1,1 0-1,1-1 0,0 1 1,2-1-1,7 22 0,-9-36-22,-1 1-1,0-1 1,1 0-1,0 0 0,0 0 1,1 0-1,-1-1 0,1 1 1,0-1-1,1 0 1,4 4-1,-6-6 19,0 0 0,1 0 0,-1-1-1,0 1 1,1-1 0,-1 0 0,1 0 0,0 0 0,-1-1-1,1 1 1,0-1 0,-1 0 0,1 0 0,0 0-1,0 0 1,-1-1 0,1 1 0,0-1 0,3-1 0,3-2 11,0 0 0,0 0 0,-1-1 0,0 0 0,0-1 0,0 0 0,0 0 0,-1-1 0,0 0 0,0-1 0,-1 1 0,0-1 0,0-1 0,-1 1 0,8-15 0,6-15 94,-2 0 0,22-66 1,-19 48 120,3-9 510,-2 0 0,17-95 0,-21 70 812,-18 89-1454,0 0 0,0 0 1,1 0-1,-1 0 0,0 0 0,0 0 1,1 0-1,-1 0 0,0 0 1,1 0-1,-1 0 0,1 0 0,-1 0 1,1 1-1,0-1 0,-1 0 0,1 0 1,0 0-1,0 0 0,0 2-38,0 0 1,-1-1-1,0 1 0,1 0 1,-1 0-1,1 0 0,-1-1 0,0 1 1,0 0-1,0 0 0,1 0 1,-1 0-1,0 0 0,0 0 0,0 0 1,0-1-1,0 1 0,0 0 1,-1 0-1,1 0 0,-1 1 0,-39 269 690,37-229-1270,1-1 0,3 1 0,1-1 0,14 78 0,-12-99-268,1 0-1,1 0 1,1-1 0,0 1 0,2-2 0,0 1 0,1-1 0,1 0-1,0-1 1,2-1 0,24 27 0,-4-17-4731,4-5-3343</inkml:trace>
</inkml:ink>
</file>

<file path=ppt/ink/ink2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39.047"/>
    </inkml:context>
    <inkml:brush xml:id="br0">
      <inkml:brushProperty name="width" value="0.035" units="cm"/>
      <inkml:brushProperty name="height" value="0.035" units="cm"/>
    </inkml:brush>
  </inkml:definitions>
  <inkml:trace contextRef="#ctx0" brushRef="#br0">36 103 9569,'-13'-20'2340,"-3"-2"1820,13 7-2211,0 1 2863,6 0-4636,0-3-516</inkml:trace>
</inkml:ink>
</file>

<file path=ppt/ink/ink2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0.050"/>
    </inkml:context>
    <inkml:brush xml:id="br0">
      <inkml:brushProperty name="width" value="0.035" units="cm"/>
      <inkml:brushProperty name="height" value="0.035" units="cm"/>
    </inkml:brush>
  </inkml:definitions>
  <inkml:trace contextRef="#ctx0" brushRef="#br0">78 152 9585,'-34'5'4591,"31"-7"-3871,1 0 0,0-1 0,0 1 0,0-1-1,0 1 1,0-1 0,-1-3 0,-22-23 3976,25 28-4598,0 0-1,0 0 1,0 0 0,-1 0-1,1 0 1,0 0 0,1 0-1,-1 0 1,0 0 0,0 0-1,0 0 1,1 0 0,-1 0-1,0 0 1,1 0 0,-1 0-1,1 1 1,-1-1 0,2-2-1,-2 3 57,2-4-26,0 0 0,1 0 1,0 1-1,-1-1 0,1 1 1,0 0-1,1-1 0,-1 1 0,1 1 1,-1-1-1,1 0 0,0 1 1,0 0-1,4-2 0,8-3 134,-1 2 1,24-6-1,-34 10-187,9-3 48,1 1 0,-1 1 0,1 1 0,0 0 0,-1 0 0,1 2 0,28 4 0,-39-5-116,1 1 0,-1 0 0,0 0 0,1 0 1,-1 1-1,0 0 0,0-1 0,0 2 0,0-1 0,-1 0 0,1 1 0,0-1 1,-1 1-1,0 0 0,1 0 0,-1 1 0,-1-1 0,1 1 0,0-1 0,-1 1 1,0 0-1,0 0 0,0 0 0,0 0 0,0 0 0,-1 0 0,0 1 0,0-1 1,0 0-1,0 9 0,-1-2 0,-1 0 1,0-1-1,-1 1 1,0 0-1,0-1 1,-1 0-1,-1 1 1,0-1 0,0-1-1,-10 17 1,-7 8-6,-38 47 0,50-70-10,-35 44 15,18-26 17,2 2 0,-22 38 0,44-67-19,1 0 1,0 1-1,0-1 0,-1 0 1,1 1-1,1-1 1,-1 0-1,0 1 0,1-1 1,-1 1-1,1 0 1,0-1-1,0 1 0,0-1 1,0 1-1,0-1 1,0 1-1,1-1 0,-1 1 1,1-1-1,1 5 0,0-4-11,0-1 0,0 1 0,1-1 0,-1 1 0,0-1 0,1 0 0,-1 0 0,1 0 0,0 0 0,0 0 0,0-1-1,0 1 1,0-1 0,4 2 0,9 1-80,-1 0 1,1-1-1,0 0 0,0-1 0,23-1 0,22-2-994,-1-2-1,1-3 0,62-15 0,-109 18 527,-1-1 1,0-1-1,0 0 1,0 0 0,-1-1-1,1-1 1,12-9-1,-17 10-810,0-1 0,0 0 1,-1 0-1,0-1 0,0 0 0,6-9 0,6-12-7753</inkml:trace>
</inkml:ink>
</file>

<file path=ppt/ink/ink2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0.444"/>
    </inkml:context>
    <inkml:brush xml:id="br0">
      <inkml:brushProperty name="width" value="0.035" units="cm"/>
      <inkml:brushProperty name="height" value="0.035" units="cm"/>
    </inkml:brush>
  </inkml:definitions>
  <inkml:trace contextRef="#ctx0" brushRef="#br0">642 0 13009,'-17'4'171,"-36"8"3287,-68 25-1,105-31-2750,1 1 0,0 0 1,1 1-1,0 0 0,0 1 1,1 0-1,0 2 0,0-1 0,-12 15 1,-6 14-185,1 1 0,3 1 0,1 1 0,2 2-1,-21 55 1,18-29 298,3 1-1,-26 130 1,44-168-821,2 0 0,1 0 0,2 0 0,1 0 0,1 0 0,2 0 0,1 0 0,2 0 0,11 37 0,-8-44 0,0-1 0,2-1 0,1 0 0,0 0 0,2-1 0,1-1 0,1 0 0,0-1 0,2-1 0,0 0 0,38 30 0,-15-19-83,2-2 0,1-2 0,1-2 0,1-2 0,1-2 0,1-2 0,0-2 0,66 13 0,-56-18-39,1-3 0,1-2 0,-1-3 0,1-2 0,0-4 0,110-15 0,-144 12 66,-1-1-1,0 0 1,-1-2-1,1-1 1,-1-2-1,-1 0 1,0-1-1,38-27 1,-47 28 35,1-1 0,-2 0 0,1-1 0,-2-1 0,0 0 0,0-1 0,-2 0 1,0-1-1,0 0 0,-2-1 0,0 1 0,11-35 0,-12 23 10,-2-1 1,0 1-1,-2-1 1,-1 0-1,-2 0 0,0 0 1,-2 0-1,-1 0 0,-2 0 1,-1 1-1,0-1 0,-3 2 1,0-1-1,-22-44 0,11 33-48,-1 2 0,-2 0-1,-1 1 1,-2 2 0,-1 0-1,-2 2 1,-1 1-1,-2 2 1,-43-32 0,61 51-434,-2 0-1,1 1 1,-1 1 0,0 1 0,-1 0 0,-23-6-1,35 12 66,0-1-1,-1 2 0,1-1 1,-1 1-1,1-1 1,-1 1-1,1 1 0,-1-1 1,1 1-1,-1 0 0,1 1 1,0-1-1,-1 1 0,1 0 1,-5 3-1,-23 15-6169,8 0-3142</inkml:trace>
</inkml:ink>
</file>

<file path=ppt/ink/ink2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1.520"/>
    </inkml:context>
    <inkml:brush xml:id="br0">
      <inkml:brushProperty name="width" value="0.035" units="cm"/>
      <inkml:brushProperty name="height" value="0.035" units="cm"/>
    </inkml:brush>
  </inkml:definitions>
  <inkml:trace contextRef="#ctx0" brushRef="#br0">169 175 10201,'-12'-62'2582,"-1"17"2178,12 39-3063,0-1-1,0 1 1,0-1-1,1 0 1,0 1 0,0-8-1,1 0 519,2 150-1535,0-43-453,-10 104-1,-9-20-226,-31 222 0,-25 47-5537,67-399 244,11-14-1635,8 1-5097</inkml:trace>
</inkml:ink>
</file>

<file path=ppt/ink/ink2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1.853"/>
    </inkml:context>
    <inkml:brush xml:id="br0">
      <inkml:brushProperty name="width" value="0.035" units="cm"/>
      <inkml:brushProperty name="height" value="0.035" units="cm"/>
    </inkml:brush>
  </inkml:definitions>
  <inkml:trace contextRef="#ctx0" brushRef="#br0">32 494 10385,'-26'0'2112,"20"0"-108,8 2-246,5 1-1327,-1 1 1,0-1-1,1-1 1,0 1-1,-1-1 1,1 0-1,0-1 1,0 0 0,8 1-1,65-1 305,-67-1-619,36-3-250,-1-1-1,1-3 1,-1-2 0,0-2-1,-1-2 1,0-2-1,56-26 1,-90 35 120,-1-1-1,-1 0 1,1-1 0,-1 0 0,0-1-1,-1 0 1,0 0 0,-1-1 0,0-1-1,0 0 1,-1 0 0,13-23 0,-13 17 294,-1 0 0,0 0 0,-1-1 0,-1 0 0,0 0 0,-2 0 0,0 0 0,-1-1-1,0-21 1,-12-13 1971,-1 31-451,11 22-1746,0 0 1,-1-1 0,1 1-1,-1 0 1,1 0-1,0 0 1,-1 0-1,1 0 1,-1 0-1,1 0 1,-1 0 0,1 0-1,0 0 1,-1 0-1,1 0 1,-1 0-1,1 0 1,0 0 0,-1 0-1,1 0 1,-1 0-1,1 1 1,0-1-1,-1 0 1,1 0 0,0 0-1,-1 1 1,1-1-1,0 0 1,-1 1-1,1-1 1,0 0 0,-1 1-1,1-1 1,0 0-1,0 1 1,0-1-1,-1 0 1,1 1-1,0-1 1,0 1 0,0-1-1,0 1 1,-7 13 325,1 0 1,1 1 0,1 0-1,0 0 1,1 0-1,-3 27 1,-5 26 219,-50 146-601,7-32 0,-25 186-980,77-354-287,1 1-1,0 0 1,1 0 0,2 14 0,10 28-7789,6-13-4355</inkml:trace>
</inkml:ink>
</file>

<file path=ppt/ink/ink2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2.395"/>
    </inkml:context>
    <inkml:brush xml:id="br0">
      <inkml:brushProperty name="width" value="0.035" units="cm"/>
      <inkml:brushProperty name="height" value="0.035" units="cm"/>
    </inkml:brush>
  </inkml:definitions>
  <inkml:trace contextRef="#ctx0" brushRef="#br0">51 0 12613,'-21'10'2095,"17"-8"-201,24 18 2384,-3-1-3044,23 14-908,0-3 0,2-1-1,1-2 1,1-1 0,60 23 0,-82-40-558,38 9 0,-51-15 202,0-2 0,0 1 0,0-1 0,1 0 0,-1-1 0,0 0 0,12-2 0,-17 1 27,-1 0 0,0 0 0,1 0 0,-1 0-1,0-1 1,0 0 0,0 1 0,0-1-1,0 0 1,0 0 0,-1-1 0,1 1-1,-1 0 1,1-1 0,-1 0 0,4-5-1,0-3 148,0-1 0,-1 1 0,6-17 0,1-3 604,-10 26-459,-1-1-1,1 0 1,-1 0 0,0 0-1,0 0 1,-1 0-1,0 0 1,0-10-1,2-32 2818,3 19-679,-11 184-2423,-4 37-5,-20-27 1,-76 242 0,92-359 0,-22 74 0,-119 425 0,137-480 0,-2-1 0,-3-1 0,-52 102 0,74-165 0,-1 0 0,1 1 0,0-1 0,-1 0 0,1-1 0,-1 1 0,1 0 0,-1 0 0,0-1 0,0 1 0,0 0 0,0-1 0,0 0 0,0 0 0,-3 2 0,4-3 0,-1 0 0,0 1 0,1-1 0,-1 0 0,0 0 0,1 0 0,-1 0 0,0 0 0,0 0 0,1 0 0,-1-1 0,0 1 0,1-1 0,-1 1 0,1-1 0,-4-1 0,0-1 0,0-1 0,1 0 0,-1 1 0,1-2 0,-1 1 0,1 0 0,0-1 0,1 0 0,-1 0 0,-2-6 0,-3-9 0,1 0 0,1-1 0,1 0 0,1 0 0,1 0 0,1-1 0,-1-24 0,2-3 0,2-1 0,13-90 0,-9 104 0,3-17-207,2 0 1,3 1-1,1 0 1,3 1-1,3 1 0,1 0 1,3 2-1,1 0 1,3 2-1,2 1 1,1 1-1,50-54 0,-13 29-3409,141-114 0,-6 41-6174,-96 78-285</inkml:trace>
</inkml:ink>
</file>

<file path=ppt/ink/ink2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2.616"/>
    </inkml:context>
    <inkml:brush xml:id="br0">
      <inkml:brushProperty name="width" value="0.035" units="cm"/>
      <inkml:brushProperty name="height" value="0.035" units="cm"/>
    </inkml:brush>
  </inkml:definitions>
  <inkml:trace contextRef="#ctx0" brushRef="#br0">199 17 12685,'-53'-14'2532,"42"11"-81,4 20 2507,-1-2-3420,-4 30 317,2 0 0,2 1 1,-2 65-1,5-62-1117,-32 438-294,5-108-444,26-246-3762,6-98 557,2 1-1,1 0 1,12 53-1,-11-69-9993</inkml:trace>
</inkml:ink>
</file>

<file path=ppt/ink/ink2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3.083"/>
    </inkml:context>
    <inkml:brush xml:id="br0">
      <inkml:brushProperty name="width" value="0.035" units="cm"/>
      <inkml:brushProperty name="height" value="0.035" units="cm"/>
    </inkml:brush>
  </inkml:definitions>
  <inkml:trace contextRef="#ctx0" brushRef="#br0">0 41 8017,'23'-8'1072,"0"0"-1,0 1 1,0 2 0,1 0 0,0 2 0,0 0 0,0 2 0,29 1 0,-35 2-688,-3-1-33,1 1-1,0 1 1,16 5 0,-25-6-210,-1 1 1,0 0 0,0 0 0,0 0 0,0 1 0,0 0-1,-1 0 1,1 1 0,-1-1 0,8 10 0,-9-9-62,-1 0 1,1 0-1,-1 0 1,0 0-1,0 0 1,-1 0-1,0 1 1,0 0 0,0-1-1,-1 1 1,1 0-1,-1 0 1,-1-1-1,1 1 1,-1 0-1,0 0 1,-1 0-1,1 0 1,-1 0 0,-2 9-1,-4 4 79,0-1 0,-1 0 1,-12 21-1,0-1 48,19-37-190,0 1 0,1 0 0,-1-1 0,0 1 0,1 0 0,-1-1-1,1 1 1,0 0 0,-1 0 0,1 0 0,0 0 0,0 2 0,0-3-12,1-1 1,-1 1-1,0-1 1,0 1 0,0-1-1,1 0 1,-1 1-1,0-1 1,0 1-1,1-1 1,-1 0-1,1 1 1,-1-1-1,0 0 1,1 1-1,-1-1 1,0 0 0,1 0-1,-1 1 1,1-1-1,-1 0 1,1 0-1,-1 0 1,1 0-1,-1 1 1,1-1-1,-1 0 1,2 0-1,2-1-1,0 1 0,0-1-1,0 0 1,0 0-1,0 0 1,0 0-1,-1-1 1,1 1 0,4-4-1,22-11-91,-1-2 0,0-1 0,-2-1 0,0-2 0,-2 0 0,44-51-1,-64 66 71,-1 0 0,0-1 0,-1 0 0,0 1 0,0-1 0,-1 0 0,0 0 0,0-1-1,0-8 1,-1 12 9,-1 1-9,-1 4 27,0-1 1,1 0-1,-1 1 0,0-1 1,0 1-1,0-1 0,0 1 1,0-1-1,0 1 1,-1 0-1,1 0 0,0-1 1,0 1-1,0 0 0,0 0 1,-2 0-1,-4 1 115,-1 0 0,1 0 0,0 0-1,0 1 1,0 0 0,0 1 0,0 0-1,0 0 1,0 0 0,1 1 0,0 0 0,-1 0-1,2 0 1,-1 1 0,0 0 0,1 0 0,0 1-1,0-1 1,1 1 0,-6 9 0,4-6 3,2-1 1,-1 1-1,1 0 1,1 1 0,-1-1-1,2 1 1,-1-1-1,1 1 1,1 0 0,-1 20-1,2-24-128,1 1-1,0 0 0,1-1 1,-1 1-1,1 0 1,0-1-1,1 0 0,0 1 1,0-1-1,0 0 1,1-1-1,-1 1 0,1 0 1,1-1-1,-1 0 0,11 9 1,-2-3-368,1-1 0,0 0 0,1-1 0,0 0 0,0-1 0,1-1 0,0-1 1,1 0-1,-1-1 0,19 3 0,-9-3-1087,0-1 0,28 0 0,-23-4-2694,43-5 0,-21-1-3412</inkml:trace>
</inkml:ink>
</file>

<file path=ppt/ink/ink2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3.376"/>
    </inkml:context>
    <inkml:brush xml:id="br0">
      <inkml:brushProperty name="width" value="0.035" units="cm"/>
      <inkml:brushProperty name="height" value="0.035" units="cm"/>
    </inkml:brush>
  </inkml:definitions>
  <inkml:trace contextRef="#ctx0" brushRef="#br0">0 64 10105,'15'-3'607,"-10"2"283,-6 2 174,0 0-830,-1 0 0,1 0 0,0 0 0,0 0 0,-1 0-1,1 0 1,0 0 0,0 0 0,0 1 0,0-1 0,1 0 0,-2 3 0,1 0-36,0-1 0,1 1 0,0-1 0,0 0 1,0 1-1,0-1 0,0 1 0,1-1 0,-1 0 0,1 1 0,2 5 1,18 42 1147,-11-30-1044,-1 3 16,-2 0 0,0 0 0,-1 1 0,4 41 0,-4 98 336,-7-144-503,-1 0 0,0 1 0,-11 37 0,12-54 517,4-6-389,4-2-182,-1-1-1,1 0 1,-1 0-1,0 0 1,0-1-1,-1 0 1,0 0-1,5-8 1,38-63 279,-18 26-243,143-216-2525,-104 182-837,-28 38-309,-12 13-1465,3 7-2757</inkml:trace>
</inkml:ink>
</file>

<file path=ppt/ink/ink2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4.363"/>
    </inkml:context>
    <inkml:brush xml:id="br0">
      <inkml:brushProperty name="width" value="0.035" units="cm"/>
      <inkml:brushProperty name="height" value="0.035" units="cm"/>
    </inkml:brush>
  </inkml:definitions>
  <inkml:trace contextRef="#ctx0" brushRef="#br0">38 101 13013,'-4'-8'507,"-22"-49"4315,25 54-3991,-1 0 0,1 1 0,0-1 0,1 0 0,-1 0 0,0-1 0,1 1 0,-1 0 0,1-6 4824,7 65-5210,17 215 401,-19-162-846,15 219 0,-8-139-3742,2 13-2299,-13-196 431,4-3 3094,-3-2 458,9 7-7758</inkml:trace>
</inkml:ink>
</file>

<file path=ppt/ink/ink2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6.137"/>
    </inkml:context>
    <inkml:brush xml:id="br0">
      <inkml:brushProperty name="width" value="0.035" units="cm"/>
      <inkml:brushProperty name="height" value="0.035" units="cm"/>
    </inkml:brush>
  </inkml:definitions>
  <inkml:trace contextRef="#ctx0" brushRef="#br0">1 60 7445,'21'-26'1903,"-21"26"-1837,0-1 0,0 1 0,1-1 0,-1 1 0,0 0-1,0-1 1,1 1 0,-1 0 0,0 0 0,0-1 0,1 1 0,-1 0 0,1 0-1,-1-1 1,0 1 0,1 0 0,-1 0 0,0 0 0,1 0 0,-1-1 0,1 1 0,-1 0-1,0 0 1,1 0 0,0 0 0,103-12 5636,23-3-2683,-116 14-2846,1 1-1,0 1 1,0 0-1,0 0 1,-1 1-1,1 1 0,-1 0 1,1 0-1,13 7 1,-23-10-150,0 1 0,-1 0 1,1 0-1,0-1 0,-1 1 1,1 0-1,-1 0 0,1 1 1,-1-1-1,1 0 0,-1 0 1,0 1-1,0-1 0,1 1 1,-1-1-1,0 1 0,0-1 1,-1 1-1,1 0 0,0-1 1,0 1-1,0 2 0,-1-2-1,0 1 0,-1-1-1,1 0 1,0 0 0,-1 1 0,1-1-1,-1 0 1,0 0 0,0 0 0,0 0-1,0 0 1,0 0 0,0 0-1,0 0 1,-3 2 0,-4 5 46,0-1 1,0 0-1,-1 0 0,0-1 0,-18 10 1,-110 50 244,47-25-298,53-29-25,23-9-2578,4 0-6864,26-13 1357</inkml:trace>
</inkml:ink>
</file>

<file path=ppt/ink/ink2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6.452"/>
    </inkml:context>
    <inkml:brush xml:id="br0">
      <inkml:brushProperty name="width" value="0.035" units="cm"/>
      <inkml:brushProperty name="height" value="0.035" units="cm"/>
    </inkml:brush>
  </inkml:definitions>
  <inkml:trace contextRef="#ctx0" brushRef="#br0">133 1 8861,'0'0'7528,"-3"1"-6213,-3 2-1049,0 0-1,1 1 0,0-1 1,0 1-1,0 0 1,0 0-1,0 1 0,1 0 1,0-1-1,0 2 0,0-1 1,-4 10-1,-4 6 120,2 0-1,-10 27 1,-1 10 15,20-55-275,4-4-9,7-1 178,0-1 0,0 0 1,-1-1-1,1 0 0,-1 0 1,10-7-1,-6 4 267,-11 6-84,17-7 165,-13 6-728,-1 1-1,1 1 0,-1-1 1,1 1-1,0-1 1,-1 2-1,1-1 0,-1 1 1,1 0-1,0 0 1,-1 0-1,0 1 1,11 4-1,28 14-3869,-7 3-5179,-18-12-267</inkml:trace>
</inkml:ink>
</file>

<file path=ppt/ink/ink2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6.980"/>
    </inkml:context>
    <inkml:brush xml:id="br0">
      <inkml:brushProperty name="width" value="0.035" units="cm"/>
      <inkml:brushProperty name="height" value="0.035" units="cm"/>
    </inkml:brush>
  </inkml:definitions>
  <inkml:trace contextRef="#ctx0" brushRef="#br0">0 128 9925,'9'-6'842,"1"1"259,-3-2 3393,-6 9-4172,0 0-1,0 0 0,0 0 1,0 0-1,1 0 0,-1-1 1,1 1-1,-1-1 0,1 1 1,2 1-1,8 6-78,-1 1-1,-1 1 1,0 0-1,-1 0 0,0 1 1,0 0-1,-1 0 1,-1 1-1,0 0 1,-1 0-1,0 1 1,-1 0-1,6 24 0,8 13-9,-19-49-233,1-1 0,-1 0 0,0 0 0,1 1 0,-1-1 0,1 0 0,0 0 0,-1 0 0,1 0 0,0 0 0,0 0 0,0 0 0,0 0 0,0 0 0,0 0 0,0 0 0,0 0 0,0-1 0,0 1 0,0 0 0,0-1 0,1 1 0,-1-1 0,0 0 0,0 1 0,1-1 0,-1 0 0,0 1 0,0-1 1,1 0-1,-1 0 0,0 0 0,1 0 0,-1-1 0,0 1 0,1 0 0,-1 0 0,0-1 0,0 1 0,1-1 0,-1 1 0,0-1 0,0 0 0,2-1 0,5-2-194,1-1 0,-2 0 0,1 0 0,-1-1 0,9-8 0,39-37-2866,3 2 0,67-43 0,-31 21 1852,-36 21 3172,-51 32-281,-7 17-1607,0 0-1,0 1 0,0-1 1,0 0-1,0 1 0,0-1 1,0 0-1,1 0 0,-1 1 1,0-1-1,0 0 1,1 1-1,-1-1 0,0 0 1,1 1-1,-1-1 0,1 1 1,-1-1-1,1 1 0,-1-1 1,1 1-1,0-1 1,-20-3 1805,17 3-1829,1 1 0,0-1 1,0 1-1,-1-1 0,1 1 0,-1 0 0,1 0 0,0 0 0,-1 0 0,1 0 0,0 0 0,-1 0 1,1 0-1,-1 0 0,1 1 0,0-1 0,0 1 0,-3 0 0,-12 7 161,1 1 0,0 1 0,0 0 0,1 1 0,0 0 0,1 1 0,1 1 0,0 0 0,-15 20 0,-6 7-284,31-38 74,5 5 12,-4-6-13,1-1 0,0 1 0,0 0 0,0 0 0,1 0 0,-1-1 0,0 1 0,0 0 1,0 0-1,0-1 0,1 1 0,-1 0 0,0 0 0,1-1 0,-1 1 0,1 0 0,-1-1 1,1 1-1,-1-1 0,1 1 0,-1 0 0,1-1 0,0 1 0,-1-1 0,1 0 0,0 1 1,-1-1-1,2 1 0,72-5 127,-36 2 327,38 2 0,-65 0-1132,0 1 0,0 1 1,0 0-1,0 1 0,0 0 1,0 0-1,19 10 0,-14-5-5101,-7-5 3752,13 8-5187</inkml:trace>
</inkml:ink>
</file>

<file path=ppt/ink/ink2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7.807"/>
    </inkml:context>
    <inkml:brush xml:id="br0">
      <inkml:brushProperty name="width" value="0.035" units="cm"/>
      <inkml:brushProperty name="height" value="0.035" units="cm"/>
    </inkml:brush>
  </inkml:definitions>
  <inkml:trace contextRef="#ctx0" brushRef="#br0">16 304 6437,'7'-9'3618,"-13"12"2885,-7 6-715,9-3-6462,5 6 801,0 1 0,1 0 0,0-1 0,1 1 0,1-1 0,0 0 0,11 23 0,-12-30-120,0-1 1,0 1-1,1-1 0,-1 1 1,1-1-1,6 4 0,-8-6 5,19-2-35,37-10 39,-55 9-69,29-2 84,-10 6 38,57 0-972,-59-3 755,-17 0 65,2 0 22,47 0-77,-25 0 214,1 0 0,-1-2 0,1-1 0,-1-2-1,41-11 1,-58 13-108,12-3-112,-1-2-1,26-13 1,-40 18 114,0-2 0,-1 1 0,1 0 0,-1-1 1,0 0-1,-1-1 0,1 1 0,-1-1 1,0 0-1,5-9 0,8-26 175,-17 38 567,-4 5-677,0 0 0,1 0 0,-1 0 0,1 1 0,0-1 0,-1 0 0,1 1 0,-3 5 0,5-8-25,-3 5 8,1-1-1,-1 1 1,1-1-1,0 1 1,0 0-1,1-1 1,-1 1 0,1 0-1,1 0 1,-1 0-1,0 0 1,1 0 0,0 0-1,0 0 1,1 0-1,0 6 1,0-8-45,0 0 1,-1 0 0,1 0-1,0 0 1,0 0-1,1 0 1,-1-1-1,0 1 1,1 0 0,0-1-1,0 1 1,0-1-1,0 0 1,0 1-1,0-1 1,0 0 0,1 0-1,-1-1 1,1 1-1,-1 0 1,1-1-1,0 0 1,0 1 0,0-1-1,0 0 1,3 1-1,1-2-69,-1 1 0,0-1 0,0 0-1,1 0 1,-1 0 0,0-1 0,0 0-1,0-1 1,0 1 0,0-1-1,0 0 1,0 0 0,0-1 0,-1 0-1,1 0 1,-1 0 0,0-1 0,0 0-1,0 0 1,-1 0 0,1 0 0,-1-1-1,0 0 1,5-7 0,8-13-67,-2 0 0,-1-1 0,21-53 1,-25 56 103,17-42 240,43-90 1243,-68 152-604,-1 6-579,1 9-173,0 0-1,0 1 1,-1-1 0,-1 1-1,0-1 1,-2 13-1,1-5-989,2 38 1,1-40-246,2 15-916,0-7-4905,-1-12 143</inkml:trace>
</inkml:ink>
</file>

<file path=ppt/ink/ink2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8.057"/>
    </inkml:context>
    <inkml:brush xml:id="br0">
      <inkml:brushProperty name="width" value="0.035" units="cm"/>
      <inkml:brushProperty name="height" value="0.035" units="cm"/>
    </inkml:brush>
  </inkml:definitions>
  <inkml:trace contextRef="#ctx0" brushRef="#br0">2 85 5865,'0'-1'147,"0"1"1,0 0-1,0 0 1,0 0-1,-1-1 0,1 1 1,0 0-1,0-1 1,0 1-1,0 0 1,0 0-1,0-1 1,0 1-1,0 0 1,0-1-1,0 1 1,0 0-1,0-1 1,0 1-1,0 0 1,0 0-1,0-1 1,0 1-1,0 0 1,0-1-1,0 1 1,0 0-1,1 0 1,-1-1-1,0 1 1,0 0-1,0 0 1,0-1-1,1 1 1,-1 0-1,0 0 1,0 0-1,1-1 1,17-8 2229,37-7-2239,-30 9 641,64-18 309,-69 9 1625,-31 33-1434,-8 16-605,19-32-657,-1 0 0,0 0 0,1 0-1,-1 0 1,1 1 0,-1-1 0,1 0 0,0 0-1,-1 0 1,1 0 0,0 0 0,0 1 0,0-1-1,0 0 1,0 0 0,0 0 0,0 1 0,0-1-1,0 0 1,1 0 0,-1 0 0,1 2 0,1 3 20,-2-2-116,0-1-1,0 1 0,1 0 0,0 0 0,0-1 1,0 1-1,0 0 0,0-1 0,1 1 1,-1-1-1,1 1 0,0-1 0,0 0 1,1 0-1,-1 0 0,1 0 0,-1 0 1,1 0-1,4 3 0,28 12-3201,6-5-3304,-28-10-59</inkml:trace>
</inkml:ink>
</file>

<file path=ppt/ink/ink2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8.305"/>
    </inkml:context>
    <inkml:brush xml:id="br0">
      <inkml:brushProperty name="width" value="0.035" units="cm"/>
      <inkml:brushProperty name="height" value="0.035" units="cm"/>
    </inkml:brush>
  </inkml:definitions>
  <inkml:trace contextRef="#ctx0" brushRef="#br0">51 0 7045,'-4'5'528,"3"-4"-276,-1 0 0,1 1 0,0-1 0,0 0 0,0 0 0,1 0 1,-1 1-1,0-1 0,0 0 0,1 1 0,-1-1 0,0 2 0,18 40 3097,-15-23-2915,-1 0 0,-1 0 0,0 0-1,-4 26 1,-20 72 1431,23-112-1659,-1-1 1,0 0-1,0 1 1,0-1-1,-1 0 1,-4 7-1,1-3 225,4-6 1181,6-5-1363,18-15-584,-1-2-1,-1 0 1,-1-1 0,0 0-1,19-30 1,-28 38-535,10-10-2082,-9 11-1807,-1-3-3634</inkml:trace>
</inkml:ink>
</file>

<file path=ppt/ink/ink2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9.140"/>
    </inkml:context>
    <inkml:brush xml:id="br0">
      <inkml:brushProperty name="width" value="0.035" units="cm"/>
      <inkml:brushProperty name="height" value="0.035" units="cm"/>
    </inkml:brush>
  </inkml:definitions>
  <inkml:trace contextRef="#ctx0" brushRef="#br0">10 15 15141,'-1'-2'61,"-8"-10"8916,11 24-429,0-1-10207,18 150 2471,-2 168 1,-12-179-739,-3 36-73,-2-77-4,17 136 0,-15-229-702,0 0 0,1 0 0,10 28 0,9-5-4434,-19-34 3721,0 0 0,1 0-1,0 0 1,0-1 0,6 5 0,26 12-11892</inkml:trace>
</inkml:ink>
</file>

<file path=ppt/ink/ink2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49.596"/>
    </inkml:context>
    <inkml:brush xml:id="br0">
      <inkml:brushProperty name="width" value="0.035" units="cm"/>
      <inkml:brushProperty name="height" value="0.035" units="cm"/>
    </inkml:brush>
  </inkml:definitions>
  <inkml:trace contextRef="#ctx0" brushRef="#br0">14 181 14305,'-13'-2'2349,"20"-1"560,28-3-683,152-2-969,-5 0-1531,673-104-1212,-844 111 1567,89-24 1364,-42 10 487,-54 15 38,-1 20-1029,-1-7-843,0 0 0,1 0 0,1 0 0,0 0 0,0-1 0,1 1 0,1-1 0,0-1 0,1 1 0,0-1 0,1 0 0,0 0 0,1-1 0,15 15 0,-11-13-154,0 0 0,1-1 0,1 0 0,-1-1-1,2-1 1,-1 0 0,1-1 0,1-1 0,-1-1 0,1 0-1,23 5 1,-12-8-156,1 0 1,-1-2-1,0-1 0,0-1 0,41-7 0,-56 5 267,-1 1-1,1-2 0,0 1 1,-1-2-1,0 0 0,0 0 1,-1-1-1,1 0 0,-1-1 1,0-1-1,-1 0 0,0 0 1,0-1-1,8-9 0,71-79 4640,-88 96-4691,-1 1-1,0-1 1,0 1 0,1-1-1,-1 1 1,1-1-1,-1 1 1,0 0 0,1-1-1,-1 1 1,1-1 0,-1 1-1,1 0 1,-1 0 0,0-1-1,1 1 1,0 0-1,-1 0 1,1 0 0,-1-1-1,1 1 1,-1 0 0,1 0-1,-1 0 1,1 0-1,-1 0 1,1 0 0,0 0-1,-1 0 1,1 0 0,-1 0-1,1 1 1,-1-1 0,1 0-1,-1 0 1,2 1 0,2 7-23,-1-2 22,-1 1 1,1 0-1,-1 0 0,0 0 0,-1 0 1,0 0-1,0 0 0,0 0 0,-1 0 1,0 1-1,0-1 0,-1 0 1,-2 11-1,2-6-52,0 1 1,1 0-1,1 14 1,5 2-982,3 14-4441,-9-40 4754,0 0 1,1 0 0,-1 0-1,1-1 1,0 1 0,0 0 0,0 0-1,0 0 1,0-1 0,1 1-1,-1 0 1,1-1 0,0 0-1,-1 1 1,5 3 0,26 24-10920</inkml:trace>
</inkml:ink>
</file>

<file path=ppt/ink/ink2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50.095"/>
    </inkml:context>
    <inkml:brush xml:id="br0">
      <inkml:brushProperty name="width" value="0.035" units="cm"/>
      <inkml:brushProperty name="height" value="0.035" units="cm"/>
    </inkml:brush>
  </inkml:definitions>
  <inkml:trace contextRef="#ctx0" brushRef="#br0">25 20 13701,'-25'-20'11075,"35"51"-9434,-3-21-1531,0 0 0,1 0-1,0 0 1,1-1 0,0 0 0,0-1-1,1 0 1,0 0 0,1-1 0,-1 0 0,1-1-1,1 0 1,12 4 0,5 4-56,-2 1 1,0 1-1,0 2 1,29 24-1,30 21-44,-82-60-9,1 0 0,-1 0 0,1-1 0,0 0 0,0 0 0,0 0 0,0 0 0,0-1 0,0 0 0,0 0 0,1 0 0,-1-1 1,0 1-1,0-1 0,1-1 0,-1 1 0,0-1 0,0 0 0,1 0 0,-1 0 0,0-1 0,0 0 0,0 0 0,-1 0 0,1 0 0,0-1 0,-1 0 0,0 0 0,1 0 0,-1-1 0,0 1 0,-1-1 0,1 0 0,-1 0 0,0 0 1,4-5-1,0-1 235,0 1 0,1 0 0,0 0 0,0 1 0,1 1 0,0-1 0,1 1 0,0 1 0,15-9 0,-17 11-72,1 0 0,0 0 0,1 1 0,-1 0 0,0 1 0,1 0 0,0 0 0,-1 1 0,1 0 0,0 1 0,0 0 0,9 1 0,137 28-164,-121-22 0,0-1 0,48 0 0,-57-6-2,-10 0-22,20-9-41,-6 7-111,-28 2 63,-2 2 28,0 9-1360,1 1 1,0-1 0,6 21 0,-6-29-1511,11 12-7424,1 2 172</inkml:trace>
</inkml:ink>
</file>

<file path=ppt/ink/ink2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50.251"/>
    </inkml:context>
    <inkml:brush xml:id="br0">
      <inkml:brushProperty name="width" value="0.035" units="cm"/>
      <inkml:brushProperty name="height" value="0.035" units="cm"/>
    </inkml:brush>
  </inkml:definitions>
  <inkml:trace contextRef="#ctx0" brushRef="#br0">1 29 13073,'0'-23'2116,"16"18"2781,3 5-4485,3 0-296,-6 17-416,6 11-500,-3 1-492,-9 5-296,-1-2-157,-2 5-515,2 0-1420,-6 6-2285</inkml:trace>
</inkml:ink>
</file>

<file path=ppt/ink/ink2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50.657"/>
    </inkml:context>
    <inkml:brush xml:id="br0">
      <inkml:brushProperty name="width" value="0.035" units="cm"/>
      <inkml:brushProperty name="height" value="0.035" units="cm"/>
    </inkml:brush>
  </inkml:definitions>
  <inkml:trace contextRef="#ctx0" brushRef="#br0">1 197 9245,'16'-6'1728,"1"-1"0,-1 0 0,0-1 0,25-18 0,9-11 951,-33 24-2016,0 0 1,21-10-1,-33 20-535,17-8 357,-1 0 0,36-12 1,-49 21-440,-1 0 1,0 1-1,0-1 1,1 1-1,-1 1 1,1 0-1,-1 0 1,0 0-1,1 1 1,-1 0-1,0 0 1,12 4-1,-6 0-21,-1 1 0,-1 0 0,1 0 0,11 10-1,-15-10-110,2 0-1,-1 0 0,1-1 1,0 0-1,0-1 0,20 7 1,-19-9-25,0 0 1,0 0 0,1-1 0,-1 0 0,0-1 0,1-1 0,-1 0 0,0 0 0,1-1 0,-1 0 0,0-1 0,0 0 0,0-1 0,15-8 0,-25 12 121,0-1 1,0 1-1,0 0 1,-1-1-1,1 1 1,0-1-1,0 1 1,-1-1-1,1 1 1,0-1-1,-1 0 1,1 1-1,0-1 1,-1 0-1,1 1 1,-1-1-1,1 0 1,-1 0-1,0 0 1,1 0-1,-1 1 1,0-1-1,1 0 1,-1 0-1,0 0 1,0 0-1,0 0 1,0-1-1,0 1 5,0 0 1,-1 0-1,1 0 0,-1 1 1,1-1-1,0 0 0,-1 0 0,0 1 1,1-1-1,-1 0 0,1 1 1,-1-1-1,0 1 0,1-1 0,-1 1 1,0-1-1,0 1 0,1-1 1,-1 1-1,0 0 0,0-1 1,-1 1-1,-5-1 88,1 0-1,-1 1 1,0 0 0,1 0 0,-1 0 0,0 1 0,1 0-1,-1 1 1,1-1 0,-1 1 0,1 0 0,0 1-1,-8 4 1,3-2 79,0 1 0,1 0 0,0 1 0,0 0 0,1 1-1,-10 10 1,19-17-162,0 1 0,-1 0 0,1-1 0,0 1 0,0-1 0,0 1 0,0 0 0,0-1 0,0 1 0,1 0 0,-1-1 0,1 1 0,-1-1 0,1 1 0,-1 0 0,1-1 0,0 1 0,1 1 0,0-1-10,0-1-1,0 0 0,0 1 1,0-1-1,0 0 1,0 0-1,0 0 1,1 0-1,-1 0 1,0-1-1,1 1 1,-1-1-1,0 0 1,5 1-1,35-2-9,-35 1 4,24-2 81,1-2 1,33-8 0,4-1 708,-68 14-766,0-1 0,0 0 0,0 1 0,0-1 0,0 1 0,-1-1 1,1 1-1,0-1 0,0 1 0,0-1 0,-1 1 0,1 0 0,0 0 1,-1-1-1,1 1 0,-1 0 0,1 0 0,-1 0 0,1-1 0,0 3 1,0-1 60,3 3-35,-1 0 0,0 0 0,-1 0 0,1 0 0,-1 1 0,0-1 0,0 1 0,0-1 0,-1 1 0,0 0 0,0-1 0,0 8 0,-1 11 71,-3 39 1,1-35-25,-1 238-3250,9-178-1556,4 0-3682,-4-39-1831</inkml:trace>
</inkml:ink>
</file>

<file path=ppt/ink/ink2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50.828"/>
    </inkml:context>
    <inkml:brush xml:id="br0">
      <inkml:brushProperty name="width" value="0.035" units="cm"/>
      <inkml:brushProperty name="height" value="0.035" units="cm"/>
    </inkml:brush>
  </inkml:definitions>
  <inkml:trace contextRef="#ctx0" brushRef="#br0">0 264 12321,'13'-49'2428,"9"18"237,-9 19-145,0-5-408,15-9-336,1 9-288,31-17 625,-34 17-1329,-14 11-220,7-8-336,0 2-832,4 4-601,2-1-811,-12 4-7729,3-1-2700</inkml:trace>
</inkml:ink>
</file>

<file path=ppt/ink/ink2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0.510"/>
    </inkml:context>
    <inkml:brush xml:id="br0">
      <inkml:brushProperty name="width" value="0.035" units="cm"/>
      <inkml:brushProperty name="height" value="0.035" units="cm"/>
    </inkml:brush>
  </inkml:definitions>
  <inkml:trace contextRef="#ctx0" brushRef="#br0">572 71 4452,'-10'-15'1307,"10"15"-1266,0-1 1,0 1 0,0-1 0,0 1 0,0 0 0,0-1 0,0 1 0,0-1 0,1 1 0,-1 0 0,0-1 0,0 1 0,0 0 0,0-1 0,1 1 0,-1-1-1,0 1 1,1 0 0,-1 0 0,0-1 0,0 1 0,1 0 0,-1 0 0,1-1 0,-1 1 0,0 0 0,1 0 0,-1 0 0,1-1 0,2 0 1031,-4-3-428,-1 1 0,1-1 0,0 1 0,-1-1 0,0 1 0,0 0 0,0 0 0,0 0 0,0 0 0,-6-5 0,6 5-616,-8 22 1965,-159 386 2882,93-206-4062,-14 34-692,-29 77-2773,55-99-6410,47-141 737</inkml:trace>
</inkml:ink>
</file>

<file path=ppt/ink/ink2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1.203"/>
    </inkml:context>
    <inkml:brush xml:id="br0">
      <inkml:brushProperty name="width" value="0.035" units="cm"/>
      <inkml:brushProperty name="height" value="0.035" units="cm"/>
    </inkml:brush>
  </inkml:definitions>
  <inkml:trace contextRef="#ctx0" brushRef="#br0">1345 110 6345,'50'-7'1398,"1"2"0,59 1 1,104 13 546,-18 0-1255,-47-7-450,915-6 414,644-99-1258,-1688 101 585,-3 0 10,0 0 1,0 2-1,0 0 1,26 3 0,-39-2 16,0-1 1,0 1 0,0 0 0,0 1 0,0-1-1,0 1 1,0 0 0,-1-1 0,1 2-1,-1-1 1,1 0 0,-1 1 0,0 0 0,0-1-1,0 1 1,-1 0 0,1 1 0,0-1 0,-1 0-1,0 1 1,0-1 0,0 1 0,0 0-1,1 5 1,1 6 78,0 1 1,-1 1-1,-1-1 0,0 0 0,-2 29 0,-11 88 373,2-44-229,5-32-113,-14 636 864,38-491-826,48 213 1,-60-370-161,9 37-32,5 89-1,-20-147 41,-1 1-1,-2-1 1,0 1 0,-2-1-1,0 0 1,-2 0-1,0 0 1,-12 29-1,11-40-50,-1-1-1,0 0 0,-1 0 0,0-1 0,-1 0 0,0 0 0,0-1 0,-1-1 0,-1 1 0,0-1 0,0-1 0,-1 0 0,1-1 0,-2 0 0,1-1 0,-19 7 0,-17 4-441,-1-2 0,-1-1 0,-53 6 1,-357 32-1575,256-35 1655,-474 36 1251,-1108-55 0,1453-23 973,-644-133-1,952 152-1764,-20-4 58,-62-23 0,97 29-97,0 0 0,0 0-1,1-1 1,-1-1 0,1 0-1,0 0 1,0 0 0,1-1-1,0-1 1,0 1 0,-10-15-1,17 20-43,0 0 0,0 1 0,1-1 0,-1 0 0,1 0-1,0 0 1,-1 0 0,1 0 0,0 0 0,0 1 0,0-1 0,0 0-1,1 0 1,-1 0 0,0 0 0,1 0 0,0 0 0,-1 1 0,1-1-1,0 0 1,0 0 0,0 1 0,0-1 0,0 1 0,0-1 0,3-2-1,2-4-178,1 1-1,0-1 0,12-8 0,6-2-773,0 1 1,1 1-1,1 1 1,1 1-1,0 2 1,31-10-1,43-8-4114</inkml:trace>
</inkml:ink>
</file>

<file path=ppt/ink/ink2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15.571"/>
    </inkml:context>
    <inkml:brush xml:id="br0">
      <inkml:brushProperty name="width" value="0.035" units="cm"/>
      <inkml:brushProperty name="height" value="0.035" units="cm"/>
    </inkml:brush>
  </inkml:definitions>
  <inkml:trace contextRef="#ctx0" brushRef="#br0">164 1 5180,'-24'39'2142,"3"2"0,-27 70-1,17-49-703,25-53-1068,1 1-1,0 0 0,0 0 1,1 0-1,0 1 1,1 0-1,-4 16 1,7-26-318,0 0 0,0 0 0,0 0 1,0-1-1,0 1 0,0 0 0,0 0 1,0-1-1,0 1 0,0 0 0,0 0 0,0-1 1,1 1-1,-1 0 0,0 0 0,0-1 1,1 1-1,-1 0 0,1-1 0,-1 1 0,1-1 1,-1 1-1,1 0 0,-1-1 0,1 1 0,-1-1 1,1 1-1,0-1 0,-1 0 0,1 1 1,0-1-1,-1 0 0,1 1 0,0-1 0,-1 0 1,1 0-1,0 1 0,0-1 0,0 0 1,-1 0-1,1 0 0,0 0 0,0 0 0,0 0 1,3-1-15,-1 1 0,1-1 0,-1 0 0,0 0 0,0 0 0,0 0 0,1-1 0,-1 1 0,0-1 0,4-3 0,70-50-391,1 4 1,120-59-1,59 2-7956,-158 74 1893</inkml:trace>
</inkml:ink>
</file>

<file path=ppt/ink/ink2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16.680"/>
    </inkml:context>
    <inkml:brush xml:id="br0">
      <inkml:brushProperty name="width" value="0.035" units="cm"/>
      <inkml:brushProperty name="height" value="0.035" units="cm"/>
    </inkml:brush>
  </inkml:definitions>
  <inkml:trace contextRef="#ctx0" brushRef="#br0">55 6 11369,'-16'-5'5861,"17"8"-4125,-1 4-1178,0 0 1,0 0-1,0 0 1,-1-1 0,0 1-1,0 0 1,-1 0-1,1 0 1,-6 11 0,-6 28 845,7-16-913,2 1 1,2 0 0,0 0 0,3 0 0,3 33-1,0-38-867,0 1 0,2-1-1,14 36 1,-4-15-1418,6 16-2659,-2-20-4211,-2-10-842</inkml:trace>
</inkml:ink>
</file>

<file path=ppt/ink/ink2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17.226"/>
    </inkml:context>
    <inkml:brush xml:id="br0">
      <inkml:brushProperty name="width" value="0.035" units="cm"/>
      <inkml:brushProperty name="height" value="0.035" units="cm"/>
    </inkml:brush>
  </inkml:definitions>
  <inkml:trace contextRef="#ctx0" brushRef="#br0">48 23 12165,'-17'47'3344,"12"-37"-2525,1 1 1,0 0-1,0 0 1,1 0-1,-2 17 1,3 3-146,0-19-484,1 0 0,0-1-1,1 1 1,0 0 0,1-1 0,1 1-1,2 12 1,2-4-62,2 11 149,15 35 0,-19-57-245,0 0 1,1 0 0,0-1 0,0 0-1,1 0 1,0 0 0,1 0-1,7 6 1,-13-13-38,1 0 0,-1 0 0,0 0 0,1 0 0,-1-1-1,1 1 1,-1-1 0,1 1 0,0-1 0,-1 1 0,1-1 0,-1 0 0,1 0 0,0 0-1,-1 0 1,1 0 0,0 0 0,-1 0 0,1-1 0,-1 1 0,1 0 0,0-1 0,-1 1-1,1-1 1,-1 0 0,1 0 0,2-1 0,0-1-34,1 0 1,-1-1-1,1 1 1,-1-1-1,0 0 0,-1 0 1,5-4-1,5-13-72,0 0 0,-2-1 0,12-30 0,-11 24-59,26-45-1,-17 39 26,1 2-1,39-43 1,-52 65 127,0 1-1,1 0 1,0 1-1,0 0 1,1 1 0,0 0-1,0 0 1,1 2-1,0-1 1,0 1-1,14-3 1,-17 6 32,-1 1 0,0 0 0,1 1 0,-1 0 0,1 0 0,-1 1 0,0 0 0,1 0 0,-1 1 0,0 0 0,0 0 0,0 1-1,0 0 1,0 1 0,-1 0 0,13 8 0,-13-6 23,1 0-1,-2 0 0,1 1 0,-1 0 1,0 1-1,0-1 0,-1 1 1,0 0-1,0 0 0,-1 0 0,0 1 1,-1 0-1,1 0 0,-2 0 0,4 18 1,-2 5 98,-1 1 1,-2 0-1,-4 40 0,1-5 51,1-9-108,-1-37-17,2 0 1,0 0 0,4 27-1,-2-41-44,0 0 0,0 0 0,1-1-1,0 1 1,0 0 0,0-1 0,1 0 0,1 0-1,-1 0 1,1 0 0,0-1 0,8 9-1,-1-5 15,-1-1 0,1 1-1,0-2 1,1 0-1,0-1 1,0 0-1,1 0 1,0-2-1,0 0 1,0 0-1,25 3 1,-6-3-25,1-1 0,-1-2 1,1-1-1,37-5 1,-54 3 5,0-1 0,0-1 1,0-1-1,-1 0 0,1-1 0,-1-1 1,0-1-1,-1 0 0,0-1 1,0 0-1,0-1 0,-1-1 1,15-13-1,-20 14 8,-1 0-1,1 0 1,-1-1 0,-1 0 0,0 0-1,-1-1 1,0 1 0,0-2-1,-1 1 1,0 0 0,-1-1-1,-1 0 1,0 0 0,0 0-1,-1-1 1,-1 1 0,0 0 0,-1-22-1,-2 15 1,-1 1 0,-1-1-1,0 1 1,-1-1 0,-1 1-1,-1 1 1,0-1 0,-2 1 0,0 1-1,0-1 1,-2 1 0,-19-23-1,13 20-47,0 1 0,-1 1 1,-1 1-1,0 0 0,-1 1 0,-1 1 0,-1 1 0,1 1 0,-26-10 0,-34-8-1265,63 25-347,0 1 0,-30-4 0,0 3-6461,31 13 690</inkml:trace>
</inkml:ink>
</file>

<file path=ppt/ink/ink2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17.836"/>
    </inkml:context>
    <inkml:brush xml:id="br0">
      <inkml:brushProperty name="width" value="0.035" units="cm"/>
      <inkml:brushProperty name="height" value="0.035" units="cm"/>
    </inkml:brush>
  </inkml:definitions>
  <inkml:trace contextRef="#ctx0" brushRef="#br0">193 64 7505,'0'-3'2054,"6"-26"5111,-7 26-5752,0 1-980,1 0 1,-1 0-1,0 0 0,0 1 0,0-1 1,0 0-1,-1 0 0,1 1 1,0-1-1,-1 0 0,1 1 0,-1 0 1,-2-3-1,3 4-323,-1-1 0,1 1-1,0-1 1,-1 1 0,1 0 0,0 0-1,-1 0 1,1 0 0,-1 0 0,1 0 0,0 0-1,-1 0 1,1 0 0,0 0 0,-1 1 0,1-1-1,0 1 1,-1-1 0,1 1 0,0-1-1,0 1 1,-1 0 0,1 0 0,0-1 0,0 1-1,-1 1 1,-2 2 28,1 1-1,-1-1 1,1 1-1,0-1 1,0 1-1,1 0 1,-1 0-1,1 1 1,-3 8-1,2-5 36,-74 228 2333,67-193-2252,2 0 0,2 0 0,-1 68 0,7-95-226,2-1 0,-1 0 0,2 0 0,0 0 0,1 0 0,1 0 0,0-1 0,1 0 0,0 0 0,11 16 0,-14-25-29,0-1 1,1 0 0,0 1 0,0-1 0,0-1 0,1 1 0,-1 0-1,1-1 1,0 0 0,0 0 0,1-1 0,-1 0 0,1 0 0,0 0-1,0 0 1,0-1 0,0 0 0,0 0 0,0-1 0,0 1 0,1-1-1,-1-1 1,1 1 0,-1-1 0,0 0 0,1-1 0,-1 0-1,12-2 1,-10 0 0,-1 1-1,0-1 1,0 0-1,0-1 1,0 0 0,-1 0-1,1-1 1,-1 1-1,0-1 1,0-1-1,-1 1 1,0-1-1,0 0 1,0 0-1,0-1 1,-1 1-1,0-1 1,-1 0-1,5-11 1,3-10-4,-2-1-1,-1 0 1,8-54 0,-13 60-157,-1 0 1,-1 0 0,-1-1 0,-1 1 0,-1 0 0,-1 0-1,-1 0 1,-1 0 0,-1 1 0,-1 0 0,-1 0 0,-1 0-1,-1 1 1,-1 0 0,-1 1 0,-14-19 0,20 31-271,0 1 0,0 0 1,-1 1-1,0 0 0,0 0 1,0 0-1,0 1 0,-1 0 1,0 0-1,0 1 0,-17-6 1,16 7-874,1 1 0,-1 0 1,0 1-1,0 0 0,0 0 1,0 1-1,-14 1 0,-21 6-9905</inkml:trace>
</inkml:ink>
</file>

<file path=ppt/ink/ink2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5.167"/>
    </inkml:context>
    <inkml:brush xml:id="br0">
      <inkml:brushProperty name="width" value="0.035" units="cm"/>
      <inkml:brushProperty name="height" value="0.035" units="cm"/>
    </inkml:brush>
  </inkml:definitions>
  <inkml:trace contextRef="#ctx0" brushRef="#br0">19 100 11837,'-18'-5'3210,"31"0"2190,21-1-822,-14 4-5401,25-1 1409,1011-75 3412,-969 78-3817,-50 2-2621,-39-1 1765,0-1 0,1 1 0,-1 0 0,1 0 0,-1 0 0,1 0 0,-1 0 0,1 1 1,0-1-1,0 0 0,0 1 0,-2 2 0,-1 0-2659,-11 12-8101</inkml:trace>
</inkml:ink>
</file>

<file path=ppt/ink/ink2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5.385"/>
    </inkml:context>
    <inkml:brush xml:id="br0">
      <inkml:brushProperty name="width" value="0.035" units="cm"/>
      <inkml:brushProperty name="height" value="0.035" units="cm"/>
    </inkml:brush>
  </inkml:definitions>
  <inkml:trace contextRef="#ctx0" brushRef="#br0">217 0 15585,'-3'2'6608,"-7"2"-4424,8-3-1873,0 0 0,0 0 0,1 0 0,-1 0 0,0 0 0,1 0 0,-1 0 1,0 0-1,1 1 0,-1-1 0,1 0 0,0 1 0,-1 0 0,1-1 0,0 1 0,0 0 1,0-1-1,0 1 0,-1 3 0,-81 280 1856,81-278-2166,-19 68 48,9-33-219,-14 82 0,15-42-2485,-3 32-9674,10-53-2179</inkml:trace>
</inkml:ink>
</file>

<file path=ppt/ink/ink2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5.892"/>
    </inkml:context>
    <inkml:brush xml:id="br0">
      <inkml:brushProperty name="width" value="0.035" units="cm"/>
      <inkml:brushProperty name="height" value="0.035" units="cm"/>
    </inkml:brush>
  </inkml:definitions>
  <inkml:trace contextRef="#ctx0" brushRef="#br0">1 109 11569,'1'-1'224,"0"1"-1,0-1 1,0 1 0,1 0-1,-1-1 1,0 1-1,0 0 1,1 0 0,-1 0-1,0 0 1,1 0-1,-1 0 1,0 0 0,0 0-1,1 1 1,-1-1-1,0 0 1,0 1 0,1-1-1,-1 1 1,0 0-1,0-1 1,2 2 0,-1-1 21,0 0 1,0 0 0,0 0 0,0 0-1,1 0 1,-1 0 0,0-1 0,1 1-1,3-1 1,89 7 3251,-64-3-2655,51-1 1,-67-4-679,-3 1 59,0 0 0,0-1 0,0-1-1,-1 0 1,21-6 0,-29 7-142,0 0 1,0-1-1,-1 1 1,1-1-1,-1 0 1,1 1 0,-1-1-1,0 0 1,0-1-1,0 1 1,0 0-1,0 0 1,0-1-1,0 1 1,-1-1-1,1 0 1,-1 0-1,0 1 1,0-1-1,0 0 1,0 0-1,-1 0 1,1 0-1,-1 0 1,1 0 0,-1 0-1,-1-5 1,1 7-52,1-2 59,-1 1-1,0-1 0,0 0 1,0 0-1,0 1 1,-1-1-1,1 0 0,-1 0 1,0 1-1,1-1 0,-1 1 1,0-1-1,-1 1 0,1-1 1,0 1-1,-3-4 0,0 6 28,0 0 0,-1 0 0,1 1 0,0 0 0,0-1 0,0 1-1,0 1 1,-5 1 0,3 0-45,0 1 0,-1 0-1,1 0 1,1 0 0,-1 1-1,0 0 1,1 0 0,0 0-1,1 1 1,-6 7 0,2-2 14,0 1 0,1 0 1,1 0-1,-9 22 0,11-16-34,-1 0-1,2 0 0,1 1 0,0 0 1,1-1-1,1 1 0,1-1 1,3 22-1,-2-32-69,0 1 1,0-1-1,1 0 0,1 0 0,-1 0 1,1 0-1,1-1 0,-1 1 0,1-1 1,1 0-1,-1 0 0,1-1 0,0 0 1,1 0-1,0 0 0,-1-1 0,16 9 1,-16-11-12,-1 0 0,0-1 1,1 0-1,0 0 0,0 0 1,0-1-1,-1 0 0,1 0 1,0 0-1,0-1 0,0 0 1,0 0-1,0 0 1,0-1-1,0 0 0,0 0 1,0-1-1,7-2 0,-1 0 9,1-1-1,-1 0 1,0-1-1,-1 0 1,1-1-1,-1 0 1,10-9-1,7-11 40,-2 0 0,39-53 0,-46 54 29,2 0 0,0 2 0,2 0 0,33-27 1,-51 48-39,0-1 1,0 1 0,0 0 0,0 0 0,0 1 0,1-1-1,-1 1 1,12-3 0,-14 5-6,0 0 0,0 0-1,0 0 1,0 0 0,0 0 0,0 1 0,0-1-1,0 1 1,0 0 0,-1 0 0,1 0-1,0 0 1,0 0 0,-1 1 0,1-1 0,-1 1-1,1 0 1,-1 0 0,0 0 0,4 4 0,-1-1 7,0 1 0,0 0 0,-1 0 1,1 0-1,-2 0 0,1 1 1,-1 0-1,0 0 0,0 0 0,-1 0 1,3 15-1,-3-10 28,-1 0-1,0 0 1,-1 0 0,-1 0-1,0 0 1,-5 24 0,0-13 9,-1 0 0,-1 0 0,-2-1 0,0 0 1,-1-1-1,-1 0 0,-18 23 0,5-14-495,-1-1 0,-2-1 0,-49 38 0,12-10-613,62-54 2136,-2 2-1453,23-43-27257</inkml:trace>
</inkml:ink>
</file>

<file path=ppt/ink/ink2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6.079"/>
    </inkml:context>
    <inkml:brush xml:id="br0">
      <inkml:brushProperty name="width" value="0.035" units="cm"/>
      <inkml:brushProperty name="height" value="0.035" units="cm"/>
    </inkml:brush>
  </inkml:definitions>
  <inkml:trace contextRef="#ctx0" brushRef="#br0">38 1 13037,'-2'12'1400,"-1"0"0,1 1 0,-7 14 1,5-17-422,1 0 1,1 0 0,-1 1 0,1-1 0,0 18 0,-3 167 5924,6 155-6950,2-303-1846,4 33-3452,6-30-3538,3-15-3391</inkml:trace>
</inkml:ink>
</file>

<file path=ppt/ink/ink2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26.204"/>
    </inkml:context>
    <inkml:brush xml:id="br0">
      <inkml:brushProperty name="width" value="0.035" units="cm"/>
      <inkml:brushProperty name="height" value="0.035" units="cm"/>
    </inkml:brush>
  </inkml:definitions>
  <inkml:trace contextRef="#ctx0" brushRef="#br0">20 75 15185,'-19'-14'6145,"28"-4"-3749,4-2-456,16 18-464,28-7-427,-3 6-89,9-5-304,7 8-564,9 0-600,17 2-764,8 1-917,1-6-947,-3 3-3585,-4 3-6368</inkml:trace>
</inkml:ink>
</file>

<file path=ppt/ink/ink2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58.488"/>
    </inkml:context>
    <inkml:brush xml:id="br0">
      <inkml:brushProperty name="width" value="0.035" units="cm"/>
      <inkml:brushProperty name="height" value="0.035" units="cm"/>
    </inkml:brush>
  </inkml:definitions>
  <inkml:trace contextRef="#ctx0" brushRef="#br0">312 0 9245,'-8'9'235,"3"-5"-37,0 1 0,1 0 1,-1 0-1,1 0 0,0 0 1,1 1-1,-1 0 1,1 0-1,0 0 0,1 0 1,-1 0-1,-1 11 0,-35 127 4312,14-58-3336,-26 98 57,-38 157-3123,72-272 654,7-31-950,1 1 0,-4 49-1,12-22-4105</inkml:trace>
</inkml:ink>
</file>

<file path=ppt/ink/ink2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5:59.390"/>
    </inkml:context>
    <inkml:brush xml:id="br0">
      <inkml:brushProperty name="width" value="0.035" units="cm"/>
      <inkml:brushProperty name="height" value="0.035" units="cm"/>
    </inkml:brush>
  </inkml:definitions>
  <inkml:trace contextRef="#ctx0" brushRef="#br0">1740 50 6369,'5'-4'188,"0"-1"0,0 1 0,1 0 1,-1 0-1,1 0 0,0 1 1,0 0-1,1 0 0,-1 1 1,0 0-1,1 0 0,-1 0 1,13-1-1,53-1 462,1 4 1,80 9-1,-62-3-491,467 30 121,345 17-1229,-696-42 715,259 0-412,-302-15 583,-35 2 738,185-26 1,-269 20-420,0 3 0,0 2 1,71 4-1,103 14-195,-174-7 345,-45-7-380,1 0 0,-1-1 0,1 1 0,-1 0-1,1 0 1,-1 0 0,0 0 0,1 0-1,-1 0 1,0-1 0,0 1 0,1 0-1,-1 0 1,0 0 0,0 0 0,0 0-1,0 0 1,0 0 0,-1 0 0,1 1-1,0-1 49,0 12 92,-1 0 0,0 0 0,-1 0 0,0 0 0,-1 0 0,-8 21 0,-1 10 291,-77 408 1822,58-272-1878,-94 549 28,93-515-214,28-181-167,-2 1 0,-2-1 0,0-1 1,-3 1-1,0-2 0,-2 1 0,-28 47 1,34-68-33,0-2 1,-1 1 0,0-1 0,0-1 0,-1 1-1,0-1 1,-21 13 0,15-10-14,5-5-65,0 0 1,-1-1-1,1 0 0,-1 0 0,0-2 1,0 1-1,0-1 0,-1-1 0,1 0 1,-1 0-1,1-1 0,-1-1 1,-16 0-1,-17-4-363,0-2-1,-49-13 1,77 15 357,-228-27-588,120 19 476,-1705-115 79,289 138 125,1365-6-89,-345 0-3365,432-7-105,16-4-1757</inkml:trace>
</inkml:ink>
</file>

<file path=ppt/ink/ink2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2.390"/>
    </inkml:context>
    <inkml:brush xml:id="br0">
      <inkml:brushProperty name="width" value="0.035" units="cm"/>
      <inkml:brushProperty name="height" value="0.035" units="cm"/>
    </inkml:brush>
  </inkml:definitions>
  <inkml:trace contextRef="#ctx0" brushRef="#br0">33 975 12493,'-2'0'661,"0"0"-1,1 0 0,-1 0 1,0 0-1,1-1 1,-1 1-1,0-1 1,0 1-1,1-1 1,-1 1-1,1-1 0,-1 0 1,-1-1-1,2 2-487,1-1 0,-1 1 0,0-1 0,1 0 0,-1 1 0,1-1 0,-1 0 0,1 0 0,0 1-1,-1-1 1,1 0 0,0 0 0,-1 0 0,1 1 0,0-1 0,0 0 0,0 0 0,-1 0 0,1-1 0,1 0-41,-1-1 1,1 1-1,-1-1 0,1 1 1,0-1-1,0 1 1,0-1-1,0 1 1,0 0-1,1 0 1,-1 0-1,1 0 1,0 0-1,-1 0 1,5-4-1,31-23 664,1 2 0,1 1-1,48-23 1,-37 21-530,579-273 363,-453 224-900,441-163-3131,-595 233 3026,131-49-2595,-132 46 1088,0 0 1,27-20 0,-26 16-4166,-6 6-3648</inkml:trace>
</inkml:ink>
</file>

<file path=ppt/ink/ink2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2.794"/>
    </inkml:context>
    <inkml:brush xml:id="br0">
      <inkml:brushProperty name="width" value="0.035" units="cm"/>
      <inkml:brushProperty name="height" value="0.035" units="cm"/>
    </inkml:brush>
  </inkml:definitions>
  <inkml:trace contextRef="#ctx0" brushRef="#br0">56 11 8081,'-5'-10'1589,"1"9"654,-2 16 1605,2-5 814,-6 13-1532,4-6-2331,1 1-1,0-1 1,1 2 0,1-1-1,-1 36 1,8 96 1588,-2-125-2055,22 222 1111,-13-138-1183,1-22-2425,4-1-1,34 110 1,74 160-9231,-101-295-495</inkml:trace>
</inkml:ink>
</file>

<file path=ppt/ink/ink2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3.122"/>
    </inkml:context>
    <inkml:brush xml:id="br0">
      <inkml:brushProperty name="width" value="0.035" units="cm"/>
      <inkml:brushProperty name="height" value="0.035" units="cm"/>
    </inkml:brush>
  </inkml:definitions>
  <inkml:trace contextRef="#ctx0" brushRef="#br0">39 60 12709,'2'-4'288,"0"0"-1,0 0 0,1 0 1,0 1-1,-1-1 1,1 1-1,0 0 1,1-1-1,-1 1 1,0 1-1,1-1 0,0 1 1,0-1-1,0 1 1,0 0-1,0 0 1,0 1-1,0-1 0,0 1 1,1 0-1,-1 0 1,0 0-1,1 1 1,-1-1-1,1 1 0,5 1 1,13-1-80,0 2 1,1 0-1,-1 2 0,-1 0 0,1 2 1,0 0-1,-1 2 0,-1 0 1,1 2-1,-1 0 0,-1 1 1,0 1-1,0 1 0,-2 1 1,1 1-1,-2 0 0,16 19 1,-29-30-196,0 0 1,-1 0 0,0 1 0,0 0 0,0 0 0,-1-1 0,1 2-1,-1-1 1,0 0 0,-1 0 0,1 1 0,-1-1 0,0 0-1,-1 1 1,1-1 0,-1 8 0,-1-4 4,0-1 0,-1 0 0,0 0 0,-1 0 0,1 0 0,-1 0 0,-1-1-1,0 1 1,-8 12 0,-9 6 4,0 0-1,-2-2 1,0 0-1,-35 26 0,57-50-21,-206 154-1293,133-108-2164,-2-5-4208,44-25-1677</inkml:trace>
</inkml:ink>
</file>

<file path=ppt/ink/ink2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3.418"/>
    </inkml:context>
    <inkml:brush xml:id="br0">
      <inkml:brushProperty name="width" value="0.035" units="cm"/>
      <inkml:brushProperty name="height" value="0.035" units="cm"/>
    </inkml:brush>
  </inkml:definitions>
  <inkml:trace contextRef="#ctx0" brushRef="#br0">0 316 8565,'66'-11'2040,"-1"-3"-1,-1-3 1,66-26 0,-85 25-1186,-21 10-403,-1-1 1,0-1-1,0 0 1,-1-2-1,-1-1 0,0 0 1,19-18-1,-37 29-292,0-1-1,-1 0 0,1-1 1,-1 1-1,0 0 0,0-1 0,0 1 1,0-1-1,-1 1 0,1-1 1,-1 0-1,0 0 0,0 0 1,0 0-1,-1 0 0,1 1 1,-1-1-1,0-5 0,0 7-62,-1 1 0,1-1 1,0 1-1,-1-1 0,1 1 0,-1-1 0,0 1 0,1-1 1,-1 1-1,0-1 0,0 1 0,0 0 0,0-1 0,0 1 1,0 0-1,0 0 0,0 0 0,-3-1 0,2 0-20,0 1 0,0 1 0,-1-1 0,1 0 0,0 0 0,-1 1 0,1-1 0,-1 1 0,1 0 0,-1 0 0,1 0 0,-1 0 0,1 0 0,-1 1 0,-3 0 0,-4 2 82,1 0 0,-1 1-1,0 0 1,1 1 0,0 0 0,0 0 0,0 1 0,1 0-1,0 0 1,0 1 0,1 0 0,0 1 0,-10 12 0,-3 7 96,1 0 1,1 2 0,-14 30-1,23-41-132,1 2 0,1-1 0,1 1 0,-8 39-1,12-46-170,0 0 0,1 0-1,1 0 1,0 0-1,1 0 1,0 0 0,1 0-1,0 0 1,5 12-1,-5-19-99,1-1-1,0 1 0,0-1 1,0 0-1,1 0 0,0 0 0,0 0 1,0-1-1,0 0 0,1 0 1,9 7-1,2-1-927,34 18 0,-41-23 720,1 0-153,0-1 0,0 0 0,1-1 0,-1 0 0,1 0 0,-1-1 0,1 0 0,0-1 0,13 0 0,-1-3-1991,-1 0 0,1-1-1,23-7 1,-2 1-5686</inkml:trace>
</inkml:ink>
</file>

<file path=ppt/ink/ink2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3.683"/>
    </inkml:context>
    <inkml:brush xml:id="br0">
      <inkml:brushProperty name="width" value="0.035" units="cm"/>
      <inkml:brushProperty name="height" value="0.035" units="cm"/>
    </inkml:brush>
  </inkml:definitions>
  <inkml:trace contextRef="#ctx0" brushRef="#br0">1 192 9981,'3'-17'5726,"0"19"-4283,17 13-228,0 2 1,27 28-1,-28-23-964,0 0 0,-2 2 1,-1 0-1,14 27 1,-20-32-112,-1 0 1,-1 1 0,9 28-1,-16-44-80,-1-1 0,1 0 0,-1 1 0,0-1-1,0 1 1,0-1 0,-1 1 0,-1 5 0,0 15 3064,-14-33-2033,15 8-1058,0-1 0,0 1 0,0-1 0,0 0 0,0 1 0,0-1 1,0 0-1,0 0 0,1 1 0,-1-1 0,1 0 0,-1 0 0,1 0 0,0 0 0,0 0 0,0 0 0,0 0 0,0 1 0,0-1 0,0 0 0,1 0 0,-1 0 0,0 0 0,2-3 1,17-50 80,6 8-1374,1 2 0,43-57 0,-45 68 57,-5 8-5,52-74-3043,-18 38-2527,-18 27-1328</inkml:trace>
</inkml:ink>
</file>

<file path=ppt/ink/ink2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4.331"/>
    </inkml:context>
    <inkml:brush xml:id="br0">
      <inkml:brushProperty name="width" value="0.035" units="cm"/>
      <inkml:brushProperty name="height" value="0.035" units="cm"/>
    </inkml:brush>
  </inkml:definitions>
  <inkml:trace contextRef="#ctx0" brushRef="#br0">249 529 4176,'0'0'54,"0"0"0,1 0-1,-1 0 1,0 0 0,0 0-1,0 0 1,0 1 0,1-1-1,-1 0 1,0 0-1,0 0 1,0 0 0,0 0-1,1 0 1,-1 0 0,0 0-1,0 0 1,0 0 0,0 0-1,1 0 1,-1 0 0,0 0-1,0 0 1,0 0-1,1 0 1,-1 0 0,0 0-1,0 0 1,0 0 0,0 0-1,1-1 1,-1 1 0,0 0-1,0 0 1,0 0 0,0 0-1,0 0 1,0 0-1,1-1 1,-1 1 0,0 0-1,11-12 1401,17-26 59,-10 12-513,-11 16-449,-1 0 1,0-1 0,-1 0-1,0 0 1,-1 0 0,5-21-1,1 1 390,-7 20-525,0 0-1,-1 0 1,0-1 0,-1 1-1,0-1 1,-1 1 0,0-1-1,-1 1 1,0-1 0,-4-14-1,-1-39 1547,5 53-1351,-1-1 0,0 1-1,0 0 1,-1-1 0,-1 2 0,0-1-1,-7-15 1,9 23-447,1 0 1016,-15 35 61,11-11-972,0-1 0,1 2 0,2-1 1,0 0-1,1 39 0,0 0 147,-57 506 427,-37-3-179,75-449-638,2-14-26,4 1 0,5 0 0,5 138 0,5-224-273,1-1-1,0-1 1,1 1-1,0 0 1,1-1-1,0 1 1,1-1 0,0 0-1,12 18 1,-15-26 156,1 0 1,0 0-1,0-1 1,0 1-1,0 0 1,0-1-1,1 0 1,0 0-1,-1 0 1,1-1 0,0 1-1,1-1 1,-1 0-1,0 0 1,1 0-1,-1 0 1,1-1-1,-1 0 1,1 0-1,0 0 1,-1-1-1,1 1 1,0-1-1,-1 0 1,1-1-1,0 1 1,0-1-1,-1 0 1,7-2-1,-3 1-119,-1-1-1,0 0 1,0 0-1,0 0 1,-1-1-1,1 0 1,-1-1-1,0 0 0,0 0 1,-1 0-1,1 0 1,-1-1-1,0 0 1,-1 0-1,1 0 0,-1-1 1,-1 1-1,1-1 1,-1 0-1,0 0 1,0 0-1,-1-1 1,0 1-1,-1 0 0,1-1 1,-1 0-1,-1 1 1,1-1-1,-2 0 1,1 1-1,-1-1 1,0 1-1,0-1 0,-1 1 1,-4-14-1,-2 1 207,0 1-1,0 0 1,-2 0 0,-1 1-1,-24-34 1,-77-70 1172,79 89-654,1-1-1,-48-69 0,75 96-466,2 0 1,-1 0-1,1-1 0,0 1 0,1-1 1,-1 1-1,2-1 0,-1 0 1,1 0-1,0 0 0,1 0 1,-1 0-1,2 0 0,-1 0 1,1 0-1,0 0 0,1 1 0,0-1 1,0 0-1,1 1 0,0-1 1,0 1-1,5-8 0,9-14-85,1 1 0,2 0 0,1 2 0,27-28-1,-34 38 45,23-24 94,2 1-1,1 2 1,2 2 0,50-32 0,-90 66-7,0-1 0,0 1 0,0-1 0,0 1 0,0 0 0,0 0 1,0 0-1,0 0 0,1 0 0,-1 1 0,0-1 0,1 1 1,-1-1-1,0 1 0,1 0 0,-1 0 0,0 0 0,1 0 0,-1 0 1,0 1-1,1-1 0,-1 1 0,0-1 0,1 1 0,-1 0 1,0 0-1,4 2 0,-2 1 79,0 1 0,0 0-1,0 0 1,0 1 0,-1-1 0,0 1 0,0-1 0,-1 1 0,1 0-1,-1 0 1,-1 0 0,3 10 0,25 100 770,-26-102-856,1-1 1,1 1-1,0-1 1,0 0-1,2-1 1,-1 1-1,2-1 1,9 12-1,-13-19-115,0 0 0,1-1 0,0 1 0,0-1 0,0 0 0,1-1 0,0 1-1,-1-1 1,1 0 0,0 0 0,0-1 0,0 0 0,1 0 0,-1 0 0,12 1 0,-16-3 35,1 0-1,-1 1 1,1-1 0,-1 0 0,0 0 0,1-1 0,-1 1 0,0 0 0,1-1 0,-1 1-1,0-1 1,1 0 0,-1 0 0,0 0 0,3-2 0,-4 2 9,1 0 0,-1 0 0,0 0 0,0-1 0,0 1-1,0 0 1,0-1 0,0 1 0,0-1 0,-1 1 0,1-1 0,0 1 0,-1-1 0,0 0 0,1 1 0,0-4 0,-1-1-6,0 0 1,-1 1 0,1-1 0,-1 0 0,0 1 0,-1-1-1,1 1 1,-1-1 0,0 1 0,0 0 0,-4-7 0,-15-24-120,6 11-717,1 0-1,2-1 0,0 0 1,1-1-1,-8-33 0,16 46-514,1 0-1,0 0 0,1 0 0,0 0 0,2-16 1,7-9-6812</inkml:trace>
</inkml:ink>
</file>

<file path=ppt/ink/ink2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4.661"/>
    </inkml:context>
    <inkml:brush xml:id="br0">
      <inkml:brushProperty name="width" value="0.035" units="cm"/>
      <inkml:brushProperty name="height" value="0.035" units="cm"/>
    </inkml:brush>
  </inkml:definitions>
  <inkml:trace contextRef="#ctx0" brushRef="#br0">1 149 10633,'17'12'7271,"12"2"-4609,9 4-1898,-22-5-464,0 0 0,-1 1 0,0 0 0,-1 1 1,-1 1-1,-1 0 0,18 28 0,-25-35-229,0 1 0,-1 0 0,0 0 0,0 0 0,-1 0 0,0 1 0,-1-1 0,0 1 0,-1 0 0,0 0 0,0-1 0,-1 1-1,-1 0 1,0 0 0,0 0 0,-1-1 0,-1 1 0,0-1 0,-7 19 0,-24 52 1685,32-78-1269,1-3-452,0 0 0,0 0 0,-1 0 0,1 0 0,0 0 0,-1 0 1,1 0-1,0-1 0,0 1 0,-1 0 0,1-1 0,0 1 1,0-1-1,0 1 0,0-1 0,0 0 0,-1 0 0,1 1 0,0-1 1,1 0-1,-1 0 0,0 0 0,0 0 0,0 0 0,0 0 1,1 0-1,-1 0 0,1 0 0,-1-1 0,1 1 0,-1 0 0,1 0 1,-1 0-1,1-1 0,0 1 0,0 0 0,0-1 0,0 1 1,0 0-1,0 0 0,0-1 0,0 1 0,0 0 0,1 0 0,-1-2 1,3-9 14,0 0 1,1 0-1,1 1 1,5-12 0,-5 11 71,25-53-421,2 1 0,4 2 0,52-70 0,-10 34-5051,7 6-6700,-70 77 4245</inkml:trace>
</inkml:ink>
</file>

<file path=ppt/ink/ink2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5.779"/>
    </inkml:context>
    <inkml:brush xml:id="br0">
      <inkml:brushProperty name="width" value="0.035" units="cm"/>
      <inkml:brushProperty name="height" value="0.035" units="cm"/>
    </inkml:brush>
  </inkml:definitions>
  <inkml:trace contextRef="#ctx0" brushRef="#br0">18 335 6369,'-17'5'1845,"20"-13"929,-1 6-1996,-1 0 0,0 1 0,0-1 1,0 0-1,0 0 0,0 0 0,0 0 1,-1 0-1,1 0 0,-1 0 0,1-2 1,21 7 205,-20-3-911,1 1 1,0 0-1,-1 0 0,1 0 1,-1 0-1,1 0 1,-1 0-1,1 1 1,-1-1-1,0 1 0,0 0 1,0 0-1,0 0 1,0 0-1,0 0 1,-1 0-1,1 0 1,0 0-1,-1 1 0,0-1 1,2 5-1,1 2 30,-1 1 0,0-1 0,-1 0 0,2 15 0,-3-19-80,0-1 1,0 0 0,1-1-1,-1 1 1,1 0 0,0 0-1,0-1 1,0 1 0,0-1-1,4 5 1,0-1 19,-5-4-27,43-9-62,-41 5 49,0 1 1,0-1-1,0 0 1,1 0 0,-1 0-1,0-1 1,0 1 0,-1-1-1,1 1 1,0-1-1,-1 0 1,1 0 0,-1 0-1,5-5 1,-2 2 0,0 1-17,0 0 0,1 0 0,-1 1 0,1-1 1,0 1-1,0 0 0,0 1 0,0 0 0,0 0 1,1 0-1,-1 1 0,8-1 0,9 0-95,-1 1-1,30 3 0,-32 0 51,0-1 0,1-2 0,20-2 0,-36 2 46,1-1 1,-1 0 0,0 0 0,0-1-1,0 0 1,0 0 0,0 0 0,-1 0-1,1-1 1,-1 1 0,0-1-1,0 0 1,0-1 0,6-8 0,16-15 212,-24 26 43,-3 3-238,0-1-1,0 1 1,0 0-1,0 0 1,0 0-1,0 1 1,0-1-1,1 0 1,-1 0-1,0 0 1,1 1-1,-1-1 1,1 0-1,-1 0 1,0 3-1,0-1-233,123-99 1149,-119 95-908,-1 0 0,0 0 0,1 0-1,-1 1 1,1-1 0,-1 1 0,1-1 0,-1 1-1,1 0 1,-1 0 0,1 0 0,4 0 0,5 1 26,21-9-49,-29 8-43,-1 0-35,31 8-97,-30-7 90,-1-2-10,29-7-133,-15-17 313,-15 23-51,0-1 0,0 1 0,1 0 1,-1 0-1,0 0 0,1 0 0,-1 0 1,1 0-1,0 1 0,-1-1 0,1 1 0,0 0 1,0 0-1,0 0 0,0 0 0,0 0 0,0 1 1,5-1-1,-4 1-24,15 0-102,-16 0 60,0 1 1,0 0-1,-1-1 0,1 1 1,0 0-1,0 0 0,-1 0 1,1 0-1,-1 1 1,1-1-1,-1 1 0,0 0 1,4 2-1,-5-2-71,2-4 86,0 1 0,0-1 0,0 0 0,-1 0 0,1 0 0,-1 0 0,1 0 0,-1 0 0,0-1 0,0 1 0,0-1 0,3-3 0,-1-1 22,-1 1 42,0 1 0,0-1 0,1 1 1,0-1-1,0 1 0,0 0 0,1 1 1,-1-1-1,1 1 0,0 0 0,9-5 0,-13 8 2,6-4 207,4-11-228,-9 14 70,172-1-78,-135-2-79,-36 4 54,-3 1 19,0-1 0,0 1 0,1-1 1,-1 0-1,0 1 0,1-1 0,-1 1 1,0-1-1,1 1 0,-1-1 0,1 1 1,-1-1-1,1 1 0,-1 0 0,1-1 1,-1 1-1,1 0 0,0-1 1,-1 1-1,1 0 0,-1 0 0,1-1 1,0 1-1,-1 0 0,1 0 0,0 0 1,-1 0-1,2 0 0,4-3 212,-18-4-2,11 6-196,1 1 0,-1-1 0,0 1 0,0 0 0,0-1 0,0 1 0,0 0 0,0 0 0,0-1 0,0 1 0,0 0 0,0 0 0,0 0 0,0 0 0,0 0 0,0 1 0,0-1 0,0 0 0,0 0 0,0 1 0,0-1 0,1 0 0,-1 1 0,0-1 0,0 1 0,0-1 0,0 1 0,0-1 0,1 1 0,-1 0-1,0-1 1,1 1 0,-1 0 0,0 0 0,1 0 0,-1-1 0,1 1 0,-1 0 0,1 0 0,0 0 0,-1 0 0,1 0 0,0 0 0,0 0 0,-1 2 0,1 1-98,1 1-1,-1-1 1,1 1-1,0-1 1,0 0-1,0 1 0,0-1 1,1 0-1,0 0 1,0 0-1,0 0 1,0 0-1,1 0 0,0 0 1,-1-1-1,1 1 1,0-1-1,1 0 1,-1 0-1,1 0 1,-1 0-1,7 2 0,-1 2-517,0-2-1,1 1 0,0-1 1,0-1-1,0 0 0,1 0 0,0-1 1,-1 0-1,1-1 0,16 1 0,-2 1-406,0 1 921,-22-7 265,1 0 1,-1-1-1,0 0 0,0 1 1,-1-1-1,1 0 1,0-1-1,-1 1 0,4-7 1,-2 5-255,1-1 1,0 0-1,0 1 0,1 0 1,-1 0-1,1 1 1,0-1-1,0 1 1,1 1-1,-1-1 1,13-4-1,21-14-431,-19 9 447,-16 11 208,-1 0 1,0-1 0,0 1-1,0-1 1,0 0-1,-1-1 1,1 1-1,-1-1 1,3-3 0,-4 5 493,-3 1-630,1 1 0,0 0 0,-1-1 0,1 1 0,-1 0 1,1-1-1,-1 1 0,1 0 0,0-1 0,-1 1 0,1 0 0,0-1 0,-1 1 0,1-1 0,0 1 1,0-1-1,-1 1 0,1-1 0,0 1 0,0-1 0,0 1 0,0-1 0,0 1 0,0-2 0,0 1-95,-1 1 0,1-1 0,0 0-1,0 0 1,0 0 0,-1 1 0,1-1-1,0 0 1,-1 0 0,1 0 0,0 1-1,-1-1 1,1 0 0,-1 1-1,1-1 1,-1 1 0,0-1 0,1 0-1,-1 1 1,0-1 0,1 1 0,-1 0-1,0-1 1,0 1 0,-1-1-1,-50 2-6595,27 4-29</inkml:trace>
</inkml:ink>
</file>

<file path=ppt/ink/ink2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7.004"/>
    </inkml:context>
    <inkml:brush xml:id="br0">
      <inkml:brushProperty name="width" value="0.035" units="cm"/>
      <inkml:brushProperty name="height" value="0.035" units="cm"/>
    </inkml:brush>
  </inkml:definitions>
  <inkml:trace contextRef="#ctx0" brushRef="#br0">104 43 12325,'-37'-12'2145,"37"11"-2042,-1 1 0,1 0-1,-1-1 1,1 1 0,0 0 0,-1-1 0,1 1 0,0-1-1,-1 1 1,1-1 0,0 1 0,0-1 0,0 1 0,-1-1-1,1 1 1,0-1 0,0 1 0,0-1 0,0 1 0,0-1-1,0 0 1,0 1 0,0-1 0,0 1 0,0-1-1,0 1 1,0-1 0,0 1 0,1-1 0,-1 1 0,0-1-1,0 1 1,1-1 0,0 0 0,5-12 3686,-56 214 1141,42-153-4601,2 0 1,2 1 0,2-1-1,7 72 1,-2-83-181,2-1-1,1 1 1,20 62 0,-22-87-189,1-1 0,0 0 1,1 0-1,0-1 0,0 1 1,1-2-1,0 1 1,1-1-1,0 0 0,1 0 1,0-1-1,0 0 0,1-1 1,0 0-1,16 9 1,-8-8-249,0-1 0,1-1 1,-1-1-1,1 0 1,0-1-1,1-1 0,-1-1 1,0-1-1,1 0 1,-1-2-1,1 0 0,-1-1 1,20-5-1,12-5-679,0-2 0,0-2 0,74-35 0,-92 35 529,-2-1-1,0-1 1,-1-2 0,-1-1-1,0-2 1,37-39 0,-20 12 504,-2-2 0,55-87 0,-80 114 207,-13 18 78,0 0-1,-1-1 1,1 1-1,-2-1 1,1 0 0,-1 0-1,5-15 1,-9 36-305,1-1-1,1 0 1,0 1 0,0-1 0,1 0-1,1 0 1,0-1 0,1 1 0,0-1 0,0 0-1,2 0 1,-1 0 0,9 10 0,-9-14-159,0 0 1,0 0 0,1-1 0,0 0 0,0 0 0,0-1 0,1 0 0,0 0 0,0 0-1,0-1 1,0 0 0,1-1 0,-1 0 0,1 0 0,0-1 0,0 0 0,0-1 0,18 1-1,136-6-131,2-6-501,-106 6-142,0-2 0,-1-3 0,1-2 0,72-24 1,-125 34 938,0 0 0,1 0-1,-1 1 1,1 0 0,-1 0 0,1 1 0,-1 0 0,0 0 0,1 0 0,-1 1 0,0 0 0,0 0 0,0 1 0,8 4 0,-5-3-342,0-1 0,0 1 0,0-2 0,18 4 1,4-2-841,0-2 1,0-2 0,57-5-1,-60 2 789,-13 2 471,-1 0-1,1-2 0,-1 1 0,0-2 0,19-6 0,-12 1 682,-13 6-300,-1 0 1,1-1-1,-1 1 0,0-1 0,7-6 0,83-74 4539,-40 49-7967,-12 10-3662,-27 14 1088</inkml:trace>
</inkml:ink>
</file>

<file path=ppt/ink/ink2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7.116"/>
    </inkml:context>
    <inkml:brush xml:id="br0">
      <inkml:brushProperty name="width" value="0.035" units="cm"/>
      <inkml:brushProperty name="height" value="0.035" units="cm"/>
    </inkml:brush>
  </inkml:definitions>
  <inkml:trace contextRef="#ctx0" brushRef="#br0">51 12 6513,'-16'2'3964,"-3"-2"-3076,3 6 420,22-17-3092,4 2 280</inkml:trace>
</inkml:ink>
</file>

<file path=ppt/ink/ink2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7.239"/>
    </inkml:context>
    <inkml:brush xml:id="br0">
      <inkml:brushProperty name="width" value="0.035" units="cm"/>
      <inkml:brushProperty name="height" value="0.035" units="cm"/>
    </inkml:brush>
  </inkml:definitions>
  <inkml:trace contextRef="#ctx0" brushRef="#br0">1 64 3608,'38'-32'44,"-35"15"-1120,0 3 332</inkml:trace>
</inkml:ink>
</file>

<file path=ppt/ink/ink2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7.473"/>
    </inkml:context>
    <inkml:brush xml:id="br0">
      <inkml:brushProperty name="width" value="0.035" units="cm"/>
      <inkml:brushProperty name="height" value="0.035" units="cm"/>
    </inkml:brush>
  </inkml:definitions>
  <inkml:trace contextRef="#ctx0" brushRef="#br0">0 32 8369,'0'-20'2144,"13"29"-300,3-4 2040,3-10-4392,0-4-364,-6 3-244,2 1-268</inkml:trace>
</inkml:ink>
</file>

<file path=ppt/ink/ink2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07.692"/>
    </inkml:context>
    <inkml:brush xml:id="br0">
      <inkml:brushProperty name="width" value="0.035" units="cm"/>
      <inkml:brushProperty name="height" value="0.035" units="cm"/>
    </inkml:brush>
  </inkml:definitions>
  <inkml:trace contextRef="#ctx0" brushRef="#br0">26 71 8281,'-25'-2'4608,"28"-16"-3648,3 4-232,-6-6-3068,0 3-1236</inkml:trace>
</inkml:ink>
</file>

<file path=ppt/ink/ink2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10.356"/>
    </inkml:context>
    <inkml:brush xml:id="br0">
      <inkml:brushProperty name="width" value="0.035" units="cm"/>
      <inkml:brushProperty name="height" value="0.035" units="cm"/>
    </inkml:brush>
  </inkml:definitions>
  <inkml:trace contextRef="#ctx0" brushRef="#br0">236 231 4500,'0'0'1397,"-1"-3"-124,-36-80 13463,24 89-12187,12-5-2437,0 0-1,0 1 1,-1-1 0,1 0 0,0 0-1,0 1 1,0-1 0,1 1-1,-1-1 1,0 1 0,0-1 0,1 1-1,-1-1 1,1 1 0,-1 0-1,1-1 1,0 1 0,0 2 0,-4 41 624,3-27-312,-24 151 2052,-67 235 0,54-236-2400,29-122-75,8-43-9,1 0 0,0 1 0,0-1-1,0 0 1,0 0 0,0 0 0,1 0 0,0 0 0,-1 0 0,1 0 0,0 0-1,0 0 1,1 0 0,-1 0 0,2 3 0,-2-6-16,0 1 0,0 0 0,0-1 0,0 1 0,0-1-1,-1 1 1,1-1 0,0 1 0,0-1 0,0 0 0,0 0 0,0 1 0,0-1 0,1 0 0,-1 0 0,0 0 0,0 0-1,0 0 1,1-1 0,1 1-54,3 1 1,0-1 1,-1 0-1,1-1 1,0 0-1,0 1 1,-1-2-1,1 1 1,-1-1-1,10-3 1,49-29-388,-26 14 213,9-3 67,0 2 0,74-22-1,-103 39 253,1 0-1,-1 1 0,1 0 0,0 2 0,0 0 0,0 1 0,0 1 0,-1 1 1,1 1-1,24 6 0,75 28 239,-62-19-251,0-1 1,105 15 0,-143-30-212,1-1-1,-1-1 0,1 0 1,-1-1-1,0-2 0,0 0 1,0 0-1,0-2 0,28-10 1,-37 11 71,0-1 1,0 1 0,0-2 0,0 1-1,-1-1 1,0-1 0,0 1-1,-1-1 1,0-1 0,0 1 0,0-1-1,-1 0 1,-1-1 0,1 1-1,-1-1 1,-1 0 0,1-1-1,-2 1 1,5-14 0,9-36-10,-16 56 124,-1 0-1,1 0 1,-1 0 0,0 0 0,0 0 0,0 0-1,0 0 1,0 0 0,-1 0 0,0-4 0,0 1 59,1 2 400,-23 8 120,22-4-594,0 0 0,0 0 1,0 0-1,-1 0 0,1 0 1,0 0-1,0 0 0,0 0 1,0 0-1,0 1 1,-1-1-1,1 0 0,0 1 1,0-1-1,0 1 0,0 0 1,0-1-1,0 1 0,0 0 1,0-1-1,1 1 1,-1 0-1,0 0 0,0 0 1,1 0-1,-2 1 0,-6 10 99,1-1-1,1 1 0,0 0 1,1 0-1,-7 23 0,10-30-115,1-1-1,0 0 1,1 1-1,-1-1 0,1 1 1,0-1-1,0 1 1,0-1-1,1 1 1,-1-1-1,1 0 1,0 1-1,0-1 1,1 0-1,-1 0 1,1 1-1,0-1 1,0 0-1,1-1 1,4 8-1,-3-8-50,0 0-1,0 0 0,0 0 1,0-1-1,0 1 0,1-1 1,-1 0-1,1 0 1,-1-1-1,1 1 0,0-1 1,0 0-1,-1 0 0,1-1 1,0 0-1,9 0 1,4-1-161,-1 0 1,1-1-1,22-6 1,-5-3-123,0-1 1,-1-2 0,0-1-1,-1-1 1,-1-2 0,-1-2-1,51-39 1,5-16-416,87-95 1,-66 48 719,99-144 0,-207 266 33,68-90 1797,-66 88-1523,5-33 1102,-20 12 1552,18 3-2524,-3 16 106,-2 15-34,-5 22-331,-2 0-1,-14 41 1,-3 19-56,7-17-91,-17 108 0,31-163 0,2 1 0,1 0 0,0-1 0,2 1 0,0-1 0,8 32 0,-9-46 0,1-1 0,1 1 0,-1-1 0,1 1 0,0-1 0,0 0 0,1 0 0,-1 0 0,1-1 0,1 1 0,-1-1 0,1 0 0,0 0 0,0 0 0,0-1 0,1 0 0,0 0 0,0 0 0,0-1 0,0 0 0,0 0 0,1 0 0,-1-1 0,1 0 0,-1 0 0,1-1 0,0 0 0,0 0 0,0-1 0,0 1 0,0-2 0,11 0 0,-3-2-101,1 0 0,-1-1 1,-1 0-1,1-1 0,-1-1 0,0 0 0,0-1 1,0-1-1,-1 0 0,-1-1 0,1 0 0,17-18 1,10-13-459,-2-2 1,37-52 0,-48 59 477,19-24-127,-45 57 352,-1 22 212,-5 50 369,2-52-574,1 1-1,1-1 0,1 1 0,5 36 0,-4-50-174,0 1 0,0-1 1,1 0-1,0 0 1,0 0-1,1 0 0,-1 0 1,1 0-1,0-1 0,1 1 1,-1-1-1,1 0 1,-1 0-1,1 0 0,1-1 1,-1 1-1,0-1 0,1 0 1,0 0-1,-1 0 0,10 3 1,-1-1-484,1-1 0,0 0 0,0-1 0,0 0 0,1-2 1,-1 1-1,0-1 0,1-1 0,-1-1 0,1 0 0,26-6 0,-29 4-327,-1 0 1,0-1-1,0 0 0,0-1 0,0 0 1,16-12-1,-20 12-183,0 0-1,-1-1 1,1 0 0,-1 0-1,-1-1 1,1 1 0,-1-1-1,0 0 1,7-14 0,6-17-4856</inkml:trace>
</inkml:ink>
</file>

<file path=ppt/ink/ink2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10.495"/>
    </inkml:context>
    <inkml:brush xml:id="br0">
      <inkml:brushProperty name="width" value="0.035" units="cm"/>
      <inkml:brushProperty name="height" value="0.035" units="cm"/>
    </inkml:brush>
  </inkml:definitions>
  <inkml:trace contextRef="#ctx0" brushRef="#br0">21 72 9621,'-13'1'1384,"5"-3"5690,12-5-1558,5-1-6902,-8 6 2947,0-1-1981,0 0 0,0 0-1,0 0 1,1 1 0,-1-1-1,1 0 1,-1 0 0,1 1-1,0-1 1,0 1 0,4-4 0,7-12-7890</inkml:trace>
</inkml:ink>
</file>

<file path=ppt/ink/ink2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19.443"/>
    </inkml:context>
    <inkml:brush xml:id="br0">
      <inkml:brushProperty name="width" value="0.035" units="cm"/>
      <inkml:brushProperty name="height" value="0.035" units="cm"/>
    </inkml:brush>
  </inkml:definitions>
  <inkml:trace contextRef="#ctx0" brushRef="#br0">1337 167 5196,'0'0'2916,"-1"-3"-1458,0-7-43,-1 0 1,1-1 0,1 0 0,1-17 0,0 24-379,-2 1-105,-3-6-79,1 0 0,1-1 0,0 1-1,-2-19 1,3 25-694,-1 1-1,1 0 1,-1 0-1,1 0 1,-1 0-1,0 1 1,1-1-1,-1 0 1,-3-1 0,3 4-60,1 0 1,-1 0 0,1 0-1,-1 0 1,1 0 0,0 0 0,0 1-1,-1-1 1,1 1 0,0-1-1,0 1 1,0-1 0,1 1-1,-2 2 1,-14 30 737,8-10-464,0 1-1,2 0 0,1 1 1,2-1-1,0 1 0,1 41 0,19 163 843,-11-176-1011,27 159 324,-19-145-423,-4 0-1,-2 0 0,-2 111 1,-6-169-102,-1 1 1,-1-1-1,0 0 1,0 0-1,-1 0 1,0 0-1,-1 0 1,0-1 0,0 0-1,-1 1 1,0-2-1,-12 15 1,9-14-61,-1 0 0,0-1 0,0 0 0,-1 0 0,0-1 0,-1-1 0,1 0 0,-1 0 0,-1-1 0,-16 6 0,-13 2-497,-1-3 1,0-1 0,-1-1-1,-57 1 1,-176-8-3251,247-2 3339,-345-10-9770,177 5-700</inkml:trace>
</inkml:ink>
</file>

<file path=ppt/ink/ink2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1.997"/>
    </inkml:context>
    <inkml:brush xml:id="br0">
      <inkml:brushProperty name="width" value="0.035" units="cm"/>
      <inkml:brushProperty name="height" value="0.035" units="cm"/>
    </inkml:brush>
  </inkml:definitions>
  <inkml:trace contextRef="#ctx0" brushRef="#br0">28 267 5513,'0'2'745,"3"10"-1274,7-15 11506,-21-16-9269,7 14 1876,1 8-3623,-9 6 3178,4-21-607,5 5-3154,3 5 640,0 1 0,0 0-1,0 0 1,0 0-1,1 0 1,-1 0-1,0 0 1,0 0-1,1 0 1,-1 0-1,0 0 1,1 0 0,-1 0-1,1 0 1,-1 0-1,1 1 1,0-1-1,0-1 1,1 0 31,1-4-10,1 1 1,0 0-1,0 0 0,0 0 0,0 0 0,1 1 1,0-1-1,0 1 0,6-3 0,53-30 101,-50 30-112,45-23-3,1 4 0,2 1 1,70-17-1,-126 41-4,1-1 1,-1 1-1,0 0 0,1 0 1,-1 1-1,1 0 1,-1 0-1,1 0 0,-1 1 1,0 0-1,1 0 0,-1 1 1,7 2-1,-9-2 22,0 0-1,0 0 1,0 1-1,0 0 1,0 0-1,0 0 1,-1 0-1,0 0 1,1 1-1,-1 0 1,-1 0-1,1-1 1,0 2-1,-1-1 1,0 0-1,0 0 0,3 9 1,6 32 188,-1-1-1,-3 1 1,-1 0 0,-1 64 0,1-12-46,-2-38-134,12 105-695,-11-138-466,1-1-1,11 31 0,4-13-3043,-8-18-1866,-9-23 750,12-2-2832</inkml:trace>
</inkml:ink>
</file>

<file path=ppt/ink/ink2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2.460"/>
    </inkml:context>
    <inkml:brush xml:id="br0">
      <inkml:brushProperty name="width" value="0.035" units="cm"/>
      <inkml:brushProperty name="height" value="0.035" units="cm"/>
    </inkml:brush>
  </inkml:definitions>
  <inkml:trace contextRef="#ctx0" brushRef="#br0">1 635 7245,'3'-1'1588,"60"-17"1484,81-34 0,-65 16-2560,-1-4 1,-3-3-1,136-101 1,-143 90 261,71-52 2854,-136 104-3486,0 0 1,0 0-1,0 0 0,0 1 0,0-1 0,1 1 0,-1 0 0,0 0 0,1 0 0,-1 0 1,1 1-1,-1-1 0,1 1 0,-1 0 0,1 0 0,3 0 0,-5 1-52,0 0 0,0 0 1,0-1-1,0 1 0,0 0 0,0 1 0,-1-1 0,1 0 0,0 0 1,-1 1-1,1-1 0,-1 1 0,1 0 0,-1-1 0,0 1 0,0 0 1,1 0-1,-1 0 0,0-1 0,-1 1 0,1 0 0,0 1 1,-1-1-1,1 0 0,-1 0 0,1 3 0,5 29 708,1 9-12,17 50 1,-19-77-669,0-1 0,1-1 0,0 1 0,2-1 0,-1 0 1,20 24-1,-23-33-100,0-1 0,0 0 1,0 0-1,1 0 0,0 0 1,0-1-1,0 0 0,0 0 1,0 0-1,1 0 0,-1-1 1,1 0-1,0 0 0,-1-1 1,1 0-1,0 0 0,0 0 1,0 0-1,0-1 0,0 0 1,8-1-1,-4-1-8,0-1 1,0 0-1,-1 0 0,0-1 0,0 0 1,0-1-1,15-9 0,-21 11-8,0 1-1,0 0 0,0-1 1,0 0-1,-1 1 1,1-1-1,-1 0 1,0-1-1,0 1 1,0 0-1,0-1 0,0 1 1,-1-1-1,0 1 1,2-5-1,-1-2 2,0 0-1,-1 0 1,0 0-1,-1-10 0,-1 7-6,0 0 0,0 1 0,-2-1 0,0 1-1,0 0 1,-1-1 0,0 1 0,-1 1 0,-1-1-1,0 1 1,0 0 0,-1 0 0,-1 1 0,1 0-1,-15-14 1,5 7-17,0 2-1,-1 0 1,-1 0-1,-1 2 1,0 1-1,0 0 1,-30-12-1,32 16-758,-1 1 0,-1 1 1,1 0-1,-1 2 0,0 0 0,-30-2 1,49 7 526,0-1 1,0 0 0,0 1 0,0-1-1,0 1 1,0-1 0,0 1 0,1 0-1,-1-1 1,0 1 0,0 0 0,0 0-1,1-1 1,-1 1 0,0 0 0,1 0-1,-1 0 1,1 0 0,-1 0 0,1 0-1,0 0 1,-1 0 0,1 0 0,0 0-1,-1 0 1,1 1 0,19 6-5323,11 2-3355</inkml:trace>
</inkml:ink>
</file>

<file path=ppt/ink/ink2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2.836"/>
    </inkml:context>
    <inkml:brush xml:id="br0">
      <inkml:brushProperty name="width" value="0.035" units="cm"/>
      <inkml:brushProperty name="height" value="0.035" units="cm"/>
    </inkml:brush>
  </inkml:definitions>
  <inkml:trace contextRef="#ctx0" brushRef="#br0">114 41 9665,'1'-3'1768,"5"-34"7186,-8 39-8486,-3 2-358,0 1 1,1 0 0,0 0-1,0 0 1,1 1 0,-1-1-1,1 1 1,0 0 0,0 0-1,1 0 1,0 0 0,0 0-1,0 0 1,1 1 0,-1 10-1,1-9-126,0 0-1,1-1 0,0 1 0,0 0 1,1-1-1,0 1 0,0 0 0,1-1 1,0 1-1,0-1 0,1 0 0,0 0 1,0 0-1,1 0 0,-1 0 0,1 0 1,1-1-1,0 0 0,0 0 0,0 0 1,0-1-1,1 0 0,0 0 0,0 0 1,0-1-1,1 1 0,-1-1 0,1-1 1,0 0-1,0 0 0,1 0 0,-1-1 1,14 3-1,-18-5-2,-1 0 0,1-1 0,-1 1 0,1-1 0,-1 0 0,1 0 1,-1 0-1,1 0 0,-1 0 0,4-2 0,-2 0-4,-4 2 26,1 0 1,-1 0-1,1 0 1,-1-1-1,0 1 1,0 0-1,0 0 1,1-1-1,-1 1 1,-1 0-1,1 0 0,0-1 1,0 1-1,0 0 1,-1 0-1,0-3 1,1 4 4,-1-6 13,-1 1-1,0-1 1,0 1-1,0 0 1,0 0 0,-1 0-1,0 0 1,0 0-1,0 1 1,-1-1 0,-7-6-1,-4-4 114,-31-23-1,-4-2 33,29 21-232,-2 2 1,-32-20 0,52 35-406,22-4-3647,-17 6 3802,1-1-1,0 0 1,0 1 0,0 0 0,0 0-1,-1-1 1,1 2 0,0-1-1,0 0 1,0 0 0,0 1 0,-1 0-1,1 0 1,0-1 0,3 3-1,14 3-2938,11-1-3232</inkml:trace>
</inkml:ink>
</file>

<file path=ppt/ink/ink2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3.071"/>
    </inkml:context>
    <inkml:brush xml:id="br0">
      <inkml:brushProperty name="width" value="0.035" units="cm"/>
      <inkml:brushProperty name="height" value="0.035" units="cm"/>
    </inkml:brush>
  </inkml:definitions>
  <inkml:trace contextRef="#ctx0" brushRef="#br0">102 235 7209,'-4'-8'489,"3"5"-262,0 1-1,-1-1 1,1 0 0,0 0-1,0 1 1,1-1-1,-1 0 1,0 0-1,1 0 1,0 0-1,0 0 1,0 0 0,0 0-1,0 0 1,0 0-1,2-4 1,-1-3 685,0 1 0,-1 0 0,0 0 0,0 0 1,-4-16-1,2 15 94,1 0 0,1 0 1,0-18-1,0-9 2636,-4 29-1912,-4 21-702,3 3-729,1 1-1,0-1 1,-2 32 0,-2 11 76,-8 17-718,3 0 0,4 0 0,0 100 0,10-145-1710,9 50 1,-7-67 77,0-1 0,1 0 0,8 18 0,-3-18-3006,0-4-2695</inkml:trace>
</inkml:ink>
</file>

<file path=ppt/ink/ink2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3.369"/>
    </inkml:context>
    <inkml:brush xml:id="br0">
      <inkml:brushProperty name="width" value="0.035" units="cm"/>
      <inkml:brushProperty name="height" value="0.035" units="cm"/>
    </inkml:brush>
  </inkml:definitions>
  <inkml:trace contextRef="#ctx0" brushRef="#br0">179 2 9073,'-14'24'2029,"12"-20"-200,-8 13 1193,7-12-2584,0 0-1,0 1 1,0 0-1,1 0 1,-1 0-1,1 0 1,1 0-1,-2 12 1,2-14-353,1 1 1,-1 0 0,2-1-1,-1 1 1,0-1 0,1 1-1,0-1 1,0 1 0,0-1 0,1 0-1,-1 1 1,1-1 0,0 0-1,0 0 1,0 0 0,1 0-1,0 0 1,-1-1 0,1 1-1,4 2 1,26 23 18,-30-27-99,-3-2-5,1-1-1,0 0 1,-1 1 0,1-1-1,0 1 1,0-1-1,0 1 1,-1-1-1,1 1 1,0 0-1,0-1 1,0 1-1,0 0 1,0 0 0,0 0-1,1-1 1,-1 1-1,0 0 0,-1 0 1,1 0-1,0 0 0,0 0 0,0 0 1,0-1-1,-1 1 0,1 0 0,0-1 1,0 1-1,0-1 0,-1 1 1,1-1-1,0 1 0,-1-1 0,1 1 1,-1-1-1,2 0 0,-4-11-5,0 0-1,-1 0 1,0 1-1,-1-1 1,0 1-1,-1 0 0,0 0 1,-1 1-1,0 0 1,0 0-1,-1 0 1,-1 0-1,1 1 1,-2 1-1,1-1 0,-1 1 1,-10-7-1,13 11-212,1 1 0,0 0 0,-1 0 0,1 0 0,-1 0 0,0 1 0,0 0 0,-11-2 0,15 4-52,1 0 0,-1-1 0,0 1 0,0 0 0,1 0 0,-1 0 0,0 0 0,0 1-1,0-1 1,1 0 0,-1 1 0,0-1 0,1 1 0,-1 0 0,0 0 0,1-1 0,-1 1 0,1 0 0,-1 0 0,1 0-1,-1 1 1,1-1 0,0 0 0,0 0 0,0 1 0,-1-1 0,1 1 0,0-1 0,1 1 0,-1-1 0,0 1 0,0 0-1,1-1 1,-2 4 0,-1 12-6945</inkml:trace>
</inkml:ink>
</file>

<file path=ppt/ink/ink2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3.976"/>
    </inkml:context>
    <inkml:brush xml:id="br0">
      <inkml:brushProperty name="width" value="0.035" units="cm"/>
      <inkml:brushProperty name="height" value="0.035" units="cm"/>
    </inkml:brush>
  </inkml:definitions>
  <inkml:trace contextRef="#ctx0" brushRef="#br0">1 103 8021,'0'-33'2031,"0"26"-149,9-56 9042,10 70-10329,-9-2-523,0 2 0,-1-1 0,1 1 0,-1 1 0,-1 0 0,0 0 0,0 0 0,0 1 0,8 14 1,10 13-102,-2 1 1,-2 1-1,21 48 1,40 126-480,-59-146 421,-21-56 76,4 6-6,-1 0 0,-1 1 0,0 0 1,-1 0-1,-1 0 0,2 31 0,-6-46 17,1 1 0,-1-1-1,0 0 1,1 1 0,-1-1-1,0 0 1,0 0 0,-1 0-1,1 0 1,0 0 0,-1 0-1,1 0 1,-1 0 0,0-1-1,1 1 1,-1-1 0,0 1-1,0-1 1,0 0 0,0 1-1,0-1 1,0 0 0,-1 0 0,-3 1-1,-8 3 3,0 0 0,-24 4 0,32-8-7,-84 16 20,6-2-1848,31-1-3070</inkml:trace>
</inkml:ink>
</file>

<file path=ppt/ink/ink2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4.304"/>
    </inkml:context>
    <inkml:brush xml:id="br0">
      <inkml:brushProperty name="width" value="0.035" units="cm"/>
      <inkml:brushProperty name="height" value="0.035" units="cm"/>
    </inkml:brush>
  </inkml:definitions>
  <inkml:trace contextRef="#ctx0" brushRef="#br0">10 7 13557,'13'-6'1672,"-15"10"890,0-1-2099,0-1 1,0 1-1,0-1 1,0 1-1,1 0 1,-1 0-1,1 0 0,-1 0 1,1 0-1,0 0 1,-1 6-1,1 19 284,2-1 0,0 1 0,1-1 0,2 1-1,1-1 1,1 0 0,19 50 0,-17-57-693,0 0 0,2 0 0,0-1-1,1-1 1,1 1 0,0-2 0,2 0 0,0 0 0,1-2 0,26 23-1,-36-34-59,0-1 0,0 0 0,1 1 0,0-2 0,-1 1 0,1-1 0,0 0 0,0 0 0,0 0 0,0-1 0,13 1 0,-17-2 5,0 0 0,0 0 0,0 0 1,-1 0-1,1-1 0,0 1 0,0-1 0,0 1 0,0-1 0,0 0 1,-1 0-1,1 0 0,0 0 0,-1 0 0,1 0 0,0 0 0,-1-1 1,0 1-1,1 0 0,-1-1 0,0 1 0,0-1 0,1 0 0,-1 1 1,-1-1-1,1 0 0,0 1 0,0-1 0,-1 0 0,1 0 0,-1 0 1,1 0-1,-1 0 0,0 0 0,0 0 0,1 0 0,-2 0 0,1 0 1,0-2-1,-1-5 1,0-1 1,0 1 0,-1 0-1,0-1 1,-1 1 0,0 0-1,0 0 1,-8-13-1,-44-67 23,35 59-8,3 5 56,-39-40-1,-1-1-3047,56 65 1672,21 28-11791,-2-9 3461</inkml:trace>
</inkml:ink>
</file>

<file path=ppt/ink/ink2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4.833"/>
    </inkml:context>
    <inkml:brush xml:id="br0">
      <inkml:brushProperty name="width" value="0.035" units="cm"/>
      <inkml:brushProperty name="height" value="0.035" units="cm"/>
    </inkml:brush>
  </inkml:definitions>
  <inkml:trace contextRef="#ctx0" brushRef="#br0">218 213 11393,'0'-3'441,"1"1"1,-1-1-1,0 0 0,0 1 1,0-1-1,-1 0 0,1 0 1,-1 1-1,0-1 0,1 0 0,-1 1 1,0-1-1,-1 1 0,1-1 1,0 1-1,-1 0 0,1-1 1,-1 1-1,0 0 0,0 0 0,1 0 1,-1 0-1,-4-2 0,-4-7 622,6 8-598,1 0 0,-1 0-1,0 0 1,-1 1 0,1 0 0,0-1-1,-6-1 1,-9-5 490,17 7 772,-1 2-1716,-1 0 1,1-1-1,0 0 1,-1 0-1,1 0 1,0 0-1,-4-2 1,5 1-8,-1 1 206,-17 26 109,9 0-231,0 0 0,2 0 0,0 1 0,2 0 0,-6 39 0,11-56-74,0 2-19,1 1 0,-1 0 0,2 0 0,0 0-1,0 0 1,1 0 0,0 0 0,1-1 0,1 1 0,0-1 0,0 1 0,1-1-1,0 0 1,1 0 0,1 0 0,0-1 0,0 0 0,0 0 0,2-1 0,-1 1-1,1-1 1,17 14 0,-22-21-36,1 0 0,-1 0 1,1-1-1,0 1 0,-1-1 0,1 0 0,0 0 1,0 0-1,0-1 0,0 1 0,-1-1 0,1 0 1,0 0-1,0 0 0,6-2 0,0 0-10,0 0 0,-1 0 0,0-1 0,11-5-1,-14 4 33,0 0 0,0 0-1,-1-1 1,0 1 0,0-1-1,0 0 1,0-1 0,-1 1-1,0-1 1,0 0 0,-1 0-1,1 0 1,-1 0 0,-1-1-1,1 0 1,1-6 0,0-3 12,0-1 1,-1 1-1,-1-1 1,0 1 0,-1-1-1,-1 0 1,-1 1-1,0-1 1,-1 1 0,-8-28-1,-5-8 18,-41-95 1,49 131-18,2 6-410,0 1 1,-1-1 0,0 1-1,-11-12 1,15 21 213,1 1 1,-1-1-1,1 1 1,0 0-1,0 0 1,-1-1-1,1 1 1,0 0-1,0 0 1,0 0-1,0 0 1,-2 2-1,3-2-16,-2 0-36,1 1 1,-1 0 0,1 0-1,0 0 1,-1 0 0,1 1-1,0-1 1,0 0 0,0 0 0,0 1-1,1-1 1,-1 1 0,1-1-1,-1 0 1,1 1 0,0-1-1,0 4 1,9 47-6819,-7-46 5644,9 41-6818</inkml:trace>
</inkml:ink>
</file>

<file path=ppt/ink/ink2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5.066"/>
    </inkml:context>
    <inkml:brush xml:id="br0">
      <inkml:brushProperty name="width" value="0.035" units="cm"/>
      <inkml:brushProperty name="height" value="0.035" units="cm"/>
    </inkml:brush>
  </inkml:definitions>
  <inkml:trace contextRef="#ctx0" brushRef="#br0">564 121 13493,'5'-35'1084,"0"12"4240,12-37 0,-16 58-3746,9 15 1284,-8-8-2745,-1-1 1,0 1-1,0 0 1,0-1-1,0 1 1,-1 0-1,0-1 1,0 1-1,0 0 1,0 0-1,-1-1 1,-1 7-1,-19 65 1253,11-45-1165,-28 91-181,-90 193-1,-84 101-170,167-332 54,-54 122-4359,84-166 110,-16 63 0,25-60-2059,10-5-3652</inkml:trace>
</inkml:ink>
</file>

<file path=ppt/ink/ink2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5.391"/>
    </inkml:context>
    <inkml:brush xml:id="br0">
      <inkml:brushProperty name="width" value="0.035" units="cm"/>
      <inkml:brushProperty name="height" value="0.035" units="cm"/>
    </inkml:brush>
  </inkml:definitions>
  <inkml:trace contextRef="#ctx0" brushRef="#br0">305 0 13449,'-4'11'509,"3"-7"-245,-1-1 1,1 1 0,-1-1-1,0 1 1,1-1 0,-2 0-1,1 1 1,0-1 0,-1 0-1,1-1 1,-1 1 0,0 0-1,-6 3 1,-6 7 749,0 0-1,1 1 1,0 1 0,1 0-1,1 1 1,0 0 0,-12 23-1,-60 131 1876,76-152-2607,-3 6-9,1 0 0,1 0 1,-10 47-1,17-63-227,1 1 0,0 0 0,1-1 1,0 1-1,0 0 0,1 0 0,0-1 0,0 1 0,1-1 0,0 1 1,1-1-1,0 1 0,0-1 0,7 12 0,-8-18-51,0 1-1,1 0 1,-1 0-1,0-1 1,1 0 0,0 1-1,-1-1 1,1 0-1,0 0 1,0 0-1,0-1 1,1 1 0,-1-1-1,6 2 1,-2-1-15,0 0 0,0-1 1,1 0-1,-1 0 0,12-1 1,-7 0 8,0-2 0,-1 0 0,1 0 0,-1-1 0,0 0 0,0-1 1,0 0-1,0-1 0,-1 0 0,1-1 0,-1 0 0,-1-1 0,1 1 0,-1-2 1,0 0-1,-1 0 0,0 0 0,0-1 0,-1 0 0,0-1 0,-1 1 0,0-2 0,0 1 1,-1 0-1,0-1 0,-1 0 0,5-19 0,-8 22-12,1-1 0,-1 1 0,-1-1 0,1 1 0,-2-1 0,1 0 0,-1 1 0,0-1-1,-1 1 1,0-1 0,0 1 0,-1 0 0,0 0 0,0 0 0,-1 0 0,0 1 0,-1-1 0,1 1 0,-1 0 0,-1 0 0,1 1 0,-1 0 0,0-1-1,-1 2 1,0-1 0,1 1 0,-2 0 0,1 1 0,-15-7 0,20 10-1092</inkml:trace>
</inkml:ink>
</file>

<file path=ppt/ink/ink2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25.532"/>
    </inkml:context>
    <inkml:brush xml:id="br0">
      <inkml:brushProperty name="width" value="0.035" units="cm"/>
      <inkml:brushProperty name="height" value="0.035" units="cm"/>
    </inkml:brush>
  </inkml:definitions>
  <inkml:trace contextRef="#ctx0" brushRef="#br0">4 215 11697,'-3'-6'2388,"9"-14"221,4 3-165,-17 0-380,1 6 1040,6-12-1996,3 3 364,3 3-1264,4 2-780,9 1-296,-3 5-676,-22-8-4184,-1-3 239,-6 12-4420</inkml:trace>
</inkml:ink>
</file>

<file path=ppt/ink/ink2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49.831"/>
    </inkml:context>
    <inkml:brush xml:id="br0">
      <inkml:brushProperty name="width" value="0.035" units="cm"/>
      <inkml:brushProperty name="height" value="0.035" units="cm"/>
    </inkml:brush>
  </inkml:definitions>
  <inkml:trace contextRef="#ctx0" brushRef="#br0">1379 24 3860,'-22'-7'962,"23"6"-807,-1 0-1,0 0 1,1 0-1,-1 0 1,1 0-1,-1 1 1,1-1-1,0 0 1,-1 0-1,1 0 1,0 0-1,-1 1 1,1-1-1,0 0 1,0 1-1,0-1 1,4-2 5046,-29 15-4679,22-11-272,0 1-35,-18 18 1235,0 0 1,2 2-1,-18 26 0,-44 78-1050,66-103-1,-56 105 384,-82 154 125,-5 10-585,119-226-275,-245 428 60,127-192-114,119-227 34,-22 24 18,52-89-49,0-1-1,0 1 0,-1-1 1,0-1-1,-1 1 0,-12 8 1,6-3-120,13-13-40,1 0-1,-1 1 1,1-1 0,-1 0 0,0 0 0,0 0 0,1 0-1,-1 0 1,0 0 0,0-1 0,0 1 0,0 0 0,0-1-1,0 0 1,0 1 0,0-1 0,0 0 0,0 0 0,0 0-1,-1 0 1,1-1 0,-3 0 0,-1-1-1304,0-1 0,0 0 0,0 0 0,1 0 0,-9-7 0,-5-3-1117,6 5-1620</inkml:trace>
</inkml:ink>
</file>

<file path=ppt/ink/ink2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51.634"/>
    </inkml:context>
    <inkml:brush xml:id="br0">
      <inkml:brushProperty name="width" value="0.035" units="cm"/>
      <inkml:brushProperty name="height" value="0.035" units="cm"/>
    </inkml:brush>
  </inkml:definitions>
  <inkml:trace contextRef="#ctx0" brushRef="#br0">0 83 3536,'0'0'6369,"1"-2"-6318,0-1-103,1 1 0,-1 0 0,0-1 0,1 1 0,-1 0 0,1 0-1,0 0 1,0 0 0,0 1 0,0-1 0,0 0 0,0 1 0,0 0 0,0-1-1,1 1 1,-1 0 0,0 0 0,1 0 0,-1 0 0,1 1 0,-1-1 0,1 1-1,-1-1 1,1 1 0,0 0 0,-1 0 0,1 0 0,4 1 0,-5-1 129,0 0 0,0-1 0,0 1 0,0-1 0,0 1 0,0-1 0,0 0 0,0 1 0,0-1 0,0 0 0,0 0 0,0 0 0,-1-1 0,4-1 0,4-4 2497,-10 4-2263,-11-20 3224,15 24-3235,11 4-47,-1-1-30,-1 1-1,0 0 1,0 0 0,16 12-1,0 2 21,197 126 684,-79-59-736,186 143-1,-76 8-67,-162-143-59,-24-26-37,-4-1 4,128 98-1,-191-163-20,88 64 16,152 82 0,71 19 147,-15 27 57,-259-159-135,-2 1 0,-1 2-1,-2 2 1,33 48 0,-45-59 51,-9-11-69,2-1 1,0 0-1,33 25 1,10 2-65,-30-24 27,-2 1-1,29 29 0,23 42 271,-52-70-225,-24-20-81,14 24-22,-15-23 42,15 5 39,-13-7-3251,-8-9 2049,3 4 157,0 1 0,-1-1 0,0 0-1,0 1 1,0 0 0,0-1 0,-6-4 0,-5-9-5356</inkml:trace>
</inkml:ink>
</file>

<file path=ppt/ink/ink2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53.211"/>
    </inkml:context>
    <inkml:brush xml:id="br0">
      <inkml:brushProperty name="width" value="0.035" units="cm"/>
      <inkml:brushProperty name="height" value="0.035" units="cm"/>
    </inkml:brush>
  </inkml:definitions>
  <inkml:trace contextRef="#ctx0" brushRef="#br0">585 3 4444,'15'-2'893,"-18"8"63,-6 8 3749,9-12-4309,-6 24 192,6-23 20,-6 9-229,6-9-354,-1-1 1,1 0 0,0 0-1,0 0 1,0 0 0,0 1-1,1-1 1,-1 0 0,0 0 0,1 0-1,0 0 1,-1 0 0,1 0-1,0 0 1,1 3 0,0-2-89,-1-1 13,2-2-736,26-3 323,-26 3 241,16-8-546,-17 8 572,0-1 0,0 0 1,0 0-1,-1 0 1,1-1-1,0 1 0,-1 0 1,1-1-1,0 1 0,-1-1 1,0 1-1,1-1 0,-1 0 1,0 0-1,0 1 1,0-1-1,0 0 0,0 0 1,-1 0-1,2-4 0,-1 4 396,0-1-605,0 0 183,0-1 304,0 1-1,0 0 0,1-1 0,-1 1 1,4-4-1,4 2-139,-7 5 259,0-1 0,0 0 0,0 0 0,0 0 0,0 0 1,0 0-1,0-1 0,0 1 0,-1 0 0,1-1 1,-1 0-1,3-3 0,-29 24 3497,-18 22-3396,-60 66 230,-30 37-92,130-139-435,-10 11 39,0-1-1,-18 18 1,-14 18 10,-30 28-9,6-6 48,12-22 37,9-10 8,46-39-126,-1 0-7,0 0 0,-1 0 1,1 1-1,0 0 1,1-1-1,-1 1 0,-3 6 1,1-4 8,-19 25-3,23-28 57,38 0-4359,-33-2 2535,-3-2-975,5-13-760</inkml:trace>
</inkml:ink>
</file>

<file path=ppt/ink/ink2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53.834"/>
    </inkml:context>
    <inkml:brush xml:id="br0">
      <inkml:brushProperty name="width" value="0.035" units="cm"/>
      <inkml:brushProperty name="height" value="0.035" units="cm"/>
    </inkml:brush>
  </inkml:definitions>
  <inkml:trace contextRef="#ctx0" brushRef="#br0">721 19 4320,'0'0'2948,"-1"-1"-2650,0-1-1,-1 1 1,1-1 0,0 1 0,-1-1-1,1 1 1,-1 0 0,1-1-1,-1 1 1,0 0 0,1 0 0,-4-1-1,-4 7 31,1 1 0,0 0 0,1 1-1,0 0 1,0 0 0,0 0-1,1 1 1,-6 8 0,-8 10 147,4-7-99,2 2 0,1 0 0,-16 32 0,14-23-85,-26 35 37,-2-1 1,-59 65-1,101-128-327,-206 228 265,202-224-492,0 0 1,-1 0-1,0 0 0,0-1 0,0 0 0,-1 0 1,1 0-1,-1-1 0,0 0 0,0-1 0,0 1 0,0-1 1,0 0-1,0-1 0,-1 0 0,-12 0 0,17-1-653,9-14-9029</inkml:trace>
</inkml:ink>
</file>

<file path=ppt/ink/ink2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6:54.534"/>
    </inkml:context>
    <inkml:brush xml:id="br0">
      <inkml:brushProperty name="width" value="0.035" units="cm"/>
      <inkml:brushProperty name="height" value="0.035" units="cm"/>
    </inkml:brush>
  </inkml:definitions>
  <inkml:trace contextRef="#ctx0" brushRef="#br0">19 0 3228,'-19'15'688</inkml:trace>
</inkml:ink>
</file>

<file path=ppt/ink/ink2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16.546"/>
    </inkml:context>
    <inkml:brush xml:id="br0">
      <inkml:brushProperty name="width" value="0.035" units="cm"/>
      <inkml:brushProperty name="height" value="0.035" units="cm"/>
    </inkml:brush>
  </inkml:definitions>
  <inkml:trace contextRef="#ctx0" brushRef="#br0">60 248 7729,'-42'-13'12916,"24"9"-8449,25 2-3563,19-4-419,0 2 0,0 1 0,51 0 1,-5 0-202,262-23 253,487-102 1,-575 73-3136,-239 54 600,-7 4 452,-18 9-634,-28 11-1665,11-4-1622,0 1-3231</inkml:trace>
</inkml:ink>
</file>

<file path=ppt/ink/ink2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16.812"/>
    </inkml:context>
    <inkml:brush xml:id="br0">
      <inkml:brushProperty name="width" value="0.035" units="cm"/>
      <inkml:brushProperty name="height" value="0.035" units="cm"/>
    </inkml:brush>
  </inkml:definitions>
  <inkml:trace contextRef="#ctx0" brushRef="#br0">178 1 10729,'-14'9'8242,"3"-10"-5227,10 0-2943,1 1 0,-1 0 0,0 0 0,0 0 0,1 0 0,-1-1 0,0 1 0,0 0 0,0 0 0,0 0 0,1 1 0,-1-1 0,0 0 0,0 0 0,1 0 0,-1 1 0,0-1 0,0 0 0,1 1 0,-1-1 0,0 0 0,1 1 0,-1-1 1,0 1-1,1-1 0,-1 1 0,1 0 0,-1-1 0,1 1 0,-1-1 0,1 1 0,-1 0 0,1 0 0,-1 1 0,-17 29 1577,0 1 1,-21 58-1,25-49-1553,2 0-1,-8 45 1,16-60-1453,2 0 0,1 47 0,6 11-9655,-2-45-663</inkml:trace>
</inkml:ink>
</file>

<file path=ppt/ink/ink2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17.223"/>
    </inkml:context>
    <inkml:brush xml:id="br0">
      <inkml:brushProperty name="width" value="0.035" units="cm"/>
      <inkml:brushProperty name="height" value="0.035" units="cm"/>
    </inkml:brush>
  </inkml:definitions>
  <inkml:trace contextRef="#ctx0" brushRef="#br0">0 120 10889,'0'0'9037,"3"2"-7898,16 7-342,-1 2-1,0 0 1,0 1-1,-2 1 0,25 24 1,74 87 515,-95-100-1112,-8-10-110,-1 2 0,0 0 0,-2 0-1,0 1 1,-1 0 0,6 18 0,-12-32-67,-1-1 0,-1 0 1,1 1-1,0-1 1,-1 0-1,1 1 0,-1-1 1,0 1-1,1-1 1,-1 1-1,0-1 0,-1 0 1,1 1-1,0-1 0,-1 1 1,1-1-1,-1 0 1,0 1-1,0-1 0,-1 4 1,-2-2 85,1 0 0,-1 0 0,1 0 0,-1-1 0,0 1 0,0-1 0,-8 5 0,10-7 134,-1-2-39,-29-11 87,32 12-289,0 0 1,0 0-1,0 0 0,0 0 1,-1 0-1,1 0 0,0 0 0,0 0 1,0 0-1,0 0 0,0-1 1,0 1-1,-1 0 0,1 0 1,0 0-1,0 0 0,0 0 0,0 0 1,0 0-1,0 0 0,-1 0 1,1-1-1,0 1 0,0 0 1,0 0-1,0 0 0,0 0 0,0 0 1,0 0-1,0-1 0,0 1 1,0 0-1,0 0 0,0 0 1,0 0-1,0 0 0,0-1 0,0 1 1,0 0-1,0 0 0,0 0 1,0 0-1,0 0 0,0-1 1,0 1-1,0 0 0,0 0 0,0 0 1,0 0-1,0 0 0,0 0 1,0-1-1,0 1 0,0 0 1,1 0-1,4-18-66,1 0-1,0 1 1,1-1 0,2 2 0,-1-1-1,2 1 1,0 0 0,1 1 0,15-17 0,20-16-1686,64-54 0,-67 64 543,-11 10-982,2 1-1,60-37 1,-58 44-2310,47-19 0,-44 24-1817</inkml:trace>
</inkml:ink>
</file>

<file path=ppt/ink/ink2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17.660"/>
    </inkml:context>
    <inkml:brush xml:id="br0">
      <inkml:brushProperty name="width" value="0.035" units="cm"/>
      <inkml:brushProperty name="height" value="0.035" units="cm"/>
    </inkml:brush>
  </inkml:definitions>
  <inkml:trace contextRef="#ctx0" brushRef="#br0">302 44 7573,'-22'-17'6087,"21"16"-5774,0 0 1,1 1-1,-1-1 1,1 0-1,-1 0 1,1 0-1,-1 0 0,1 0 1,0 0-1,-1 0 1,1 0-1,0 0 1,0 0-1,0 0 0,0 0 1,0 0-1,0 0 1,0 0-1,0 0 1,0 0-1,0 0 1,0 0-1,1 1 0,-1-1 1,0 0-1,1-1 1,-6 3-40,0 0-218,-2 0-5,1 0-1,0 1 1,-1-1-1,1 2 1,0-1-1,0 1 1,0-1-1,1 2 1,-9 5-1,-20 16-199,1 2 0,1 1 0,2 2 0,-36 44 0,66-73 137,-1 0 0,1 0 0,0 0 0,0 0 0,0 0 0,0 0 0,0-1 1,0 1-1,0 0 0,0 0 0,0 0 0,0 0 0,0 0 0,1 0 0,-1 0 0,0 0 0,1 0 1,-1 0-1,0-1 0,2 2 0,-1 1-24,-1-1 23,1-1 1,0 1-1,-1-1 0,1 1 0,0 0 0,0-1 0,0 0 0,0 1 1,0-1-1,0 1 0,1-1 0,-1 0 0,0 0 0,1 0 0,-1 0 1,1 0-1,-1 0 0,1 0 0,0 0 0,-1-1 0,1 1 0,0-1 0,-1 1 1,1-1-1,0 0 0,-1 1 0,4-1 0,6 1-33,-1-1 0,1-1 0,16-2 0,-16 2 36,30-5-81,61-18 0,11-1 213,-34 18 363,-6-6 106,-53 10-427,-1 0 1,0-1-1,1-1 1,27-11-1,-27 7 254,-1-1 0,0-1 0,0-1-1,-1 0 1,-1-1 0,0-1-1,19-21 1,-7 8 1312,-27 25-1324,-1 12-771,1 1-1,0-1 0,0 0 1,1 0-1,0 0 0,0 0 1,1-1-1,1 1 0,6 10 1,-5-7-793,-4-11 801,0 1 0,-1-1 0,1 1 0,0-1 0,0 0 0,1 0 0,-1 0 0,0 0 0,1 0 0,-1 0-1,1-1 1,0 1 0,4 1 0,13 6-6236,-15-8 4256,13 8-4625</inkml:trace>
</inkml:ink>
</file>

<file path=ppt/ink/ink2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17.801"/>
    </inkml:context>
    <inkml:brush xml:id="br0">
      <inkml:brushProperty name="width" value="0.035" units="cm"/>
      <inkml:brushProperty name="height" value="0.035" units="cm"/>
    </inkml:brush>
  </inkml:definitions>
  <inkml:trace contextRef="#ctx0" brushRef="#br0">45 275 6369,'-38'-49'1792,"35"23"-24,-1 1-340,8 2-280,2-6-188,7 9-184,-1-3-180,1 3-204,0 3-384,6 0-536,0 0-400,3 11-616,-3 3-2032,0 6-2101</inkml:trace>
</inkml:ink>
</file>

<file path=ppt/ink/ink2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18.274"/>
    </inkml:context>
    <inkml:brush xml:id="br0">
      <inkml:brushProperty name="width" value="0.035" units="cm"/>
      <inkml:brushProperty name="height" value="0.035" units="cm"/>
    </inkml:brush>
  </inkml:definitions>
  <inkml:trace contextRef="#ctx0" brushRef="#br0">51 52 11593,'0'-37'8633,"0"22"-3373,-2 17-4626,-2 1-520,1 1 0,0-1-1,-1 1 1,2 0 0,-1-1 0,0 2 0,1-1 0,0 0 0,0 0 0,0 1 0,0-1 0,1 1-1,-1-1 1,1 1 0,0 0 0,1-1 0,-1 11 0,0-8-103,-4 30 291,1 44 0,9-45-208,-4-34-98,0-1-1,0 0 1,0 1-1,0-1 0,0 0 1,0 0-1,0 0 1,1 0-1,-1 0 1,0 0-1,0 0 0,1 0 1,-1-1-1,1 1 1,-1 0-1,1-1 1,-1 1-1,1-1 0,-1 1 1,1-1-1,2 0 1,253-101-1168,-204 85 1016,-52 15 154,0 1-1,0 0 0,0 0 1,0-1-1,0 1 0,0 0 1,0 0-1,0 0 0,0 0 1,0 0-1,0 0 0,-1 1 1,1-1-1,0 0 0,0 0 1,1 1-1,3 1 0,27 4-2,-22 0-11,1 2-1,39 22 215,-49-30-195,0 1 0,1-1 1,-1 1-1,1-1 1,-1 1-1,1-1 0,-1 0 1,1 1-1,-1-1 1,1 0-1,-1 0 0,1 0 1,-1-1-1,1 1 1,2-1-1,16 0-16,92 20-1165,-95-7-937,0 11-10342,-10-8 3587</inkml:trace>
</inkml:ink>
</file>

<file path=ppt/ink/ink2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19.100"/>
    </inkml:context>
    <inkml:brush xml:id="br0">
      <inkml:brushProperty name="width" value="0.035" units="cm"/>
      <inkml:brushProperty name="height" value="0.035" units="cm"/>
    </inkml:brush>
  </inkml:definitions>
  <inkml:trace contextRef="#ctx0" brushRef="#br0">226 1 3064,'0'0'5233,"-3"1"-4254,-15 4 1438,-18 6 4341,35-10-6686,-1-1 0,1 1 0,0 0 0,-1 0 1,1 0-1,0 0 0,0 0 0,0 0 0,-1 1 1,1-1-1,-1 2 0,-29 41 2582,24-36-2271,1 0-1,-1 1 1,2-1-1,-6 12 1,-37 101 677,34-79-3922,1-1-3991,8-27 3464,-1 0-5467</inkml:trace>
</inkml:ink>
</file>

<file path=ppt/ink/ink2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19.258"/>
    </inkml:context>
    <inkml:brush xml:id="br0">
      <inkml:brushProperty name="width" value="0.035" units="cm"/>
      <inkml:brushProperty name="height" value="0.035" units="cm"/>
    </inkml:brush>
  </inkml:definitions>
  <inkml:trace contextRef="#ctx0" brushRef="#br0">1 1 5216,'0'0'2525,"6"14"-7282</inkml:trace>
</inkml:ink>
</file>

<file path=ppt/ink/ink2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19.996"/>
    </inkml:context>
    <inkml:brush xml:id="br0">
      <inkml:brushProperty name="width" value="0.035" units="cm"/>
      <inkml:brushProperty name="height" value="0.035" units="cm"/>
    </inkml:brush>
  </inkml:definitions>
  <inkml:trace contextRef="#ctx0" brushRef="#br0">0 139 5216,'0'0'7077,"0"-3"-5987,1-6-1517,0-6 7449,1 28-6016,-1 8-873,-1-15-189,0 0 1,0 0-1,1-1 0,-1 1 0,1 0 1,1 0-1,-1-1 0,1 1 1,0-1-1,0 1 0,0-1 0,1 0 1,0 0-1,0 0 0,0 0 1,6 6-1,36 28-1000,-43-38 880,2-2-84,33-6 68,-36 7 185,0-1-1,0 1 1,-1 0 0,1-1-1,0 1 1,0-1-1,0 1 1,-1-1-1,1 1 1,0-1-1,0 0 1,-1 1-1,1-1 1,-1 0-1,1 0 1,0 1-1,-1-1 1,1 0 0,-1 0-1,1-1 1,1-1 3,65-60 306,-38 39-186,1 2 198,-26 22-279,1 1 1,-1 0-1,0 0 1,0 0-1,0 1 1,6 2-1,-5-1 3,-3-2-37,-1 1 0,1-1 0,-1 1 0,0-1 0,1 1 0,-1 0 0,0 0 0,0-1 0,-1 1 1,1 0-1,0 0 0,0 0 0,-1 0 0,1 0 0,-1 0 0,0 2 0,1 1-43,4 8-615,-1 1 0,0 0 0,3 26 0,-5-23-366,-1-15 833,1 0-1,-1 0 1,0 0-1,1 0 0,0 0 1,-1 0-1,1 0 1,0 0-1,0-1 0,0 1 1,0-1-1,0 0 1,1 1-1,2 0 1,-1 0 59,0 0 1,0 0 0,1-1 0,-1 1 0,1-1 0,-1 0 0,1-1 0,-1 1 0,1-1 0,-1 1 0,1-1 0,0-1 0,-1 1-1,1-1 1,-1 0 0,8-2 0,-5 0 221,0 0 0,0 0 1,-1-1-1,0 0 0,1-1 0,-1 1 0,-1-1 0,1 0 0,7-9 1,5-9 941,-1-2 0,0 0 1,-2-1-1,12-30 0,-21 44-663,-3 7-194,-1 0 0,0-1-1,0 1 1,0-1 0,-1 0 0,0 0 0,0 1 0,0-1 0,-1 0-1,0 0 1,0 0 0,-1 0 0,1 0 0,-1 1 0,-1-1 0,-1-8 0,2 13-158,-1 0 1,1 0 0,0 0 0,0 0-1,-1 1 1,1-1 0,0 0 0,-1 1 0,1-1-1,0 0 1,-1 1 0,1 0 0,-1-1 0,1 1-1,-1 0 1,1 0 0,-1 0 0,1 0 0,-1 0-1,1 0 1,-4 1 0,-5 3 33,1 0 0,-1 1 0,1 0 0,0 1 0,-13 11 0,2-3-35,11-7-156,1 1-1,-1 0 0,1 1 1,1 0-1,0 0 1,0 1-1,0-1 0,1 1 1,1 1-1,-5 11 1,-7 11-967,16-32 939,1 0-1,-1 0 0,1 0 0,0 0 1,0 0-1,-1 0 0,1 0 0,0 0 0,0 0 1,0 0-1,0 0 0,0 1 0,0-1 1,0 0-1,0 0 0,1 0 0,-1 0 1,0 0-1,1 0 0,-1 0 0,0 0 1,1 0-1,-1 0 0,1-1 0,0 1 1,-1 0-1,1 0 0,0 0 0,-1 0 1,1-1-1,1 2 0,1 1 64,9-12-5245,0-2 1016</inkml:trace>
</inkml:ink>
</file>

<file path=ppt/ink/ink2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1.508"/>
    </inkml:context>
    <inkml:brush xml:id="br0">
      <inkml:brushProperty name="width" value="0.035" units="cm"/>
      <inkml:brushProperty name="height" value="0.035" units="cm"/>
    </inkml:brush>
  </inkml:definitions>
  <inkml:trace contextRef="#ctx0" brushRef="#br0">0 61 11561,'0'-1'326,"1"0"0,-1 1 0,0-1 0,0 1 0,0-1 0,1 1 0,-1-1 0,0 1 0,0-1 0,1 1 0,-1-1 0,1 1 0,-1-1 0,0 1 0,1-1 0,-1 1 0,1 0 0,-1-1 0,1 1 0,-1 0 1,1 0-1,-1-1 0,1 1 0,-1 0 0,1 0 0,-1 0 0,1-1 0,0 1 0,-1 0 0,1 0 0,-1 0 0,1 0 0,0 0 0,1 1-18,0 0 1,0-1 0,-1 1-1,1 0 1,0 0-1,-1 0 1,1 0 0,0 0-1,-1 1 1,3 1-1,30 42 1142,-11-5-538,-1 0 0,-2 2 0,18 57 0,32 139 233,-33-104-756,26 54-312,-48-152-73,1-2 1,2 0-1,25 36 1,-38-61-5,1-1 0,1 0 0,0 0 0,0-1 0,12 10 0,-16-15 0,0 0 0,1 0 0,-1 0 0,1 0 0,0 0 0,-1-1 0,1 0 0,0 0 0,0 0 0,0 0 0,0 0 0,0-1 0,0 0 0,0 0 0,0 0 0,7-1 0,7-3 0,1-1 0,-1-1 0,-1 0 0,1-1 0,-1-1 0,0-1 0,-1 0 0,0-1 0,-1-1 0,28-24 0,7-13 0,70-86 0,16-32-615,101-117-2208,17 19-113,-172 194-2348,-25 30-2831,-21 20-1895</inkml:trace>
</inkml:ink>
</file>

<file path=ppt/ink/ink2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2.229"/>
    </inkml:context>
    <inkml:brush xml:id="br0">
      <inkml:brushProperty name="width" value="0.035" units="cm"/>
      <inkml:brushProperty name="height" value="0.035" units="cm"/>
    </inkml:brush>
  </inkml:definitions>
  <inkml:trace contextRef="#ctx0" brushRef="#br0">674 977 13117,'-2'-2'274,"0"1"0,0-1 0,1 0-1,-1 0 1,1 0 0,0 0 0,-1 0-1,1 0 1,0 0 0,0 0 0,0 0 0,0-1-1,1 1 1,-1 0 0,0-5 0,1 6-110,-1 0 1,1-1 0,0 1-1,-1-1 1,0 1 0,1 0-1,-1 0 1,0-1 0,1 1-1,-1 0 1,0 0 0,0 0-1,0 0 1,0 0 0,0 0-1,0 0 1,-1 0 0,1 0-1,0 1 1,0-1 0,-1 0-1,1 1 1,0-1 0,-1 1 0,1-1-1,0 1 1,-1 0 0,1-1-1,-1 1 1,1 0 0,-1 0-1,1 0 1,-2 1 0,-7-1 320,0 0 0,0 1 0,-15 3 0,20-3-344,-27 8 396,0 1 0,1 2 0,0 1 1,0 1-1,-38 25 0,32-18-442,2 2-1,0 1 1,2 2 0,1 1 0,1 2 0,1 1 0,2 1 0,-29 41 0,55-70-100,1-1 1,0 1 0,0-1 0,0 1-1,0 0 1,0-1 0,0 1 0,0 0-1,1-1 1,-1 1 0,1 0 0,-1 0-1,1 0 1,0 0 0,-1 0 0,1 0-1,0-1 1,0 1 0,0 0-1,1 0 1,-1 0 0,0 0 0,1 0-1,-1 0 1,1-1 0,0 1 0,-1 0-1,1 0 1,0-1 0,0 1 0,2 2-1,0-2 0,0 0 0,0 0 0,-1 0 0,1-1 0,0 1 0,0-1 0,1 0 0,-1 0 0,0 0-1,0 0 1,1 0 0,-1-1 0,0 0 0,1 1 0,-1-1 0,0 0 0,5-1 0,22-4 4,-1 0-1,0-2 1,33-11 0,89-41 72,-82 31 23,-55 23-48,86-31 267,-88 33-246,0 0 1,0 1-1,0 0 0,0 1 0,0 0 1,18 2-1,-24 0-31,1 0 0,-1 1 1,1 0-1,-1 0 0,0 1 1,0 0-1,0 0 0,0 0 1,0 1-1,-1-1 0,1 2 1,7 6-1,5 8 180,32 39 0,-26-28-102,-10-13-67,1-1 0,0-1 0,1 0 1,1-1-1,33 22 0,-44-33-64,-1 1 0,1-2 0,0 1 1,-1 0-1,1-1 0,0 0 0,1-1 0,-1 1 0,0-1 0,0-1 0,1 1 1,-1-1-1,1 0 0,-1 0 0,0-1 0,1 0 0,-1 0 0,0 0 1,0-1-1,0 0 0,0 0 0,0 0 0,0-1 0,-1 0 0,6-4 1,3-3-47,-1-1 1,-1 0-1,0-1 1,0 0-1,-1-1 1,-1-1-1,15-23 1,53-115-460,-54 101 361,72-163-318,-9-4 0,93-364 1,-160 487 493,-20 94-3,1 0 1,-1 0-1,0 0 1,1 0-1,-1 0 1,0 0-1,0 0 0,0 0 1,0 0-1,0-1 1,0 1-1,0 0 1,0 0-1,0 0 1,0 0-1,0 0 1,-1 0-1,1 0 0,-1 0 1,1 0-1,-1 0 1,1 0-1,-1 0 1,1 0-1,-1 0 1,0 0-1,1 0 0,-1 1 1,-1-2-1,0 2 4,1 0 0,-1 0 0,1 1-1,0-1 1,-1 1 0,1-1 0,0 1-1,0-1 1,-1 1 0,1 0-1,0 0 1,0 0 0,0-1 0,0 1-1,0 0 1,0 0 0,0 1 0,0-1-1,0 0 1,1 0 0,-1 0 0,-1 3-1,-16 26 112,2 2 0,1 0 0,1 1 0,-10 35 0,-32 145 134,52-194-253,-8 34 58,2 0 0,-2 64 0,11-90-75,1 0 1,1 0-1,1 0 0,2 0 0,1 0 0,10 33 0,-12-49-16,1 0-1,0-1 0,1 0 1,0 1-1,1-2 0,0 1 0,0-1 1,1 0-1,8 9 0,-10-14 13,0 1 0,1-1-1,-1 0 1,1 0 0,0-1-1,0 0 1,0 0 0,1 0-1,-1-1 1,1 0 0,0 0 0,-1 0-1,1-1 1,0 0 0,0-1-1,9 1 1,15-3 466,0-2-1,0 0 1,0-3-1,30-9 1,-60 16-430,-1 1-1,1-1 1,0 0 0,-1 0 0,1 1-1,-1-1 1,1 0 0,0 1-1,-1-1 1,1 0 0,-1 1 0,1-1-1,-1 1 1,0-1 0,1 1-1,-1-1 1,1 1 0,-1 0 0,0-1-1,0 1 1,1-1 0,-1 1 0,0 0-1,1 0 1,5 15 204,-1 48-410,0-7-1846,-3-51 1359,-1 0 0,1 0 0,0-1 0,1 1-1,-1 0 1,1-1 0,0 0 0,5 7 0,-5-8-637,1 1 1,0 0 0,0-1-1,0 1 1,0-1-1,1 0 1,8 5-1,28 16-9640</inkml:trace>
</inkml:ink>
</file>

<file path=ppt/ink/ink2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2.371"/>
    </inkml:context>
    <inkml:brush xml:id="br0">
      <inkml:brushProperty name="width" value="0.035" units="cm"/>
      <inkml:brushProperty name="height" value="0.035" units="cm"/>
    </inkml:brush>
  </inkml:definitions>
  <inkml:trace contextRef="#ctx0" brushRef="#br0">58 72 13173,'-25'-43'2200,"18"34"-291,-5-2-297,-1 2 1808,19 18-5004,13 14-428,-6 5-3573,0-2-4564</inkml:trace>
</inkml:ink>
</file>

<file path=ppt/ink/ink2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3.011"/>
    </inkml:context>
    <inkml:brush xml:id="br0">
      <inkml:brushProperty name="width" value="0.035" units="cm"/>
      <inkml:brushProperty name="height" value="0.035" units="cm"/>
    </inkml:brush>
  </inkml:definitions>
  <inkml:trace contextRef="#ctx0" brushRef="#br0">516 688 12425,'-4'-5'658,"0"-1"-1,-1 1 1,0 0-1,0 0 0,0 1 1,-1 0-1,1 0 1,-1 0-1,0 0 1,0 1-1,0 0 1,-1 0-1,1 1 1,-12-3-1,8 3-154,-1 0-1,1 1 0,-1 1 1,1 0-1,-1 1 0,1-1 1,0 2-1,-21 5 0,8 0-124,0 2 0,1 0 0,-1 1 0,2 2 0,0 0 0,0 1 0,-31 28-1,41-32-322,1 2 0,1-1 0,0 1 0,0 1 0,1 0 0,0 0 0,1 0 0,1 1 0,0 0 0,0 1 0,-4 19 0,9-29-113,0 0 0,1 1 0,-1-1 0,1 0 0,0 0 0,1 1 0,-1-1 0,1 0 0,-1 0 0,1 0 0,0 0 0,1 1 0,-1-1 0,1-1 0,0 1 0,0 0 0,0 0 0,0-1 0,1 1 1,-1-1-1,1 0 0,0 0 0,0 0 0,0 0 0,1 0 0,4 3 0,0-1-127,0 1-1,1-1 1,-1-1 0,1 0 0,0 0 0,0-1 0,0 0 0,1 0-1,-1-1 1,15 1 0,-10-2 29,0-1 0,0-1 0,0 0 1,0 0-1,0-2 0,0 0 0,-1 0 0,1-1 0,-1-1 0,24-12 0,-19 7 48,-1-1-1,-1 0 1,0-2-1,-1 0 1,0 0 0,24-30-1,-5-4 43,-1-2 0,-3-1 0,-2-2-1,27-68 1,125-357 49,-148 385 128,-26 78 267,-8 30 10,2-15-396,-54 227 1049,33-152-843,-21 144 0,37-155-213,3 104-1,4-140-100,1 1 0,2-1-1,0 1 1,2-2 0,20 51 0,-25-73 96,0 0 0,1 0 0,0-1 0,0 1-1,1-1 1,-1 0 0,1 0 0,0 0 0,0 0 0,1-1 0,0 0 0,-1 0 0,2 0-1,-1 0 1,0-1 0,1 0 0,-1 0 0,1 0 0,0-1 0,0 0 0,0 0-1,0 0 1,0-1 0,0 0 0,1 0 0,-1 0 0,0-1 0,0 0 0,1-1 0,-1 1-1,0-1 1,1 0 0,-1-1 0,9-2 0,5-4-27,-1-1 1,-1-1-1,1-1 1,-1 0-1,-1-1 1,0-1-1,-1 0 1,0-2-1,-2 0 1,1 0-1,-2-1 1,0-1-1,-1 0 1,0-1-1,-2-1 0,0 1 1,-1-1-1,7-23 1,-14 35 29,0 0 1,0 0-1,-1 0 0,0 0 1,0 0-1,-1-1 1,0 1-1,0 0 0,-1 0 1,-1-10-1,1 14 10,0 0 0,0 0 0,-1 0 0,1 0 0,0 0 0,-1 1 0,0-1 0,0 1 0,0-1 0,0 1 0,0 0 0,0-1 0,0 1 0,-1 0 0,1 1 0,-1-1 0,0 0 0,1 1 0,-1-1 0,0 1 0,0 0 0,0 0 0,0 0 0,0 0 0,-4 0 0,-4 0-14,-1-1 1,1 2-1,0 0 1,0 0 0,0 1-1,0 0 1,-15 4-1,19-4-7,0 1-1,0 1 1,0-1-1,0 1 1,0 0-1,0 1 1,1-1-1,-1 2 1,1-1-1,0 0 1,-8 10-1,13-14 25,0 1 0,0 0 0,0-1 1,0 1-1,1 0 0,-1 0 0,0 0 0,1 0 0,-1 0 0,1 0 0,-1 0 1,1 0-1,0 0 0,-1 0 0,1 0 0,0 0 0,0 0 0,-1 0 0,1 0 0,0 0 1,0 0-1,0 0 0,0 1 0,1-1 0,-1 0 0,0 0 0,0 0 0,1 1 1,0-1 11,1 1 1,-1-1 0,0 1 0,1-1 0,-1 0 0,1 0 0,0 0 0,-1 0 0,1 0 0,0 0 0,-1 0 0,1-1 0,0 1 0,3 0 0,9 2 228,0 0-1,1-2 1,16 1-1,-27-2-98,11 1 367,0 1 1,1 0-1,-1 1 0,0 1 0,26 9 1,-33-10-402,-1 1 1,1 0 0,-1 0 0,1 0-1,-1 1 1,-1 0 0,1 0 0,-1 1-1,0 0 1,0 0 0,0 0 0,5 10-1,-1-1-1454,0 0-1,23 26 0,-26-34-507,-1-1 0,1 0 1,1-1-1,-1 1 0,9 3 0,22 10-8644</inkml:trace>
</inkml:ink>
</file>

<file path=ppt/ink/ink2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3.200"/>
    </inkml:context>
    <inkml:brush xml:id="br0">
      <inkml:brushProperty name="width" value="0.035" units="cm"/>
      <inkml:brushProperty name="height" value="0.035" units="cm"/>
    </inkml:brush>
  </inkml:definitions>
  <inkml:trace contextRef="#ctx0" brushRef="#br0">448 22 13257,'-24'-19'2048,"24"19"-2017,0 0 0,0 0-1,0 0 1,0-1 0,0 1 0,0 0-1,-1 0 1,1 0 0,0 0-1,0 0 1,0 0 0,0-1-1,0 1 1,0 0 0,0 0-1,-1 0 1,1 0 0,0 0 0,0 0-1,0 0 1,0 0 0,0 0-1,-1-1 1,1 1 0,0 0-1,0 0 1,0 0 0,0 0-1,-1 0 1,1 0 0,0 0 0,0 0-1,0 0 1,0 0 0,-1 0-1,1 0 1,0 1 0,0-1-1,0 0 1,0 0 0,-1 0-1,1 0 1,0 0 0,0 0 0,0 0-1,0 0 1,0 0 0,0 0-1,-1 1 1,1-1 0,0 0-1,0 0 1,0 0 0,0 0-1,0 0 1,0 1 0,0-1 0,0 0-1,0 0 1,-64 89 4839,-56 85-765,97-136-3998,2 0-1,-30 76 0,22-29-1260,8-24-3062,-34 73 1,36-90-1220,5-2-3002</inkml:trace>
</inkml:ink>
</file>

<file path=ppt/ink/ink2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3.407"/>
    </inkml:context>
    <inkml:brush xml:id="br0">
      <inkml:brushProperty name="width" value="0.035" units="cm"/>
      <inkml:brushProperty name="height" value="0.035" units="cm"/>
    </inkml:brush>
  </inkml:definitions>
  <inkml:trace contextRef="#ctx0" brushRef="#br0">1 169 10857,'6'-25'2211,"4"-25"2561,-9 48-4567,-1-1 0,1 1 0,0-1 0,0 1 0,0-1 0,0 1 0,0 0 0,0 0 0,1-1 0,-1 1 0,1 0 0,-1 0 0,1 0 0,0 1-1,0-1 1,0 0 0,0 1 0,0-1 0,3-1 0,3-1 113,0 0 0,0 0 0,0 1 0,0 0 0,9-2 1,20-4 240,1 2 0,0 2 0,0 1 0,59 2 0,-71 3-432,0 2-1,-1 0 1,1 2-1,-1 0 1,0 2 0,0 1-1,40 19 1,-57-23-99,0 1 0,-1 0 0,1 1 1,-1-1-1,0 1 0,-1 1 0,1-1 0,-1 1 0,0 0 0,-1 1 1,8 14-1,-4-4-266,0 0 0,-2 1 0,0 0 0,4 22 0,-8-24-1284,-1 1 0,1 29-1,3 15-7601,0-43-1005</inkml:trace>
</inkml:ink>
</file>

<file path=ppt/ink/ink2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3.532"/>
    </inkml:context>
    <inkml:brush xml:id="br0">
      <inkml:brushProperty name="width" value="0.035" units="cm"/>
      <inkml:brushProperty name="height" value="0.035" units="cm"/>
    </inkml:brush>
  </inkml:definitions>
  <inkml:trace contextRef="#ctx0" brushRef="#br0">0 9 7025,'0'0'2516,"16"-6"-1648,0 3-424,-3 20-884,3-3-544,-16 6-1792,0 0-893</inkml:trace>
</inkml:ink>
</file>

<file path=ppt/ink/ink2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3.847"/>
    </inkml:context>
    <inkml:brush xml:id="br0">
      <inkml:brushProperty name="width" value="0.035" units="cm"/>
      <inkml:brushProperty name="height" value="0.035" units="cm"/>
    </inkml:brush>
  </inkml:definitions>
  <inkml:trace contextRef="#ctx0" brushRef="#br0">175 100 10473,'-13'18'2360,"1"0"0,-18 37 0,-13 20 2433,27-49-3524,1 0 1,-16 38-1,28-57-1147,1 1 0,-1-1 0,1 1 0,1 0 0,-1 0 0,1 0 0,1 0 0,-1 0 1,1 1-1,1-1 0,0 0 0,0 0 0,3 11 0,-3-15-141,1-1 0,0 1 0,-1-1 0,1 1 0,1-1 1,-1 0-1,0 1 0,1-1 0,-1-1 0,1 1 1,0 0-1,0-1 0,0 1 0,1-1 0,-1 0 1,0 0-1,1 0 0,-1-1 0,1 1 0,0-1 0,0 0 1,-1 0-1,1 0 0,0 0 0,0-1 0,0 1 1,0-1-1,0 0 0,0 0 0,4-1 0,0 0-16,0 0-1,1 0 0,-1-1 0,0 0 1,0 0-1,-1-1 0,1 0 0,0 0 1,-1-1-1,0 0 0,1 0 1,-2-1-1,12-9 0,-5 0 16,-2 1 0,0-2-1,0 1 1,-2-2 0,0 1-1,0-1 1,-2-1 0,0 1-1,-1-1 1,0 0 0,5-31-1,-9 33-32,0 0-1,-1-1 1,0 1-1,-1 0 1,-1 0-1,0-1 0,-1 1 1,-1 0-1,0 0 1,-2 1-1,1-1 0,-2 1 1,1 0-1,-12-18 1,-13-7-2141,22 31-1813,0-1-3478</inkml:trace>
</inkml:ink>
</file>

<file path=ppt/ink/ink2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4.161"/>
    </inkml:context>
    <inkml:brush xml:id="br0">
      <inkml:brushProperty name="width" value="0.035" units="cm"/>
      <inkml:brushProperty name="height" value="0.035" units="cm"/>
    </inkml:brush>
  </inkml:definitions>
  <inkml:trace contextRef="#ctx0" brushRef="#br0">63 7 11005,'0'11'3244,"7"-22"1680,-4 4-1733,-6 19-2278,-1 4 108,1-1-1,1 0 1,-2 32-1,0 5-199,-5 1-299,-2 0 0,-18 50 0,28-101-497,0 0-1,1 0 1,-1-1 0,1 1-1,0 0 1,-1 0 0,1 0-1,0 0 1,0-1-1,0 1 1,1 4 0,-1-6-17,0 0-1,0 1 1,0-1 0,1 0 0,-1 0 0,0 1 0,0-1-1,1 0 1,-1 0 0,0 1 0,0-1 0,1 0 0,-1 0-1,0 0 1,1 0 0,-1 0 0,0 1 0,1-1 0,-1 0-1,0 0 1,1 0 0,-1 0 0,0 0 0,1 0 0,-1 0-1,0 0 1,1 0 0,-1 0 0,0 0 0,1 0 0,-1 0-1,0-1 1,1 1 0,-1 0 0,1 0 0,33-23 327,-31 21-330,59-44 521,2 2 0,2 3-1,111-50 1,-153 79-526,1 2 0,1 1 0,-1 1 0,2 1 0,-1 1 0,1 1 0,29-1 0,-48 6 0,0 0 0,1 0 0,-1 1 0,0 0 0,0 0 0,0 1 0,0 0 0,0 0 0,0 1 0,0 0 0,-1 1 0,0-1 0,1 1 0,-1 1 0,-1-1 0,1 1 0,-1 1 0,1-1 0,-2 1 0,1 0 0,-1 0 0,1 1 0,-2 0 0,1-1 0,-1 2 0,7 14 0,1 12-879,-2 1 0,-1 0-1,-2 1 1,-1 0 0,0 36 0,-4 14-5380,-3-42-1043,1 1-3645</inkml:trace>
</inkml:ink>
</file>

<file path=ppt/ink/ink2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4.304"/>
    </inkml:context>
    <inkml:brush xml:id="br0">
      <inkml:brushProperty name="width" value="0.035" units="cm"/>
      <inkml:brushProperty name="height" value="0.035" units="cm"/>
    </inkml:brush>
  </inkml:definitions>
  <inkml:trace contextRef="#ctx0" brushRef="#br0">0 52 11097,'4'-46'7553,"15"43"-6629,-4 1 0,-2 7-1376,6 1-1220,-22 8-5909,3 3-228</inkml:trace>
</inkml:ink>
</file>

<file path=ppt/ink/ink2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5.431"/>
    </inkml:context>
    <inkml:brush xml:id="br0">
      <inkml:brushProperty name="width" value="0.035" units="cm"/>
      <inkml:brushProperty name="height" value="0.035" units="cm"/>
    </inkml:brush>
  </inkml:definitions>
  <inkml:trace contextRef="#ctx0" brushRef="#br0">1 1 9117,'-1'5'348,"1"-1"0,0 1 0,0 0 0,1 0 0,0-1 0,0 1 0,0 0 0,0-1 0,0 1 0,1-1 0,0 1 1,0-1-1,0 0 0,1 0 0,0 0 0,-1 0 0,1 0 0,0 0 0,1-1 0,-1 1 0,1-1 0,-1 0 0,1 0 0,0-1 0,7 4 0,3 2-12,1-2 1,0 0-1,0-1 0,0 0 0,1-1 0,-1-1 0,1 0 1,26 0-1,136-5 904,-157 0-1146,794-46 824,-400 23-1957,103-5-3755,-265 22-848,7-2-3343</inkml:trace>
</inkml:ink>
</file>

<file path=ppt/ink/ink2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26.013"/>
    </inkml:context>
    <inkml:brush xml:id="br0">
      <inkml:brushProperty name="width" value="0.035" units="cm"/>
      <inkml:brushProperty name="height" value="0.035" units="cm"/>
    </inkml:brush>
  </inkml:definitions>
  <inkml:trace contextRef="#ctx0" brushRef="#br0">0 140 8549,'1'2'151,"0"0"0,0 0 0,0 0 0,0 0 0,0 0 0,0 0 1,1 0-1,-1-1 0,1 1 0,-1-1 0,3 3 0,-2-3 7,1 0-1,0 0 1,0 0 0,0 0 0,0 0-1,0-1 1,0 1 0,0-1-1,5 0 1,369 12 4112,-145-2-3490,1231 34 858,1150-76 342,-2304 20-474,497-84 1,-725 78-1123,122-43-1,-200 60-681,-6-1-371,-2 0 231,0 0-1,1 0 0,-1 0 1,0 0-1,0 1 0,0 0 1,0 0-1,0 0 0,-1 0 1,1 1-1,-6 0 0,-56 10-5360,60-9 5003,-41 11-7781</inkml:trace>
</inkml:ink>
</file>

<file path=ppt/ink/ink2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0.403"/>
    </inkml:context>
    <inkml:brush xml:id="br0">
      <inkml:brushProperty name="width" value="0.035" units="cm"/>
      <inkml:brushProperty name="height" value="0.035" units="cm"/>
    </inkml:brush>
  </inkml:definitions>
  <inkml:trace contextRef="#ctx0" brushRef="#br0">1 174 5188,'14'-14'603,"0"1"0,1 0-1,1 1 1,0 1-1,0 0 1,1 2-1,0 0 1,1 0-1,20-5 1,6-1-113,2 3 0,-1 1 1,2 3-1,-1 2 0,1 1 0,0 3 1,62 5-1,-99-2-370,0 0 0,0 1-1,0 0 1,-1 0 0,1 1 0,-1 1 0,1 0-1,14 8 1,-20-9-56,0 0 0,0 0 1,0 0-1,-1 1 0,1-1 0,-1 1 0,0 0 0,0 0 0,0 0 0,-1 0 0,1 1 0,-1-1 1,0 1-1,0-1 0,-1 1 0,0 0 0,1-1 0,-1 1 0,0 9 0,-1 0 68,0 0-1,-1 0 1,0 0-1,-1-1 0,-1 1 1,0-1-1,-1 1 1,-10 24-1,-8 7 122,-29 48-1,40-74-170,-243 391 1005,236-380-1039,1 0 0,1 1-1,2 1 1,1 0 0,-12 48-1,23-74-42,1 1 0,0-1 0,1 1-1,0-1 1,0 1 0,0 0 0,1-1 0,-1 1-1,2-1 1,-1 1 0,1-1 0,0 0 0,0 0-1,1 0 1,-1 0 0,5 6 0,-2-5 1,1 1 0,0-1 0,0-1 0,1 1 0,0-1 0,0 0 0,0-1 0,1 1 0,0-2 0,11 6 0,8 2-4,2-2 0,-1-1 1,1-1-1,1-1 0,59 5 1,10-4-12,0-4 1,0-4 0,0-5-1,115-20 1,-193 21 15,0 0 1,-1-1-1,1-1 0,-1-1 0,0-1 1,-1-1-1,0-1 0,0 0 0,-1-1 1,0-1-1,-1-1 0,-1 0 0,0-2 1,18-19-1,-31 29 19,-1 0 1,1 0-1,-1 0 1,0 0-1,0 0 1,0-1-1,-1 1 0,0-1 1,0 1-1,0-10 1,2-3 85,-3 14-49,0 0-1,0 0 0,0 0 0,-1 0 0,1 0 1,-1 0-1,0 0 0,-2-7 0,-14 22 242,12-7-250,0 1-1,-1 0 0,2 0 1,-1 0-1,0 1 0,1 0 1,0 0-1,1 0 0,-1 0 0,1 0 1,0 1-1,1-1 0,-4 12 1,-10 23 269,6-19 336,-11 40-1,-5 12 583,11-42-839,1 1 1,2 1-1,2 0 0,1 1 1,1 0-1,2 1 0,2-1 0,1 1 1,2 37-1,47 317 1362,-4-50-547,-38-286-1217,58 904 0,-63-785 0,-1-25 0,3 125 0,-5-194 0,-19 113 0,21-182 0,0 0 0,0 1 0,-1-1 0,-1-1 0,1 1 0,-2 0 0,1-1 0,-1 0 0,-1 0 0,0 0 0,0-1 0,0 0 0,-1 0 0,-1 0 0,1-1 0,-1 0 0,0-1 0,-1 0 0,1 0 0,-1-1 0,0 0 0,-12 5 0,-17 4 0,-1-1 0,0-2 0,0-1 0,-42 3 0,0 2 0,-195 28 0,232-36 0,-91 9 0,134-16 0,-1 0 0,1 0 0,-1 1 0,1-1 0,-1 0 0,1-1 0,0 1 0,-1 0 0,1 0 0,-1-1 0,1 1 0,-1-1 0,1 1 0,-2-1 0,1-7 0,2 7 0,-1-1 0,1 0 1,-1 0-1,0 0 0,1 0 1,0 0-1,0 1 0,-1-1 1,1 0-1,0 0 0,1 0 1,-1 0-1,0 0 0,1 0 1,-1 0-1,1 0 0,-1 0 1,2-3-1,21-32-361,-3 7-607,-13 16-728,0 1 0,2 0 1,18-24-1,-18 28-485,0 0 0,1 0-1,12-8 1,28-19-10771</inkml:trace>
</inkml:ink>
</file>

<file path=ppt/ink/ink2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1.011"/>
    </inkml:context>
    <inkml:brush xml:id="br0">
      <inkml:brushProperty name="width" value="0.035" units="cm"/>
      <inkml:brushProperty name="height" value="0.035" units="cm"/>
    </inkml:brush>
  </inkml:definitions>
  <inkml:trace contextRef="#ctx0" brushRef="#br0">89 0 8037,'-4'2'870,"-1"0"0,1 0 0,-1-1 0,1 0 0,-1 0 0,0 0 0,0 0-1,1-1 1,-1 0 0,-8 0 0,-17 1 4603,34 2-4186,8 3-925,-1 1 0,1-1 0,0-1 0,1 0 0,25 6-1,75 9 322,-57-12-382,1785 226 1608,-1824-233-1913,625 40 1668,-608-41-1440,-1-2 0,1-2 0,36-8 0,-67 12-166,1-1 1,-1 0-1,0 0 1,1-1 0,-1 1-1,0-1 1,0 1 0,0-1-1,4-3 1,-2 2-19,-3 1 86,-2 2-213,0-1-1,-1 0 1,1 0-1,0 0 1,0 1-1,0-1 1,-1 0-1,1 0 1,0 1-1,-1-1 1,1 0-1,-1 1 1,1-1-1,0 0 1,-1 1-1,0-1 1,1 1-1,-1-1 1,1 1-1,-1-1 1,0 1-1,1-1 1,-1 1-1,0-1 1,1 1-1,-1 0 0,0 0 1,0-1-1,1 1 1,-1 0-1,0 0 1,0 0-1,0 0 1,1 0-1,-1 0 1,0 0-1,0 0 1,-1 0-1,-26 5-4619,25-4 972</inkml:trace>
</inkml:ink>
</file>

<file path=ppt/ink/ink2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1.681"/>
    </inkml:context>
    <inkml:brush xml:id="br0">
      <inkml:brushProperty name="width" value="0.035" units="cm"/>
      <inkml:brushProperty name="height" value="0.035" units="cm"/>
    </inkml:brush>
  </inkml:definitions>
  <inkml:trace contextRef="#ctx0" brushRef="#br0">570 291 9361,'2'-15'820,"3"-65"3373,-5 72-3427,-1 0 0,0 0-1,0 0 1,-1 0 0,0 1-1,0-1 1,-1 1 0,-4-10-1,-3-1 1477,0 0 0,-1 1 0,-21-24 0,24 29-1392,8 11-818,0 1 0,0-1 0,0 1-1,-1-1 1,1 1 0,0-1 0,-1 1-1,1-1 1,0 1 0,-1-1 0,1 1-1,0-1 1,-1 1 0,1-1 0,-1 1 0,1 0-1,-1-1 1,1 1 0,-1 0 0,1 0-1,-1-1 1,1 1 0,-1 0 0,1 0-1,-1 0 1,0 0 0,1-1 0,-1 1 0,1 0-1,-1 0 1,0 0 0,1 0 0,-1 1-1,1-1 1,-1 0 0,1 0 0,-1 0-1,0 0 1,1 0 0,-1 1 0,1-1-1,-1 0 1,1 1 0,-1-1 0,1 0 0,-1 1-1,1-1 1,0 0 0,-1 1 0,1-1-1,-1 1 1,1 0 0,-13 9-32,0 0 0,1 1 0,1 1 0,0 0 0,-10 14 0,-46 74 0,52-76 0,-144 253 0,126-208 0,3 2 0,-25 85 0,49-134 0,1 0 0,1 1 0,0-1 0,2 1 0,1 0 0,1 0 0,0 0 0,2-1 0,1 1 0,10 43 0,-8-52 0,0 0 0,0 0 0,1-1 0,1 1 0,0-2 0,1 1 0,1-1 0,0 0 0,0-1 0,1 1 0,1-2 0,-1 0 0,2 0 0,-1-1 0,2-1 0,-1 1 0,24 10 0,-7-6-209,1-2-1,1-1 1,-1-1-1,1-1 1,1-2 0,0-2-1,-1 0 1,37-2-1,-24-3-395,-1-2 0,0-2 0,-1-2 0,0-2 0,63-21 0,-68 18-834,107-41-8715,-55 12-2521</inkml:trace>
</inkml:ink>
</file>

<file path=ppt/ink/ink2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1.997"/>
    </inkml:context>
    <inkml:brush xml:id="br0">
      <inkml:brushProperty name="width" value="0.035" units="cm"/>
      <inkml:brushProperty name="height" value="0.035" units="cm"/>
    </inkml:brush>
  </inkml:definitions>
  <inkml:trace contextRef="#ctx0" brushRef="#br0">30 126 12681,'-4'-4'410,"1"-1"-1,0 1 1,0-1-1,0 0 1,1 0-1,0 0 1,0 0-1,0 0 1,1-1 0,-1 1-1,1-1 1,0 1-1,1 0 1,0-1-1,0-10 1,0 15-288,0 0 1,0 0-1,1 1 1,-1-1-1,0 0 0,0 0 1,1 0-1,-1 0 1,1 1-1,-1-1 1,0 0-1,1 0 1,0 1-1,-1-1 0,1 0 1,-1 1-1,1-1 1,0 0-1,-1 1 1,1-1-1,0 1 0,0-1 1,1 0-1,1 0 315,0-1-282,0 0 1,0 0-1,0 1 1,0-1 0,0 1-1,0 0 1,1 0-1,-1 0 1,0 0-1,1 1 1,-1-1 0,0 1-1,1 0 1,-1 0-1,1 0 1,-1 1-1,1-1 1,-1 1 0,0 0-1,1 0 1,4 2-1,4 1 106,-1 1-1,1 0 0,-1 1 1,20 13-1,-10-3-112,-1 1-1,-1 0 1,-1 2 0,0 0-1,-1 1 1,-1 1 0,-2 1-1,0 0 1,-1 1 0,-1 0-1,-1 1 1,-1 0 0,-1 1-1,-1 0 1,-1 0-1,-2 1 1,4 31 0,-9-32-76,0 0 0,-1 0 0,-2 0 0,0-1 0,-2 1 0,-1-1 0,-9 26 0,-10 48 831,12-58 264,17-54-1135,1 0 1,0 0-1,8-14 1,23-28-172,2 2-1,83-89 1,-54 78-3615,2 3 0,3 4 0,100-64 1,-117 87-1815,-1 8-3214</inkml:trace>
</inkml:ink>
</file>

<file path=ppt/ink/ink2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2.249"/>
    </inkml:context>
    <inkml:brush xml:id="br0">
      <inkml:brushProperty name="width" value="0.035" units="cm"/>
      <inkml:brushProperty name="height" value="0.035" units="cm"/>
    </inkml:brush>
  </inkml:definitions>
  <inkml:trace contextRef="#ctx0" brushRef="#br0">207 156 9133,'-137'170'12015,"128"-158"-11332,1-3-254,1 2 0,1-1 0,0 1 0,0 0 0,1 0 0,0 1 0,1 0 0,1 0 0,-1 0 0,2 0 0,0 0 0,0 0 0,1 1 0,1 13 0,1-16-220,0-1-1,0 1 1,1 0-1,1 0 1,0-1 0,0 1-1,0-1 1,1 0-1,1 0 1,0 0 0,0-1-1,0 1 1,1-1-1,0-1 1,1 1 0,0-1-1,10 9 1,-14-14-191,0 0 1,-1 0-1,1 0 0,0 0 1,0 0-1,0-1 0,0 0 0,0 1 1,0-1-1,0 0 0,1 0 1,-1-1-1,0 1 0,1-1 1,-1 0-1,0 0 0,1 0 1,-1 0-1,0 0 0,1-1 1,-1 1-1,0-1 0,1 0 1,-1 0-1,0 0 0,5-3 0,-2 1 0,-1-1 0,0 0 0,0 0 0,-1 0 0,1 0 0,-1-1 0,0 0 0,0 1 0,0-2 0,0 1 0,-1 0 0,0-1 0,2-6 0,6-21-18,-1-2 0,-2 1 0,-1-1 0,3-64 0,-2 29 0,-5 47 6,0-18-88,3 1-1,2-1 1,23-71 0,-29 108-593,0-1 0,1 0 1,0 1-1,0 0 1,0 0-1,0 0 0,1 0 1,0 0-1,0 0 0,0 1 1,0 0-1,0 0 1,1 0-1,-1 0 0,1 1 1,0 0-1,0 0 0,9-3 1,2 9-5725,5 10-3844</inkml:trace>
</inkml:ink>
</file>

<file path=ppt/ink/ink2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2.554"/>
    </inkml:context>
    <inkml:brush xml:id="br0">
      <inkml:brushProperty name="width" value="0.035" units="cm"/>
      <inkml:brushProperty name="height" value="0.035" units="cm"/>
    </inkml:brush>
  </inkml:definitions>
  <inkml:trace contextRef="#ctx0" brushRef="#br0">4 553 9729,'3'-41'4962,"-1"33"-3864,-1 1 0,0-1 1,-1 0-1,0 1 0,0-1 1,-1 1-1,-2-13 0,1 9-470,0 0-1,1 1 1,0-1 0,1 0-1,0 0 1,1 0-1,0 0 1,1 1-1,0-1 1,5-15-1,0 5-155,1-1-1,1 2 1,1-1 0,12-19-1,-9 20-465,0 1 0,0 1 0,2 0 0,1 1 0,20-19 0,-29 30-6,0 1-1,0 0 1,1 0-1,-1 0 1,1 1 0,0 0-1,0 0 1,0 1-1,1 0 1,-1 1 0,1 0-1,0 0 1,-1 1-1,1 0 1,0 0-1,15 1 1,-21 1 0,0-1 0,0 1 0,0-1 0,0 1 0,0 0 0,-1 0 0,1 0 0,0 0 0,-1 1 0,1-1 0,-1 1 0,1 0 0,-1-1 0,0 1 0,0 0 0,1 0 0,-1 1 0,-1-1 0,1 0 0,0 1 0,-1-1 0,1 1 0,-1-1 0,1 1 0,-1 0 0,0-1 0,0 1 0,-1 0 0,1 0 0,-1 0 0,1 0 0,-1 6 0,0 3 0,0 0 0,-1 0 0,0 1 0,-1-1 0,0 0 0,-7 19 0,-5 5-368,-2 0 0,-1-2 0,-27 41 0,27-50-114,1 2 0,2 0 0,0 0 0,2 1 0,1 1 0,-8 36 0,18-60-96,0-1 0,1 0 0,-1 0 0,1 0 0,1 0 0,-1 0 1,0 1-1,1-1 0,0 0 0,0 0 0,0 0 0,0 0 1,1 0-1,-1 0 0,1-1 0,0 1 0,0-1 0,1 1 0,-1-1 1,1 1-1,0-1 0,0 0 0,0 0 0,0-1 0,6 5 1,28 11-9336</inkml:trace>
</inkml:ink>
</file>

<file path=ppt/ink/ink2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2.805"/>
    </inkml:context>
    <inkml:brush xml:id="br0">
      <inkml:brushProperty name="width" value="0.035" units="cm"/>
      <inkml:brushProperty name="height" value="0.035" units="cm"/>
    </inkml:brush>
  </inkml:definitions>
  <inkml:trace contextRef="#ctx0" brushRef="#br0">414 192 10137,'27'-61'3172,"-25"53"-2124,0 0 1,0 0-1,0 0 1,-1-1-1,0 1 1,0 0-1,-1-1 1,-1 1-1,-1-14 1,2 19-738,1 1 0,0-1 1,-1 1-1,1 0 1,0-1-1,0 1 0,0 0 1,0-1-1,1 1 1,-1 0-1,1 0 1,1-2-1,-1 2 274,-2 1-512,1 1 0,-1 0 1,0 0-1,1 0 0,-1 0 1,1 0-1,-1 0 1,0 0-1,1 0 0,-1 0 1,0 1-1,1-1 1,-1 0-1,0 0 0,1 0 1,-1 0-1,0 0 0,1 1 1,-1-1-1,0 0 1,1 0-1,-1 1 0,0-1 1,1 0-1,-1 0 0,0 1 1,0-1-1,0 0 1,1 1-1,-1-1 0,0 0 1,0 1-1,0 0 0,10 13 742,-7 0-630,-1 0 0,0 1-1,-1-1 1,0 21 0,0 8-78,2 427-107,-5-438 0,-2-1 0,-1 1 0,-1-1 0,-2 0 0,-1 0 0,-14 29 0,18-48 0,-1 0 0,0 0 0,-1 0 0,0-1 0,-1 0 0,0-1 0,-1 0 0,0 0 0,-1-1 0,0 0 0,0-1 0,-1 0 0,0 0 0,0-1 0,-1-1 0,-23 10 0,7-8-1401,-1-2 0,0 0 0,0-2 0,-1-2 0,-57-1 0,76-1 845,-12 0-6051</inkml:trace>
</inkml:ink>
</file>

<file path=ppt/ink/ink2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3.441"/>
    </inkml:context>
    <inkml:brush xml:id="br0">
      <inkml:brushProperty name="width" value="0.035" units="cm"/>
      <inkml:brushProperty name="height" value="0.035" units="cm"/>
    </inkml:brush>
  </inkml:definitions>
  <inkml:trace contextRef="#ctx0" brushRef="#br0">6 138 12897,'-5'-1'9568,"5"1"-9414,0 0 0,1 20 4316,13 47-3524,-6-26 702,35 301 382,-13-80-1130,-17-182-900,46 150 0,-57-222 0,1-1 0,0 0 0,1 1 0,-1-1 0,1 0 0,1-1 0,-1 1 0,1-1 0,0 0 0,11 10 0,-13-15 0,-1 1 0,0-1 0,1 0 0,-1 0 0,1 0 0,-1-1 0,1 1 0,-1-1 0,1 1 0,0-1 0,-1 0 0,1 0 0,0 0 0,-1 0 0,1-1 0,0 1 0,2-2 0,40-11 0,-43 12 0,6-3 0,1-1 0,-1 1 0,1-2 0,-1 1 0,-1-1 0,1 0 0,-1-1 0,0 0 0,9-11 0,6-11 0,21-37 0,-31 49 0,155-272-141,-96 158-455,140-192 1,-175 276-732,79-95-3058,-97 122 1966,1 1-1,1 1 1,0 0-1,36-22 0,-2 12-8221</inkml:trace>
</inkml:ink>
</file>

<file path=ppt/ink/ink2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3.780"/>
    </inkml:context>
    <inkml:brush xml:id="br0">
      <inkml:brushProperty name="width" value="0.035" units="cm"/>
      <inkml:brushProperty name="height" value="0.035" units="cm"/>
    </inkml:brush>
  </inkml:definitions>
  <inkml:trace contextRef="#ctx0" brushRef="#br0">416 0 10689,'-10'4'1076,"1"0"0,-1 1 0,1 0-1,-14 9 1,-2 6 771,-31 30 0,23-19-855,-10 13-314,1 3 1,-47 68-1,74-95-617,-36 54 145,50-72-143,23-4-11,-12-1-14,0 0 0,-1 0 0,1-1 0,-1-1 0,0 0 0,0 0 0,-1-1 0,0 0-1,13-11 1,-6 5 194,0 1-1,17-10 0,-27 19-179,7-5 327,0 1 0,1 0 0,21-6 0,-30 11-267,-1 0 0,1 1 0,0-1 0,0 1 1,0 0-1,-1-1 0,1 2 0,0-1 0,0 0 0,0 1 0,-1 0 1,1 0-1,0 0 0,-1 0 0,1 0 0,-1 1 0,1 0 0,5 3 1,2 5 61,0 1 1,0 0 0,-1 1 0,-1 0 0,0 1-1,-1-1 1,0 2 0,-1-1 0,7 18-1,-3-8-201,1-1-1,19 28 0,-25-43-179,0 0 1,0 0-1,0-1 1,1 0-1,0 0 0,0 0 1,0-1-1,1 0 1,-1-1-1,14 6 1,-11-6-241,0 0 0,0-1 0,0-1 0,0 1 0,1-2 1,-1 1-1,1-2 0,-1 1 0,1-1 0,16-3 1,-8 0-1322,-1-2-1,1 0 1,-1-1 0,-1-1 0,18-10 0,10-5-7059</inkml:trace>
</inkml:ink>
</file>

<file path=ppt/ink/ink2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3.969"/>
    </inkml:context>
    <inkml:brush xml:id="br0">
      <inkml:brushProperty name="width" value="0.035" units="cm"/>
      <inkml:brushProperty name="height" value="0.035" units="cm"/>
    </inkml:brush>
  </inkml:definitions>
  <inkml:trace contextRef="#ctx0" brushRef="#br0">365 1 10973,'16'16'2326,"-16"-15"-2184,1 0-1,-1-1 1,0 1-1,0 0 1,1-1-1,-1 1 1,0 0-1,0-1 1,0 1-1,0 0 1,0 0-1,0-1 1,0 1-1,0 0 1,0-1-1,-1 1 1,1 0-1,0-1 1,0 1-1,-1 0 1,1-1 0,0 1-1,-1 0 1,1-1-1,-1 2 1,-3 6 767,-6 24 809,-74 222 6274,-35 139-4691,51-151-3733,21-83-3383,28-103 602,-5 21-6969,20-53-91</inkml:trace>
</inkml:ink>
</file>

<file path=ppt/ink/ink2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4.192"/>
    </inkml:context>
    <inkml:brush xml:id="br0">
      <inkml:brushProperty name="width" value="0.035" units="cm"/>
      <inkml:brushProperty name="height" value="0.035" units="cm"/>
    </inkml:brush>
  </inkml:definitions>
  <inkml:trace contextRef="#ctx0" brushRef="#br0">0 80 11569,'14'-1'1250,"0"0"1,0-2-1,-1 1 0,23-9 0,-18 5-252,-1 2 0,26-4 0,88-12 2829,-79 10-2102,94-4 1,-142 14-1537,0 0-155,0 1 0,0-1 0,0 1 1,0-1-1,-1 1 0,8 3 1,-7-3 10,-1 0 14,-3 2-481,3 27-695,-1-10-3285,-1 1-8214</inkml:trace>
</inkml:ink>
</file>

<file path=ppt/ink/ink2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4.762"/>
    </inkml:context>
    <inkml:brush xml:id="br0">
      <inkml:brushProperty name="width" value="0.035" units="cm"/>
      <inkml:brushProperty name="height" value="0.035" units="cm"/>
    </inkml:brush>
  </inkml:definitions>
  <inkml:trace contextRef="#ctx0" brushRef="#br0">142 47 9181,'-1'0'94,"1"-1"1,0 1 0,-1 0-1,1-1 1,-1 1 0,1-1-1,0 1 1,0 0-1,-1-1 1,1 1 0,0-1-1,-1 1 1,1-1-1,0 1 1,0-1 0,0 1-1,0-1 1,0 0 0,0 1-1,0-1 1,-1 1-1,1-1 1,1 1 0,-1-1-1,0 1 1,0-1-1,0 1 1,0-1 0,0 0-1,0 1 1,1-1 0,-1 1-1,0-1 1,0 1-1,1 0 1,-1-1 0,0 1-1,1-1 1,4-3 6585,-1-3-4539,6-10 4134,-8 25-5966,0 0-17,-1-1 0,1 0 0,-1 1 0,-1-1 0,1 1 0,-1 0 0,-2 10 0,-9 32 522,-2-1 0,-38 90 0,-12 39-3692,52-144 82,1-1-2117,4-3-3548,7-9-2561</inkml:trace>
</inkml:ink>
</file>

<file path=ppt/ink/ink2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4.951"/>
    </inkml:context>
    <inkml:brush xml:id="br0">
      <inkml:brushProperty name="width" value="0.035" units="cm"/>
      <inkml:brushProperty name="height" value="0.035" units="cm"/>
    </inkml:brush>
  </inkml:definitions>
  <inkml:trace contextRef="#ctx0" brushRef="#br0">0 15 11325,'13'6'2076,"-16"-26"3657,19 25-13642,3 1-332</inkml:trace>
</inkml:ink>
</file>

<file path=ppt/ink/ink2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5.730"/>
    </inkml:context>
    <inkml:brush xml:id="br0">
      <inkml:brushProperty name="width" value="0.035" units="cm"/>
      <inkml:brushProperty name="height" value="0.035" units="cm"/>
    </inkml:brush>
  </inkml:definitions>
  <inkml:trace contextRef="#ctx0" brushRef="#br0">539 645 9609,'0'0'88,"1"-1"0,-1 1 0,1 0 0,-1 0 0,1-1 0,-1 1 0,1 0 1,-1-1-1,1 1 0,-1-1 0,0 1 0,1 0 0,-1-1 0,0 1 0,1-1 0,-1 1 0,0-1 0,0 1 0,1-1 1,-1 1-1,0-1 0,0 0 0,0 1 0,0-1 0,0 1 0,0-1 0,0 1 0,0-1 0,0 1 0,0-1 0,0 0 1,0 1-1,0-1 0,0 1 0,0-1 0,-1 1 0,1-1 0,0 1 0,0-1 0,-1 1 0,1-1 0,0 1 0,-1-1 1,1 1-1,0-1 0,-1 1 0,1 0 0,-1-1 0,1 1 0,0 0 0,-1-1 0,1 1 0,-1 0 0,0-1 0,-39-16 5480,25 11-4503,10 5-864,1-1 0,-1 1 1,1 0-1,-1 0 0,0 1 0,1-1 0,-1 1 1,0 0-1,1 0 0,-1 1 0,0-1 1,1 1-1,-1 0 0,-4 2 0,-10 3 267,1 2 0,-18 9-1,12-6 97,-6 5-172,1 2 0,1 1 0,0 2 1,1 0-1,-40 43 0,49-46-262,1 0 0,-16 22 0,29-34-117,0 1 0,0-1 0,0 0 0,1 1-1,0 0 1,0 0 0,0 0 0,1 0 0,0 0-1,1 1 1,-2 13 0,4-16-75,-1 0-1,1 0 1,0 0 0,0 0-1,1 0 1,0 0 0,0 0-1,0 0 1,0-1 0,1 1-1,0-1 1,0 0 0,0 0-1,0 0 1,1 0 0,-1 0-1,1 0 1,0-1 0,0 0-1,8 5 1,-3-2-151,0-1 1,1 0-1,0-1 1,0 1-1,0-2 1,1 0-1,-1 0 1,1-1-1,13 2 1,-12-3 81,0 0 0,-1-1 0,1-1 0,0 0 0,0 0 0,-1-1 0,1 0 0,-1-1 0,0-1 0,0 0 0,0 0 1,0-1-1,0 0 0,-1-1 0,0 0 0,-1-1 0,1 0 0,-1 0 0,0-1 0,-1 0 0,0-1 0,0 0 0,8-13 0,176-300-648,-92 142 591,98-138 453,-183 297-152,60-99 745,-66 96 1174,-18 53-1425,-1 0 1,-2-1-1,-1-1 0,-20 33 0,-3 6 50,31-56-573,-48 94 729,-48 135 1,68-151-617,-21 73-696,49-143 116,2-1-1,0 0 1,1 1 0,1 0-1,0-1 1,2 1-1,3 26 1,-4-40 200,1 0 0,0-1 0,0 1-1,0 0 1,0 0 0,1 0 0,-1-1 0,1 1 0,0-1-1,0 1 1,0-1 0,0 0 0,1 0 0,-1 0-1,1 0 1,0 0 0,0 0 0,0-1 0,0 1 0,1-1-1,-1 0 1,1 0 0,-1-1 0,1 1 0,-1 0 0,1-1-1,0 0 1,0 0 0,0 0 0,0-1 0,0 1-1,0-1 1,0 0 0,0 0 0,0 0 0,0-1 0,-1 1-1,1-1 1,0 0 0,0 0 0,7-3 0,5-5-183,1-1 1,-1-1-1,-1 0 1,0-1 0,0 0-1,-1-2 1,19-23-1,76-114-304,-67 90 1197,40-65 2225,-81 124-1721,-19 5-242,14-1-749,1-1-1,-1 1 0,1-1 1,-1 1-1,1 0 1,0 0-1,0 1 0,0-1 1,0 0-1,0 1 1,1 0-1,-4 4 0,-28 44 301,15-20-188,8-13-72,1 1 0,1 0 0,-10 32-1,12-32-14,7-18-59,0 0-1,0 0 0,0 1 1,1-1-1,-1 0 1,0 0-1,1 1 0,-1-1 1,0 0-1,1 0 0,-1 0 1,1 0-1,0 1 0,-1-1 1,1 0-1,0 0 0,0 0 1,0 0-1,-1-1 1,1 1-1,0 0 0,0 0 1,0 0-1,2 0 0,174-42 826,-174 42-835,0-1 1,0 0-1,-1 1 0,1 0 0,0 0 0,0 0 1,-1 0-1,1 0 0,0 1 0,-1-1 0,1 1 1,3 3-1,23 24-2812,-20-13-5511,-3-4-389</inkml:trace>
</inkml:ink>
</file>

<file path=ppt/ink/ink2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5.913"/>
    </inkml:context>
    <inkml:brush xml:id="br0">
      <inkml:brushProperty name="width" value="0.035" units="cm"/>
      <inkml:brushProperty name="height" value="0.035" units="cm"/>
    </inkml:brush>
  </inkml:definitions>
  <inkml:trace contextRef="#ctx0" brushRef="#br0">105 0 10289,'4'20'2136,"2"0"-156,-16 0-320,1 0-327,-1 0-257,4 0-304,-7 3-116,-3 17-152,13-26-300,-13 6-512,0 3-728,13-6-936,-3 3-641,0-3-9084</inkml:trace>
</inkml:ink>
</file>

<file path=ppt/ink/ink2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6.133"/>
    </inkml:context>
    <inkml:brush xml:id="br0">
      <inkml:brushProperty name="width" value="0.035" units="cm"/>
      <inkml:brushProperty name="height" value="0.035" units="cm"/>
    </inkml:brush>
  </inkml:definitions>
  <inkml:trace contextRef="#ctx0" brushRef="#br0">1 100 10657,'5'-7'526,"0"1"0,1 1-1,-1-1 1,1 1 0,1 0 0,-1 0 0,1 0 0,0 1-1,0 0 1,0 1 0,13-5 0,118-23 2154,-120 29-2490,0 0-1,1 1 1,-1 0-1,0 2 0,32 4 1,-47-4-172,0-1 0,0 1 1,1 0-1,-1 0 0,0 0 0,0 0 0,-1 0 1,1 1-1,0 0 0,0-1 0,-1 1 1,1 0-1,-1 0 0,1 0 0,-1 1 0,3 2 1,-3-1 1,0 0 1,-1-1-1,1 1 1,-1 0-1,0 0 1,0-1-1,-1 1 1,1 0-1,-1 0 1,0 0-1,1 0 1,-2 0-1,0 6 1,-4 25-48,-1 1 0,-14 41 0,-4 21-5197,22-73 190,6-2-3024</inkml:trace>
</inkml:ink>
</file>

<file path=ppt/ink/ink2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6.500"/>
    </inkml:context>
    <inkml:brush xml:id="br0">
      <inkml:brushProperty name="width" value="0.035" units="cm"/>
      <inkml:brushProperty name="height" value="0.035" units="cm"/>
    </inkml:brush>
  </inkml:definitions>
  <inkml:trace contextRef="#ctx0" brushRef="#br0">0 15 8709,'24'-13'2761,"-22"12"-907,1 1-1238,1 1-690,0 1-1,0-1 1,0 1 0,0 0-1,0 0 1,0 0 0,0 0 0,-1 1-1,1-1 1,-1 1 0,0 0-1,0 0 1,0 1 0,4 4-1,3 6-917,0 2 0,9 17 0,-12-21 511,18 42 2294,-24-52-1644,-1 0-1,1 1 1,-1-1 0,1 1-1,-1-1 1,0 0 0,0 1-1,0-1 1,0 1 0,-1-1-1,1 0 1,-1 3-1,-1 8 438,-1 27 733,-2 1 0,-13 55 0,11-71-1041,1 1 0,2 0 0,1 1 1,1-1-1,1 1 0,4 46 0,-2-72-265,0 0-1,-1 0 1,1 0-1,0 0 1,0 0-1,0-1 1,0 1-1,0 0 0,0-1 1,0 1-1,1-1 1,-1 1-1,0-1 1,0 1-1,0-1 1,0 0-1,1 1 1,-1-1-1,0 0 1,0 0-1,1 0 1,-1 0-1,2 0 1,4-13 102,-1 0 0,0 0 0,-1 0 0,-1-1 0,0 1 0,0-1 0,-2 0 1,0 0-1,0 0 0,-1-1 0,-2-22 0,-8-45 88,4 53-1337,0-35 0,5 60-501</inkml:trace>
</inkml:ink>
</file>

<file path=ppt/ink/ink2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6.796"/>
    </inkml:context>
    <inkml:brush xml:id="br0">
      <inkml:brushProperty name="width" value="0.035" units="cm"/>
      <inkml:brushProperty name="height" value="0.035" units="cm"/>
    </inkml:brush>
  </inkml:definitions>
  <inkml:trace contextRef="#ctx0" brushRef="#br0">0 40 9053,'21'-26'2152,"-20"25"-1958,0 0 1,0 0-1,0 0 1,0 0-1,0 0 0,0 0 1,0 0-1,0 0 1,0 1-1,0-1 0,0 0 1,1 1-1,-1-1 1,0 1-1,0-1 0,1 1 1,-1 0-1,0 0 1,1-1-1,-1 1 0,0 0 1,1 0-1,-1 0 1,0 0-1,1 1 0,-1-1 1,0 0-1,1 1 1,-1-1-1,0 0 0,0 1 1,1-1-1,-1 1 1,0 0-1,0-1 0,0 1 1,0 0-1,2 1 1,2 3 100,0-1 0,-1 1 0,1 0 0,-1 0 1,6 10-1,-4-6-208,-1 1 0,-1-1 0,0 1 0,0 0 1,-1 0-1,0 1 0,0-1 0,-1 0 0,-1 1 0,0 0 0,0-1 0,-1 1 1,-1-1-1,0 1 0,0 0 0,-1-1 0,0 1 0,-5 14 0,-31 63 228,37-85-222,2-6-87,1 0 1,-1 0-1,1 1 1,0-1 0,0 1-1,0 0 1,0-1-1,0 1 1,3-2-1,-3 2 0,10-10 25,0 1-1,1 0 0,0 2 1,1-1-1,25-12 1,-34 19-26,0 1 1,0 0-1,0 0 1,1 0-1,-1 1 1,0-1-1,1 1 1,-1 1-1,0-1 1,1 1-1,-1 0 1,1 0-1,-1 0 1,1 1 0,-1 0-1,0 0 1,1 1-1,-1-1 1,0 1-1,0 0 1,6 3-1,-6-1-76,-1-1 0,0 1-1,0-1 1,0 1 0,0 0 0,0 1 0,-1-1-1,0 0 1,0 1 0,0 0 0,4 10 0,0 4-1063,10 38-1,-7-20-610,10 24-5621,-8-33-412</inkml:trace>
</inkml:ink>
</file>

<file path=ppt/ink/ink2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6.906"/>
    </inkml:context>
    <inkml:brush xml:id="br0">
      <inkml:brushProperty name="width" value="0.035" units="cm"/>
      <inkml:brushProperty name="height" value="0.035" units="cm"/>
    </inkml:brush>
  </inkml:definitions>
  <inkml:trace contextRef="#ctx0" brushRef="#br0">52 175 10489,'16'-35'2296,"-20"13"-12,4-1-283,-6 6 59,-4-3-212,-5 5-248,-1 1 624,6 0-1452,4-1-640,9 30-13029,3-4 3072</inkml:trace>
</inkml:ink>
</file>

<file path=ppt/ink/ink2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7.909"/>
    </inkml:context>
    <inkml:brush xml:id="br0">
      <inkml:brushProperty name="width" value="0.035" units="cm"/>
      <inkml:brushProperty name="height" value="0.035" units="cm"/>
    </inkml:brush>
  </inkml:definitions>
  <inkml:trace contextRef="#ctx0" brushRef="#br0">71 8 7977,'17'-7'3879,"-19"18"1408,-4 8-4076,-2 23 702,2 0 0,2 0 0,2 61 0,-1-10-250,-21 292 2145,-7 189-3217,30-494-2543,3 1 1,4-1 0,16 84-1,-18-149 655,0 0-1,1 0 0,0 0 0,1 0 1,1-1-1,0 0 0,15 21 1,24 23-9600</inkml:trace>
</inkml:ink>
</file>

<file path=ppt/ink/ink2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8.560"/>
    </inkml:context>
    <inkml:brush xml:id="br0">
      <inkml:brushProperty name="width" value="0.035" units="cm"/>
      <inkml:brushProperty name="height" value="0.035" units="cm"/>
    </inkml:brush>
  </inkml:definitions>
  <inkml:trace contextRef="#ctx0" brushRef="#br0">1 247 11189,'0'0'7045,"6"-1"-6031,88 0 381,147 15-1,-156-6-1148,3583 96 668,-1451-217-1355,-1131-17 254,-180 18-53,-816 103-130,0 4 1,0 4-1,0 4 1,-1 3-1,172 36 1,-7 26-680,273 56 178,-511-121 948,0-1 0,0 0 1,1-2-1,-1 0 0,1 0 1,32-6-1,-48 5-31,1 0 0,-1 0 0,0 0 0,1 0 0,-1-1 0,0 1 0,0 0 0,0-1 0,1 1 1,-2 0-1,1-1 0,0 1 0,0-1 0,0 0 0,-1 1 0,1-1 0,-1 0 0,1 1 0,-1-1 0,0 0 0,1 1 0,-1-1 0,0 0 0,0 0 0,0 1 0,0-1 0,-1 0 0,0-2 1,-1-1 88,1 0 0,-2 0 0,1 0 0,-1 1 0,1-1 0,-1 1 0,-4-5 0,6 7-104,1-1 1,-1 1 0,1-1-1,-1 1 1,1-1-1,0 1 1,0-1 0,0 1-1,1-1 1,-1 1 0,1-1-1,-1 1 1,1-1 0,1-2-1,-2 5-16,5-12 96,0 1 1,1 0-1,1 0 0,-1 1 0,2 0 1,-1 0-1,1 1 0,11-10 0,-17 17 67,-7 28 132,-7 22 233,-25 60 0,13-38 36,-118 380 1688,-19 60-1168,-93 313-1622,115-267-4431,110-436 2748,-20 101-6620,37-121 161</inkml:trace>
</inkml:ink>
</file>

<file path=ppt/ink/ink2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9.192"/>
    </inkml:context>
    <inkml:brush xml:id="br0">
      <inkml:brushProperty name="width" value="0.035" units="cm"/>
      <inkml:brushProperty name="height" value="0.035" units="cm"/>
    </inkml:brush>
  </inkml:definitions>
  <inkml:trace contextRef="#ctx0" brushRef="#br0">1 137 6793,'13'-9'701,"1"0"0,0 1 0,0 1 0,1 1 0,0 0 0,20-6 0,97-14 1488,-117 24-2028,436-42 2557,6 36-1778,-414 8-853,1945 42 1135,-1325-21-1081,-127-5-44,1825 47 212,-3-46 785,-1433-54 85,-718 16-1385,-166 14-1498,49-15 0,-87 21 200,-10-3-1332,-32-18-8063</inkml:trace>
</inkml:ink>
</file>

<file path=ppt/ink/ink2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39.959"/>
    </inkml:context>
    <inkml:brush xml:id="br0">
      <inkml:brushProperty name="width" value="0.035" units="cm"/>
      <inkml:brushProperty name="height" value="0.035" units="cm"/>
    </inkml:brush>
  </inkml:definitions>
  <inkml:trace contextRef="#ctx0" brushRef="#br0">1 92 6465,'28'-92'14752,"-26"114"-11969,-3-8-2211,30 447 6928,6 233-7512,-1-231-6508,-19-322 2101,-1-49-1837,4 10-5625</inkml:trace>
</inkml:ink>
</file>

<file path=ppt/ink/ink2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7:40.977"/>
    </inkml:context>
    <inkml:brush xml:id="br0">
      <inkml:brushProperty name="width" value="0.035" units="cm"/>
      <inkml:brushProperty name="height" value="0.035" units="cm"/>
    </inkml:brush>
  </inkml:definitions>
  <inkml:trace contextRef="#ctx0" brushRef="#br0">479 71 8465,'-2'0'207,"1"0"-1,0 0 1,0 0 0,0-1 0,0 1-1,-1 0 1,1-1 0,0 1 0,0-1 0,0 1-1,0-1 1,0 1 0,0-1 0,0 0 0,0 0-1,0 1 1,0-1 0,1 0 0,-1 0 0,0 0-1,1 0 1,-1 0 0,0 0 0,0-2-1,2 1 42,1 0 0,-1 1 0,1-1-1,0 0 1,-1 1 0,1-1 0,0 1-1,0 0 1,0-1 0,0 1 0,0 0-1,0 0 1,3 0 0,9-5-12,1 1 0,-1 0 1,1 2-1,-1-1 0,1 2 0,0 0 0,0 1 1,30 1-1,-3-1 27,737 0 845,4 27-865,-286-8-155,-68-3-112,969 21 68,-4-79-54,-687 1-186,-671 40 58,0 2 0,0 2 0,39 6 0,-73-8 111,0 0 0,0 0 0,0 1 0,0-1 0,1 1 0,-1-1 0,0 1 0,0 0 0,0 0 0,0 0 0,0 0 0,-1 0 0,1 0 0,0 1 0,0-1 0,-1 0 0,1 1 0,-1 0 0,1-1 0,-1 1 0,0 0 0,1 0-1,-1 0 1,0 0 0,0 0 0,-1 0 0,1 0 0,0 0 0,-1 0 0,1 0 0,-1 0 0,1 0 0,-1 0 0,0 1 0,0-1 0,0 0 0,0 0 0,-1 3 0,-2 7-105,0 0 0,-1 0 0,-1 0 0,0-1 0,-9 17 0,2-5-7,11-21 129,4-33-138,-4 29 140,1-1-1,-1 1 1,1 0 0,-1 0-1,0 0 1,0 0-1,0 1 1,0-1 0,0 0-1,0 0 1,0 0-1,-1 1 1,1-1 0,-4-2-1,1-1 13,2 4-3,0-1 6,-1-1 1,1 1-1,-1-1 1,1 0-1,0 1 1,0-1-1,0 0 1,0 0-1,0 0 1,1-1-1,-1 1 1,1 0-1,0-1 1,-1-5-1,5-27-118,-3 33 107,3 1 15,-2 1-15,-1 0-1,0-1 1,1 1 0,-1 0 0,1 0-1,0 0 1,-1-1 0,1 1 0,0 0 0,0 0-1,0 0 1,0 0 0,-1 0 0,1 0-1,1 1 1,-1-1 0,0 0 0,0 0-1,0 1 1,0-1 0,3 0 0,8-9-24,-8 7 242,-11 23 28,-1 7 38,2-1 1,0 1 0,-4 55 0,3-19 78,-7 47 139,-35 203 427,-5-52-532,-22 99-71,16-103-158,-108 415 76,160-646-230,-32 111 65,-100 235 0,130-352-33,-1 0 0,-1-1 0,-1-1 0,0 0 1,-1-1-1,-32 31 0,45-49-38,-1 0 0,1 1 0,-1-1 1,1 0-1,-1 0 0,1 0 0,0 0 1,-1 0-1,1 0 0,0 0 0,0-1 1,0 1-1,0 0 0,0-1 0,0 1 1,-1-2-1,1-3-13,1-1-1,0 1 1,0 0 0,0 0 0,1-1 0,0 1 0,0 0-1,1 0 1,-1 0 0,1 0 0,4-7 0,0-4-29,-5 12 18,6-18-206,-2 0 0,4-33 0,-8 51 154,0-1 1,-1 0-1,0 1 1,-1-1-1,1 1 0,-1-1 1,0 1-1,0-1 1,-1 1-1,0-1 1,0 1-1,0 0 1,0 0-1,-1 0 0,-4-7 1,0 5-8,1 1 0,-1-1 0,-1 1 0,1 0 0,-1 1 0,0-1 0,0 2 0,0-1 0,-1 1 0,1 0 0,-1 1 0,-10-2 0,-16-4-272,-67-7 0,61 11 178,-942-66-1057,848 65 1166,-1452-30 552,-1 92-39,1265-30-383,-615 30-507,918-56 309,-79-2-230,91 2 194,1-1 0,0 0 0,0-1 0,0 1 0,1-1 0,-1-1 0,0 1 0,1-1 0,-1 0-1,-9-7 1,13 8-262,1-1-1,-1 0 1,1 1-1,0-1 1,0 0-1,0 0 1,1 0-1,-1 0 1,1 0-1,0-1 0,-1 1 1,1 0-1,1-1 1,-1 1-1,0-1 1,1-5-1,1-14-5121</inkml:trace>
</inkml:ink>
</file>

<file path=ppt/ink/ink2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1.396"/>
    </inkml:context>
    <inkml:brush xml:id="br0">
      <inkml:brushProperty name="width" value="0.035" units="cm"/>
      <inkml:brushProperty name="height" value="0.035" units="cm"/>
    </inkml:brush>
  </inkml:definitions>
  <inkml:trace contextRef="#ctx0" brushRef="#br0">138 74 7765,'0'0'4639,"-3"-2"-2518,-61-70 15636,61 95-17272,-25 355-485,11-218 0,-2 53 0,16-163-717,3-1 0,2 1 1,2-1-1,2 0 0,2 0 0,18 60 0,-4-54-4377,-3-20-1741,9 8-6001</inkml:trace>
</inkml:ink>
</file>

<file path=ppt/ink/ink2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2.068"/>
    </inkml:context>
    <inkml:brush xml:id="br0">
      <inkml:brushProperty name="width" value="0.035" units="cm"/>
      <inkml:brushProperty name="height" value="0.035" units="cm"/>
    </inkml:brush>
  </inkml:definitions>
  <inkml:trace contextRef="#ctx0" brushRef="#br0">153 209 11245,'37'-55'2130,"-21"23"655,-16 29-2608,1 1 0,0 0 0,0 0 0,1-1 1,-1 1-1,0 0 0,1 0 0,-1 0 0,1 0 0,0 0 1,3-2-1,7-7 157,1 1 1,0 1 0,1 0-1,0 1 1,1 0 0,-1 1 0,2 1-1,-1 1 1,0 0 0,1 0-1,0 2 1,0 0 0,0 1-1,0 0 1,1 2 0,23 1 0,-34 0-288,1 0 1,-1 0 0,0 1 0,1 0-1,-1 0 1,0 0 0,0 1 0,0 0-1,0 0 1,-1 1 0,1 0 0,-1 0-1,0 0 1,0 0 0,0 1 0,-1 0 0,1 0-1,-1 0 1,-1 0 0,1 1 0,4 8-1,-4-4-16,1 1-1,-2 0 1,1 0 0,-2 0-1,1 0 1,-1 1-1,-1-1 1,0 0-1,-1 1 1,0-1-1,-3 18 1,-4 13-107,-2-1 1,-2-1-1,-2 0 0,-1 0 0,-3-2 1,0 0-1,-39 59 0,11-29-437,-4-2 0,-111 117-1,147-169 464,-13 13-27,0-1 0,-2-1 0,0-2 0,-37 24 0,63-46 90,0 0 0,0 1 0,0-1-1,0 0 1,0 0 0,0-1 0,0 1 0,0 0 0,-1-1 0,1 1-1,0-1 1,-1 0 0,1 0 0,0 0 0,-1 0 0,1 0-1,0 0 1,0-1 0,-1 1 0,-2-1 0,4 0 9,0-1 1,0 1 0,0 0-1,0 0 1,0-1-1,0 1 1,0 0 0,1-1-1,-1 1 1,0-1-1,1 1 1,-1-1 0,1 1-1,0-1 1,-1 1-1,1-1 1,0 1-1,0-1 1,0 1 0,0-1-1,0 0 1,0 1-1,0-1 1,1 1 0,-1-1-1,1 1 1,-1-1-1,1 1 1,0-2 0,1-4 101,1 1 0,0-1 1,0 1-1,0 0 1,1 0-1,-1 0 1,2 1-1,-1-1 0,0 1 1,1 0-1,7-5 1,-10 8-58,1 0 0,-1-1 0,1 2 0,0-1 0,0 0 0,0 1 0,0-1 0,0 1 0,0 0 0,0 0 0,0 0 0,0 0 0,1 0 0,-1 1 0,0 0 0,0 0 0,1 0 0,-1 0 1,0 0-1,1 0 0,-1 1 0,0 0 0,0-1 0,1 1 0,5 3 0,30 20 288,0 1 0,53 47 0,-36-26-1213,2-3 0,2-2 0,1-2 0,3-3 0,86 35 0,-91-49-1215,1-2 1,0-2-1,1-3 0,1-3 0,0-3 0,80 2 0,-128-10 2039,0-2 0,0 0 0,0 0 0,0-1 0,0-1 0,20-7 0,-28 8 198,0 0-1,0-1 1,0 0-1,0 0 1,0-1-1,-1 0 1,1 0-1,-1 0 1,0 0-1,0-1 1,-1 0-1,1 0 1,-1 0 0,0-1-1,5-8 1,-1-2 866,-1 1 0,-1 0 0,0-1 0,3-20 0,-7 31-718,-2 0 1,1-1-1,0 1 1,-1 0-1,0-1 1,0 1 0,-1-1-1,0 1 1,0 0-1,0-1 1,0 1-1,-1 0 1,0 0 0,0 0-1,0 0 1,-4-5-1,5 9-275,1 0 1,-1 1-1,0-1 0,0 1 0,0-1 0,0 1 0,0-1 1,0 1-1,0 0 0,0 0 0,0-1 0,0 1 0,0 0 1,0 0-1,0 0 0,0 0 0,0 0 0,0 0 0,-2 1 1,1-1 60,-3 0-47,1 0 1,-1 0 0,1 1-1,-1 0 1,1-1-1,0 2 1,-1-1 0,1 0-1,0 1 1,0 0 0,0 0-1,0 0 1,0 1-1,0-1 1,1 1 0,-6 5-1,-5 5 18,1 1 0,-19 28 0,-2 1-273,-2-5-40,34-36 198,7-2-76,1-1 111,152-10 162,-132 11-279,0 2-1,1 0 1,-1 1 0,28 8 0,-23-2-631,85 23-2922,-41-4-3700,-34-8 132</inkml:trace>
</inkml:ink>
</file>

<file path=ppt/ink/ink2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3.113"/>
    </inkml:context>
    <inkml:brush xml:id="br0">
      <inkml:brushProperty name="width" value="0.035" units="cm"/>
      <inkml:brushProperty name="height" value="0.035" units="cm"/>
    </inkml:brush>
  </inkml:definitions>
  <inkml:trace contextRef="#ctx0" brushRef="#br0">204 757 7557,'-2'-2'311,"0"0"0,1 0 0,-1 0 0,0 0 0,1 0 0,-1-1 1,1 1-1,0-1 0,0 1 0,0-1 0,0 1 0,0-1 0,0-4 0,1 7-272,0 0 1,0 0-1,0 0 0,0-1 0,0 1 0,0 0 0,0 0 0,0 0 0,0 0 0,0 0 0,0-1 0,0 1 0,0 0 0,0 0 0,0 0 0,0 0 0,0 0 0,-1-1 0,1 1 0,0 0 1,0 0-1,0 0 0,0 0 0,0 0 0,0 0 0,0 0 0,-1 0 0,1 0 0,0-1 0,0 1 0,0 0 0,0 0 0,0 0 0,-1 0 0,1 0 0,0 0 0,0 0 0,0 0 1,0 0-1,0 0 0,-1 0 0,1 0 0,0 0 0,0 0 0,0 0 0,-1 0 0,-139-15 7482,137 14-7346,0 1 0,0-1 0,0 0 0,0 0 0,0 0 0,0 0 1,-4-3-1,-1 0 256,5 3 1710,3 0-2110,0 0-1,0 0 0,1 1 0,-1-1 1,0 0-1,0 0 0,1 1 1,-1-1-1,1 0 0,-1 1 0,0-1 1,1 0-1,-1 1 0,1-1 1,0 0-1,-1 1 0,1-1 0,-1 1 1,1-1-1,0 1 0,-1-1 1,1 1-1,0 0 0,0-1 0,-1 1 1,1 0-1,0 0 0,0-1 1,0 1-1,-1 0 0,1 0 0,1 0 1,29 2 385,-19 2-380,0 0 1,-1 1-1,1 0 1,-1 1-1,0 1 1,-1 0-1,1 0 0,-1 1 1,-1 0-1,0 0 1,0 1-1,0 1 1,-1 0-1,-1 0 1,8 12-1,93 119 161,-106-139-191,0 1 0,-1-1 0,1 0 0,0 0 1,0-1-1,0 1 0,0 0 0,1 0 0,-1-1 0,0 0 0,1 1 1,-1-1-1,1 0 0,-1 0 0,1 0 0,-1-1 0,1 1 0,0-1 1,-1 1-1,1-1 0,0 0 0,0 0 0,-1 0 0,1 0 0,0 0 1,-1-1-1,1 1 0,0-1 0,-1 0 0,1 0 0,0 0 0,-1 0 1,0 0-1,1-1 0,-1 1 0,3-3 0,63-55 337,-53 44-122,1 0 0,0 1 0,2 1 0,34-21 0,-49 33-206,1-1 1,0 1-1,-1 0 1,1 0 0,0 0-1,0 0 1,0 0-1,0 1 1,0 0-1,0 0 1,0 0 0,0 0-1,0 1 1,0-1-1,0 1 1,0 0 0,0 1-1,-1-1 1,6 3-1,4 3 16,0 1 0,-1 0 0,0 1 0,11 10 0,26 19-93,-19-20-544,1-2 1,0-2 0,1-1-1,0-1 1,1-2 0,50 10 0,-42-13-32,0-2 0,0-2 0,1-1 0,82-9 0,-116 7 767,-1-1-1,0-1 0,1 1 0,-1-1 0,0-1 1,0 1-1,0-1 0,-1 0 0,1-1 0,-1 0 1,1 0-1,-1 0 0,0-1 0,-1 1 0,1-2 1,-1 1-1,0 0 0,0-1 0,-1 0 0,1 0 1,-2 0-1,1-1 0,0 0 0,-1 1 0,-1-1 0,1 0 1,-1 0-1,0-1 0,0 1 0,-1 0 0,0-1 1,-1 1-1,1 0 0,-1-1 0,-2-11 0,-12-59 1993,12 76-2080,1 1 0,0-1 0,0 1 0,-1-1 0,1 1 0,-1-1 0,1 1 0,-1 0 0,0 0 0,1 0 0,-1 0 0,0 0 0,0 0 0,0 1 0,0-1 0,-3 0 0,1 1-21,0 1 0,0-1 0,-1 1 0,1 0 0,0 1 0,1-1 0,-1 1 0,0-1 0,0 1 0,1 0 0,-1 1 0,1-1 0,-1 1 0,1-1 0,-4 5 0,-45 50 141,41-44-284,1 0 0,0 2 0,1-1 0,-13 26 0,21-36 12,-1 1-1,1-1 0,0 0 1,0 1-1,0-1 0,0 0 1,1 1-1,0-1 0,-1 1 1,2 5-1,0-7 9,-1 0-1,1-1 0,0 1 1,0 0-1,0-1 1,1 1-1,-1-1 1,0 0-1,1 1 0,0-1 1,-1 0-1,1 0 1,0 0-1,0 0 1,0-1-1,0 1 1,1 0-1,2 1 0,-1-1 11,-1 0-1,1 0 0,-1-1 0,1 0 0,0 1 0,0-1 1,-1-1-1,1 1 0,0 0 0,0-1 0,0 0 1,0 0-1,-1 0 0,1-1 0,4 0 0,-1 0 13,0-1-1,0-1 1,0 1-1,0-1 0,0-1 1,-1 1-1,10-7 1,-2-1 4,-1 0 1,1-1-1,-2-1 1,0 0-1,20-28 1,-14 13 24,-1-2 0,-2 0 0,18-47 0,24-102 18,-52 163 29,50-235 447,-11 39 727,-31 172-737,-9 25 151,-12 35-52,-28 95 134,4 1 1,-22 163-1,53-270-656,-8 42 90,-2 82 0,11-119-155,0-1 1,1 1-1,1 0 0,0-1 0,0 0 1,1 1-1,1-1 0,0-1 0,1 1 1,1 0-1,9 15 0,-12-23-16,1 0 0,0 0 0,1-1 0,-1 0 0,1 0-1,-1 0 1,1 0 0,0-1 0,1 0 0,-1 0 0,1 0 0,-1 0 0,1-1-1,0 0 1,0 0 0,0-1 0,0 0 0,0 0 0,0 0 0,0-1 0,0 0-1,0 0 1,0 0 0,12-3 0,10-2-80,1-2 0,-1-1 0,52-23-1,-49 19 63,-18 7 80,2-1 94,0 0 0,1 1 1,25-4-1,-37 8-40,-1 0-1,0 1 1,0 0-1,1 0 1,-1 0 0,0 0-1,1 0 1,-1 1-1,0-1 1,0 1 0,0 0-1,1 0 1,-1 0 0,0 1-1,0-1 1,0 1-1,-1-1 1,1 1 0,0 0-1,-1 0 1,1 0 0,-1 0-1,5 6 1,16 24 589,34 34-1,-52-60-585,1-1 1,-1 0-1,1-1 0,1 1 0,-1-1 0,1 0 0,-1-1 0,1 0 0,0 0 1,0 0-1,0-1 0,1 0 0,-1 0 0,0-1 0,1 0 0,-1 0 0,1-1 0,0 0 1,-1 0-1,1-1 0,-1 0 0,1 0 0,-1-1 0,0 0 0,1 0 0,-1-1 1,12-6-1,-16 8-29,0 0 1,-1-1-1,1 1 1,-1-1 0,1 0-1,-1 0 1,0 0-1,1 0 1,-1 0-1,0 0 1,-1-1 0,1 1-1,0-1 1,-1 1-1,1-1 1,-1 0-1,0 1 1,0-1 0,0 0-1,0 0 1,0 0-1,-1 0 1,1 0-1,-1 0 1,0 0 0,0 0-1,0 0 1,0 0-1,0 0 1,-1 0-1,1 0 1,-1 0 0,0 0-1,0 0 1,0 1-1,-3-6 1,-1-3-18,-1 1-1,0-1 1,0 1 0,-1 1-1,0 0 1,-1 0 0,0 0 0,-1 1-1,0 0 1,0 0 0,0 1 0,-1 0-1,-13-6 1,10 7-1029,1 0-1,-2 1 1,-19-6 0,29 10-1199,-3 2-2365,-1 1 1913,1 1-61,-12 2-8423</inkml:trace>
</inkml:ink>
</file>

<file path=ppt/ink/ink2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3.591"/>
    </inkml:context>
    <inkml:brush xml:id="br0">
      <inkml:brushProperty name="width" value="0.035" units="cm"/>
      <inkml:brushProperty name="height" value="0.035" units="cm"/>
    </inkml:brush>
  </inkml:definitions>
  <inkml:trace contextRef="#ctx0" brushRef="#br0">0 20 12561,'21'9'3034,"-22"-22"761,-2 0-3084,2 10 483,4 4-147,0 0-864,1 1 0,-1-1-1,1 1 1,-1 0 0,0 0 0,0 0-1,0 0 1,0 0 0,-1 0 0,1 1 0,0 0-1,-1-1 1,3 5 0,-2-1-39,1 0-1,-2 0 1,1 1-1,0-1 1,-1 1 0,2 10-1,-2 2 34,1 0-1,-2 0 0,-2 30 0,0-28-172,2 0 1,2 25-1,-2-43 4,7-3-11,0-1-1,0 0 0,0-1 0,0 1 0,0-1 0,0-1 0,-1 0 0,15-7 0,2-4 5,29-21 0,-36 22-37,2 1 0,24-12 0,-42 23 35,0 1-1,0-1 1,0 1 0,1 0-1,-1 0 1,0-1 0,0 1-1,1 0 1,-1 0-1,0 0 1,0 0 0,0 0-1,1 1 1,-1-1 0,0 0-1,2 1 1,3 1-2,2-1 6,0 0-1,0 1 0,-1 1 1,1-1-1,-1 1 1,0 0-1,0 1 0,0 0 1,0 0-1,-1 0 1,9 9-1,36 19-8,-48-32 5,1 0 1,-1 0 0,0 0-1,0 0 1,0-1-1,0 1 1,0-1-1,-1 0 1,1 1 0,0-1-1,0-1 1,5-2-1,-1-1 91,-1 0 0,1 0 0,-1-1-1,10-11 1,-9 8 239,1 1-1,18-15 1,-15 14-86,1 1 1,0 1-1,0 0 0,1 1 1,-1 0-1,2 1 1,-1 0-1,0 1 1,21-3-1,-26 6-179,1 0-1,-1 1 1,1 0-1,0 0 1,-1 1-1,1 0 1,-1 1-1,0 0 1,1 0-1,-1 1 0,0 0 1,0 0-1,-1 1 1,1 0-1,-1 0 1,14 11-1,78 58-3236,-64-51-1543,3 1-4722,-3-4-1681</inkml:trace>
</inkml:ink>
</file>

<file path=ppt/ink/ink2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4.263"/>
    </inkml:context>
    <inkml:brush xml:id="br0">
      <inkml:brushProperty name="width" value="0.035" units="cm"/>
      <inkml:brushProperty name="height" value="0.035" units="cm"/>
    </inkml:brush>
  </inkml:definitions>
  <inkml:trace contextRef="#ctx0" brushRef="#br0">0 613 11673,'64'-61'9184,"-63"60"-9030,0 0 1,-1 0-1,1 0 1,0 0-1,-1-1 1,1 1-1,-1 0 1,1 0-1,-1-1 1,0 1-1,0 0 1,1-1-1,-1 1 1,0 0-1,0-1 1,0 1-1,0 0 1,-1-2-1,1-2 314,3-8 56,0 0 1,1 0-1,0 0 1,1 0-1,1 1 1,0 0-1,1 0 1,0 1-1,1-1 1,9-10-1,-5 6 40,0-1-1,-2 0 0,12-25 0,-9 4-445,-2-1 0,-1 0 1,7-74-1,-10 62-106,-4 48-12,0 14 0,1 19 0,3 70 0,37 350 0,-37-409 0,-2 0 0,-2 0 0,-2 1 0,-7 81 0,3-110 0,0 0 0,0 0 0,-1 0 0,0 0 0,-1-1 0,-1 0 0,0 0 0,-11 15 0,11-19 0,-1 0 0,0 0 0,0 0 0,-1-1 0,0 0 0,0-1 0,0 0 0,-1 0 0,0-1 0,-1 0 0,1-1 0,-11 4 0,-59 13 0,77-21-53,0 1-1,-1-1 1,1 1-1,-1-1 1,1 0 0,-1 0-1,1 0 1,0 0-1,-1-1 1,1 1 0,-1-1-1,1 1 1,0-1-1,-1 0 1,1 0 0,-2-1-1,2 1-79,1 0 0,-1 0-1,1-1 1,0 1 0,0 0-1,0-1 1,0 1 0,0-1-1,0 1 1,0-1 0,0 0-1,0 1 1,1-1 0,-1 0-1,1 1 1,-1-5 0,0 0-454,1-1 0,0 0 0,1 1-1,-1-1 1,1 1 0,0-1 0,1 0 0,0 1 0,4-11 0,-2 7-1346,2 0 0,-1 0 0,10-13-1,28-31-11071</inkml:trace>
</inkml:ink>
</file>

<file path=ppt/ink/ink2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4.481"/>
    </inkml:context>
    <inkml:brush xml:id="br0">
      <inkml:brushProperty name="width" value="0.035" units="cm"/>
      <inkml:brushProperty name="height" value="0.035" units="cm"/>
    </inkml:brush>
  </inkml:definitions>
  <inkml:trace contextRef="#ctx0" brushRef="#br0">242 5 14369,'-72'-4'3209,"69"4"-2895,1 0 0,-1 0 0,0 1 0,1-1 0,-1 1 0,1 0 0,-1 0 0,1 0 0,-1 0 0,1 0 0,-1 0 0,1 1 0,0-1 0,0 1 0,0 0 0,0-1 0,0 1 0,0 0 0,-2 2 0,-1 3 375,1 0-1,0 0 0,0 1 0,-4 8 0,5-9-111,-4 12 274,1 1-1,0 0 1,2 0 0,-4 38 0,1-6-214,-14 158-637,-3 15 0,21-205-1342,0-1 0,1 0 0,1 0 0,2 28 0,-1-42 820,1 0-1,-1 0 1,1 0 0,0 0 0,1 0-1,-1 0 1,1 0 0,0 0-1,0 0 1,1-1 0,-1 1 0,1-1-1,0 0 1,0 1 0,1-1-1,-1-1 1,1 1 0,0 0 0,0-1-1,0 0 1,6 4 0,12 4-11061</inkml:trace>
</inkml:ink>
</file>

<file path=ppt/ink/ink2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4.806"/>
    </inkml:context>
    <inkml:brush xml:id="br0">
      <inkml:brushProperty name="width" value="0.035" units="cm"/>
      <inkml:brushProperty name="height" value="0.035" units="cm"/>
    </inkml:brush>
  </inkml:definitions>
  <inkml:trace contextRef="#ctx0" brushRef="#br0">7 1 12689,'-5'14'2096,"4"-11"-301,5-4-348,47-2-214,0 2 1,55 5-1,-38 0-828,445 14 252,-484-17-656,45 3-30,-67-3 38,-1 0 1,1 1-1,-1-1 1,1 1-1,-1 0 1,0 1 0,0-1-1,7 5 1,-24 9 151,2-7-132,0-1 0,0 1-1,-1-2 1,0 0 0,-1 0-1,-19 9 1,-21 15 33,42-25-55,0 0-1,1 1 1,-1 0-1,1 0 1,1 1-1,0 0 1,0 1-1,-10 15 0,16-22-5,1 0 0,0 0-1,-1 0 1,1 0 0,0 0-1,1 0 1,-1 0 0,0 0-1,0 0 1,1 0-1,-1 0 1,1 0 0,0-1-1,-1 1 1,1 0 0,0 0-1,0-1 1,0 1 0,0 0-1,2 1 1,0-2-3,0 1 1,0-1-1,0 1 0,0-1 1,0 0-1,1-1 0,-1 1 1,0 0-1,0-1 0,1 0 1,2 0-1,44-1-17,-39 0 21,93-10 153,-65 6-706,74-1 0,-76 7-994,69 7-8153,-63 0 1566</inkml:trace>
</inkml:ink>
</file>

<file path=ppt/ink/ink2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5.008"/>
    </inkml:context>
    <inkml:brush xml:id="br0">
      <inkml:brushProperty name="width" value="0.035" units="cm"/>
      <inkml:brushProperty name="height" value="0.035" units="cm"/>
    </inkml:brush>
  </inkml:definitions>
  <inkml:trace contextRef="#ctx0" brushRef="#br0">19 38 15217,'-2'-1'245,"1"1"0,0-1 0,-1 1-1,1-1 1,0 0 0,0 0 0,0 0-1,0 0 1,0 0 0,0 0 0,0 0-1,0 0 1,0 0 0,-1-2 0,2 1 59,0 1 1,0 0-1,0 0 1,1 0-1,-1 0 1,0 0-1,1-1 1,-1 1-1,1 0 1,-1 0-1,1 0 1,0 0 0,-1 0-1,1 0 1,0 1-1,0-1 1,2-3 4032,13 36-705,-9-7-3524,-2 0-1,0 1 1,-2-1-1,-1 1 1,-2 46 0,1 5-1939,7-12-3711,0-10-6417,-6-35 1594</inkml:trace>
</inkml:ink>
</file>

<file path=ppt/ink/ink2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5.305"/>
    </inkml:context>
    <inkml:brush xml:id="br0">
      <inkml:brushProperty name="width" value="0.035" units="cm"/>
      <inkml:brushProperty name="height" value="0.035" units="cm"/>
    </inkml:brush>
  </inkml:definitions>
  <inkml:trace contextRef="#ctx0" brushRef="#br0">0 117 9645,'14'-10'714,"1"1"0,0 1 0,0 0 0,0 1 0,1 0-1,0 2 1,0 0 0,0 0 0,26-2 0,467-32 1985,-376 32-2490,-67 9 193,-61-2 488,-7 2-528,-63 48 2862,49-39-2686,1 1 0,0 0 0,1 0 0,0 2 0,-23 28 1,27-29-380,2-2 58,1 0 0,-1 1-1,-8 19 1,15-28-244,-1-1 0,1 1-1,0 0 1,1 0 0,-1 0-1,0 0 1,1 0 0,0 0-1,0 0 1,0 0 0,0 0 0,0 0-1,0 0 1,1-1 0,-1 1-1,1 0 1,0 0 0,0 0-1,0 0 1,0-1 0,1 1 0,1 3-1,3 0-242,-1-1 0,1 1-1,0-1 1,0-1 0,0 1-1,1-1 1,-1 0 0,1-1 0,0 0-1,0 0 1,0 0 0,1-1-1,14 3 1,8 0-1300,1 0 0,34-1 0,78-6-6915,-70-1 251</inkml:trace>
</inkml:ink>
</file>

<file path=ppt/ink/ink2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5.413"/>
    </inkml:context>
    <inkml:brush xml:id="br0">
      <inkml:brushProperty name="width" value="0.035" units="cm"/>
      <inkml:brushProperty name="height" value="0.035" units="cm"/>
    </inkml:brush>
  </inkml:definitions>
  <inkml:trace contextRef="#ctx0" brushRef="#br0">76 55 10857,'-44'-14'7413,"25"16"-5069,6 7 5473,20-20-7821,2-1-996,10 6-481,0 4-931,-3-10-688,0 4-2965,0 10-5320</inkml:trace>
</inkml:ink>
</file>

<file path=ppt/ink/ink2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6.132"/>
    </inkml:context>
    <inkml:brush xml:id="br0">
      <inkml:brushProperty name="width" value="0.035" units="cm"/>
      <inkml:brushProperty name="height" value="0.035" units="cm"/>
    </inkml:brush>
  </inkml:definitions>
  <inkml:trace contextRef="#ctx0" brushRef="#br0">219 24 7745,'1'0'45,"-1"0"1,1 0-1,-1-1 1,1 1-1,-1 0 0,1 0 1,-1 0-1,0 0 1,1-1-1,-1 1 1,1 0-1,-1-1 1,1 1-1,-1 0 0,0-1 1,1 1-1,-1 0 1,0-1-1,1 1 1,-1 0-1,0-1 1,0 1-1,1-1 0,-1 1 1,0-1-1,0 1 1,0-1-1,0 1 1,1-1-1,-1 1 1,0-1-1,0 1 1,0-1-1,0 1 0,0-1 1,0 0-1,-16-6 11750,31 5-10391,-10 2-1240,0 0 0,0 0 0,0 1 0,0 0 0,0 0 0,0 0 0,-1 1 0,1-1 0,0 1 0,-1 0 0,1 1 0,-1-1 0,7 5-1,8 7 339,26 24-1,-43-36-444,14 13 194,-1 0 1,0 1-1,20 30 1,-34-44-242,0 0 0,0 0 1,0 0-1,0 0 0,0 0 1,-1 1-1,1-1 0,-1 0 1,1 0-1,-1 0 0,0 0 1,0 1-1,0-1 0,0 0 1,0 0-1,-1 0 0,1 1 1,-1-1-1,1 0 0,-1 0 1,0 0-1,0 0 0,0 0 1,0 0-1,0 0 0,0 0 1,-1-1-1,1 1 0,0 0 1,-3 1-1,-1 2-31,-1 1-1,0-1 1,0-1 0,0 1-1,0-1 1,-1 0 0,-8 4-1,-16 3-831,0-1 0,-1-1 1,0-2-1,-1-1 0,-65 3 0,-8 2-9681,86-6 2034</inkml:trace>
</inkml:ink>
</file>

<file path=ppt/ink/ink2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6.349"/>
    </inkml:context>
    <inkml:brush xml:id="br0">
      <inkml:brushProperty name="width" value="0.035" units="cm"/>
      <inkml:brushProperty name="height" value="0.035" units="cm"/>
    </inkml:brush>
  </inkml:definitions>
  <inkml:trace contextRef="#ctx0" brushRef="#br0">23 26 13833,'-22'-26'10789,"22"46"-9597,0 0 433,6-11-1101,4 2-572</inkml:trace>
</inkml:ink>
</file>

<file path=ppt/ink/ink2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7.211"/>
    </inkml:context>
    <inkml:brush xml:id="br0">
      <inkml:brushProperty name="width" value="0.035" units="cm"/>
      <inkml:brushProperty name="height" value="0.035" units="cm"/>
    </inkml:brush>
  </inkml:definitions>
  <inkml:trace contextRef="#ctx0" brushRef="#br0">12 2 10521,'0'0'55,"-1"0"0,1 1-1,-1-1 1,0 0 0,1 0 0,-1 1 0,1-1 0,-1 0-1,1 1 1,-1-1 0,1 1 0,-1-1 0,1 1-1,-1-1 1,1 1 0,-1-1 0,1 1 0,0-1 0,-1 1-1,1 0 1,0-1 0,0 1 0,0-1 0,-1 1-1,1 0 1,0-1 0,0 1 0,0 0 0,0-1 0,0 2-1,1-1 22,0 0-1,0-1 0,0 1 0,0 0 0,0 0 0,0-1 1,0 1-1,0-1 0,0 1 0,0-1 0,0 0 0,0 1 1,1-1-1,-1 0 0,2 0 0,64 5 1418,-57-5-1256,603 7 3817,43 1-3086,-263 5-489,57-1-42,56 3-75,1836 72 516,1064 31-305,-3081-111-545,1892 21 226,-1301-68-27,-664 14-163,-188 15 30,113-34 1,-106 18-79,-65 24-20,-1 0 0,1 0 0,-1 0-1,0-1 1,0 0 0,0 0-1,-1 0 1,0-1 0,5-5-1,-8 8 0,0 1 0,0-1 0,0 1 0,0-1-1,0 0 1,0 1 0,-1-1 0,1 0 0,0 0-1,-1 0 1,0 0 0,1 0 0,-1 1 0,0-1-1,0 0 1,0 0 0,0 0 0,0 0 0,-1 0-1,1 0 1,-1-2 0,0 2-19,-1-1 1,1 0 0,-1 0-1,0 1 1,0-1-1,0 1 1,0-1 0,0 1-1,0 0 1,-1 0-1,-4-3 1,-3-2-226,0 2 1,0-1 0,-1 1-1,0 1 1,-21-6-1,1 2-1780,-53-5-1,72 12 491,-1 1 0,0 0 0,-24 3 0,-13 12-7015</inkml:trace>
</inkml:ink>
</file>

<file path=ppt/ink/ink2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8:57.556"/>
    </inkml:context>
    <inkml:brush xml:id="br0">
      <inkml:brushProperty name="width" value="0.035" units="cm"/>
      <inkml:brushProperty name="height" value="0.035" units="cm"/>
    </inkml:brush>
  </inkml:definitions>
  <inkml:trace contextRef="#ctx0" brushRef="#br0">14 23 14733,'0'0'1801,"-7"-11"-269,1 0 2428,9 28-4496,0 3-1300,7-9-436,18 15-2877,-2-6-4100</inkml:trace>
</inkml:ink>
</file>

<file path=ppt/ink/ink2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2.684"/>
    </inkml:context>
    <inkml:brush xml:id="br0">
      <inkml:brushProperty name="width" value="0.035" units="cm"/>
      <inkml:brushProperty name="height" value="0.035" units="cm"/>
    </inkml:brush>
  </inkml:definitions>
  <inkml:trace contextRef="#ctx0" brushRef="#br0">482 278 7093,'-3'14'524,"1"-5"-1441,1-3 3097,0 1 2781,1 0 3905,0-8-8854,0 1 0,-1 0 0,1-1 0,-1 1 0,1 0 0,-1-1 0,1 1 0,0 0 0,-1-1 0,1 1 0,-1 0 0,0 0 0,1-1 0,-1 1 0,1 0 0,-1 0 0,1 0 0,-1 0 0,1 0 0,-1 0 0,1 0 0,-1 0 0,0 0 0,0 0 108,0 0 1,0 0-1,1 0 0,-1 0 1,0 0-1,0 0 0,1 0 1,-1 0-1,0-1 0,0 1 1,1 0-1,-1 0 0,0-1 0,1 1 1,-1-1-1,0 1 0,1 0 1,-1-1-1,1 1 0,-1-1 1,0 1-1,0-2 0,1 0-122,-1-2-3,0 0 1,1 0-1,-1 0 1,1-1 0,0 1-1,0 0 1,1 0-1,-1 0 1,1 0-1,1-6 1,0 8 4,-1 0 1,0 0-1,0 0 1,0-1-1,0 1 1,0 0-1,-1-1 1,1 1-1,-1 0 0,0-1 1,1 1-1,-1-1 1,0 1-1,0 0 1,0-1-1,-1 1 0,0-3 1,0-8 8,2 5-5,0 1-1,-1 0 0,0 0 0,0 0 0,0 0 1,-1-1-1,0 1 0,0 0 0,-1 0 1,0 0-1,0 1 0,-1-1 0,1 0 1,-1 1-1,-1 0 0,0-1 0,1 1 0,-9-9 1,6 9-6,0 0-1,0 1 1,-1 0 0,1 0 0,-1 1 0,0 0 0,-1 0 0,1 0 0,0 1 0,-1 0 0,0 0-1,0 1 1,0 0 0,0 1 0,0 0 0,0 0 0,0 0 0,-15 2 0,13 0 5,1 0 1,-1 1-1,1 0 1,-1 1-1,1 0 1,0 0-1,0 1 1,0 0 0,1 1-1,0-1 1,-1 2-1,2-1 1,-1 1-1,1 1 1,-11 10-1,6-4 7,1 1-1,0 0 1,1 1-1,0 1 1,1-1-1,1 1 1,0 1-1,1-1 1,1 1-1,1 1 1,0-1 0,2 1-1,0 0 1,0 0-1,2 0 1,0 0-1,1 0 1,1 0-1,1 0 1,0 0-1,2-1 1,0 1-1,0-1 1,2 1-1,10 21 1,1-7 10,1-1 1,1-1 0,48 56 0,84 70-97,12 14-151,-156-161 209,0 0 0,-1 1 1,0 0-1,0 0 0,-1 0 0,0 1 0,-1 0 0,5 21 0,-7-26 14,-1 1-1,0-1 1,0 1 0,-1-1 0,0 1 0,0 0 0,-1-1-1,0 1 1,0-1 0,0 1 0,-1-1 0,0 0 0,0 0-1,-1 0 1,1 0 0,-2 0 0,-2 6 0,-6 3 11,-1 0 0,0-1 1,-1 0-1,0-1 0,-1-1 0,-1 0 1,-21 12-1,10-8 123,0-2-1,0-1 1,-59 18-1,-6-9 657,86-21-695,-1 0-1,0 0 1,0-1-1,0 1 0,0-2 1,0 1-1,0-1 1,0 0-1,0 0 1,0-1-1,-9-3 1,15 4-75,-1 0 0,1 0 0,-1 0 1,1 0-1,0 0 0,-1 0 0,1 0 0,0-1 1,0 1-1,0 0 0,0-1 0,0 1 0,0-1 1,0 0-1,0 1 0,1-1 0,-1 0 0,1 1 1,-1-1-1,1 0 0,-1 0 0,1 1 0,0-1 0,0-3 1,0 0 2,1 0 0,0 1 0,0-1 0,0 0-1,1 1 1,-1-1 0,1 1 0,0-1 0,0 1 0,4-6 0,21-28-116,1 1-1,58-59 0,88-70-1559,-42 43 261,226-208-5341,-204 189-1039,-81 79-40</inkml:trace>
</inkml:ink>
</file>

<file path=ppt/ink/ink2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3.005"/>
    </inkml:context>
    <inkml:brush xml:id="br0">
      <inkml:brushProperty name="width" value="0.035" units="cm"/>
      <inkml:brushProperty name="height" value="0.035" units="cm"/>
    </inkml:brush>
  </inkml:definitions>
  <inkml:trace contextRef="#ctx0" brushRef="#br0">258 17 9301,'12'-17'2628,"-27"28"6962,11-11-8115,-3 0-1027,3 0-297,1 0 1,0-1 0,-1 2 0,1-1 0,-1 0 0,1 1 0,-1-1-1,1 1 1,0 0 0,0 0 0,-1 0 0,1 1 0,0-1-1,0 1 1,0 0 0,0-1 0,1 1 0,-1 1 0,-2 1-1,-10 11 196,2 0 0,0 1-1,0 1 1,2 0-1,0 1 1,1 0-1,0 0 1,-8 26 0,14-30-284,0-1 0,1 1 0,0 0 0,1 0 0,1 0 0,0 0 0,1 1 0,0-1 0,1 0 0,1 0 0,0 0 0,1 0 0,6 16 0,6 7 10,2-1-1,1 0 1,32 45 0,-24-39-14,33 68 1,-55-101-49,-1 1-1,1 0 1,-2-1 0,1 1-1,-1 0 1,-1 0 0,0 0-1,0 0 1,-1 0 0,-2 17-1,1-19-43,-1 0 0,0 0 0,0-1 0,-1 1-1,0-1 1,0 0 0,-1 1 0,0-1 0,0-1-1,-1 1 1,0-1 0,0 0 0,-10 10 0,-17 13-1412,-56 40 0,67-55-1661,-1-1 1,-23 10-1,51-36-12246</inkml:trace>
</inkml:ink>
</file>

<file path=ppt/ink/ink2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3.131"/>
    </inkml:context>
    <inkml:brush xml:id="br0">
      <inkml:brushProperty name="width" value="0.035" units="cm"/>
      <inkml:brushProperty name="height" value="0.035" units="cm"/>
    </inkml:brush>
  </inkml:definitions>
  <inkml:trace contextRef="#ctx0" brushRef="#br0">17 355 7633,'-16'-97'2120,"16"57"-316,6 0-320,-3 22 76,4-7-196,-1-7-239,10 9-229,16-11-208,-1 14-180,7 6-172,13 2-388,6 12-392,7 0-688,6 6-441,-10 6-583,0 2-1920,-2 3-3025</inkml:trace>
</inkml:ink>
</file>

<file path=ppt/ink/ink2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3.459"/>
    </inkml:context>
    <inkml:brush xml:id="br0">
      <inkml:brushProperty name="width" value="0.035" units="cm"/>
      <inkml:brushProperty name="height" value="0.035" units="cm"/>
    </inkml:brush>
  </inkml:definitions>
  <inkml:trace contextRef="#ctx0" brushRef="#br0">89 54 9873,'5'-24'2518,"-4"19"2082,-2-14 128,1 19-4586,0-1 0,0 1 1,-1 0-1,1-1 0,0 1 1,0 0-1,-1-1 0,1 1 1,0 0-1,0-1 0,-1 1 1,1 0-1,0 0 0,0 0 0,-1-1 1,1 1-1,0 0 0,-1 0 1,1 0-1,-1 0 0,1-1 1,0 1-1,-1 0 0,1 0 1,0 0-1,-1 0 0,-1 1-26,1-1 0,-1 1 0,1-1-1,-1 1 1,1 0 0,0-1 0,0 1-1,-1 0 1,1 0 0,0 0 0,0 0-1,0 0 1,0 1 0,0-1 0,0 0-1,0 0 1,0 1 0,1-1 0,-2 3 0,-3 6 85,1 2 1,0-1 0,1 0 0,0 1-1,-2 13 1,-1 9 140,-6 25 1,3 0-1,3 0 0,2 98 1,4-142-378,1 1 0,1 0 0,0-1-1,1 1 1,1-1 0,10 28 0,-12-39-9,0 1-1,0-1 0,1 0 1,-1 0-1,1-1 0,0 1 1,0 0-1,0-1 1,0 0-1,1 0 0,-1 0 1,1 0-1,0 0 0,0-1 1,0 1-1,0-1 0,0 0 1,0 0-1,1-1 0,-1 0 1,1 1-1,-1-1 1,1-1-1,0 1 0,-1-1 1,1 1-1,7-2 0,-8 1 31,0-1 0,0 0 0,0 0 0,0 0 0,0-1 0,-1 1-1,1-1 1,0 0 0,-1 0 0,1 0 0,-1 0 0,0-1 0,1 0 0,-1 1-1,0-1 1,-1 0 0,1 0 0,0-1 0,-1 1 0,0-1 0,0 1-1,0-1 1,0 1 0,2-9 0,2-4-23,-1-1 0,-1 1-1,-1-1 1,3-28 0,-5 0-62,-1 0 0,-2 1 1,-3-1-1,-1 1 0,-2 0 0,-22-69 1,28 104-376,-1 1 0,1-1 0,-1 1 0,-1 0 0,1 0 0,-2 0 0,1 0 0,-1 1 0,0-1 0,0 1 0,-1 1 0,-8-9 0,11 13-1624,-4 13-4149,5-8 4245,-8 12-6578</inkml:trace>
</inkml:ink>
</file>

<file path=ppt/ink/ink2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3.694"/>
    </inkml:context>
    <inkml:brush xml:id="br0">
      <inkml:brushProperty name="width" value="0.035" units="cm"/>
      <inkml:brushProperty name="height" value="0.035" units="cm"/>
    </inkml:brush>
  </inkml:definitions>
  <inkml:trace contextRef="#ctx0" brushRef="#br0">557 101 10241,'4'-53'2637,"-3"51"-2268,-2 0-1,1-1 1,0 1 0,0 0-1,-1-1 1,0 1 0,1 0 0,-1 0-1,0 0 1,0-1 0,0 1-1,0 0 1,0 0 0,-1 0 0,1 1-1,-1-1 1,-2-3 0,-2-1 6340,6 12-5131,-15 108-860,-4 1-1,-6-2 1,-42 119 0,-145 321 1376,157-424-3794,6 2-1,-34 148 1,79-260 888,0-1 1,2 0 0,0 1-1,2 34 1,0-48 401,1 1 0,0-1 0,0 0 0,1 1 0,-1-1 0,1 0 0,0 0 0,1 0 0,3 6 1,-4-9-62,0 1 1,0 0-1,0-1 1,0 0-1,1 1 1,-1-1 0,1 0-1,0 0 1,-1-1-1,1 1 1,0-1-1,0 1 1,0-1 0,0 0-1,0 0 1,6 1-1,31 1-8057</inkml:trace>
</inkml:ink>
</file>

<file path=ppt/ink/ink2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3.957"/>
    </inkml:context>
    <inkml:brush xml:id="br0">
      <inkml:brushProperty name="width" value="0.035" units="cm"/>
      <inkml:brushProperty name="height" value="0.035" units="cm"/>
    </inkml:brush>
  </inkml:definitions>
  <inkml:trace contextRef="#ctx0" brushRef="#br0">310 16 14325,'-2'-2'391,"0"0"-1,-1 0 1,1 1-1,-1 0 1,0-1-1,1 1 1,-1 0 0,0 0-1,0 0 1,0 1-1,0-1 1,1 1-1,-1-1 1,0 1-1,0 0 1,0 0-1,0 0 1,-5 2-1,2-1 78,1 1-1,0 0 0,0 0 0,0 0 1,0 1-1,0 0 0,1 0 0,-1 0 1,-6 6-1,0 2 125,1 1 0,-1 0 0,2 0 0,0 1 1,0 0-1,-9 21 0,8-14-404,1 1 1,1 1 0,1-1-1,1 1 1,1 1-1,-3 30 1,7-42-130,1 1 0,0 0 0,1-1 0,0 1 0,0-1 0,1 1-1,1-1 1,0 0 0,1 1 0,0-2 0,0 1 0,1 0 0,1-1 0,8 13 0,-9-16-63,0-1 1,1 0-1,-1 0 1,1-1-1,1 1 1,-1-1-1,1-1 1,-1 1-1,2-1 1,-1 0-1,0-1 1,1 1-1,10 2 1,-16-7-6,-1 1 1,0-1-1,0 0 1,0 1 0,1-1-1,-1 0 1,0 0-1,0 0 1,0 0 0,0 0-1,-1 0 1,1 0-1,0 0 1,0-1 0,0 1-1,-1 0 1,1 0-1,-1-1 1,1-1 0,-2 1-2,0-1 0,0 1 0,0-1 0,0 1 0,-1 0 0,1-1 1,-1 1-1,1 0 0,-1 0 0,0 0 0,0 1 0,-3-3 0,-1-3-11,-17-15-65,0 1 0,-44-29 0,-10-10-1341,76 59 1280,-1 0 1,1 0 0,0 0-1,0 0 1,0 0-1,0 0 1,0 0 0,1 0-1,-1-1 1,0 1-1,0 0 1,1 0 0,-1-1-1,1 1 1,-1-1-1,1 1 1,0 0 0,-1-1-1,1 1 1,0-1-1,0 1 1,0-1-1,0 1 1,0-1 0,0 1-1,1 0 1,-1-1-1,0 1 1,1-1 0,-1 1-1,1 0 1,0-1-1,-1 1 1,1 0 0,0 0-1,1-3 1,2 0-442,1-1 1,-1 1-1,1 0 0,0 0 1,0 0-1,8-4 1,-5 4-681,1 0 0,-1 1 1,1-1-1,0 2 0,0-1 1,17-1-1,29-5-8059</inkml:trace>
</inkml:ink>
</file>

<file path=ppt/ink/ink2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4.083"/>
    </inkml:context>
    <inkml:brush xml:id="br0">
      <inkml:brushProperty name="width" value="0.035" units="cm"/>
      <inkml:brushProperty name="height" value="0.035" units="cm"/>
    </inkml:brush>
  </inkml:definitions>
  <inkml:trace contextRef="#ctx0" brushRef="#br0">71 63 10061,'19'-5'6236,"-45"-1"-4503,7 0 1935,6-5-2908,4-1-212,-1 1-4896,-2 0-1217</inkml:trace>
</inkml:ink>
</file>

<file path=ppt/ink/ink2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8.397"/>
    </inkml:context>
    <inkml:brush xml:id="br0">
      <inkml:brushProperty name="width" value="0.035" units="cm"/>
      <inkml:brushProperty name="height" value="0.035" units="cm"/>
    </inkml:brush>
  </inkml:definitions>
  <inkml:trace contextRef="#ctx0" brushRef="#br0">339 177 5028,'1'0'211,"-1"1"-1,0-1 0,0 0 0,1 1 1,-1-1-1,0 1 0,0-1 0,1 0 0,-1 1 1,0-1-1,1 0 0,-1 1 0,1-1 0,-1 0 1,0 0-1,1 1 0,-1-1 0,1 0 1,-1 0-1,1 0 0,-1 0 0,1 1 0,-1-1 1,1 0-1,-1 0 0,0 0 0,1 0 0,-1 0 1,1 0-1,-1 0 0,1-1 0,-1 1 1,1 0-1,-1 0 0,1 0 0,-1 0 0,1 0 1,-1-1-1,0 1 0,1 0 0,-1 0 0,1-1 1,-1 1-1,0 0 0,1-1 0,-1 1 1,0 0-1,1-1 0,-1 1 0,0-1 0,1 0 1,5-4-1758,-4 4 2009,26-12 477,-2-4-690,-23 16 298,-2-4-470,1 0 0,-1 1 1,1-1-1,0 1 1,0 0-1,5-8 1,0-1 3,-5 10 272,-1 1-229,28-42 918,-28 42-144,-1 0-886,0 1 1,0-1 0,0 1-1,0-1 1,0 1-1,0 0 1,-1-1 0,1 1-1,0-1 1,-1 1-1,1 0 1,-1-1-1,0 1 1,1 0 0,-1 0-1,0 0 1,0-1-1,0 1 1,0 0 0,0 0-1,0 0 1,0 0-1,0 1 1,0-1-1,-1 0 1,1 0 0,0 1-1,0-1 1,-1 0-1,1 1 1,-1 0 0,1-1-1,0 1 1,-1 0-1,1-1 1,-1 1 0,1 0-1,-3 0 1,-6 1 68,-1 0 0,0 0 0,1 1 1,-16 4-1,1 0 98,9-3-107,0 1-1,0 1 1,1 0 0,-1 1 0,1 0-1,1 1 1,-1 1 0,1 1 0,1 0-1,-24 19 1,22-14-37,1 1-1,0 0 1,1 1-1,1 1 1,0 0-1,1 0 1,1 1-1,-10 25 1,9-17-13,2 0 0,-8 32 0,15-48-39,0 0 1,1 0 0,0 1 0,0-1-1,1 0 1,0 1 0,1-1 0,4 20-1,-4-28 14,0 1-1,-1 0 0,1-1 1,1 1-1,-1-1 1,0 1-1,1-1 0,-1 0 1,1 1-1,0-1 1,0 0-1,-1 0 0,2 0 1,-1 0-1,0 0 0,0-1 1,0 1-1,1-1 1,-1 1-1,1-1 0,-1 0 1,1 0-1,0 0 1,-1 0-1,1-1 0,0 1 1,0-1-1,-1 0 0,1 1 1,0-1-1,0 0 1,0-1-1,-1 1 0,1 0 1,0-1-1,4-1 0,4-1 1,1 0-1,-1-1 1,0-1-1,0 0 0,0 0 1,-1-1-1,13-9 1,30-30 300,-2-3 0,47-55 0,-42 43 468,-18 21-72,-27 26 181,1 1 0,24-19 0,-35 31-805,0 1-1,0 0 1,0-1 0,0 1 0,0-1 0,0 1-1,0 0 1,0 0 0,0-1 0,-1 1 0,1 0-1,0 0 1,-1 0 0,1 0 0,0 0 0,-1 0-1,0 0 1,1 0 0,0 2 0,-1-2 40,7 14 111,-1 1 0,0 0 0,-1 1 0,-1-1 0,-1 1-1,0 0 1,-1 0 0,0 21 0,-12 141 445,-32 161-4431,34-298 1170,-17 49 1,-3 18-6827,20-51 102</inkml:trace>
</inkml:ink>
</file>

<file path=ppt/ink/ink2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8.899"/>
    </inkml:context>
    <inkml:brush xml:id="br0">
      <inkml:brushProperty name="width" value="0.035" units="cm"/>
      <inkml:brushProperty name="height" value="0.035" units="cm"/>
    </inkml:brush>
  </inkml:definitions>
  <inkml:trace contextRef="#ctx0" brushRef="#br0">3 142 10861,'-2'-10'516,"2"8"-386,0 0 0,-1 1 0,1-1 1,0 0-1,0 0 0,0 0 0,0 1 0,0-1 1,1 0-1,-1 0 0,0 0 0,1 1 0,-1-1 1,1 0-1,0 0 0,0 1 0,0-1 0,-1 1 1,1-1-1,1 1 0,1-3 0,9-13 1283,-10 14-1197,0 0 1,0 0-1,0 0 0,0 1 1,1-1-1,-1 0 1,1 1-1,0 0 0,0 0 1,0 0-1,5-3 0,7-3 127,1 2 0,-1 0 0,1 1 0,0 0 0,1 2 1,-1 0-1,30-2 0,-39 5-306,0 0 0,-1 0 1,1 1-1,0 0 1,0 0-1,-1 1 1,1-1-1,-1 2 1,1-1-1,-1 1 1,0 0-1,0 0 0,0 0 1,0 1-1,-1 0 1,1 0-1,-1 1 1,0 0-1,0-1 1,-1 2-1,1-1 1,4 8-1,-1 2-6,0 2 0,0-1 1,-2 1-1,0 0 0,-1 0 0,-1 1 0,0 0 0,-2 0 0,0 0 1,0 0-1,-2 0 0,0 0 0,-5 26 0,-3 9 69,-2-1 0,-2-1 0,-26 66-1,-52 126 962,89-238-968,-1-1 0,1 1 0,0 0 0,0 0 0,0-1 0,1 1 1,0 0-1,0 8 0,1-11-49,-1 0 1,1 0-1,-1 1 1,1-1-1,0 0 1,0 0-1,0-1 1,0 1-1,0 0 1,0 0-1,0 0 1,0-1-1,1 1 1,-1 0-1,3 1 1,1 0 1,0-1 0,0 1 1,0-1-1,0 0 0,0 0 0,1-1 1,-1 1-1,1-1 0,0 0 1,-1-1-1,1 1 0,-1-1 0,10-1 1,110-9-899,179-36 1,-23-16-3521,-95 10-3358,-74 17-1431</inkml:trace>
</inkml:ink>
</file>

<file path=ppt/ink/ink2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9.293"/>
    </inkml:context>
    <inkml:brush xml:id="br0">
      <inkml:brushProperty name="width" value="0.035" units="cm"/>
      <inkml:brushProperty name="height" value="0.035" units="cm"/>
    </inkml:brush>
  </inkml:definitions>
  <inkml:trace contextRef="#ctx0" brushRef="#br0">49 20 10981,'-6'-17'10288,"4"20"-9449,-3 5-533,0 1 0,0 1 0,1-1 0,0 1 0,1 0 1,0 0-1,1 0 0,0 0 0,-1 15 0,1-11-237,0 0 0,1 0 0,1-1 0,1 1 0,0 0 0,0-1 0,1 1 0,1 0 0,1-1 1,-1 0-1,2 0 0,0 0 0,10 18 0,-13-28-67,1 0 0,-1 0 0,1 0 0,-1 0 0,1 0 1,0-1-1,0 1 0,0-1 0,1 0 0,-1 0 0,0 0 0,1 0 1,0 0-1,-1-1 0,1 0 0,0 0 0,0 0 0,-1 0 0,1 0 0,0-1 1,0 0-1,0 1 0,8-2 0,-6 0-4,0 0 1,0 0-1,-1 0 1,1-1-1,0 1 1,0-1-1,-1-1 1,1 1-1,-1-1 1,0 0-1,0 0 1,0-1-1,0 1 0,-1-1 1,6-6-1,-6 5 4,-1-1 0,1 0 0,-1 0 0,0 0 0,-1 0 0,1-1 0,-1 1 0,-1-1 0,1 1 0,-1-1 0,0 0 0,-1 0 0,1 1 0,-1-1 0,-1 0 0,1 0 0,-2-6 0,-1-3 4,0 0-1,-1 1 1,0 0-1,-1 0 1,-1 0 0,-10-17-1,13 26-89,-1 0 1,0 1-1,0 0 1,0 0-1,0 0 1,-1 0-1,0 1 0,0-1 1,0 1-1,-1 1 1,0-1-1,1 1 1,-1 0-1,-10-4 0,13 6-144,0 0 0,0 0 0,0 1-1,0-1 1,0 1 0,0-1-1,0 1 1,0 0 0,0 0-1,0 1 1,0-1 0,0 1-1,0-1 1,0 1 0,0 0 0,0 0-1,0 0 1,1 0 0,-1 1-1,0-1 1,1 1 0,-1 0-1,1 0 1,-1 0 0,1 0-1,0 0 1,0 0 0,0 0 0,0 1-1,0-1 1,-1 4 0,-19 29-7240,13-15 242</inkml:trace>
</inkml:ink>
</file>

<file path=ppt/ink/ink2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9.493"/>
    </inkml:context>
    <inkml:brush xml:id="br0">
      <inkml:brushProperty name="width" value="0.035" units="cm"/>
      <inkml:brushProperty name="height" value="0.035" units="cm"/>
    </inkml:brush>
  </inkml:definitions>
  <inkml:trace contextRef="#ctx0" brushRef="#br0">93 18 10629,'35'-18'11318,"-29"62"-7041,0-3-3325,-7 68 450,-28 204 0,4-103-3013,9-89-2697,-33 128 0,40-211 2539,-1 22-4015,10-4-3432</inkml:trace>
</inkml:ink>
</file>

<file path=ppt/ink/ink2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09.803"/>
    </inkml:context>
    <inkml:brush xml:id="br0">
      <inkml:brushProperty name="width" value="0.035" units="cm"/>
      <inkml:brushProperty name="height" value="0.035" units="cm"/>
    </inkml:brush>
  </inkml:definitions>
  <inkml:trace contextRef="#ctx0" brushRef="#br0">125 1 13429,'-3'0'679,"0"0"0,0 0 1,0 0-1,1 1 0,-1-1 0,0 1 0,0 0 0,1 0 0,-1 0 0,0 0 0,1 0 1,-3 2-1,2-1-381,1-1 0,0 1 0,1 0 0,-1 0 0,0 0 0,1 0 1,-1 0-1,1 0 0,-1 1 0,1-1 0,-1 3 0,-1 5-209,0 0 1,1 0-1,0 1 0,1-1 1,0 16-1,-1 3 798,1-15-771,0 0-1,1 0 1,1 1-1,0-1 0,1 0 1,4 17-1,-4-23-93,1 0 0,0 0 0,0 0 0,0-1 0,1 1-1,0-1 1,1 0 0,-1 0 0,2-1 0,-1 1 0,0-1 0,9 6 0,-10-8-18,1-1 1,0-1-1,0 1 1,0-1-1,1 0 1,-1 0-1,0 0 1,1-1-1,0 0 1,-1 0-1,1 0 1,-1-1-1,1 0 1,0 0-1,5-1 1,-8 1 4,0 0 0,-1 0 0,1-1 0,0 1 0,-1-1 0,1 0 0,-1 0 0,1 0 0,-1 0 1,1 0-1,-1 0 0,0-1 0,0 1 0,1-1 0,-1 0 0,0 0 0,0 1 0,-1-1 0,1 0 0,0-1 0,-1 1 1,1 0-1,-1 0 0,0-1 0,1 1 0,-1-1 0,0 1 0,-1-1 0,1 1 0,0-1 0,-1 0 0,1 1 0,-1-1 1,0-3-1,-1-3 29,0 0 1,-1 0-1,0 1 1,0-1-1,-1 1 1,0 0-1,-1 0 1,0 0-1,0 0 1,0 1-1,-1-1 1,-1 1 0,-8-10-1,-3-2-104,-2 0 1,0 1-1,-27-19 0,39 32-697,0 0 0,0 1 0,0-1 0,-1 2 0,-13-6 0,16 8-784,1 0 1,-1 0-1,0 0 0,1 0 0,-1 1 0,-7 0 0,-7 2-9080</inkml:trace>
</inkml:ink>
</file>

<file path=ppt/ink/ink2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2.230"/>
    </inkml:context>
    <inkml:brush xml:id="br0">
      <inkml:brushProperty name="width" value="0.035" units="cm"/>
      <inkml:brushProperty name="height" value="0.035" units="cm"/>
    </inkml:brush>
  </inkml:definitions>
  <inkml:trace contextRef="#ctx0" brushRef="#br0">78 372 8345,'0'-1'150,"0"1"0,0 0 0,1 0 1,-1-1-1,0 1 0,0 0 0,1-1 1,-1 1-1,0 0 0,0 0 0,1-1 0,-1 1 1,0 0-1,0-1 0,0 1 0,0-1 1,0 1-1,0 0 0,0-1 0,0 1 1,0 0-1,1-1 0,-2 1 0,1 0 0,0-1 1,0 1-1,0-1 0,0 1 0,0 0 1,0-1-1,0 1 0,0 0 0,0-1 0,-1 1 1,1 0-1,0-1 0,-15-6 7790,-4-2-3389,17 7-4192,0 1 1,-1-1 0,0 0-1,1 1 1,-1-1 0,0 1-1,0 0 1,1-1 0,-1 2-1,0-1 1,0 0 0,-6 0 0,12-31 354,2 16-769,-4 16 28,-1 0 0,0-1 1,0 1-1,1 0 0,-1-1 1,0 1-1,0 0 0,1-1 1,-1 1-1,0-1 0,0 1 1,0-1-1,0 1 0,0 0 1,0-1-1,0 1 0,0-1 1,0 1-1,0-1 0,0 1 1,0-1-1,0 1 0,0 0 1,0-1-1,0 1 0,0-1 1,-1 1-1,1 0 0,0-1 1,0 1-1,0-1 0,-1 1 1,1 0-1,0-1 0,-1 1 1,1 0-1,0-1 0,-1 1 1,1 0-1,0 0 0,-1-1 1,1 1-1,-1 0 0,1 0 1,0 0-1,-1-1 0,1 1 1,-1 0-1,0 0 27,1 0 0,-1 0 0,1-1-1,0 1 1,-1 0 0,1 0 0,0-1 0,-1 1 0,1 0-1,-1 0 1,1-1 0,0 1 0,0 0 0,-1-1 0,1 1-1,0 0 1,0-1 0,-1 1 0,1-1 0,0 1 0,0 0-1,0-1 1,0 1 0,0-1 0,-1 1 0,1-1 0,0 1-1,0-1 1,0 1 0,0 0 0,0-1 0,0 1 0,0-1-1,1 1 1,-1-1 0,0 1 0,0 0 0,0-1 0,0 1-1,1-1 1,-1 1 0,0 0 0,0-1 0,1 1 0,-1 0-1,0-1 1,0 1 0,1 0 0,-1-1 0,0 1 0,1 0-1,-1 0 1,1-1 0,-1 1 0,0 0 0,1 0 0,-1 0-1,1-1 1,-1 1 0,1 0 0,6-5 2,-6 3-5,13-29-19,-13 28 23,0 0-1,0 0 0,0 0 1,1 0-1,-1 0 0,1 0 1,0 1-1,0-1 0,0 0 0,0 1 1,0 0-1,0-1 0,1 1 1,-1 0-1,1 0 0,-1 1 0,1-1 1,0 0-1,0 1 0,0 0 1,0-1-1,0 1 0,0 0 0,5 0 1,53-11 0,99-5 0,-36 5-24,278-50 13,-302 44-6,-56 8-6,1 3 0,67-3-1,-109 10 25,0 0 0,0 0 0,0 0 0,1 0 0,-1 1 0,0-1-1,0 1 1,0 0 0,0 0 0,0 0 0,0 0 0,-1 0-1,1 1 1,0-1 0,-1 1 0,4 2 0,-4-1 8,1 1 1,0 0-1,-1-1 1,0 1 0,0 0-1,0 0 1,0 0-1,-1 0 1,0 1-1,1-1 1,-1 5-1,5 30 103,-2 0-1,-2 0 0,-1 0 0,-6 45 0,3-39-71,-2 44-104,-12 331 325,17-141-5055,0-256 2569,9 44 1,-2-27-3787,-4-24 2019,4 19-5026</inkml:trace>
</inkml:ink>
</file>

<file path=ppt/ink/ink2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2.431"/>
    </inkml:context>
    <inkml:brush xml:id="br0">
      <inkml:brushProperty name="width" value="0.035" units="cm"/>
      <inkml:brushProperty name="height" value="0.035" units="cm"/>
    </inkml:brush>
  </inkml:definitions>
  <inkml:trace contextRef="#ctx0" brushRef="#br0">1 541 12957,'31'-40'2104,"20"0"-211,3 11-169,3 0-300,4 1-280,12 5-164,12-3-252,17 6-132,9-5-388,7-1-360,2-6-332,4-2-492,-3 0-744,2 0-416,-8-4-1029,-10-2-1215,3-2-3381</inkml:trace>
</inkml:ink>
</file>

<file path=ppt/ink/ink2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2.717"/>
    </inkml:context>
    <inkml:brush xml:id="br0">
      <inkml:brushProperty name="width" value="0.035" units="cm"/>
      <inkml:brushProperty name="height" value="0.035" units="cm"/>
    </inkml:brush>
  </inkml:definitions>
  <inkml:trace contextRef="#ctx0" brushRef="#br0">292 58 8613,'8'-48'2161,"-6"38"8346,-4 13-10250,-1-1 0,1 0 0,0 0 0,0 1-1,0-1 1,0 1 0,1 0 0,-1-1 0,-1 5 0,-1 6 180,0 1 0,-3 24 1,-1 7 178,-4 8-187,3 1 0,2 0 0,1 60 1,9-65-335,2-1 0,2 0 1,2 0-1,2 0 1,19 47-1,-27-87-224,-1 1-1,1-1 1,-1 1-1,-1 0 1,0 0 0,0 0-1,-1 0 1,0 0-1,-1 0 1,1 0-1,-2 0 1,1 0-1,-1 0 1,-1 0 0,0-1-1,0 1 1,0-1-1,-1 0 1,-1 0-1,1 0 1,-1 0-1,0-1 1,-1 0-1,0 0 1,0-1 0,0 1-1,-1-1 1,0 0-1,0-1 1,-1 0-1,-13 7 1,21-12 102,-91 45-4269,80-40 2115,0-1 1,-1-1 0,-18 4-1,-2-4-5715</inkml:trace>
</inkml:ink>
</file>

<file path=ppt/ink/ink2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2.871"/>
    </inkml:context>
    <inkml:brush xml:id="br0">
      <inkml:brushProperty name="width" value="0.035" units="cm"/>
      <inkml:brushProperty name="height" value="0.035" units="cm"/>
    </inkml:brush>
  </inkml:definitions>
  <inkml:trace contextRef="#ctx0" brushRef="#br0">1 283 8041,'44'-108'1908,"-15"68"-384,0 3-348,2 8-180,1 3-200,6 9-180,7 3-268,9 8-508,3 1-580,3 7-524,-6 10-812,0 5-1224,3 6-1581</inkml:trace>
</inkml:ink>
</file>

<file path=ppt/ink/ink2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3.199"/>
    </inkml:context>
    <inkml:brush xml:id="br0">
      <inkml:brushProperty name="width" value="0.035" units="cm"/>
      <inkml:brushProperty name="height" value="0.035" units="cm"/>
    </inkml:brush>
  </inkml:definitions>
  <inkml:trace contextRef="#ctx0" brushRef="#br0">6 10 10681,'-2'6'748,"1"1"1,0-1-1,0 1 1,0-1-1,1 1 1,0 0-1,0-1 1,1 1-1,0-1 1,2 8-1,1 34 1249,-2-19-1615,1 1 1,2-1 0,0 0-1,2-1 1,1 1 0,2-1-1,0-1 1,17 31 0,-25-54-366,1 1 0,0-1 0,0 0 1,0 0-1,0 0 0,1 0 0,-1-1 0,1 0 1,0 1-1,0-1 0,0 0 0,0-1 0,1 1 1,-1-1-1,1 0 0,0 0 0,-1 0 0,1-1 1,0 1-1,0-1 0,0-1 0,5 2 0,-5-2 2,-1-1 0,0 1-1,0 0 1,0-1 0,0 0-1,0 0 1,0 0 0,0 0 0,0-1-1,0 1 1,-1-1 0,1 0-1,-1 0 1,1-1 0,-1 1-1,0-1 1,1 0 0,-2 1-1,1-1 1,0-1 0,0 1 0,-1 0-1,0-1 1,0 1 0,0-1-1,0 0 1,2-5 0,-1 0 68,0-1 1,-1 1-1,-1-1 1,1 1 0,-2-1-1,1 1 1,-1-1-1,0 1 1,-1-1-1,-1 0 1,1 1 0,-1 0-1,-1-1 1,-5-12-1,-6-13 155,-2 0 0,-28-43-1,21 37-178,19 34-315,-1-1 1,1 1-1,-2 0 1,1 1-1,-1-1 1,0 1-1,-11-9 1,15 13-34,-1 0-1,1 1 1,0-1 0,-1 1-1,1 0 1,-1-1 0,0 1-1,1 1 1,-1-1 0,0 0-1,1 1 1,-1-1 0,0 1-1,0 0 1,0 0 0,1 0-1,-1 0 1,0 0 0,0 1-1,0-1 1,1 1 0,-1 0-1,0 0 1,1 0 0,-1 0-1,1 0 1,-4 2 0,-7 11-5242,0 2-3336</inkml:trace>
</inkml:ink>
</file>

<file path=ppt/ink/ink2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3.436"/>
    </inkml:context>
    <inkml:brush xml:id="br0">
      <inkml:brushProperty name="width" value="0.035" units="cm"/>
      <inkml:brushProperty name="height" value="0.035" units="cm"/>
    </inkml:brush>
  </inkml:definitions>
  <inkml:trace contextRef="#ctx0" brushRef="#br0">406 29 11061,'-15'-26'5403,"14"23"-2927,-5 16 1403,4-5-3417,1 0 0,0 0 1,0 0-1,1 0 0,0 0 1,0 1-1,2 7 0,0 12 213,-4 17 3,-2 1 0,-1-1 0,-3 0 0,-1 0 0,-20 55 0,-95 205-96,2-7-3023,107-253 1804,-32 109-2316,42-133 1802,0 1 0,2 0 1,0 1-1,1 42 0,3-59 440,-1 0 0,0-1 0,1 1 0,0 0 0,0-1 0,1 1 0,0-1 0,0 0 0,0 1 0,0-1-1,5 7 1,19 12-7829</inkml:trace>
</inkml:ink>
</file>

<file path=ppt/ink/ink2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3.749"/>
    </inkml:context>
    <inkml:brush xml:id="br0">
      <inkml:brushProperty name="width" value="0.035" units="cm"/>
      <inkml:brushProperty name="height" value="0.035" units="cm"/>
    </inkml:brush>
  </inkml:definitions>
  <inkml:trace contextRef="#ctx0" brushRef="#br0">192 23 11333,'0'0'2252,"-2"-2"-249,-13-17 1091,13 17-1871,1 5 45,-48 111 3834,1-3-3612,30-62-1039,3 0 1,2 1 0,-8 59 0,16-92-396,3-4 155,2-13-208,0 0 0,0 0 0,1 0 0,-1 0 1,0 0-1,1 0 0,-1 1 0,0-1 0,1 0 0,-1 0 1,0 0-1,1 0 0,-1 0 0,0 0 0,0 0 0,1 0 0,-1 0 1,0 0-1,1-1 0,-1 1 0,0 0 0,1 0 0,-1 0 0,0 0 1,0 0-1,1-1 0,-1 1 0,0 0 0,0 0 0,1 0 0,-1-1 1,0 1-1,0 0 0,0 0 0,1-1 0,-1 1 0,2-2 1,0 0 0,-1 0 0,1 0 0,-1-1 0,0 1 0,0 0 0,1 0 0,-1-1 0,-1 1 0,1-1 0,0 1 0,0-1 0,-1 1 0,0-1 0,1-4 0,0-48 11,-1 43-12,-3-36-131,2 28 48,0-35 0,1 51-219,1-1 0,0 0 0,0 0 0,0 0-1,0 1 1,1-1 0,0 0 0,0 1 0,0-1 0,0 1 0,1 0-1,3-5 1,-5 7-1356,31-13-7240,-26 14 4086,7 3-2708</inkml:trace>
</inkml:ink>
</file>

<file path=ppt/ink/ink2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3.902"/>
    </inkml:context>
    <inkml:brush xml:id="br0">
      <inkml:brushProperty name="width" value="0.035" units="cm"/>
      <inkml:brushProperty name="height" value="0.035" units="cm"/>
    </inkml:brush>
  </inkml:definitions>
  <inkml:trace contextRef="#ctx0" brushRef="#br0">23 51 9593,'29'-20'8668,"-57"2"-707,10 9-5977,13 5-5890</inkml:trace>
</inkml:ink>
</file>

<file path=ppt/ink/ink2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6.408"/>
    </inkml:context>
    <inkml:brush xml:id="br0">
      <inkml:brushProperty name="width" value="0.035" units="cm"/>
      <inkml:brushProperty name="height" value="0.035" units="cm"/>
    </inkml:brush>
  </inkml:definitions>
  <inkml:trace contextRef="#ctx0" brushRef="#br0">37 149 6765,'-6'-5'564,"-24"-20"3009,30 24-3426,0 0-1,0 0 0,0 0 1,0 0-1,0 0 1,1 0-1,-1 0 0,0 1 1,1-1-1,-1 0 0,0 0 1,1 0-1,-1 0 1,1 0-1,0 0 0,-1 1 1,1-1-1,0-1 0,0 1 171,3-3-31,0-1 0,1 1 0,-1-1 0,1 1 0,0 0 0,0 1 0,0-1 0,0 1 0,1 0 0,-1 0 0,1 1 0,0 0 1,8-2-1,15-4 394,44-5 1,-53 10-368,7-2 6,117-14 901,-126 18-1004,0 0 1,0 2 0,0 0 0,0 0 0,31 8 0,-47-8-163,0 0 1,0 0 0,0 0-1,0 0 1,0 1 0,0-1-1,0 0 1,-1 1-1,1-1 1,0 1 0,-1 0-1,0 0 1,1-1 0,-1 1-1,0 0 1,0 0 0,0 0-1,0 0 1,0 0-1,1 3 1,7 40 700,-9-44-738,0 12 192,1 1-1,-2 0 1,0-1 0,-1 1-1,0 0 1,-6 18-1,-31 80 551,20-62-486,-98 302-1087,90-259-928,-18 70-3421,22-52-3345,16-62 789</inkml:trace>
</inkml:ink>
</file>

<file path=ppt/ink/ink2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6.923"/>
    </inkml:context>
    <inkml:brush xml:id="br0">
      <inkml:brushProperty name="width" value="0.035" units="cm"/>
      <inkml:brushProperty name="height" value="0.035" units="cm"/>
    </inkml:brush>
  </inkml:definitions>
  <inkml:trace contextRef="#ctx0" brushRef="#br0">0 921 7445,'9'-44'2757,"-8"34"-2132,1 1 0,0 0 0,1-1 0,0 1 0,5-12 0,-5 17-465,0-1 0,0 1-1,0-1 1,1 1 0,-1 0-1,1 1 1,0-1 0,0 0-1,1 1 1,-1 0 0,1 0-1,0 0 1,6-2-1,80-32 435,2 4-1,119-25 1,100-34-2563,-185 43 1269,-3-6 1,-2-4 0,189-125-1,-282 161 1483,-1 0-1,-1-2 1,36-42-1,-36 38 551,-25 26-770,-4 1-36,-3-1-386,5 2-107,-1 0 1,0 0-1,0 0 1,0 0-1,0 0 1,0 1-1,0-1 1,0 0-1,-1 1 1,1-1-1,0 0 1,0 1-1,-1-1 1,1 1-1,0 0 1,0-1-1,-1 1 1,1 0-1,0 0 1,-1 0-1,1 0 1,0 0-1,-1 0 1,1 0-1,0 0 1,-1 1-1,1-1 1,0 1-1,-1-1 1,1 1-1,0-1 1,0 1-1,0-1 1,0 1-1,-1 0 1,1 0-1,0 0 1,0 0-1,0-1 1,1 1-1,-3 2 1,-5 8 43,-1-1 1,2 1-1,0 1 1,0-1-1,1 1 0,0 0 1,1 0-1,0 1 1,1 0-1,1 0 1,0 0-1,0 0 0,2 0 1,-1 1-1,2 22 1,0-2-23,1-1 0,2 0 0,12 55 0,-6-54-40,-2 0 0,-2 0 1,0 1-1,-3 0 0,-3 65 0,0-84-13,-2 1-1,0 0 1,-1-1 0,-1 0 0,0 0 0,-2 0 0,1-1-1,-2 0 1,0 0 0,-1-1 0,0 1 0,-1-2-1,0 0 1,-16 15 0,3-8 0,-1-1-1,-1-1 1,-50 27 0,36-23 48,37-21-49,0-1 1,0 0-1,-1 0 1,1 0-1,0 0 1,0 0-1,0-1 0,0 1 1,0-1-1,-1 1 1,1-1-1,0 0 0,-3-1 1,2 1-4,3-3 1,1 1-1,0-1 1,0 1-1,1-1 0,-1 1 1,1 0-1,0 0 0,0 0 1,4-5-1,-3 2 1,140-199-228,78-183-3781,-83 146-1993,-119 210 4686,8-8-1850,2 5-1180</inkml:trace>
</inkml:ink>
</file>

<file path=ppt/ink/ink2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7.203"/>
    </inkml:context>
    <inkml:brush xml:id="br0">
      <inkml:brushProperty name="width" value="0.035" units="cm"/>
      <inkml:brushProperty name="height" value="0.035" units="cm"/>
    </inkml:brush>
  </inkml:definitions>
  <inkml:trace contextRef="#ctx0" brushRef="#br0">286 1 6493,'-14'7'554,"10"-4"-244,-1 0 0,0-1 0,0 0 0,0 0 0,0 0 0,0-1 0,0 1 0,0-1 1,-10 0-1,12 0-41,0-1 0,0 1 1,0 0-1,0 0 1,1 0-1,-1 0 0,0 1 1,1-1-1,-1 1 0,1 0 1,-1-1-1,1 1 1,0 0-1,-1 1 0,1-1 1,-3 5-1,-26 43 2275,28-43-2463,-8 12 434,2 0 0,0 1 0,1 1 1,1-1-1,-6 31 0,11-37-402,1-1 0,0 0 1,1 1-1,0-1 0,1 1 0,1-1 0,0 1 0,1-1 0,8 23 1,-4-19-62,0 1 0,1-2 0,1 1 0,1-1 1,1 0-1,0-1 0,1 0 0,0-1 1,1 0-1,1-1 0,0 0 0,20 13 0,-31-24-50,0 0-1,-1 0 0,1 0 0,0-1 1,0 1-1,1-1 0,-1 0 0,0 1 0,0-1 1,1-1-1,-1 1 0,0 0 0,1-1 1,-1 0-1,1 0 0,-1 0 0,1 0 1,3-1-1,-5 0 0,0 1-1,0-1 1,1 0 0,-1 0 0,0-1-1,0 1 1,-1 0 0,1-1-1,0 1 1,0-1 0,-1 1 0,1-1-1,-1 0 1,1 0 0,-1 0 0,0 0-1,0 0 1,1 0 0,-2 0 0,1 0-1,0 0 1,0 0 0,-1 0 0,1-1-1,-1 1 1,1-4 0,0-8-1,-1 1 1,0 0-1,-1 0 1,-1 0-1,0-1 1,-1 1-1,0 1 1,-1-1-1,0 0 1,-7-14-1,-11-17 2,-36-56-1,51 88-13,-4-4-73,-1-1 1,-1 2-1,0 0 0,-1 0 0,0 1 0,-1 1 0,-27-18 0,39 29-113,0 1-1,0 0 1,0-1 0,0 1-1,0 1 1,0-1 0,-1 0-1,1 1 1,0 0 0,0-1-1,0 1 1,-1 1-1,1-1 1,0 0 0,0 1-1,-5 1 1,5-1-545,-1 0 1,1 0-1,0 0 0,0 0 1,1 1-1,-1-1 0,0 1 0,0 0 1,-3 3-1,-8 13-7088</inkml:trace>
</inkml:ink>
</file>

<file path=ppt/ink/ink2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7.513"/>
    </inkml:context>
    <inkml:brush xml:id="br0">
      <inkml:brushProperty name="width" value="0.035" units="cm"/>
      <inkml:brushProperty name="height" value="0.035" units="cm"/>
    </inkml:brush>
  </inkml:definitions>
  <inkml:trace contextRef="#ctx0" brushRef="#br0">1213 1 5557,'0'0'73,"0"1"0,0 0 0,1-1 0,-1 1 0,0-1 0,0 1 1,0-1-1,0 1 0,0 0 0,-1-1 0,1 1 0,0-1 0,0 1 1,0-1-1,0 1 0,-1-1 0,1 1 0,0 0 0,0-1 0,-1 0 1,1 1-1,0-1 0,-1 1 0,1-1 0,-1 1 0,1-1 1,-1 0-1,1 1 0,0-1 0,-1 0 0,1 1 0,-1-1 0,0 0 1,1 0-1,-1 1 0,1-1 0,-1 0 0,1 0 0,-1 0 0,1 0 1,-1 0-1,0 0 0,1 0 0,-1 0 0,1 0 0,-1 0 0,1 0 1,-1 0-1,0 0 0,1-1 0,-1 1 0,1 0 0,-1 0 1,1-1-1,-1 1 0,1 0 0,-1-1 0,-13-2 6550,-11 5-4291,20-1-2172,0 1 1,-1 0-1,1 0 0,0 0 1,0 0-1,1 1 1,-1 0-1,0 0 1,1 0-1,0 1 0,-1-1 1,-3 6-1,-6 7 686,-24 35 0,21-25-365,-335 486 3871,-71 65-7381,280-362-1807,64-64-4043,58-94 1243</inkml:trace>
</inkml:ink>
</file>

<file path=ppt/ink/ink2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7.827"/>
    </inkml:context>
    <inkml:brush xml:id="br0">
      <inkml:brushProperty name="width" value="0.035" units="cm"/>
      <inkml:brushProperty name="height" value="0.035" units="cm"/>
    </inkml:brush>
  </inkml:definitions>
  <inkml:trace contextRef="#ctx0" brushRef="#br0">143 6 10521,'11'-5'2095,"-23"19"241,-9 11-316,17-19-1765,-14 18 921,2 2 1,0 0 0,-22 56-1,32-66-941,0 1-1,1 0 1,2 0-1,-1 0 1,0 21-1,4-32-196,0 1 0,0-1-1,1 0 1,0 0 0,0 0-1,0 0 1,1 0 0,0 0-1,0 0 1,0 0 0,1-1-1,0 1 1,0-1 0,0 1-1,1-1 1,0 0 0,0-1-1,7 8 1,-10-11-32,-1-1 0,1 1 0,0 0-1,-1 0 1,1-1 0,0 1 0,-1 0 0,1-1-1,0 1 1,0-1 0,0 1 0,0-1 0,0 1 0,-1-1-1,1 0 1,0 1 0,0-1 0,0 0 0,0 0-1,0 0 1,0 1 0,0-1 0,0 0 0,0 0-1,0-1 1,0 1 0,0 0 0,0 0 0,0 0-1,0-1 1,0 1 0,0 0 0,0-1 0,0 1-1,-1-1 1,1 1 0,0-1 0,0 1 0,1-2 0,-1 0-4,0 0 0,0 0 0,0 0 0,0 0 0,-1 0 0,1 0 0,-1 0 0,1 0 0,-1-1 0,0 1 1,0 0-1,0 0 0,0 0 0,0 0 0,0 0 0,-1-1 0,1 1 0,-2-3 0,-24-70 68,13 41-778,-9-42 0,21 74-451,1 0 757,0 0 0,0 0 0,0 0 0,0 0 0,1 0 0,-1 0 0,1 0 0,-1 0 0,1 0-1,0 0 1,0-1 0,0 2 122,0 0-1,-1 1 1,1-1-1,0 0 0,-1 1 1,1-1-1,0 0 1,0 1-1,0-1 1,0 1-1,0-1 0,-1 1 1,1 0-1,0-1 1,0 1-1,0 0 1,0 0-1,0 0 0,0 0 1,0 0-1,2 0 1,19 0-7562</inkml:trace>
</inkml:ink>
</file>

<file path=ppt/ink/ink2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7.967"/>
    </inkml:context>
    <inkml:brush xml:id="br0">
      <inkml:brushProperty name="width" value="0.035" units="cm"/>
      <inkml:brushProperty name="height" value="0.035" units="cm"/>
    </inkml:brush>
  </inkml:definitions>
  <inkml:trace contextRef="#ctx0" brushRef="#br0">48 49 7693,'-16'-6'4412,"13"-8"-2476,0 0 4257,-10 8-8373,0-2-77</inkml:trace>
</inkml:ink>
</file>

<file path=ppt/ink/ink2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39:19.577"/>
    </inkml:context>
    <inkml:brush xml:id="br0">
      <inkml:brushProperty name="width" value="0.035" units="cm"/>
      <inkml:brushProperty name="height" value="0.035" units="cm"/>
    </inkml:brush>
  </inkml:definitions>
  <inkml:trace contextRef="#ctx0" brushRef="#br0">308 152 4976,'0'0'3336,"-1"-3"-2402,-24-48 3641,23 47-3410,-4-9 184,6 12-1219,0 0-1,0 0 1,0 0 0,0 0 0,0 0-1,-1 0 1,1 0 0,0 0 0,-1 0-1,1 0 1,-1 0 0,1 0 0,-1 0-1,1 0 1,-1 0 0,0 0 0,1 1-1,-1-1 1,0 0 0,-1 0 0,-5 3 1,0 0 0,0 1 0,0 0 1,0 0-1,0 1 0,0 0 0,1 0 0,0 1 0,0-1 1,-9 11-1,-2 1 56,2 2 0,-20 27 0,30-38-147,-81 124 401,82-124-423,1 0 0,0 1 1,0-1-1,0 1 0,1-1 1,0 1-1,1 0 0,0 0 0,0 0 1,1 0-1,0 0 0,0 0 1,0 0-1,3 9 0,-2-14-15,0-1-1,0 0 0,1 1 0,-1-1 0,1 0 0,-1 0 1,1 0-1,0 0 0,0 0 0,0 0 0,0 0 1,0-1-1,0 1 0,1-1 0,-1 1 0,0-1 0,1 0 1,-1 0-1,1 0 0,-1 0 0,1-1 0,0 1 1,4 0-1,2 0-7,0 0-1,-1-1 1,1 0 0,-1-1 0,1 1 0,16-5-1,-4 0-1,0-1 0,0-1 0,0-1 1,-1-1-1,0-1 0,-1-1 0,0 0 0,23-20 0,-34 25 2,-1 0 0,0-1 0,0 0 0,-1-1 0,1 1 0,-2-1 1,1 0-1,-1-1 0,-1 1 0,1-1 0,-1 0 0,-1 0 0,0-1 0,0 1 1,-1-1-1,0 1 0,0-1 0,-1 0 0,-1 1 0,1-1 0,-3-15 0,1 17-63,0-1 0,-1 0 0,-1 1 0,1 0 0,-1-1-1,0 1 1,-1 0 0,0 1 0,0-1 0,-1 1 0,0-1 0,0 1-1,-1 1 1,0-1 0,0 1 0,0 0 0,-1 0 0,-8-5 0,7 6-366,-1 0 1,0 0 0,0 1-1,0 0 1,0 1 0,-17-4-1,16 5-522,-1 0-1,0 1 1,0 0-1,0 1 1,0 0-1,-12 2 1,-28 7-6702</inkml:trace>
</inkml:ink>
</file>

<file path=ppt/ink/ink2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11.235"/>
    </inkml:context>
    <inkml:brush xml:id="br0">
      <inkml:brushProperty name="width" value="0.035" units="cm"/>
      <inkml:brushProperty name="height" value="0.035" units="cm"/>
    </inkml:brush>
  </inkml:definitions>
  <inkml:trace contextRef="#ctx0" brushRef="#br0">1 270 3636,'137'-5'2428,"-51"4"-1523,-46-1-424,62 4-1,13 2 94,205 1 241,23-9-515,-151-1-215,194-9-36,-81 2-53,373-12 13,57-2 0,1318-3 44,-1819 27-86,786-17-228,-389-20 60,-114 5 87,-405 31 132,-73 3 67,53-6 1,-73 4-14,1 1 0,33 2 0,-33 0 2,0-1 0,30-3 0,164-11 226,-132 11-22,-58 1-48,37-9 1,-41 7 368,0 1 0,35-2 0,-151-4-633,91 9-24,-2 0-177,0 0 1,1 0-1,-1 0 0,1 1 0,-1 0 0,1 0 0,-1 1 1,1 0-1,0 0 0,0 0 0,-7 4 0,0 1-2627</inkml:trace>
</inkml:ink>
</file>

<file path=ppt/ink/ink2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12.724"/>
    </inkml:context>
    <inkml:brush xml:id="br0">
      <inkml:brushProperty name="width" value="0.035" units="cm"/>
      <inkml:brushProperty name="height" value="0.035" units="cm"/>
    </inkml:brush>
  </inkml:definitions>
  <inkml:trace contextRef="#ctx0" brushRef="#br0">0 84 8733,'6077'9'0,"-6261"-101"0,368 184 0,-368 0 0</inkml:trace>
</inkml:ink>
</file>

<file path=ppt/ink/ink2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8.310"/>
    </inkml:context>
    <inkml:brush xml:id="br0">
      <inkml:brushProperty name="width" value="0.035" units="cm"/>
      <inkml:brushProperty name="height" value="0.035" units="cm"/>
    </inkml:brush>
  </inkml:definitions>
  <inkml:trace contextRef="#ctx0" brushRef="#br0">125 175 11461,'-12'-103'8852,"11"101"-5639,-3 4-1899,0 3-1067,-1-1-1,1 0 0,0 1 0,0 0 1,0 0-1,1 0 0,-1 1 1,1-1-1,1 1 0,-1 0 1,1-1-1,-2 8 0,-2 12 671,-7 44 1,5-18-191,-5 21-539,3 1-1,3 0 1,3 0-1,3 1 1,4-1-1,12 76 1,-7-104-69,2-1 1,1 0 0,3-1 0,28 61 0,-26-73-84,1 0-1,1-2 1,1 0 0,2-1 0,1-1 0,38 36 0,-41-45-109,1-2 1,1 0-1,1-1 1,0-1-1,1-1 1,1-1-1,0-1 1,0-1-1,45 12 0,-55-19 31,0 0-1,1 0 0,-1-2 0,1 0 0,-1 0 0,1-1 1,-1-1-1,1-1 0,-1 0 0,0 0 0,1-2 0,-1 0 1,-1 0-1,1-1 0,-1-1 0,0 0 0,0-1 1,0-1-1,13-10 0,-13 7-8,0-1 1,0-1-1,-2 0 0,1 0 1,-2-1-1,0-1 0,0 1 1,-2-2-1,9-17 0,-8 9 5,0-1 0,-1 0-1,-2 0 1,-1-1 0,4-41-1,-7 17 5,-2-1-1,-3 1 1,-1 0 0,-3 0-1,-26-95 1,10 72-127,-2 2 0,-4 2-1,-3 0 1,-3 2 0,-3 2 0,-2 1 0,-3 2-1,-56-61 1,86 109-468,0 1-1,0 0 0,-23-16 0,34 28 354,0-1 0,-1 1 0,1 0-1,-1 0 1,1 0 0,-1 0 0,0 0-1,1 0 1,-1 1 0,0-1 0,1 1 0,-1 0-1,0 0 1,0 0 0,-3 0 0,4 1-18,1-1 1,0 0-1,-1 1 1,1-1 0,0 1-1,0-1 1,-1 1-1,1-1 1,0 1 0,0 0-1,0 0 1,0 0-1,0-1 1,0 1 0,0 0-1,0 0 1,0 0-1,1 1 1,-1-1 0,0 0-1,1 0 1,-1 0-1,0 0 1,1 1-1,0-1 1,-1 0 0,1 1-1,0-1 1,-1 2-1,0 37-9196</inkml:trace>
</inkml:ink>
</file>

<file path=ppt/ink/ink2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8.985"/>
    </inkml:context>
    <inkml:brush xml:id="br0">
      <inkml:brushProperty name="width" value="0.035" units="cm"/>
      <inkml:brushProperty name="height" value="0.035" units="cm"/>
    </inkml:brush>
  </inkml:definitions>
  <inkml:trace contextRef="#ctx0" brushRef="#br0">6 79 11333,'8'-26'2035,"-6"21"1507,-2 3-2196,0 0-1187,0 0 0,0 1 1,0-1-1,0 0 0,0 1 0,0-1 0,1 1 0,-1-1 0,1 0 0,-1 1 0,1-1 0,-1 1 0,1 0 0,0-1 0,0 1 0,0-1 0,0 1 0,0 0 0,0 0 0,2-3 1,0 3-13,0-1 0,1 1 0,-1 0 0,0-1 0,1 1 1,-1 1-1,1-1 0,-1 0 0,0 1 0,5 0 0,3-1-54,-6 1 1082,-7 1 530,-1 0-1535,1 0 0,0 0 0,-1 0 1,1 0-1,0 1 0,0-1 0,0 1 0,-3 2 0,0 3-79,0 0-1,0 1 0,1-1 0,0 1 1,1 0-1,-1 0 0,1 0 1,-2 12-1,-11 71 431,12-62-427,2 0 0,1 0 0,2 0 0,0 1 0,9 44 0,-7-61-80,0-1 0,1 0-1,0 0 1,0-1 0,1 1-1,1-1 1,0 0 0,1-1-1,0 1 1,0-1 0,1-1-1,0 1 1,1-1 0,0-1-1,17 13 1,-17-16-20,1 0 1,0 0-1,0-1 1,0 0-1,0-1 0,1 0 1,-1-1-1,1 0 1,0-1-1,0 0 0,0 0 1,-1-2-1,1 1 0,0-1 1,0-1-1,13-3 1,19-5-29,-1-2 1,64-29-1,-105 41 34,165-80-133,-119 55 138,-43 23-1,0 0 1,1 0-1,-1 1 0,0-1 1,1 1-1,-1 0 1,1 0-1,-1 1 0,1-1 1,0 1-1,-1 0 0,1 0 1,0 0-1,-1 1 0,1 0 1,-1 0-1,1 0 0,-1 0 1,1 1-1,-1-1 1,0 1-1,0 0 0,0 1 1,0-1-1,0 1 0,5 4 1,6 7 83,-1 1 1,0 0 0,-1 1-1,20 32 1,3 3 110,-22-34-157,0 0 0,2-1 0,0 0-1,1-1 1,0-1 0,23 13 0,-31-21-36,1-1 1,0 0-1,0-1 0,1 0 1,0 0-1,-1-1 0,1 0 1,0-1-1,0 0 0,1-1 1,-1-1-1,0 1 0,0-2 1,15-1-1,-5-3-33,-1 0 0,1-2-1,-1 0 1,0-1 0,-1-1-1,0-1 1,0-1 0,-1 0-1,0-2 1,27-25 0,3-7-13,-2-3 1,47-63 0,111-168 0,-131 176 163,-72 101-99,1-1 0,0 1 0,-1 0 0,1 0 0,0 1 0,0-1 0,0 0 0,0 0 0,0 1 0,4-3-1,-5 4 1,-1 0-1,1 0 0,0-1 1,-1 1-1,1 0 0,0 0 0,0 0 1,-1 0-1,1 0 0,0 0 0,-1 0 1,1 0-1,0 0 0,-1 0 0,1 1 1,0-1-1,-1 0 0,1 0 0,0 1 1,-1-1-1,1 0 0,0 1 0,-1-1 1,1 0-1,0 2 0,1 0 32,0 1 0,-1-1 0,1 1-1,-1 0 1,0 0 0,0 0 0,0 0-1,0 0 1,0 0 0,0 0 0,-1 0-1,0 0 1,0 0 0,1 0 0,-2 5-1,-20 183 702,11-130-1857,3 1 1,2 63 0,4-86-486,2 25-3314,9-21-4089,8 0-2139</inkml:trace>
</inkml:ink>
</file>

<file path=ppt/ink/ink2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9.138"/>
    </inkml:context>
    <inkml:brush xml:id="br0">
      <inkml:brushProperty name="width" value="0.035" units="cm"/>
      <inkml:brushProperty name="height" value="0.035" units="cm"/>
    </inkml:brush>
  </inkml:definitions>
  <inkml:trace contextRef="#ctx0" brushRef="#br0">80 227 15389,'-61'-20'6129,"52"8"-3549,-1 4 1173,17-7-2469,12-2-200,19 9-592,16-1-580,19-5-628,22-3-656,16 0-445,13-6-675,3 3-932,10-3-2741,15 0-5488</inkml:trace>
</inkml:ink>
</file>

<file path=ppt/ink/ink2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0.969"/>
    </inkml:context>
    <inkml:brush xml:id="br0">
      <inkml:brushProperty name="width" value="0.035" units="cm"/>
      <inkml:brushProperty name="height" value="0.035" units="cm"/>
    </inkml:brush>
  </inkml:definitions>
  <inkml:trace contextRef="#ctx0" brushRef="#br0">604 86 4092,'0'0'11231,"-2"-2"-10929,-2-1-417,3 3 169,0-1-1,1 1 0,-1-1 1,0 1-1,1 0 0,-1-1 1,1 1-1,-1-1 0,0 0 1,1 1-1,-1-1 0,1 1 1,-1-1-1,1 0 0,0 1 0,-1-1 1,1 0-1,0 0 0,-1 1 1,1-1-1,0 0 0,0 0 1,0 0-1,-1 1 0,1-1 1,0 0-1,0 0 0,0 1 0,1-1 1,-1 0-1,0 0 0,0 0 1,0 1-1,0-1 0,1 0 1,-1 0-1,1-1 0,6-9 194,-5 9 3,0 0-19,34-36 3534,-58 43-2679,1 7-613,1 0 0,1 0 0,0 2 0,1 1 0,0 0-1,-19 23 1,0-4 188,-165 176 2331,169-169-2563,1 1 0,3 2 0,-37 70 0,58-97-355,1 1 1,0-1 0,1 1 0,1 0 0,-3 21-1,-1 22 143,-3 98 0,12-146-212,0-1 1,0 0 0,1 0 0,1 0 0,0 0-1,1 0 1,0-1 0,1 1 0,0-1-1,0 1 1,2-1 0,-1-1 0,1 1 0,1-1-1,8 10 1,-8-9-7,12 13-336,0-2-1,1 0 1,2 0-1,0-2 1,1-1 0,1-1-1,0-1 1,2-1 0,0-1-1,0-1 1,2-2-1,41 14 1,-3-6-1019,1-2 0,1-4-1,1-3 1,90 4 0,-10-13-5624,5-11-4656</inkml:trace>
</inkml:ink>
</file>

<file path=ppt/ink/ink2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1.344"/>
    </inkml:context>
    <inkml:brush xml:id="br0">
      <inkml:brushProperty name="width" value="0.035" units="cm"/>
      <inkml:brushProperty name="height" value="0.035" units="cm"/>
    </inkml:brush>
  </inkml:definitions>
  <inkml:trace contextRef="#ctx0" brushRef="#br0">37 9 11789,'-3'9'1824,"0"-9"952,-3-12 1476,3 6-4490,-5 30 3006,2 16-1607,2 0 0,1 0 0,4 68 0,0-83-912,24 341 1853,-16-262-1776,-7-80-255,1 23 83,2-1 0,2 0-1,24 86 1,-29-126-134,0-1-1,1 1 1,-1-1-1,1 0 0,0 0 1,1 0-1,-1 0 1,1-1-1,0 0 1,0 1-1,7 4 1,-8-6-7,0-1 0,1 0 0,0-1 1,-1 1-1,1-1 0,0 1 0,0-1 0,0 0 1,-1-1-1,1 1 0,0-1 0,0 1 1,0-1-1,0 0 0,0-1 0,0 1 0,8-2 1,2-3 21,-1 1 1,1-2 0,-1 1-1,0-2 1,-1 0 0,0 0-1,0-2 1,0 1 0,-1-1 0,-1-1-1,17-18 1,11-16 22,50-77-1,-69 93-22,128-192 67,77-108-2014,-221 323 1753,106-129-3160,-93 117 1149,32-25 0,-37 34-90,1 0 0,0 0 0,25-10 1,7 2-8318</inkml:trace>
</inkml:ink>
</file>

<file path=ppt/ink/ink2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17.467"/>
    </inkml:context>
    <inkml:brush xml:id="br0">
      <inkml:brushProperty name="width" value="0.035" units="cm"/>
      <inkml:brushProperty name="height" value="0.035" units="cm"/>
    </inkml:brush>
  </inkml:definitions>
  <inkml:trace contextRef="#ctx0" brushRef="#br0">41 1 7309,'-4'13'1383,"1"0"1,0 0 0,-3 27-1,12-9 1281,-5-28-2546,0 0 0,0 0 0,-1-1 0,1 1-1,-1 0 1,0 0 0,1 0 0,-1 0 0,-1 4 0,-1 14 433,2 0 1,2 34 0,1 5-267,-11 40-1588,5-78-341,-1 1 1,-9 25-1,5-17-2201,6-7-1718</inkml:trace>
</inkml:ink>
</file>

<file path=ppt/ink/ink2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18.406"/>
    </inkml:context>
    <inkml:brush xml:id="br0">
      <inkml:brushProperty name="width" value="0.035" units="cm"/>
      <inkml:brushProperty name="height" value="0.035" units="cm"/>
    </inkml:brush>
  </inkml:definitions>
  <inkml:trace contextRef="#ctx0" brushRef="#br0">12 343 9081,'0'0'345,"-1"1"0,0-1 0,1 1 0,-1-1 0,0 1 0,1-1 0,-1 1 0,1 0 0,-1-1 1,1 1-1,-1 0 0,1 0 0,-1-1 0,1 1 0,0 0 0,0 0 0,-1 0 0,1-1 0,0 1 0,0 0 0,0 0 0,0 0 1,0 1-1,1 27 282,1 4-32,-8 44 291,6 97 1,3-124-687,20 97 1,-22-140-235,1 1 0,1-1 0,-1 0 0,1 0 0,0 0 1,1 0-1,0-1 0,0 1 0,0-1 0,7 7 1,-8-9-33,0-1 0,1 0 0,0 0 0,0 0 0,0-1 0,0 1 1,0-1-1,0 0 0,0 0 0,1 0 0,-1-1 0,1 1 0,0-1 1,-1 0-1,1 0 0,0-1 0,5 0 0,-7 0 11,-1 0 1,1 0-1,-1 0 0,0-1 1,1 1-1,-1-1 0,0 0 1,0 1-1,1-1 0,-1 0 1,0 0-1,0-1 0,2 0 1,1-3-73,0 1 0,0-1 1,0 0-1,-1 0 1,4-6-1,9-16-282,-1 0 0,-2-1 0,0 0 0,-2-1 0,-1-1 0,11-51 0,-18 64 340,5-26 8,-1 0 1,-3-1-1,1-80 1,-12-38 1421,6 159-1273,9-12-112,-7 12 24,0 1 0,1-1 0,-1 1 0,0 0 0,1 0 0,-1 0 0,1 0 0,0 0 0,0 0 0,-1 1 0,1-1 0,0 1 0,0 0-1,1 0 1,-1 0 0,0 0 0,4 0 0,10-2-77,0 2 0,21-1-1,-7 2-54,-11-2 94,164-2-333,-160 5 334,-1 2 0,0 0 0,0 1 0,0 1 0,-1 2-1,23 8 1,-40-13 40,0 0 0,0 1 0,0 0 0,0-1 0,0 2 0,-1-1 0,1 1-1,-1-1 1,0 1 0,0 0 0,0 1 0,-1-1 0,1 1 0,-1-1 0,0 1-1,-1 0 1,1 0 0,-1 0 0,2 8 0,0 3 45,-1 1 1,-1 1-1,0-1 1,-3 34-1,1-25 24,5 52-1,-4-67-69,8 38 35,-8-45-24,0 0 0,0-1 0,1 1-1,0 0 1,-1-1 0,1 0 0,0 1 0,0-1-1,1 0 1,-1 0 0,6 6 0,-5-7-23,0 0 1,0 0-1,0 0 1,-1-1 0,1 1-1,1-1 1,-1 0-1,0 0 1,0 0-1,0 0 1,1 0-1,-1-1 1,0 1 0,1-1-1,-1 0 1,1 0-1,-1 0 1,0 0-1,1-1 1,-1 0-1,0 1 1,1-1 0,-1 0-1,0-1 1,0 1-1,0 0 1,0-1-1,0 0 1,0 0-1,-1 0 1,1 0 0,0 0-1,4-5 1,0-1-35,0 0 0,0 0 0,0-1 0,-1 0 0,-1-1 0,1 1 0,-1-1 0,-1 0 0,6-19 0,-2-9-22,-1-1-1,-3 0 1,-1 0-1,-2-49 1,1-25 136,-2 107-70,1-1-1,0 1 1,0 0 0,0-1-1,1 1 1,0 0-1,0 0 1,1 0 0,0 1-1,0-1 1,0 1 0,0-1-1,1 1 1,0 0 0,6-6-1,-2 4-1,0 1-1,0 0 0,1 0 0,0 0 1,0 1-1,0 1 0,0 0 0,18-6 1,4 3 3,0 0 0,1 3 0,-1 0-1,1 2 1,37 2 0,-50 1 6,-1 0-1,1 1 1,-1 1-1,1 1 1,-1 1-1,0 0 1,19 9-1,-25-8 34,-1-1-1,-1 2 0,1-1 1,-1 2-1,0-1 0,-1 1 1,0 1-1,0-1 0,0 2 1,-1-1-1,11 19 0,-9-12 56,-1 1 0,-1 0-1,-1 0 1,0 1 0,-1 0 0,4 24-1,-5-8 163,-1 1 0,0 53 1,5 147 1441,-7-233-1664,0 0 1,0-1-1,0 1 0,0 0 0,0-1 1,1 1-1,-1-1 0,1 1 0,-1-1 1,5 1-1,-6-2-22,0 0-1,0 0 1,0 0 0,0 0-1,1 0 1,-1-1 0,0 1-1,0 0 1,0-1-1,0 1 1,0-1 0,-1 1-1,1-1 1,0 1 0,0-1-1,0 0 1,0 1 0,0-1-1,0-1 1,1 1 19,5-5-18,-1 0 0,0 0 1,0 0-1,0-1 1,-1 0-1,0 0 0,0 0 1,-1-1-1,0 1 0,0-1 1,-1 0-1,0-1 1,0 1-1,1-10 0,4-16-23,-2 0 0,1-39 0,-5 58-76,-1 0 1,-1 0-1,0 0 1,-1 0 0,-1 0-1,0 0 1,-8-26-1,0 4-2062,1 5-5052</inkml:trace>
</inkml:ink>
</file>

<file path=ppt/ink/ink2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18.573"/>
    </inkml:context>
    <inkml:brush xml:id="br0">
      <inkml:brushProperty name="width" value="0.035" units="cm"/>
      <inkml:brushProperty name="height" value="0.035" units="cm"/>
    </inkml:brush>
  </inkml:definitions>
  <inkml:trace contextRef="#ctx0" brushRef="#br0">213 109 10421,'-34'-46'1732,"11"20"-8,11 18-268,-14-1-271,1 3 539,6-2-1268,0 2-208,3 12-376,3 0-732,4 2-773,-1 4-3155,4 8-3765</inkml:trace>
</inkml:ink>
</file>

<file path=ppt/ink/ink2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0.111"/>
    </inkml:context>
    <inkml:brush xml:id="br0">
      <inkml:brushProperty name="width" value="0.035" units="cm"/>
      <inkml:brushProperty name="height" value="0.035" units="cm"/>
    </inkml:brush>
  </inkml:definitions>
  <inkml:trace contextRef="#ctx0" brushRef="#br0">76 138 12393,'-45'-17'2189,"44"17"-2025,-1 0 0,1-1 0,0 1 0,-1-1 0,1 1 1,0-1-1,0 1 0,-1-1 0,1 0 0,0 0 0,0 0 0,0 0 0,0 1 0,0-1 0,0 0 0,0-1 1,0 1-1,0 0 0,0 0 0,1 0 0,-1-1 0,1 1 0,-1 0 0,1 0 0,-1-1 0,1 1 0,-1-1 0,1-1 1,-3-8 1133,3 10-1182,0 0 1,0 0 0,0 0-1,0-1 1,0 1 0,0 0-1,1 0 1,-1 0 0,0 0-1,1 0 1,-1 0 0,1 0 0,-1 0-1,1 0 1,-1 0 0,1 0-1,0 0 1,-1 0 0,1 0-1,0 0 1,1-1 0,0 0 178,3-3-146,0 1 0,0 0-1,0 0 1,1 1-1,-1-1 1,1 1-1,0 1 1,0-1-1,0 1 1,0 0-1,1 0 1,-1 0-1,8 0 1,18-2 335,45-1 1,-50 4-273,34-2 288,0 4 0,114 15 0,-140-10-328,-1 1-1,0 2 0,-1 2 1,0 0-1,0 3 0,46 26 0,-65-32-89,-1 1-1,-1 0 0,0 1 0,0 0 0,-1 1 0,13 16 0,18 25 440,47 78 0,-81-116-468,1 1 1,-1 0-1,-1 0 0,-1 0 1,0 1-1,-1 0 0,-1 1 1,0-1-1,-2 1 1,2 28-1,-2-25-7,1 32 16,-3-1 0,-11 102 0,-34 101-1868,38-219 1255,-16 68-1247</inkml:trace>
</inkml:ink>
</file>

<file path=ppt/ink/ink2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0.844"/>
    </inkml:context>
    <inkml:brush xml:id="br0">
      <inkml:brushProperty name="width" value="0.035" units="cm"/>
      <inkml:brushProperty name="height" value="0.035" units="cm"/>
    </inkml:brush>
  </inkml:definitions>
  <inkml:trace contextRef="#ctx0" brushRef="#br0">82 1338 14033,'-65'-168'2525,"49"121"-683,16 47-1797,0-1 0,0 0 0,0 1 0,0-1 0,0 1 0,0-1 0,0 0 0,0 1 0,0-1 0,0 1 0,1-1 0,-1 1 1,0-1-1,0 0 0,1 1 0,-1-1 0,0 1 0,1-1 0,-1 1 0,0-1 0,1 1 0,-1-1 0,1 1 0,-1 0 0,1-1 0,6-7 360,1 0-155,0 0 0,1 0 1,0 0-1,0 1 0,0 1 0,1 0 1,0 0-1,0 1 0,1 0 1,11-4-1,21-5 16,56-11 0,-50 13-261,521-139-5576,-353 82 2672,-141 43 2934,40-21 3849,-114 46-3231,19 38 1217,-10-5-1026,-6-13-648,1-1-1,1 1 0,1-2 1,0 1-1,2-1 1,22 32-1,-13-28-185,1-1-1,1 0 1,0-2 0,2-1-1,0 0 1,1-2 0,0-1-1,1 0 1,1-2 0,0-1-1,41 11 1,-55-19-43,-1 0 0,0-1-1,1-1 1,-1 0 0,1 0 0,0-1-1,-1 0 1,1-1 0,17-4 0,-25 4 26,0 0 1,0 0 0,0-1-1,0 1 1,0-1 0,0 0-1,-1 0 1,1 0 0,-1-1-1,1 1 1,-1-1 0,0 0-1,0 0 1,0 0 0,0 0-1,-1-1 1,1 1 0,-1-1-1,0 1 1,0-1 0,0 0-1,-1 0 1,1 0 0,-1 0-1,0 0 1,0 0 0,0 0-1,0-8 1,-1-12 0,-1 0 1,-1 1-1,-2-1 0,0 1 0,-1-1 0,-1 2 1,-1-1-1,-14-30 0,2 7-16,2-2-1,-20-97 1,36 138 21,0 0 0,1 1 0,0-1 0,0 0 0,1 0 0,-1 1 0,2-1 0,-1 1 1,1-1-1,-1 1 0,2-1 0,-1 1 0,1 0 0,0 0 0,0 0 0,1 0 0,0 0 0,0 1 0,0 0 1,0 0-1,1 0 0,0 0 0,0 1 0,0 0 0,1 0 0,-1 0 0,1 1 0,0-1 0,0 1 0,0 1 1,1-1-1,9-1 0,3-1 1,0 1 0,0 0 1,1 2-1,-1 0 0,1 2 0,-1 0 0,1 1 1,-1 1-1,0 0 0,1 2 0,-1 0 1,-1 1-1,34 14 0,-37-12 6,-1 0-1,1 0 1,-2 2-1,1-1 1,-1 2-1,0 0 1,-1 1-1,0 0 1,-1 0-1,0 1 1,-1 1-1,0 0 1,-1 0-1,-1 1 0,0 0 1,12 29-1,-14-24 6,-1 0-1,-1 0 1,-1 0-1,0 0 1,-1 1-1,-2 37 1,-5-7 10,-15 73 1,15-101-13,1 1-1,1 0 1,1 0-1,1 0 0,2 31 1,0-49-7,-1 0 0,1 0-1,0 0 1,0 0 0,1 0 0,-1 0 0,1 0-1,0-1 1,1 1 0,-1-1 0,1 1 0,-1-1-1,2 0 1,-1 0 0,0 0 0,1 0 0,-1-1-1,1 0 1,0 1 0,0-1 0,1-1 0,-1 1-1,0 0 1,1-1 0,0 0 0,-1 0 0,1-1-1,0 1 1,0-1 0,7 1 0,9 0 0,0-1 0,0-1 1,1 0-1,-1-2 0,0-1 1,0 0-1,0-2 0,-1 0 0,1-1 1,-1-1-1,0-1 0,-1-1 1,26-16-1,-23 12 2,0-1-1,-1-1 1,-1-1 0,0-1 0,-1 0-1,-1-2 1,-1 0 0,0-1 0,-1-1-1,20-37 1,-28 44 6,-2 1 0,0-1 0,0 0-1,-1-1 1,-1 1 0,-1-1 0,0 0 0,-1 0-1,1-20 1,-2 9-18,0 0 0,-2 0 0,-1 0 0,-1 0 1,-1 1-1,-1-1 0,-14-40 0,5 32 44,-2 2-1,-1 0 1,-1 1 0,-1 0 0,-2 2 0,-1 0 0,-2 1-1,0 2 1,-2 1 0,-1 0 0,-1 2 0,-1 1 0,0 2-1,-2 0 1,0 3 0,-1 0 0,-1 2 0,-68-21 0,83 30-334,-1 2 1,0 0 0,0 2 0,-1 0 0,1 0 0,-1 2 0,1 1 0,0 0 0,-1 1 0,-28 8 0,46-10 41,1 1 1,-1-1-1,1 1 1,-1 0 0,1-1-1,-1 1 1,1 0-1,0 0 1,-1 0-1,1 0 1,0 0-1,0 0 1,0 0-1,0 0 1,0 0-1,0 0 1,0 1-1,0-1 1,0 0-1,1 1 1,-1-1-1,0 1 1,1-1-1,-1 1 1,1-1-1,0 1 1,-1-1 0,1 1-1,0-1 1,0 1-1,0 0 1,1 2-1,-3 38-9071</inkml:trace>
</inkml:ink>
</file>

<file path=ppt/ink/ink2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1.160"/>
    </inkml:context>
    <inkml:brush xml:id="br0">
      <inkml:brushProperty name="width" value="0.035" units="cm"/>
      <inkml:brushProperty name="height" value="0.035" units="cm"/>
    </inkml:brush>
  </inkml:definitions>
  <inkml:trace contextRef="#ctx0" brushRef="#br0">131 58 14017,'-19'-37'2601,"0"34"-21,0-3-492,0 3-396,0-2 692,3 2-1552,-3 3-308,32 14-13645,-1 0 2508</inkml:trace>
</inkml:ink>
</file>

<file path=ppt/ink/ink2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1.727"/>
    </inkml:context>
    <inkml:brush xml:id="br0">
      <inkml:brushProperty name="width" value="0.035" units="cm"/>
      <inkml:brushProperty name="height" value="0.035" units="cm"/>
    </inkml:brush>
  </inkml:definitions>
  <inkml:trace contextRef="#ctx0" brushRef="#br0">20 97 10409,'-19'0'6569,"28"-11"-5353,1 2-312,12 4-196,26-7-136,6 6-128,25 4-140,16 2-64,20-6-304,24 0-444,20 0-596,6-2-780,3-1-1037,-2 1-1379,8-1-3301</inkml:trace>
</inkml:ink>
</file>

<file path=ppt/ink/ink2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6.890"/>
    </inkml:context>
    <inkml:brush xml:id="br0">
      <inkml:brushProperty name="width" value="0.035" units="cm"/>
      <inkml:brushProperty name="height" value="0.035" units="cm"/>
    </inkml:brush>
  </inkml:definitions>
  <inkml:trace contextRef="#ctx0" brushRef="#br0">317 395 7045,'-4'-5'-295,"1"3"1045,1-1 1,-1 1-1,1-1 0,0 0 1,0 1-1,0-1 1,0 0-1,1 0 1,-1-1-1,1 1 0,-1 0 1,1 0-1,0-1 1,1 1-1,-1-1 1,0-3-1,-12 21 720,-39 74 1125,25-41-1511,-4 9-301,2 1 0,3 1-1,3 1 1,-27 101-1,40-117-622,1 2 0,3-1-1,1 1 1,3 0-1,1 0 1,2 0-1,10 60 1,-7-86-129,0 0 0,1 0 1,1-1-1,1 0 0,1 0 0,0 0 0,1-1 0,1-1 0,1 1 1,0-2-1,21 24 0,-22-29-17,0-1 0,1 0 0,0 0 1,1-1-1,-1 0 0,2-1 0,-1-1 0,1 0 0,0 0 1,0-1-1,0-1 0,1 0 0,-1-1 0,1-1 0,0 0 1,23 0-1,-15-2-3,-1-2 0,0 0 0,0-2 0,0 0 0,0-1 0,0-1 0,-1-1-1,0-1 1,-1-1 0,0 0 0,0-2 0,-1 0 0,0-1 0,-1 0 0,21-21 0,-19 15-8,-1-2 0,-1-1 0,0 0 0,-1-1 0,-2 0 0,0-1 1,-2-1-1,0 0 0,-2-1 0,0 0 0,10-48 0,-13 39-12,-2-1 1,-2 1 0,-1-1-1,-1 0 1,-2 0 0,-2 0-1,-1 1 1,-1-1-1,-2 1 1,-2 1 0,-1-1-1,-1 1 1,-27-51-1,8 22-190,-3 1-1,-3 2 0,-2 1 0,-3 2 0,-2 2 1,-3 2-1,-2 2 0,-107-87 0,146 131-9,0 0 0,0 0 0,-1 1 0,0 0-1,0 0 1,0 1 0,0 1 0,-1 0 0,1 0 0,-1 1-1,0 0 1,-16 0 0,22 2-18,0 1 0,0-1 0,0 1 0,0 0 0,0 0 0,0 1 1,0-1-1,0 1 0,1 0 0,-1 0 0,1 1 0,-1-1 0,1 1 0,0 0 0,0 0 0,0 1 0,0-1 0,1 1 0,-1 0 0,1 0 1,0 0-1,0 0 0,1 0 0,-1 1 0,1-1 0,0 1 0,0 0 0,-1 5 0,0-1-631,0 1 0,1-1 0,0 0 0,1 0 0,0 1 0,0-1 0,1 1-1,0-1 1,3 17 0,15 40-7034</inkml:trace>
</inkml:ink>
</file>

<file path=ppt/ink/ink2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7.421"/>
    </inkml:context>
    <inkml:brush xml:id="br0">
      <inkml:brushProperty name="width" value="0.035" units="cm"/>
      <inkml:brushProperty name="height" value="0.035" units="cm"/>
    </inkml:brush>
  </inkml:definitions>
  <inkml:trace contextRef="#ctx0" brushRef="#br0">116 24 9449,'-16'-19'2167,"15"18"-2031,0 1-1,1-1 1,-1 1 0,0 0-1,0 0 1,1-1-1,-1 1 1,0 0-1,0 0 1,0 0-1,0 0 1,1 0-1,-1 0 1,0 0-1,0 0 1,0 0 0,1 0-1,-1 0 1,0 1-1,0-1 1,0 0-1,1 1 1,-1-1-1,-1 1 1,0 0 335,-3 0 388,0-1-1,0 0 0,-1 0 1,1-1-1,0 1 1,-10-3-1,7 1-817,5 2 3113,-2 4-2466,4-4-659,0 1 1,-1-1 0,1 1-1,0-1 1,0 1 0,1 0-1,-1 0 1,0-1 0,0 1 0,0 0-1,0 0 1,1 0 0,-1 0-1,-1 1 1,2 14 156,1 0 0,0-1-1,1 1 1,0-1 0,8 25 0,-8-33-156,57 295 692,-26-123-598,0-51 65,-32-127-183,-1-1-1,0 1 1,1-1-1,-1 0 1,1 1-1,0-1 1,-1 0-1,1 1 1,-1-1-1,1 0 1,-1 0-1,1 1 1,0-1-1,-1 0 1,1 0-1,-1 0 1,1 0-1,0 0 1,-1 0-1,1 0 1,-1 0-1,1 0 1,0 0-1,-1 0 1,1 0-1,0-1 1,-1 1-1,1 0 1,2-1 24,0 1-3,1-1 0,-1 0 1,1 0-1,-1-1 0,0 1 1,1 0-1,-1-1 1,0 0-1,0 0 0,0 0 1,0 0-1,-1 0 1,5-5-1,31-43 309,-21 26-238,34-46 161,81-103 187,-103 138-332,1 2 0,62-51 0,-84 77-67,0 1 0,1 1-1,-1-1 1,1 1 0,0 1-1,1 0 1,-1 0-1,1 1 1,20-5 0,-25 7-1,1 1 0,0 0 0,0 0-1,0 0 1,-1 1 0,1-1 0,0 1 0,-1 1 0,1-1 0,0 1 0,-1 0 0,0 0 0,1 1 0,-1-1 0,0 1-1,0 0 1,-1 1 0,9 6 0,2 4 60,-1 1 1,-1 0-1,-1 1 0,0 0 0,17 33 0,37 94-16,-48-97-817,2-2 0,29 48 1,-30-62-167,65 93-2720,-35-66-498,6-8-3289,-2-16-3532</inkml:trace>
</inkml:ink>
</file>

<file path=ppt/ink/ink2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7.699"/>
    </inkml:context>
    <inkml:brush xml:id="br0">
      <inkml:brushProperty name="width" value="0.035" units="cm"/>
      <inkml:brushProperty name="height" value="0.035" units="cm"/>
    </inkml:brush>
  </inkml:definitions>
  <inkml:trace contextRef="#ctx0" brushRef="#br0">29 231 12149,'-4'-3'433,"1"0"0,0 0 1,1-1-1,-1 1 0,1-1 0,-5-7 0,2-18 5117,7 27-5222,0-1 0,0 0 0,0 0 0,0 1 0,1-1 0,-1 1 0,1 0 0,0 0 1,-1 0-1,6-3 0,0 2-131,1 0 0,-1 1 1,1 0-1,0 1 1,14-2-1,-4 1 10,113-14 730,131-23-216,-221 31-688,-1-3 0,47-18 1,-72 24-95,5-4 458,-22 5-89,-14 0-9,8 4-182,0 0 1,0 0-1,-1 1 0,1-1 1,0 1-1,0 1 0,1-1 1,-1 1-1,0 1 0,-10 4 1,-11 7 482,-29 19 1,27-15-157,8-5-353,-181 111 780,169-100-762,1 0 0,2 3 1,-50 52-1,72-69-109,1 0 0,0 0 0,1 1 0,0 0 0,1 0 0,0 1 0,1 0 0,-7 21 0,11-28 0,0 0 0,0 0 0,1 1 0,-1-1 0,1 0 0,0 0 0,0 1 0,1-1 0,0 0 0,0 0 0,0 0 0,0 0 0,1 0 0,0 0 0,0 0 0,0 0 0,1-1 0,-1 1 0,1-1 0,0 1 0,0-1 0,1 0 0,-1 0 0,6 3 0,1 2-140,1-2-1,0 1 1,0-1 0,1-1-1,0 0 1,0 0 0,15 3 0,93 22-2397,94-3-4395,-68-21-602,3-6-4124</inkml:trace>
</inkml:ink>
</file>

<file path=ppt/ink/ink2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2.644"/>
    </inkml:context>
    <inkml:brush xml:id="br0">
      <inkml:brushProperty name="width" value="0.035" units="cm"/>
      <inkml:brushProperty name="height" value="0.035" units="cm"/>
    </inkml:brush>
  </inkml:definitions>
  <inkml:trace contextRef="#ctx0" brushRef="#br0">3 23 11961,'-3'-15'2235,"3"14"-2130,12-5 14592,-11 11-13232,5 30-881,1 0 0,12 33 0,8 30-32,-9 19-552,-4 1 0,-2 122 0,-7-101 0,-2-108-1285,2 0 0,1 0 1,1-1-1,21 56 0,-27-82 490,1-1 0,0 1 0,-1 0 0,2-1 1,-1 0-1,0 1 0,0-1 0,1 0 0,0 0 0,0 0 0,4 3 0,0 0-1108,29 26-10014</inkml:trace>
</inkml:ink>
</file>

<file path=ppt/ink/ink2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3.038"/>
    </inkml:context>
    <inkml:brush xml:id="br0">
      <inkml:brushProperty name="width" value="0.035" units="cm"/>
      <inkml:brushProperty name="height" value="0.035" units="cm"/>
    </inkml:brush>
  </inkml:definitions>
  <inkml:trace contextRef="#ctx0" brushRef="#br0">631 56 11553,'-20'-4'437,"-19"-5"1458,-52-18-1,81 23-1343,-1 1-1,0 1 1,0-1-1,-1 2 0,1-1 1,0 2-1,0-1 1,-1 2-1,1-1 0,0 1 1,-15 4-1,14-1-268,1-1 0,-1 2-1,1-1 1,1 2 0,-1-1 0,1 1-1,0 1 1,0 0 0,1 1 0,-1-1-1,2 2 1,-1-1 0,1 1 0,1 1-1,0-1 1,-10 17 0,-2 10 265,2 0 0,1 1 0,2 1 0,-12 50 0,-21 160 1220,34-132-1511,4 0 0,12 201 0,11-162-95,51 237 1,-53-336-162,3 1 0,2-2 0,2 0 0,37 71 0,-46-108 0,2 0 0,0-1 0,0 0 0,24 23 0,10 6 0,70 53 0,-107-92 0,0 0 0,0-1 0,1 0 0,0 0 0,0-1 0,1-1 0,-1 1 0,1-2 0,0 0 0,0 0 0,0-1 0,0 0 0,1-1 0,20 0 0,-13 0 0,15-1 0,0-2 0,0 0 0,-1-3 0,1-1 1,-1-1-1,0-2 0,-1-1 0,0-2 0,48-25 0,-37 15-1,-2-3 0,-1-1 1,0-2-1,-3-2 0,0-1 0,40-46 0,-42 38-108,-2-3 0,-2 0 0,-2-2 0,-1-1 1,-3-2-1,-2 0 0,-1-1 0,-3-1 0,-2-1 0,-3-1 0,-1 0 0,-3-1 0,5-69 0,-14 92 73,-1 0 1,-1 0-1,-2 0 1,0 0-1,-3 1 1,0-1-1,-2 1 0,-21-53 1,12 46 23,-1 1-1,-2 1 1,-1 1-1,-2 1 1,0 0 0,-35-32-1,26 31-10,-1 2 1,-2 1-1,-1 1 0,0 3 0,-2 0 0,-1 3 0,-1 1 1,-1 2-1,-1 2 0,0 2 0,-1 1 0,-59-10 0,86 22-297,0 0-1,0 1 0,0 0 0,0 2 0,0 0 1,1 0-1,-23 6 0,30-5-231,-1 0 0,1 1-1,-1 0 1,1 1 0,0 0 0,0 0 0,1 0-1,-1 1 1,1 0 0,0 1 0,0 0-1,1 0 1,-1 0 0,-6 10 0,11-13-94,0 0 0,0 1 1,0-1-1,0 1 0,0-1 0,1 1 1,0 0-1,0-1 0,-1 8 1,1-4-1059,2-1-1,-1 0 1,1 1 0,0-1 0,1 7 0,-2-13 1686</inkml:trace>
</inkml:ink>
</file>

<file path=ppt/ink/ink2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3.841"/>
    </inkml:context>
    <inkml:brush xml:id="br0">
      <inkml:brushProperty name="width" value="0.035" units="cm"/>
      <inkml:brushProperty name="height" value="0.035" units="cm"/>
    </inkml:brush>
  </inkml:definitions>
  <inkml:trace contextRef="#ctx0" brushRef="#br0">259 124 8949,'47'-28'2084,"-47"27"-1961,1 0 0,-1 0-1,1 1 1,-1-1 0,1 0 0,-1 0 0,1 0-1,-1 0 1,0 0 0,0 1 0,1-1 0,-1 0-1,0 0 1,0 0 0,0 0 0,0 0 0,0 0-1,0 0 1,0 0 0,-1 0 0,1 0 0,0-1-1,-9-22 2052,5 16-1365,3 4 29,-1 0-1,0 0 1,0 0-1,0 1 1,0-1-1,-1 1 0,1-1 1,-4-2-1,1 0-918,4 8 288,-1-1 0,1 0 0,0 0 0,-1 1 0,1-1 1,0 0-1,0 1 0,0 0 0,0-1 0,-2 4 0,-1 6 215,0 1 1,0-1-1,1 1 1,0 0-1,-1 15 1,-6 27 739,-94 455 1131,79-370-2090,-49 329-203,61-347 0,6 233 0,12-290 0,1-1 0,4 1 0,2-2 0,4 0 0,1-1 0,48 109 0,-49-138 0,2 0 0,1-2 0,1 0 0,2 0 0,42 44 0,-44-55 0,0-1 0,2-1 0,0-1 0,0-1 0,1-1 0,1-1 0,0-1 0,37 13 0,-47-20 1,13 4-13,0-1 0,0-1 0,1-1 0,0-1 0,0-2 0,37 0 0,201-2-676,-218-3-592,0-2 0,-1-2 0,0-2 1,0-2-1,87-31 0,-113 34 533,92-33-6902,-9-5-5288</inkml:trace>
</inkml:ink>
</file>

<file path=ppt/ink/ink2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4.629"/>
    </inkml:context>
    <inkml:brush xml:id="br0">
      <inkml:brushProperty name="width" value="0.035" units="cm"/>
      <inkml:brushProperty name="height" value="0.035" units="cm"/>
    </inkml:brush>
  </inkml:definitions>
  <inkml:trace contextRef="#ctx0" brushRef="#br0">0 305 11489,'0'0'5224,"2"1"-3823,7 3-1094,0-1-1,1 0 0,0 0 1,0-1-1,0-1 1,-1 1-1,1-2 0,1 1 1,18-3-1,-4 2-11,347-11 1269,-291 3-1399,1-2 0,121-33 1,-192 40-157,1 0 0,-1 0-1,-1-1 1,1-1 0,-1 1 0,1-2 0,-1 1 0,-1-1-1,1-1 1,-1 0 0,0 0 0,-1-1 0,1 0 0,12-17 0,8-29 1,-28 52-10,0 0 0,0 0 0,0-1 0,0 1 0,0 0 0,0 0 0,0-1-1,-1 1 1,0 0 0,1-1 0,-1 1 0,0-1 0,0 1 0,0-1 0,0 1 0,0 0 0,-1-1 0,1 1 0,-1 0-1,0-1 1,1 1 0,-1 0 0,0 0 0,0-1 0,-1 1 0,1 0 0,0 0 0,-1 0 0,1 0 0,-1 1 0,0-1-1,1 0 1,-1 1 0,0-1 0,0 1 0,0 0 0,0-1 0,0 1 0,0 0 0,-1 0 0,-3-1 0,-2 0 1,-1-1 0,1 1 0,-1 1 0,0 0 0,0 0 0,0 0 0,0 1 0,0 1 0,-13 1 0,-6 5 78,0 1 0,1 2 0,-1 0 0,2 2 0,0 0-1,0 2 1,1 1 0,1 1 0,1 1 0,-29 27 0,19-13 130,0 2 1,3 2 0,0 0 0,3 2 0,-42 73 0,61-95-148,1 0-1,0 0 1,1 1 0,0 0 0,2 0 0,0 1-1,0-1 1,-1 32 0,5-38-35,0-1 0,1 1 1,0-1-1,0 0 0,1 1 0,1-1 0,-1 0 0,2 0 1,-1-1-1,1 1 0,0-1 0,1 1 0,0-1 0,0-1 1,1 1-1,0-1 0,10 10 0,0-3-37,1-1 0,0 0 1,1-1-1,1-1 0,0-1 0,0-1 0,1 0 0,0-2 0,0 0 1,1-1-1,32 5 0,0-4-283,1-2-1,0-2 1,77-6 0,-80-1 86,-1-2 1,1-3-1,-1-1 1,0-3-1,51-20 1,-72 21 116,-1 0 0,0-2 0,-1-1 0,-1-1 0,0-1 0,-1-2-1,-1 0 1,0-1 0,32-39 0,-55 58 88,34-47-126,-33 44 111,0 1 0,0-1 0,-1 0 0,1 0 0,-1 0 0,0 0 0,0 0 0,0 0 0,-1 0 0,0 0 0,0-8 0,0 11 16,0 0 1,0 0-1,0 1 1,0-1-1,0 0 0,0 0 1,-1 0-1,1 0 0,0 0 1,-1 1-1,1-1 0,-1 0 1,1 0-1,-1 1 0,1-1 1,-1 0-1,1 0 1,-1 1-1,0-1 0,1 1 1,-1-1-1,0 1 0,0-1 1,1 1-1,-1-1 0,0 1 1,0 0-1,-1-1 0,-1 0-3,-1 1-1,1 0 0,0 0 1,0 0-1,0 0 0,-1 1 1,1-1-1,0 1 0,0 0 1,-4 1-1,-1 0-40,1 1-1,-1 0 1,1 0-1,-1 1 1,1 0 0,0 0-1,1 0 1,-1 1-1,-11 11 1,12-10-194,1 1 0,-1 0 1,1 1-1,1-1 0,-1 1 0,-6 17 0,11-23 190,-1 0 0,0 0 1,1 1-1,-1-1 0,1 0 0,0 0 0,0 1 0,0-1 0,0 0 0,0 1 0,1-1 1,-1 0-1,1 0 0,-1 0 0,1 1 0,0-1 0,0 0 0,0 0 0,0 0 0,0 0 1,0 0-1,1 0 0,-1 0 0,0-1 0,1 1 0,0 0 0,-1-1 0,1 1 0,0-1 1,0 0-1,4 2 0,2 2 51,2-2-1,-1 1 1,0-1 0,1 0-1,0-1 1,-1 0 0,1-1 0,0 0-1,0-1 1,0 0 0,0 0 0,10-2-1,12-2 245,0-2 0,38-12 1,-39 8-135,-1-2 0,47-26 1,-33 16-40,17-10 100,-1-3 0,-2-2 0,86-71 0,-134 100-10,0-2 1,0 0 0,16-21-1,-22 26-65,-1 0 0,0-1 0,0 0 0,0 0 0,-1 0 0,1 0 0,-2 0 0,1-1 0,-1 1 0,1-11 0,0-3 235,-2 19-294,-1 0 0,1 0 0,-1 0 0,0 0 0,1 0 0,-1 0 0,0 0 0,0 1 0,1-1 0,-1 0 0,0 0 0,0 1 0,0-1-1,0 1 1,0-1 0,0 1 0,0-1 0,0 1 0,0 0 0,-1-1 0,1 1 0,0 0 0,0 0 0,0 0 0,-1 0 0,0 1 19,1 1 0,-1-1 0,1 1 0,0-1 0,0 1-1,0-1 1,0 1 0,0 0 0,0 0 0,0-1 0,1 1 0,-1 0 0,1 0 0,-1 0 0,0 4 0,-2 33 521,3-39-578,0 20 196,1-1 0,1 1 1,0-1-1,2 0 1,5 20-1,37 92 552,-32-98-609,-2 1 1,-1 0-1,-1 0 1,8 61-1,-18-88-162,0 0-1,0 0 0,-1 0 0,1-1 0,-1 1 1,-1 0-1,0 0 0,0-1 0,0 1 1,0-1-1,-1 0 0,0 1 0,-6 7 1,3-6 16,0 0 0,-1 0 0,0-1 0,0 1 1,-1-2-1,0 1 0,0-1 0,-14 8 0,9-7-602,-1 0 0,0-1-1,0-1 1,0 0-1,-23 4 1,25-7-980,-1 0 0,0-1 0,1 0 1,-1-1-1,0 0 0,-15-3 0,-5-3-8705</inkml:trace>
</inkml:ink>
</file>

<file path=ppt/ink/ink2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4.799"/>
    </inkml:context>
    <inkml:brush xml:id="br0">
      <inkml:brushProperty name="width" value="0.035" units="cm"/>
      <inkml:brushProperty name="height" value="0.035" units="cm"/>
    </inkml:brush>
  </inkml:definitions>
  <inkml:trace contextRef="#ctx0" brushRef="#br0">22 0 14001,'-3'2'8778,"2"0"-8447,-1 0 1,0 0-1,1 0 1,-1 0-1,1 0 1,-1 0-1,1 0 1,0 1-1,0-1 1,0 0-1,0 1 1,0-1-1,1 1 1,-1-1-1,1 1 1,-1-1-1,1 1 1,0 3-1,1 3 25,0 0-1,1 1 1,4 15-1,-1-3 384,35 216 564,-17-94-1077,-3 90-3224,-2-8-3520,-14-199 5288,1 1 0,2-1 0,1 0 0,1 0 0,24 47 0,0-21-11657</inkml:trace>
</inkml:ink>
</file>

<file path=ppt/ink/ink2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44.971"/>
    </inkml:context>
    <inkml:brush xml:id="br0">
      <inkml:brushProperty name="width" value="0.035" units="cm"/>
      <inkml:brushProperty name="height" value="0.035" units="cm"/>
    </inkml:brush>
  </inkml:definitions>
  <inkml:trace contextRef="#ctx0" brushRef="#br0">83 441 15381,'-70'-46'3369,"64"17"-197,0 15-180,6-12-511,0 1-553,16 2-380,15-11-316,14 5-568,18 6-664,20-3 0,15 3 0,23 3-804,19-2-1168,9-4-676,0-3-841,0 4-3531,0 5-6830</inkml:trace>
</inkml:ink>
</file>

<file path=ppt/ink/ink2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2.769"/>
    </inkml:context>
    <inkml:brush xml:id="br0">
      <inkml:brushProperty name="width" value="0.035" units="cm"/>
      <inkml:brushProperty name="height" value="0.035" units="cm"/>
    </inkml:brush>
  </inkml:definitions>
  <inkml:trace contextRef="#ctx0" brushRef="#br0">985 28 6333,'-43'1'645,"12"1"623,-57-6-1,1-4 1032,6-2-1084,0 4-1,0 4 1,-90 8-1,170-6-1222,-32 4 145,31-3-35,3 0-11,17 0-13,21-5-1,-31 3-50,0 0 0,1 1-1,-1-1 1,0 1-1,0 1 1,12 2 0,-18-3 7,0 1 0,0 0 0,1 0 0,-1 0 0,0 0 0,0 0 0,-1 1 0,1-1 0,0 1 0,0-1 0,-1 1 0,1-1 0,-1 1 0,1 0 0,-1 0 0,0 0 0,0 0 0,0 0 0,0 0 0,0 0 0,0 0 0,0 0 0,-1 1 0,1-1 0,-1 0 0,0 0 0,1 5 0,0 9 157,-1 1-1,0 0 0,-1 0 0,-1 0 1,-4 16-1,-26 89 702,16-62-516,-247 1040 2878,217-884-2528,10 2 1,-12 299-1,46-479-615,2 0 0,2 0 0,1 0 0,12 49 1,-13-76-97,1 0 0,0 0 1,1-1-1,0 0 1,1 0-1,0 0 1,1 0-1,0-1 0,0 1 1,1-2-1,0 1 1,1-1-1,0 0 1,0 0-1,1-1 0,-1 0 1,2-1-1,-1 0 1,12 5-1,1-2-135,1-1 1,0-2-1,0 0 0,0-1 0,1-2 1,0 0-1,-1-2 0,28-1 0,22-4-443,95-17-1,-12-12-1372,201-70 0,-172 46-342,-15 4-1031,-59 15-2011,-36 9-1705</inkml:trace>
</inkml:ink>
</file>

<file path=ppt/ink/ink2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3.365"/>
    </inkml:context>
    <inkml:brush xml:id="br0">
      <inkml:brushProperty name="width" value="0.035" units="cm"/>
      <inkml:brushProperty name="height" value="0.035" units="cm"/>
    </inkml:brush>
  </inkml:definitions>
  <inkml:trace contextRef="#ctx0" brushRef="#br0">142 18 7569,'0'0'3559,"1"-2"-1956,8-13 324,-8 15-1878,-1 0 0,0 0 0,0 0 0,0 0 1,1 0-1,-1 0 0,0 0 0,0 0 0,0 0 0,1 0 0,-1 0 0,0 0 0,0 0 0,0 0 1,1 0-1,-1 0 0,0 0 0,0 0 0,0 0 0,1 1 0,-1-1 0,0 0 0,0 0 0,0 0 0,0 0 1,0 0-1,1 0 0,-1 1 0,0-1 0,0 0 0,0 0 0,0 0 0,0 0 0,0 1 0,0-1 0,0 0 1,1 0-1,-1 0 0,0 1 0,0-1 0,0 0 0,6 37 3038,-3-15-2827,7 39 740,-4 0-1,-1 0 0,-4 1 1,-2-1-1,-18 114 1,-80 372 377,78-443-1285,-26 155 269,46-250-343,0 1 0,1 0 0,0-1 1,0 1-1,1 0 0,0-1 0,1 1 0,0-1 1,0 0-1,5 11 0,-5-15-9,1 0 1,0 0-1,0 0 1,1 0-1,0-1 1,-1 1-1,1-1 0,1 0 1,-1 0-1,1 0 1,-1-1-1,1 0 1,0 0-1,0 0 0,0 0 1,1-1-1,-1 0 1,8 2-1,6 1 15,1-1 0,0-1 0,0-1 0,0 0 1,26-2-1,107-13 8,-132 10-40,511-89-2290,-509 88 2130,210-47-2487,-80 16-2036,-123 26 2146,-14 0-2891</inkml:trace>
</inkml:ink>
</file>

<file path=ppt/ink/ink2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4.357"/>
    </inkml:context>
    <inkml:brush xml:id="br0">
      <inkml:brushProperty name="width" value="0.035" units="cm"/>
      <inkml:brushProperty name="height" value="0.035" units="cm"/>
    </inkml:brush>
  </inkml:definitions>
  <inkml:trace contextRef="#ctx0" brushRef="#br0">186 213 7165,'3'-15'3927,"-2"12"-2647,-1 0 0,0 0 0,0 0-1,0 0 1,-1 0 0,1 0 0,-1 0-1,-1-5 1,0 0-2261,1 5 1652,-2 5-420,-1 0 1,1 0-1,-1 0 0,1 0 1,0 0-1,0 1 1,0-1-1,0 1 0,1 0 1,-4 4-1,-10 14 225,1 1 0,1 0 0,1 1-1,1 1 1,1 0 0,1 1 0,1-1 0,-6 33 0,4-9-221,3 1 1,2-1-1,0 76 0,6-104-212,2 0-1,0 1 1,1-1-1,0 0 1,2-1-1,1 1 0,0-1 1,1 0-1,19 35 1,-20-43-38,1-1 0,0 0 0,1 0 0,0 0 1,1-1-1,-1 0 0,2-1 0,-1 1 0,1-2 0,1 0 1,-1 0-1,1-1 0,0 0 0,1-1 0,-1 0 0,1 0 1,14 2-1,-17-5-8,0-1 0,0 0-1,1 0 1,-1-1 0,0 0 0,1 0 0,-1-1 0,0 0-1,0-1 1,0 0 0,1-1 0,10-4 0,-7 1-2,-1 0 1,0-1-1,-1-1 0,0 1 1,0-2-1,0 1 1,15-19-1,-7 5 14,-1-1 1,-1-1-1,-2-1 0,0 0 1,-2-1-1,0 0 0,11-37 0,-16 32-35,0-2-1,-2 1 1,-1-1-1,-2 0 0,-1 0 1,-2 0-1,-1 0 1,-2 0-1,-1 1 0,-1-1 1,-2 1-1,-1 0 1,-2 0-1,-1 1 1,-1 0-1,-2 1 0,-1 1 1,-35-53-1,43 73-179,0 0 0,-1 0 0,0 1 0,0 0 0,0 1 0,-1-1 0,-15-8 0,21 14 38,0 0-1,-1 1 1,1-1-1,0 1 1,-1-1 0,1 1-1,-1 0 1,1 1-1,-1-1 1,1 1-1,-1-1 1,1 1-1,-1 0 1,0 0-1,1 1 1,-1-1 0,1 1-1,-1-1 1,1 1-1,-1 1 1,1-1-1,-1 0 1,1 1-1,0-1 1,0 1-1,0 0 1,-5 4 0,0 2-599,1-1 0,1 1 0,-1 0 0,1 1 0,1 0 0,-9 18 0,-9 33-6704,15-18-719</inkml:trace>
</inkml:ink>
</file>

<file path=ppt/ink/ink2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4.923"/>
    </inkml:context>
    <inkml:brush xml:id="br0">
      <inkml:brushProperty name="width" value="0.035" units="cm"/>
      <inkml:brushProperty name="height" value="0.035" units="cm"/>
    </inkml:brush>
  </inkml:definitions>
  <inkml:trace contextRef="#ctx0" brushRef="#br0">418 107 7789,'-2'-5'287,"-2"-2"440,0 0 1,1 0 0,0 0 0,-3-12 0,4 16-344,0 0-1,0-1 1,-1 1 0,1 1-1,-1-1 1,1 0 0,-1 0-1,0 1 1,0 0 0,0-1-1,0 1 1,0 0 0,-1 1-1,1-1 1,-1 1 0,-5-3-1,3 2-53,1 0-1,-1 0 1,0 1-1,0-1 1,0 1-1,1 1 1,-1-1-1,0 1 1,0 0-1,-9 1 1,10 0-175,1 1 1,-1 0-1,1 1 0,-1-1 1,1 1-1,0 0 0,0 0 1,0 0-1,0 0 1,-4 7-1,-35 43 971,32-38-747,-11 18-83,2 1 0,1 1 0,1 1-1,2 0 1,2 1 0,1 1 0,2 0 0,1 1-1,3 0 1,1 0 0,1 0 0,3 1-1,1 0 1,2 0 0,12 75 0,-10-98-275,1 0 1,1-1-1,1 1 0,0-1 1,1-1-1,1 1 1,0-1-1,1-1 1,1 1-1,0-2 0,1 1 1,0-1-1,1-1 1,1 0-1,0-1 0,0 0 1,1-1-1,21 11 1,-17-11-43,0-1 1,0-2-1,1 0 1,0 0-1,1-2 1,-1 0-1,1-2 1,0 0-1,0-1 1,0-1-1,0-1 1,0-1-1,0 0 1,0-2 0,28-6-1,-27 3 12,0-2-1,0 0 0,-1-1 1,0 0-1,-1-2 1,0-1-1,0 0 1,-2-1-1,1-1 1,-2 0-1,0-2 1,-1 0-1,0 0 1,-1-2-1,11-18 1,-14 19 4,-1-1 1,-1 0 0,0 0 0,-2-1-1,0 0 1,-1 0 0,-1 0 0,0-1-1,-2 0 1,0 0 0,-2 0 0,0 0-1,-1 0 1,-1 0 0,-1 0 0,-7-35-1,-1 21-121,-1 0-1,-2 1 1,-1 0-1,-2 1 1,-1 1-1,-1 1 1,-2 0-1,-1 1 1,-1 1-1,-1 2 1,-47-43-1,65 65-149,0 0-1,0 0 1,-1 1-1,1-1 1,-1 1-1,0 0 1,0 1-1,0 0 1,0 0-1,0 0 1,0 0-1,-1 1 1,1 0-1,-1 0 1,1 1-1,-1 0 1,1 0 0,0 1-1,-11 1 1,10 0-572,0 0 1,1 0-1,-1 1 1,1 0 0,-1 0-1,1 1 1,0-1 0,0 1-1,1 1 1,-1-1 0,-5 7-1,-14 16-8615</inkml:trace>
</inkml:ink>
</file>

<file path=ppt/ink/ink2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5.546"/>
    </inkml:context>
    <inkml:brush xml:id="br0">
      <inkml:brushProperty name="width" value="0.035" units="cm"/>
      <inkml:brushProperty name="height" value="0.035" units="cm"/>
    </inkml:brush>
  </inkml:definitions>
  <inkml:trace contextRef="#ctx0" brushRef="#br0">357 92 5997,'3'-12'2079,"0"1"-1,-1-1 1,0 0 0,-1 1 0,0-20 0,-1 28 825,-1 3-2779,-1 1 1,0-1-1,0 1 1,1-1-1,-1 1 1,0 0-1,1 0 1,-1 0-1,1 0 1,-1 0-1,-2 2 1,-4 2 195,-8 6 240,0 1 1,0 0-1,2 1 1,-24 26 0,-49 69 1363,60-73-1434,5-2-53,1 1 0,1 1 1,-27 65-1,45-94-400,-1 1 1,1 0-1,0 0 0,0 0 0,1 0 1,-1 0-1,2 1 0,-1-1 0,1 0 1,0 0-1,1 1 0,0-1 0,0 0 1,0 0-1,1 0 0,0 0 0,1 0 1,3 8-1,-1-5-5,1-1 1,0-1 0,0 1-1,1-1 1,0 0-1,0 0 1,1-1 0,0 0-1,0-1 1,1 1 0,18 9-1,0-3-124,1-1 0,0-2 0,1 0 1,0-2-1,56 8 0,150 4-2006,-137-19-397,122-13 1,-12-21-7880,-127 15 51</inkml:trace>
</inkml:ink>
</file>

<file path=ppt/ink/ink2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5.795"/>
    </inkml:context>
    <inkml:brush xml:id="br0">
      <inkml:brushProperty name="width" value="0.035" units="cm"/>
      <inkml:brushProperty name="height" value="0.035" units="cm"/>
    </inkml:brush>
  </inkml:definitions>
  <inkml:trace contextRef="#ctx0" brushRef="#br0">0 0 648,'0'0'-224</inkml:trace>
</inkml:ink>
</file>

<file path=ppt/ink/ink2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6.105"/>
    </inkml:context>
    <inkml:brush xml:id="br0">
      <inkml:brushProperty name="width" value="0.035" units="cm"/>
      <inkml:brushProperty name="height" value="0.035" units="cm"/>
    </inkml:brush>
  </inkml:definitions>
  <inkml:trace contextRef="#ctx0" brushRef="#br0">23 398 5204,'-3'-2'549,"-10"-6"-143,7 6 3083,8 1-2938,0-1 0,-1 0 0,1 0 0,0 0 0,-1 0 0,1 0 0,-1 0 0,0 0 0,1 0 0,-1-1 0,0 1 0,1-5 0,11-18 2222,-12 24-2652,0-1 1,0 1 0,0 0-1,0 0 1,0 0 0,0 0-1,0 0 1,1 0-1,-1 1 1,0-1 0,1 0-1,-1 1 1,0-1 0,1 0-1,-1 1 1,1 0-1,-1-1 1,1 1 0,-1 0-1,1 0 1,-1 0 0,1 0-1,-1 0 1,1 0 0,2 1-1,-2-1-24,0 1-1,-1 0 1,1 1 0,0-1-1,0 0 1,-1 0-1,1 1 1,-1-1 0,1 1-1,-1-1 1,0 1-1,1 0 1,-1 0 0,0-1-1,0 1 1,0 0 0,-1 0-1,1 0 1,0 0-1,0 4 1,8 26 654,59 196 2386,-50-182-2842,1-1 0,2-1 1,2-1-1,2-1 0,2-1 1,2-1-1,60 64 1,-75-89-206,2-1 0,0 0 1,0-1-1,2-1 1,28 15-1,-39-23-56,0 0 0,1-1 0,0-1 1,-1 1-1,1-1 0,0 0 0,0-1 0,1 0 0,-1 0 0,0-1 0,0 0 0,0 0 0,0-1 0,0 0 0,1-1 0,-1 0 1,9-3-1,0-2-7,0-2 0,0 0-1,-1-1 1,0-1 0,0 0 0,-1-1 0,-1-1 0,0 0 0,-1-1 0,0 0 0,13-20 0,11-21 104,54-110 0,-89 160-131,46-99-551,58-187 1,-92 251-555,2 1 1,35-61-1,20-10-4590,-40 75 1738,-5 18-1771,8 11-4260</inkml:trace>
</inkml:ink>
</file>

<file path=ppt/ink/ink2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6.321"/>
    </inkml:context>
    <inkml:brush xml:id="br0">
      <inkml:brushProperty name="width" value="0.035" units="cm"/>
      <inkml:brushProperty name="height" value="0.035" units="cm"/>
    </inkml:brush>
  </inkml:definitions>
  <inkml:trace contextRef="#ctx0" brushRef="#br0">19 149 12653,'-16'-34'2296,"13"19"4329,9-2-4945,1 3 856,-1 0-1656,0 2 333,1-2-865,2 3-556,10 2-2189,-3 0-79</inkml:trace>
</inkml:ink>
</file>

<file path=ppt/ink/ink2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7.165"/>
    </inkml:context>
    <inkml:brush xml:id="br0">
      <inkml:brushProperty name="width" value="0.035" units="cm"/>
      <inkml:brushProperty name="height" value="0.035" units="cm"/>
    </inkml:brush>
  </inkml:definitions>
  <inkml:trace contextRef="#ctx0" brushRef="#br0">1785 128 7533,'4'-8'409,"0"1"1,1-1-1,0 1 1,0-1-1,1 1 1,0 1 0,0-1-1,0 1 1,1 0-1,0 1 1,0 0-1,1 0 1,11-6 0,-5 4 367,1 1 1,27-8 0,-37 13-590,1-1 1,0 2-1,0-1 0,0 1 1,0-1-1,0 2 1,0-1-1,0 1 0,0 0 1,-1 0-1,11 3 0,6 6 138,0 1 0,-1 0-1,0 2 1,-1 1 0,0 0 0,-1 1-1,-1 1 1,0 1 0,19 24-1,-3 1 192,-2 1-1,-2 1 1,28 57-1,-25-33-100,-2 3-1,-4 0 0,-2 1 0,-4 2 0,-3 0 0,-4 1 0,-2 1 1,-4 0-1,-2 91 0,-9-64-224,-5 0 1,-4-1-1,-4 0 0,-5-1 1,-4-1-1,-49 124 1,9-68-377,-7-3 1,-6-3 0,-7-3 0,-6-5 0,-6-3-1,-130 142 1,156-202-486,-4-3-1,-3-3 1,-2-4-1,-4-3 1,-3-4-1,-2-3 1,-189 90-1,170-104-1547,-215 59 0,25-49-4791,146-42-583</inkml:trace>
</inkml:ink>
</file>

<file path=ppt/ink/ink2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2:59.298"/>
    </inkml:context>
    <inkml:brush xml:id="br0">
      <inkml:brushProperty name="width" value="0.035" units="cm"/>
      <inkml:brushProperty name="height" value="0.035" units="cm"/>
    </inkml:brush>
  </inkml:definitions>
  <inkml:trace contextRef="#ctx0" brushRef="#br0">3493 26 4032,'-7'1'556,"0"-1"-1,0 1 1,0-2-1,0 1 1,0-1-1,0 0 1,-13-4 0,16 4-523,-3-1 362,-1 1-1,0 1 0,1-1 1,-1 1-1,1 1 1,-13 1-1,-21 0 845,-130-21 3869,168 19-3908,12 0-1056,0 1 1,0 1-1,0-1 0,12 5 1,15 3-5,261 20 523,-35-4-573,420 56 233,-655-77-319,19 1 1,86 21-1,-131-26-2,0 0 0,0 1 0,0-1-1,0 0 1,0 0 0,0 1 0,0-1-1,0 1 1,0-1 0,0 1 0,0-1-1,0 1 1,0-1 0,0 1 0,0 0 0,0 0-1,-1-1 1,1 1 0,0 0 0,-1 0-1,1 0 1,0 0 0,-1 0 0,1 1-1,-1-1 0,0 1 0,-1-1 0,1 0-1,0 0 1,-1 0 0,1 0-1,-1 0 1,1-1 0,-1 1 0,0 0-1,1 0 1,-1 0 0,0 0-1,0-1 1,1 1 0,-1 0 0,0-1-1,0 1 1,-2 0 0,-6 5 0,-1-1 0,-1 0 0,-18 6 0,-224 51 237,199-46 723,64 4-585,0-4-157,-1 1-1,0-1 0,-1 2 0,-2-1 0,1 1 1,-2 0-1,0 0 0,-1 0 0,2 29 1,-5 25 974,-10 92 0,-21 74 750,-117 702 1194,81-536-2426,-73 681-711,99-630 0,-12 113 0,42-473 0,4-70 0,0-21 0,3-2 0,-9 4 0,9-6 0,-1 0 0,1 0 0,0 0 0,0-1 0,-1 1 0,1-1 0,0 0 0,0 0 0,0 0 0,0-1 0,0 1 0,0-1 0,-4-2 0,-37-33 0,35 28 0,0 1 0,0 0 0,-14-8 0,8 9 0,-1 0 0,1 1 0,-1 1 0,0 0 0,-31-5 0,-88-2 0,69 7 0,59 5 0,-1238-91-679,-3 94-946,779 46-3478,163 7-5457,168-24-1256</inkml:trace>
</inkml:ink>
</file>

<file path=ppt/ink/ink2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01.239"/>
    </inkml:context>
    <inkml:brush xml:id="br0">
      <inkml:brushProperty name="width" value="0.035" units="cm"/>
      <inkml:brushProperty name="height" value="0.035" units="cm"/>
    </inkml:brush>
  </inkml:definitions>
  <inkml:trace contextRef="#ctx0" brushRef="#br0">1887 249 3716,'-8'-10'658,"1"-2"0,0 1 0,-8-19 0,-2-4 887,15 30-1352,1 0-1,-1 0 0,1 0 0,0 0 0,0-1 0,0 1 1,1 0-1,-1-6 0,2 9-145,0 1 0,0-1 0,0 1 0,0-1 0,0 1 0,0-1 0,0 1 1,0-1-1,0 1 0,1 0 0,-1 0 0,0 0 0,0 0 0,0 0 0,2 0 0,-2 0 41,21-2 251,-1 1-1,1 2 0,0 0 1,23 5-1,-10-2-27,706 48 2168,-550-52-1952,359-45-1,-538 43-506,27-2 104,-1-3-1,0-1 1,-1-2-1,46-18 1,-58 17-52,-13 6-3,1-1 0,-1 0 1,0-1-1,-1 0 1,12-9-1,-21 14-10,-4 2-50,1 1-1,-1-1 1,0 1-1,1-1 1,-1 1 0,1 0-1,-1 0 1,1 0-1,0 0 1,-1 0-1,1 0 1,-2 1-1,-3 3 22,-1 1 12,0 0-1,1 0 1,-1 1 0,1 0 0,1 0-1,-1 0 1,1 1 0,0 0-1,1 0 1,-5 11 0,-4 16 298,-13 45 1,9-23-52,-37 113 321,7 2-1,7 2 1,8 2 0,-13 250 0,44 234 285,4-131-541,-8-382-296,-6 0 0,-7-1 0,-6-1 0,-6-1 0,-62 179-1,84-303-68,0 1-1,-1-1 1,-1 0-1,0-1 1,-2 0-1,0-1 1,-2 0-1,-20 21 1,26-31-1,0 0 1,-1-1 0,-1 0 0,1 0 0,-1-1-1,0-1 1,0 0 0,-1 0 0,1-1-1,-1 0 1,0 0 0,0-2 0,-1 1-1,1-2 1,0 1 0,-1-1 0,-19-2-1,-7-1 13,-50-12 0,60 11 1,0 1 1,-1 1-1,-34 3 0,28-1-3,-253 16-28,61-3 2,-102 0-29,-557 27-474,175 37-4817,539-62-1713,114-10-10</inkml:trace>
</inkml:ink>
</file>

<file path=ppt/ink/ink2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03.562"/>
    </inkml:context>
    <inkml:brush xml:id="br0">
      <inkml:brushProperty name="width" value="0.035" units="cm"/>
      <inkml:brushProperty name="height" value="0.035" units="cm"/>
    </inkml:brush>
  </inkml:definitions>
  <inkml:trace contextRef="#ctx0" brushRef="#br0">0 475 5713,'13'-17'852,"1"0"0,0 2 1,2 0-1,-1 0 0,2 1 0,-1 2 1,34-21-1,6 8 71,1 2 1,1 3-1,0 2 0,86-15 1,250-16 789,430 3-542,2 32-1340,122-4-2256,111-44-5563,-713 33 1522</inkml:trace>
</inkml:ink>
</file>

<file path=ppt/ink/ink2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0.337"/>
    </inkml:context>
    <inkml:brush xml:id="br0">
      <inkml:brushProperty name="width" value="0.035" units="cm"/>
      <inkml:brushProperty name="height" value="0.035" units="cm"/>
    </inkml:brush>
  </inkml:definitions>
  <inkml:trace contextRef="#ctx0" brushRef="#br0">158 69 5697,'-5'-36'1910,"4"29"-111,6 4 1091,10-19 7497,-23 32-10000,1 1-1,1 0 0,0 0 1,0 1-1,1 0 0,1 0 1,-4 13-1,-16 97 1245,9-37-898,1-26-351,-37 194 644,43-199-879,2 1 0,3 91 0,3-129-207,2 0-1,0 0 1,1 0-1,1 0 0,0-1 1,1 1-1,1-1 1,1-1-1,0 1 0,1-1 1,1 0-1,0-1 1,1 0-1,0 0 1,1-1-1,1-1 0,0 0 1,0 0-1,1-1 1,1-1-1,0 0 0,0-1 1,1 0-1,20 7 1,-9-5-453,1-1 1,0-1 0,1-2 0,0 0-1,0-2 1,1-1 0,-1-2 0,1-1-1,-1-1 1,1-1 0,-1-1 0,1-2-1,-1-1 1,0-1 0,0-1-1,-1-2 1,0-1 0,42-21 0,-55 22-580,0 0 1,-1 0 0,-1-1 0,0-1 0,0-1-1,12-14 1,20-27-7026</inkml:trace>
</inkml:ink>
</file>

<file path=ppt/ink/ink2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0.520"/>
    </inkml:context>
    <inkml:brush xml:id="br0">
      <inkml:brushProperty name="width" value="0.035" units="cm"/>
      <inkml:brushProperty name="height" value="0.035" units="cm"/>
    </inkml:brush>
  </inkml:definitions>
  <inkml:trace contextRef="#ctx0" brushRef="#br0">32 201 8661,'-32'6'1660,"32"-26"-88,0 0 1052,3-3-1652,4 3-208,5 0-179,8-3-81,5 6-204,-12 11-308,60-28-1493,-29 22 229,1 7-348,-4-1-2220,3 6-2577</inkml:trace>
</inkml:ink>
</file>

<file path=ppt/ink/ink2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0.658"/>
    </inkml:context>
    <inkml:brush xml:id="br0">
      <inkml:brushProperty name="width" value="0.035" units="cm"/>
      <inkml:brushProperty name="height" value="0.035" units="cm"/>
    </inkml:brush>
  </inkml:definitions>
  <inkml:trace contextRef="#ctx0" brushRef="#br0">61 49 6089,'-51'11'1528,"42"-2"4792,31-18-6244,22-8-400,10 9-440,7-4-492,5 1-2172,4-1-1829</inkml:trace>
</inkml:ink>
</file>

<file path=ppt/ink/ink2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0.986"/>
    </inkml:context>
    <inkml:brush xml:id="br0">
      <inkml:brushProperty name="width" value="0.035" units="cm"/>
      <inkml:brushProperty name="height" value="0.035" units="cm"/>
    </inkml:brush>
  </inkml:definitions>
  <inkml:trace contextRef="#ctx0" brushRef="#br0">1 109 2524,'4'-1'44,"-1"0"76,-1 1 0,0-1-1,0 1 1,0-1 0,1 0-1,-1 0 1,0 0 0,0 0-1,0-1 1,0 1 0,-1 0-1,1-1 1,0 1 0,-1-1-1,2-1 1,0-1 92,-1 1 0,0 0 0,1 0 1,0 0-1,0 1 0,-1-1 0,2 1 0,-1-1 0,0 1 0,5-3 1,-6 4-60,0-1 0,0 1 0,-1-1 1,1 0-1,-1 1 0,1-1 0,-1 0 1,0 0-1,0 0 0,0 0 1,0 0-1,1-3 0,0 1 224,-1 1 1627,0 1-902,6-16 1100,-6 18-2067,-1 0 0,0 0 1,1-1-1,-1 1 0,1 0 0,-1 0 0,0-1 0,1 1 0,-1 0 0,1 0 0,-1 0 0,0 0 0,1 0 0,-1 0 0,1 0 1,-1 0-1,0 0 0,1 0 0,-1 0 0,1 0 0,-1 0 0,1 0 0,-1 0 0,0 0 0,2 1 0,2 1 475,0 1-1,0 0 0,0 1 0,0-1 1,-1 1-1,4 3 0,2 2-1219,18 17 1045,1-2 0,1-1 0,2-1 1,43 25-1,9 0-252,226 116-1900,-45-40-6377,-215-103 2129,-21-11 705</inkml:trace>
</inkml:ink>
</file>

<file path=ppt/ink/ink2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1.125"/>
    </inkml:context>
    <inkml:brush xml:id="br0">
      <inkml:brushProperty name="width" value="0.035" units="cm"/>
      <inkml:brushProperty name="height" value="0.035" units="cm"/>
    </inkml:brush>
  </inkml:definitions>
  <inkml:trace contextRef="#ctx0" brushRef="#br0">420 32 8017,'-67'-26'2116,"45"20"1416,-3 15-2116,3-1-220,-1 4-203,-15 16-209,10-2-172,5 8-236,1 3 8,0 9-292,0 6-416,-4-4-708,4 7-588,0-7-829,3 1-1611,3 8-2989</inkml:trace>
</inkml:ink>
</file>

<file path=ppt/ink/ink2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1.360"/>
    </inkml:context>
    <inkml:brush xml:id="br0">
      <inkml:brushProperty name="width" value="0.035" units="cm"/>
      <inkml:brushProperty name="height" value="0.035" units="cm"/>
    </inkml:brush>
  </inkml:definitions>
  <inkml:trace contextRef="#ctx0" brushRef="#br0">1 1 12961,'5'4'398,"0"1"0,0 1-1,0-1 1,-1 1 0,1-1 0,-1 1-1,-1 0 1,1 1 0,-1-1 0,0 1-1,-1-1 1,0 1 0,0 0 0,0 0 0,-1 0-1,0 0 1,0 0 0,0 12 0,3 135 1816,1-49-1468,19 336-1771,6-149-6529,-20-227 2886,2-9-2580</inkml:trace>
</inkml:ink>
</file>

<file path=ppt/ink/ink2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1.548"/>
    </inkml:context>
    <inkml:brush xml:id="br0">
      <inkml:brushProperty name="width" value="0.035" units="cm"/>
      <inkml:brushProperty name="height" value="0.035" units="cm"/>
    </inkml:brush>
  </inkml:definitions>
  <inkml:trace contextRef="#ctx0" brushRef="#br0">121 0 11665,'1'5'1163,"1"0"-1,-1-1 0,1 0 1,0 1-1,-1-1 1,5 5-1,31 38 540,-28-37-1607,-1-1 0,0 1 1,8 14-1,-11-15-46,-1 1 0,1 0 0,-2 0 1,1 0-1,-1 0 0,-1 1 0,0-1 1,0 1-1,-1 0 0,0-1 0,-1 1 1,-1 0-1,1-1 0,-2 1 0,1 0 0,-1-1 1,-1 1-1,0-1 0,-8 18 0,0-7-214,0 0 0,-2 0 0,0-1 0,-1-1 0,-1 0 0,-1-1 0,-33 28 0,16-12-1154,17-17-734,-2 1-3978,5-7-3131</inkml:trace>
</inkml:ink>
</file>

<file path=ppt/ink/ink2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1.892"/>
    </inkml:context>
    <inkml:brush xml:id="br0">
      <inkml:brushProperty name="width" value="0.035" units="cm"/>
      <inkml:brushProperty name="height" value="0.035" units="cm"/>
    </inkml:brush>
  </inkml:definitions>
  <inkml:trace contextRef="#ctx0" brushRef="#br0">44 72 12545,'-2'1'309,"0"-1"0,0 1 0,0-1 0,0 0 0,-1 0 0,1 0 0,0 0 0,0 0 0,-1 0 0,1 0 0,0-1 0,0 1 0,0-1 0,-1 1 0,1-1 0,0 0 0,-5-3 6005,10 3-5834,15-5-422,0 2 1,1 0 0,-1 1-1,1 0 1,-1 2 0,32 1 0,-8-1-264,133-5-709,548-8-5026,-710 14 5792,27 2-1211,0-3 0,61-7 0,-96 7-514,-18-13-6989</inkml:trace>
</inkml:ink>
</file>

<file path=ppt/ink/ink2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7.498"/>
    </inkml:context>
    <inkml:brush xml:id="br0">
      <inkml:brushProperty name="width" value="0.035" units="cm"/>
      <inkml:brushProperty name="height" value="0.035" units="cm"/>
    </inkml:brush>
  </inkml:definitions>
  <inkml:trace contextRef="#ctx0" brushRef="#br0">116 741 7789,'-27'-13'2686,"-12"-9"4098,34 18-6217,-29-27 2385,33 30-2870,0 0 0,0-1 0,0 1 1,0 0-1,0-1 0,1 1 0,-1-1 0,0 1 1,1-1-1,-1 1 0,1-1 0,-1 0 1,1 1-1,0-1 0,0 0 0,0 1 0,0-1 1,0 0-1,0 1 0,0-1 0,0 0 0,1 1 1,-1-1-1,1 1 0,-1-1 0,2-1 0,1-3 21,1 1-1,1 0 1,-1 0-1,1 0 1,0 1-1,0 0 1,0 0-1,0 0 1,1 0-1,0 1 1,0 0-1,10-4 1,15-5 157,43-9-1,-41 12-145,390-91 571,6 25-445,-292 53-193,454-76 43,420-72 28,-941 157-136,234-34-719,-288 46 39,1 1 0,30 2-1,-46-2 651,-18 20-3439,-56 31-4703,31-21-394</inkml:trace>
</inkml:ink>
</file>

<file path=ppt/ink/ink2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7.729"/>
    </inkml:context>
    <inkml:brush xml:id="br0">
      <inkml:brushProperty name="width" value="0.035" units="cm"/>
      <inkml:brushProperty name="height" value="0.035" units="cm"/>
    </inkml:brush>
  </inkml:definitions>
  <inkml:trace contextRef="#ctx0" brushRef="#br0">32 0 11153,'-7'13'4035,"-1"3"-1020,7-14-2813,0 1 0,-1-1 0,1 1 0,0-1 0,0 1-1,0 0 1,1-1 0,-1 1 0,0 0 0,1 0 0,0-1 0,0 1 0,0 0 0,0 0 0,0 0 0,1-1 0,-1 1 0,1 0 0,1 3 0,10 49 403,-1 0 0,-3 1 0,0 73 0,-7-54-3091,-20 148-1,-3-58-5895,12-80 59</inkml:trace>
</inkml:ink>
</file>

<file path=ppt/ink/ink2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8.082"/>
    </inkml:context>
    <inkml:brush xml:id="br0">
      <inkml:brushProperty name="width" value="0.035" units="cm"/>
      <inkml:brushProperty name="height" value="0.035" units="cm"/>
    </inkml:brush>
  </inkml:definitions>
  <inkml:trace contextRef="#ctx0" brushRef="#br0">1 1 8905,'0'0'1830,"2"1"-204,7 6-755,-1 1 0,0 0 0,0 0 0,-1 1 0,7 10 0,16 18 83,187 229 1357,-177-209-2103,-3 3 0,56 120 1,-86-163-137,-1 1 0,0 0 1,-1 0-1,-1 1 1,0 0-1,-2-1 0,0 1 1,-1 0-1,-3 32 1,1-50-37,0 1 1,0-1-1,0 1 0,-1-1 1,1 0-1,-1 0 1,1 0-1,-1 0 1,1 0-1,-1 0 0,1 0 1,-1 0-1,0-1 1,0 1-1,1-1 0,-1 1 1,0-1-1,-2 1 1,2-2-20,1 1 0,-1-1 1,1 0-1,-1 1 0,1-1 1,-1 0-1,1 0 0,-1 0 0,1 0 1,0 0-1,0 0 0,0 0 1,-1 0-1,1 0 0,0-1 1,1 1-1,-1 0 0,0-1 1,0 1-1,0-1 0,1 1 0,-1-1 1,1 1-1,-1-1 0,1 0 1,0 1-1,-1-1 0,1 1 1,0-4-1,1-49 132,-1 53-150,3-16-52,0 0 0,1 0 0,1 0 0,13-29-1,35-60-985,-31 69 238,2 2 0,1 0 1,1 1-1,2 2 0,34-30 0,169-133-5589,-228 192 6277,63-43-3233,1 8-1271</inkml:trace>
</inkml:ink>
</file>

<file path=ppt/ink/ink2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8.564"/>
    </inkml:context>
    <inkml:brush xml:id="br0">
      <inkml:brushProperty name="width" value="0.035" units="cm"/>
      <inkml:brushProperty name="height" value="0.035" units="cm"/>
    </inkml:brush>
  </inkml:definitions>
  <inkml:trace contextRef="#ctx0" brushRef="#br0">400 364 7073,'-17'6'1001,"0"2"1,0 0-1,0 1 1,1 1-1,1 0 1,0 1 0,-16 15-1,20-15-756,0 1 0,-16 23-1,-128 212 409,106-167-1152,47-76 457,21-14-32,8-4 115,28-21-1,-41 25 88,1 0 0,-1 1 0,2 1-1,-1 0 1,1 1 0,0 1 0,1 0-1,23-5 1,-23 10 62,0 0 0,0 0 0,-1 2 0,1 0 0,0 1 0,-1 1 0,23 6 0,11 6 292,48 24 1,-4-2-178,-82-34-295,1 0-1,0 0 0,0-1 1,0-1-1,0 0 0,0-1 0,0-1 1,0 0-1,22-4 0,-19 2-47,0-1 0,-1-1 1,1 0-1,-1-1 0,0-1 0,-1 0 0,0-1 0,0-1 0,-1 0 0,0-1 1,0 0-1,12-14 0,-2 1-93,-1-2 0,-2 0 0,0-2 0,-2 0-1,16-30 1,-1-14-818,45-137-1,-69 179 839,7-22 167,-2-1 0,8-59 0,-22 108 1144,14 49 145,-13-33-1215,-1 0 1,0 0-1,-2 18 0,-1 24 183,6-7-457,11 56 0,-4-54-2651,1 0-3543,-5-28-1486</inkml:trace>
</inkml:ink>
</file>

<file path=ppt/ink/ink2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8.727"/>
    </inkml:context>
    <inkml:brush xml:id="br0">
      <inkml:brushProperty name="width" value="0.035" units="cm"/>
      <inkml:brushProperty name="height" value="0.035" units="cm"/>
    </inkml:brush>
  </inkml:definitions>
  <inkml:trace contextRef="#ctx0" brushRef="#br0">0 6 6473,'29'-5'1168,"-1"5"-160,-2 0-256,-10 3-308,28 17-536,-3 2-520,-18 4-540,-1 0-1152,6 5-397</inkml:trace>
</inkml:ink>
</file>

<file path=ppt/ink/ink2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9.395"/>
    </inkml:context>
    <inkml:brush xml:id="br0">
      <inkml:brushProperty name="width" value="0.035" units="cm"/>
      <inkml:brushProperty name="height" value="0.035" units="cm"/>
    </inkml:brush>
  </inkml:definitions>
  <inkml:trace contextRef="#ctx0" brushRef="#br0">14 296 7017,'-10'4'1448,"7"-7"287,9-15 1172,-3 10-2446,-2 6-245,0 0 1,1 0-1,-1 1 0,0-1 0,1 0 1,-1 1-1,1-1 0,-1 1 1,1 0-1,0 0 0,-1-1 1,1 1-1,0 0 0,0 0 1,3-1-1,28-8 1095,-33 10-1261,27-5 250,0 2 0,0 1 1,1 1-1,-1 1 0,0 2 1,45 7-1,-49-4-236,39 11 0,21 6-17,-29-15-311,61 0-1,5 1-350,-112-7 591,0 0 0,0-1 1,0 0-1,0 0 0,0-1 0,0 0 0,0 0 0,13-5 0,-15 4 38,0-1 1,-1 0-1,1 0 0,-1-1 0,0 1 0,0-1 1,0 0-1,0-1 0,-1 1 0,1-1 0,4-6 0,8-11 190,-1 0-1,0-1 0,-2-1 0,0 0 0,-2-1 0,-1 0 0,9-29 0,-16 43-152,-1-1 309,-3 12-353,0-1-1,-1 1 1,1 0-1,0 0 1,-1 0-1,1 0 1,0 0-1,0 0 1,-1 0-1,1 0 1,0 0-1,-1 0 1,1 0-1,0 0 1,-1 0-1,1 0 1,0 0-1,-1 0 1,1 0-1,0 0 1,-1 0-1,1 0 1,0 1-1,-1-1 1,1 0-1,0 0 1,0 0-1,-1 0 1,1 1-1,0-1 1,0 0-1,-1 0 1,1 1-1,0-1 1,0 0-1,-1 1 1,-5 5 13,-1 1 1,1-1-1,0 1 0,0 0 1,1 1-1,0-1 1,0 1-1,1 0 1,0 1-1,0-1 1,-4 16-1,4-11-2,0 1 1,1-1-1,0 1 0,2-1 1,-1 1-1,1 19 0,1-28-18,0-1 0,1 0-1,-1 0 1,1 0-1,0 0 1,0 0-1,1 0 1,-1 0-1,1 0 1,0 0 0,0 0-1,0 0 1,0-1-1,1 1 1,-1-1-1,1 0 1,0 0-1,0 0 1,0 0 0,0 0-1,1-1 1,-1 1-1,1-1 1,4 2-1,-4-2 2,1-1 0,-1 0 0,1 0 0,0 0 0,-1-1 0,1 1-1,-1-1 1,1 0 0,0 0 0,-1-1 0,1 0 0,8-2 0,24-1-31,-33 4 36,1 0 0,-1 0 0,1 1-1,-1 0 1,1 0 0,-1 0-1,0 0 1,1 1 0,-1 0-1,0 0 1,0 0 0,0 0 0,0 0-1,0 1 1,3 3 0,0 1 17,-2-1 0,1 1 0,-1 0 0,0 0 1,0 0-1,-1 1 0,5 10 0,3 11 50,-1 1 0,-1 0-1,-2 0 1,6 42 0,-7-16 33,0 87 0,-7-86-63,-3-1-1,-14 76 0,12-108-11,0 1-1,-2-1 1,-1-1-1,-1 1 1,-1-1-1,-1-1 0,-24 38 1,29-53 111,0 0 1,0 0 0,0 0-1,-1-1 1,0 0 0,0 0-1,-1-1 1,0 0 0,-12 6-1,18-10-96,0 0-1,0 0 0,-1 0 0,1 0 1,0 0-1,-1-1 0,1 1 1,0-1-1,-1 1 0,1-1 1,0 0-1,-1 0 0,1 0 1,-1 0-1,1-1 0,0 1 1,-1 0-1,1-1 0,0 0 0,-1 0 1,1 0-1,0 0 0,0 0 1,0 0-1,0 0 0,0-1 1,0 1-1,0 0 0,0-1 1,1 0-1,-1 0 0,1 1 1,-1-1-1,1 0 0,-1 0 0,1 0 1,0 0-1,0-1 0,-1-2 1,0-2 7,0 1 0,1-1 1,0 0-1,0 1 0,0-1 0,1 0 1,0 0-1,1 1 0,-1-1 0,1 0 1,0 0-1,5-12 0,3-9 87,19-41 0,-26 66-133,14-31-180,2 2-1,2 0 1,42-53-1,85-80-1933,-112 129 1445,113-107-3655,-43 55-2522,-17 18-3099</inkml:trace>
</inkml:ink>
</file>

<file path=ppt/ink/ink2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29.598"/>
    </inkml:context>
    <inkml:brush xml:id="br0">
      <inkml:brushProperty name="width" value="0.035" units="cm"/>
      <inkml:brushProperty name="height" value="0.035" units="cm"/>
    </inkml:brush>
  </inkml:definitions>
  <inkml:trace contextRef="#ctx0" brushRef="#br0">121 275 12921,'-72'-17'3014,"69"16"-2625,0 1 1,0-1-1,0 1 1,0-1 0,0 1-1,0 0 1,0 0-1,0 0 1,0 1-1,0-1 1,0 1-1,0-1 1,-6 3 6808,12-5-5774,4-3-1141,1 1 0,-1 0 0,1 0 1,0 0-1,1 1 0,-1 0 0,13-2 0,69-8 349,-53 8-448,439-67-2221,0-15-6901,-347 62 1911,-7 1-4689</inkml:trace>
</inkml:ink>
</file>

<file path=ppt/ink/ink2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5.182"/>
    </inkml:context>
    <inkml:brush xml:id="br0">
      <inkml:brushProperty name="width" value="0.035" units="cm"/>
      <inkml:brushProperty name="height" value="0.035" units="cm"/>
    </inkml:brush>
  </inkml:definitions>
  <inkml:trace contextRef="#ctx0" brushRef="#br0">201 0 8813,'-1'3'2027,"-8"36"1845,-6 41-1,0 1-2173,-39 194 2934,-35 212-1025,81-437-3433,3-1 1,2 1-1,2 0 1,8 79-1,-5-120-316,-1 0 0,1 0 0,1 0 0,0-1 0,0 1 0,0-1 0,1 1 0,1-1 0,-1 0 0,1-1-1,1 1 1,-1-1 0,1 0 0,0-1 0,1 1 0,0-1 0,0 0 0,0-1 0,0 0 0,1 0 0,0 0 0,0-1 0,1 0 0,-1-1 0,1 0 0,-1 0 0,13 1 0,-4 0-707,1-1 0,0-1 1,0-1-1,0-1 1,28-2-1,-23-1-1299,0-1-1,-1-1 1,41-14 0,-6-3-6598</inkml:trace>
</inkml:ink>
</file>

<file path=ppt/ink/ink2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5.355"/>
    </inkml:context>
    <inkml:brush xml:id="br0">
      <inkml:brushProperty name="width" value="0.035" units="cm"/>
      <inkml:brushProperty name="height" value="0.035" units="cm"/>
    </inkml:brush>
  </inkml:definitions>
  <inkml:trace contextRef="#ctx0" brushRef="#br0">39 166 11057,'-38'-40'7073,"38"23"-6085,3 0-220,19 8-168,13-8-112,3 8-208,10 4-164,9-4-364,9 1-412,11 2-564,2 0-492,0-2-533,7-1-2179,6 3-3433</inkml:trace>
</inkml:ink>
</file>

<file path=ppt/ink/ink2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5.510"/>
    </inkml:context>
    <inkml:brush xml:id="br0">
      <inkml:brushProperty name="width" value="0.035" units="cm"/>
      <inkml:brushProperty name="height" value="0.035" units="cm"/>
    </inkml:brush>
  </inkml:definitions>
  <inkml:trace contextRef="#ctx0" brushRef="#br0">1 49 3256,'16'-17'332,"0"3"-668,-13-3-1336</inkml:trace>
</inkml:ink>
</file>

<file path=ppt/ink/ink2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6.455"/>
    </inkml:context>
    <inkml:brush xml:id="br0">
      <inkml:brushProperty name="width" value="0.035" units="cm"/>
      <inkml:brushProperty name="height" value="0.035" units="cm"/>
    </inkml:brush>
  </inkml:definitions>
  <inkml:trace contextRef="#ctx0" brushRef="#br0">57 603 12085,'4'0'1662,"54"9"2598,2 2-2580,31-7-1350,0-4 1,-1-4-1,0-4 0,0-3 0,113-31 1,-178 35-343,0-1 1,0-1 0,25-13-1,-48 22 23,-1-1 0,1 0 0,-1 0 0,1 1-1,0-1 1,-1-1 0,0 1 0,1 0 0,-1 0 0,0 0-1,1-1 1,-1 1 0,0-1 0,0 1 0,0-1-1,0 1 1,0-1 0,-1 1 0,2-4 0,-2 3-2,0 1 0,0-1 0,0 1 1,0-1-1,-1 1 0,1-1 0,0 1 1,-1 0-1,1-1 0,-1 1 0,0-1 1,1 1-1,-1 0 0,0-1 0,0 1 1,0 0-1,0 0 0,-1-2 0,-7-4 35,1 0-1,-1 1 0,0-1 1,-19-8-1,27 14-39,-107-51 214,-161-53 0,-28-12-1530,174 55-1563,48 13-3796,37 16-2159</inkml:trace>
</inkml:ink>
</file>

<file path=ppt/ink/ink2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7.351"/>
    </inkml:context>
    <inkml:brush xml:id="br0">
      <inkml:brushProperty name="width" value="0.035" units="cm"/>
      <inkml:brushProperty name="height" value="0.035" units="cm"/>
    </inkml:brush>
  </inkml:definitions>
  <inkml:trace contextRef="#ctx0" brushRef="#br0">6 0 7001,'0'0'5949,"-1"4"-4194,0 3-1217,-1 0 1,1 0-1,1 1 1,0-1-1,0 0 1,0 1-1,1-1 1,0 0-1,2 8 1,-1-3 152,0 1 0,0 22 0,4 174 3974,-4-176-4304,12 112 651,3 59-4401,-19-129-1007,-4-24-1496,-9 17-5648</inkml:trace>
</inkml:ink>
</file>

<file path=ppt/ink/ink2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7.932"/>
    </inkml:context>
    <inkml:brush xml:id="br0">
      <inkml:brushProperty name="width" value="0.035" units="cm"/>
      <inkml:brushProperty name="height" value="0.035" units="cm"/>
    </inkml:brush>
  </inkml:definitions>
  <inkml:trace contextRef="#ctx0" brushRef="#br0">1 26 7225,'3'-26'10943,"-3"43"-9176,0-9-1327,0 0 0,0 0 1,1 0-1,0 0 0,2 8 0,18 61 1133,4-2 0,35 75 0,-14-55-913,3-3 0,101 141 0,144 138-49,-237-310-565,2-3 0,3-2 0,115 80-1,-76-74-144,2-4 0,3-5 0,2-4 0,2-6-1,120 32 1,-30-24-214,1-9 0,219 16 0,-345-51 284,1-3 1,151-12 0,-189 3-230,-1-1-1,1-1 1,-1-3 0,-1-1-1,0-1 1,-1-2-1,67-37 1,-97 47-109,1 0 1,-1 0-1,0 0 1,0-1-1,6-8 0,-7 8-395,0 0 0,0 0-1,-1-1 1,0 0-1,0 0 1,0 0-1,-1 0 1,0 0-1,3-12 1,0-10-4553,6 10-2945</inkml:trace>
</inkml:ink>
</file>

<file path=ppt/ink/ink2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8.200"/>
    </inkml:context>
    <inkml:brush xml:id="br0">
      <inkml:brushProperty name="width" value="0.035" units="cm"/>
      <inkml:brushProperty name="height" value="0.035" units="cm"/>
    </inkml:brush>
  </inkml:definitions>
  <inkml:trace contextRef="#ctx0" brushRef="#br0">46 1 12101,'-9'5'809,"-8"7"3004,-2-28 2576,18 20-4162,13 11-868,16 13-612,1-1-1,2-2 1,49 33 0,-16-13-275,18 15 36,191 152 600,-223-169-983,-3 3 0,-1 1 0,49 67 1,-83-96-101,0-1 0,-1 1 1,-1 1-1,-1 0 0,0 1 1,-2-1-1,0 1 1,-1 1-1,-1-1 0,2 25 1,-5-30-69,-2 0 0,0 0 1,0 0-1,-2 0 1,0 0-1,0-1 0,-1 1 1,-1 0-1,-1-1 1,0 0-1,-1 0 0,0 0 1,-1-1-1,-16 24 1,-1-8-382,0 0 1,-2-2 0,-1-1-1,0-1 1,-52 34 0,-166 89-3917,225-136 3899,-49 24-1646,-15 9-1888,32-10-1832,11 1-3933</inkml:trace>
</inkml:ink>
</file>

<file path=ppt/ink/ink2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38.359"/>
    </inkml:context>
    <inkml:brush xml:id="br0">
      <inkml:brushProperty name="width" value="0.035" units="cm"/>
      <inkml:brushProperty name="height" value="0.035" units="cm"/>
    </inkml:brush>
  </inkml:definitions>
  <inkml:trace contextRef="#ctx0" brushRef="#br0">162 103 12765,'-38'-17'2260,"23"6"2385,5-1-2793,0 1-288,-5 2-308,2 3 484,3-2-1496,1-4-660,-10 4-6532,-3-1 1295</inkml:trace>
</inkml:ink>
</file>

<file path=ppt/ink/ink2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1.122"/>
    </inkml:context>
    <inkml:brush xml:id="br0">
      <inkml:brushProperty name="width" value="0.035" units="cm"/>
      <inkml:brushProperty name="height" value="0.035" units="cm"/>
    </inkml:brush>
  </inkml:definitions>
  <inkml:trace contextRef="#ctx0" brushRef="#br0">40 1 8285,'0'0'16174,"-2"2"-15167,-1 1-829,0-1-1,0 1 0,0 0 1,0 0-1,1 1 0,-1-1 1,1 1-1,0-1 0,0 1 1,0 0-1,1 0 0,-1 0 0,1 0 1,0 0-1,0 0 0,0 0 1,0 0-1,1 0 0,0 0 1,0 7-1,-1 94 1401,2 99-762,2-130-696,-2-30-800,2 1-1,2 0 1,11 47 0,9 37-2557,-6-20-2021,2-38-2808,-6-31-1372</inkml:trace>
</inkml:ink>
</file>

<file path=ppt/ink/ink2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1.891"/>
    </inkml:context>
    <inkml:brush xml:id="br0">
      <inkml:brushProperty name="width" value="0.035" units="cm"/>
      <inkml:brushProperty name="height" value="0.035" units="cm"/>
    </inkml:brush>
  </inkml:definitions>
  <inkml:trace contextRef="#ctx0" brushRef="#br0">292 192 7909,'0'0'8285,"2"-3"-7609,4-3-378,-4 3-240,0 1-1,0 0 1,0 0-1,0-1 1,0 1-1,0 1 0,1-1 1,-1 0-1,1 1 1,0-1-1,-1 1 1,1 0-1,0 0 1,0 0-1,-1 0 0,1 0 1,4 0-1,92-12 332,111 1-1,-133 9-400,6 0-68,180-14-51,-222 11 73,1-1 1,-1-2-1,-1-2 0,48-19 1,-71 24 70,1 0 1,21-3-1,22-7-178,-51 14 222,0 0-1,0 1 1,0 1 0,0-1 0,0 2-1,0-1 1,0 1 0,0 1 0,0 0-1,17 5 1,-25-6 9,0 0 1,-1 0-1,1 0 1,0 0-1,-1 0 0,1 1 1,-1-1-1,0 0 0,1 1 1,-1-1-1,0 1 0,0-1 1,1 1-1,-1 0 0,-1-1 1,1 1-1,0 0 1,0 0-1,-1 0 0,1-1 1,0 4-1,6 44 741,-6-34-598,3 24 252,-1 1 0,-3 0-1,-6 64 1,-24 499 1040,25-373-1390,3-148-112,-3 63 71,11-100 44,-8-44-109,1 0 1,0 0-1,0 0 0,-1 0 1,1 0-1,-1-1 0,1 1 1,-1-1-1,1 1 0,-1-1 1,1 1-1,-3-1 0,3 0-1,-16 5 1,-1-2-1,-1 0 1,1-1-1,0-1 1,-1-1-1,1 0 1,-30-5 0,-25 0-23,-84 7 42,-178 25 1,247-14-81,-128 37 1,-81 44-1152,66-19-6880</inkml:trace>
</inkml:ink>
</file>

<file path=ppt/ink/ink2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2.580"/>
    </inkml:context>
    <inkml:brush xml:id="br0">
      <inkml:brushProperty name="width" value="0.035" units="cm"/>
      <inkml:brushProperty name="height" value="0.035" units="cm"/>
    </inkml:brush>
  </inkml:definitions>
  <inkml:trace contextRef="#ctx0" brushRef="#br0">15 65 5905,'1'-1'158,"0"1"0,-1-1 0,1 0 0,-1 1 0,1-1 1,-1 0-1,1 0 0,-1 0 0,1 0 0,-1 0 0,0 1 1,1-1-1,-1 0 0,0 0 0,0 0 0,0 0 0,1 0 1,-1 0-1,0 0 0,-1 0 0,1 0 0,0 0 0,0 0 1,0 0-1,0 0 0,-1 1 0,1-1 0,0 0 0,-1 0 0,1 0 1,-1 0-1,1 0 0,-1 1 0,1-1 0,-1 0 0,0 0 1,1 1-1,-1-1 0,-1 0 0,-5-8 6011,1-13-3906,8 27-445,7 36-89,8 32 57,45 124 0,-35-121-2785,21 101-1,-42-141-360,-2 0 1,-2 1-1,-4 58 0,-10 39-6268,-2-47-2104</inkml:trace>
</inkml:ink>
</file>

<file path=ppt/ink/ink2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3.604"/>
    </inkml:context>
    <inkml:brush xml:id="br0">
      <inkml:brushProperty name="width" value="0.035" units="cm"/>
      <inkml:brushProperty name="height" value="0.035" units="cm"/>
    </inkml:brush>
  </inkml:definitions>
  <inkml:trace contextRef="#ctx0" brushRef="#br0">2972 26 5224,'2'1'137,"0"0"0,0 0 0,-1 0 0,1-1-1,0 1 1,0 0 0,0-1 0,0 0-1,0 1 1,0-1 0,3 0 0,-5-1 30,1 0 0,-1-1 0,0 1 0,0 0 0,0-1 0,-1 1 0,1 0 0,0-1 0,0 1 1,-1 0-1,1 0 0,-1-1 0,1 1 0,-1 0 0,-3-7 8541,0 7-8076,-1 0-452,-1-1 0,0 2 0,1-1 0,-1 1 0,0 0 0,0 0 0,-10 2 0,-57 19 719,56-15-768,-21 7 197,-165 51 1161,-503 108 83,-87 32-1740,537-122-2444,-255 121-1,329-124-1589,91-41-868,31-11-1852</inkml:trace>
</inkml:ink>
</file>

<file path=ppt/ink/ink2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4.297"/>
    </inkml:context>
    <inkml:brush xml:id="br0">
      <inkml:brushProperty name="width" value="0.035" units="cm"/>
      <inkml:brushProperty name="height" value="0.035" units="cm"/>
    </inkml:brush>
  </inkml:definitions>
  <inkml:trace contextRef="#ctx0" brushRef="#br0">30 398 13117,'-15'10'10145,"14"-10"-10084,0 1 0,0-1 1,1 1-1,-1-1 0,0 1 1,0-1-1,1 1 0,-1-1 0,0 1 1,0 0-1,1-1 0,-1 1 1,1 0-1,-1 0 0,1 0 0,-1-1 1,1 1-1,-1 0 0,1 0 1,0 0-1,0 0 0,-1 0 0,1 0 1,0 0-1,0 0 0,0 0 1,0 0-1,0 0 0,0-1 0,0 1 1,0 0-1,1 2 0,2 21 396,2-1-1,0 0 1,2 1-1,1-2 0,14 31 1,-10-22-167,37 75 183,4-2 0,87 128 0,-135-224-459,1 3 14,2 0 1,0-1 0,14 16-1,-20-24-19,1 1-1,-1-1 1,1 0-1,0 0 0,0 0 1,0 0-1,0-1 1,0 1-1,0-1 1,0 1-1,0-1 0,1 0 1,-1-1-1,1 1 1,-1-1-1,0 1 0,1-1 1,-1 0-1,4 0 1,4-3 20,-1 0 1,1 0 0,-1-1-1,0 0 1,-1-1 0,1 0-1,-1 0 1,0-1-1,0-1 1,0 1 0,-1-1-1,11-12 1,12-15 44,43-58-1,134-225-2570,-100 120-361,-9 14-1268,-47 83 1026,-36 64-630,31-47 0,-9 34-3806</inkml:trace>
</inkml:ink>
</file>

<file path=ppt/ink/ink2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4.895"/>
    </inkml:context>
    <inkml:brush xml:id="br0">
      <inkml:brushProperty name="width" value="0.035" units="cm"/>
      <inkml:brushProperty name="height" value="0.035" units="cm"/>
    </inkml:brush>
  </inkml:definitions>
  <inkml:trace contextRef="#ctx0" brushRef="#br0">124 524 8205,'16'-11'10353,"-26"19"-8902,3 0-1240,0 1-1,1-1 1,0 1 0,1 0-1,-1 1 1,2-1-1,-5 13 1,0-4-93,-2 9 50,1 0-1,-12 55 1,-4 12-458,25-91 200,1-2 77,0 0 0,1 0 0,-1 0 0,0 0 0,1 0 0,0 1 0,-1-1 0,1 0 0,0 0 0,-1 0 0,1-1 0,0 1 0,0 0 0,0 0 0,0 0 0,0-1 0,0 1-1,0 0 1,0-1 0,0 1 0,0-1 0,0 1 0,0-1 0,0 1 0,2-1 0,0-1 2,0 0 0,0 0 0,-1 0 0,1-1 0,-1 1 1,1-1-1,-1 0 0,1 0 0,-1 1 0,3-5 0,29-26-61,-19 16 105,1 1 0,30-21 0,-39 32 13,-1 0 1,1 0-1,0 1 1,1 0-1,-1 0 1,0 1-1,1-1 0,0 2 1,-1-1-1,1 1 1,12 0-1,12 3 272,60 11 0,-70-8-192,1-1 0,-1-1-1,1-1 1,-1 0 0,1-2 0,27-4 0,-22-7-105,-28 11-21,11-5 5,1 0 1,-2-1-1,1 0 0,-1-1 0,0 0 0,0-1 0,0 0 0,-1 0 1,-1-1-1,11-13 0,4-19-12,-2-2 1,-2 0 0,-1-1-1,-3-1 1,-2-1 0,10-54-1,-4-7 2,16-63 396,-32 157 1573,-5 29-1107,1 73 95,15 135 0,-10-191-1621,2 0 0,1-1 0,1 0-1,19 44 1,-26-74 452,1-1 1,-1 1-1,1 0 1,0 0-1,-1-1 1,1 1-1,0-1 0,0 0 1,0 1-1,0-1 1,1 0-1,2 1 1,-2 0-319,-1-2 400,-1 0 1,0 0 0,0-1 0,0 1 0,0 0-1,0 0 1,0 0 0,0-1 0,0 1 0,0-1-1,0 1 1,0-1 0,0 1 0,0-1 0,0 1-1,0-1 1,0 0 0,1-1 0,-1 1-208,7-4-173,-1 0 1,0-1-1,0-1 0,-1 1 0,1-1 1,-1 0-1,-1 0 0,1-1 0,-1 0 1,-1 0-1,1 0 0,-1 0 0,-1-1 1,0 1-1,0-1 0,-1 0 0,0 0 1,0 0-1,0-11 0,-3 0-2050,0 0-724</inkml:trace>
</inkml:ink>
</file>

<file path=ppt/ink/ink2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5.241"/>
    </inkml:context>
    <inkml:brush xml:id="br0">
      <inkml:brushProperty name="width" value="0.035" units="cm"/>
      <inkml:brushProperty name="height" value="0.035" units="cm"/>
    </inkml:brush>
  </inkml:definitions>
  <inkml:trace contextRef="#ctx0" brushRef="#br0">36 1 12481,'0'0'6761,"-20"2"-4793,8 1 1124,9 17-2028,3-3-176,3 1-200,3 2-139,4 0-317,6 14-741,-7-20-395,1 9-488,2 0-608,-2 3-508,-4 36-14918</inkml:trace>
</inkml:ink>
</file>

<file path=ppt/ink/ink2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5.385"/>
    </inkml:context>
    <inkml:brush xml:id="br0">
      <inkml:brushProperty name="width" value="0.035" units="cm"/>
      <inkml:brushProperty name="height" value="0.035" units="cm"/>
    </inkml:brush>
  </inkml:definitions>
  <inkml:trace contextRef="#ctx0" brushRef="#br0">1 27 8301,'0'0'2944,"16"-9"-2100,-1-2-412,1 11-916,0-6-400,0 12-944,16 8-916,-13 12-853</inkml:trace>
</inkml:ink>
</file>

<file path=ppt/ink/ink2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6.060"/>
    </inkml:context>
    <inkml:brush xml:id="br0">
      <inkml:brushProperty name="width" value="0.035" units="cm"/>
      <inkml:brushProperty name="height" value="0.035" units="cm"/>
    </inkml:brush>
  </inkml:definitions>
  <inkml:trace contextRef="#ctx0" brushRef="#br0">210 529 7461,'0'-1'509,"-1"0"1,1-1 0,-1 1-1,1 0 1,-1 0 0,0 0-1,1 0 1,-1 0-1,0 0 1,0 0 0,1 0-1,-1 0 1,0 0 0,0 0-1,0 1 1,0-1 0,0 0-1,-1 1 1,1-1 0,-1 0-1,1 1-252,0 0 0,0 0 0,0 0 0,1 0 0,-1 0 0,0 0 0,0 1 0,1-1 0,-1 0 0,0 1 0,0-1 0,1 0-1,-1 1 1,1-1 0,-1 1 0,0-1 0,1 1 0,-2 0 0,-8 13-1945,-5 12 2022,-16 41-1,6-12-96,2-9-245,2 2 0,2 0-1,-13 52 1,32-98-44,0 1 0,0-1 0,0 0 0,0 0 0,0 1 0,0-1 0,0 0 0,1 1 0,-1-1 0,1 0 0,1 4 0,-1-2-88,-1-4 137,0 0-1,0 0 1,0 0 0,0 0 0,0 0-1,1 0 1,-1 0 0,0-1-1,0 1 1,0 0 0,0 0 0,0 0-1,0 0 1,0 0 0,0 0-1,0 0 1,0 0 0,0 0 0,1 0-1,-1 0 1,0 0 0,0 0-1,0 0 1,0 0 0,0 0 0,0 0-1,0 0 1,0 0 0,1 0-1,-1 0 1,0 0 0,0 0 0,0 0-1,0 0 1,0 0 0,0 0-1,0 0 1,0 0 0,0 0 0,1 0-1,-1 0 1,0 0 0,0 0-1,0 0 1,0 0 0,0 0 0,0 1-1,0-1 1,0 0 0,0 0-1,0 0 1,0 0 0,0 0 0,0 0-1,0 0 1,0 0 0,0 0-1,0 1 1,1-1 0,-1 0 0,0 0-1,0 0 1,0 0 0,0 0-1,0 0 1,0 0 0,-1 0 0,1 1-1,11-8-44,0 0 0,0-1 0,-1 0 0,-1-1 0,1 0 1,-1 0-1,-1-1 0,0 0 0,0-1 0,-1 0 0,0 0 0,-1 0 0,9-24 0,6-19-62,-3-1 1,-2 0-1,-2-1 0,-3-1 1,4-59-1,-2-285-602,-13 400 712,0-4 406,-1 7-186,-4 9-141,1-1 0,0 1 0,1 0-1,0 0 1,1 1 0,0-1-1,1 0 1,0 23 0,2 3 42,8 54 0,-6-68-131,1-1 0,1 0 0,1 0 0,0 0 0,2-1 0,1 0 0,0 0 0,23 35 0,-30-54-7,1 1 1,-1 0-1,1-1 1,0 0 0,0 0-1,0 0 1,0 0 0,0 0-1,0 0 1,0-1 0,0 0-1,1 1 1,-1-1 0,0 0-1,1-1 1,-1 1-1,1-1 1,-1 1 0,1-1-1,0 0 1,-1 0 0,1-1-1,-1 1 1,1-1 0,3-1-1,2 0 15,0 0-1,0-1 1,-1 0 0,0-1-1,1 0 1,-1 0 0,-1-1-1,13-9 1,-11 6 3,0-1 1,-1 0-1,0-1 1,0 0-1,-1 0 0,8-16 1,27-64 26,-40 85-27,4-28-74,-5 25 53,0 5-18,-2 2 24,0 0 1,0 0-1,1 1 1,-1-1-1,0 0 1,0 0-1,0 1 1,0-1 0,0 1-1,0-1 1,0 1-1,0-1 1,0 1-1,0-1 1,0 1-1,-1 0 1,1 0-1,0-1 1,0 1-1,0 0 1,0 0-1,0 0 1,-1 0-1,1 1 1,0-1-1,0 0 1,0 0-1,0 1 1,0-1 0,0 1-1,0-1 1,-2 1-1,-1 3-154,-1 0 0,1 0 1,0 0-1,0 0 0,-6 9 0,-18 17-1745,4-13 1083,22-16 551,9-1 539,5-1 312,0-1 0,-1 0 0,1-1 0,-1 0 0,13-6 0,-16 8-364,0-1 0,1 1 0,-1 1-1,0-1 1,1 1 0,-1 1 0,0 0-1,1 0 1,-1 0 0,10 4 0,5-1-41,-16-4-757,1 0 0,0-1 0,-1 1 0,1-2 1,-1 1-1,1-1 0,-1-1 0,1 1 0,-1-1 0,0 0 0,-1-1 0,1 0 0,8-6 0,-11 8-228,2-2-3127,7-8-1864</inkml:trace>
</inkml:ink>
</file>

<file path=ppt/ink/ink2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6.911"/>
    </inkml:context>
    <inkml:brush xml:id="br0">
      <inkml:brushProperty name="width" value="0.035" units="cm"/>
      <inkml:brushProperty name="height" value="0.035" units="cm"/>
    </inkml:brush>
  </inkml:definitions>
  <inkml:trace contextRef="#ctx0" brushRef="#br0">28 334 7205,'-16'10'1418,"27"-4"335,-2-3-1136,-6-2 161,26 12 608,-17-6-1256,-7-5-336,1 0-1,-1 1 1,0 0 0,0 0 0,-1 0 0,1 0 0,-1 1 0,1 0 0,-1 0 0,0 0-1,-1 0 1,1 0 0,-1 1 0,4 5 0,-7-9 123,0 0 1,0 1-1,0-1 0,0 0 1,0 0-1,-1 0 0,1 1 1,0-1-1,0 0 0,-1 0 1,1 0-1,-1 0 0,1 0 1,-1 0-1,0 0 0,1 0 1,-2 2-1,0 0-127,-3 5 295,0-1 0,-1-1 0,1 1 0,-1-1-1,-1 1 1,1-2 0,-1 1 0,0-1 0,0 0 0,-1 0 0,1-1 0,-11 4 0,13-5 226,3-2 476,-2-1-115,-8-1-339,-5-2 507,17 2-827,0 1 1,-1 0 0,1-1-1,0 1 1,0 0 0,0-1-1,0 1 1,0-1 0,0 1-1,0 0 1,0-1 0,0 1-1,0 0 1,0-1 0,0 1-1,0-1 1,0 1 0,0 0-1,1-1 1,-1 1 0,0 0-1,0-1 1,0 1 0,0 0-1,1-1 1,-1 1 0,0 0-1,0 0 1,1-1 0,-1 1-1,0 0 1,1 0 0,-1-1-1,0 1 1,1 0 0,-1 0-1,0 0 1,1-1 0,-1 1-1,0 0 1,1 0 0,0 0-1,29-21 687,2 1 0,0 2-1,1 2 1,0 0 0,60-17 0,-91 33-576,-1 0 1,1 1 0,-1 0 0,1-1-1,-1 1 1,1 0 0,-1-1 0,0 1 0,1 0-1,-1 0 1,0 0 0,0 0 0,1 1-1,-1-1 1,0 0 0,0 0 0,0 1 0,-1-1-1,1 0 1,1 4 0,-1 1 18,-1 0 0,0 0-1,0 0 1,-1 0 0,1-1 0,-1 1 0,-1 0 0,1 0-1,-1 0 1,0-1 0,0 1 0,-1-1 0,-4 8 0,-11 36 300,16-41-606,1-1 1,0 1 0,1-1-1,-1 1 1,1 0 0,1-1-1,0 1 1,0-1 0,3 11-1,-3-16 13,0-1 0,1 0-1,-1 0 1,1 0 0,-1 0-1,1-1 1,-1 1 0,1 0 0,0-1-1,-1 1 1,1-1 0,0 1-1,0-1 1,-1 0 0,1 0-1,0 0 1,0 0 0,-1 0 0,1 0-1,2-1 1,6-1-123,0 0 0,0-1 0,0 0 1,0-1-1,-1 0 0,0 0 0,0-1 0,0-1 0,0 1 0,-1-1 1,0-1-1,0 0 0,-1 0 0,0 0 0,0-1 0,0 0 0,-1 0 1,5-10-1,9-17-8,-1-1-1,-2 0 1,15-48 0,-27 71 214,16-53 326,-15 45 201,0 0 0,2 0 0,0 1 0,1 0-1,19-29 1,-28 47-393,1 1 0,0 0 0,0 0 1,0 0-1,0 0 0,0-1 0,0 1 0,0 1 0,0-1 0,0 0 0,0 0 0,1 0 0,-1 1 0,0-1 0,1 0 0,-1 1 0,0-1 0,1 1 0,-1 0 0,1-1 0,-1 1 0,1 0 1,-1 0-1,1 0 0,-1 0 0,1 0 0,-1 0 0,0 1 0,1-1 0,-1 0 0,1 1 0,-1-1 0,0 1 0,1-1 0,-1 1 0,0 0 0,1-1 0,-1 1 0,0 0 0,0 0 0,0 0 1,0 0-1,0 0 0,0 0 0,1 2 0,5 5 199,0 0 0,-1 1 0,0 0 0,8 18 0,-11-20-142,0 1 0,0 0 0,-1-1 0,1 15 0,-1-11-8,-1-8 0,13 27 333,-11-32-438,-1 0-1,1-1 0,-1 1 1,0 0-1,1-1 1,-1 0-1,-1 0 1,1 1-1,0-1 0,-1 0 1,1 0-1,-1 0 1,0-1-1,0 1 1,0 0-1,0 0 0,-1-1 1,1 1-1,-1 0 1,0-1-1,0-5 1,-19-106-682,18 113 105,0-1 278,0-1-1,0 1 0,1-1 0,-1 1 1,1 0-1,0-1 0,-1 1 0,2-6 1,9 4 134,0 0 1,0 1 0,1 0-1,0 1 1,-1 0 0,21-2 0,-28 4 965,16-2 201,-16 3-902,-1 0-1,1 0 0,-1 0 1,1 0-1,-1 1 0,1-1 1,-1 1-1,0-1 0,1 1 1,-1 0-1,0 0 0,1 0 1,-1 0-1,3 2 0,32 28 198,-32-26-634,0-1 1,0 1-1,0-1 1,0 0-1,1 0 0,-1-1 1,1 0-1,12 6 1,-6-7-129,-1 0-1,1 0 1,0-1 0,-1 0 0,1-1-1,0-1 1,-1 0 0,13-3 0,-10 1 1442,0 0 0,0-2 0,16-7 0,-28 11 255,21-18 3041,-13-5-6373,9-9-6454</inkml:trace>
</inkml:ink>
</file>

<file path=ppt/ink/ink2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8.264"/>
    </inkml:context>
    <inkml:brush xml:id="br0">
      <inkml:brushProperty name="width" value="0.035" units="cm"/>
      <inkml:brushProperty name="height" value="0.035" units="cm"/>
    </inkml:brush>
  </inkml:definitions>
  <inkml:trace contextRef="#ctx0" brushRef="#br0">150 457 5072,'-5'-3'5834,"-14"0"-4721,-1 0 406,-83-19 5032,101 22-5469,5 0-829,84 7 82,136-8 0,-107-2-248,106 1-50,1412-31-164,8-58-622,-132 6 446,1034-50 966,-2227 98-267,-310 36-380,1-1-1,-1 0 1,1-1 0,-1 0-1,0 0 1,8-4-1,-16 5-72,0 1-1,0 0 0,0 0 0,0-1 0,0 1 0,0 0 0,0 0 1,0 0-1,0 0 0,-1 1 0,1-1 0,0 0 0,-1 0 0,1 1 1,-1-1-1,1 1 0,-3-1 0,-30-4-2011,-5 2-5742,8 3-491</inkml:trace>
</inkml:ink>
</file>

<file path=ppt/ink/ink2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9.390"/>
    </inkml:context>
    <inkml:brush xml:id="br0">
      <inkml:brushProperty name="width" value="0.035" units="cm"/>
      <inkml:brushProperty name="height" value="0.035" units="cm"/>
    </inkml:brush>
  </inkml:definitions>
  <inkml:trace contextRef="#ctx0" brushRef="#br0">0 1063 4740,'52'-16'3004,"-50"15"-669,29-15 661,3-26-281,-32 40-1975,-5-29-548,3 28-107,-16-29 546,14 30-380,1 1-104,0-1 1,0 1-1,0-1 1,1 1 0,-1-1-1,0 1 1,0-1-1,1 1 1,-1-1-1,1 0 1,0 1-1,-1-1 1,1 0-1,0 1 1,0-1-1,0 0 1,0 1-1,0-1 1,0 0-1,1 0 1,-1 1-1,1-1 1,0-1-1,0 1-90,1-1-1,-1 1 1,1 0-1,0 0 0,0 0 1,0 1-1,0-1 1,0 0-1,0 1 1,0-1-1,1 1 1,-1 0-1,4-2 0,10-3-123,1 1-1,-1 1 0,32-4 1,-44 7 176,632-87 310,965-88 180,6 26-463,-1567 147-138,774-76 15,385-33 24,133-13 478,-1294 120-439,-1-2 0,47-13 0,-24 4 28,-50 14-122,-1 1-1,1 0 1,0 1 0,0 0 0,0 0 0,0 1-1,-1 0 1,15 4 0,18 2-207,200 1-1865,-189-8 1346,27-2-1718,92-14 1,-5-14-4500,-94 13 1145</inkml:trace>
</inkml:ink>
</file>

<file path=ppt/ink/ink2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49.908"/>
    </inkml:context>
    <inkml:brush xml:id="br0">
      <inkml:brushProperty name="width" value="0.035" units="cm"/>
      <inkml:brushProperty name="height" value="0.035" units="cm"/>
    </inkml:brush>
  </inkml:definitions>
  <inkml:trace contextRef="#ctx0" brushRef="#br0">169 0 5889,'14'5'8547,"-4"4"-3343,-8-7-4788,0 1 0,-1 0 0,1-1 0,-1 1 0,1 0 0,-1 0 0,1 5 0,1 5-678,-1 0-1,-1 0 1,0 15-1,-1-19 1341,4 508 4447,-5-316-4513,-9 134-497,3-259-1750,-2 0 0,-28 101 1,20-125-1891,-2-1 0,-36 66 0,33-71-731,-17 35-6273</inkml:trace>
</inkml:ink>
</file>

<file path=ppt/ink/ink2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0.671"/>
    </inkml:context>
    <inkml:brush xml:id="br0">
      <inkml:brushProperty name="width" value="0.035" units="cm"/>
      <inkml:brushProperty name="height" value="0.035" units="cm"/>
    </inkml:brush>
  </inkml:definitions>
  <inkml:trace contextRef="#ctx0" brushRef="#br0">87 144 9741,'-2'0'217,"0"1"0,1-1 0,-1 0 0,0 0 0,0 0 0,1 0 0,-1 0 1,0 0-1,1 0 0,-1-1 0,0 1 0,1-1 0,-1 1 0,0-1 0,1 1 0,-1-1 0,1 0 0,-1 0 0,1 0 0,-1 0 1,0-1-1,-1-1 404,0-1 0,0 1 1,0-1-1,1 1 1,0-1-1,0 0 0,-3-5 1,4 6-205,-1 1 1,1 0 0,-1 0-1,0 0 1,1-1-1,-1 2 1,0-1 0,-4-3-1,1 1 279,3 2 344,17-17 410,-10 15-1367,0 0 0,-1 1 0,1 0 0,1 0 0,-1 0 0,0 0 0,1 1 0,0 0 0,-1 0 0,1 0 0,7 0 0,77-9 416,-58 8-367,599-3 682,-375 12-1225,119 4-2077,-126 0-2395,-188-5 2481,-18 1-5528,-21-3 155</inkml:trace>
</inkml:ink>
</file>

<file path=ppt/ink/ink2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0.878"/>
    </inkml:context>
    <inkml:brush xml:id="br0">
      <inkml:brushProperty name="width" value="0.035" units="cm"/>
      <inkml:brushProperty name="height" value="0.035" units="cm"/>
    </inkml:brush>
  </inkml:definitions>
  <inkml:trace contextRef="#ctx0" brushRef="#br0">1 21 8361,'0'0'2089,"1"-2"-277,3-3-1795,6-8 3715,-10 13-3652,1 0 0,-1 0 0,1 0-1,-1 0 1,0 0 0,1 0 0,-1 0 0,1 0 0,-1 0-1,1 0 1,-1 0 0,1 0 0,-1 0 0,1 0 0,-1 0-1,1 0 1,-1 1 0,1-1 0,-1 0 0,1 0 0,-1 1-1,1-1 1,-1 0 0,0 1 0,1-1 0,-1 0 0,0 1-1,1-1 1,-1 0 0,0 1 0,1 0 0,6 8-14,-1 0 0,0 0 1,-1 0-1,0 1 1,0 0-1,5 17 0,14 65-2544,-21-76 1668,2 27-3046,-4-23 1476,4 34-4142</inkml:trace>
</inkml:ink>
</file>

<file path=ppt/ink/ink2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1.272"/>
    </inkml:context>
    <inkml:brush xml:id="br0">
      <inkml:brushProperty name="width" value="0.035" units="cm"/>
      <inkml:brushProperty name="height" value="0.035" units="cm"/>
    </inkml:brush>
  </inkml:definitions>
  <inkml:trace contextRef="#ctx0" brushRef="#br0">1 187 7001,'3'0'280,"0"0"1,-1 0-1,1 1 1,0-1-1,0 1 1,-1 0-1,1 0 0,0 0 1,-1 0-1,1 0 1,-1 0-1,1 1 1,-1-1-1,0 1 1,0 0-1,1 0 1,-1 0-1,0 0 1,-1 0-1,1 0 1,3 4-1,0 2 434,0-1-1,0 1 1,0 1 0,-1-1-1,5 15 1,52 161 2255,-56-163-2878,5 16 597,18 42 1,-27-77-370,14-11 252,-11 5-502,0 0-1,-1 0 1,1 0-1,-1-1 0,0 0 1,0 1-1,0-1 1,-1 0-1,0-1 1,0 1-1,0 0 1,2-8-1,6-15 150,15-31-134,67-111 0,-78 149-484,1 1 0,0 0 0,2 2 0,0-1 0,2 2 0,0 0 0,0 1 0,27-15 0,-17 13-1718,60-25 0,-72 37-252,1 0 0,33-6 1,-14 8-3758</inkml:trace>
</inkml:ink>
</file>

<file path=ppt/ink/ink2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1.665"/>
    </inkml:context>
    <inkml:brush xml:id="br0">
      <inkml:brushProperty name="width" value="0.035" units="cm"/>
      <inkml:brushProperty name="height" value="0.035" units="cm"/>
    </inkml:brush>
  </inkml:definitions>
  <inkml:trace contextRef="#ctx0" brushRef="#br0">213 25 8669,'0'0'5522,"-3"-14"-3019,3 13-2452,0 1-1,0-1 1,0 1-1,0-1 1,0 1-1,-1-1 1,1 1-1,0-1 1,0 1 0,-1 0-1,1-1 1,0 1-1,-1-1 1,1 1-1,0 0 1,-1-1-1,1 1 1,0 0-1,-1 0 1,1-1-1,-1 1 1,1 0 0,-1 0-1,1 0 1,-1-1-1,1 1 1,0 0-1,-1 0 1,1 0-1,-1 0 1,1 0-1,-1 0 1,1 0-1,-1 0 1,1 0 0,-1 0-1,0 0 1,-26 13 773,17-6-641,1 0-1,-1 1 1,-10 11 0,1 2 66,3-4-421,0 1 0,1 1-1,1 0 1,0 1 0,-10 22 0,23-40 149,20-3 65,0-2 0,-1 0 0,1-1 0,-1-1 0,1-1 0,-2-1 0,24-11 0,43-15 562,-43 22 106,74-9 1,-27 6-7,-38 6-258,27-6 977,-74 13-1320,1 1 0,-1 0 0,0 0-1,0 0 1,0 0 0,1 0 0,-1 1 0,0 0 0,0-1 0,0 1 0,4 2-1,-2-2 109,-3 0-152,-1 0 0,1 0 0,0 0 0,-1 0 1,1 0-1,-1 1 0,1-1 0,-1 0 0,1 1 0,-1-1 1,0 1-1,0-1 0,0 1 0,2 3 0,0-1 38,35 49 34,-5 2-3309,-32-53 2752,0 1-1,0-1 0,1 0 1,-1 0-1,1 0 0,0 0 1,-1 0-1,1-1 0,0 1 1,0 0-1,0-1 0,1 0 1,-1 1-1,0-1 0,0 0 1,1 0-1,2 1 0,12-4-5442,-4-3-1277</inkml:trace>
</inkml:ink>
</file>

<file path=ppt/ink/ink2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1.776"/>
    </inkml:context>
    <inkml:brush xml:id="br0">
      <inkml:brushProperty name="width" value="0.035" units="cm"/>
      <inkml:brushProperty name="height" value="0.035" units="cm"/>
    </inkml:brush>
  </inkml:definitions>
  <inkml:trace contextRef="#ctx0" brushRef="#br0">0 1 4144,'0'0'632,"13"8"-2280,3-2 1504</inkml:trace>
</inkml:ink>
</file>

<file path=ppt/ink/ink2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2.413"/>
    </inkml:context>
    <inkml:brush xml:id="br0">
      <inkml:brushProperty name="width" value="0.035" units="cm"/>
      <inkml:brushProperty name="height" value="0.035" units="cm"/>
    </inkml:brush>
  </inkml:definitions>
  <inkml:trace contextRef="#ctx0" brushRef="#br0">7 199 7313,'-6'5'1575,"5"-8"-348,8-17 681,-4 12-1028,-2 5 2141,0 1-1724,1-2-1083,0 0 0,1 0 0,0 0 1,0 0-1,0 1 0,0 0 0,1-1 0,-1 1 0,1 0 0,0 1 1,-1-1-1,1 1 0,1-1 0,-1 1 0,0 1 0,0-1 0,1 0 1,-1 1-1,1 0 0,0 0 0,-1 0 0,10 1 0,10-1-91,0 1 0,0 1 1,29 5-1,-37-4 19,40 6-97,-24-3-99,53 2 0,-58-9 51,0-2 0,0 0 0,-1-2 0,49-16 1,-40 11 57,-18 5 30,0-1 1,-1-1-1,27-16 1,-10 5-24,-17 8 137,-6 5-94,-9 21-94,-12 33 26,10-44-40,0-2 0,0 1 0,1-1 0,-1 1 0,1 0 0,-1-1 0,1 1 0,0 0 0,0-1 0,1 5 0,183-86-4,-174 74 30,0 1 0,0 0-1,0 0 1,1 1 0,0 1 0,14-3 0,-23 5-12,0 0 0,0 0 0,1 1 0,-1-1 0,0 0 0,0 1 0,0-1 0,0 1 0,0-1 0,0 1 0,0 0 0,0 0 0,-1 0 0,1 0 0,0 0 0,1 2 0,-1-1-1,0 0 0,0 1 0,-1-1 0,1 0-1,-1 1 1,0-1 0,0 1 0,0 0 0,0-1 0,0 1-1,0 0 1,-1-1 0,1 1 0,-1 0 0,0 4 0,2 16 30,-1 1 0,-1-1 1,-2 1-1,0-1 0,-1 0 1,-1 0-1,-13 38 0,6-27 42,2-8-31,-20 42-1,25-59-42,-1-1-1,0 0 0,0-1 1,-1 1-1,0-1 1,0 0-1,-1-1 0,-13 11 1,0-4 16,1-1 0,-1-2 0,-36 15 0,53-24-202,6-5-1442,18-20 94,1 1 0,1 0 1,48-36-1,37-29-2545,-32 24-179,-7 9-1192</inkml:trace>
</inkml:ink>
</file>

<file path=ppt/ink/ink2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2.534"/>
    </inkml:context>
    <inkml:brush xml:id="br0">
      <inkml:brushProperty name="width" value="0.035" units="cm"/>
      <inkml:brushProperty name="height" value="0.035" units="cm"/>
    </inkml:brush>
  </inkml:definitions>
  <inkml:trace contextRef="#ctx0" brushRef="#br0">29 1 9013,'-29'14'10641,"45"-11"-13821,-3-2 825</inkml:trace>
</inkml:ink>
</file>

<file path=ppt/ink/ink2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4.700"/>
    </inkml:context>
    <inkml:brush xml:id="br0">
      <inkml:brushProperty name="width" value="0.035" units="cm"/>
      <inkml:brushProperty name="height" value="0.035" units="cm"/>
    </inkml:brush>
  </inkml:definitions>
  <inkml:trace contextRef="#ctx0" brushRef="#br0">58 505 7249,'-6'3'7777,"-1"-2"-4068,-12-4-3830,13 2 1273,2 1 2404,-8-7-2400,12 7-1133,0 0 0,-1 0-1,1 0 1,0 0 0,0 0-1,0 0 1,0 0 0,0 0-1,0 0 1,0 0 0,-1 0 0,1 0-1,0 0 1,0 0 0,0 0-1,0 0 1,0 0 0,0 0-1,0 0 1,0 0 0,-1 0-1,1 0 1,0 0 0,0-1-1,0 1 1,0 0 0,0 0 0,0 0-1,0 0 1,0 0 0,0 0-1,0 0 1,0 0 0,0-1-1,0 1 1,0 0 0,0 0-1,0 0 1,0 0 0,0 0-1,0 0 1,0 0 0,0-1 0,0 1-1,0 0 1,0 0 0,0 0-1,0 0 1,0 0 0,0 0-1,0 0 1,0-1 0,0 1-1,0 0 1,0 0 0,0 0 0,0 0-1,0 0 1,1 0 0,-1 0-1,0 0 1,0 0 0,0-1-1,14-1 597,32 1-513,-25 0 121,826-69 829,-4-43-839,-809 108-199,1165-183 136,-507 77 38,-690 110-221,1 1 0,-1-1 0,1 1 0,0 0 0,-1 0 0,1 0 0,-1 0 0,1 1 0,-1-1 0,1 1 0,-1-1 0,1 1 0,-1 0 0,4 2 0,-6-3 2,1 0 1,-1 1 0,0-1 0,1 0 0,-1 1 0,0-1 0,1 0 0,-1 1-1,0-1 1,1 1 0,-1-1 0,0 1 0,0-1 0,0 1 0,1-1 0,-1 1-1,0-1 1,0 1 0,0-1 0,0 1 0,0-1 0,0 1 0,0-1 0,0 1-1,0 0 1,-1 0-34,1 1 0,-1 0-1,0-1 1,0 1 0,0-1-1,1 0 1,-1 1 0,0-1-1,-1 0 1,1 1 0,-2 0-1,-44 31-1587,39-29 910,0 1 0,0 0 0,0 1 1,0 0-1,1 0 0,-8 9 0,12-12-120,1 0 0,0 0 0,-1 0 0,0-1-1,0 1 1,0-1 0,0 0 0,0 0 0,-5 2 0,8-3 827,-20 10-8240</inkml:trace>
</inkml:ink>
</file>

<file path=ppt/ink/ink2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5.013"/>
    </inkml:context>
    <inkml:brush xml:id="br0">
      <inkml:brushProperty name="width" value="0.035" units="cm"/>
      <inkml:brushProperty name="height" value="0.035" units="cm"/>
    </inkml:brush>
  </inkml:definitions>
  <inkml:trace contextRef="#ctx0" brushRef="#br0">165 35 8933,'11'-23'918,"-11"22"-601,0 1 0,0-1-1,0 1 1,0-1 0,0 1-1,0-1 1,0 1 0,0-1-1,1 1 1,-1-1-1,0 1 1,0-1 0,1 1-1,-1 0 1,0-1 0,1 1-1,-1-1 1,0 1 0,1 0-1,-1-1 1,0 1-1,1 0 1,-1-1 0,1 1-1,-1 0 1,1 0 0,23 13 3839,23 25-2831,84 87-1,30 60-147,-127-143-962,-2 2 1,-1 1-1,-3 1 0,-1 2 0,-3 1 0,29 82 1,-44-103-152,-1 1 0,-1-1 1,-2 2-1,-1-1 0,-1 1 1,-1-1-1,-2 1 1,-1 0-1,-1-1 0,-2 1 1,-1-1-1,-1 0 0,-16 47 1,4-35-96,-2 0 1,-1-1 0,-3-1 0,0-1 0,-3-1-1,-59 63 1,6-21-2239,-141 108-1,103-105-2017,37-35-2840,28-17-2515</inkml:trace>
</inkml:ink>
</file>

<file path=ppt/ink/ink2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5.990"/>
    </inkml:context>
    <inkml:brush xml:id="br0">
      <inkml:brushProperty name="width" value="0.035" units="cm"/>
      <inkml:brushProperty name="height" value="0.035" units="cm"/>
    </inkml:brush>
  </inkml:definitions>
  <inkml:trace contextRef="#ctx0" brushRef="#br0">200 551 8713,'3'-48'2179,"-3"38"9058,-2 13-10163,-4 3-778,1-1 0,1 2 1,-1-1-1,1 0 0,0 1 0,0 0 0,1 0 1,0 0-1,0 0 0,-3 12 0,-2 14 510,-4 38 0,9-47-521,-105 623 2158,101-609-2435,3-17 41,0 1 1,-1 30-1,4-93-108,0 27 45,0 0-1,2 0 1,1-16-1,31-166-113,7 1-1,10 2 1,94-240-1,-114 362 59,48-83 1,-71 142 71,0 1 0,0 0 1,1 1-1,1 0 0,-1 0 0,2 0 1,-1 2-1,1-1 0,20-12 1,-26 18 29,1 0 0,1 1 1,-1-1-1,0 1 1,1 1-1,-1-1 1,1 1-1,-1-1 0,1 2 1,0-1-1,-1 1 1,1-1-1,0 2 1,0-1-1,-1 1 0,1-1 1,0 1-1,-1 1 1,1-1-1,-1 1 0,0 0 1,1 1-1,-1-1 1,7 5-1,-1 2 67,-1-1 0,0 1-1,0 0 1,-1 1 0,0 0 0,-1 1-1,0 0 1,0 0 0,6 14 0,5 13 280,23 63 1,124 482-369,-50 12-59,-109-555 40,-7-39 8,20 94-2753,0-38-5689</inkml:trace>
</inkml:ink>
</file>

<file path=ppt/ink/ink2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6.159"/>
    </inkml:context>
    <inkml:brush xml:id="br0">
      <inkml:brushProperty name="width" value="0.035" units="cm"/>
      <inkml:brushProperty name="height" value="0.035" units="cm"/>
    </inkml:brush>
  </inkml:definitions>
  <inkml:trace contextRef="#ctx0" brushRef="#br0">53 357 11089,'-3'0'310,"0"0"1,0-1-1,0 1 0,0-1 1,0 0-1,0 0 0,0 0 1,0 0-1,1-1 0,-1 1 0,0-1 1,1 0-1,-1 0 0,1 1 1,-4-5-1,6 5-100,-1 0 0,0 0 0,1 0 0,-1 0 0,1 0 0,0-1 0,-1 1 0,1 0 0,0 0 0,0 0 0,0-1 0,0 1 0,0 0 0,0 0 0,0-1 0,0-1 0,1 0 265,0-1 0,1 1 0,-1 0 0,1-1 0,-1 1 0,1 0 0,4-5 0,-1 1-244,1 1 0,1-1 0,-1 2-1,1-1 1,0 1 0,0 0 0,1 0 0,-1 1-1,1 0 1,14-5 0,13-3 69,42-10 0,-58 17-302,198-41-1850,-116 27-2514,135-44 0,-156 35-727,0 4-2807</inkml:trace>
</inkml:ink>
</file>

<file path=ppt/ink/ink2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6.507"/>
    </inkml:context>
    <inkml:brush xml:id="br0">
      <inkml:brushProperty name="width" value="0.035" units="cm"/>
      <inkml:brushProperty name="height" value="0.035" units="cm"/>
    </inkml:brush>
  </inkml:definitions>
  <inkml:trace contextRef="#ctx0" brushRef="#br0">337 43 6941,'-11'-7'2246,"9"6"-1201,1 0-1,-1-1 0,1 1 0,0 0 1,-1-1-1,1 1 0,0-1 1,0 1-1,0-1 0,-1-3 1,-3-10-695,0 14 984,-4 4-900,-1 0 0,1 1-1,0 0 1,0 1 0,1 0 0,-1 0-1,1 1 1,0 0 0,0 0-1,1 1 1,0 0 0,0 0-1,1 1 1,-1-1 0,-7 15 0,-7 14 548,1 2 0,-21 54 0,37-84-862,-12 31-65,2-1-1,2 2 1,1 0 0,3 0 0,1 1 0,1 0-1,1 63 1,6-82-63,1-1 1,0 0-1,2 0 1,0 0-1,2 0 1,0 0-1,10 19 1,-9-25 8,1-1 1,0 0-1,1 0 0,0-1 1,1 0-1,1-1 1,0 0-1,1 0 0,0-2 1,16 12-1,-16-13-406,1-2 1,0 0-1,0 0 0,1-1 0,0-1 0,0 0 1,0-1-1,1-1 0,-1 0 0,1-1 0,30 1 0,-27-3-530,0-1 0,0-1-1,1-1 1,-1 0-1,-1-2 1,1 0-1,-1 0 1,1-2-1,21-11 1,12-11-5038,2-5-3616</inkml:trace>
</inkml:ink>
</file>

<file path=ppt/ink/ink2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6.817"/>
    </inkml:context>
    <inkml:brush xml:id="br0">
      <inkml:brushProperty name="width" value="0.035" units="cm"/>
      <inkml:brushProperty name="height" value="0.035" units="cm"/>
    </inkml:brush>
  </inkml:definitions>
  <inkml:trace contextRef="#ctx0" brushRef="#br0">278 41 10137,'1'-1'161,"-1"1"1,1-1-1,-1 0 0,1 1 1,-1-1-1,1 1 0,-1-1 1,0 0-1,1 1 0,-1-1 1,0 0-1,1 0 0,-1 1 1,0-1-1,0 0 0,0 0 1,0 1-1,0-1 0,0 0 1,0 0-1,0 0 0,0 1 0,0-1 1,0-1-1,-15-9 3795,8 8-3600,4 1 2881,-14-1-721,16 3-2417,0 0 0,0-1 0,0 1 0,0 0 0,0-1 0,0 1 0,0 0 0,0 0 0,0 0 0,0 0 0,0 0 0,0 0 0,0 0 0,0 0 0,0 0 0,0 1 0,0-1 0,0 0 0,0 1 0,1-1-1,-1 0 1,0 1 0,0-1 0,0 1 0,0 0 0,0-1 0,1 1 0,-1 0 0,0-1 0,1 1 0,-1 0 0,0 0 0,1-1 0,-1 1 0,1 0 0,-1 0 0,1 0 0,0 0 0,-1 0 0,1 0 0,0 0 0,0 0 0,-1 1 0,-59 138 750,-33 85 1284,80-187-1834,2 1 0,1 1-1,-9 76 1,18-100-299,1 0 0,0 0 0,1 0 0,1 0 0,0 0 0,1 0 0,1 0 0,0-1 0,1 1 0,1-1 0,0 0 0,1-1 0,11 17 0,-10-19 0,1-1 0,0 0 0,1 0 0,0-1 0,0-1 0,1 0 0,0 0 0,1-1 0,0 0 0,0-1 0,1-1 0,-1 0 0,2 0 0,-1-1 0,18 4 0,-9-4-483,0-1-1,1-1 1,-1-1-1,27-1 1,-24-3-555,0-1 0,1-1 0,-1-1 0,-1-1 0,1-1 0,-1-1 0,0-1 0,-1-2 0,0 0 0,29-20 0,6-6-5119,-4 0-3634</inkml:trace>
</inkml:ink>
</file>

<file path=ppt/ink/ink2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8.065"/>
    </inkml:context>
    <inkml:brush xml:id="br0">
      <inkml:brushProperty name="width" value="0.035" units="cm"/>
      <inkml:brushProperty name="height" value="0.035" units="cm"/>
    </inkml:brush>
  </inkml:definitions>
  <inkml:trace contextRef="#ctx0" brushRef="#br0">23 109 5188,'0'0'16952,"-1"-3"-16589,-4-23 320,4 23 2599,4 2-3201,46-28-174,-47 28-81,-3 0-1499,0 0 1674,1 1-1,-1-1 1,1 1-1,0-1 1,-1 1-1,1-1 1,0 1-1,-1-1 1,1 1-1,0-1 1,-1 1-1,1-1 1,0 0-1,0 1 1,0-1-1,0 0 1,0 1-1,0-2 1,-1 1 59,1 0-1,0 0 1,0 0-1,0 0 1,-1 0-1,1 0 1,-1 0 0,1 0-1,0 0 1,-1 0-1,0 0 1,1 0 0,-1 0-1,0 0 1,0-1-1,-37-12 1621,21 12-5783,32 23-568,-11-10-2574,-1 3-1004</inkml:trace>
</inkml:ink>
</file>

<file path=ppt/ink/ink2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8.547"/>
    </inkml:context>
    <inkml:brush xml:id="br0">
      <inkml:brushProperty name="width" value="0.035" units="cm"/>
      <inkml:brushProperty name="height" value="0.035" units="cm"/>
    </inkml:brush>
  </inkml:definitions>
  <inkml:trace contextRef="#ctx0" brushRef="#br0">50 40 5444,'0'-1'51,"0"1"0,0-1-1,0 1 1,0-1-1,0 1 1,0-1-1,0 0 1,0 1-1,0-1 1,0 1-1,1-1 1,-1 1-1,0 0 1,0-1-1,1 1 1,-1-1 0,0 1-1,1-1 1,-1 1-1,0 0 1,1-1-1,-1 1 1,1 0-1,-1-1 1,0 1-1,1 0 1,-1-1-1,1 1 1,-1 0-1,1 0 1,10-2 13607,-4-23-10754,-14 38-2367,1 0 0,0 0 0,0 0 0,1 1 0,1-1 0,1 1 0,-4 29 0,0 109 1077,3-32-966,-6 140-4467,10-229 1758,-5 32 0,-1 21-7728,8-42 372</inkml:trace>
</inkml:ink>
</file>

<file path=ppt/ink/ink2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8.814"/>
    </inkml:context>
    <inkml:brush xml:id="br0">
      <inkml:brushProperty name="width" value="0.035" units="cm"/>
      <inkml:brushProperty name="height" value="0.035" units="cm"/>
    </inkml:brush>
  </inkml:definitions>
  <inkml:trace contextRef="#ctx0" brushRef="#br0">458 2 8765,'0'0'2046,"-4"0"-155,0-1-1573,0 1 0,-1 0-1,1 0 1,0 0 0,-1 1-1,1-1 1,0 1 0,0 0-1,0 0 1,0 1 0,-1-1-1,2 1 1,-1 0 0,0 0-1,0 0 1,1 1 0,-1-1-1,1 1 1,0 0-1,-5 5 1,-29 29 773,20-21-551,-26 33 0,-15 26-446,-43 62-3874,26-40-3834,40-41 354</inkml:trace>
</inkml:ink>
</file>

<file path=ppt/ink/ink2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3:59.034"/>
    </inkml:context>
    <inkml:brush xml:id="br0">
      <inkml:brushProperty name="width" value="0.035" units="cm"/>
      <inkml:brushProperty name="height" value="0.035" units="cm"/>
    </inkml:brush>
  </inkml:definitions>
  <inkml:trace contextRef="#ctx0" brushRef="#br0">0 86 10629,'2'2'290,"0"-1"0,0 1-1,-1 0 1,1-1 0,0 1 0,-1 0-1,0 0 1,1 0 0,-1 0 0,0 0 0,0 0-1,0 0 1,1 3 0,-2-4-127,1 0-30,-1 0 0,1 0 0,0 0 1,-1-1-1,1 1 0,0 0 0,0-1 1,-1 1-1,1-1 0,0 1 0,0-1 1,0 1-1,0-1 0,0 0 0,0 1 1,0-1-1,0 0 0,0 0 0,0 0 1,0 0-1,0 0 0,1 0 0,1 1 332,19 5 999,-1-2 0,40 5-1,99-8 751,-125-2-1817,54-3-1185,-1-4 0,125-28 0,-187 29-478,1 0 0,28-14-1,14-13-5456,-21 6-2787</inkml:trace>
</inkml:ink>
</file>

<file path=ppt/ink/ink2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01.060"/>
    </inkml:context>
    <inkml:brush xml:id="br0">
      <inkml:brushProperty name="width" value="0.035" units="cm"/>
      <inkml:brushProperty name="height" value="0.035" units="cm"/>
    </inkml:brush>
  </inkml:definitions>
  <inkml:trace contextRef="#ctx0" brushRef="#br0">391 97 4100,'0'0'968,"-2"-1"-98,0-1-665,-1 1 1,1-1-1,0 0 0,0 1 1,1-1-1,-1 0 0,0 0 1,0 0-1,1 0 0,-1-1 1,1 1-1,0 0 0,0-1 1,0 1-1,0 0 1,0-1-1,0 0 0,1 1 1,-1-6-1,0 6-72,0 0 0,0 0 1,-1 0-1,1 0 0,0 0 0,-1 0 0,1 0 0,-1 0 1,0 1-1,1-1 0,-1 1 0,0-1 0,0 1 1,0 0-1,0-1 0,0 1 0,-1 0 0,-1-1 1,-17-11 1927,21 13-2008,0 0-1,0 0 0,0 0 0,0-1 0,0 1 1,-1 0-1,1 0 0,0 0 0,0 0 1,0 0-1,0-1 0,0 1 0,-1 0 1,1 0-1,0 0 0,0 0 0,0 0 0,0 0 1,-1 0-1,1 0 0,0 0 0,0 0 1,0 0-1,-1 0 0,1 0 0,0 0 0,0 0 1,0 0-1,-1 0 0,1 0 0,0 0 1,0 0-1,0 0 0,0 0 0,-1 0 1,1 0-1,0 0 0,0 0 0,0 1 0,0-1 1,-1 0-1,1 0 0,0 0 0,0 0 1,0 0-1,0 1 0,0-1 0,0 0 0,-1 0 1,-3 15 795,1 27-777,3-37 212,-6 77 390,-4 0-1,-29 120 1,-62 154-2712,91-325 1551,-49 138-3358,22-67-761,9-11-1898</inkml:trace>
</inkml:ink>
</file>

<file path=ppt/ink/ink2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01.575"/>
    </inkml:context>
    <inkml:brush xml:id="br0">
      <inkml:brushProperty name="width" value="0.035" units="cm"/>
      <inkml:brushProperty name="height" value="0.035" units="cm"/>
    </inkml:brush>
  </inkml:definitions>
  <inkml:trace contextRef="#ctx0" brushRef="#br0">645 110 4896,'-8'-3'428,"-5"-3"349,-1 1 0,0 1 0,0 0 0,-19-3 0,23 7-485,-1 0-1,1 0 1,0 1 0,0 0-1,-1 1 1,1 0 0,0 1-1,-18 7 1,9-3 105,2-1-29,1 0 0,-1 1-1,1 0 1,1 2 0,0 0 0,-26 20-1,22-11 21,0 1 0,1 1 0,0 0 0,-22 38 0,-49 97 1190,76-127-1412,0 0-1,2 0 1,1 1 0,2 0-1,1 0 1,1 1 0,1 0-1,2 1 1,0-1-1,3 0 1,0 1 0,2-1-1,8 41 1,-5-49-112,0 1 0,2-1 0,0 0-1,2 0 1,0-1 0,2-1 0,0 1 0,1-1 0,1-1 0,1-1-1,1 0 1,0 0 0,1-1 0,1-2 0,0 1 0,2-2 0,-1 0-1,23 11 1,-9-8-41,1-1 0,0-2-1,1-2 1,0-1 0,1-1-1,0-2 1,1-2-1,0-1 1,0-1 0,0-3-1,0-1 1,0-1 0,0-2-1,0-1 1,-1-2 0,0-2-1,0-1 1,0-2-1,-1-1 1,-1-2 0,0-1-1,49-31 1,-67 36-13,-1 0 1,-1-2-1,0 0 1,0 0-1,-1-1 0,-1 0 1,0-1-1,-1-1 1,0 1-1,-2-2 0,1 1 1,-2-1-1,0 0 1,7-28-1,-8 20-5,-2 0 0,0 0 0,-2 0 0,0-1 0,-2 1 0,-1-1 0,-1 1-1,-1-1 1,-12-46 0,3 31-4,-2 0 0,-1 1 0,-3 0-1,0 1 1,-3 1 0,-46-62 0,16 35-37,-3 2 1,-95-84 0,125 125 51,-1 0 0,-1 1 0,-39-21 0,56 35-28,-1 1 0,0 1 0,0-1 0,0 2 0,-1-1 0,1 2 0,-1-1 0,0 1 0,1 1 0,-1 0 0,0 1 0,0 0 0,-18 2 0,24-1-33,1 0 1,-1 0-1,1 0 0,0 1 0,0-1 0,-1 1 0,1 0 0,0 1 0,1-1 0,-1 1 1,0-1-1,1 1 0,-1 0 0,1 0 0,-5 7 0,4-5-103,1 1-1,0-1 1,1 0-1,0 1 1,-1 0-1,2 0 1,-1-1 0,1 1-1,0 0 1,-1 10-1,2 5-736,1 0-1,0 0 1,2 0-1,1 0 1,10 35-1,-9-38-498,2 0-1,9 20 1,26 36-4872</inkml:trace>
</inkml:ink>
</file>

<file path=ppt/ink/ink2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01.825"/>
    </inkml:context>
    <inkml:brush xml:id="br0">
      <inkml:brushProperty name="width" value="0.035" units="cm"/>
      <inkml:brushProperty name="height" value="0.035" units="cm"/>
    </inkml:brush>
  </inkml:definitions>
  <inkml:trace contextRef="#ctx0" brushRef="#br0">96 92 9933,'-35'-8'1904,"22"-4"-1424,-3-2-364,10 0-516,0 2-740,-4-5-2088,1 3-1453</inkml:trace>
</inkml:ink>
</file>

<file path=ppt/ink/ink2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02.956"/>
    </inkml:context>
    <inkml:brush xml:id="br0">
      <inkml:brushProperty name="width" value="0.035" units="cm"/>
      <inkml:brushProperty name="height" value="0.035" units="cm"/>
    </inkml:brush>
  </inkml:definitions>
  <inkml:trace contextRef="#ctx0" brushRef="#br0">1 543 8997,'10'-11'611,"0"-1"1,1 1-1,0 1 1,0 0 0,2 0-1,21-13 1,3 2 637,47-19 1,45-12 781,264-68 1,148 12-2208,-104 43-2945,-145 33-3001,-98 15-1315</inkml:trace>
</inkml:ink>
</file>

<file path=ppt/ink/ink2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04.472"/>
    </inkml:context>
    <inkml:brush xml:id="br0">
      <inkml:brushProperty name="width" value="0.035" units="cm"/>
      <inkml:brushProperty name="height" value="0.035" units="cm"/>
    </inkml:brush>
  </inkml:definitions>
  <inkml:trace contextRef="#ctx0" brushRef="#br0">203 16 4208,'0'0'952,"-17"-14"970,10 13 3314,2 7-5317,0 0 1,-1-1 0,0 1-1,0-1 1,-1-1 0,1 1-1,-1-1 1,-8 4 0,3-3-906,-1 0 1,0-1-1,0 0 1,-14 2-1,-11 2-2697</inkml:trace>
</inkml:ink>
</file>

<file path=ppt/ink/ink2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05.102"/>
    </inkml:context>
    <inkml:brush xml:id="br0">
      <inkml:brushProperty name="width" value="0.035" units="cm"/>
      <inkml:brushProperty name="height" value="0.035" units="cm"/>
    </inkml:brush>
  </inkml:definitions>
  <inkml:trace contextRef="#ctx0" brushRef="#br0">102 0 3464,'-22'6'580,"0"0"-224,6-1-256,-3 1-480,6 0-820,3 2 336</inkml:trace>
</inkml:ink>
</file>

<file path=ppt/ink/ink2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05.262"/>
    </inkml:context>
    <inkml:brush xml:id="br0">
      <inkml:brushProperty name="width" value="0.035" units="cm"/>
      <inkml:brushProperty name="height" value="0.035" units="cm"/>
    </inkml:brush>
  </inkml:definitions>
  <inkml:trace contextRef="#ctx0" brushRef="#br0">20 12 2068,'-19'-11'-660</inkml:trace>
</inkml:ink>
</file>

<file path=ppt/ink/ink2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13.580"/>
    </inkml:context>
    <inkml:brush xml:id="br0">
      <inkml:brushProperty name="width" value="0.035" units="cm"/>
      <inkml:brushProperty name="height" value="0.035" units="cm"/>
    </inkml:brush>
  </inkml:definitions>
  <inkml:trace contextRef="#ctx0" brushRef="#br0">0 50 8001,'4'-1'801,"-1"1"0,1 1 1,-1-1-1,1 0 0,-1 1 1,1 0-1,-1 0 0,0 0 1,7 3-1,22 6 711,-11-8-1120,1 0 0,25-2 0,4 0-46,392-2 1304,-65-7-1182,240-3-160,162-7-897,-320 4-1909,-20 6-5186,-230 4-35</inkml:trace>
</inkml:ink>
</file>

<file path=ppt/ink/ink2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13.939"/>
    </inkml:context>
    <inkml:brush xml:id="br0">
      <inkml:brushProperty name="width" value="0.035" units="cm"/>
      <inkml:brushProperty name="height" value="0.035" units="cm"/>
    </inkml:brush>
  </inkml:definitions>
  <inkml:trace contextRef="#ctx0" brushRef="#br0">114 37 9497,'-13'1'538,"-39"2"-349,3-1 5314,67-17-3605,-5 10-1746,0 0 0,0 1-1,1 0 1,-1 1 0,1 1 0,0 0 0,0 1-1,28 1 1,-8-1 11,872 17 952,-662-4-1055,900 19 284,-1045-35 656,-52 1-2576,0 2-8232</inkml:trace>
</inkml:ink>
</file>

<file path=ppt/ink/ink2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14.611"/>
    </inkml:context>
    <inkml:brush xml:id="br0">
      <inkml:brushProperty name="width" value="0.035" units="cm"/>
      <inkml:brushProperty name="height" value="0.035" units="cm"/>
    </inkml:brush>
  </inkml:definitions>
  <inkml:trace contextRef="#ctx0" brushRef="#br0">175 217 10261,'-57'-17'1720,"16"-8"-20,12 7 72,7 4-223,10 6-229,5-10-316,1 4-204,9-6-4,10-11-320,22 14-104,22 5-172,19 1-296,29 2-432,31 6-616,33 6-640,21 0-509,20 6-2431,31 2-3693</inkml:trace>
</inkml:ink>
</file>

<file path=ppt/ink/ink2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14.865"/>
    </inkml:context>
    <inkml:brush xml:id="br0">
      <inkml:brushProperty name="width" value="0.035" units="cm"/>
      <inkml:brushProperty name="height" value="0.035" units="cm"/>
    </inkml:brush>
  </inkml:definitions>
  <inkml:trace contextRef="#ctx0" brushRef="#br0">18 7 6645,'-6'-2'230,"-6"-2"1411,27 6-366,-4 0-1274,179 13 2049,-57-7-1411,1607 150 1219,-1213-123-1716,-189-15-274,-300-18-605,69-3-1,-51-10-5059</inkml:trace>
</inkml:ink>
</file>

<file path=ppt/ink/ink2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1.877"/>
    </inkml:context>
    <inkml:brush xml:id="br0">
      <inkml:brushProperty name="width" value="0.035" units="cm"/>
      <inkml:brushProperty name="height" value="0.035" units="cm"/>
    </inkml:brush>
  </inkml:definitions>
  <inkml:trace contextRef="#ctx0" brushRef="#br0">145 0 11845,'0'0'1672,"-2"2"14,-10 13-627,0-1 0,1 2 1,0-1-1,1 2 0,1-1 1,-10 25-1,6-7-176,2 0 1,1 1-1,2 0 0,-7 60 0,13-61-604,2 1-1,1 0 0,2 0 0,1-1 1,2 1-1,20 65 0,-19-80-232,1 0 0,1-1 0,1 0 0,0 0 0,2-1 0,0 0 0,1-1 0,1 0 0,0-1 0,1-1-1,1-1 1,26 19 0,-31-25-202,1-1-1,0 0 0,0-1 0,1 0 1,0-1-1,0-1 0,0 0 0,0-1 0,1 0 1,0-1-1,-1 0 0,1-1 0,0-1 1,0 0-1,-1-1 0,1-1 0,16-3 1,-17 2-228,0-1 1,-1 0 0,0-1 0,0 0 0,0-1-1,-1 0 1,1-1 0,-2 0 0,1-1-1,-1 0 1,0-1 0,0 0 0,-1 0 0,-1-1-1,0 0 1,0-1 0,-1 0 0,7-13-1,34-97-7807,-17 58-110</inkml:trace>
</inkml:ink>
</file>

<file path=ppt/ink/ink2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2.067"/>
    </inkml:context>
    <inkml:brush xml:id="br0">
      <inkml:brushProperty name="width" value="0.035" units="cm"/>
      <inkml:brushProperty name="height" value="0.035" units="cm"/>
    </inkml:brush>
  </inkml:definitions>
  <inkml:trace contextRef="#ctx0" brushRef="#br0">0 158 10949,'29'-18'2308,"-39"10"-356,1-4 1037,12-5-2005,3 0-220,23 3-140,18-6-252,-5 6-416,2-1-472,4 4-716,6 2-676,-7 6-985,-5 6-1235,-1-6-3109</inkml:trace>
</inkml:ink>
</file>

<file path=ppt/ink/ink2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2.207"/>
    </inkml:context>
    <inkml:brush xml:id="br0">
      <inkml:brushProperty name="width" value="0.035" units="cm"/>
      <inkml:brushProperty name="height" value="0.035" units="cm"/>
    </inkml:brush>
  </inkml:definitions>
  <inkml:trace contextRef="#ctx0" brushRef="#br0">22 149 11221,'-22'-20'4044,"41"17"-2471,13-6-301,-16 3-324,9-2-208,20-9-140,-4 2-268,3-5-428,10 6-540,7 0-732,-7 5-564,0 4-2985,0-4-3880</inkml:trace>
</inkml:ink>
</file>

<file path=ppt/ink/ink2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2.446"/>
    </inkml:context>
    <inkml:brush xml:id="br0">
      <inkml:brushProperty name="width" value="0.035" units="cm"/>
      <inkml:brushProperty name="height" value="0.035" units="cm"/>
    </inkml:brush>
  </inkml:definitions>
  <inkml:trace contextRef="#ctx0" brushRef="#br0">10 16 13073,'-10'-15'6055,"21"15"-4084,30 17-2058,-34-14 746,57 28 180,64 41 0,50 51-4370,-177-122 3474,111 81-4321,-34-37-2401,-60-36 1159</inkml:trace>
</inkml:ink>
</file>

<file path=ppt/ink/ink2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2.555"/>
    </inkml:context>
    <inkml:brush xml:id="br0">
      <inkml:brushProperty name="width" value="0.035" units="cm"/>
      <inkml:brushProperty name="height" value="0.035" units="cm"/>
    </inkml:brush>
  </inkml:definitions>
  <inkml:trace contextRef="#ctx0" brushRef="#br0">547 112 8733,'-73'-48'4140,"57"31"-2116,-6 5-71,-13-11-149,19 15-144,-10 5-192,-24 3-268,15 6-228,0 5-316,0 6-68,0 9-120,9 8-736,-8 3-344,2 3-608,6 6-848,7 6-836,0 5-2645,7-6-4512</inkml:trace>
</inkml:ink>
</file>

<file path=ppt/ink/ink2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2.826"/>
    </inkml:context>
    <inkml:brush xml:id="br0">
      <inkml:brushProperty name="width" value="0.035" units="cm"/>
      <inkml:brushProperty name="height" value="0.035" units="cm"/>
    </inkml:brush>
  </inkml:definitions>
  <inkml:trace contextRef="#ctx0" brushRef="#br0">117 1 14813,'-6'3'468,"0"0"0,-1 1 0,2 0-1,-1 1 1,0-1 0,1 1 0,-8 9 0,11-10-77,-1 0 0,1 0 0,0 0 0,0 1 0,0-1 0,1 1 0,0-1 0,-1 1 0,1 0 0,1-1 0,-1 1 0,1 0 0,0 6 0,-4 281 5036,-16-35-7313,9-155-4390,2 130 0,13-192 1537,8-6-2557</inkml:trace>
</inkml:ink>
</file>

<file path=ppt/ink/ink2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3.045"/>
    </inkml:context>
    <inkml:brush xml:id="br0">
      <inkml:brushProperty name="width" value="0.035" units="cm"/>
      <inkml:brushProperty name="height" value="0.035" units="cm"/>
    </inkml:brush>
  </inkml:definitions>
  <inkml:trace contextRef="#ctx0" brushRef="#br0">83 213 10297,'-5'-13'1171,"-1"0"1,2 0-1,-1-1 1,-3-27-1,7 37-793,1 0-1,-1 0 1,1 0-1,0 0 1,0 0-1,1 1 1,-1-1-1,1 0 1,0 0-1,0 0 1,0 0-1,0 1 1,1-1-1,0 0 1,-1 1-1,1-1 1,1 1-1,-1 0 1,0 0-1,1 0 1,-1 0-1,7-5 1,-2 4-177,0 0 0,1 0 0,-1 1 0,1 0 0,-1 0 0,1 1 0,0 0 0,0 0 1,0 1-1,1 0 0,-1 0 0,0 1 0,0 0 0,0 0 0,1 1 0,-1 1 0,0-1 0,0 1 0,0 0 0,-1 1 0,12 4 0,-13-4-161,0-1 0,0 1-1,0 1 1,-1-1 0,1 1-1,-1 0 1,0 0-1,0 0 1,0 1 0,0-1-1,-1 1 1,0 1-1,0-1 1,0 0 0,-1 1-1,0 0 1,0 0 0,0 0-1,-1 0 1,0 0-1,0 1 1,0-1 0,-1 1-1,0-1 1,0 1 0,-1 12-1,-1-5-15,-2-1 0,0 1 0,0-1 1,-1 0-1,-1 0 0,0-1 0,0 1 0,-2-1 0,1 0 0,-12 14 0,-11 12-597,-56 55-1,5-6-2178,64-67 1558,-43 54-3683,25-26-3625,28-32-637</inkml:trace>
</inkml:ink>
</file>

<file path=ppt/ink/ink2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3.862"/>
    </inkml:context>
    <inkml:brush xml:id="br0">
      <inkml:brushProperty name="width" value="0.035" units="cm"/>
      <inkml:brushProperty name="height" value="0.035" units="cm"/>
    </inkml:brush>
  </inkml:definitions>
  <inkml:trace contextRef="#ctx0" brushRef="#br0">6 253 11565,'-2'-9'390,"1"1"-1,0 0 1,0-1 0,0 1 0,1-1-1,1 1 1,-1-1 0,1 1-1,1 0 1,-1-1 0,2 1-1,-1 0 1,1 0 0,0 0-1,1 0 1,-1 1 0,2 0-1,-1-1 1,1 1 0,0 1 0,0-1-1,1 1 1,0 0 0,0 0-1,1 0 1,9-5 0,-3 4-223,0 1-1,0 0 1,1 1 0,-1 0 0,1 2 0,0-1-1,1 2 1,-1 0 0,0 0 0,1 2 0,21 0-1,-18 2-89,0 0-1,0 0 0,0 2 1,0 0-1,-1 1 1,0 1-1,0 0 0,28 16 1,-34-14-58,0 0 1,0 1-1,-1 0 0,0 1 1,0 0-1,-1 0 1,-1 1-1,0 0 1,0 1-1,-1-1 1,0 2-1,-1-1 1,-1 1-1,0 0 1,-1 0-1,4 17 0,-1 4 34,-1 0-1,-2 1 0,-2 0 0,-1-1 0,-4 47 1,-5-22 321,-3-1 0,-2 0 1,-38 101-1,4-14 724,45-139-966,0 0 0,1 0 0,0 0 0,0 0 0,1 0 0,0 0 0,0 0 0,0 0 0,2 6 0,-2-9-69,1 0 1,0-1 0,0 1-1,0 0 1,1 0 0,-1-1-1,0 1 1,1 0-1,0-1 1,0 1 0,0-1-1,0 0 1,0 0 0,0 0-1,0 0 1,1 0 0,-1 0-1,1-1 1,3 2-1,1 0 18,2 0 0,-1-1 0,0 0 0,0 0-1,1-1 1,-1 0 0,1-1 0,-1 0-1,16-2 1,-10 2-9,116-12 237,226-51 0,-304 52-440,102-20-401,207-45-4241,-269 49 1478,7-2-6234,-48 22-1332</inkml:trace>
</inkml:ink>
</file>

<file path=ppt/ink/ink2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4.578"/>
    </inkml:context>
    <inkml:brush xml:id="br0">
      <inkml:brushProperty name="width" value="0.035" units="cm"/>
      <inkml:brushProperty name="height" value="0.035" units="cm"/>
    </inkml:brush>
  </inkml:definitions>
  <inkml:trace contextRef="#ctx0" brushRef="#br0">32 116 13253,'-32'11'9891,"37"-12"-8397,28-6-987,-1 2 1,1 2-1,0 1 0,0 1 0,33 4 0,13-1-85,609-13 1099,-226 1-994,-159 0-313,-235 1-367,-64 9-114,-5-3-18,1 1 0,-1 0 1,0 0-1,1-1 1,-1 1-1,0 0 0,0 0 1,-1 0-1,1 0 0,0 0 1,-1 0-1,1 0 0,-1 0 1,0 0-1,0 1 1,1-1-1,-1 1 0,0-1 1,-3 0-1,-44-25-8314,38 21 4933</inkml:trace>
</inkml:ink>
</file>

<file path=ppt/ink/ink2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4.969"/>
    </inkml:context>
    <inkml:brush xml:id="br0">
      <inkml:brushProperty name="width" value="0.035" units="cm"/>
      <inkml:brushProperty name="height" value="0.035" units="cm"/>
    </inkml:brush>
  </inkml:definitions>
  <inkml:trace contextRef="#ctx0" brushRef="#br0">26 26 12173,'-26'-26'8100,"45"50"-5568,10 10-1856,2-2 0,1 0 0,2-2 0,45 31 0,164 95 174,-200-130-683,59 34 17,110 71 29,-170-102-211,-1 2 0,65 64 0,-95-84-4,-1 1 0,0 0 0,-1 1 0,0 0-1,-1 1 1,-1-1 0,0 1 0,10 29 0,-14-31 2,0 0 0,-1 0 1,0 1-1,-1-1 0,-1 0 0,0 1 0,0-1 1,-1 0-1,-1 0 0,0 1 0,-7 21 1,2-13 8,-2-2 1,0 1 0,-1-1 0,-1 0 0,-1-1 0,-24 29 0,-98 91-199,99-105 38,-98 90-801,55-53-2588,-109 125 0,138-130-2659,17-6-3904</inkml:trace>
</inkml:ink>
</file>

<file path=ppt/ink/ink2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5.145"/>
    </inkml:context>
    <inkml:brush xml:id="br0">
      <inkml:brushProperty name="width" value="0.035" units="cm"/>
      <inkml:brushProperty name="height" value="0.035" units="cm"/>
    </inkml:brush>
  </inkml:definitions>
  <inkml:trace contextRef="#ctx0" brushRef="#br0">111 154 14125,'-31'-37'2957,"18"23"-345,-3-3-420,3 2-356,1-2 824,2 6-1792,-2 2 265,8-11-6342,4 6 1573</inkml:trace>
</inkml:ink>
</file>

<file path=ppt/ink/ink2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7.636"/>
    </inkml:context>
    <inkml:brush xml:id="br0">
      <inkml:brushProperty name="width" value="0.035" units="cm"/>
      <inkml:brushProperty name="height" value="0.035" units="cm"/>
    </inkml:brush>
  </inkml:definitions>
  <inkml:trace contextRef="#ctx0" brushRef="#br0">48 74 10693,'0'0'10576,"-1"-2"-9854,1 0-463,0 1 0,-1 0 0,1-1 0,-1 1 0,1 0 0,-1-1-1,0 1 1,0 0 0,1 0 0,-1 0 0,0 0 0,0 0 0,0 0 0,0 0 0,0 0-1,0 0 1,-1 0 0,1 0 0,0 1 0,0-1 0,-1 0 0,1 1 0,0-1-1,-3 0 1,-15 1-718,17 0 1125,8-12-2174,-5 9 1646,-1 1 0,1 0-1,-1 0 1,1-1 0,-1 1-1,0 0 1,0 0 0,0-1-1,-1 1 1,1 0-1,-1-4 1,0 3 1230,7 21-634,-1 3-457,-1-1 1,-1 1-1,-1 0 0,-1 1 1,-2 36-1,0-15-131,-5 632-105,4-425-2506,-5 225-7024,8-407 2657,10-11-4165</inkml:trace>
</inkml:ink>
</file>

<file path=ppt/ink/ink2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8.749"/>
    </inkml:context>
    <inkml:brush xml:id="br0">
      <inkml:brushProperty name="width" value="0.035" units="cm"/>
      <inkml:brushProperty name="height" value="0.035" units="cm"/>
    </inkml:brush>
  </inkml:definitions>
  <inkml:trace contextRef="#ctx0" brushRef="#br0">1 1497 4568,'0'0'15872,"2"-1"-15618,15-6-154,1 1-1,-1 0 1,1 1 0,0 1-1,36-3 1,-3 0-31,1117-202-191,-682 124-77,1839-291-545,273 75-117,-1791 221 736,511-50 71,-3 26 663,-641 51 289,-340 25-571,-285 24-283,731-52 454,-659 48-462,110-3-169,-228 11 91,-25-9-18467</inkml:trace>
</inkml:ink>
</file>

<file path=ppt/ink/ink2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29.810"/>
    </inkml:context>
    <inkml:brush xml:id="br0">
      <inkml:brushProperty name="width" value="0.035" units="cm"/>
      <inkml:brushProperty name="height" value="0.035" units="cm"/>
    </inkml:brush>
  </inkml:definitions>
  <inkml:trace contextRef="#ctx0" brushRef="#br0">80 1127 3072,'-40'19'939,"33"-15"-58,-25 7 5218,61 2-3927,22-8-1509,0-3 1,85-6 0,-38 0-329,151-6 249,-149 4-452,427-27 221,681-89-143,0-25-214,185-21-130,714-57-236,-364 40 95,-1389 148 240,505-63-94,-722 81-472,150-42 1,-283 60 445,0 0 1,0-1-1,-1 1 1,1-1-1,0 0 1,-1 0-1,6-5 1,-1 2-299,-36-14-2488,10 10-1,-1 1-1122</inkml:trace>
</inkml:ink>
</file>

<file path=ppt/ink/ink2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0.673"/>
    </inkml:context>
    <inkml:brush xml:id="br0">
      <inkml:brushProperty name="width" value="0.035" units="cm"/>
      <inkml:brushProperty name="height" value="0.035" units="cm"/>
    </inkml:brush>
  </inkml:definitions>
  <inkml:trace contextRef="#ctx0" brushRef="#br0">204 58 4252,'-12'-10'1244,"12"10"-1185,0 0 0,0-1 0,1 1 0,-1 0-1,0-1 1,0 1 0,0 0 0,1 0 0,-1-1 0,0 1 0,0 0 0,1 0-1,-1-1 1,0 1 0,1 0 0,-1 0 0,0 0 0,1-1 0,-1 1 0,0 0-1,1 0 1,-1 0 0,0 0 0,1 0 0,-1 0 0,0 0 0,1 0-1,-1 0 1,0 0 0,1 0 0,-1 0 0,0 0 0,1 0 0,-1 0 0,2 1 2170,-18-24 1300,10 2 3060,-57 804 430,37-566-6276,6-41-291,-45 460 290,57-269-4108,9-268-872,-1-96 1986,2-15-3718,0 2 3687,7-22-5484</inkml:trace>
</inkml:ink>
</file>

<file path=ppt/ink/ink2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1.127"/>
    </inkml:context>
    <inkml:brush xml:id="br0">
      <inkml:brushProperty name="width" value="0.035" units="cm"/>
      <inkml:brushProperty name="height" value="0.035" units="cm"/>
    </inkml:brush>
  </inkml:definitions>
  <inkml:trace contextRef="#ctx0" brushRef="#br0">79 377 7345,'-3'1'357,"0"-1"-1,-1 0 1,1 0 0,-1 0 0,1 0 0,0 0 0,-1-1-1,1 1 1,0-1 0,0 0 0,-1 0 0,1 0 0,0-1-1,0 1 1,0-1 0,0 0 0,1 0 0,-7-5 2729,8 6-2948,0 1 0,0-1 1,0 0-1,0 0 0,0 0 0,0 0 0,0 0 0,1 0 0,-1 0 0,1 0 1,-1-1-1,0 1 0,1 0 0,0 0 0,-1 0 0,1-1 0,0 1 0,-1-2 0,4 0-75,0 1 0,-1-1 0,1 1 0,0 0 0,0 0 0,0 0 0,0 1 0,0-1 0,1 1 0,-1-1 0,0 1 0,5-1 0,3-2 67,82-27 213,1 3 0,147-23 1,-220 47-332,551-74-793,6 33-1024,-291 25 388,-182 12 680,309-26-4294,-347 28 1473,-29 5-1598</inkml:trace>
</inkml:ink>
</file>

<file path=ppt/ink/ink2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2.069"/>
    </inkml:context>
    <inkml:brush xml:id="br0">
      <inkml:brushProperty name="width" value="0.035" units="cm"/>
      <inkml:brushProperty name="height" value="0.035" units="cm"/>
    </inkml:brush>
  </inkml:definitions>
  <inkml:trace contextRef="#ctx0" brushRef="#br0">74 6 3460,'0'0'5205,"-4"-1"-4781,-30-1 363,31 2 945,-27-3-1038,28 3-492</inkml:trace>
</inkml:ink>
</file>

<file path=ppt/ink/ink2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3.343"/>
    </inkml:context>
    <inkml:brush xml:id="br0">
      <inkml:brushProperty name="width" value="0.035" units="cm"/>
      <inkml:brushProperty name="height" value="0.035" units="cm"/>
    </inkml:brush>
  </inkml:definitions>
  <inkml:trace contextRef="#ctx0" brushRef="#br0">1 1 5016,'0'0'14173,"1"3"-13636,5 12 93,-1 2 0,0-1-1,4 30 1,-3-12-256,-3-22-174,-1-1 1,0 1-1,-1 0 0,-1 17 0,-2 61 1097,2-53-546,-7 55 1,-2-8 276,1 133 0,21 86-18,-9-239-832,2 47 35,19 260 239,30-4-302,-39-269-96,-12-66-33,1 0 1,2 0 0,16 47 0,-6-46-70,-16-31-235,2-3-1989,1-1 1793,-1 1 1,0-1 0,0 0-1,0-1 1,0 1-1,-1 0 1,1-1-1,-1 1 1,1-1 0,-1 0-1,0 0 1,3-6-1,5-23-6553,-4-6-4749</inkml:trace>
</inkml:ink>
</file>

<file path=ppt/ink/ink2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4.034"/>
    </inkml:context>
    <inkml:brush xml:id="br0">
      <inkml:brushProperty name="width" value="0.035" units="cm"/>
      <inkml:brushProperty name="height" value="0.035" units="cm"/>
    </inkml:brush>
  </inkml:definitions>
  <inkml:trace contextRef="#ctx0" brushRef="#br0">1 257 6417,'0'0'11610,"1"-3"-10639,1-1-831,0 1 1,0-1 0,1 0 0,0 1-1,-1-1 1,1 1 0,0 0 0,1 0-1,-1 0 1,1 0 0,-1 0 0,1 1-1,0 0 1,0 0 0,6-3 0,10-3 150,41-11 0,-55 17-214,447-121-165,-284 82-4954,-161 38 3200,2-4-414</inkml:trace>
</inkml:ink>
</file>

<file path=ppt/ink/ink2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4.251"/>
    </inkml:context>
    <inkml:brush xml:id="br0">
      <inkml:brushProperty name="width" value="0.035" units="cm"/>
      <inkml:brushProperty name="height" value="0.035" units="cm"/>
    </inkml:brush>
  </inkml:definitions>
  <inkml:trace contextRef="#ctx0" brushRef="#br0">1 18 8857,'9'-5'246,"10"-6"2198,-18 9-864,-11 5-155,9-2-1274,0 0 0,-1 0 0,1-1 0,0 1 0,0 0 0,0 0 1,0 0-1,0 0 0,1 0 0,-1 0 0,0 1 0,0-1 0,1 0 0,-1 0 0,0 1 0,1-1 0,0 0 0,-1 1 1,1-1-1,0 0 0,-1 1 0,1 1 0,-2 40 1733,2-21-1152,1 32-361,2 0 0,2-1 0,22 96 0,1 8-6954,-21-121 1699,4 3-2792</inkml:trace>
</inkml:ink>
</file>

<file path=ppt/ink/ink2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4.865"/>
    </inkml:context>
    <inkml:brush xml:id="br0">
      <inkml:brushProperty name="width" value="0.035" units="cm"/>
      <inkml:brushProperty name="height" value="0.035" units="cm"/>
    </inkml:brush>
  </inkml:definitions>
  <inkml:trace contextRef="#ctx0" brushRef="#br0">0 168 8481,'22'13'689,"-2"-1"2126,-38-19 901,16 6-1451,1 4-1380,-3 21-118,0 0-1,2 1 1,1 45-1,1-68-757,-9 199-387,24-331-568,-7 66 593,16-66-332,-20 109 624,1 0 0,1 0 0,0 0-1,19-37 1,-21 49 43,-1 5 6,-1 0 1,1 0 0,-1 0-1,1 0 1,0 0-1,1 1 1,-1-1 0,1 1-1,-1 0 1,1 0 0,0 0-1,8-3 1,-10 4 9,1 1 0,0 0 0,0-1 0,0 1 0,0 1 0,0-1 0,0 0 1,0 1-1,0 0 0,0-1 0,0 1 0,0 0 0,0 1 0,1-1 0,-1 0 0,0 1 0,0 0 1,0 0-1,3 1 0,-4 0 0,0-1 0,0 1 0,0 0 0,0 0 0,0-1 0,-1 1 1,1 0-1,-1 1 0,0-1 0,1 0 0,-1 0 0,0 1 0,0-1 0,0 0 1,-1 1-1,1-1 0,0 1 0,-1-1 0,0 1 0,1 3 0,-1 3-7,0 0 0,0 0 0,0-1 0,-4 15-1,-1-5-12,-2 0-1,0-1 0,-2 0 0,1 0 1,-2-1-1,0 0 0,-24 28 0,6-7 237,25-33-141,1 1 0,-1-1 0,1 0 0,0 1 1,1-1-1,-1 1 0,1 0 0,-1-1 0,2 1 1,-1 0-1,0 0 0,1 0 0,0 0 0,0-1 1,0 1-1,1 0 0,0 0 0,0 0 0,2 5 0,3 8 159,1 0 0,1 0 0,16 26 0,-2-3-108,-15-32-540,-1 0 0,1-1 0,1 0 1,-1 0-1,1-1 0,1 0 1,-1-1-1,1 0 0,14 7 0,-22-12 303,4 2-947,1 1 1,-1-1 0,1 0-1,0-1 1,0 1 0,0-1-1,7 1 1,6 0-4726</inkml:trace>
</inkml:ink>
</file>

<file path=ppt/ink/ink2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4.988"/>
    </inkml:context>
    <inkml:brush xml:id="br0">
      <inkml:brushProperty name="width" value="0.035" units="cm"/>
      <inkml:brushProperty name="height" value="0.035" units="cm"/>
    </inkml:brush>
  </inkml:definitions>
  <inkml:trace contextRef="#ctx0" brushRef="#br0">35 69 7461,'-35'3'5968,"38"-23"-4448,1 5 2005,2 1-5718,4 0 109,5 5-9129</inkml:trace>
</inkml:ink>
</file>

<file path=ppt/ink/ink2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5.925"/>
    </inkml:context>
    <inkml:brush xml:id="br0">
      <inkml:brushProperty name="width" value="0.035" units="cm"/>
      <inkml:brushProperty name="height" value="0.035" units="cm"/>
    </inkml:brush>
  </inkml:definitions>
  <inkml:trace contextRef="#ctx0" brushRef="#br0">1 4 4644,'0'0'500,"1"-1"-1,-1 1 0,1 0 1,-1-1-1,0 1 0,1 0 0,-1 0 1,1-1-1,-1 1 0,1 0 0,0 0 1,-1 0-1,1 0 0,-1 0 0,1 0 1,-1 0-1,1 0 0,-1 0 1,1 0-1,-1 0 0,1 0 0,-1 0 1,1 0-1,-1 0 0,1 0 0,0 1 1,9 13 4333,2 34-6217,-7-26 3167,36 155 1514,41 240-627,-71-349-2492,44 322 435,-13-76-345,4 176-1044,-40-401-114,0-42-761,1-1 1,18 60-1,-24-103 1155,0 0 0,0 0 0,0 0 0,0 0 0,1 0 0,-1 0 1,1-1-1,2 4 0,8 6-6218</inkml:trace>
</inkml:ink>
</file>

<file path=ppt/ink/ink2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7.136"/>
    </inkml:context>
    <inkml:brush xml:id="br0">
      <inkml:brushProperty name="width" value="0.035" units="cm"/>
      <inkml:brushProperty name="height" value="0.035" units="cm"/>
    </inkml:brush>
  </inkml:definitions>
  <inkml:trace contextRef="#ctx0" brushRef="#br0">1 221 5228,'0'0'5576,"3"14"-3863,-3-14-1611,0 1 0,0-1 0,0 1-1,0-1 1,0 1 0,0-1 0,0 1 0,1-1 0,-1 0-1,0 1 1,0-1 0,0 1 0,1-1 0,-1 0 0,0 1-1,0-1 1,1 0 0,-1 1 0,0-1 0,1 0 0,-1 1-1,0-1 1,1 0 0,-1 0 0,0 1 0,1-1-1,-1 0 1,1 0 0,-1 0 0,0 0 0,1 1 0,-1-1-1,2 0 1,12-6 3362,-6 1-838,1 17-2213,2 2 20,7 17 288,-3 1 0,0 1 0,16 59 1,35 149 1224,-57-206-1562,25 58-1,-33-90-234,12 1 188,-12-4-329,0 0 1,0 0-1,0 0 1,1 0-1,-1 0 1,0 0-1,0 0 1,0 0 0,0 0-1,0 0 1,0 0-1,0-1 1,0 1-1,0-1 1,0 1-1,0 0 1,0-1-1,0 0 1,0 1 0,0-1-1,0 0 1,0 1-1,0-1 1,-1 0-1,1 0 1,0 0-1,-1 0 1,1 1-1,0-1 1,0-2 0,21-39 48,-19 37-53,62-170-998,-35 101-587,-4-1 1,24-112 0,-3 9-4245,-19 105-3861</inkml:trace>
</inkml:ink>
</file>

<file path=ppt/ink/ink2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7.699"/>
    </inkml:context>
    <inkml:brush xml:id="br0">
      <inkml:brushProperty name="width" value="0.035" units="cm"/>
      <inkml:brushProperty name="height" value="0.035" units="cm"/>
    </inkml:brush>
  </inkml:definitions>
  <inkml:trace contextRef="#ctx0" brushRef="#br0">61 472 7129,'1'0'272,"0"0"0,0 0 0,0 0 0,0 0 0,0 0 0,0 1 0,0-1 0,-1 0 0,1 1 0,0-1 0,0 0 0,0 1 0,0-1 0,0 1 0,-1-1 0,1 1 0,0 0 0,0-1 0,-1 1 0,1 0 0,0 0 0,-1-1 0,1 1 0,-1 0 0,1 0 0,-1 0 0,1 0 0,0 3-19,0-1-1,0 0 0,-1 1 1,1-1-1,-1 1 1,0-1-1,0 1 1,0 4-1,-3 12-628,-1 0 1,-6 24-1,5-25 1188,-6 20-1058,-2 0 1,-26 56-1,38-92 45,23-7-498,25-16 806,-5 1 402,83-20 1623,-117 38-1929,0-1 0,-1 1 0,1 1 0,0-1 0,12 2 0,2-1 61,-1 0-55,-17 0-36,-1 0-30,0 1-125,0 0-1,0-1 1,0 1 0,0-1-1,0 0 1,0 0 0,-1 0-1,1 0 1,0 0 0,0-1-1,0 1 1,0-1 0,0 0-1,0 0 1,-1 0 0,1 0 0,0 0-1,-1-1 1,1 1 0,-1-1-1,1 0 1,-1 0 0,0 0-1,0 0 1,0 0 0,0 0-1,0 0 1,0-1 0,2-3 0,3-12-10,-1 1 1,-1-1-1,-1 0 1,0 0 0,-1 0-1,-1-1 1,-1 1-1,0-1 1,-2 1 0,0-1-1,-5-24 1,-38-336-166,32 331 434,9 39-143,2 6 459,1 6-309,-1 18-113,2 0 0,1 0 0,0 0 0,9 33 1,-5-27-86,2 6-100,2-1 1,19 44 0,-17-46-240,5 10-1640,1-1-1,35 55 1,-51-91 1290,1 1 1,0-1-1,0 0 0,0 0 0,0 0 1,1 0-1,-1 0 0,1-1 0,-1 1 0,1-1 1,0 0-1,5 2 0,10 0-5131</inkml:trace>
</inkml:ink>
</file>

<file path=ppt/ink/ink2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7.825"/>
    </inkml:context>
    <inkml:brush xml:id="br0">
      <inkml:brushProperty name="width" value="0.035" units="cm"/>
      <inkml:brushProperty name="height" value="0.035" units="cm"/>
    </inkml:brush>
  </inkml:definitions>
  <inkml:trace contextRef="#ctx0" brushRef="#br0">42 74 8093,'-16'-17'2036,"25"6"1728,-15-1-1964,-1 1 2857,-2 0-3985,-4-1 480</inkml:trace>
</inkml:ink>
</file>

<file path=ppt/ink/ink2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9.107"/>
    </inkml:context>
    <inkml:brush xml:id="br0">
      <inkml:brushProperty name="width" value="0.035" units="cm"/>
      <inkml:brushProperty name="height" value="0.035" units="cm"/>
    </inkml:brush>
  </inkml:definitions>
  <inkml:trace contextRef="#ctx0" brushRef="#br0">2 3 11445,'4'-3'11648,"-5"8"-7555,0-3-4026,0-1 1,1 1-1,-1 0 1,1 0-1,-1 0 0,1 0 1,0 0-1,0 0 1,0 0-1,0 0 1,0 0-1,0 0 0,0 0 1,1 3-1,8 14 237,-1 1-1,-1-1 0,-1 1 0,-1 1 1,-1-1-1,-1 1 0,0-1 1,-1 29-1,-6 53-933,-2 102-4307,10-68-7135,-1-95 1768</inkml:trace>
</inkml:ink>
</file>

<file path=ppt/ink/ink2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9.406"/>
    </inkml:context>
    <inkml:brush xml:id="br0">
      <inkml:brushProperty name="width" value="0.035" units="cm"/>
      <inkml:brushProperty name="height" value="0.035" units="cm"/>
    </inkml:brush>
  </inkml:definitions>
  <inkml:trace contextRef="#ctx0" brushRef="#br0">26 361 12405,'-21'-5'2092,"16"4"-168,6 0-1669,-1 0 0,0 0 0,1 0 0,-1 0 0,1 0 0,-1 0 1,1 0-1,-1 0 0,1 0 0,0 0 0,-1 0 0,1 1 0,0-1 0,0 0 0,1-1 0,30-17 1285,37-2-654,1 2 1,110-14-1,-142 27-729,992-145 837,-843 125-921,-116 16-158,110-15-1216,200-3 1,-376 28 799,1 0 1,-1 1-1,0 0 1,1 0-1,7 3 1,2 0-2228,-14-4 2640,-1 0 0,0 0-1,0-1 1,0 1 0,0 0 0,0 0-1,0 0 1,0 0 0,1 1 0,-1-1-1,0 0 1,0 0 0,0 0-1,0 0 1,0 0 0,0 0 0,0 0-1,0 0 1,0 0 0,1 0 0,-1 0-1,0 0 1,0 0 0,0 0-1,0 0 1,0 0 0,0 0 0,0 1-1,0-1 1,0 0 0,0 0 0,0 0-1,0 0 1,0 0 0,0 0-1,1 0 1,-1 0 0,0 1 0,0-1-1,0 0 1,0 0 0,0 0 0,0 0-1,0 0 1,0 0 0,0 0-1,0 0 1,-1 1 0,1-1 0,0 0-1,0 0 1,0 0 0,0 0 0,0 0-1,0 0 1,0 0 0,0 0-1,0 0 1,0 1 0,0-1 0,0 0-1,0 0 1,-6 19-8875</inkml:trace>
</inkml:ink>
</file>

<file path=ppt/ink/ink2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39.745"/>
    </inkml:context>
    <inkml:brush xml:id="br0">
      <inkml:brushProperty name="width" value="0.035" units="cm"/>
      <inkml:brushProperty name="height" value="0.035" units="cm"/>
    </inkml:brush>
  </inkml:definitions>
  <inkml:trace contextRef="#ctx0" brushRef="#br0">0 123 9777,'0'0'7961,"3"2"-7119,36 25 518,-22-17-1165,-1 2 0,0-1-1,-1 2 1,0 0-1,17 20 1,-21-18-121,0 1 1,-2 0-1,1 1 0,-2-1 1,0 2-1,-2-1 0,10 35 1,-9-19 20,-1 1 1,-2 0-1,0 54 1,-6-73 139,0 11-320,4-22 1051,6-10 1390,61-103-1858,0-1-1505,68-68-3226,6 6-3859,-106 135 4130,-1 4-1815</inkml:trace>
</inkml:ink>
</file>

<file path=ppt/ink/ink2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0.137"/>
    </inkml:context>
    <inkml:brush xml:id="br0">
      <inkml:brushProperty name="width" value="0.035" units="cm"/>
      <inkml:brushProperty name="height" value="0.035" units="cm"/>
    </inkml:brush>
  </inkml:definitions>
  <inkml:trace contextRef="#ctx0" brushRef="#br0">222 1 6573,'-8'3'601,"0"1"1,0 0 0,0 0 0,0 1 0,0 0 0,1 1-1,0-1 1,0 1 0,1 1 0,-10 11 0,-5 8-72,-25 44 1,33-49-399,5-7-37,0 0 0,-1-1 0,-17 19 0,26-29-82,0 0-1,1-1 1,-1 1-1,0 0 1,1-1-1,0 1 1,0 0-1,0-1 1,0 1-1,0-1 1,3 5-1,0-6-9,-1 0 0,1-1 0,-1 0-1,1 0 1,-1 0 0,1 0 0,-1-1 0,1 1 0,-1-1-1,0 0 1,1 0 0,4-2 0,4 0 11,79-22 427,-43 11 640,1 1 0,57-6-1,-84 18-616,0 1 0,1 0 0,-1 2 0,31 6 0,-22-3-69,-28-4-222,1-1 2,-1 0-131,3 0 54,0 0 0,-1 0 0,1-1 0,0 0-1,-1 0 1,1 0 0,-1 0 0,1-1-1,-1 0 1,0 0 0,6-3 0,-7 2 93,1 1 0,0-1 0,0 1 0,0 1 1,0-1-1,0 1 0,1-1 0,-1 1 0,0 1 0,1-1 1,-1 1-1,6 0 0,-4 2-282,0-1 1,-1 1-1,0 0 0,1 0 1,-1 1-1,0-1 1,0 2-1,0-1 0,9 7 1,18 19-6438,-13-27-8470</inkml:trace>
</inkml:ink>
</file>

<file path=ppt/ink/ink2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0.541"/>
    </inkml:context>
    <inkml:brush xml:id="br0">
      <inkml:brushProperty name="width" value="0.035" units="cm"/>
      <inkml:brushProperty name="height" value="0.035" units="cm"/>
    </inkml:brush>
  </inkml:definitions>
  <inkml:trace contextRef="#ctx0" brushRef="#br0">1 0 6273,'0'0'1776,"1"2"-1142,8 14-472,0 0 1,22 26-1,-5-6-341,3 3 83,-18-24 188,1 0 1,-2 1 0,10 19 0,-16-27 172,1 0 1,0 0 0,1-1 0,8 9 0,-8-8 151,-4-6 31,-1 1-286,1 0 0,-1 0 0,1 0 0,0 0 0,0 0 0,0 0 0,0 0-1,1-1 1,-1 1 0,1-1 0,-1 0 0,1 1 0,0-1 0,5 2 0,4 1 142,1 0 0,1 0 0,-1-2 0,1 0 0,0 0 0,-1-1 0,1-1 0,20 0 0,18 2 319,-38-2 24,0-1 1,0 0-1,0-1 0,15-3 1,-28 4-618,3-1 259,-1 1-16,50-3-592,-1 2 0,60 7 0,-84-4-344,-12-1-735,0-1-1,27-3 1,5-7-5211,-29 4 940</inkml:trace>
</inkml:ink>
</file>

<file path=ppt/ink/ink2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1.151"/>
    </inkml:context>
    <inkml:brush xml:id="br0">
      <inkml:brushProperty name="width" value="0.035" units="cm"/>
      <inkml:brushProperty name="height" value="0.035" units="cm"/>
    </inkml:brush>
  </inkml:definitions>
  <inkml:trace contextRef="#ctx0" brushRef="#br0">281 323 6561,'-142'-11'5740,"137"10"-5273,0 0 1,0-1-1,0 0 0,1 0 0,-1 0 1,1-1-1,-8-4 0,-1-1 526,4 3 104,1 1 0,-1 1 0,-16-5 0,24 7-991,0 1 0,0 0 0,1-1 0,-1 1-1,0-1 1,0 1 0,0-1 0,1 1 0,-1-1 0,0 0 0,1 1 0,-1-1 0,0 0-1,1 0 1,-1 1 0,1-1 0,-1 0 0,0-1 0,-1-2 250,0 2-247,1 1-46,0 1 0,0-1 1,1 1-1,-1-1 0,0 1 1,0-1-1,1 0 0,-1 1 1,1-1-1,-1 0 0,1 0 1,-1 1-1,1-1 0,-1 0 1,1 0-1,-1 0 0,1 0 1,0 1-1,0-1 0,-1 0 1,1 0-1,0 0 0,0 0 0,0 0 1,0 0-1,0 0 0,0 0 1,0 0-1,1 0 0,-1 1 1,0-1-1,0 0 0,1 0 1,-1 0-1,0 0 0,2-1 1,0-2 8,1 1-1,-1-1 1,1 1 0,0 0 0,0-1-1,1 1 1,-1 1 0,1-1 0,-1 0 0,1 1-1,0 0 1,0 0 0,0 0 0,0 0-1,5-1 1,14-5 164,35-6 0,-48 12-187,99-20 247,114-6-1,117 8-953,-68 5-975,-114 4-6,104-9-2467,-88 0-4937,-118 11 606</inkml:trace>
</inkml:ink>
</file>

<file path=ppt/ink/ink2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1.389"/>
    </inkml:context>
    <inkml:brush xml:id="br0">
      <inkml:brushProperty name="width" value="0.035" units="cm"/>
      <inkml:brushProperty name="height" value="0.035" units="cm"/>
    </inkml:brush>
  </inkml:definitions>
  <inkml:trace contextRef="#ctx0" brushRef="#br0">17 24 9713,'3'-23'3912,"-19"34"212,14-9-3995,1-1 1314,25 3 949,-12 0-1858,1 0 0,0 0 1,-1 2-1,0 0 0,22 14 1,55 45 971,-82-60-1416,20 16 173,-1 1 1,0 1-1,-2 2 0,0 0 0,-2 1 1,23 36-1,-38-50-223,0 0 0,-1 1 0,0-1 0,-1 1 0,0 0 0,-1 0 0,-1 1 0,0-1 1,-1 1-1,0-1 0,-1 1 0,-1 0 0,0 0 0,-1 0 0,0-1 0,-1 1 0,-1 0 0,-5 17 0,-7 9-189,-1 0 0,-38 66 0,-56 67-3083,93-149 950,-35 37 0,23-29-2496,0 6-8336</inkml:trace>
</inkml:ink>
</file>

<file path=ppt/ink/ink2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1.844"/>
    </inkml:context>
    <inkml:brush xml:id="br0">
      <inkml:brushProperty name="width" value="0.035" units="cm"/>
      <inkml:brushProperty name="height" value="0.035" units="cm"/>
    </inkml:brush>
  </inkml:definitions>
  <inkml:trace contextRef="#ctx0" brushRef="#br0">58 511 11565,'0'0'6961,"1"4"-5829,4 30-289,-1 0 1,-1 0 0,-2 0 0,-5 46-1,-3-16-352,-28 110 0,10-60-465,25-111-117,0-7 14,10-80-208,8-48 178,-13 109 88,26-121-76,83-239 0,-95 332 86,-7 19 39,0 0 0,2 1-1,1 0 1,34-49 0,-44 74 55,0 0 1,0 1-1,0-1 0,1 1 1,0 0-1,0 1 0,1 0 1,-1 0-1,12-5 0,-15 8-7,0 0-1,0 0 0,0 0 0,0 1 1,0 0-1,0-1 0,0 1 0,0 0 1,1 1-1,-1-1 0,0 0 0,0 1 1,0 0-1,0 0 0,0 0 0,0 0 1,0 0-1,3 2 0,3 2 85,0 1 0,-1 0-1,12 10 1,-18-15-123,9 9 132,-1 1 0,0 0-1,0 0 1,-1 1-1,-1 1 1,0-1-1,8 17 1,37 99 616,-45-105-671,34 101-35,-6 3 1,-6 0-1,19 175 0,-23-143-2056,-7-44-2969,-9-36-5081,-7-47 98</inkml:trace>
</inkml:ink>
</file>

<file path=ppt/ink/ink2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2.028"/>
    </inkml:context>
    <inkml:brush xml:id="br0">
      <inkml:brushProperty name="width" value="0.035" units="cm"/>
      <inkml:brushProperty name="height" value="0.035" units="cm"/>
    </inkml:brush>
  </inkml:definitions>
  <inkml:trace contextRef="#ctx0" brushRef="#br0">1 189 12653,'9'-29'1972,"20"15"-368,6 0-411,0 5-133,3 0-300,10-5-360,6 3-468,9-1-456,4 1-500,3-1-584,-4 1-453,-2-9-2071,-4-3-3109</inkml:trace>
</inkml:ink>
</file>

<file path=ppt/ink/ink2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2.258"/>
    </inkml:context>
    <inkml:brush xml:id="br0">
      <inkml:brushProperty name="width" value="0.035" units="cm"/>
      <inkml:brushProperty name="height" value="0.035" units="cm"/>
    </inkml:brush>
  </inkml:definitions>
  <inkml:trace contextRef="#ctx0" brushRef="#br0">221 3 8673,'14'-3'2790,"-23"4"715,-28 8 1165,23 1-4072,0 1 0,1 0 0,0 0 0,1 1 0,0 1 0,1 0 0,1 1 0,0 0 1,1 1-1,0-1 0,-11 28 0,12-24-413,1 1 0,1 0 0,0 0 0,2 0 0,0 1 0,1 0 0,1 0 0,1 0 0,0 0 0,3 22 0,0-27-264,1 1-1,0 0 1,1-1 0,1 0 0,0 0-1,1 0 1,14 24 0,-14-30-336,0 0 0,1-1 0,-1 0 0,2 0 0,-1-1 0,1 0 0,0 0 0,0 0 0,1-1 0,0-1 0,0 1 0,15 5 0,-18-10-389,-1 1-1,1-1 1,-1-1-1,1 1 0,0-1 1,-1 0-1,1 0 0,0-1 1,-1 0-1,1 0 1,9-3-1,-9 3-499,30-12-7574</inkml:trace>
</inkml:ink>
</file>

<file path=ppt/ink/ink2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2.505"/>
    </inkml:context>
    <inkml:brush xml:id="br0">
      <inkml:brushProperty name="width" value="0.035" units="cm"/>
      <inkml:brushProperty name="height" value="0.035" units="cm"/>
    </inkml:brush>
  </inkml:definitions>
  <inkml:trace contextRef="#ctx0" brushRef="#br0">203 1 10665,'-8'1'749,"0"1"0,0 0 0,0 0 0,0 1 0,1 0 0,-1 0 0,1 1 1,0 0-1,0 0 0,0 0 0,1 1 0,-1 0 0,1 1 0,0 0 0,-9 11 0,6-4-316,-1 0-1,2 1 1,0 0 0,1 0-1,0 1 1,1 0 0,0 0-1,2 1 1,0-1 0,0 1-1,1 0 1,1 0 0,1 0-1,1 0 1,1 20 0,0-24-515,0 0 1,2 0-1,-1 0 1,1 0-1,1 0 1,0-1 0,1 1-1,0-1 1,1 0-1,0-1 1,1 1-1,0-1 1,0-1 0,1 1-1,0-1 1,1-1-1,0 1 1,0-1-1,1-1 1,20 12 0,-25-16-254,-1 0 0,1-1 1,0 1-1,0-1 1,1 0-1,-1-1 1,0 1-1,1-1 0,-1 0 1,1-1-1,-1 1 1,1-1-1,-1 0 1,11-2-1,-5 1-569,36-7-2227,-7-7-3479,-8 2-2605</inkml:trace>
</inkml:ink>
</file>

<file path=ppt/ink/ink2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2.827"/>
    </inkml:context>
    <inkml:brush xml:id="br0">
      <inkml:brushProperty name="width" value="0.035" units="cm"/>
      <inkml:brushProperty name="height" value="0.035" units="cm"/>
    </inkml:brush>
  </inkml:definitions>
  <inkml:trace contextRef="#ctx0" brushRef="#br0">10 20 6441,'-10'10'3186,"12"-16"2456,4-6-2040,-4 3-4357,17 6 1654,-13 3-837,1 1 0,-1-1 0,0 1 0,0 1-1,0-1 1,-1 1 0,1 0 0,0 0 0,-1 1 0,1-1 0,-1 1-1,0 0 1,0 1 0,0-1 0,0 1 0,0 0 0,4 6 0,-3-4-8,0 0 0,-1 1 1,0-1-1,-1 1 1,1 0-1,-1 0 0,-1 0 1,1 1-1,-1-1 0,-1 1 1,1 0-1,-1 0 1,1 12-1,-3-5 71,0 1 0,-1-1 0,-1 0-1,0 0 1,-9 28 0,3-15 120,-2-1 0,-19 39-1,-75 114 1481,104-179-1713,0 0 0,0 0-1,0 0 1,0 0 0,0 0-1,1 0 1,-1 0 0,0 0 0,0 0-1,1 0 1,-1 0 0,1 0-1,-1 0 1,1 0 0,-1 0-1,1 0 1,-1 0 0,1 0 0,0-1-1,-1 1 1,3 1 0,-2-1 7,1 2-65,0 0 1,0-1 0,1 1-1,-1-1 1,1 0-1,0 1 1,-1-1-1,1-1 1,0 1-1,0 0 1,1-1-1,-1 1 1,0-1 0,0 0-1,1 0 1,-1 0-1,0-1 1,1 1-1,-1-1 1,1 0-1,6 0 1,5 0-730,0-2 0,0 0 0,25-6 0,99-29-8848,-86 22 1955</inkml:trace>
</inkml:ink>
</file>

<file path=ppt/ink/ink2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42.983"/>
    </inkml:context>
    <inkml:brush xml:id="br0">
      <inkml:brushProperty name="width" value="0.035" units="cm"/>
      <inkml:brushProperty name="height" value="0.035" units="cm"/>
    </inkml:brush>
  </inkml:definitions>
  <inkml:trace contextRef="#ctx0" brushRef="#br0">10 101 8217,'0'0'8466,"1"-3"-7210,4-38 1601,-4 17-4436,-1 21-304,-1 0-884,-5-9-1788,-3-2-2473</inkml:trace>
</inkml:ink>
</file>

<file path=ppt/ink/ink2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3.946"/>
    </inkml:context>
    <inkml:brush xml:id="br0">
      <inkml:brushProperty name="width" value="0.035" units="cm"/>
      <inkml:brushProperty name="height" value="0.035" units="cm"/>
    </inkml:brush>
  </inkml:definitions>
  <inkml:trace contextRef="#ctx0" brushRef="#br0">196 69 13109,'-4'-7'1198,"-1"-1"-1,-1 1 1,1 1-1,-1-1 0,-1 1 1,-7-6-1,7 5 3177,-22-2-277,12 133-2737,11-66-638,-15 59 1,-2-6-723,4 1 0,6 0 0,0 132 0,14-197 0,1-1 0,3 0 0,18 80 0,-20-114 0,1 0 0,0 0 0,0 0 0,1-1 0,1 0 0,9 15 0,13 16 0,52 60 0,-73-94 0,0 0 0,1-1 0,0 1 0,0-1 0,0-1 0,1 0 0,0 0 0,1 0 0,-1-1 0,1-1 0,0 0 0,0 0 0,0-1 0,12 3 0,-12-3 0,21 4-474,1 0-1,-1-2 1,1-1 0,0-2 0,-1-1-1,1-1 1,0-2 0,33-6 0,-35 3-478,-1-2 0,0-2 0,0 0 0,0-2 0,-2-1 0,1-1 0,-2-2 0,0 0 0,0-2 0,-2-1 0,0-1 0,-1-1 0,34-37 0,-1-14-11235</inkml:trace>
</inkml:ink>
</file>

<file path=ppt/ink/ink2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4.123"/>
    </inkml:context>
    <inkml:brush xml:id="br0">
      <inkml:brushProperty name="width" value="0.035" units="cm"/>
      <inkml:brushProperty name="height" value="0.035" units="cm"/>
    </inkml:brush>
  </inkml:definitions>
  <inkml:trace contextRef="#ctx0" brushRef="#br0">23 118 11009,'-22'6'2512,"22"-29"-280,3-3-207,-6 6-473,3 3-368,12 5-220,-2 4-204,9-1-204,22 1-376,4 8-284,5 0-568,14 5-628,3-2-676,-1 0-853,-2 9-1879,2 5-3693</inkml:trace>
</inkml:ink>
</file>

<file path=ppt/ink/ink2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4.302"/>
    </inkml:context>
    <inkml:brush xml:id="br0">
      <inkml:brushProperty name="width" value="0.035" units="cm"/>
      <inkml:brushProperty name="height" value="0.035" units="cm"/>
    </inkml:brush>
  </inkml:definitions>
  <inkml:trace contextRef="#ctx0" brushRef="#br0">105 24 10301,'-51'14'2500,"22"-20"1805,17 1-2429,-1-4 1772,35 3-2864,4-2-580,18 8-332,36-3-396,-4 3-576,9 0-440,11 3-508,-1-3-717,-3 3-1747,3 5-3505</inkml:trace>
</inkml:ink>
</file>

<file path=ppt/ink/ink2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4.595"/>
    </inkml:context>
    <inkml:brush xml:id="br0">
      <inkml:brushProperty name="width" value="0.035" units="cm"/>
      <inkml:brushProperty name="height" value="0.035" units="cm"/>
    </inkml:brush>
  </inkml:definitions>
  <inkml:trace contextRef="#ctx0" brushRef="#br0">17 20 9809,'9'-3'1903,"-9"0"506,-14-5 1828,3 2 1011,13 10-4250,2 5-780,1 0-1,1 0 0,-1 0 1,2-1-1,-1 0 0,1-1 1,0 1-1,10 6 0,74 55 103,-54-42-675,31 24-613,128 85-4423,-170-121 4277,0-1 1,1-2-1,1 0 0,0-2 0,1-1 0,32 5 0,-56-13 1093,0 0-1,0 0 1,0 0-1,0-1 1,0 0-1,0 0 1,0 0-1,0-1 1,0 1-1,0-1 1,0-1-1,0 1 1,-1-1-1,1 1 1,0-2-1,-1 1 1,1 0-1,-1-1 1,0 0-1,0 0 1,0 0-1,0 0 1,0 0-1,-1-1 1,0 0-1,0 0 1,0 0-1,0 0 1,0 0-1,-1-1 1,1 1-1,-1-1 1,1-5-1,0 2 321,0 0-1,-1-1 1,-1 1 0,1 0-1,-1 0 1,0-1-1,-1 1 1,0-1-1,-1 1 1,0-1-1,0 1 1,0 0-1,-1 0 1,0-1-1,-1 1 1,0 1 0,0-1-1,-8-13 1,5 12 93,0 1 0,-1 1 0,0-1-1,0 1 1,0 0 0,-1 1 0,0 0 0,0 0 0,0 0 0,-1 1 0,0 0 0,0 1 0,0 0 0,-1 1 0,-14-4 0,5 3-34,0 0 1,-1 2-1,0 0 0,1 1 0,-1 1 1,0 1-1,1 1 0,-1 0 0,1 2 0,-1 0 1,-25 10-1,23-6-409,0 1-1,1 1 1,0 1 0,1 1-1,0 1 1,1 1 0,1 0-1,0 1 1,-19 22 0,11-9-942,-4 3-1608,-33 47-1,53-64 683,1 1-1,1 0 0,-11 25 0,-4 24-8589</inkml:trace>
</inkml:ink>
</file>

<file path=ppt/ink/ink2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5.019"/>
    </inkml:context>
    <inkml:brush xml:id="br0">
      <inkml:brushProperty name="width" value="0.035" units="cm"/>
      <inkml:brushProperty name="height" value="0.035" units="cm"/>
    </inkml:brush>
  </inkml:definitions>
  <inkml:trace contextRef="#ctx0" brushRef="#br0">12 57 12221,'12'-8'619,"0"1"1,1 0-1,0 1 0,1 0 0,-1 1 0,1 1 1,0 0-1,0 1 0,0 0 0,1 1 0,-1 1 1,28 1-1,-29 0-499,-1 1 0,1 1 0,0 0 1,0 1-1,-1 0 0,0 1 0,1 0 0,-1 1 0,-1 0 0,1 1 1,-1 0-1,0 1 0,0 1 0,-1-1 0,9 10 0,-14-11-101,-1-1 1,0 1-1,0 0 0,-1-1 0,0 2 0,0-1 0,0 0 0,-1 1 0,0-1 0,0 1 0,0 0 1,-1-1-1,0 1 0,-1 0 0,1 0 0,-1 0 0,-1 0 0,1 0 0,-1-1 0,-3 14 0,-5 13 15,-1 0 1,-1-1-1,-16 32 0,10-26-10,17-37-23,-13 29 15,2-1-1,0 2 1,-9 50 0,19-72-14,0-1 1,0 1-1,0 0 0,1-1 0,1 1 0,0-1 1,0 1-1,0-1 0,1 1 0,0-1 0,1 0 0,0 0 1,0 0-1,1 0 0,0 0 0,0-1 0,1 0 1,9 12-1,9 4 21,44 34 0,-45-40-5,0 1 0,-1 1 0,-1 1 0,19 25 0,-34-39-9,-1 0 0,0 0 0,-1 1 1,1-1-1,-1 1 0,0 0 0,-1 0 0,0 0 0,0 0 1,0 0-1,-1 0 0,0 1 0,-1-1 0,1 0 0,-2 1 1,1-1-1,-1 0 0,0 1 0,0-1 0,-4 10 0,1-4 34,-2 0 0,0 0 0,-1-1 0,0 0 0,0 0 0,-2-1-1,1 0 1,-1 0 0,-15 13 0,-14 10 126,-52 35 0,49-38-115,-19 14-111,-109 86 21,64-38-3051,103-91 2249,-9 8 341,10-4-6781,9 4-1955</inkml:trace>
</inkml:ink>
</file>

<file path=ppt/ink/ink2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6.751"/>
    </inkml:context>
    <inkml:brush xml:id="br0">
      <inkml:brushProperty name="width" value="0.035" units="cm"/>
      <inkml:brushProperty name="height" value="0.035" units="cm"/>
    </inkml:brush>
  </inkml:definitions>
  <inkml:trace contextRef="#ctx0" brushRef="#br0">103 102 8609,'-10'37'9804,"-12"-58"-5668,-45 3-755,64 17-636,10 0-2427,519-48 669,9 27-1020,-199 9-401,116 2-1789,-158 9-3776,-291 2 5198,1 0 1,-1 0-1,1 0 0,-1 0 0,1 1 0,-1-1 1,1 1-1,-1 0 0,0 0 0,4 1 0,12 5-8697</inkml:trace>
</inkml:ink>
</file>

<file path=ppt/ink/ink2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7.001"/>
    </inkml:context>
    <inkml:brush xml:id="br0">
      <inkml:brushProperty name="width" value="0.035" units="cm"/>
      <inkml:brushProperty name="height" value="0.035" units="cm"/>
    </inkml:brush>
  </inkml:definitions>
  <inkml:trace contextRef="#ctx0" brushRef="#br0">233 46 13117,'-4'-5'588,"-1"1"-1,1 0 1,-1 0 0,1 1-1,-1-1 1,0 1-1,-1 0 1,1 1-1,0-1 1,-1 1 0,1 0-1,-1 0 1,0 1-1,0-1 1,0 2 0,-6-2-1,11 3-442,-1 0 1,1 0-1,0 0 1,-1 0-1,1 0 0,0 0 1,0 0-1,0 0 0,0 1 1,0-1-1,0 0 0,0 1 1,0-1-1,1 1 0,-1-1 1,1 1-1,-1-1 0,1 1 1,-1-1-1,1 1 0,0-1 1,-1 3-1,3 5 63,0 1 1,0-1-1,0 0 0,1 0 0,1 0 1,7 14-1,-7-14-88,20 37 395,2-1-1,43 56 0,19 32 13,-67-96-543,-1 1 0,-2 0 0,-2 2 0,-2 0-1,-2 1 1,13 69 0,-22-85-287,0 0 0,-2 0 0,-1 0 0,-1 0-1,-1-1 1,-1 1 0,-1 0 0,-1-1 0,-1 0 0,-2 0-1,0 0 1,-20 39 0,12-36-511,-1-1-1,-1-1 1,-1 0-1,-39 38 1,-100 76-6296,121-109 4625,-62 55-6907</inkml:trace>
</inkml:ink>
</file>

<file path=ppt/ink/ink2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7.656"/>
    </inkml:context>
    <inkml:brush xml:id="br0">
      <inkml:brushProperty name="width" value="0.035" units="cm"/>
      <inkml:brushProperty name="height" value="0.035" units="cm"/>
    </inkml:brush>
  </inkml:definitions>
  <inkml:trace contextRef="#ctx0" brushRef="#br0">45 92 12377,'-21'-71'6556,"20"70"-6335,1 0-1,-1 0 1,0 0-1,1 0 1,-1 0-1,0 0 1,0 0-1,1 0 1,-1 1-1,0-1 1,0 0-1,0 0 1,0 1-1,0-1 1,0 0-1,0 1 1,-2-1-1,-4-4 4374,10 38-3486,1 1 0,2-1 0,17 55 0,-10-38-515,-9-33-532,15 57 32,14 110-1,-14 254-334,-28 0-459,-1-1-420,10-433 971,4 134-2933,6-70-623,8-4-4931,-2-30-3506</inkml:trace>
</inkml:ink>
</file>

<file path=ppt/ink/ink2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8.463"/>
    </inkml:context>
    <inkml:brush xml:id="br0">
      <inkml:brushProperty name="width" value="0.035" units="cm"/>
      <inkml:brushProperty name="height" value="0.035" units="cm"/>
    </inkml:brush>
  </inkml:definitions>
  <inkml:trace contextRef="#ctx0" brushRef="#br0">44 199 8485,'-37'22'1429,"30"-18"5346,222 1-3809,1623-58-2052,-960 24-1561,1778-2-1536,-1813 27 1757,3709 39 617,-4316-30-41,564 7 591,-789-12-703,6 0 208,-1 0 0,0-1 0,1 0 1,29-8-1,-69-16 536,10 16-408,0-1 1,1 0-1,-20-23 1,31 32-361,0-1 0,0 1 0,0 0 0,1-1 0,-1 1 0,0-1 0,1 1 0,-1-1 0,1 1 0,0-1 0,0 1 0,-1-1 0,1 1 0,0-1 0,0 1 0,0-1 0,1 1 0,-1-1 0,0 1 0,0-1 0,1 1 0,-1-1 0,1 1 0,0-1 0,-1 1 0,1 0 0,0-1 0,0 1 0,-1 0 0,1 0 0,0 0 0,1-1 0,-1 1 0,0 0 0,0 0 0,0 0-1,1 1 1,-1-1 0,0 0 0,1 0 0,-1 1 0,0-1 0,3 0 0,4-2-5,1 1 0,-1 0 0,1 1-1,-1 0 1,1 0 0,-1 1 0,1 0-1,14 1 1,-5 2-9,1 1 1,34 10-1,-49-12-4,-1 0 1,0 1-1,1-1 0,-1 1 1,0-1-1,0 1 0,-1 0 1,1 0-1,3 5 1,-4-6-7,-2 2-2788,-10-7 1216,-21-13-2603,22 12 621,-4-2-3916</inkml:trace>
</inkml:ink>
</file>

<file path=ppt/ink/ink2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4:59.678"/>
    </inkml:context>
    <inkml:brush xml:id="br0">
      <inkml:brushProperty name="width" value="0.035" units="cm"/>
      <inkml:brushProperty name="height" value="0.035" units="cm"/>
    </inkml:brush>
  </inkml:definitions>
  <inkml:trace contextRef="#ctx0" brushRef="#br0">0 660 6249,'26'-25'7402,"-17"-2"-5760,-6 25-1524,1 0 1,0 0-1,0 1 0,0-1 0,1 1 0,-1 0 0,0 1 0,9-2 0,10-1 186,19-4 240,1 1-1,0 3 1,51 2-1,135 16 1083,-58-1-1009,545-2 172,4-28-702,661-49-302,-566 22-297,4244-180-317,-3311 134 2219,-1641 83-1129,0-5 0,-1-4 0,187-53 0,-241 54-245,0 2-1,0 2 1,72-5-1,164 8-10,-183 6 18,877 21-7,-962-19-42,39 8 0,-61-6 22,0-1 1,0 1 0,-1-1-1,1 1 1,-1-1 0,1 0-1,-1 0 1,-6 3 0,-7-2-116,1-2 0,-1 0 0,0 0-1,1-2 1,-30-3 0,29 2-118,-23-2-1494,-61-14 0,82 13-197,1 0 0,-1-2 0,-16-8 0,0-5-5817</inkml:trace>
</inkml:ink>
</file>

<file path=ppt/ink/ink2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0.354"/>
    </inkml:context>
    <inkml:brush xml:id="br0">
      <inkml:brushProperty name="width" value="0.035" units="cm"/>
      <inkml:brushProperty name="height" value="0.035" units="cm"/>
    </inkml:brush>
  </inkml:definitions>
  <inkml:trace contextRef="#ctx0" brushRef="#br0">17 86 5821,'-1'0'119,"0"0"0,1 0 0,-1 0 1,0 0-1,0 0 0,0 0 1,1 0-1,-1 0 0,0 0 1,0-1-1,0 1 0,1 0 1,-1 0-1,0-1 0,1 1 0,-1-1 1,0 1-1,1-1 0,-2 0 1,14-6 3955,19 1-774,-12 4-4234,934-37 2458,-928 39-1494,533-20 145,-506 19-170,-48 1-22,0 0-51,5 1-532,11 0 886,-13-2-3598,0-1-3318,7-3 3560</inkml:trace>
</inkml:ink>
</file>

<file path=ppt/ink/ink2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0.620"/>
    </inkml:context>
    <inkml:brush xml:id="br0">
      <inkml:brushProperty name="width" value="0.035" units="cm"/>
      <inkml:brushProperty name="height" value="0.035" units="cm"/>
    </inkml:brush>
  </inkml:definitions>
  <inkml:trace contextRef="#ctx0" brushRef="#br0">352 5 4996,'-3'-1'294,"0"0"-1,0 1 0,0-1 0,0 1 0,0-1 0,0 1 0,-1 0 0,1 0 1,0 0-1,0 1 0,0-1 0,0 1 0,-3 1 0,-21 1 6688,9-9-5961,11 5-469,6 14-90,4 41 407,-1 1 0,-7 60 0,-105 521 923,52-354-1583,57-277-213,-69 428-879,62-355-242,3 1 0,4 0 0,14 120 0,-6-157-2461,20 59 0,-25-92 2360,5 10-4711</inkml:trace>
</inkml:ink>
</file>

<file path=ppt/ink/ink2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1.902"/>
    </inkml:context>
    <inkml:brush xml:id="br0">
      <inkml:brushProperty name="width" value="0.035" units="cm"/>
      <inkml:brushProperty name="height" value="0.035" units="cm"/>
    </inkml:brush>
  </inkml:definitions>
  <inkml:trace contextRef="#ctx0" brushRef="#br0">77 169 4236,'-1'-1'134,"0"0"0,1 0 0,-1 0 0,0 0 0,1 0 0,-1 0 0,0 0 0,1-1 0,0 1 0,-1 0-1,1 0 1,0-1 0,-1 1 0,1 0 0,0-1 0,0 1 0,0 0 0,0-1 0,0 1 0,1 0 0,-1 0 0,0-1-1,1 1 1,-1 0 0,1-3 0,1 1 126,0-1-1,1 1 1,-1 0 0,0 0-1,1 0 1,0 0-1,3-2 1,-5 4 471,17-21 2592,-16 19-2718,13-10-200,-5 8 3680,-17-13-2709,3 5 609,1 6-2175,3 6 438,-1-1 1,1 0-1,-1 1 0,0-1 1,0 1-1,1-1 0,-1 1 1,0-1-1,0 1 0,-1 0 0,1-1 1,0 1-1,0 0 0,-1 0 1,1 0-1,-1 0 0,-1-1 0,2 8 489,1 1-1,0-1 0,0 1 0,1 0 1,2 12-1,2 20 1029,-1 117-1765,-25 239 0,13-302 0,-17 167-372,-7 101-1720,19-163-3906,3-68-2598,1-31-4129</inkml:trace>
</inkml:ink>
</file>

<file path=ppt/ink/ink2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2.479"/>
    </inkml:context>
    <inkml:brush xml:id="br0">
      <inkml:brushProperty name="width" value="0.035" units="cm"/>
      <inkml:brushProperty name="height" value="0.035" units="cm"/>
    </inkml:brush>
  </inkml:definitions>
  <inkml:trace contextRef="#ctx0" brushRef="#br0">367 112 5424,'-22'-28'3962,"12"15"-2311,0 1 1,-1 0-1,0 0 0,0 1 0,-17-11 1,26 20 861,-1 6-1750,-1 1-545,0 0 0,0 1 0,0-1 1,1 1-1,0 0 0,0 0 0,0 0 0,1 0 0,-4 13 0,2 8 403,2 1 1,0 36-1,1 236 2108,-9-49-1841,-84 488 0,14-177-3829,52-186-3058,26-323 1352,5 61-1,5-41-5253</inkml:trace>
</inkml:ink>
</file>

<file path=ppt/ink/ink2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3.247"/>
    </inkml:context>
    <inkml:brush xml:id="br0">
      <inkml:brushProperty name="width" value="0.035" units="cm"/>
      <inkml:brushProperty name="height" value="0.035" units="cm"/>
    </inkml:brush>
  </inkml:definitions>
  <inkml:trace contextRef="#ctx0" brushRef="#br0">198 163 5653,'0'-3'1749,"2"-28"1832,-1 28-2085,6-8 932,-6 10-2103,0 0-1,-1 0 1,1 0-1,-1 1 1,1-1 0,0 0-1,-1 0 1,0 0-1,1 0 1,-1 0-1,0 0 1,1 0-1,-1 0 1,0 0-1,0 0 1,0 0-1,0 0 1,0 0-1,0 0 1,0-1 0,0 1-1,0 0 1,0 0-1,-1 0 1,1 0-1,0 0 1,-1-1-1,-6-10-1041,5 10 905,1-2 49,-4-31 435,5 31 310,-1 1-508,-10-20 307,10 20-107,-1 7-473,-3 6-52,1 0 1,0 0-1,0 0 1,1 0-1,1 1 1,0-1-1,-1 17 1,2 83 895,1-29-282,-71 716 1060,22-344-5251,34-299 1471,0 89-2777,11-80-3234,4-40-3274</inkml:trace>
</inkml:ink>
</file>

<file path=ppt/ink/ink2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4.177"/>
    </inkml:context>
    <inkml:brush xml:id="br0">
      <inkml:brushProperty name="width" value="0.035" units="cm"/>
      <inkml:brushProperty name="height" value="0.035" units="cm"/>
    </inkml:brush>
  </inkml:definitions>
  <inkml:trace contextRef="#ctx0" brushRef="#br0">19 155 10925,'-18'1'10795,"30"-11"-8234,37-13-2405,55-7 156,2 4 0,161-17-1,-211 37-975,80-11-5421,-133 16 4315</inkml:trace>
</inkml:ink>
</file>

<file path=ppt/ink/ink2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4.321"/>
    </inkml:context>
    <inkml:brush xml:id="br0">
      <inkml:brushProperty name="width" value="0.035" units="cm"/>
      <inkml:brushProperty name="height" value="0.035" units="cm"/>
    </inkml:brush>
  </inkml:definitions>
  <inkml:trace contextRef="#ctx0" brushRef="#br0">149 0 6425,'-2'2'242,"0"-1"0,0 0 1,0 0-1,0 0 0,-1 0 0,1 0 1,0 0-1,0 0 0,-1-1 1,1 1-1,0-1 0,-1 0 1,1 0-1,-1 0 0,1 0 1,0 0-1,-1 0 0,1 0 1,0-1-1,-1 1 0,1-1 0,-3-1 1,3 3 203,0 1 0,1 0 0,-1-1 0,0 1 1,1 0-1,0 0 0,-1 0 0,1 0 0,0 0 0,-1 3 1,-5 12 458,0 1 1,2 0 0,0 0 0,1 0 0,0 1-1,2-1 1,-1 35 0,-3 16 308,-7 64-841,3 147 0,5-116-3608,1-83-318,3 0-3456,3-29-2322</inkml:trace>
</inkml:ink>
</file>

<file path=ppt/ink/ink2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4.728"/>
    </inkml:context>
    <inkml:brush xml:id="br0">
      <inkml:brushProperty name="width" value="0.035" units="cm"/>
      <inkml:brushProperty name="height" value="0.035" units="cm"/>
    </inkml:brush>
  </inkml:definitions>
  <inkml:trace contextRef="#ctx0" brushRef="#br0">1 154 9893,'6'-7'1618,"-2"9"-517,5 3 2082,-11-4-2917,0 1 0,1-1 0,0 0 1,-1 0-1,1 1 0,-1-1 0,1 1 0,0-1 1,0 1-1,0-1 0,0 1 0,0 0 0,0 0 1,0 2-1,9 2-25,1 1 1,-1-1 0,0 2-1,-1-1 1,0 1-1,11 15 1,37 62 508,-36-53-592,19 33 125,28 73 1,-59-121 321,-1 2 0,-1-1-1,3 21 1,-7-36 130,-4-5-570,0 1 0,0-2 0,1 1 0,0 0 0,-1 0 0,1-1 0,0 1 0,0-1 0,0 0 0,-3-5 0,0-8-3,0-1 0,0 0 0,2 0 0,0-1 1,1 1-1,0-1 0,2-19 0,0 33-134,-1-18-183,1 1 0,1 0 0,1-1-1,1 1 1,1 0 0,0 0 0,2 1 0,0-1 0,1 1-1,17-32 1,-9 26-1224,1 0 1,24-29-1,-32 45 30,0 0 1,1 1-1,0 0 1,1 0-1,0 1 1,1 0-1,20-11 0,19 2-8283</inkml:trace>
</inkml:ink>
</file>

<file path=ppt/ink/ink2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5.227"/>
    </inkml:context>
    <inkml:brush xml:id="br0">
      <inkml:brushProperty name="width" value="0.035" units="cm"/>
      <inkml:brushProperty name="height" value="0.035" units="cm"/>
    </inkml:brush>
  </inkml:definitions>
  <inkml:trace contextRef="#ctx0" brushRef="#br0">4 201 8241,'0'0'10257,"0"-3"-8819,-1-3-989,0 5-389,1-1 0,-1 1 1,1 0-1,0 0 0,-1 0 0,1 0 0,0-1 0,0 1 1,0 0-1,0 0 0,0-1 0,0 1 0,1 0 0,-1 0 1,0 0-1,1 0 0,-1-1 0,0 1 0,1 0 0,-1 0 1,1 0-1,0 0 0,-1 0 0,1 0 0,0 0 0,0 0 1,0 0-1,-1 1 0,1-1 0,0 0 0,0 0 0,0 1 1,0-1-1,0 1 0,1-1 0,-1 1 0,2-1 0,48-22 204,2 2-1,0 2 0,1 3 1,0 3-1,62-8 1,-6-2-1786,-44 7-2346,-62 15 1807</inkml:trace>
</inkml:ink>
</file>

<file path=ppt/ink/ink2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5.402"/>
    </inkml:context>
    <inkml:brush xml:id="br0">
      <inkml:brushProperty name="width" value="0.035" units="cm"/>
      <inkml:brushProperty name="height" value="0.035" units="cm"/>
    </inkml:brush>
  </inkml:definitions>
  <inkml:trace contextRef="#ctx0" brushRef="#br0">45 1 8501,'0'0'12366,"-2"3"-10734,-4 5-1201,1 1-1,0 0 1,0 0 0,1 0-1,1 1 1,-1-1-1,1 1 1,1 0-1,0 0 1,1 0-1,-1 0 1,2 15-1,1 12-925,2 0-1,9 42 0,2 27-4019,-13-95 3772,0 12-2231,1-1 0,6 24 0,6 6-6471</inkml:trace>
</inkml:ink>
</file>

<file path=ppt/ink/ink2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5.794"/>
    </inkml:context>
    <inkml:brush xml:id="br0">
      <inkml:brushProperty name="width" value="0.035" units="cm"/>
      <inkml:brushProperty name="height" value="0.035" units="cm"/>
    </inkml:brush>
  </inkml:definitions>
  <inkml:trace contextRef="#ctx0" brushRef="#br0">0 106 8713,'16'-26'1943,"-12"20"-241,-1 7-145,4 1-1019,1 0 0,-1 1 0,0 0-1,0 0 1,0 1 0,0 0 0,0 0 0,-1 1-1,1-1 1,-1 1 0,-1 1 0,9 8 0,11 15 96,28 40 1,-45-57-286,6 10-123,-1 0 0,-2 1 0,0 0 0,8 28 0,-7-22-5,-6-7 92,8 35 1,-4-14 531,-9-39-620,-1-1-1,1 1 0,-1-1 0,0 1 0,0-1 0,0 0 1,0 1-1,-2 5 0,-3-2 1258,-4-21-838,7 7-582,0-1 0,1 0 0,-1 0 0,2 0 0,-1 0 0,1 1 0,0-1 0,1 0 0,2-10 0,17-76 209,-15 75-266,9-32-746,35-90 1,-39 119-641,1 1-1,16-25 1,-18 34-781,0 0 0,1 0 0,1 0 0,15-12 0,-8 12-8807</inkml:trace>
</inkml:ink>
</file>

<file path=ppt/ink/ink2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6.825"/>
    </inkml:context>
    <inkml:brush xml:id="br0">
      <inkml:brushProperty name="width" value="0.035" units="cm"/>
      <inkml:brushProperty name="height" value="0.035" units="cm"/>
    </inkml:brush>
  </inkml:definitions>
  <inkml:trace contextRef="#ctx0" brushRef="#br0">0 27 4664,'0'0'937,"13"-15"-2858,0 4 1225</inkml:trace>
</inkml:ink>
</file>

<file path=ppt/ink/ink2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09.586"/>
    </inkml:context>
    <inkml:brush xml:id="br0">
      <inkml:brushProperty name="width" value="0.035" units="cm"/>
      <inkml:brushProperty name="height" value="0.035" units="cm"/>
    </inkml:brush>
  </inkml:definitions>
  <inkml:trace contextRef="#ctx0" brushRef="#br0">80 189 6301,'0'0'17892,"-18"-13"-17459,11 8 2517,2 5-2842,1-1-1,-1-1 1,1 1 0,-1-1-1,1 1 1,0-1 0,-1 0 0,1-1-1,0 1 1,-5-5 0,7 5-90,33-13-42,-7 5 5,-22 9 63,14-20-91,-19 110 374,0-47-199,2 0 0,5 50 0,3-35-69,2 0 1,2 0-1,3-1 1,3 0-1,24 55 1,-37-101-11,1-1 1,0 1-1,0-1 0,1 0 1,1 0-1,12 14 1,-16-20-11,0-1 1,0 1 0,0-1-1,0 0 1,0 0 0,1-1-1,-1 1 1,0 0-1,1-1 1,0 0 0,-1 0-1,1 0 1,-1 0 0,1-1-1,0 0 1,0 1 0,-1-1-1,1 0 1,0-1 0,0 1-1,-1-1 1,1 0 0,6-2-1,0-1 28,-1 0 0,0 0 0,0-1 0,0-1-1,0 1 1,-1-2 0,0 1 0,-1-1 0,1 0 0,11-15 0,5-10 82,30-49 0,-49 72-154,108-209-49,-78 144-1792,71-112 0,-41 100-2069,5 10-4412,-57 64 3131,5 7-2763</inkml:trace>
</inkml:ink>
</file>

<file path=ppt/ink/ink2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0.087"/>
    </inkml:context>
    <inkml:brush xml:id="br0">
      <inkml:brushProperty name="width" value="0.035" units="cm"/>
      <inkml:brushProperty name="height" value="0.035" units="cm"/>
    </inkml:brush>
  </inkml:definitions>
  <inkml:trace contextRef="#ctx0" brushRef="#br0">242 186 7289,'-1'1'80,"1"-1"0,-1 0 0,0 1 1,1-1-1,-1 0 0,1 0 0,-1 1 1,0-1-1,1 0 0,-1 0 0,0 0 0,1 0 1,-1 0-1,0 0 0,1 0 0,-1 0 1,0 0-1,1 0 0,-1 0 0,0 0 1,1-1-1,-1 1 0,0 0 0,1 0 1,-1-1-1,1 1 0,-2-1 0,13-13 2493,-3 5 1560,-31 30-2264,12-6-1574,-13 14 74,2 1 0,-28 53-1,6-5-83,25-45-179,-28 64 0,45-94-77,9-4-23,0-1 1,-1 0 0,1-1 0,-1 1-1,0-1 1,0 0 0,0 0 0,0-1 0,9-7-1,4-3 9,12-3-11,1 0-1,45-16 1,-66 29 34,1 0 1,0 1 0,0 1 0,0 0 0,0 1-1,0 0 1,0 0 0,1 1 0,-1 1 0,17 3 0,-22-2 25,0 0 0,0 1 0,0 0 1,0 0-1,-1 1 0,1 0 0,-1 0 1,0 0-1,0 1 0,-1 0 1,1 0-1,-1 1 0,0-1 0,7 12 1,-10-14 5,0-1 121,18 0 164,-18-2-340,0 0 0,1 0 0,-1-1 0,0 0-1,1 1 1,-1-1 0,0 0 0,0 0-1,0 0 1,0 0 0,0-1 0,0 1 0,0 0-1,0-1 1,0 0 0,0 1 0,-1-1 0,1 0-1,-1 0 1,1 0 0,-1 0 0,0 0-1,0 0 1,1-3 0,7-12 56,-1 0 0,6-19 0,-11 27-34,9-32 87,-1 0 0,7-62-1,-12 66-87,23-127 146,-28 162-191,30 20-455,-25-11 10,1 1-1,-1 1 1,0-1 0,0 1 0,-1 0-1,-1 0 1,7 16 0,-5-11-637,0-1 0,15 23 0,-4-12-3223,19 37 0,-30-49-40</inkml:trace>
</inkml:ink>
</file>

<file path=ppt/ink/ink2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0.214"/>
    </inkml:context>
    <inkml:brush xml:id="br0">
      <inkml:brushProperty name="width" value="0.035" units="cm"/>
      <inkml:brushProperty name="height" value="0.035" units="cm"/>
    </inkml:brush>
  </inkml:definitions>
  <inkml:trace contextRef="#ctx0" brushRef="#br0">37 207 7037,'2'-1'109,"0"-1"0,0 0 1,-1 0-1,1 0 0,0 0 1,-1 0-1,0 0 1,1-1-1,-1 1 0,2-5 1,-4 5 70,1 0 1,0 0 0,-1 0-1,0 0 1,1 0 0,-1 0 0,0 0-1,0 0 1,0 0 0,0 1-1,0-1 1,0 0 0,-1 1 0,-1-3-1,-1-2 538,2 0-1,-1 0 0,1 0 0,-1 0 1,2 0-1,-1-1 0,1 1 1,0-1-1,0 1 0,1-1 1,0-10-1,0 15-24,0-2-141,-4-25-381,-13 1-5609</inkml:trace>
</inkml:ink>
</file>

<file path=ppt/ink/ink2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0.938"/>
    </inkml:context>
    <inkml:brush xml:id="br0">
      <inkml:brushProperty name="width" value="0.035" units="cm"/>
      <inkml:brushProperty name="height" value="0.035" units="cm"/>
    </inkml:brush>
  </inkml:definitions>
  <inkml:trace contextRef="#ctx0" brushRef="#br0">2 206 10873,'0'-2'504,"-1"1"0,1-1-1,0 0 1,0 0 0,0 0 0,0 0 0,0 0-1,1 0 1,-1 0 0,1 0 0,-1 0 0,1 0-1,0 0 1,-1 1 0,2-3 0,0 2-261,-1 0 0,0 1 1,1-1-1,0 0 0,-1 1 0,1-1 0,0 1 1,0 0-1,0 0 0,0-1 0,3 0 1,5-1-228,1-1 1,0 2 0,-1 0-1,19-2 1,-5 1 976,818-81 1959,-185 46-2663,-218 24-2928,-404 14 244,52 5 1,-84-5-406</inkml:trace>
</inkml:ink>
</file>

<file path=ppt/ink/ink2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1.080"/>
    </inkml:context>
    <inkml:brush xml:id="br0">
      <inkml:brushProperty name="width" value="0.035" units="cm"/>
      <inkml:brushProperty name="height" value="0.035" units="cm"/>
    </inkml:brush>
  </inkml:definitions>
  <inkml:trace contextRef="#ctx0" brushRef="#br0">185 0 11317,'-45'9'4384,"29"0"-2187,-9 8-77,12-9-328,-6 15-372,-3 11-212,6 1-228,0 2-212,7 11-176,6 4-532,3 5-572,0 3-688,0 0-856,3 0-696,3 3-3277,4-6-5276</inkml:trace>
</inkml:ink>
</file>

<file path=ppt/ink/ink2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1.703"/>
    </inkml:context>
    <inkml:brush xml:id="br0">
      <inkml:brushProperty name="width" value="0.035" units="cm"/>
      <inkml:brushProperty name="height" value="0.035" units="cm"/>
    </inkml:brush>
  </inkml:definitions>
  <inkml:trace contextRef="#ctx0" brushRef="#br0">1 0 11513,'5'12'1512,"-4"-10"869,2 0-1550,3 4-659,1 0 1,-1 0 0,0 1-1,0 0 1,-1 0 0,0 0-1,0 1 1,0-1 0,-1 1-1,-1 0 1,1 1 0,-1-1-1,2 10 1,4 20-73,8 68-1,-8-38-99,10 9 77,16-84-59,-15-1 9,0-2-1,-1 0 1,34-24 0,-32 20 82,0 0 0,41-18 0,-8 12 42,1 2 0,1 3 1,0 2-1,1 2 1,67-3-1,-116 14-106,-1 1-1,0 0 1,0 0 0,0 1 0,0-1 0,0 2 0,0-1-1,8 5 1,3 0-50,-16-6 11,-1 0 0,1 1 1,-1-1-1,1 0 0,-1 1 0,0-1 0,0 1 1,0-1-1,0 1 0,0 0 0,0-1 1,0 1-1,0 0 0,0 3 0,5 7 42,32 46-101,-37-57 49,0 0 1,0 0-1,0 1 1,0-1-1,0 0 1,0 0-1,1 0 1,-1 0-1,0-1 1,1 1-1,-1 0 1,1-1-1,-1 1 1,1 0-1,-1-1 1,1 0-1,-1 1 1,1-1-1,-1 0 1,1 0-1,-1 0 1,1 0-1,0 0 1,-1 0 0,1 0-1,2-1 1,4-1 40,0-1 1,0 0 0,14-7 0,-5 2 120,12-2 234,1 2-1,41-7 1,37 5-143,46-10-523,39-20-1123,-191 40 798,21 2-1796,-12-1 1663,11-1-4779,-14 0 3282,14 0-4065</inkml:trace>
</inkml:ink>
</file>

<file path=ppt/ink/ink2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1.844"/>
    </inkml:context>
    <inkml:brush xml:id="br0">
      <inkml:brushProperty name="width" value="0.035" units="cm"/>
      <inkml:brushProperty name="height" value="0.035" units="cm"/>
    </inkml:brush>
  </inkml:definitions>
  <inkml:trace contextRef="#ctx0" brushRef="#br0">149 81 11213,'-22'-6'2596,"0"0"261,0-5-177,0 2-524,9 1-388,0 2 792,-3 0-1724,-3-2-380,29-4-4196,2 4 376,8 11-2577,2-1-5152</inkml:trace>
</inkml:ink>
</file>

<file path=ppt/ink/ink2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2.400"/>
    </inkml:context>
    <inkml:brush xml:id="br0">
      <inkml:brushProperty name="width" value="0.035" units="cm"/>
      <inkml:brushProperty name="height" value="0.035" units="cm"/>
    </inkml:brush>
  </inkml:definitions>
  <inkml:trace contextRef="#ctx0" brushRef="#br0">72 66 8825,'-39'-2'2172,"31"1"-206,-10 10 1624,17-9-3420,1 0 0,0 0-1,0 0 1,-1 0 0,1 0 0,0 0 0,0 1-1,-1-1 1,1 0 0,0 0 0,0 0 0,-1 0 0,1 0-1,0 1 1,0-1 0,0 0 0,-1 0 0,1 0 0,0 1-1,0-1 1,0 0 0,0 0 0,0 0 0,-1 1 0,1-1-1,0 0 1,0 0 0,0 1 0,0-1 0,0 0 0,0 1-1,0-1 1,0 0 0,0 0 0,0 1 0,0-1 0,0 0-1,0 0 1,0 1 0,0-1 0,0 0 0,0 0 0,1 1-1,-1-1 1,0 0 0,0 0 0,0 1 0,0-1 0,18 9 1795,27 2-1651,37-1 539,0-4 0,154-7 0,-142-2-591,586-26 548,-229-18-5497,-366 29 919,-50 8-635,-17 5 395,1 1-6927</inkml:trace>
</inkml:ink>
</file>

<file path=ppt/ink/ink2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2.652"/>
    </inkml:context>
    <inkml:brush xml:id="br0">
      <inkml:brushProperty name="width" value="0.035" units="cm"/>
      <inkml:brushProperty name="height" value="0.035" units="cm"/>
    </inkml:brush>
  </inkml:definitions>
  <inkml:trace contextRef="#ctx0" brushRef="#br0">191 72 12813,'-87'-49'2372,"79"45"-1589,0 1 0,0 0 0,0 0-1,0 1 1,0 0 0,0 0 0,-1 1-1,1 0 1,0 0 0,-11 1 0,16 0 639,3 8-1089,1-1-1,0 1 1,1 0 0,0-1 0,0 1 0,1-1 0,-1 1 0,2-1 0,-1 0 0,1 0 0,0-1 0,5 7 0,10 11 125,38 39 1,-36-42-124,-12-11-255,218 244 1246,-197-216-1220,-1 2 0,-2 1 0,-2 1 0,36 86 0,-53-106-105,-1 0 1,-2 0-1,0 1 0,-1-1 0,-1 1 0,-1 0 0,-1 0 0,-2 0 0,-5 41 0,2-36-108,-2-1 0,-2 0-1,0-1 1,-2 0-1,0 0 1,-2-1 0,-25 41-1,-114 143-2867,37-83-1870,75-93 1669,8-6-3754,18-10-4046</inkml:trace>
</inkml:ink>
</file>

<file path=ppt/ink/ink2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3.219"/>
    </inkml:context>
    <inkml:brush xml:id="br0">
      <inkml:brushProperty name="width" value="0.035" units="cm"/>
      <inkml:brushProperty name="height" value="0.035" units="cm"/>
    </inkml:brush>
  </inkml:definitions>
  <inkml:trace contextRef="#ctx0" brushRef="#br0">124 399 10933,'-2'-4'951,"-1"0"0,1 0-1,0 0 1,0 0 0,1-1 0,-3-7-1,2-2 5274,5 70-5018,-1-1 1,-3 0-1,-11 75 0,10-112-1065,-61 344 1166,44-265-1137,6 5 66,12-97-209,2-10-42,18-284-112,10-75-186,-27 344 296,11-75-78,3 1-1,42-132 1,-54 215 101,0 0-1,0 0 1,1 1 0,1 0-1,0 0 1,0 0 0,1 1-1,14-16 1,-18 22 16,0 0 1,1 0 0,0 1-1,-1 0 1,1-1-1,0 1 1,0 0-1,0 1 1,0-1-1,1 1 1,-1 0-1,0 0 1,1 0-1,-1 1 1,1-1 0,-1 1-1,0 0 1,1 0-1,-1 1 1,1-1-1,-1 1 1,0 0-1,1 0 1,-1 1-1,0-1 1,4 3-1,7 3 120,-1 1 0,-1 0-1,1 1 1,-1 0-1,-1 1 1,0 1-1,0 0 1,-1 1-1,13 17 1,13 22 322,32 56 1,-53-80-473,230 459 41,-110-198-336,-122-260-1098,2 0 1,29 39-1,-13-31-3221,4-5-4060,-21-20-3314</inkml:trace>
</inkml:ink>
</file>

<file path=ppt/ink/ink2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3.406"/>
    </inkml:context>
    <inkml:brush xml:id="br0">
      <inkml:brushProperty name="width" value="0.035" units="cm"/>
      <inkml:brushProperty name="height" value="0.035" units="cm"/>
    </inkml:brush>
  </inkml:definitions>
  <inkml:trace contextRef="#ctx0" brushRef="#br0">19 169 13181,'-19'-11'4117,"35"5"-2725,0 3-344,-3-5-220,2-1-200,20 3-216,26-2-304,-7-1-396,12 1-380,1-4-532,6-2-336,13 0-249,-1-4-179,-8-4-2144,5 2-3073</inkml:trace>
</inkml:ink>
</file>

<file path=ppt/ink/ink2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3.622"/>
    </inkml:context>
    <inkml:brush xml:id="br0">
      <inkml:brushProperty name="width" value="0.035" units="cm"/>
      <inkml:brushProperty name="height" value="0.035" units="cm"/>
    </inkml:brush>
  </inkml:definitions>
  <inkml:trace contextRef="#ctx0" brushRef="#br0">200 12 9877,'2'-10'6295,"-7"8"-2239,-16 14-691,-23 25-1844,34-25-1065,0 0 1,0 1-1,1 0 0,1 1 0,0 0 0,1 1 0,-10 26 0,2 5 431,-10 57 0,21-80-793,0 1-1,1 0 0,2 0 0,0 0 0,2 0 1,0 0-1,2-1 0,1 1 0,0 0 0,2-1 1,1 0-1,0 0 0,13 23 0,-13-34-407,0 0-1,1-1 0,1 0 0,0-1 1,0 0-1,1 0 0,0-1 1,0-1-1,1 1 0,0-2 0,1 1 1,0-2-1,0 0 0,0 0 0,18 5 1,-17-7-1053,-1-1 1,2 0 0,25 2-1,-27-5-572,1 0 0,-1-1 0,0 0-1,20-5 1,22-9-6722</inkml:trace>
</inkml:ink>
</file>

<file path=ppt/ink/ink2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3.842"/>
    </inkml:context>
    <inkml:brush xml:id="br0">
      <inkml:brushProperty name="width" value="0.035" units="cm"/>
      <inkml:brushProperty name="height" value="0.035" units="cm"/>
    </inkml:brush>
  </inkml:definitions>
  <inkml:trace contextRef="#ctx0" brushRef="#br0">175 0 11529,'-9'6'501,"7"-4"-248,-1 1 1,0-1 0,-1 0 0,1-1 0,0 1 0,0 0-1,-1-1 1,1 0 0,-1 0 0,1 0 0,-1 0 0,0-1-1,1 1 1,-1-1 0,1 0 0,-5 0 0,5 0 16,0 1 1,0-1-1,0 1 1,0-1-1,0 1 1,0 0-1,0 0 1,0 0-1,1 1 1,-1-1-1,0 1 1,1-1-1,-1 1 1,1 0-1,0 0 0,-1 0 1,1 1-1,0-1 1,0 0-1,0 1 1,1-1-1,-1 1 1,1-1-1,-2 5 1,-4 5 480,1 1 0,0 0-1,1 1 1,-4 16 0,6-14-428,0 1 0,2-1 0,-1 1 0,2 0 0,0-1 0,1 1 0,1 0 0,1-1 0,0 1-1,5 15 1,-5-21-336,1 0-1,0-1 0,0 0 0,1 0 0,0 0 0,1-1 0,0 0 0,0 0 0,1 0 0,0 0 0,1-1 0,-1-1 0,2 1 1,-1-1-1,1-1 0,10 7 0,3-2-652,1-1 0,1-1 0,-1-1 0,1-1 0,1-1 0,-1-2 0,37 4 0,-40-7-543,0-1 0,1-1 0,32-6 0,-37 4-543,1-1 0,-1-2-1,0 1 1,25-13 0,0-5-6516</inkml:trace>
</inkml:ink>
</file>

<file path=ppt/ink/ink2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4.233"/>
    </inkml:context>
    <inkml:brush xml:id="br0">
      <inkml:brushProperty name="width" value="0.035" units="cm"/>
      <inkml:brushProperty name="height" value="0.035" units="cm"/>
    </inkml:brush>
  </inkml:definitions>
  <inkml:trace contextRef="#ctx0" brushRef="#br0">229 3 4672,'-2'1'1767,"-7"2"-2446,8-2 1105,0 0 1,0-1-1,0 1 1,-1-1 0,1 1-1,0-1 1,-1 1-1,1-1 1,0 0-1,-1 0 1,1 0-1,-1 1 1,1-1 0,0-1-1,-1 1 1,1 0-1,-1 0 1,1 0-1,0-1 1,-1 1-1,1-1 1,0 1 0,0-1-1,-1 1 1,1-1-1,0 0 1,0 0-1,0 0 1,0 1 0,-2-3-1,1 1 1508,-1 22-1350,2-19-574,1 1 0,-1-1 0,1 1 1,0-1-1,0 1 0,0-1 1,-1 1-1,1-1 0,1 1 0,-1-1 1,0 1-1,0 0 0,0-1 0,1 0 1,-1 1-1,1-1 0,-1 1 1,1-1-1,0 1 0,-1-1 0,2 2 1,21 37 187,53 102 69,-64-116-246,-1 1 0,-1 0 0,9 40 1,-14-32 65,-1-1 0,-3 66-1,-1-66 134,1-15-184,0-15-26,-1 0 0,0 1 0,0-1 1,0 1-1,0-1 0,-1 1 0,1-1 0,-1 0 0,0 1 0,-1-1 1,1 0-1,-3 5 0,-1-1-322,-1-1 1,-1 1-1,1-1 1,-1 0-1,0 0 1,-1-1-1,0 0 1,0 0-1,0-1 1,0 0-1,-12 4 1,-19 8-3197,-54 15 0,43-15 1151,2 2-4473</inkml:trace>
</inkml:ink>
</file>

<file path=ppt/ink/ink2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5.252"/>
    </inkml:context>
    <inkml:brush xml:id="br0">
      <inkml:brushProperty name="width" value="0.035" units="cm"/>
      <inkml:brushProperty name="height" value="0.035" units="cm"/>
    </inkml:brush>
  </inkml:definitions>
  <inkml:trace contextRef="#ctx0" brushRef="#br0">275 1 6557,'0'0'4005,"-3"0"-2261,0 0-1476,1 0 1,-1 0-1,0 1 0,0-1 0,1 1 0,-1 0 0,0 0 0,1 0 0,-1 0 0,1 0 0,-1 0 0,1 1 0,0 0 0,-1-1 0,1 1 0,0 0 0,0 0 0,0 0 0,-2 3 0,-2 4 331,0 0 0,0 1 0,-7 16 0,3-4-33,-21 41 1005,4 1 1,2 1 0,3 1-1,-25 127 1,34-109-988,4 1 0,3 0-1,9 136 1,0-179-526,2 0-1,2 0 1,2-1-1,2 0 1,1-1-1,2 0 1,2-1-1,26 48 1,-30-67-327,0 0 0,1-1 0,0-1 0,2 0 0,0-1 1,2 0-1,-1-1 0,2-1 0,0-1 0,1-1 0,0 0 0,1-1 1,0-1-1,1-1 0,0-1 0,39 11 0,-33-14-486,-1-1 0,1-1 0,0-1 0,1-2 0,-1 0 0,0-2 0,0-1-1,34-7 1,-40 4-591,0-1 0,0-1 0,0-1-1,0 0 1,-1-1 0,27-18 0,14-15-6220</inkml:trace>
</inkml:ink>
</file>

<file path=ppt/ink/ink2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5.423"/>
    </inkml:context>
    <inkml:brush xml:id="br0">
      <inkml:brushProperty name="width" value="0.035" units="cm"/>
      <inkml:brushProperty name="height" value="0.035" units="cm"/>
    </inkml:brush>
  </inkml:definitions>
  <inkml:trace contextRef="#ctx0" brushRef="#br0">41 127 7897,'-31'-32'1384,"27"12"-208,-2 6-312,19 2-168,0 1-128,9 2-8,16-2-384,-3 5-436,9 6-328,-3-5-564,4-1-2188,-1 6-1657</inkml:trace>
</inkml:ink>
</file>

<file path=ppt/ink/ink2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5.564"/>
    </inkml:context>
    <inkml:brush xml:id="br0">
      <inkml:brushProperty name="width" value="0.035" units="cm"/>
      <inkml:brushProperty name="height" value="0.035" units="cm"/>
    </inkml:brush>
  </inkml:definitions>
  <inkml:trace contextRef="#ctx0" brushRef="#br0">1 186 10389,'16'-12'5304,"-7"-5"-4147,1 3-237,22-3-240,22-3-412,-4 3-612,14 2-448,12-2-553,13-3-379,-3 0-2452,12 3-3177</inkml:trace>
</inkml:ink>
</file>

<file path=ppt/ink/ink2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5.752"/>
    </inkml:context>
    <inkml:brush xml:id="br0">
      <inkml:brushProperty name="width" value="0.035" units="cm"/>
      <inkml:brushProperty name="height" value="0.035" units="cm"/>
    </inkml:brush>
  </inkml:definitions>
  <inkml:trace contextRef="#ctx0" brushRef="#br0">0 1 11425,'10'22'3876,"-7"-7"-2303,4-1-341,5-5-264,20 5-240,-3 0-152,12-5-248,6 2-432,-2-2-336,6-4-632,6 1-528,-3 0-301,0-3-615,3 0-1276,-3-3-2505</inkml:trace>
</inkml:ink>
</file>

<file path=ppt/ink/ink2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5.876"/>
    </inkml:context>
    <inkml:brush xml:id="br0">
      <inkml:brushProperty name="width" value="0.035" units="cm"/>
      <inkml:brushProperty name="height" value="0.035" units="cm"/>
    </inkml:brush>
  </inkml:definitions>
  <inkml:trace contextRef="#ctx0" brushRef="#br0">762 15 7989,'-82'-14'2460,"47"14"-308,-25 8-144,18 4-280,1-1-295,-7 6-297,1 1-296,2 7-128,-5 1-164,2 8-152,3 1-336,-2 2-624,-1 6-824,4-1-904,2 10-2801,4 2-4048</inkml:trace>
</inkml:ink>
</file>

<file path=ppt/ink/ink2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6.111"/>
    </inkml:context>
    <inkml:brush xml:id="br0">
      <inkml:brushProperty name="width" value="0.035" units="cm"/>
      <inkml:brushProperty name="height" value="0.035" units="cm"/>
    </inkml:brush>
  </inkml:definitions>
  <inkml:trace contextRef="#ctx0" brushRef="#br0">0 1 11829,'39'149'2232,"-33"-98"-260,-6 9 13,-3 3-121,3 5-296,-3 1-340,-1 11-156,1 6-224,0 5-168,0 9-216,3 6-780,3 5-328,-3 1-496,0-6-564,10-4-532,-1-16-700,10-12-2005,10-8-3900</inkml:trace>
</inkml:ink>
</file>

<file path=ppt/ink/ink2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6.379"/>
    </inkml:context>
    <inkml:brush xml:id="br0">
      <inkml:brushProperty name="width" value="0.035" units="cm"/>
      <inkml:brushProperty name="height" value="0.035" units="cm"/>
    </inkml:brush>
  </inkml:definitions>
  <inkml:trace contextRef="#ctx0" brushRef="#br0">0 20 9265,'3'-2'754,"0"0"-1,-1 0 1,1 0 0,0 0-1,0 1 1,0-1-1,0 1 1,0 0 0,0 0-1,1 0 1,4-1 0,-1 2-726,1-1 0,0 1 0,0 1 0,0-1 0,15 5 0,0-2 793,1 0-597,242 34 1324,-216-27-1500,0 2 0,0 3 0,53 23 1,-96-35-85,0 0-1,0 1 1,0 0 0,0 0 0,-1 1 0,0 0 0,0 0 0,10 10 0,-15-13-3,0 0 1,0 0-1,0 0 1,-1 0-1,1 0 1,0 0-1,-1 0 1,1 0-1,-1 0 1,0 1-1,0-1 0,0 0 1,0 0-1,0 0 1,0 0-1,0 1 1,-1-1-1,1 0 1,-1 0-1,0 0 1,1 0-1,-1 0 1,0 0-1,0 0 0,0 0 1,-2 1-1,-2 5-183,0 0 0,-1-1 0,1 0 0,-10 9-1,1-5-409,-1-1 0,0 0 0,0 0 0,-1-2 0,0 0 0,-1-1 0,-21 6 0,-20 10-2949,-24 14-3584</inkml:trace>
</inkml:ink>
</file>

<file path=ppt/ink/ink2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7.081"/>
    </inkml:context>
    <inkml:brush xml:id="br0">
      <inkml:brushProperty name="width" value="0.035" units="cm"/>
      <inkml:brushProperty name="height" value="0.035" units="cm"/>
    </inkml:brush>
  </inkml:definitions>
  <inkml:trace contextRef="#ctx0" brushRef="#br0">31 4 10877,'0'0'126,"0"-1"-1,0 1 1,0 0 0,0 0 0,0 0-1,0-1 1,0 1 0,1 0 0,-1 0-1,0 0 1,0-1 0,0 1 0,0 0-1,1 0 1,-1 0 0,0 0 0,0 0-1,0 0 1,1-1 0,-1 1-1,0 0 1,0 0 0,0 0 0,1 0-1,-1 0 1,0 0 0,0 0 0,1 0-1,-1 0 1,0 0 0,0 0 0,1 0-1,-1 0 1,0 0 0,0 0 0,0 0-1,1 0 1,-1 0 0,0 1-1,0-1 1,0 0 0,1 0 0,-2 12 1979,-13 19-217,11-23-1591,-1 0-1,1-1 1,0 1-1,1 0 0,0 0 1,0 1-1,1-1 1,0 0-1,1 1 1,-1-1-1,2 10 1,-2 21 627,0-17-655,1 1 0,0-1 0,2 0 1,1 0-1,0 0 0,2 0 0,0-1 0,2 1 0,0-1 0,1-1 1,21 37-1,-18-39-303,0-1 1,1 0-1,1-1 1,1-1-1,0 0 1,1-1-1,1 0 1,0-1-1,0-1 1,2-1-1,-1 0 1,38 16-1,-28-16-280,0-2-1,1-1 1,0 0 0,0-3-1,1 0 1,0-2 0,53 0-1,-67-4 206,0 0-1,0-2 1,-1 1-1,0-2 1,1 0-1,-1-1 0,19-9 1,-23 9 73,-1 0 0,0-1-1,0-1 1,0 1 0,-1-1 0,0-1 0,-1 0 0,1 0 0,-1 0-1,-1-1 1,7-10 0,-5 3 82,0 0-1,-1-1 1,-1 0-1,-1 0 1,0 0 0,-1 0-1,3-33 1,-4 5 1204,-5-83 1,-6 67 477,-10 82-584,4 9-803,1 1 0,2 1 0,1 0 0,-10 54 0,-3 9 4,3-26-139,-68 265-2089,17-49-3387,13-97-4413,19-68-2219</inkml:trace>
</inkml:ink>
</file>

<file path=ppt/ink/ink2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7.703"/>
    </inkml:context>
    <inkml:brush xml:id="br0">
      <inkml:brushProperty name="width" value="0.035" units="cm"/>
      <inkml:brushProperty name="height" value="0.035" units="cm"/>
    </inkml:brush>
  </inkml:definitions>
  <inkml:trace contextRef="#ctx0" brushRef="#br0">10 297 12921,'-8'22'1950,"6"-18"1834,71-4 435,150-3-1368,742-79-921,-591 46-2813,647-73-4469,-731 67 1490,-98 6-3588,-116 21 326</inkml:trace>
</inkml:ink>
</file>

<file path=ppt/ink/ink2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7.953"/>
    </inkml:context>
    <inkml:brush xml:id="br0">
      <inkml:brushProperty name="width" value="0.035" units="cm"/>
      <inkml:brushProperty name="height" value="0.035" units="cm"/>
    </inkml:brush>
  </inkml:definitions>
  <inkml:trace contextRef="#ctx0" brushRef="#br0">417 105 9873,'-26'-22'668,"17"13"-238,-1 1-1,0 0 1,0 1-1,-1 0 1,0 1-1,0 0 1,-24-9-1,22 11 193,0 0-1,-1 1 1,1 1 0,-1 0-1,0 1 1,1 0-1,-1 1 1,0 1 0,1 0-1,-18 4 1,25-4-437,0 0 0,0 1 1,0 0-1,1 0 1,-1 1-1,1 0 0,-1-1 1,1 2-1,0-1 0,0 1 1,0 0-1,1 0 1,-1 0-1,1 0 0,0 1 1,0 0-1,1 0 0,-1 0 1,1 0-1,0 0 0,0 1 1,1 0-1,0-1 1,0 1-1,-1 7 0,0 2 39,2 1 0,0-1 0,1 1 0,0-1 0,2 1 0,0-1 0,0 1 0,1-1-1,1 0 1,1 0 0,0 0 0,10 18 0,8 15 239,3-1 1,38 53-1,225 263 814,-191-249-941,151 226 1,-224-297-412,-2 0 0,-2 1 0,-3 2 0,-1 0 0,-2 0 0,-2 1 0,-2 1-1,5 59 1,-13-77-233,-2 0-1,0 0 0,-2 0 0,-2 0 1,-1 0-1,-1-1 0,-1 1 1,-2-1-1,0-1 0,-2 1 0,-2-2 1,0 1-1,-2-2 0,-25 39 0,17-37-674,0-1 0,-2-1 0,-1-1 0,-37 29 0,25-26-2735,-49 27-1,-30 9-7523</inkml:trace>
</inkml:ink>
</file>

<file path=ppt/ink/ink2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9.031"/>
    </inkml:context>
    <inkml:brush xml:id="br0">
      <inkml:brushProperty name="width" value="0.035" units="cm"/>
      <inkml:brushProperty name="height" value="0.035" units="cm"/>
    </inkml:brush>
  </inkml:definitions>
  <inkml:trace contextRef="#ctx0" brushRef="#br0">49 27 9325,'-11'-22'1996,"9"18"3157,1 4-5021,-1 0-1,1 0 1,0 0-1,0 1 1,-1-1-1,1 0 1,0 1-1,0-1 1,-1 1-1,1-1 1,0 1-1,0 0 1,0-1-1,0 1 1,0 0-1,0 0 1,0 0-1,0-1 1,0 1-1,0 0 1,0 1-1,1-1 1,-1 0-1,0 0 1,1 0-1,-1 0 1,1 0-1,-1 1 1,1-1-1,-1 2 0,0 3 160,0 1-1,0 0 0,0 1 0,1 8 0,0-6 118,-2 104 1706,18 152 0,40 109-5236,-18-199-1640,-2-60-2816,-6-48-613</inkml:trace>
</inkml:ink>
</file>

<file path=ppt/ink/ink2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19.611"/>
    </inkml:context>
    <inkml:brush xml:id="br0">
      <inkml:brushProperty name="width" value="0.035" units="cm"/>
      <inkml:brushProperty name="height" value="0.035" units="cm"/>
    </inkml:brush>
  </inkml:definitions>
  <inkml:trace contextRef="#ctx0" brushRef="#br0">1 114 5797,'1'0'85,"1"1"1,-1-1 0,1 0 0,0 0-1,-1-1 1,1 1 0,-1 0 0,1 0-1,0-1 1,-1 1 0,1-1 0,-1 1-1,0-1 1,1 0 0,-1 0 0,1 1-1,-1-1 1,0 0 0,0 0 0,1 0-1,-1 0 1,0-1 0,0 1 0,0 0-1,2-5 3804,3-14-3190,-3 4-459,-3 12-39,20-18 737,-19 19-927,12-16 12,-12 17-25,17-2-1268,-17 3 1212,0 1 1,0-1-1,1 1 1,-1-1-1,0 1 1,0 0 0,0 0-1,0-1 1,0 1-1,0 0 1,0 0-1,1 0 1,-1 0-1,0 0 1,0 0-1,0 0 1,0 1-1,0-1 1,0 0-1,1 1 1,-1-1 0,1 1-1,3 2 498,16 9-6855,-6-4 4027</inkml:trace>
</inkml:ink>
</file>

<file path=ppt/ink/ink2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0.060"/>
    </inkml:context>
    <inkml:brush xml:id="br0">
      <inkml:brushProperty name="width" value="0.035" units="cm"/>
      <inkml:brushProperty name="height" value="0.035" units="cm"/>
    </inkml:brush>
  </inkml:definitions>
  <inkml:trace contextRef="#ctx0" brushRef="#br0">79 728 4432,'0'0'2537,"-3"1"-1335,-31 3 1119,30-3-1282,0 0-56,-30 6 6983,35-9-7636,-1-1-291,2-1 0,-1 1 0,0 0 0,1 0 0,-1 0 0,1 0 1,0 0-1,0 0 0,0 1 0,1-1 0,-1 1 0,0-1 0,1 1 0,0 0 0,-1 0 0,1 0 0,0 0 0,6-2 1,5-3 27,1 2 0,30-9 0,-23 9-17,281-56 246,-213 47-267,1195-160-1640,10 48-664,-889 89 1617,1460-119-2190,1 67 1332,-496 117 3387,-1143 5-507,-222-32-1297,-4-1 223,-3 3-273,0 0 0,-1-1 1,1 1-1,-1-1 0,0 0 1,1 0-1,-1 1 0,0-1 0,-1 0 1,1 0-1,-4 2 0,-7 1-492,-1-2-1,1 0 1,0 0-1,-1-1 0,-24 0 1,-8 2-4246,26 1-1741</inkml:trace>
</inkml:ink>
</file>

<file path=ppt/ink/ink2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0.972"/>
    </inkml:context>
    <inkml:brush xml:id="br0">
      <inkml:brushProperty name="width" value="0.035" units="cm"/>
      <inkml:brushProperty name="height" value="0.035" units="cm"/>
    </inkml:brush>
  </inkml:definitions>
  <inkml:trace contextRef="#ctx0" brushRef="#br0">1 912 6025,'19'-5'7528,"1"4"-3343,43 6-2916,-13 1-437,560-17 1253,-407 2-1867,1896-114 97,-1340 72-523,246-19-154,1124-62-468,2552 54 493,-4043 86 543,862-7 810,-1439-3-957,4 2 15,1-4-1,93-16 0,-150 19-63,0-1 0,1 0-1,-2-1 1,1 0 0,0-1-1,-1 0 1,1 0-1,7-6 1,-15 10-11,0-1 0,-1 0 0,1 0-1,0 0 1,0-1 0,-1 1 0,1 0 0,-1 0 0,1 0-1,-1 0 1,1-1 0,-1 1 0,0 0 0,0 0 0,0 0 0,1-1-1,-1 1 1,0 0 0,-1-1 0,1 1 0,0 0 0,0 0-1,0-1 1,-1 1 0,1 0 0,-1 0 0,1 0 0,-1 0-1,1-1 1,-1 1 0,0 0 0,-1-1 0,-27-37-207,25 34 147,-25-25-677,-1 2 0,-1 1 0,-1 2 0,-2 1 0,-37-20 0,-50-37-6193,57 31-727</inkml:trace>
</inkml:ink>
</file>

<file path=ppt/ink/ink2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1.826"/>
    </inkml:context>
    <inkml:brush xml:id="br0">
      <inkml:brushProperty name="width" value="0.035" units="cm"/>
      <inkml:brushProperty name="height" value="0.035" units="cm"/>
    </inkml:brush>
  </inkml:definitions>
  <inkml:trace contextRef="#ctx0" brushRef="#br0">1 32 4316,'0'0'5302,"2"1"-4577,33 10 2,-1-2 1,2-1-1,52 4 0,118 0-291,-131-10-188,1191 15 342,3-47-1515,-100 2-582,-908 22 1167,387 9-849,-593 6 1072,8 0-238,-63-3-221,-1-5 441,1 0 1,0 1-1,0-1 1,0 0-1,0 0 1,0 0-1,0 1 1,0-1-1,0 0 1,0 0-1,0 0 1,1 0-1,-1 1 1,0-1-1,1 0 1,-1 0-1,1 0 1,-1 0-1,1 0 1,0 0-1,-1 0 1,1 0-1,1 1 1,14-1 318,-1-1 0,1-1 1,0 0-1,-1-2 1,0 1-1,1-2 1,24-8-1,-38 11 388,-8-16 747,5 15-1178,0-1 1,-1 1-1,1 0 1,-1 0-1,1 0 1,-1 1-1,0-1 0,0 0 1,1 0-1,-1 1 1,0-1-1,-1 1 1,1 0-1,-3-2 1,-37-14 2105,20 9-1096,20 7-714,2 4 162,3 39 231,2 0-1,2 0 1,19 62 0,-7-29-301,16 95-100,-8 1 0,-7 2 0,-6 345 0,-26-308-2826,-9-1-1,-94 398 1,35-352-2289,61-200 3096,-27 89-3733</inkml:trace>
</inkml:ink>
</file>

<file path=ppt/ink/ink2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2.643"/>
    </inkml:context>
    <inkml:brush xml:id="br0">
      <inkml:brushProperty name="width" value="0.035" units="cm"/>
      <inkml:brushProperty name="height" value="0.035" units="cm"/>
    </inkml:brush>
  </inkml:definitions>
  <inkml:trace contextRef="#ctx0" brushRef="#br0">0 102 7029,'13'-68'6594,"-13"65"-4683,2-27 5290,-4 45-6565,0 0 0,1 0-1,1 0 1,0 0 0,1 0-1,5 25 1,0 5 228,15 327 2519,-20 2-4238,10-98-4416,19-94-5874,-11-96-32</inkml:trace>
</inkml:ink>
</file>

<file path=ppt/ink/ink2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3.036"/>
    </inkml:context>
    <inkml:brush xml:id="br0">
      <inkml:brushProperty name="width" value="0.035" units="cm"/>
      <inkml:brushProperty name="height" value="0.035" units="cm"/>
    </inkml:brush>
  </inkml:definitions>
  <inkml:trace contextRef="#ctx0" brushRef="#br0">92 29 10289,'0'0'2109,"-1"-2"-72,-15-22 1334,14 22-959,1 4-1079,-7 11-552,1 1 0,1-1-1,0 1 1,0 0-1,2 1 1,-6 27 0,-7 99 725,13-96-1067,1 28-666,3 0 0,16 125 0,2 30-4698,-11-52-4977,2-80-567</inkml:trace>
</inkml:ink>
</file>

<file path=ppt/ink/ink2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3.503"/>
    </inkml:context>
    <inkml:brush xml:id="br0">
      <inkml:brushProperty name="width" value="0.035" units="cm"/>
      <inkml:brushProperty name="height" value="0.035" units="cm"/>
    </inkml:brush>
  </inkml:definitions>
  <inkml:trace contextRef="#ctx0" brushRef="#br0">0 40 7905,'0'-3'2152,"3"-34"7367,-1 64-7708,1 0 1,9 43 0,-3-26-761,7 45 227,43 255 1618,-24 3-2128,-28-208-1351,3 152-3255,-22-97-3093,3-105 484,4 5-3774</inkml:trace>
</inkml:ink>
</file>

<file path=ppt/ink/ink2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4.869"/>
    </inkml:context>
    <inkml:brush xml:id="br0">
      <inkml:brushProperty name="width" value="0.035" units="cm"/>
      <inkml:brushProperty name="height" value="0.035" units="cm"/>
    </inkml:brush>
  </inkml:definitions>
  <inkml:trace contextRef="#ctx0" brushRef="#br0">70 95 7577,'17'-8'2270,"-31"3"742,7 4-1960,5 0 792,0-1-182,-58-74 9133,59 74-8546,1 7-1344,24 266 272,-7-134-953,3 81-155,24 203-500,-22-172-5261,-12-81-5126,-5-74-2093</inkml:trace>
</inkml:ink>
</file>

<file path=ppt/ink/ink2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5.586"/>
    </inkml:context>
    <inkml:brush xml:id="br0">
      <inkml:brushProperty name="width" value="0.035" units="cm"/>
      <inkml:brushProperty name="height" value="0.035" units="cm"/>
    </inkml:brush>
  </inkml:definitions>
  <inkml:trace contextRef="#ctx0" brushRef="#br0">32 91 6613,'-27'-17'1896,"22"14"1325,7 0-1822,1-2-985,6-9 1790,2-1 0,16-18 0,-16 60-838,9 20 798,-15-38-1851,-1-1-1,0 1 1,-1 0-1,0-1 1,-1 2-1,3 11 0,0 18 234,3-1 0,1-1-1,1 0 1,2 0-1,2-1 1,2 0 0,1-1-1,23 35 1,-34-60-432,5 8 102,1-1 0,0 0-1,2 0 1,14 14 0,-24-27-186,0-1 1,-1 0 0,1 0-1,0 0 1,0 0 0,1-1-1,-1 0 1,1 1 0,-1-2-1,1 1 1,0 0 0,-1-1-1,1 0 1,0 0 0,0 0-1,0-1 1,0 0 0,0 0-1,0 0 1,0 0 0,0-1-1,9-2 1,-6 0-27,0 0 0,1-1 0,-1 1 0,-1-2 0,1 1 0,0-1 1,-1 0-1,0-1 0,8-8 0,3-5-499,28-39 0,-9 8-987,-12 16-930,-2-1 1,33-66-1,-9 14-6496,-18 33-2215</inkml:trace>
</inkml:ink>
</file>

<file path=ppt/ink/ink2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6.028"/>
    </inkml:context>
    <inkml:brush xml:id="br0">
      <inkml:brushProperty name="width" value="0.035" units="cm"/>
      <inkml:brushProperty name="height" value="0.035" units="cm"/>
    </inkml:brush>
  </inkml:definitions>
  <inkml:trace contextRef="#ctx0" brushRef="#br0">112 561 7513,'-16'12'1341,"1"1"0,-17 18 1,27-26-932,1 0 0,0 0 0,0 1-1,1-1 1,0 1 0,0 0 0,0 0 0,0 1 0,1-1 0,-3 12 0,-4 54 35,9-69-743,0-1 197,1 0 0,0 0 0,0-1 0,0 1-1,0 0 1,0-1 0,0 1 0,0-1-1,0 1 1,1-1 0,-1 1 0,3 1-1,68-17-576,-60 14 854,0 0 1,0 0 0,-1 2-1,1-1 1,0 1 0,-1 1-1,18 6 1,23 5 362,-40-12-424,4 1 91,1 0 0,0-1 0,31-1 0,-44-1-174,1 0 1,0-1-1,-1 0 0,1 0 0,-1 0 1,1 0-1,-1-1 0,1 0 0,-1 0 1,0 0-1,0 0 0,0-1 0,0 0 1,0 0-1,-1 0 0,1 0 0,-1 0 1,6-8-1,-1-1 188,-1-1 1,0 0-1,-1 0 0,0-1 1,-1 0-1,-1 0 0,0 0 0,2-15 1,10-127 1740,-9 69-1380,3-48 127,-7 72 259,2 0 0,17-68 1,-22 131-947,0-1-1,0 1 1,0 0 0,1 0 0,-1 0 0,0 0 0,0-1-1,0 1 1,0 0 0,1 0 0,-1 0 0,0 0 0,0 0-1,1 0 1,-1 0 0,0 0 0,0 0 0,0-1 0,1 1 0,-1 0-1,0 0 1,0 0 0,1 0 0,-1 0 0,0 0 0,0 1-1,0-1 1,1 0 0,-1 0 0,0 0 0,0 0 0,1 0 0,-1 0-1,0 0 1,0 0 0,0 0 0,1 1 0,-1-1 0,0 0-1,0 0 1,0 0 0,0 0 0,1 1 0,8 6 194,-4-2-122,-1 0 0,0 1 0,1 0-1,-2 0 1,1 0 0,-1 0-1,0 0 1,0 1 0,-1 0-1,3 7 1,14 76 464,-17-78-499,21 150 395,11 59-1629,-17-134 9,10 54-2177,-3-49-2104,-12-57-344,4 0-3355</inkml:trace>
</inkml:ink>
</file>

<file path=ppt/ink/ink2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6.171"/>
    </inkml:context>
    <inkml:brush xml:id="br0">
      <inkml:brushProperty name="width" value="0.035" units="cm"/>
      <inkml:brushProperty name="height" value="0.035" units="cm"/>
    </inkml:brush>
  </inkml:definitions>
  <inkml:trace contextRef="#ctx0" brushRef="#br0">137 23 12717,'-28'-23'2080,"9"26"-339,-3 3 2143,3-6-3772,0 0-600,3 6-8017,3 2-52</inkml:trace>
</inkml:ink>
</file>

<file path=ppt/ink/ink2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7.206"/>
    </inkml:context>
    <inkml:brush xml:id="br0">
      <inkml:brushProperty name="width" value="0.035" units="cm"/>
      <inkml:brushProperty name="height" value="0.035" units="cm"/>
    </inkml:brush>
  </inkml:definitions>
  <inkml:trace contextRef="#ctx0" brushRef="#br0">0 258 6877,'0'0'10335,"2"-1"-9283,16-9-636,-1 2 1,1 0 0,1 1 0,-1 1-1,1 1 1,29-5 0,10-3-50,153-29 190,-44 10-637,11-5-1089,6-1-2612,-62 8-3399,-83 20 269</inkml:trace>
</inkml:ink>
</file>

<file path=ppt/ink/ink2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7.388"/>
    </inkml:context>
    <inkml:brush xml:id="br0">
      <inkml:brushProperty name="width" value="0.035" units="cm"/>
      <inkml:brushProperty name="height" value="0.035" units="cm"/>
    </inkml:brush>
  </inkml:definitions>
  <inkml:trace contextRef="#ctx0" brushRef="#br0">9 18 7157,'-8'9'1810,"7"-13"526,9-16 592,-7 18-1594,-1 4-75,23 115 2681,20 121-3649,-23-131-4725,-11-61-506,0 1-3757</inkml:trace>
</inkml:ink>
</file>

<file path=ppt/ink/ink2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29.652"/>
    </inkml:context>
    <inkml:brush xml:id="br0">
      <inkml:brushProperty name="width" value="0.035" units="cm"/>
      <inkml:brushProperty name="height" value="0.035" units="cm"/>
    </inkml:brush>
  </inkml:definitions>
  <inkml:trace contextRef="#ctx0" brushRef="#br0">16 249 8201,'0'0'1795,"-12"-9"1280,12 8-2976,0 1 0,-1 0-1,1 0 1,0-1 0,0 1-1,-1 0 1,1-1 0,0 1-1,0-1 1,-1 1 0,1 0 0,0-1-1,0 1 1,0-1 0,0 1-1,0 0 1,0-1 0,0 1-1,-1-1 1,1 1 0,0 0-1,0-1 1,1 1 0,-1-1 0,0 1-1,0-1 1,0 1 0,0 0-1,0-1 1,0 1 0,1-1-1,-1 1 1,0 0 0,0-1-1,0 1 1,1 0 0,-1-1 0,20-10 1559,-15 10-1492,0-1 0,0 1 1,0 0-1,0 1 0,1-1 1,-1 1-1,6 0 0,3 5 42,-1 1 0,1 1 0,-1 0-1,-1 0 1,23 18 0,-31-22-182,17 14 154,0 1-1,-1 1 1,30 38-1,-11-12 7,-31-34-128,0 1 1,0-1-1,-2 1 1,1 1-1,6 18 1,-6-13 132,-6-16 337,9-24-347,24-76-71,-24 62-460,2 2 0,22-45 1,-16 44-956,2 2 1,35-47-1,-42 65-224,0 0 0,1 1 0,0 1 0,17-12 0,22-10-6227</inkml:trace>
</inkml:ink>
</file>

<file path=ppt/ink/ink2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0.025"/>
    </inkml:context>
    <inkml:brush xml:id="br0">
      <inkml:brushProperty name="width" value="0.035" units="cm"/>
      <inkml:brushProperty name="height" value="0.035" units="cm"/>
    </inkml:brush>
  </inkml:definitions>
  <inkml:trace contextRef="#ctx0" brushRef="#br0">1 284 10857,'4'-13'804,"1"0"1,0 0-1,1 0 0,1 1 0,0 0 1,1 0-1,0 0 0,10-9 0,-11 13-657,0 1-1,1 0 0,-1 1 0,1 0 0,1 0 1,-1 1-1,12-6 0,58-26-995,-31 14-2952,53-19-1,-96 41 2469,-5 1-197,0 1 1435,0-1-1,0 0 1,1 0 0,-1 0 0,0 1-1,0-1 1,1 0 0,-1 0-1,0 0 1,0-1 0,1 1-1,-1 0 1,0 0 0,0 0-1,1 0 1,-1-1 0,0 1-1,0-1 1,0 1 96,0-1-1,0 1 1,1 0-1,-1-1 1,0 1-1,0 0 1,0 0-1,0 0 1,1-1-1,-1 1 1,0 0 0,0 0-1,0 0 1,0 0-1,0 1 1,1-1-1,-1 0 1,0 0-1,0 0 1,0 1-1,1-1 1,-1 0-1,-1 1 1,-10 14 713,1 0-1,0 1 1,1 0 0,1 1-1,0 0 1,2 0-1,-1 1 1,2 0 0,1 0-1,-4 23 1,-1 22 800,-2 112-1,2-20-2583,5-75-1556,8-22-2952,3-13 807</inkml:trace>
</inkml:ink>
</file>

<file path=ppt/ink/ink2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0.358"/>
    </inkml:context>
    <inkml:brush xml:id="br0">
      <inkml:brushProperty name="width" value="0.035" units="cm"/>
      <inkml:brushProperty name="height" value="0.035" units="cm"/>
    </inkml:brush>
  </inkml:definitions>
  <inkml:trace contextRef="#ctx0" brushRef="#br0">0 17 6037,'0'0'3971,"0"3"-2955,2 19 174,0-1 1,2 0-1,11 40 1,-8-36-899,-1 0 0,3 38 1,0 77-1273,4-166 668,57-170-527,-65 185 620,1 0 1,-1 1-1,2 0 1,-1 0-1,1 0 1,1 1-1,0 0 1,0 1-1,1-1 1,10-7 0,12-12-1469,-9 9-1410,5 3-1264</inkml:trace>
</inkml:ink>
</file>

<file path=ppt/ink/ink2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0.623"/>
    </inkml:context>
    <inkml:brush xml:id="br0">
      <inkml:brushProperty name="width" value="0.035" units="cm"/>
      <inkml:brushProperty name="height" value="0.035" units="cm"/>
    </inkml:brush>
  </inkml:definitions>
  <inkml:trace contextRef="#ctx0" brushRef="#br0">0 206 9485,'22'-23'1260,"-19"3"-20,7 3-180,0 3-220,5-3-168,68-35 644,-48 41-1296,-3-1-276,6 4-252,-3-4-196,3 1-124,-22 5-220,15 3-28,1 3-52,-16 3-1772,6 3 739</inkml:trace>
</inkml:ink>
</file>

<file path=ppt/ink/ink2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0.748"/>
    </inkml:context>
    <inkml:brush xml:id="br0">
      <inkml:brushProperty name="width" value="0.035" units="cm"/>
      <inkml:brushProperty name="height" value="0.035" units="cm"/>
    </inkml:brush>
  </inkml:definitions>
  <inkml:trace contextRef="#ctx0" brushRef="#br0">17 0 6613,'0'0'1092,"0"3"100,-6 27 825,2-11-778,1 1 0,-1 29 0,8 179 1734,3-74-4406,-6-11-6301,1-100 2281</inkml:trace>
</inkml:ink>
</file>

<file path=ppt/ink/ink2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1.064"/>
    </inkml:context>
    <inkml:brush xml:id="br0">
      <inkml:brushProperty name="width" value="0.035" units="cm"/>
      <inkml:brushProperty name="height" value="0.035" units="cm"/>
    </inkml:brush>
  </inkml:definitions>
  <inkml:trace contextRef="#ctx0" brushRef="#br0">1 0 7285,'0'0'2593,"0"3"-1412,6 17-273,1 0 0,1-1 0,0 0 0,16 24 0,-11-19-212,19 49 1,-20-37-354,-2 1 1,-2 0 0,-1 1 0,-2 0-1,-1 0 1,-3 57 0,-1-73 127,3-18 224,12-29 234,-7 10-1134,26-51-118,68-121-1163,-74 143-1541,1 1 1,36-42-1,-24 42-4388</inkml:trace>
</inkml:ink>
</file>

<file path=ppt/ink/ink2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1.878"/>
    </inkml:context>
    <inkml:brush xml:id="br0">
      <inkml:brushProperty name="width" value="0.035" units="cm"/>
      <inkml:brushProperty name="height" value="0.035" units="cm"/>
    </inkml:brush>
  </inkml:definitions>
  <inkml:trace contextRef="#ctx0" brushRef="#br0">8 0 9489,'-6'2'11482,"5"-3"-11302,0 24 3407,5 41-4507,-3-54 2021,5 153-284,-8-4-3510,2-141 1562,1-1 0,6 28 0,0 6-2618,-2-16-1304,9-3-2811</inkml:trace>
</inkml:ink>
</file>

<file path=ppt/ink/ink2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2.065"/>
    </inkml:context>
    <inkml:brush xml:id="br0">
      <inkml:brushProperty name="width" value="0.035" units="cm"/>
      <inkml:brushProperty name="height" value="0.035" units="cm"/>
    </inkml:brush>
  </inkml:definitions>
  <inkml:trace contextRef="#ctx0" brushRef="#br0">22 10 7537,'-21'-10'10286,"28"13"-10445,0-1 0,0 2 0,0-1-1,0 1 1,0 0 0,-1 0 0,0 1 0,0-1 0,0 2 0,0-1-1,-1 0 1,8 11 0,9 16-2046,-7-5-2747,-6-9-661</inkml:trace>
</inkml:ink>
</file>

<file path=ppt/ink/ink2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2.373"/>
    </inkml:context>
    <inkml:brush xml:id="br0">
      <inkml:brushProperty name="width" value="0.035" units="cm"/>
      <inkml:brushProperty name="height" value="0.035" units="cm"/>
    </inkml:brush>
  </inkml:definitions>
  <inkml:trace contextRef="#ctx0" brushRef="#br0">1 201 8941,'0'0'4484,"0"-4"-2636,1-5-1024,-1 8-719,0-1 0,0 0 1,1 1-1,-1-1 1,0 0-1,1 1 0,-1-1 1,1 0-1,-1 1 1,1-1-1,0 1 0,-1-1 1,1 1-1,0 0 1,0-1-1,0 1 0,0 0 1,1-1-1,-1 1 1,0 0-1,0 0 0,1 0 1,-1 0-1,1 0 1,-1 0-1,3 0 0,19-10 257,0 1 0,1 2 0,0 0 0,33-5 0,104-11 225,-151 23-551,463-38 236,-262 26-638,317-5-1489,-249 13-317,-214 4 63,103 13 1,-167-12 1942,-1 0 0,1 0-1,0 0 1,-1 1 0,1-1-1,-1 0 1,0 0 0,1 1 0,-1-1-1,1 0 1,-1 1 0,1-1-1,-1 0 1,0 1 0,1-1 0,-1 1-1,0-1 1,1 1 0,-1-1-1,0 1 1,0-1 0,1 1 0,-1-1-1,0 1 1,0 0 0,1 1-835,8 12-3728</inkml:trace>
</inkml:ink>
</file>

<file path=ppt/ink/ink2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2.988"/>
    </inkml:context>
    <inkml:brush xml:id="br0">
      <inkml:brushProperty name="width" value="0.035" units="cm"/>
      <inkml:brushProperty name="height" value="0.035" units="cm"/>
    </inkml:brush>
  </inkml:definitions>
  <inkml:trace contextRef="#ctx0" brushRef="#br0">7 1 9197,'-1'3'1507,"0"1"-1232,0 1 0,-1-1 0,2 1 0,-1 0 0,0-1 0,1 1 0,0 0 0,0-1 0,1 1 0,-1-1 0,1 1 0,0 0 0,0-1 0,0 1-1,3 5 1,17 70 610,-3 0-1,-4 0 1,5 118-1,-7-149-809,-12-47-23,5-3-58,-1 0 0,1 0 0,-1-1 0,1 0 0,-1 0-1,0 0 1,0-1 0,0 1 0,7-6 0,-6 4-41,17-13-522,-1-1 0,35-39-1,10-9-507,-48 50 885,165-132-1364,-158 131 1467,0 1 0,2 1 0,0 1 0,0 1 0,53-15 0,-71 26 162,0 0 0,0 0 1,0 2-1,0-1 0,1 1 1,-1 0-1,0 1 1,0 0-1,0 0 0,0 1 1,0 0-1,-1 1 0,14 6 1,-6-2 101,-1 1-1,0 1 1,0 0 0,-1 1 0,-1 1 0,18 16-1,-22-18-112,1-2 0,0 1 0,1-2 0,0 1 0,0-1 0,15 5 0,67 20-137,-83-29-17,1 0 0,-1 0 0,0-1 0,1-1 0,-1 0 0,12-2 0,4 1-99,27 2-459,74-10 0,-100 7 498,-2 1 57,-1 1 0,1 1 1,40 7-1,-43-4 16,-1-1 1,1-1-1,-1-1 0,1-1 1,29-3-1,134-33-1261,88-13 702,-253 47 105,0 0 0,37 3 0,-56-1 380,0 0 1,0 0 0,1 0-1,-1 0 1,0 0-1,0-1 1,0 1-1,0 0 1,0-1-1,0 1 1,0 0 0,0-1-1,1 1 1,-2-1-1,1 1 1,0-1-1,2-1 1,2-1-664,17-4-2127</inkml:trace>
</inkml:ink>
</file>

<file path=ppt/ink/ink2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3.903"/>
    </inkml:context>
    <inkml:brush xml:id="br0">
      <inkml:brushProperty name="width" value="0.035" units="cm"/>
      <inkml:brushProperty name="height" value="0.035" units="cm"/>
    </inkml:brush>
  </inkml:definitions>
  <inkml:trace contextRef="#ctx0" brushRef="#br0">18 328 8157,'0'-12'-220,"-6"-4"11930,0 10-10208,6 6-1469,-1 0 0,1-1 0,-1 1-1,1 0 1,0-1 0,-1 1 0,1-1 0,0 1-1,0 0 1,-1-1 0,1 1 0,0-1 0,0 1-1,-1-1 1,1 1 0,0-1 0,0 1 0,0-1-1,0 1 1,0-1 0,0 1 0,0-1 0,0 1-1,0-1 1,0 1 0,0-1 0,0 1 0,0-1-1,0 1 1,1-1 0,-1 1 0,0-1 0,0 1-1,1-1 1,17-18 490,29-10 32,-18 16-368,-1 2-1,2 1 1,36-9-1,97-12 60,-76 15-135,707-75 83,-478 65-1181,-268 21 599,-26 1-910,0 2 1,0 1-1,27 1 0,-44 1-1351</inkml:trace>
</inkml:ink>
</file>

<file path=ppt/ink/ink2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4.321"/>
    </inkml:context>
    <inkml:brush xml:id="br0">
      <inkml:brushProperty name="width" value="0.035" units="cm"/>
      <inkml:brushProperty name="height" value="0.035" units="cm"/>
    </inkml:brush>
  </inkml:definitions>
  <inkml:trace contextRef="#ctx0" brushRef="#br0">63 242 11549,'-4'2'338,"0"0"1,0 0-1,1 0 1,-1 0-1,1 1 1,0 0-1,-1-1 0,1 1 1,1 0-1,-1 1 1,0-1-1,1 0 0,-1 1 1,1 0-1,0-1 1,0 1-1,0 0 1,1 0-1,0 0 0,-1 0 1,1 0-1,0 8 1,-1 9 160,0-1 1,2 1 0,4 32 0,-2-14-230,3 39 170,0 69-190,-3 51-2449,8-221 2179,5-23 217,-3 0 1,-2 0 0,6-70 0,1 1 129,-4 46 38,31-90 0,-31 120-145,2 1-1,1 1 0,39-61 1,-50 90-107,0 1 0,1 0 0,0 1 0,0-1 1,1 1-1,-1 1 0,13-9 0,-17 13-42,0 0-1,0 0 1,1 0-1,-1 0 0,1 1 1,-1-1-1,1 1 1,-1-1-1,1 1 1,-1 0-1,1 0 1,-1 0-1,1 0 1,-1 0-1,1 1 1,-1-1-1,1 1 0,-1 0 1,4 1-1,0 1 59,0 0 0,0 0 0,-1 0 0,1 1 0,5 4-1,-3 0 42,0 0 0,0 0 0,-1 1-1,0 0 1,-1 0 0,0 0 0,7 15-1,28 77 660,-34-81-683,39 124 395,38 213 0,-47-185-1821,-6-38-774,8 35-6545,-35-140 2983,-1 2-3152</inkml:trace>
</inkml:ink>
</file>

<file path=ppt/ink/ink2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4.503"/>
    </inkml:context>
    <inkml:brush xml:id="br0">
      <inkml:brushProperty name="width" value="0.035" units="cm"/>
      <inkml:brushProperty name="height" value="0.035" units="cm"/>
    </inkml:brush>
  </inkml:definitions>
  <inkml:trace contextRef="#ctx0" brushRef="#br0">0 169 10681,'13'-22'1364,"-1"2"-244,11 8-228,-1 4-184,10 2-284,18-6-316,-2 7-520,6-4-352,10-2-160,-4-1-344,-3-5-364,3 0-1440,10 0-1169</inkml:trace>
</inkml:ink>
</file>

<file path=ppt/ink/ink2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4.708"/>
    </inkml:context>
    <inkml:brush xml:id="br0">
      <inkml:brushProperty name="width" value="0.035" units="cm"/>
      <inkml:brushProperty name="height" value="0.035" units="cm"/>
    </inkml:brush>
  </inkml:definitions>
  <inkml:trace contextRef="#ctx0" brushRef="#br0">188 0 7537,'-25'20'8430,"5"0"-4034,11-9-4065,1 0 1,0 0-1,1 0 0,0 1 1,1 0-1,0 1 1,-6 21-1,-8 21 693,2 0 0,-17 97 0,32-132-1163,1-1 0,1 1 0,1 0 0,0-1 0,2 1 0,0 0 0,1-1 0,1 0 0,1 0 0,1 0 0,14 33 0,-16-46-129,-1 0 1,1-1 0,0 1-1,1-1 1,-1 1 0,1-1-1,0-1 1,1 1 0,-1-1-1,1 0 1,0 0 0,0 0-1,0-1 1,0 0 0,11 4-1,-4-3-940,1 0-1,-1-1 1,0 0-1,1-1 1,-1-1-1,1 0 1,17-2-1,21-2-6279</inkml:trace>
</inkml:ink>
</file>

<file path=ppt/ink/ink2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4.905"/>
    </inkml:context>
    <inkml:brush xml:id="br0">
      <inkml:brushProperty name="width" value="0.035" units="cm"/>
      <inkml:brushProperty name="height" value="0.035" units="cm"/>
    </inkml:brush>
  </inkml:definitions>
  <inkml:trace contextRef="#ctx0" brushRef="#br0">106 1 10909,'-5'2'343,"1"1"0,-1 0 0,0 0 0,1 1 0,0-1 0,0 1 0,0 0 0,0 0 0,0 0 1,1 1-1,0-1 0,0 1 0,-4 8 0,-2 1 547,3-4-438,1 0 0,0 1 0,1 0 0,0 0 0,0 0 0,1 0 0,1 1 0,0-1 0,1 1 0,0 0 0,0-1 0,3 20 0,0-9-156,2 0 0,1-1 0,0 0 0,2 0 0,10 23 0,-11-31-376,1-1 0,0-1 0,0 1 0,2-1 0,-1-1 0,1 0 0,1 0 0,0 0 0,14 9 0,-13-10-526,0-1 0,0-1 0,1 0 1,0 0-1,1-1 0,-1-1 0,1 0 0,21 5 0,-18-6-405,24 2-5323,-10-8-1338</inkml:trace>
</inkml:ink>
</file>

<file path=ppt/ink/ink2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5.364"/>
    </inkml:context>
    <inkml:brush xml:id="br0">
      <inkml:brushProperty name="width" value="0.035" units="cm"/>
      <inkml:brushProperty name="height" value="0.035" units="cm"/>
    </inkml:brush>
  </inkml:definitions>
  <inkml:trace contextRef="#ctx0" brushRef="#br0">1 12 8293,'3'-12'3641,"-2"20"1670,1 8-5240,-2-14 437,9 32-109,-8-31-223,0-1-121,6 20 59,-1 0 1,0 0-1,2 30 1,-1-15-266,-5-22-194,-1-13-178,-1 1-107,0-1 483,-1 0 0,1 0 0,0 0 1,0-1-1,0 1 0,0 0 0,1 0 0,-1 0 0,0-1 1,1 1-1,-1 0 0,2 2 0,-1-5-21,0 1-1,1 0 1,-1 0-1,0 0 1,0-1 0,0 1-1,1-1 1,-1 1-1,0-1 1,0 1 0,0-1-1,0 0 1,0 1-1,0-1 1,0 0 0,1-1-1,1-1 43,-1 0 0,1 1 0,-1-1-1,0-1 1,1 1 0,-2 0 0,1-1-1,0 1 1,-1-1 0,1 1 0,-1-1 0,0 1-1,1-8 1,4-10 128,28-27 104,-32 46-62</inkml:trace>
</inkml:ink>
</file>

<file path=ppt/ink/ink2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7.346"/>
    </inkml:context>
    <inkml:brush xml:id="br0">
      <inkml:brushProperty name="width" value="0.035" units="cm"/>
      <inkml:brushProperty name="height" value="0.035" units="cm"/>
    </inkml:brush>
  </inkml:definitions>
  <inkml:trace contextRef="#ctx0" brushRef="#br0">1 517 6573,'0'0'3118,"0"3"-2180,0-2-875,0 0-1,0 1 1,0-1 0,0 0-1,0 0 1,0 0 0,1 0-1,-1 0 1,0 0-1,1 0 1,-1 0 0,1 0-1,-1 0 1,1 0 0,-1 0-1,1 0 1,0 0 0,-1-1-1,1 1 1,0 0 0,0 0-1,0-1 1,0 1 0,-1 0-1,1-1 1,0 1 0,0-1-1,0 1 1,0-1 0,0 0-1,0 1 1,0-1 0,1 0-1,-1 0 1,0 0-1,2 0 1,5 1 67,0-2 1,0 1-1,0-1 0,11-3 1,-1 1 40,717-85 1959,6 29-1827,-586 48-159,498-36-220,1200-95-1905,-839 49-345,-288 27-2361,-339 33 394</inkml:trace>
</inkml:ink>
</file>

<file path=ppt/ink/ink2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7.763"/>
    </inkml:context>
    <inkml:brush xml:id="br0">
      <inkml:brushProperty name="width" value="0.035" units="cm"/>
      <inkml:brushProperty name="height" value="0.035" units="cm"/>
    </inkml:brush>
  </inkml:definitions>
  <inkml:trace contextRef="#ctx0" brushRef="#br0">1 557 11909,'25'-16'584,"1"1"-1,0 1 1,1 2 0,1 1-1,35-10 1,348-82 1651,7 25-1686,-260 50-348,500-77-657,49 17-2305,-245 51 459,-358 30 1684,405-14-4504,-255 22 969</inkml:trace>
</inkml:ink>
</file>

<file path=ppt/ink/ink2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8.226"/>
    </inkml:context>
    <inkml:brush xml:id="br0">
      <inkml:brushProperty name="width" value="0.035" units="cm"/>
      <inkml:brushProperty name="height" value="0.035" units="cm"/>
    </inkml:brush>
  </inkml:definitions>
  <inkml:trace contextRef="#ctx0" brushRef="#br0">0 326 9333,'86'-17'1420,"-26"3"-356,13-6-136,6-3 64,10 0-396,13-3-128,19-2-208,21-1-432,20-5-536,10-1-496,15-5-2568,13 3-2449</inkml:trace>
</inkml:ink>
</file>

<file path=ppt/ink/ink2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2.252"/>
    </inkml:context>
    <inkml:brush xml:id="br0">
      <inkml:brushProperty name="width" value="0.035" units="cm"/>
      <inkml:brushProperty name="height" value="0.035" units="cm"/>
    </inkml:brush>
  </inkml:definitions>
  <inkml:trace contextRef="#ctx0" brushRef="#br0">58 49 14461,'-10'-40'12270,"8"39"-11473,-6-2-161,7 2-685,1 1 0,0 0 0,-1-1 0,1 1 0,0 0 0,-1-1 0,1 1 0,0 0 0,-1 0 0,1 0 0,-1-1 0,1 1 0,-1 0 0,1 0 0,0 0 0,-1 0 0,1 0 0,-1 0 0,1 0 0,-1 0 0,1 0 0,-1 0-1,1 0 1,-1 0 0,1 0 0,0 0 0,-1 0 0,1 0 0,-1 0 0,1 1 0,-1-1 0,1 0 0,0 0 0,-1 1 0,1-1 0,-1 0 0,1 0 0,0 1 0,-1-1 0,1 0 0,0 1 0,0-1 0,-1 1 0,1-1 0,0 0 0,0 1 0,0-1 0,-1 1 0,1-1 0,0 0 0,0 1 0,0-1 0,0 1 0,0-1 0,0 1 0,0-1 0,0 1 0,0-1 0,0 1 0,0-1 0,0 1 0,0 0 0,-4 15-3872,-3-6-2664,0 1-5001</inkml:trace>
</inkml:ink>
</file>

<file path=ppt/ink/ink2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0.437"/>
    </inkml:context>
    <inkml:brush xml:id="br0">
      <inkml:brushProperty name="width" value="0.035" units="cm"/>
      <inkml:brushProperty name="height" value="0.035" units="cm"/>
    </inkml:brush>
  </inkml:definitions>
  <inkml:trace contextRef="#ctx0" brushRef="#br0">988 146 8709,'-248'-63'2040,"137"32"-356,-3 8 20,0 8-116,-4 4-167,-15 8-153,-16 6-288</inkml:trace>
</inkml:ink>
</file>

<file path=ppt/ink/ink2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9.330"/>
    </inkml:context>
    <inkml:brush xml:id="br0">
      <inkml:brushProperty name="width" value="0.035" units="cm"/>
      <inkml:brushProperty name="height" value="0.035" units="cm"/>
    </inkml:brush>
  </inkml:definitions>
  <inkml:trace contextRef="#ctx0" brushRef="#br0">0 228 9213,'0'0'1725,"0"-3"-173,1 0-1280,-1-1-1,1 1 0,-1 0 1,1-1-1,0 1 0,1 0 1,-1-1-1,1 1 0,-1 0 1,1 0-1,0 0 0,0 0 1,0 0-1,0 1 0,1-1 1,-1 1-1,1-1 0,-1 1 1,1 0-1,0 0 0,0 0 1,4-1-1,10-6-67,0 1-1,36-12 1,-38 15 84,71-20 240,152-24-1,-134 30-332,-63 11 104,0 1 0,0 2 0,49 1 1,-87 4-196,0 1 0,0-1 1,0 1-1,0 0 0,0-1 1,0 2-1,-1-1 0,1 0 0,0 0 1,-1 1-1,1-1 0,-1 1 1,1 0-1,-1 0 0,0 0 1,0 0-1,0 0 0,0 0 1,0 1-1,0-1 0,0 1 0,-1-1 1,0 1-1,1 0 0,-1-1 1,0 1-1,0 0 0,0 4 1,3 9 390,-1 0 0,-1 0 0,-1 0 0,0 19 1,-1-20-137,-25 592 2931,0-179-1750,19-265-1540,-1 131 0,9-215 0,20 132 0,-17-180-1330,12 35 0,-15-57 856,1-1 1,1 0 0,-1 0-1,1 0 1,1 0-1,-1 0 1,1-1 0,11 12-1,-15-18 32,1 1-1,-1-1 0,0 0 0,1 0 0,-1 0 0,1 0 0,-1 0 1,1-1-1,0 1 0,-1-1 0,1 1 0,0-1 0,0 1 1,-1-1-1,1 0 0,0 0 0,0 0 0,0 0 0,-1 0 1,1 0-1,0 0 0,0 0 0,-1-1 0,4 0 0,31-7-11348</inkml:trace>
</inkml:ink>
</file>

<file path=ppt/ink/ink2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39.548"/>
    </inkml:context>
    <inkml:brush xml:id="br0">
      <inkml:brushProperty name="width" value="0.035" units="cm"/>
      <inkml:brushProperty name="height" value="0.035" units="cm"/>
    </inkml:brush>
  </inkml:definitions>
  <inkml:trace contextRef="#ctx0" brushRef="#br0">32 287 11201,'0'0'1948,"-15"-9"-56,-1 6 921,38-5-1805,19-7-268,10 4-176,16-3-332,15-3-476,7 2-520,3-2-152,10-3-448,6-6-201,6-2-187,-12-4-412,2-2-1260,-5-3-1797</inkml:trace>
</inkml:ink>
</file>

<file path=ppt/ink/ink2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0.110"/>
    </inkml:context>
    <inkml:brush xml:id="br0">
      <inkml:brushProperty name="width" value="0.035" units="cm"/>
      <inkml:brushProperty name="height" value="0.035" units="cm"/>
    </inkml:brush>
  </inkml:definitions>
  <inkml:trace contextRef="#ctx0" brushRef="#br0">220 456 8869,'-40'-4'2046,"32"3"3499,-11 1-2675,14 0-2628,1 1 1,0 0 0,0 1-1,1-1 1,-1 0 0,0 1-1,0 0 1,1 0 0,-1 0-1,1 1 1,0-1 0,-1 1-1,1 0 1,0 0 0,0 0-1,1 0 1,-1 0 0,1 0-1,-4 7 1,-1 1 155,1 1 0,0-1 0,0 2 0,1-1 1,-3 13-1,-6 29 353,4 0 0,1 0 0,-1 80-1,9-97-636,2 0-1,2 0 0,1-1 1,2 1-1,1-1 0,13 37 1,-19-70-165,1 0 1,-1 1-1,0-1 0,1 0 1,-1 0-1,1 0 1,0 0-1,0 0 1,0-1-1,1 1 0,-1 0 1,0-1-1,1 0 1,0 0-1,-1 1 0,1-2 1,0 1-1,0 0 1,1 0-1,-1-1 1,0 0-1,0 0 0,1 0 1,-1 0-1,0 0 1,1-1-1,-1 1 1,7-1-1,-2 0-129,1-1-1,-1-1 1,0 1 0,0-2-1,0 1 1,0-1 0,0 0-1,-1 0 1,1-1 0,13-9-1,-9 3-24,0 0-1,-1 0 0,0-1 0,-1 0 0,0-1 0,-1-1 0,0 1 0,-1-1 0,0-1 0,-1 1 0,-1-1 0,0-1 0,6-23 1,-4 7 25,-1 0 1,-1-1-1,-2 1 1,-2-1 0,-1-50-1,-5 35 64,-2 0 0,-22-85-1,-44-85 522,69 209-371,0 0 0,0-1 0,1 1 0,0-1 0,1 1 1,0-1-1,0 0 0,1-14 0,0 20-31,1 0 0,-1 0 0,1 0 0,0 0-1,0 0 1,0 0 0,0 0 0,1 1 0,-1-1 0,1 0 0,-1 1 0,1-1 0,0 1-1,0-1 1,0 1 0,0 0 0,1 0 0,-1 0 0,1 0 0,-1 0 0,1 1 0,0-1-1,-1 1 1,1-1 0,0 1 0,0 0 0,4-1 0,8-1 2,1 0-1,0 1 1,0 1 0,0 0 0,0 1 0,0 1 0,-1 0-1,24 5 1,-9 1-32,1 1 0,-1 1 0,39 18-1,-35-11 30,0 2-1,-2 1 1,0 1-1,47 40 0,-61-45-6,-2 1 0,0 0-1,-1 1 1,0 1 0,-2 1 0,0 0-1,-1 1 1,17 38 0,-14-14 78,-2 0 0,-3 1 0,-1 1 0,4 84 0,14 72 204,-24-188-257,1 0 1,0-1-1,1 1 1,1-1-1,0 0 0,1 0 1,0-1-1,1 0 1,0 0-1,18 20 1,-17-24-17,0 0 1,0 0 0,1-1-1,-1 0 1,2-1 0,-1 0 0,1-1-1,0 0 1,0-1 0,0 0-1,0 0 1,1-1 0,17 2 0,-3-3-25,0-1 1,0-2-1,0 0 1,0-1-1,0-2 1,-1-1-1,0-1 1,0-1-1,0-1 1,-1-1-1,0-1 1,0-1-1,-1-2 1,-1 0-1,0-1 1,-1-1-1,-1-1 1,0-1-1,-1-1 1,19-23-1,-26 26 63,-2-1-1,0 0 1,0-1 0,-2 0-1,0-1 1,-1 0 0,-1 0-1,0 0 1,3-24 0,-5 16 95,-2 0 0,0 1 0,-2-1 0,-1 0-1,-1 0 1,-7-34 0,1 23 48,-2 1 0,-1-1-1,-2 2 1,-2 0-1,-1 1 1,-2 0 0,-1 2-1,-1 0 1,-37-43-1,32 47-165,-1 1 0,-2 2-1,0 0 1,-1 3 0,-2 0-1,0 1 1,-1 3-1,-1 0 1,-1 2 0,-45-15-1,48 21-722,-1 2 1,0 1-1,0 1 0,-64-2 0,68 8-746,0 1 1,0 1-1,0 2 0,1 1 1,-1 1-1,-30 11 0,-34 20-9196</inkml:trace>
</inkml:ink>
</file>

<file path=ppt/ink/ink2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0.733"/>
    </inkml:context>
    <inkml:brush xml:id="br0">
      <inkml:brushProperty name="width" value="0.035" units="cm"/>
      <inkml:brushProperty name="height" value="0.035" units="cm"/>
    </inkml:brush>
  </inkml:definitions>
  <inkml:trace contextRef="#ctx0" brushRef="#br0">801 2332 27631,'136'-263'-208,"-139"189"144,6 8 176,19-22-36,10-21 76,0-17-52,-16-17-56,-19-11-100,-20-17 68,-27-7 92,-27 7 76,-40 0 4,-32-1-32,-35 12-36,-23 12-24,-21 10-80</inkml:trace>
</inkml:ink>
</file>

<file path=ppt/ink/ink2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4.610"/>
    </inkml:context>
    <inkml:brush xml:id="br0">
      <inkml:brushProperty name="width" value="0.035" units="cm"/>
      <inkml:brushProperty name="height" value="0.035" units="cm"/>
    </inkml:brush>
  </inkml:definitions>
  <inkml:trace contextRef="#ctx0" brushRef="#br0">3633 214 4212,'-35'-14'1259,"28"11"-173,3 2-135,-182-29 3743,-54-41-1405,10 3-1771,190 60-1332,0 0 0,0 3 0,-79-1 1,112 6-160,-24 0 83,0 2 0,0 0 0,0 2-1,0 2 1,1 0 0,0 2 0,-40 17 0,-66 32 191,76-28-69,2 2 0,-71 50 0,-79 79 666,47-34-259,-309 198 327,1-33-675,418-255-257,1 1 0,1 3 0,3 3 0,2 1 0,1 2 0,-63 90 0,62-72 42,4 2 0,3 2 0,2 1 0,4 2 0,-24 80 0,34-71-16,3 1 0,-13 164 0,26-186-37,3 0 0,2 1 0,9 66 0,-1-69-6,19 73 1,-12-82 0,2-1 0,2-1-1,1 0 1,3-1 0,2-2 0,1 0-1,38 45 1,-25-36-13,-4-5 15,60 62 1,-51-65-39,36 37 47,4-4 0,120 87 1,-91-91-33,4-6 0,232 100 0,353 75-89,-498-189 32,322 43 0,154-28 6,-542-56 36,793 35-29,-781-49 53,0-6 0,238-45 0,-295 33-64,-1-4 1,-1-4-1,-2-4 1,-1-4-1,106-61 1,245-192-308,-93 57 150,161-112 366,-477 323-127,-1-2-1,-1-1 1,-2-2-1,0 0 1,26-36-1,-41 47-18,-1 0 1,-1-1-1,-1 1 0,0-2 0,-1 1 1,-1-1-1,0 0 0,-1-1 0,-1 1 1,-1-1-1,0 0 0,0-29 0,-4 14-12,-2 0 0,-1 0 0,-1 1 0,-2-1 0,-14-40 0,1 16 7,-3 2 0,-32-54 0,17 33 0,12 25 33,-37-56 0,29 57-28,-25-39 43,-4 4 0,-83-88 1,47 78 26,-4 4 0,-4 5 0,-3 4 0,-220-121 0,192 134 40,-281-99 0,-166 17 105,118 55-248,385 78 29,0-4 0,1-3 0,2-4 0,-143-73 1,134 45 24,62 39-32,-1 0-1,0 2 1,-2 1 0,-43-16 0,13 14 13,-1 2 0,-67-7 0,-124-2-31,99 11 122,-143 10-2156,263 3 1152,-53 9-5829,75-8 5041,-29 3-7819</inkml:trace>
</inkml:ink>
</file>

<file path=ppt/ink/ink2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6.161"/>
    </inkml:context>
    <inkml:brush xml:id="br0">
      <inkml:brushProperty name="width" value="0.035" units="cm"/>
      <inkml:brushProperty name="height" value="0.035" units="cm"/>
    </inkml:brush>
  </inkml:definitions>
  <inkml:trace contextRef="#ctx0" brushRef="#br0">0 620 10249,'0'0'3621,"12"-8"-321,-1 1-2848,0 1 0,0 1 0,0 0 0,1 0 0,0 1 0,-1 0 0,26-3 0,3-2 94,577-123 1862,8 37-1959,-260 42-55,-13 1-103,614-104 1365,-851 132-1419,129-20-720,-205 41-491,19 2-5862,-54 1 3821</inkml:trace>
</inkml:ink>
</file>

<file path=ppt/ink/ink2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6.459"/>
    </inkml:context>
    <inkml:brush xml:id="br0">
      <inkml:brushProperty name="width" value="0.035" units="cm"/>
      <inkml:brushProperty name="height" value="0.035" units="cm"/>
    </inkml:brush>
  </inkml:definitions>
  <inkml:trace contextRef="#ctx0" brushRef="#br0">0 1 8497,'0'0'1626,"1"2"-258,2 10-553,0 0-1,1-1 1,0 0 0,1 0 0,0 0-1,1-1 1,13 19 0,60 66 506,-47-60-752,120 133 520,138 164-92,-243-271-868,-3 2 0,-2 2 0,55 118 0,-85-153-98,0 0-1,-2 1 0,-1 0 0,-2 1 0,-1 0 0,-1 0 0,-2 0 0,-1 35 0,-3-44-22,-1 0 0,0 0 0,-2 0 0,-1 0 0,-1 0 0,-1-1 0,-1 0 0,0-1 0,-2 0 0,0 0 0,-2-1 0,-14 20-1,-21 18-824,-100 94-1,22-25-4569,97-94 414,15-13-2923</inkml:trace>
</inkml:ink>
</file>

<file path=ppt/ink/ink2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6.630"/>
    </inkml:context>
    <inkml:brush xml:id="br0">
      <inkml:brushProperty name="width" value="0.035" units="cm"/>
      <inkml:brushProperty name="height" value="0.035" units="cm"/>
    </inkml:brush>
  </inkml:definitions>
  <inkml:trace contextRef="#ctx0" brushRef="#br0">163 189 9569,'-19'-40'2300,"9"29"-192,-9-1-320,3 1-239,0-3-325,4-1-320,-11 1-172,8 0-156,5 0-272,0 2-480,4-5-2708,0 3-2473</inkml:trace>
</inkml:ink>
</file>

<file path=ppt/ink/ink2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8.529"/>
    </inkml:context>
    <inkml:brush xml:id="br0">
      <inkml:brushProperty name="width" value="0.035" units="cm"/>
      <inkml:brushProperty name="height" value="0.035" units="cm"/>
    </inkml:brush>
  </inkml:definitions>
  <inkml:trace contextRef="#ctx0" brushRef="#br0">75 242 11025,'-55'-67'3660,"53"65"-3437,0 0 0,0-1 0,0 1 0,0-1 0,1 0 1,-1 0-1,1 1 0,0-1 0,0 0 0,0 0 0,0 0 1,1 0-1,-1 0 0,1-1 0,0 1 0,0 0 0,0 0 1,0 0-1,0 0 0,1 0 0,-1 0 0,1 0 0,0 0 1,0 0-1,0 0 0,0 0 0,0 0 0,1 0 0,-1 1 0,1-1 1,4-4-1,-1 1 19,0-1 0,1 1 1,0 1-1,0-1 1,1 1-1,-1 0 0,1 0 1,0 1-1,1 0 0,12-5 1,-6 5-33,0 0-1,1 1 1,-1 1 0,1 0 0,0 1 0,0 1 0,-1 0 0,1 1 0,17 3 0,-2 2 77,1 1 0,-1 1 0,37 16 0,-36-11-76,0 1-1,-2 2 0,0 1 1,-1 1-1,0 1 1,38 36-1,-48-37-117,0 0 0,-2 2 1,0-1-1,-2 2 0,0 0 1,-1 1-1,-1 0 0,-1 1 0,11 33 1,-9-11-115,-2 0 0,-2 1 0,5 67 0,-9 143-3026,-13-67-1705,-6-62-4341,5-61-1092</inkml:trace>
</inkml:ink>
</file>

<file path=ppt/ink/ink2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8.979"/>
    </inkml:context>
    <inkml:brush xml:id="br0">
      <inkml:brushProperty name="width" value="0.035" units="cm"/>
      <inkml:brushProperty name="height" value="0.035" units="cm"/>
    </inkml:brush>
  </inkml:definitions>
  <inkml:trace contextRef="#ctx0" brushRef="#br0">1 113 6065,'20'-5'605,"-1"-2"0,0-1 1,31-16-1,-30 14-105,-1 2 0,1 0 0,1 1 0,-1 1 0,37-6 0,107-4 728,-139 15-883,1 0 1,-1 2-1,50 8 1,-66-7-197,0 0 0,0 1-1,0 0 1,-1 0 0,1 1 0,-1 0 0,0 0 0,0 1 0,0 0-1,-1 0 1,0 1 0,0 0 0,0 0 0,8 11 0,1 6 213,-2 1-1,-1 1 1,-1 0 0,-1 0-1,15 50 1,-16-44-227,-6-20-178,0-1 0,1 1 1,0-1-1,1 0 1,0 0-1,0-1 0,1 1 1,0-1-1,17 15 1,-21-22-27,0 1-1,0-1 1,0 0 0,0 0 0,0 0 0,1 0 0,-1 0 0,0-1-1,1 0 1,0 1 0,-1-1 0,1-1 0,0 1 0,-1 0 0,1-1-1,0 0 1,0 0 0,-1 0 0,1 0 0,0-1 0,0 1 0,-1-1-1,1 0 1,0 0 0,-1 0 0,1-1 0,-1 1 0,0-1 0,1 0-1,-1 0 1,0 0 0,0 0 0,4-4 0,-1 0 11,1 1 0,-1-1 0,-1 0 0,1 0-1,-1-1 1,0 0 0,0 0 0,-1 0 0,0 0 0,5-13 0,0-12 141,-1-1-1,6-57 0,-13 81-58,0 1-1,0-1 0,1 1 0,0 0 1,0-1-1,1 1 0,0 0 0,1 1 1,0-1-1,0 0 0,6-8 0,-6 12-20,0 0-1,0 1 1,0-1-1,0 1 1,0 0-1,1 0 1,-1 0-1,1 1 1,0 0-1,-1-1 1,1 2-1,1-1 1,-1 1-1,0-1 1,0 1-1,0 1 1,1-1-1,-1 1 1,6 0-1,-3 0 59,-1 0 0,0 0-1,0 0 1,1 1 0,-1 0 0,0 1-1,0 0 1,0 0 0,0 0 0,-1 1-1,1 0 1,0 0 0,-1 1-1,0 0 1,0 0 0,0 0 0,0 1-1,-1-1 1,9 12 0,-12-14 331,-11 29 639,8-28-835,0-2-310,0 1-1,-1-1 1,1 0-1,0 1 1,0-1 0,0 0-1,0 1 1,0 0-1,1-1 1,-1 1-1,0-1 1,0 3-1,18-15-2927,1 0 464,23-10 1,4 3-3382</inkml:trace>
</inkml:ink>
</file>

<file path=ppt/ink/ink2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9.136"/>
    </inkml:context>
    <inkml:brush xml:id="br0">
      <inkml:brushProperty name="width" value="0.035" units="cm"/>
      <inkml:brushProperty name="height" value="0.035" units="cm"/>
    </inkml:brush>
  </inkml:definitions>
  <inkml:trace contextRef="#ctx0" brushRef="#br0">10 1 3388,'6'11'368,"-15"-2"-432,2 2-1024</inkml:trace>
</inkml:ink>
</file>

<file path=ppt/ink/ink2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9.277"/>
    </inkml:context>
    <inkml:brush xml:id="br0">
      <inkml:brushProperty name="width" value="0.035" units="cm"/>
      <inkml:brushProperty name="height" value="0.035" units="cm"/>
    </inkml:brush>
  </inkml:definitions>
  <inkml:trace contextRef="#ctx0" brushRef="#br0">0 140 3592,'44'-32'624,"-27"18"3,1 1-1,0 1 1,0 0-1,1 1 1,1 1 0,40-14-1,-44 20-594,1 1-1,-1 1 0,0 0 1,1 1-1,0 1 1,-1 1-1,1 0 0,-1 1 1,0 1-1,1 0 1,-1 1-1,-1 1 0,1 1 1,-1 0-1,0 1 1,0 0-1,0 2 0,-1-1 1,-1 2-1,13 10 1,2 4-1417,-2 1 0,27 32 0,-29-32-738</inkml:trace>
</inkml:ink>
</file>

<file path=ppt/ink/ink2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5:49.450"/>
    </inkml:context>
    <inkml:brush xml:id="br0">
      <inkml:brushProperty name="width" value="0.035" units="cm"/>
      <inkml:brushProperty name="height" value="0.035" units="cm"/>
    </inkml:brush>
  </inkml:definitions>
  <inkml:trace contextRef="#ctx0" brushRef="#br0">1 194 6105,'6'-4'267,"0"0"0,0 1 0,0-1 0,0 1 0,1 1 0,0-1 0,-1 1 0,1 0 0,0 1 0,0-1 0,10 0 0,17-4 542,141-19 201,-80 14-948,423-75-590,-447 66-1514,-42 10-423,-10 6-706</inkml:trace>
</inkml:ink>
</file>

<file path=ppt/ink/ink2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45.788"/>
    </inkml:context>
    <inkml:brush xml:id="br0">
      <inkml:brushProperty name="width" value="0.035" units="cm"/>
      <inkml:brushProperty name="height" value="0.035" units="cm"/>
    </inkml:brush>
  </inkml:definitions>
  <inkml:trace contextRef="#ctx0" brushRef="#br0">248 6 10057,'3'-5'2343,"-5"5"-599,-13 10 452,-22 22 600,16-3-2282,2 1-1,1 0 0,2 1 0,1 1 0,-17 51 0,-4 33-3948,7 1-4990,18-65 1054</inkml:trace>
</inkml:ink>
</file>

<file path=ppt/ink/ink2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46.183"/>
    </inkml:context>
    <inkml:brush xml:id="br0">
      <inkml:brushProperty name="width" value="0.035" units="cm"/>
      <inkml:brushProperty name="height" value="0.035" units="cm"/>
    </inkml:brush>
  </inkml:definitions>
  <inkml:trace contextRef="#ctx0" brushRef="#br0">282 157 11237,'-69'93'3790,"-14"21"727,66-85-3839,2 0 0,1 0 0,1 1 1,2 1-1,-14 59 0,12-27-82,3 1 1,-1 65-1,10-89-489,2 0-1,2 0 1,2 0 0,1-1-1,2 0 1,2 0-1,1 0 1,2-2-1,2 1 1,1-2-1,2 0 1,1-1 0,2-1-1,2 0 1,50 56-1,-47-61-94,1-2 1,2-1-1,1-1 0,1-1 0,0-2 1,2-1-1,1-2 0,0-1 0,2-2 1,0-1-1,0-2 0,1-1 0,1-2 0,0-2 1,0-1-1,59 2 0,-75-8-9,1-2 0,-1-1 0,0 0 0,0-2-1,0-1 1,0 0 0,0-2 0,-1 0 0,0-2 0,-1 0 0,0-1 0,0-1-1,24-18 1,-20 10-6,-1-1 0,0-1-1,-2-1 1,-1-1 0,0-1-1,-2-1 1,-1 0 0,-1-1-1,17-36 1,-15 21-19,-2-1 0,-1 0 0,-3-1 0,-1-1 0,-2 0 0,5-79 0,-12 58 0,-2 0 1,-4 1 0,-2-1-1,-16-68 1,10 84-58,-1 0 0,-3 1 0,-2 0 0,-1 2 0,-3 0 0,-2 1 0,-2 2 0,-41-54 0,51 78-69,0 1 0,-2 0-1,0 1 1,-1 1-1,-1 0 1,0 2-1,-1 1 1,-1 0-1,0 1 1,-34-12 0,42 19-108,0 0 1,0 1-1,-1 0 1,0 1 0,1 1-1,-1 0 1,0 1-1,0 1 1,0 1 0,0 0-1,0 0 1,1 1 0,-1 1-1,1 1 1,-1 0-1,1 1 1,0 0 0,-19 11-1,16-6-564,1 1 0,0 1 0,-15 14 0,25-20 176,0 0 0,0 1 0,1-1 0,-1 1 0,2 0 0,-1 0 0,1 1 0,0-1 0,-4 13 0,4-6-1725,1 0 1,-1 24-1,4-37 2314</inkml:trace>
</inkml:ink>
</file>

<file path=ppt/ink/ink2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46.530"/>
    </inkml:context>
    <inkml:brush xml:id="br0">
      <inkml:brushProperty name="width" value="0.035" units="cm"/>
      <inkml:brushProperty name="height" value="0.035" units="cm"/>
    </inkml:brush>
  </inkml:definitions>
  <inkml:trace contextRef="#ctx0" brushRef="#br0">5 0 10521,'0'0'2873,"0"4"-1441,-2 121 3035,-1-45-3588,4 0 1,14 108-1,-15-186-871,39 200 499,-30-163-436,3-2 0,1 0 1,21 43-1,-32-77-61,57 104 104,-53-97-28,1 0 0,0-1 0,1 1 0,0-2 1,0 1-1,0-1 0,20 14 0,-25-20-20,0 0-1,0 0 1,0-1 0,1 1-1,-1-1 1,0 1 0,1-1-1,-1 0 1,0 0-1,1-1 1,-1 1 0,1-1-1,0 0 1,-1 0 0,1 0-1,-1 0 1,1 0-1,4-2 1,-5 0-4,0 1 0,0-1 0,0 1-1,-1-1 1,1 0 0,0 0 0,-1 0 0,0 0 0,0-1-1,1 1 1,-1-1 0,-1 1 0,1-1 0,0 0 0,-1 0-1,3-4 1,0-5 56,0 0-1,-1 0 0,-1 0 0,0 0 1,0 0-1,-1 0 0,0-1 1,-1 1-1,-2-15 0,-9-35 92,-3 0 0,-22-65 1,14 56-386,-27-90-1961,13 56-2265,26 84 2938,2 2-1158,3 4-2056,1-2-4502</inkml:trace>
</inkml:ink>
</file>

<file path=ppt/ink/ink2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46.875"/>
    </inkml:context>
    <inkml:brush xml:id="br0">
      <inkml:brushProperty name="width" value="0.035" units="cm"/>
      <inkml:brushProperty name="height" value="0.035" units="cm"/>
    </inkml:brush>
  </inkml:definitions>
  <inkml:trace contextRef="#ctx0" brushRef="#br0">1 9 9385,'3'-2'247,"9"-5"1898,-15 15 634,-2 0-1402,4-6 121,-1 4-1116,1 1-1,-1-1 1,1 0 0,1 1-1,-1-1 1,1 1 0,0-1-1,1 1 1,-1-1 0,3 11 0,0 4 79,0 13 38,8 105 672,32 158 0,-29-236-1066,1-1 1,29 69-1,-41-122-98,0-1 1,0 1 0,1-1 0,0 0-1,0 0 1,0 0 0,1-1 0,0 1-1,0-1 1,0 0 0,11 7 0,-13-10-5,-1-1 1,1 0-1,0 0 0,-1 0 1,1 0-1,0 0 1,0 0-1,0-1 1,0 1-1,0-1 1,0 0-1,0 0 1,0 0-1,-1 0 1,1-1-1,0 1 1,0-1-1,0 0 1,0 0-1,0 0 1,-1 0-1,1 0 1,0 0-1,-1-1 0,1 1 1,-1-1-1,1 0 1,-1 0-1,0 0 1,3-4-1,2-1 6,-1 0-1,-1-1 1,1 0-1,-1 0 1,-1 0-1,1-1 1,-2 0-1,1 0 0,-1 0 1,4-17-1,-1-7-15,4-56-1,-2-14-588,10-205-58,-17 205-3379,-5 0-4000,4 77-1193</inkml:trace>
</inkml:ink>
</file>

<file path=ppt/ink/ink2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47.487"/>
    </inkml:context>
    <inkml:brush xml:id="br0">
      <inkml:brushProperty name="width" value="0.035" units="cm"/>
      <inkml:brushProperty name="height" value="0.035" units="cm"/>
    </inkml:brush>
  </inkml:definitions>
  <inkml:trace contextRef="#ctx0" brushRef="#br0">1 244 11057,'24'-17'7619,"-2"6"-4494,-7 6-3169,0 0 1,0 1-1,17-2 1,-19 4 723,25-5-454,62-13 168,-89 16-361,0 0 1,-1 0-1,1-1 1,-1 0-1,1 0 1,16-14-1,-24 16-18,0 0 0,-1 1 0,0-2 0,0 1-1,0 0 1,0 0 0,0-1 0,-1 1 0,1 0-1,-1-1 1,0 0 0,0 1 0,0-1 0,0 0-1,-1 0 1,0 1 0,0-1 0,0 0 0,0 0-1,-1-4 1,1 3 15,0 4-15,-1 0-1,0 0 1,1 1 0,-1-1-1,0 1 1,1-1 0,-1 1-1,0-1 1,0 1 0,1-1-1,-1 1 1,0-1 0,0 1-1,0 0 1,0 0 0,0-1-1,0 1 1,1 0 0,-1 0-1,0 0 1,-1 0 0,1 0 22,-2 0 22,0 0-1,0 0 1,0 0-1,-1 0 1,1 0 0,0 1-1,0 0 1,0-1-1,0 1 1,0 0-1,0 1 1,0-1-1,0 0 1,1 1 0,-1 0-1,0 0 1,1-1-1,-4 5 1,-7 6 219,1 0 1,-13 17-1,17-19-108,0-1-93,1 1-1,0 0 0,1 1 0,0 0 1,1 0-1,0 0 0,1 0 0,0 1 1,1 0-1,0-1 0,1 1 0,0 0 1,1 1-1,0-1 0,1 0 0,2 16 1,-1-12-189,2 0 0,0 0 0,1 0 0,1 0 0,0-1 0,1 0 1,1 0-1,0-1 0,1 1 0,1-2 0,18 24 0,-10-18-562,1 0 0,0-1 0,1-1-1,1-1 1,1-1 0,0-1-1,1-1 1,0 0 0,1-2 0,1-1-1,32 10 1,-45-17 342,-1-1-1,0-1 1,1 0 0,-1 0-1,1-1 1,-1-1-1,0 1 1,1-2 0,-1 1-1,0-2 1,0 1 0,0-1-1,10-5 1,-16 6 282,-1 0-1,0-1 1,-1 1 0,1-1 0,0 0-1,-1 0 1,1 1 0,-1-2 0,0 1-1,0 0 1,0 0 0,-1-1 0,1 1-1,-1-1 1,0 1 0,0-1 0,0 0-1,0 1 1,0-5 0,0 2 9,2-8 60,-1-1 0,0 1 0,-2 0 0,1-1 0,-3-19 0,-16-75 600,4 21 257,10 44 75,1-1 0,3 0 0,7-57 1,-7 98-871,0 1 1,0 0-1,1 0 1,0 0-1,-1 0 1,1 0-1,0 0 1,0 0-1,1 0 1,-1 0-1,1 0 1,-1 1-1,1-1 1,0 0-1,0 1 1,0-1-1,0 1 1,1 0-1,-1 0 1,0 0-1,4-2 1,-4 3-47,1 1 0,-1-1 0,0 1 1,0 0-1,1 0 0,-1 0 0,0 0 1,0 0-1,1 0 0,-1 1 0,0-1 1,0 1-1,0-1 0,1 1 1,-1 0-1,0 0 0,0 0 0,0 0 1,0 0-1,0 1 0,-1-1 0,1 0 1,0 1-1,-1 0 0,1-1 0,-1 1 1,3 4-1,4 3 24,-2 1-1,1 0 1,-2 1 0,1-1-1,-1 1 1,-1 0 0,0 1-1,-1-1 1,0 1 0,0-1 0,-1 1-1,0 13 1,-1-6 101,0 0 1,-2 0-1,0-1 1,-1 1-1,-1 0 1,-9 34-1,10-48-26,-1 0 0,1 0 0,-1 0-1,1 0 1,-1 0 0,-1 0 0,1-1 0,-5 5 0,-13 18 1635,20-28-1703,0 0 1,0 0 0,1 0 0,-1 0 0,0 0 0,0 0 0,0 0-1,1 0 1,-1 0 0,1 0 0,-1 0 0,1 0 0,-1-1-1,1 1 1,-1 0 0,1 0 0,0-1 0,0 1 0,0-2-1,1-2-32,1 0-1,-1 0 1,1 0-1,0 1 1,1-1-1,-1 0 1,1 1-1,0-1 1,0 1-1,7-7 1,44-37-488,134-82-2874,-83 60-411,-15 11-2510,4 4-3900</inkml:trace>
</inkml:ink>
</file>

<file path=ppt/ink/ink2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48.035"/>
    </inkml:context>
    <inkml:brush xml:id="br0">
      <inkml:brushProperty name="width" value="0.035" units="cm"/>
      <inkml:brushProperty name="height" value="0.035" units="cm"/>
    </inkml:brush>
  </inkml:definitions>
  <inkml:trace contextRef="#ctx0" brushRef="#br0">337 238 10013,'9'-15'366,"34"-58"1807,-15 13 2371,8-26-183,-35 83-2607,0 9-728,0 20-524,-1-1 1,-2 0 0,0 0-1,-6 26 1,-30 106 729,22-98-819,-84 316 1233,-45 180-582,34 5-523,81-289-447,26-201-450,11 131 1,-5-188 193,0 1 0,0-1 1,2 0-1,-1 0 0,2-1 1,6 15-1,-8-20-9,1-1 0,0 0 0,0 0 0,0 0 0,1 0 0,0-1 1,0 1-1,0-1 0,1 0 0,0-1 0,12 8 0,-15-10 59,1-1-1,-1 0 1,1 0 0,-1 0-1,1 0 1,0 0 0,-1-1-1,1 1 1,-1-1 0,1 0-1,0 0 1,-1-1 0,1 1 0,4-2-1,39-14-604,-39 11 603,-1 1 1,0-1-1,-1 0 0,1-1 1,-1 1-1,0-1 1,-1 0-1,1-1 1,-1 1-1,0-1 1,-1 0-1,0-1 1,0 1-1,0-1 1,-1 0-1,3-10 0,1-5-85,-1 0 0,-1 0 0,-2-1 0,3-36 0,-6 18 105,-2-1 0,-1 1 0,-2-1 1,-2 1-1,-2 1 0,-2-1 0,-1 2 0,-2 0 0,-2 0 0,-35-60 0,-104-181 154,148 269-41,1 0 0,0 0-1,1-1 1,0 0 0,1 0 0,0-1-1,-2-23 1,5 30-14,1 0-1,0-1 1,1 1 0,0 0-1,0 0 1,0 0 0,1-1-1,0 1 1,1 1 0,-1-1 0,1 0-1,1 1 1,-1-1 0,1 1-1,0 0 1,7-8 0,-2 5-3,0 1 1,0-1 0,1 2-1,0 0 1,0 0-1,0 1 1,1 0 0,0 0-1,1 2 1,-1-1 0,19-4-1,4 1 7,1 1 0,61-4 0,-65 9 37,-1 2 0,1 1 1,0 1-1,-1 2 0,0 1 1,0 1-1,0 1 0,0 2 1,-1 1-1,34 17 0,-48-19-20,-1 0 1,0 0-1,-1 1 0,0 1 0,0 0 0,-1 1 0,0 0 0,-1 1 0,0 0 0,-1 1 0,0 0 0,-1 1 0,-1 0 1,0 0-1,-1 1 0,-1 0 0,0 0 0,-1 0 0,0 1 0,4 31 0,-7-19 20,-1 0 0,-1 0-1,-2-1 1,0 1 0,-2 0 0,-10 38 0,-60 158-3202,42-136-1828,27-70 243,6 5-2605</inkml:trace>
</inkml:ink>
</file>

<file path=ppt/ink/ink2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48.162"/>
    </inkml:context>
    <inkml:brush xml:id="br0">
      <inkml:brushProperty name="width" value="0.035" units="cm"/>
      <inkml:brushProperty name="height" value="0.035" units="cm"/>
    </inkml:brush>
  </inkml:definitions>
  <inkml:trace contextRef="#ctx0" brushRef="#br0">0 9 7693,'29'-8'2768,"-10"16"-2556,9 7-456,-12-10-796,13 12-1724,15 6-877</inkml:trace>
</inkml:ink>
</file>

<file path=ppt/ink/ink2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48.334"/>
    </inkml:context>
    <inkml:brush xml:id="br0">
      <inkml:brushProperty name="width" value="0.035" units="cm"/>
      <inkml:brushProperty name="height" value="0.035" units="cm"/>
    </inkml:brush>
  </inkml:definitions>
  <inkml:trace contextRef="#ctx0" brushRef="#br0">327 1 10993,'-70'65'2656,"39"-47"405,2 10-297,4-2-348,2 2-292,-18 53 1056,22-30-2063,0 9-93,6 3-336,1 5-344,-4 4-540,13 5-1056,-7-3-501,4-2-899,-4-9-768,10-1-2825,13 7-5620</inkml:trace>
</inkml:ink>
</file>

<file path=ppt/ink/ink2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48.505"/>
    </inkml:context>
    <inkml:brush xml:id="br0">
      <inkml:brushProperty name="width" value="0.035" units="cm"/>
      <inkml:brushProperty name="height" value="0.035" units="cm"/>
    </inkml:brush>
  </inkml:definitions>
  <inkml:trace contextRef="#ctx0" brushRef="#br0">1 195 14705,'38'-52'2433,"-10"32"-341,7 0-444,10 6-348,9 0-480,16 2-604,15-2-804,7-9-1108,10 6-1372,16 8-2245,31 9-4252</inkml:trace>
</inkml:ink>
</file>

<file path=ppt/ink/ink2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1.046"/>
    </inkml:context>
    <inkml:brush xml:id="br0">
      <inkml:brushProperty name="width" value="0.035" units="cm"/>
      <inkml:brushProperty name="height" value="0.035" units="cm"/>
    </inkml:brush>
  </inkml:definitions>
  <inkml:trace contextRef="#ctx0" brushRef="#br0">4 10 8717,'0'0'125,"0"0"0,0 0 1,0 0-1,-1 0 0,1 0 1,0 0-1,0 0 0,0 0 0,0 0 1,0 0-1,-1 0 0,1 0 1,0 0-1,0 0 0,0 0 1,0-1-1,0 1 0,0 0 0,0 0 1,-1 0-1,1 0 0,0 0 1,0 0-1,0-1 0,0 1 0,0 0 1,0 0-1,0 0 0,0 0 1,0 0-1,0-1 0,0 1 1,0 0-1,0 0 0,0 0 0,0 0 1,0 0-1,0-1 0,0 1 1,0 0-1,0 0 0,0 0 0,0 0 1,0-1-1,0 1 0,0 0 1,0 0-1,0 0 0,0 0 0,11-4 1414,21 3-1003,218 22 1209,-84-5-1459,16-2-318,561 38-2070,-539-41 674,127 2-1985,-170-10-526,-63-6-1250</inkml:trace>
</inkml:ink>
</file>

<file path=ppt/ink/ink2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1.312"/>
    </inkml:context>
    <inkml:brush xml:id="br0">
      <inkml:brushProperty name="width" value="0.035" units="cm"/>
      <inkml:brushProperty name="height" value="0.035" units="cm"/>
    </inkml:brush>
  </inkml:definitions>
  <inkml:trace contextRef="#ctx0" brushRef="#br0">13 32 8905,'0'0'59,"0"0"1,-1 1 0,1-1 0,0 0-1,-1 0 1,1 1 0,0-1-1,-1 0 1,1 0 0,0 1-1,-1-1 1,1 0 0,0 0-1,-1 0 1,1 0 0,-1 0-1,1 1 1,0-1 0,-1 0-1,1 0 1,-1 0 0,1 0-1,0 0 1,-1 0 0,1 0-1,-1-1 1,1 1 0,0 0-1,-1 0 1,1 0 0,-1 0-1,0-1 1,5-12 1435,2-8 1583,17 28-821,-6 1-1875,0 1 0,0 1 1,-1 0-1,0 1 0,26 23 0,1 1 45,203 167 792,-210-169-1112,-2 3 0,-2 1-1,-1 1 1,38 62 0,-62-88-105,-1 1 0,0-1 0,-1 1 0,0 0 0,5 27 0,-2 6-166,5 84 0,-12-118 86,-1 0 1,-1 0 0,0 0-1,0-1 1,-1 1 0,-1-1-1,0 1 1,-1-1 0,0 0-1,0 0 1,-1 0 0,-9 12 0,7-10-60,-22 37-1120,-2-2 0,-2-1 0,-3-2 0,-1-1 0,-60 54 0,41-42-2796,10-4-2087</inkml:trace>
</inkml:ink>
</file>

<file path=ppt/ink/ink2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1.814"/>
    </inkml:context>
    <inkml:brush xml:id="br0">
      <inkml:brushProperty name="width" value="0.035" units="cm"/>
      <inkml:brushProperty name="height" value="0.035" units="cm"/>
    </inkml:brush>
  </inkml:definitions>
  <inkml:trace contextRef="#ctx0" brushRef="#br0">0 151 9805,'3'-3'325,"0"0"0,0 1 0,0-1-1,0 1 1,1 0 0,-1-1 0,1 1 0,-1 1 0,1-1 0,0 1 0,-1-1 0,1 1 0,0 0-1,0 0 1,0 1 0,5-1 0,12-2 330,347-44 4078,1090-13-2524,-1272 54-2367,97 2-1604,-279 4 1682,25 1-2071,55 9 1,-71-6-511,-29 1-1721,-22 5-2215</inkml:trace>
</inkml:ink>
</file>

<file path=ppt/ink/ink2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1.970"/>
    </inkml:context>
    <inkml:brush xml:id="br0">
      <inkml:brushProperty name="width" value="0.035" units="cm"/>
      <inkml:brushProperty name="height" value="0.035" units="cm"/>
    </inkml:brush>
  </inkml:definitions>
  <inkml:trace contextRef="#ctx0" brushRef="#br0">49 3 8865,'2'-1'151,"-1"1"1,1-1-1,0 1 0,-1 0 1,1 0-1,0 0 1,0 0-1,-1 0 0,1 0 1,0 0-1,-1 0 1,1 1-1,0-1 0,-1 1 1,1-1-1,3 2 1,-5 0 74,1-1 1,-1 0 0,1 0 0,-1 1 0,1-1 0,-1 0-1,0 1 1,1-1 0,-1 1 0,0-1 0,0 0 0,0 1-1,0-1 1,-1 1 0,1 1 0,0 36 2736,3-6-1360,-3-1 0,0 1 0,-9 52 0,2-7-310,-25 228 387,7 33-8215,12-174-2730,17-90 633</inkml:trace>
</inkml:ink>
</file>

<file path=ppt/ink/ink2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2.279"/>
    </inkml:context>
    <inkml:brush xml:id="br0">
      <inkml:brushProperty name="width" value="0.035" units="cm"/>
      <inkml:brushProperty name="height" value="0.035" units="cm"/>
    </inkml:brush>
  </inkml:definitions>
  <inkml:trace contextRef="#ctx0" brushRef="#br0">0 1 11749,'11'20'1254,"0"0"0,1-1 0,1 0 0,20 23 0,2-2-378,-1 1-1,-2 2 1,27 50 0,-48-75-790,-2 1 0,0 0-1,-1 1 1,-1 0 0,-1 1 0,-1-1 0,0 1 0,-2 0-1,0 0 1,-1 35 0,-2-50-7,0-1-1,0 1 1,-1-1 0,1 1-1,-1-1 1,0 0 0,-1 1-1,1-1 1,-1 0-1,0 0 1,-1 0 0,1 0-1,-1 0 1,0-1 0,0 1-1,0-1 1,-1 0 0,-6 7-1,7-9 565,-8-14 560,10 11-1166,0 0 0,-1 0 0,1 1 0,0-1 0,0-1 0,0 1 0,0 0 0,0 0 0,0 0 0,0 0 0,0-1 0,0 1 0,0-2 0,0-3 25,1-1 0,0 1 0,0-1-1,0 1 1,1 0 0,0-1 0,0 1 0,0 0-1,1 0 1,0 0 0,0 0 0,1 0-1,4-7 1,4-8 6,2 1-1,20-26 1,6-2-750,3 2 0,2 2 0,57-45 0,162-96-7407,-189 144 2776,2 12-2965</inkml:trace>
</inkml:ink>
</file>

<file path=ppt/ink/ink2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2.673"/>
    </inkml:context>
    <inkml:brush xml:id="br0">
      <inkml:brushProperty name="width" value="0.035" units="cm"/>
      <inkml:brushProperty name="height" value="0.035" units="cm"/>
    </inkml:brush>
  </inkml:definitions>
  <inkml:trace contextRef="#ctx0" brushRef="#br0">394 24 7121,'-40'4'2299,"40"-4"-2187,-1 1-1,0-1 0,0 0 0,1 0 1,-1 0-1,0 0 0,1 0 1,-1-1-1,0 1 0,0 0 1,1 0-1,-1 0 0,0-1 0,1 1 1,-1 0-1,0-1 0,1 1 1,-1 0-1,1-1 0,-1 1 1,1-1-1,-1 1 0,1-1 1,-1 1-1,1-1 0,-1 0 0,1 1 1,-1-1-1,1 1 0,0-1 1,-1-1-1,0 0 376,-1 1-229,0-1 1,0 1 0,-1-1 0,1 1 0,0 0-1,-1 0 1,1 0 0,-1 0 0,1 0 0,-1 0 0,0 1-1,1 0 1,-1-1 0,0 1 0,1 0 0,-1 0 0,0 0-1,1 0 1,-1 1 0,0-1 0,1 1 0,-4 1-1,-3 0 73,-1 1-1,1 0 0,0 1 0,-17 9 0,-7 11-213,1 0 0,2 2 0,-35 38 0,62-62-148,-6 7-193,0 1 1,1-1-1,-12 18 1,19-26 63,4-1 128,-1-1 0,1 1 0,-1-1 0,1 1 0,-1 0 0,0 0 0,1 0 0,4 1 0,12-1-50,118-24-78,122-14 452,252 27 1602,-488 9-1134,0 0 1,-1-2-1,27-8 0,-49 12-723,-1 1 68,-1 0 0,1 1 1,-1-1-1,1 0 0,0 1 0,0-1 1,-1 0-1,1 1 0,0 0 0,0-1 1,0 1-1,1 0 0,-1-1 0,0 1 1,0 2-1,-8 28 505,9-25-620,0 1 0,1-1 1,0 0-1,0 0 0,0 0 0,1 0 0,0 0 0,3 8 1,29 54-1991,-18-39 369,-13-23 802,1 0 1,0-1 0,1 1-1,0-1 1,10 11 0,21 11-7104,-4-9 54</inkml:trace>
</inkml:ink>
</file>

<file path=ppt/ink/ink2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2.812"/>
    </inkml:context>
    <inkml:brush xml:id="br0">
      <inkml:brushProperty name="width" value="0.035" units="cm"/>
      <inkml:brushProperty name="height" value="0.035" units="cm"/>
    </inkml:brush>
  </inkml:definitions>
  <inkml:trace contextRef="#ctx0" brushRef="#br0">4 121 8117,'-3'-66'1512,"6"49"-344,0 0 128,7 5-1320,-4 4-292,7 11-292,3 2-824,-1 7-1444,8 11-977</inkml:trace>
</inkml:ink>
</file>

<file path=ppt/ink/ink2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3.126"/>
    </inkml:context>
    <inkml:brush xml:id="br0">
      <inkml:brushProperty name="width" value="0.035" units="cm"/>
      <inkml:brushProperty name="height" value="0.035" units="cm"/>
    </inkml:brush>
  </inkml:definitions>
  <inkml:trace contextRef="#ctx0" brushRef="#br0">3 126 7265,'0'0'70,"0"-1"1,0 1 0,0 0 0,-1 0-1,1 0 1,0 0 0,0 0 0,0 0-1,0 0 1,0 0 0,0-1-1,-1 1 1,1 0 0,0 0 0,0 0-1,0 0 1,0 0 0,0 0 0,0-1-1,0 1 1,0 0 0,0 0 0,0 0-1,0 0 1,0-1 0,0 1-1,0 0 1,0 0 0,0 0 0,0 0-1,0-1 1,0 1 0,0 0 0,0 0-1,0 0 1,0 0 0,0 0 0,0-1-1,0 1 1,0 0 0,0 0 0,1 0-1,-1 0 1,0 0 0,0-1-1,0 1 1,11-9 1563,20-4 2728,-28 12-4199,5-1 404,-1 1 0,1 0 1,-1 0-1,1 1 1,-1 0-1,1 0 1,-1 1-1,1 0 1,-1 0-1,12 4 0,-17-4-61,18 3-156,-19-3-343,1-1 1,-1 1-1,1-1 1,-1 1-1,1-1 1,0 0-1,-1 0 1,1 0-1,0 0 1,-1 0-1,1 0 0,0 0 1,-1 0-1,4-1 1,86-32 172,-50 18 332,0 0 1,2 3 0,65-11-1,-78 20 102,1 0-1,0 2 1,53 5 0,-69-2-520,-1 1 1,0 0-1,0 1 1,0 1-1,-1 0 0,0 1 1,0 0-1,0 1 1,0 1-1,12 10 1,12 10-1393,-10-6-3452,48 30 1,-43-34-1264,-3 1-3874</inkml:trace>
</inkml:ink>
</file>

<file path=ppt/ink/ink2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3.684"/>
    </inkml:context>
    <inkml:brush xml:id="br0">
      <inkml:brushProperty name="width" value="0.035" units="cm"/>
      <inkml:brushProperty name="height" value="0.035" units="cm"/>
    </inkml:brush>
  </inkml:definitions>
  <inkml:trace contextRef="#ctx0" brushRef="#br0">20 100 11977,'-1'-13'992,"1"1"0,1-1 1,0 0-1,4-15 0,-2 7 8602,0 24-8065,3 5-1322,0 0 0,-1 0 0,0 1 0,0 0 0,-1 0 0,0 0 0,0 0 0,-1 1 0,0-1 0,-1 1 0,1 11 0,2 20 875,0 57-1,-5-78-1022,-21 311-59,14-271 0,-2 48-1539,4-34-2023,-19 93 1,5-66-6821,12-57-357</inkml:trace>
</inkml:ink>
</file>

<file path=ppt/ink/ink2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3.826"/>
    </inkml:context>
    <inkml:brush xml:id="br0">
      <inkml:brushProperty name="width" value="0.035" units="cm"/>
      <inkml:brushProperty name="height" value="0.035" units="cm"/>
    </inkml:brush>
  </inkml:definitions>
  <inkml:trace contextRef="#ctx0" brushRef="#br0">779 6 11393,'-83'-6'2240,"42"15"-312,6 11-287,0 2-305,-3 7-148,-7 2-412,-5 9-156,-1 6-128,-6 11-164,-4 6-272,-2-3-660,2 6-820,1 3-824,3-1-3013,16 1-4216</inkml:trace>
</inkml:ink>
</file>

<file path=ppt/ink/ink2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4.081"/>
    </inkml:context>
    <inkml:brush xml:id="br0">
      <inkml:brushProperty name="width" value="0.035" units="cm"/>
      <inkml:brushProperty name="height" value="0.035" units="cm"/>
    </inkml:brush>
  </inkml:definitions>
  <inkml:trace contextRef="#ctx0" brushRef="#br0">0 1 9953,'17'12'576,"-11"-8"-253,0 0 1,0 1-1,0-1 0,-1 1 0,0 1 0,0-1 0,0 1 0,-1-1 1,0 1-1,7 12 0,77 137 5990,14-6-4039,28 44-1746,3 46-3533,-52-65-5213,-47-98-774</inkml:trace>
</inkml:ink>
</file>

<file path=ppt/ink/ink2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4.265"/>
    </inkml:context>
    <inkml:brush xml:id="br0">
      <inkml:brushProperty name="width" value="0.035" units="cm"/>
      <inkml:brushProperty name="height" value="0.035" units="cm"/>
    </inkml:brush>
  </inkml:definitions>
  <inkml:trace contextRef="#ctx0" brushRef="#br0">785 9 8025,'-73'-8'2672,"22"25"-336,10-3-308,-3 3-351,-1-2-305,-2 5-340,-4 2-228,0 7-160,0 2-128,-3 7-220,-3-1-608,3 8-872,-3-2-1052,0 6-3009,6-1-4196</inkml:trace>
</inkml:ink>
</file>

<file path=ppt/ink/ink2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5.016"/>
    </inkml:context>
    <inkml:brush xml:id="br0">
      <inkml:brushProperty name="width" value="0.035" units="cm"/>
      <inkml:brushProperty name="height" value="0.035" units="cm"/>
    </inkml:brush>
  </inkml:definitions>
  <inkml:trace contextRef="#ctx0" brushRef="#br0">192 20 10033,'0'0'4672,"-7"-12"-805,7 12-3776,0-1 0,0 1 1,-1 0-1,1-1 1,0 1-1,0-1 0,0 1 1,-1 0-1,1-1 0,0 1 1,0 0-1,-1 0 1,1-1-1,0 1 0,0 0 1,-1-1-1,1 1 0,0 0 1,-1 0-1,1 0 1,-1-1-1,1 1 0,0 0 1,-1 0-1,1 0 1,0 0-1,-1 0 0,1 0 1,-1 0-1,1 0 0,0 0 1,-1 0-1,1 0 1,-1 0-1,1 0 0,-6 8 560,1 0 1,1 0-1,-1 0 0,1 1 0,1 0 0,-4 13 0,-13 65 1466,13-54-1402,-87 357 931,87-353-2847,1 0 0,3 1 0,0 67 1,7-33-2877,3-2-3459,-1-17-3961</inkml:trace>
</inkml:ink>
</file>

<file path=ppt/ink/ink2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5.435"/>
    </inkml:context>
    <inkml:brush xml:id="br0">
      <inkml:brushProperty name="width" value="0.035" units="cm"/>
      <inkml:brushProperty name="height" value="0.035" units="cm"/>
    </inkml:brush>
  </inkml:definitions>
  <inkml:trace contextRef="#ctx0" brushRef="#br0">397 1 10105,'0'0'1894,"-1"2"-68,-47 46 4165,-4-4-3521,31-29-2207,1 2 1,1 1 0,0 0-1,-17 23 1,-20 29-1123,-17 23-3178,63-79 1632,1 1 1,-9 21-1,4 4-6105</inkml:trace>
</inkml:ink>
</file>

<file path=ppt/ink/ink2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5.639"/>
    </inkml:context>
    <inkml:brush xml:id="br0">
      <inkml:brushProperty name="width" value="0.035" units="cm"/>
      <inkml:brushProperty name="height" value="0.035" units="cm"/>
    </inkml:brush>
  </inkml:definitions>
  <inkml:trace contextRef="#ctx0" brushRef="#br0">0 0 11857,'54'77'2112,"-32"-48"-292,-3-1-263,0-2-325,0 3-320,4-4-184,-7 13-140,-1-1-136,8-3-316,-4 0-384,0 3-660,-10 3-824,7-8-789,-6-1-2151,-1 9-3657</inkml:trace>
</inkml:ink>
</file>

<file path=ppt/ink/ink2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8.532"/>
    </inkml:context>
    <inkml:brush xml:id="br0">
      <inkml:brushProperty name="width" value="0.035" units="cm"/>
      <inkml:brushProperty name="height" value="0.035" units="cm"/>
    </inkml:brush>
  </inkml:definitions>
  <inkml:trace contextRef="#ctx0" brushRef="#br0">459 0 8929,'-13'23'8788,"-42"90"-6222,-69 186-618,75-180-1592,-2 9-223,40-102-114,0 0-1,-2-1 0,-19 29 1,-14 27-312,45-80 283,0-1-1,0 0 1,0 0 0,0 0 0,0 1-1,0-1 1,0 0 0,0 0 0,0 0 0,-1 0-1,1-1 1,0 1 0,0 0 0,0 0-1,0-1 1,0 1 0,-1-1 0,0 0 2,0 1 0,0-1 0,1 0 0,-1 0 1,0 0-1,1 0 0,-1 0 0,1 0 0,-1 0 1,1 0-1,-1 0 0,1-1 0,0 1 0,0-1 0,0 1 1,-1-1-1,1 1 0,1-1 0,-1 0 0,0 1 1,0-1-1,1 0 0,-1 0 0,1 0 0,-1 1 0,1-1 1,0 0-1,0 0 0,0-2 0,-1-9-22,1 0 0,0 0-1,3-14 1,-2 15 36,4-27-38,1 0 1,2 0-1,2 1 0,14-37 0,-14 48 29,1 2 1,1 0 0,1 0-1,2 1 1,0 1-1,25-29 1,-35 46 38,1 0-1,0 0 1,0 1 0,0 0 0,1 0 0,9-5 0,-12 8 0,-1 1 0,0 0 0,0-1 0,1 1 0,-1 0 0,1 1 0,-1-1 0,1 0 0,-1 1 0,1 0 0,-1 0 0,1 0 0,-1 0 0,1 1 0,-1-1 0,1 1 0,5 2 0,-4-1 34,1 1 0,0 0 0,-1 0 1,1 0-1,-1 1 0,0 0 0,0 0 0,-1 0 0,1 0 0,-1 1 1,5 6-1,-2-1 76,-1 0-1,-1 0 1,1 0 0,-2 0 0,7 20 0,-3 6 244,0 0 0,4 71 1,-9 118 262,-5-119-632,1-40-906,-4 1 1,-24 124-1,3-86-3128,-8-2-3948,21-67-679</inkml:trace>
</inkml:ink>
</file>

<file path=ppt/ink/ink2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9.012"/>
    </inkml:context>
    <inkml:brush xml:id="br0">
      <inkml:brushProperty name="width" value="0.035" units="cm"/>
      <inkml:brushProperty name="height" value="0.035" units="cm"/>
    </inkml:brush>
  </inkml:definitions>
  <inkml:trace contextRef="#ctx0" brushRef="#br0">7 151 10781,'10'-14'1459,"-16"7"-77,5 7-1213,1-1 0,-1 0-1,0 1 1,0-1 0,1 1-1,-1-1 1,0 0 0,1 0-1,-1 1 1,1-1 0,-1 0 0,1 0-1,-1 0 1,1 0 0,0 1-1,-1-1 1,1 0 0,0 0-1,0 0 1,0 0 0,0-2 0,1 1 18,0 1 0,1-1 1,-1 0-1,1 1 0,-1 0 1,1-1-1,0 1 0,0 0 1,-1-1-1,1 1 0,0 0 1,2 0-1,12-3-62,0 2 1,0 0-1,0 0 0,0 2 0,24 1 0,6 1-113,213 6-1260,4 1-1231,86-22-735,-251 4 3261,147-34 1,-239 41 174,0 0 0,-1 0 0,1-1 0,-1 1 0,0-1 0,7-5 0,16-7 2853,-43 20-2724,1 2-1,0-1 1,0 2-1,1 0 1,-1 1-1,2 0 1,-17 15-1,-78 85 632,69-64-852,2 2 0,-49 83 0,65-99-480,12-21 107,1 1 1,0-1-1,1 1 0,-6 15 0,11-24 113,0 1-1,1 0 1,-1-1-1,0 1 0,1-1 1,0 1-1,0 0 1,-1-1-1,1 1 1,1 0-1,-1-1 0,0 1 1,1 0-1,-1-1 1,1 1-1,0-1 1,0 1-1,0-1 0,0 1 1,0-1-1,1 0 1,-1 0-1,1 1 1,3 3-1,-3-5-15,0 1 1,0-1 0,0 0-1,1 0 1,-1 0-1,0 0 1,1 0-1,-1-1 1,1 1-1,-1-1 1,1 1-1,-1-1 1,1 0-1,-1 0 1,1 0 0,-1 0-1,1 0 1,-1-1-1,1 1 1,2-2-1,50-15-1246,-51 15 1285,14-6-223,0-2 0,-1 0 0,0 0 0,-1-2 0,0 0 0,-1-1 0,0 0 0,-2-2 0,1 1 0,-1-2 0,-1 1 0,17-32 0,-23 36 320,-2 0 0,1-1 0,-1 1 0,-1-1 0,0 0 0,2-15 0,-5 23 25,1-16-91,-1 18-239,3-10 587,-6 4-3885,-7-1 1565</inkml:trace>
</inkml:ink>
</file>

<file path=ppt/ink/ink2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7:59.926"/>
    </inkml:context>
    <inkml:brush xml:id="br0">
      <inkml:brushProperty name="width" value="0.035" units="cm"/>
      <inkml:brushProperty name="height" value="0.035" units="cm"/>
    </inkml:brush>
  </inkml:definitions>
  <inkml:trace contextRef="#ctx0" brushRef="#br0">333 0 9713,'0'4'83,"-5"26"1239,-1 0 0,-1 0 0,-2-1 1,-15 38-1,-4-10-87,-174 373 1705,189-398-3055,2 0 0,1 0 0,-8 52 1,18-82 67,0 1 1,0 0-1,0-1 1,0 1-1,1-1 1,-1 1 0,1 0-1,-1-1 1,1 1-1,0-1 1,2 4 0,-2-2-76,-1-4 119,0 0-1,0 0 0,0 0 0,0 0 0,0 1 0,1-1 0,-1 0 1,0 0-1,0 0 0,0 0 0,0 0 0,0 0 0,0 0 0,0 1 0,0-1 1,0 0-1,0 0 0,0 0 0,1 0 0,-1 0 0,0 0 0,0 0 1,0 0-1,0 0 0,0 0 0,0 0 0,0 0 0,1 0 0,-1 0 0,0 1 1,0-1-1,0 0 0,0 0 0,0 0 0,0 0 0,1 0 0,-1 0 1,0-1-1,0 1 0,0 0 0,0 0 0,0 0 0,0 0 0,1 0 0,-1 0 1,0 0-1,0 0 0,0 0 0,0 0 0,0 0 0,0 0 0,0 0 1,0 0-1,1-1 0,10-3-50,1-1 1,-1-1-1,0 0 1,-1-1-1,1 0 1,-1 0-1,16-17 1,62-74-297,-34 36 216,-28 32 108,86-85 115,-97 102 22,0 1 1,1 0-1,1 0 1,-1 2-1,36-16 1,-46 23-64,0 1 0,-1 0-1,1 0 1,0 1 0,0 0 0,0 0 0,0 0 0,0 1 0,0 0 0,0 0 0,1 1-1,-1-1 1,0 1 0,0 0 0,-1 1 0,1 0 0,0 0 0,0 0 0,7 4 0,-5 0 8,1 0 1,-1 1 0,0-1 0,-1 1 0,0 1 0,0 0 0,-1 0 0,1 0 0,-2 0 0,10 18 0,-7-8-163,0 0-1,-1 0 1,-1 1 0,0 0 0,-2 0-1,0 0 1,-1 1 0,0 32 0,-3-25-781,-1 1 0,-1-1 0,-2 0 0,-1 1 0,-14 43 1,13-52 36,-2 0 1,-18 33 0,22-44 594,-2 0-1,1 0 1,-1 0 0,0-1-1,-1 0 1,1 0 0,-16 11-1,20-16 169,-17-29 165,20 23-61,0 1 0,0-1 0,0 0 1,1 1-1,-1-1 0,1 1 0,0-1 0,0 1 0,0 0 1,0-1-1,4-2 0,-3 2-2,13-16 120,0 0-1,2 2 1,0 0-1,1 1 1,1 1-1,1 1 1,0 0-1,1 2 1,0 0-1,1 2 1,0 0-1,1 2 1,47-12-1,-19 9 69,1 3 0,0 2 0,0 2 0,0 3 0,88 7 0,-125-4-178,95 8 135,120 24 1,-130-12-127,173 40-419,-51 2-205,-102-30-1669,-109-30 1694,-1 0 0,1-1-1,0 0 1,-1 0 0,18-1 0,-1 0-664,21 4-1394</inkml:trace>
</inkml:ink>
</file>

<file path=ppt/ink/ink2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0.095"/>
    </inkml:context>
    <inkml:brush xml:id="br0">
      <inkml:brushProperty name="width" value="0.035" units="cm"/>
      <inkml:brushProperty name="height" value="0.035" units="cm"/>
    </inkml:brush>
  </inkml:definitions>
  <inkml:trace contextRef="#ctx0" brushRef="#br0">0 18 7125,'1'3'1539,"4"13"1019,-5-15-2083,1-1 1,-1 1 0,1 0-1,-1 0 1,1-1 0,-1 1-1,1 0 1,0-1 0,-1 1 0,1 0-1,0-1 1,-1 1 0,1-1-1,0 1 1,0-1 0,1 1-1,18 0 5570,-2-3-7120,-12 1-335,130-19-1640,3 1-6384,-91 13 2034</inkml:trace>
</inkml:ink>
</file>

<file path=ppt/ink/ink2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1.727"/>
    </inkml:context>
    <inkml:brush xml:id="br0">
      <inkml:brushProperty name="width" value="0.035" units="cm"/>
      <inkml:brushProperty name="height" value="0.035" units="cm"/>
    </inkml:brush>
  </inkml:definitions>
  <inkml:trace contextRef="#ctx0" brushRef="#br0">1 0 12565,'10'143'7574,"-7"-102"-6301,1 0 0,18 69 1,-16-84-946,48 182 1184,-39-160-1348,2-1 0,1-1 0,33 57-1,-47-93-138,2-1-1,-1 1 0,1-1 0,0 0 1,1-1-1,0 0 0,1 0 0,-1 0 0,1-1 1,1 0-1,13 9 0,-15-14-15,-1-1 0,0 1 0,0-1 0,1 0 1,-1 0-1,1-1 0,-1 1 0,1-1 0,-1-1 0,1 0 0,-1 0 0,1 0 0,-1 0 0,8-4 0,-6 3-4,23-8-184,-1-1-1,0-1 0,-1-2 1,0-1-1,-1-1 0,-1-1 0,0-2 1,36-34-1,183-199-4086,-139 136 1438,-23 20-36,35-35-3482,-49 72 365</inkml:trace>
</inkml:ink>
</file>

<file path=ppt/ink/ink2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2.334"/>
    </inkml:context>
    <inkml:brush xml:id="br0">
      <inkml:brushProperty name="width" value="0.035" units="cm"/>
      <inkml:brushProperty name="height" value="0.035" units="cm"/>
    </inkml:brush>
  </inkml:definitions>
  <inkml:trace contextRef="#ctx0" brushRef="#br0">317 1 6481,'-31'23'3406,"1"2"0,-36 38 1,18-11-2208,18-17-389,-50 77 1,49-45-423,32-65-378,-1-1 0,1 1 0,0-1 0,0 1 0,1-1 0,-1 1 0,0-1 0,0 0 0,1 0 0,-1 1 0,1-1-1,-1 0 1,1 0 0,2 1 0,2-1 11,0 0 0,0-1 0,0 0 0,0 0 0,0 0 0,0 0 0,0-1 0,0 0 0,6-2 0,15-1 93,10 1 76,1 1 1,-1 2 0,1 1 0,-1 2-1,1 2 1,-1 2 0,39 11 0,72 44 398,-14-4-304,-125-56-279,0 0 0,-1 0 0,1-1 0,0-1 1,0 1-1,0-1 0,0-1 0,-1 0 0,1 0 0,0 0 0,0-1 1,-1-1-1,1 1 0,-1-2 0,0 1 0,0-1 0,0 0 1,0-1-1,12-9 0,4-3-5,-2-2 0,1-1 0,-2-1 0,29-37 0,-39 45 9,28-35 235,63-99 0,-100 144 149,-1 3-365,1 0 0,-1 0 0,1 0 1,-1 1-1,0-1 0,1 1 0,-1-1 0,1 1 0,-1-1 1,0 1-1,0 0 0,1-1 0,-1 1 0,0 0 1,0 0-1,0 0 0,0 0 0,0 0 0,0 0 0,0 0 1,-1 1-1,1-1 0,0 0 0,0 0 0,0 2 0,0 2 46,0 1 0,0-1-1,0 0 1,-1 1-1,0 8 1,2 18 188,0-19-170,0 0 1,1 0-1,0-1 1,1 1-1,1-1 1,0 0-1,0 0 1,2-1-1,-1 1 1,12 14-1,2-3 63,0 0 0,35 28 1,-45-44-162,-1 0 0,1-1 1,1 0-1,-1 0 0,1-1 1,0 0-1,0-1 1,1-1-1,17 4 0,1-2-119,-1-2 0,1-1 0,0-1 0,1-2 0,-2-1-1,1-1 1,50-12 0,-71 13 253,0 0-1,0 0 1,0 1 0,0 0 0,0 0-1,0 1 1,0 1 0,0-1 0,0 1-1,-1 1 1,1 0 0,0 0-1,0 1 1,-1 0 0,15 7 0,-20-8-106,-1 1 0,1-1 1,0 1-1,-1 0 1,0 0-1,0 0 0,0 0 1,0 0-1,2 4 1,13 19-2557,7-4-1099,-21-20 1286,1 1-2212,8 4 2327,-10-6 719,15 10-6715</inkml:trace>
</inkml:ink>
</file>

<file path=ppt/ink/ink2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2.474"/>
    </inkml:context>
    <inkml:brush xml:id="br0">
      <inkml:brushProperty name="width" value="0.035" units="cm"/>
      <inkml:brushProperty name="height" value="0.035" units="cm"/>
    </inkml:brush>
  </inkml:definitions>
  <inkml:trace contextRef="#ctx0" brushRef="#br0">1 147 9769,'3'-46'4244,"0"26"-2348,3 0 2009,-6 0-3029,4 0 104,8 9-1456,-2 2-720,3 20-2244,-1-2-1429,-2 11-3836</inkml:trace>
</inkml:ink>
</file>

<file path=ppt/ink/ink2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3.874"/>
    </inkml:context>
    <inkml:brush xml:id="br0">
      <inkml:brushProperty name="width" value="0.035" units="cm"/>
      <inkml:brushProperty name="height" value="0.035" units="cm"/>
    </inkml:brush>
  </inkml:definitions>
  <inkml:trace contextRef="#ctx0" brushRef="#br0">291 293 8041,'-3'-1'111,"-45"-7"5376,45 8-5209,1 0 0,-1 0 0,0 0 0,0 0 0,1 0 0,-1 1 0,0-1 0,0 1 0,1 0 0,-1 0 0,0 0 0,1 0-1,-1 1 1,-2 1 0,2-1-108,-13 10 335,0 0 0,0 1 0,1 1 0,1 0 0,0 1 0,1 1 0,1 0 0,-14 22 0,18-21-371,0 0-1,1 0 0,0 0 0,1 1 1,2 0-1,-5 23 0,8-34-127,0 1 0,1-1 0,0 0 0,0 0 0,0 0-1,1 1 1,0-1 0,1 0 0,-1 0 0,1 0 0,1-1 0,-1 1 0,1 0 0,1-1 0,-1 1 0,1-1-1,0 0 1,0-1 0,8 9 0,-10-12-34,1 0 0,0 0 0,0 0 0,-1-1 0,1 1-1,0-1 1,1 0 0,-1 0 0,0 0 0,0 0 0,0 0 0,1-1 0,-1 1-1,0-1 1,1 0 0,-1 0 0,0 0 0,1 0 0,-1-1 0,0 0 0,0 1-1,1-1 1,-1 0 0,0-1 0,0 1 0,0 0 0,4-3 0,6-4-106,1 0 1,-1 0-1,0-1 0,17-17 1,-11 8 15,-1-1 1,0-1 0,-2-1-1,15-24 1,49-97-426,-51 82 362,24-78-1,19-40-197,-64 159 351,3-3 441,-7 23-196,-1 11-111,1 94 289,-1-76-348,2 26 26,14 58 1,-15-96-126,2 1-1,-1-1 1,2-1 0,1 1 0,0-1-1,1-1 1,12 17 0,-8-14-126,1-1 0,0 0 1,2-1-1,22 20 0,-30-31 105,0 0 1,1-1-1,-1 0 0,1 0 0,0-1 1,0 0-1,0-1 0,0 0 0,1 0 0,0-1 1,-1 0-1,17 1 0,-7-3 125,-1-1-1,1 0 1,-1-1-1,0-1 1,0-1-1,0-1 1,17-7-1,123-57 792,-82 32-774,-68 34-30,1 0 0,-1 1 0,1 0 1,0 0-1,-1 0 0,1 2 0,0-1 1,0 1-1,0 0 0,13 2 0,10 4 301,49 14 0,-13-2-205,-35-11-650,25 6-1400,-20-10-7661</inkml:trace>
</inkml:ink>
</file>

<file path=ppt/ink/ink2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4.650"/>
    </inkml:context>
    <inkml:brush xml:id="br0">
      <inkml:brushProperty name="width" value="0.035" units="cm"/>
      <inkml:brushProperty name="height" value="0.035" units="cm"/>
    </inkml:brush>
  </inkml:definitions>
  <inkml:trace contextRef="#ctx0" brushRef="#br0">355 0 5412,'-50'20'1007,"-94"40"3000,122-50-3196,1 1 0,1 1 0,0 1-1,-25 21 1,42-31-692,0-1-1,1 0 1,-1 1 0,1 0-1,-1-1 1,1 1-1,0 0 1,0 0 0,1 0-1,-1 0 1,1 1 0,-1-1-1,1 0 1,0 1 0,0-1-1,0 7 1,1-7-56,0 0 1,1 0-1,0 0 0,-1-1 1,1 1-1,0 0 0,0 0 1,0-1-1,1 1 1,-1-1-1,1 1 0,0-1 1,-1 1-1,1-1 0,0 0 1,0 0-1,0 0 1,1 0-1,-1 0 0,5 2 1,6 5 55,0-2 0,1 1 0,-1-2 0,1 0 0,1-1 1,17 5-1,95 13 300,-94-18-322,733 69 731,9-44-543,1270-10-1932,-1330-35-1005,-245-12-4158,-331 15 612</inkml:trace>
</inkml:ink>
</file>

<file path=ppt/ink/ink2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4.928"/>
    </inkml:context>
    <inkml:brush xml:id="br0">
      <inkml:brushProperty name="width" value="0.035" units="cm"/>
      <inkml:brushProperty name="height" value="0.035" units="cm"/>
    </inkml:brush>
  </inkml:definitions>
  <inkml:trace contextRef="#ctx0" brushRef="#br0">1 641 7377,'0'-2'112,"0"1"0,0-1 0,1 1 1,-1-1-1,1 1 0,-1-1 0,1 1 1,-1-1-1,1 1 0,0 0 1,0-1-1,0 1 0,0 0 0,0-1 1,0 1-1,0 0 0,0 0 0,0 0 1,2-1-1,32-18 859,-20 13-536,28-14 498,0 2 1,83-24 0,97-11 188,-184 46-950,863-149 1290,12 47-2288,69-11-4181,-753 91 1710,-18 8-1174</inkml:trace>
</inkml:ink>
</file>

<file path=ppt/ink/ink2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5.139"/>
    </inkml:context>
    <inkml:brush xml:id="br0">
      <inkml:brushProperty name="width" value="0.035" units="cm"/>
      <inkml:brushProperty name="height" value="0.035" units="cm"/>
    </inkml:brush>
  </inkml:definitions>
  <inkml:trace contextRef="#ctx0" brushRef="#br0">353 60 5857,'-179'26'1112,"154"-21"-566,1 0-1,-34 12 1,2-1 1346,45-13-1378,13 0-32,25-1 319,267-5 403,-155-2-1019,1166-46-1589,-433-4-4045,-564 32 1602</inkml:trace>
</inkml:ink>
</file>

<file path=ppt/ink/ink2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8.141"/>
    </inkml:context>
    <inkml:brush xml:id="br0">
      <inkml:brushProperty name="width" value="0.035" units="cm"/>
      <inkml:brushProperty name="height" value="0.035" units="cm"/>
    </inkml:brush>
  </inkml:definitions>
  <inkml:trace contextRef="#ctx0" brushRef="#br0">388 336 11785,'0'0'1909,"-12"8"1591,-3 4-2206,0 1 0,1 1 1,1 0-1,-13 18 0,2-1-222,-14 19 333,-34 59 0,-25 71-353,36-74-762,60-104-351,2-6 35,0-1 0,0 1 0,1 0 0,-1 0-1,1-1 1,0 1 0,0 0 0,4-5 0,6-14-6,70-164-140,112-185 0,-193 371 171,24-41 83,1 2 1,45-54-1,-63 84 0,0 1 1,1 0-1,0 1 0,1 0 1,0 0-1,0 1 0,0 0 0,1 1 1,0 1-1,0-1 0,1 1 1,-1 1-1,1 0 0,0 1 1,13-2-1,-18 5-38,0-1 1,1 1-1,-1 1 1,0-1-1,1 1 1,-1 0-1,0 1 0,0 0 1,0 0-1,0 1 1,0-1-1,-1 1 1,12 8-1,-8-4 68,-1 0 0,0 0 1,-1 1-1,0 1 0,0-1 0,-1 1 0,0 1 0,6 10 1,1 4 80,-2 1 1,-1 0-1,-1 1 1,-1 0 0,-2 0-1,9 49 1,-9-8-179,-2 0 1,-4 0-1,-2 0 1,-18 118-1,-75 260-391,93-440 366,-27 128-3743,13-48-1608,12-60 892,2-9-1244,1 3-4465</inkml:trace>
</inkml:ink>
</file>

<file path=ppt/ink/ink2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8.344"/>
    </inkml:context>
    <inkml:brush xml:id="br0">
      <inkml:brushProperty name="width" value="0.035" units="cm"/>
      <inkml:brushProperty name="height" value="0.035" units="cm"/>
    </inkml:brush>
  </inkml:definitions>
  <inkml:trace contextRef="#ctx0" brushRef="#br0">0 66 11185,'0'0'1732,"23"-8"-216,-4-1-252,12 1-259,23 2-129,0 3-404,16 3-364,6 0-452,20 0-428,5-3-313,7-3-351,0 4-236,-6-7-2064,2-2-2393</inkml:trace>
</inkml:ink>
</file>

<file path=ppt/ink/ink2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8.576"/>
    </inkml:context>
    <inkml:brush xml:id="br0">
      <inkml:brushProperty name="width" value="0.035" units="cm"/>
      <inkml:brushProperty name="height" value="0.035" units="cm"/>
    </inkml:brush>
  </inkml:definitions>
  <inkml:trace contextRef="#ctx0" brushRef="#br0">394 1 9297,'0'0'6383,"-4"0"-4537,-7 5-1157,-1 0-1,0 0 1,1 1 0,0 0 0,1 1 0,-1 0 0,1 0 0,1 2 0,-1-1 0,1 1 0,-10 13 0,-9 14 841,-46 72 0,42-50-1096,3 2-1,2 1 0,-24 84 0,47-135-636,2 0 0,-1 0-1,1 0 1,1 0 0,0 1 0,0-1 0,1 0-1,1 1 1,1 14 0,0-18-101,0-1 0,0 0 0,0 1 0,1-1 0,-1 0 0,2-1 0,-1 1 0,1 0 0,-1-1 1,1 0-1,1 0 0,-1 0 0,1 0 0,0-1 0,10 7 0,-7-6-488,1 0 0,0-1 0,0 0 0,1 0 0,-1-1 0,1 0 0,0-1 1,-1 0-1,1-1 0,0 0 0,0 0 0,0-1 0,0 0 0,0-1 0,11-2 0,24-7-7244</inkml:trace>
</inkml:ink>
</file>

<file path=ppt/ink/ink2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8.780"/>
    </inkml:context>
    <inkml:brush xml:id="br0">
      <inkml:brushProperty name="width" value="0.035" units="cm"/>
      <inkml:brushProperty name="height" value="0.035" units="cm"/>
    </inkml:brush>
  </inkml:definitions>
  <inkml:trace contextRef="#ctx0" brushRef="#br0">426 18 9221,'0'-1'205,"0"0"0,0 1 1,0-1-1,-1 0 0,1 0 0,-1 0 1,1 0-1,0 1 0,-1-1 0,1 0 1,-1 1-1,1-1 0,-1 0 0,0 1 1,1-1-1,-1 0 0,0 1 0,1-1 1,-1 1-1,0-1 0,0 1 0,0 0 1,1-1-1,-2 1 0,-26-1 2041,19 3-1652,-1 0-1,1 0 1,0 1 0,-11 6 0,0 1 357,0 2 0,0 1 1,1 0-1,1 1 0,0 1 0,-29 33 0,23-20-279,0 2 1,3 0-1,-29 51 0,43-67-551,0 1-1,1 0 1,0 1-1,1-1 1,1 1 0,0 0-1,1 0 1,1 0-1,0 0 1,2 31 0,1-36-217,0-1 1,1-1 0,0 1-1,0 0 1,1 0 0,0-1-1,1 1 1,0-1 0,1 0-1,0-1 1,0 1 0,1-1-1,0 0 1,0 0 0,1 0-1,0-1 1,0 0 0,14 10-1,-8-9-353,1 1 1,0-2-1,0 0 0,1 0 0,-1-1 0,1-1 0,1-1 1,-1 0-1,1-1 0,26 2 0,0-4-3490,-1-2 0,79-12-1,-45 4-4750</inkml:trace>
</inkml:ink>
</file>

<file path=ppt/ink/ink2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9.304"/>
    </inkml:context>
    <inkml:brush xml:id="br0">
      <inkml:brushProperty name="width" value="0.035" units="cm"/>
      <inkml:brushProperty name="height" value="0.035" units="cm"/>
    </inkml:brush>
  </inkml:definitions>
  <inkml:trace contextRef="#ctx0" brushRef="#br0">209 20 10305,'-2'-4'3696,"-3"-7"-2610,-2 7 688,2 13 5597,-24 110-1426,-7 18-3463,-55 249-2343,77-301-231,4 1-1,1 136 0,13-182-1585,1 0 1,2-1-1,15 48 0,-20-82 1434,10 30-3471,-10-31 2471,0 0 0,1-1-1,-1 1 1,1-1 0,0 0 0,5 5 0,14 12-8913</inkml:trace>
</inkml:ink>
</file>

<file path=ppt/ink/ink2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09.767"/>
    </inkml:context>
    <inkml:brush xml:id="br0">
      <inkml:brushProperty name="width" value="0.035" units="cm"/>
      <inkml:brushProperty name="height" value="0.035" units="cm"/>
    </inkml:brush>
  </inkml:definitions>
  <inkml:trace contextRef="#ctx0" brushRef="#br0">104 21 12565,'1'-1'129,"-1"1"0,1 0 0,-1-1 0,0 1-1,0-1 1,1 1 0,-1-1 0,0 1 0,1 0 0,-1-1 0,0 1-1,0-1 1,0 1 0,0-1 0,1 1 0,-1-1 0,0 0 0,0 1-1,0-1 1,0 1 0,0-1 0,0 1 0,0-1 0,-1 1 0,1-1-1,0 1 1,0-1 0,0 1 0,0-1 0,-1 1 0,1-1-1,0 1 1,0-1 0,-1 1 0,1 0 0,0-1 0,-1 1 0,1 0-1,-1-1 1,1 1 0,0 0 0,-1-1 0,-24 2 5017,17 0-5344,4 0 1848,2 51 2790,1 11-2583,0 13-1315,-4 0 1,-22 124 0,12-104-405,9-45-1162,2 0 0,4 86 0,-2-53-2902,0-57-214,2 0 0,3 33 0,5-12-6225</inkml:trace>
</inkml:ink>
</file>

<file path=ppt/ink/ink2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10.189"/>
    </inkml:context>
    <inkml:brush xml:id="br0">
      <inkml:brushProperty name="width" value="0.035" units="cm"/>
      <inkml:brushProperty name="height" value="0.035" units="cm"/>
    </inkml:brush>
  </inkml:definitions>
  <inkml:trace contextRef="#ctx0" brushRef="#br0">0 401 9345,'5'7'1156,"-1"-1"0,1 1 1,0-1-1,1 0 0,6 6 1,-9-10-727,0 0 0,0 0 0,1 0 0,-1 0 0,1-1 1,-1 1-1,1-1 0,0 0 0,0 0 0,0 0 0,-1 0 1,8-1-1,17 1 493,1-1 1,0-2 0,0-1-1,-1-1 1,44-13-1,-42 8-650,-1-1 0,-1-1 0,0-2-1,0 0 1,-1-2 0,-1-1-1,-1-1 1,42-37 0,29-53-120,-13 12-3391,-40 54-811,-15 15-4243,-17 16-3169</inkml:trace>
</inkml:ink>
</file>

<file path=ppt/ink/ink2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10.719"/>
    </inkml:context>
    <inkml:brush xml:id="br0">
      <inkml:brushProperty name="width" value="0.035" units="cm"/>
      <inkml:brushProperty name="height" value="0.035" units="cm"/>
    </inkml:brush>
  </inkml:definitions>
  <inkml:trace contextRef="#ctx0" brushRef="#br0">41 37 10337,'-13'-37'11152,"11"40"-10035,-1 1-853,0 0 0,0 1 1,1 0-1,-1 0 0,1 0 0,0 0 0,0 0 1,1 0-1,0 0 0,0 0 0,0 1 0,0 6 1,1 73 666,1-63-551,4 25-86,1 1 0,3-2 1,1 1-1,28 72 0,-34-106-264,1-1 0,0 1 1,1-1-1,0-1 0,1 1 0,0-1 0,18 19 0,-22-26-25,0-1 1,0 0-1,0 0 1,1 0-1,0 0 1,-1-1-1,1 1 0,0-1 1,0 0-1,0 0 1,1 0-1,-1-1 1,0 0-1,1 0 1,-1 0-1,1 0 0,-1 0 1,1-1-1,-1 0 1,1 0-1,-1 0 1,1-1-1,-1 0 0,1 1 1,-1-1-1,8-3 1,3-3 5,0 0 1,-1-1-1,0 0 1,-1-1-1,25-21 1,55-65-196,-20 20-597,100-118-3191,-112 121 113,2 2-3387,-18 25-3008</inkml:trace>
</inkml:ink>
</file>

<file path=ppt/ink/ink2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12.056"/>
    </inkml:context>
    <inkml:brush xml:id="br0">
      <inkml:brushProperty name="width" value="0.035" units="cm"/>
      <inkml:brushProperty name="height" value="0.035" units="cm"/>
    </inkml:brush>
  </inkml:definitions>
  <inkml:trace contextRef="#ctx0" brushRef="#br0">384 50 8789,'-2'-1'79,"-3"1"218,1-1 1,-1 0-1,1 0 0,-1 0 1,1-1-1,0 0 0,-1 0 1,1 0-1,0 0 0,0 0 1,1-1-1,-1 0 0,0 0 1,-3-3-1,-11-10 2868,17 15-3054,1 1 1,-1 0-1,0 0 0,1 0 1,-1 0-1,1 0 1,-1-1-1,1 1 0,-1 0 1,0 0-1,1 0 0,-1 0 1,1 1-1,-1-1 1,0 0-1,1 0 0,-1 0 1,1 0-1,-1 1 0,1-1 1,-1 0-1,0 1 1,-2 2 58,1 0 0,0-1 0,0 2 0,0-1 0,0 0 0,0 0 0,1 0 0,-1 1 0,1-1 0,-1 5 0,-5 11 86,-43 150 1652,-25 171-772,-11-2-4531,59-216 9,14-41-2747,8-28-2194</inkml:trace>
</inkml:ink>
</file>

<file path=ppt/ink/ink2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13.025"/>
    </inkml:context>
    <inkml:brush xml:id="br0">
      <inkml:brushProperty name="width" value="0.035" units="cm"/>
      <inkml:brushProperty name="height" value="0.035" units="cm"/>
    </inkml:brush>
  </inkml:definitions>
  <inkml:trace contextRef="#ctx0" brushRef="#br0">0 302 7001,'67'-27'1776,"1"3"1,1 3 0,75-13-1,255-17 775,371-6-615,1754-6-639,-2128 57-1286,1536-12-1131,0 42-1103,-182 53 82,-684 6 1232,-830-47 491,-60-7-465,66 10-130,-125-19 756,499 88 199,-430-85 1130,-153-22-826,0-1 0,1-2 0,40-7 0,315-53 314,101 18-467,-362 36-131,248 5-180,-288 10-303,-1 3 0,109 28 0,-160-29 326,7 1-239,0 1 1,46 21-1,-87-31 340,-1 1-32,18 14 100,-17-14 139,0-1-176,4 1 66,-1 0 1,1 0-1,0 0 0,0-1 1,-1 0-1,1 0 1,0-1-1,0 0 1,9 0-1,33 4 355,-44-3-59,31 4 1102,-32-4 968,23 18-310,-24-16-1917,-1 1-1,0-1 1,0 1 0,0-1-1,0 1 1,0-1 0,-1 1-1,0 0 1,0 6 0,1 3 173,1 39 507,-2 1 1,-2-1 0,-14 83 0,-48 154 226,45-208-816,-231 842-2519,229-854 1499,-76 224-4524,57-189 786,4-6-2485</inkml:trace>
</inkml:ink>
</file>

<file path=ppt/ink/ink2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13.878"/>
    </inkml:context>
    <inkml:brush xml:id="br0">
      <inkml:brushProperty name="width" value="0.035" units="cm"/>
      <inkml:brushProperty name="height" value="0.035" units="cm"/>
    </inkml:brush>
  </inkml:definitions>
  <inkml:trace contextRef="#ctx0" brushRef="#br0">0 38 5553,'0'-1'160,"0"0"1,0 0 0,1 0 0,-1-1 0,0 1 0,0 0 0,1 0 0,-1 0 0,1 0 0,-1 0 0,1 0 0,-1 0 0,1 0 0,0 0 0,0 0 0,-1 0 0,1 0 0,0 0 0,0 0 0,0 0 0,0 1 0,0-1 0,0 0 0,0 1 0,0-1 0,0 1 0,0-1 0,0 1 0,1 0 0,-1-1 0,0 1 0,0 0 0,0 0 0,0 0 0,1 0 0,1 0 0,1-1-154,-1 1 1329,10-6 1078,-13 5-2234,1 1 0,-1 0 0,0-1 0,1 1 0,-1 0 0,1 0 0,-1 0 0,1-1 0,-1 1 0,1 0 0,-1 0 0,0 0 1,1 0-1,-1 0 0,1 0 0,-1 0 0,1 0 0,-1 0 0,1 0 0,-1 0 0,1 0 0,-1 0 0,1 0 0,-1 0 0,1 0 0,-1 1 0,1-1 0,-1 0 0,0 0 0,1 1 0,-1-1 0,1 0 0,-1 1 0,1 0 0,4 20 1811,-11 38-2565,4-46 1358,-16 131 844,6-62-1327,3 1 0,4 145 0,29 57-4391,-13-163-459,-2-48-402</inkml:trace>
</inkml:ink>
</file>

<file path=ppt/ink/ink2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14.161"/>
    </inkml:context>
    <inkml:brush xml:id="br0">
      <inkml:brushProperty name="width" value="0.035" units="cm"/>
      <inkml:brushProperty name="height" value="0.035" units="cm"/>
    </inkml:brush>
  </inkml:definitions>
  <inkml:trace contextRef="#ctx0" brushRef="#br0">4 0 8273,'-3'46'2912,"6"-32"-1740,0 0 552,23-5-1164,-1-3-532,-3-3-244,4-1-372,12-4-140,22-7-176,-16 0-272,-5-2-392,-1 0-1232,6-4-905</inkml:trace>
</inkml:ink>
</file>

<file path=ppt/ink/ink2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48:14.300"/>
    </inkml:context>
    <inkml:brush xml:id="br0">
      <inkml:brushProperty name="width" value="0.035" units="cm"/>
      <inkml:brushProperty name="height" value="0.035" units="cm"/>
    </inkml:brush>
  </inkml:definitions>
  <inkml:trace contextRef="#ctx0" brushRef="#br0">58 3 6561,'-22'-3'1804,"28"20"40,4 3-228,-4 0-64,0-3-152,-6 6-108,0-3-179,-3 12-205,-3 16-192,0-13-244,2-4-16,-2 6-412,0-3-496,-4-2-800,1-15-581,2 9-2927,1 2-3737</inkml:trace>
</inkml:ink>
</file>

<file path=ppt/ink/ink2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0.359"/>
    </inkml:context>
    <inkml:brush xml:id="br0">
      <inkml:brushProperty name="width" value="0.035" units="cm"/>
      <inkml:brushProperty name="height" value="0.035" units="cm"/>
    </inkml:brush>
  </inkml:definitions>
  <inkml:trace contextRef="#ctx0" brushRef="#br0">668 0 12685,'-2'3'1958,"-13"17"-35,0 1-1,2 0 0,-14 29 1,-278 770 8281,277-735-9974,-103 332-2404,35 8-1346,82-350 1120,7-42-431,1 0 0,2 0 0,-1 49 0,13-11-7534</inkml:trace>
</inkml:ink>
</file>

<file path=ppt/ink/ink2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0.764"/>
    </inkml:context>
    <inkml:brush xml:id="br0">
      <inkml:brushProperty name="width" value="0.035" units="cm"/>
      <inkml:brushProperty name="height" value="0.035" units="cm"/>
    </inkml:brush>
  </inkml:definitions>
  <inkml:trace contextRef="#ctx0" brushRef="#br0">1610 30 13705,'-11'-7'485,"5"3"96,0 1 0,0 0 0,-1 0 0,-12-5 0,15 8-334,1-1 1,0 1-1,0-1 1,0 1-1,-1 0 1,1 1-1,0-1 1,0 0-1,-1 1 1,1 0-1,0-1 1,0 1-1,0 1 1,-6 2-1,-14 9 915,0 1 1,0 2-1,1 0 0,-32 32 0,-76 90 1060,78-79-1623,-362 414 1171,90-100-2052,278-322 168,-216 232-685,242-264 737,-33 25-1,51-43 56,1 0 0,-1 0 0,0 0-1,1 0 1,-1 0 0,0 0 0,0 0-1,0 0 1,1-1 0,-1 1 0,0-1 0,0 0-1,0 1 1,0-1 0,0 0 0,0 0-1,0 0 1,0 0 0,-3-1 0,4 1 2,0-1 1,0 0 0,0 1 0,1-1-1,-1 0 1,0 1 0,0-1 0,0 0-1,0 0 1,1 0 0,-1 0 0,0 1-1,1-1 1,-1 0 0,1 0 0,-1-1-1,1 1 1,-1 0 0,1 0 0,0 0-1,0 0 1,-1 0 0,1 0 0,0 0-1,0 0 1,0-1 0,0 1 0,0 0-1,1 0 1,-1-1 0,1-6 9,1 1 0,-1 0 1,1 0-1,1 1 0,-1-1 1,1 0-1,0 1 0,1-1 0,0 1 1,0 0-1,0 0 0,1 1 1,-1-1-1,1 1 0,0 0 1,1 0-1,0 1 0,-1-1 0,1 1 1,1 1-1,-1-1 0,0 1 1,11-4-1,-3 2 58,0 1 1,-1 0 0,1 1-1,1 0 1,-1 1-1,0 1 1,0 0-1,1 1 1,-1 0-1,0 1 1,19 4-1,-2 3 110,1 2-1,-1 1 1,54 27 0,82 59 365,138 103-229,120 74-1542,-281-190-2038,156 67 0,-178-100-1064,-42-19-1560,9 1-5156</inkml:trace>
</inkml:ink>
</file>

<file path=ppt/ink/ink2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0.979"/>
    </inkml:context>
    <inkml:brush xml:id="br0">
      <inkml:brushProperty name="width" value="0.035" units="cm"/>
      <inkml:brushProperty name="height" value="0.035" units="cm"/>
    </inkml:brush>
  </inkml:definitions>
  <inkml:trace contextRef="#ctx0" brushRef="#br0">26 138 15173,'-26'-23'10276,"45"16"-7768,-9 5-2111,54-10 475,0 4 0,99 0 0,-73 4-691,744-27-3139,-802 30 2705,407-21-5143,-220 9-3249,-92 6-2270</inkml:trace>
</inkml:ink>
</file>

<file path=ppt/ink/ink2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5.676"/>
    </inkml:context>
    <inkml:brush xml:id="br0">
      <inkml:brushProperty name="width" value="0.035" units="cm"/>
      <inkml:brushProperty name="height" value="0.035" units="cm"/>
    </inkml:brush>
  </inkml:definitions>
  <inkml:trace contextRef="#ctx0" brushRef="#br0">469 82 14165,'6'-56'2679,"-8"41"-2230,2 14-167,-1 0 0,1 1 0,0-1 0,0 0 0,-1 1 0,1-1 0,-1 1 0,1-1 0,0 1 0,-1-1 0,1 1 0,-1-1 0,1 1 0,-1-1 1,1 1-1,-1 0 0,0-1 0,1 1 0,-2-1 0,-10 3 5879,5 4-4787,2 3-1140,1-1 1,0 1-1,0 0 0,1 1 1,0-1-1,1 0 0,0 1 1,-1 14-1,-2 6-45,-174 637-189,134-515 0,-29 139 0,36-132 0,-18 96-3563,48-203 1499,3 0 1,1 102-1,11-102-5431,10-10-5039</inkml:trace>
</inkml:ink>
</file>

<file path=ppt/ink/ink2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5.892"/>
    </inkml:context>
    <inkml:brush xml:id="br0">
      <inkml:brushProperty name="width" value="0.035" units="cm"/>
      <inkml:brushProperty name="height" value="0.035" units="cm"/>
    </inkml:brush>
  </inkml:definitions>
  <inkml:trace contextRef="#ctx0" brushRef="#br0">1 626 11889,'4'-34'963,"1"1"1,2-1-1,2 1 0,0 0 0,3 1 1,16-36-1,-16 46-678,0 1 1,1 0-1,1 0 1,1 2-1,1-1 1,0 2-1,2 0 1,0 2-1,26-20 1,-14 15-315,0 1 0,1 2 0,1 1 0,1 1 0,65-21 0,-81 33-473,0 0 1,0 0 0,0 2-1,0 0 1,1 1 0,-1 1-1,0 0 1,1 1 0,-1 1-1,0 1 1,0 0 0,0 2-1,-1-1 1,25 12 0,-35-13-113,-1 0 0,1 0 0,-1 1 0,0-1 0,0 1 0,7 8 1,25 36-5899</inkml:trace>
</inkml:ink>
</file>

<file path=ppt/ink/ink2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6.080"/>
    </inkml:context>
    <inkml:brush xml:id="br0">
      <inkml:brushProperty name="width" value="0.035" units="cm"/>
      <inkml:brushProperty name="height" value="0.035" units="cm"/>
    </inkml:brush>
  </inkml:definitions>
  <inkml:trace contextRef="#ctx0" brushRef="#br0">1 189 10981,'6'-4'396,"-5"3"-294,1 1 1,-1-1 0,0 1-1,0-1 1,0 1-1,1-1 1,-1 0 0,0 0-1,0 0 1,0 1-1,0-1 1,0 0 0,0 0-1,-1-1 1,1 1-1,0 0 1,0 0 0,-1 0-1,1 0 1,-1-1-1,1 1 1,-1 0 0,1-1-1,-1 1 1,0 0-1,0-1 1,0 1 0,0 0-1,0-1 1,0 0-1,0-1 88,0 0-1,0 0 0,1 0 1,-1 0-1,0 0 0,1 0 1,0 0-1,0 0 0,0 0 0,0 0 1,0 1-1,1-1 0,-1 0 1,1 1-1,-1-1 0,1 1 1,0 0-1,0 0 0,0-1 1,1 1-1,-1 0 0,0 1 0,1-1 1,3-2-1,6-3-107,0 0-1,0 0 1,23-8-1,-3 4-805,1 2 0,-1 0-1,1 3 1,35-3-1,-2 4-2390,70 5 0,-96 2 176,-16 1-902</inkml:trace>
</inkml:ink>
</file>

<file path=ppt/ink/ink2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6.220"/>
    </inkml:context>
    <inkml:brush xml:id="br0">
      <inkml:brushProperty name="width" value="0.035" units="cm"/>
      <inkml:brushProperty name="height" value="0.035" units="cm"/>
    </inkml:brush>
  </inkml:definitions>
  <inkml:trace contextRef="#ctx0" brushRef="#br0">23 18 5408,'0'-18'661,"-3"36"-109,0 2 1320,-7-9-2768,4 0-260</inkml:trace>
</inkml:ink>
</file>

<file path=ppt/ink/ink2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6.580"/>
    </inkml:context>
    <inkml:brush xml:id="br0">
      <inkml:brushProperty name="width" value="0.035" units="cm"/>
      <inkml:brushProperty name="height" value="0.035" units="cm"/>
    </inkml:brush>
  </inkml:definitions>
  <inkml:trace contextRef="#ctx0" brushRef="#br0">243 1 13457,'-6'0'483,"-1"0"1,0 0-1,1 0 0,-1 1 0,0 0 0,1 1 0,-1-1 0,1 1 1,-1 1-1,1-1 0,0 1 0,0 0 0,0 0 0,0 1 0,1 0 1,-1 0-1,1 0 0,0 0 0,0 1 0,1 0 0,-1 0 0,1 1 1,0-1-1,1 1 0,-5 7 0,-7 18 310,1 1 0,1 0 0,2 0 0,1 1 0,-8 51 1,12-46-595,2 1 1,3-1 0,0 1 0,3 0 0,1-1 0,1 1 0,3-1 0,11 40 0,-13-64-173,0 0 0,0 0 0,1 0 0,1-1 0,12 19 0,-14-25-32,-1-1-1,1 0 1,0 0-1,1-1 0,0 1 1,0-1-1,0-1 1,0 1-1,1-1 0,-1 0 1,15 6-1,-17-8 0,0-1 0,0 0 1,0 0-1,0 0 0,0-1 0,0 1 0,0-1 0,1 0 0,7-1 0,-8 1 1,6-1-3,-1 0-1,1 0 1,0-1-1,0 0 1,-1 0-1,1-1 0,-1 0 1,0-1-1,0 0 1,0-1-1,0 0 0,-1 0 1,11-9-1,-5 0 23,0-1 1,-1-1-1,-1 0 0,0-1 0,-1 0 0,-1-1 0,-1 0 0,0 0 1,10-34-1,-11 25 5,-1 0 1,-1-1 0,-1 0-1,-1 0 1,-2 0-1,-2-41 1,-2 43-14,-1 0 0,-11-47 1,11 62-18,0 0 1,-1 0 0,-1 1-1,1 0 1,-2-1-1,1 1 1,-1 1 0,-15-18-1,20 25-164,-1 0 0,0 0-1,0 1 1,1-1 0,-1 1 0,0-1-1,0 1 1,0 0 0,-1 0 0,1 0-1,0 0 1,0 0 0,-1 0-1,1 1 1,0-1 0,-1 1 0,1-1-1,0 1 1,-1 0 0,1 0 0,-1 0-1,1 0 1,0 1 0,-5 0-1,4 0-333,0 1-1,0-1 0,0 1 0,0 0 0,0 0 1,0 0-1,1 0 0,-1 0 0,1 0 0,-1 1 1,1 0-1,0-1 0,0 1 0,0 0 0,0 0 1,-2 4-1,-4 13-5853,-1 0-3934</inkml:trace>
</inkml:ink>
</file>

<file path=ppt/ink/ink2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6.800"/>
    </inkml:context>
    <inkml:brush xml:id="br0">
      <inkml:brushProperty name="width" value="0.035" units="cm"/>
      <inkml:brushProperty name="height" value="0.035" units="cm"/>
    </inkml:brush>
  </inkml:definitions>
  <inkml:trace contextRef="#ctx0" brushRef="#br0">105 1 21322,'1'0'4180,"11"6"-2349,-11-5-1601,1 0 0,-1 0 1,0 0-1,0 1 0,1-1 1,-1 0-1,0 1 0,0-1 1,-1 0-1,1 1 0,0 0 1,0-1-1,-1 1 0,1-1 1,-1 1-1,1 2 1,4 32 905,-4-20-909,10 86-163,-6 0 1,-11 179 0,-64 201-104,11-135-6062,49-284 4259,0 24-6342,16-4-5472</inkml:trace>
</inkml:ink>
</file>

<file path=ppt/ink/ink2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7.235"/>
    </inkml:context>
    <inkml:brush xml:id="br0">
      <inkml:brushProperty name="width" value="0.035" units="cm"/>
      <inkml:brushProperty name="height" value="0.035" units="cm"/>
    </inkml:brush>
  </inkml:definitions>
  <inkml:trace contextRef="#ctx0" brushRef="#br0">850 753 13861,'-2'-19'1076,"2"16"-789,0-1 0,0 0 0,-1 1 0,1-1 0,-1 0 0,0 1 0,0-1 0,0 1 0,-1-1 0,1 1 0,-1 0 0,0 0 0,0 0 0,0 0 0,-4-5 0,-1 0 562,1 0 0,-1 1 0,-1 0 1,0 0-1,0 1 0,0 0 0,0 0 0,-1 1 0,0 0 0,-12-4 0,12 6-591,-1 1 0,1 0 0,0 1 0,-1 0 0,0 0 0,1 1 0,-1 0 0,1 0 0,-1 1 0,1 1 0,-19 5 0,-5 4-204,0 3 1,1 1-1,1 1 1,0 1-1,1 2 0,1 1 1,1 2-1,1 0 1,0 2-1,-24 29 0,21-18-28,1 1-1,2 1 1,1 2-1,3 0 1,1 2-1,2 0 1,-20 58-1,34-80-33,1 0 0,0 0 0,2 0 1,0 0-1,0 39 0,3-51-4,0 1 1,1-1-1,-1 0 0,2 0 1,-1 1-1,1-1 1,0 0-1,0 0 1,1 0-1,0-1 0,0 1 1,1 0-1,0-1 1,0 0-1,0 0 0,1 0 1,0-1-1,10 9 1,-10-11-47,0 0 1,0 0 0,0 0-1,1-1 1,-1 0 0,1 0-1,-1 0 1,1-1 0,0 0-1,0 0 1,0-1 0,-1 1-1,1-1 1,0-1 0,0 1 0,0-1-1,0 0 1,0 0 0,-1 0-1,1-1 1,-1 0 0,9-4-1,3-2-28,0-1-1,-1 0 1,0-1 0,0-1-1,23-22 1,-2-3 49,-3-2 1,-1 0-1,-2-3 1,-2 0-1,-2-2 1,-1-1-1,-2-1 1,25-70-1,124-398 1475,-39 108-443,-118 361-995,-16 44 0,0-1 0,0 0 0,0 1 0,0-1 0,0 1 0,0-1 0,0 0 0,1 1 0,-1-1 0,0 1 0,0-1 0,1 1 0,-1-1 0,0 0 0,1 1 0,-1 0 0,1-1 0,-1 1 0,1-1 0,-1 1 0,0-1 0,1 1 0,0 0 0,-1-1 0,1 1 0,-1 0 0,1 0 0,-1-1 0,1 1 0,0 0 0,1 1 0,0 1 0,-1 0 0,1-1 0,-1 1 0,0 0 0,1 0 0,-1 0 0,0 0 0,0 0 0,0 0 0,0 0 0,-1 0 0,1 1 0,-1-1 0,1 3 0,7 41 0,-5 31 0,-3-1 0,-11 90 0,0 85 0,13-167-560,3 166-4553,-5-196 1232,4 0 0,10 55 0,4-9-8586</inkml:trace>
</inkml:ink>
</file>

<file path=ppt/ink/ink2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7.702"/>
    </inkml:context>
    <inkml:brush xml:id="br0">
      <inkml:brushProperty name="width" value="0.035" units="cm"/>
      <inkml:brushProperty name="height" value="0.035" units="cm"/>
    </inkml:brush>
  </inkml:definitions>
  <inkml:trace contextRef="#ctx0" brushRef="#br0">612 295 12069,'1'-125'2441,"-1"117"-2028,-1 1 0,1-1 1,-1 1-1,-1 0 0,1-1 0,-1 1 1,0 0-1,-1 0 0,0 0 0,0 1 1,0-1-1,-1 1 0,0-1 0,0 1 0,-1 1 1,0-1-1,-7-7 0,-9-11 1945,19 22-2189,1 1 0,0 0 0,0-1 0,-1 1 0,1 0 1,-1 0-1,1 0 0,-1 0 0,1 0 0,-1 0 0,0 1 1,1-1-1,-1 1 0,0-1 0,0 1 0,1-1 0,-1 1 1,0 0-1,0 0 0,0 0 0,1 0 0,-1 0 0,0 0 1,0 0-1,0 1 0,1-1 0,-1 1 0,-3 1 0,0 0 54,1 0 0,-1 0 0,1 1-1,-1 0 1,1 0 0,0 0 0,0 1-1,0-1 1,-3 5 0,-35 49 219,2 1-1,-50 99 1,81-142-439,-39 76-3,3 2 0,5 1 0,-35 120 0,61-164 0,2 1 0,3 0 0,2 0 0,2 1 0,2-1 0,2 1 0,3 0 0,11 66 0,-8-91 10,1 0 0,2 0 0,1-1-1,1 0 1,1-1 0,1 0 0,1-1 0,1-1 0,34 43 0,-34-50-46,0 0 1,1-1 0,1-1 0,1-1-1,0 0 1,0-1 0,1-1 0,1-1-1,0 0 1,0-1 0,1-2 0,0 0 0,30 7-1,-19-9-1091,0-1 1,1-2-1,-1-1 0,35-3 0,63-13-8264,-12-7-4972</inkml:trace>
</inkml:ink>
</file>

<file path=ppt/ink/ink2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8.233"/>
    </inkml:context>
    <inkml:brush xml:id="br0">
      <inkml:brushProperty name="width" value="0.035" units="cm"/>
      <inkml:brushProperty name="height" value="0.035" units="cm"/>
    </inkml:brush>
  </inkml:definitions>
  <inkml:trace contextRef="#ctx0" brushRef="#br0">57 147 12693,'-13'-15'2620,"1"-1"0,-20-33 3643,35 50-4977,12 5-926,-1 1 0,1 1-1,-1 1 1,0 0 0,-1 0-1,0 1 1,-1 1-1,20 22 1,-8-5-131,-1 0 0,36 62-1,-47-67-181,-1 0 0,0 1 0,-2 0 0,-1 0-1,-1 1 1,-1 0 0,-1 0 0,-2 1 0,0-1 0,-1 1-1,-2 0 1,-1 0 0,-6 41 0,0-30-2,-1-1 0,-3 1 1,0-2-1,-2 1 0,-2-2 0,-1 0 1,-2-1-1,-38 54 0,-22 21 1845,78-108-1872,-1 0 1,0 0-1,1-1 1,-1 1 0,0 0-1,1-1 1,-1 1-1,0 0 1,1-1 0,-1 1-1,0-1 1,1 1 0,-1-1-1,1 0 1,-1 1-1,1-1 1,0 1 0,-1-1-1,1 0 1,-1 1-1,1-2 1,-1 0-19,1-1 0,-1 1 0,1-1 0,-1 1 0,1 0 0,0-1 0,0 1 0,1-1 0,-1 1 0,0-1 0,1 1 0,-1 0 0,1-1 0,0 1 0,0 0 0,0 0 0,0-1 0,0 1 0,2-2 0,30-42 0,-31 45 0,55-64-1040,97-84 1,81-46-2921,-25 22 1613,263-252-1777,-457 411 4218,-10 8 27,0 0 1,1 1-1,0-1 1,0 1-1,0 1 1,0-1-1,1 1 0,0 0 1,12-3-1,-19 6-85,0 1-1,-1 0 0,1 0 1,0 0-1,0 0 0,-1 0 1,1 0-1,0 0 1,0 0-1,-1 0 0,1 0 1,0 0-1,0 1 0,-1-1 1,1 0-1,0 0 1,-1 1-1,1-1 0,0 0 1,-1 1-1,1-1 0,-1 1 1,1-1-1,-1 1 0,1-1 1,0 2-1,9 22 589,-9-14-386,0 1-1,0-1 1,-2 15-1,-5 25 602,-17 69-1,14-86-667,2 0 0,2 1 0,1-1 0,1 1 0,3 51 0,3-53-79,1-1-1,2 0 1,1-1-1,2 1 1,1-1 0,1-1-1,24 46 1,-34-72-84,0-1 0,0 0 0,0 0 0,0 0 0,1-1 1,-1 1-1,1 0 0,-1 0 0,1-1 0,0 1 0,-1-1 0,1 1 0,0-1 0,0 0 1,0 0-1,0 0 0,0 0 0,0 0 0,1 0 0,-1-1 0,0 1 0,0 0 0,1-1 1,-1 0-1,0 0 0,0 0 0,1 0 0,-1 0 0,0 0 0,1 0 0,-1-1 0,0 1 1,0-1-1,0 0 0,1 1 0,-1-1 0,0 0 0,3-2 0,0-1 33,0 0 0,0 0 0,0 0 0,-1-1 0,1 0 1,-1 1-1,0-2 0,0 1 0,-1 0 0,0-1 0,0 1 0,3-10 0,0-3 48,-1 0-1,-1 0 1,-1 0 0,-1-1 0,1-31 0,-11-97 156,7 128-222,-10-84-7,-3-59-89,16 52-2989,-2 71-601,0 36 1226,4 5-767,13 13-2170,10 11-3026</inkml:trace>
</inkml:ink>
</file>

<file path=ppt/ink/ink2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8.718"/>
    </inkml:context>
    <inkml:brush xml:id="br0">
      <inkml:brushProperty name="width" value="0.035" units="cm"/>
      <inkml:brushProperty name="height" value="0.035" units="cm"/>
    </inkml:brush>
  </inkml:definitions>
  <inkml:trace contextRef="#ctx0" brushRef="#br0">32 566 10313,'-14'-50'4081,"11"41"-3256,-1 0 0,2 0 0,-1 0 0,1 0 0,1 0 0,0-1 0,0 1-1,1 0 1,0-1 0,0 1 0,4-18 0,3 7-250,1 0 1,0 1 0,2 0-1,0 1 1,1 0-1,1 0 1,0 1 0,16-15-1,0 1-135,2 3 0,1 0-1,42-28 1,-60 46-336,1 1-1,-1 1 1,1 0 0,1 1-1,26-9 1,-37 15-89,0 0 1,1 0-1,-1 0 0,0 0 1,1 1-1,-1-1 0,0 1 1,1 1-1,-1-1 0,0 0 1,1 1-1,-1 0 0,0 0 1,0 0-1,1 1 0,-1-1 1,0 1-1,-1 0 1,1 0-1,0 1 0,0-1 1,-1 1-1,0-1 0,1 1 1,4 6-1,-3-2-7,-1-1-1,0 1 1,0 0-1,-1 0 1,1 0 0,-2 1-1,1-1 1,-1 0-1,0 1 1,-1 0 0,0 0-1,0-1 1,0 1-1,-1 0 1,-1 9 0,-2 10 11,0-1 1,-2 1-1,-9 28 1,-1-8-12,-2-1 0,-32 64 1,-58 83 19,13-26 18,51-85 52,43-81-95,1-1 0,-1 1 0,0 0 0,1-1 0,-1 1 0,0-1 0,1 1 1,-1-1-1,1 1 0,-1-1 0,1 1 0,-1-1 0,1 0 0,-1 1 0,1-1 0,-1 1 0,1-1 1,0 0-1,-1 0 0,1 1 0,0-1 0,-1 0 0,1 0 0,1 0 0,-2 0 0,3 1-1,1-1-1,0 0 1,0 1 0,-1-2-1,1 1 1,0 0-1,0-1 1,-1 1 0,1-1-1,0 0 1,-1-1-1,1 1 1,-1-1-1,1 1 1,4-4 0,55-39-34,-44 30 22,53-42-479,-3-4 1,111-120-1,91-162-372,-249 312 820,4-8 11,2 1-1,1 1 1,51-47 0,-78 81 37,0 1 0,0 0 1,0-1-1,0 1 0,0 0 0,0 0 1,1 0-1,-1 1 0,0-1 1,1 1-1,-1-1 0,0 1 0,1 0 1,-1-1-1,0 1 0,1 1 1,-1-1-1,1 0 0,-1 0 0,0 1 1,1-1-1,-1 1 0,0 0 1,4 2-1,-1-1 17,-1 0-1,0 1 1,1 0 0,-1 0 0,0 0 0,-1 0 0,1 1-1,0-1 1,-1 1 0,4 6 0,5 9 146,-1 1 0,-1 1 0,-1 0 0,-1 0 1,-1 1-1,7 34 0,-6-11 120,-2 0 1,1 59-1,-7-61-283,-1 0 1,-3 0-1,-1-1 1,-3 1-1,-17 59 0,16-74-14,-1-1-1,-2-1 1,0 1-1,-2-2 0,0 0 1,-2 0-1,-1-2 1,-38 42-1,49-59-306,-1 0 0,0 0 0,-1-1 0,1 0 0,-1 0 0,0-1 0,0 0 0,-1 0 0,1-1 0,-1 0 0,-16 4 0,-37 0-4545,-1-6-3608,60-1 7995,-39-4-11685</inkml:trace>
</inkml:ink>
</file>

<file path=ppt/ink/ink2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9.245"/>
    </inkml:context>
    <inkml:brush xml:id="br0">
      <inkml:brushProperty name="width" value="0.035" units="cm"/>
      <inkml:brushProperty name="height" value="0.035" units="cm"/>
    </inkml:brush>
  </inkml:definitions>
  <inkml:trace contextRef="#ctx0" brushRef="#br0">1 47 13341,'5'-15'1007,"1"-2"379,-4 3 8350,3 24-7717,4 11-1464,0 0 0,-2 1 0,0 0 0,5 36 0,11 108 1725,-16-112-2057,-4-32-223,47 338 0,28-6 0,-69-322 0,1-1 0,2 0 0,1-1 0,1 0 0,2-1 0,24 34 0,-33-53 0,1 0 0,0-1 0,0 0 0,1-1 0,0 0 0,0 0 0,1-1 0,0 0 0,1 0 0,0-1 0,-1-1 0,2 0 0,-1 0 0,1-1 0,-1-1 0,1 0 0,0 0 0,0-1 0,0-1 0,13 0 0,0-2 0,1-2 0,-1-1 0,0-1 0,-1-1 0,1-1 0,-1-1 0,0-1 0,-1-1 0,0-1 0,-1-1 0,37-27 0,11-14 0,-2-3 0,61-66 0,108-126-3560,97-90-4904,-269 284 1717,-2 14-4265</inkml:trace>
</inkml:ink>
</file>

<file path=ppt/ink/ink2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9.664"/>
    </inkml:context>
    <inkml:brush xml:id="br0">
      <inkml:brushProperty name="width" value="0.035" units="cm"/>
      <inkml:brushProperty name="height" value="0.035" units="cm"/>
    </inkml:brush>
  </inkml:definitions>
  <inkml:trace contextRef="#ctx0" brushRef="#br0">519 314 10425,'-17'10'1948,"0"0"0,-1-1 1,-33 12-1,35-15-1282,-1 1 1,1 0 0,1 1 0,-1 0-1,-25 21 1,-22 29-458,2 3-1,-63 84 1,116-135-330,1 0 0,0 0 0,-11 22 0,17-30 99,0 1 0,0-1 0,0 1 0,0-1 0,1 1 0,0-1 0,-1 1 1,1-1-1,0 1 0,0-1 0,0 4 0,1-5 16,-1 1 0,1-1 0,-1 0 0,1 1 0,-1-1 0,1 0 0,0 0 0,-1 0 0,1 0 0,0 0 0,0 0-1,0 0 1,0 0 0,0 0 0,0 0 0,0 0 0,0 0 0,0-1 0,0 1 0,1 0 0,-1-1 0,2 1 0,9 3 103,0-2 0,0 1 1,0-2-1,0 1 0,0-2 0,0 0 1,0 0-1,1-1 0,-1 0 0,14-4 0,10 0 463,26-2 1321,113 2-1,-132 5-2439,1-1 1,-1-2 0,65-13-1,-69 7 263,0-1-1,0-2 0,-1-2 0,-1-2 1,0-1-1,49-31 0,-45 21 298,-2-2 0,-1-2 1,-1-1-1,63-72 0,27-60 853,-78 96 887,90-95 0,-133 157-1581,0 0 0,0 1 1,0 0-1,12-7 1,-17 12-143,0-1 0,0 1 0,0 0 1,0 0-1,0 1 0,0-1 0,0 0 1,0 0-1,-1 0 0,1 1 1,0-1-1,0 0 0,0 1 0,0-1 1,0 1-1,-1-1 0,1 1 0,0-1 1,0 1-1,-1-1 0,1 1 1,1 1-1,-1 0 31,4 2-91,-1 1-1,0 0 1,0 0 0,-1 0 0,0 1-1,0-1 1,0 1 0,0 0 0,-1-1-1,0 1 1,0 0 0,-1 1 0,2 10-1,1 13-1251,0 48-1,-4-59 606,1 5-231,2 78-3834,4-34-1513,5 3-3588</inkml:trace>
</inkml:ink>
</file>

<file path=ppt/ink/ink2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09.789"/>
    </inkml:context>
    <inkml:brush xml:id="br0">
      <inkml:brushProperty name="width" value="0.035" units="cm"/>
      <inkml:brushProperty name="height" value="0.035" units="cm"/>
    </inkml:brush>
  </inkml:definitions>
  <inkml:trace contextRef="#ctx0" brushRef="#br0">32 89 12521,'-6'-75'8529,"-7"67"-6693,1 2 1264</inkml:trace>
</inkml:ink>
</file>

<file path=ppt/ink/ink2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0.742"/>
    </inkml:context>
    <inkml:brush xml:id="br0">
      <inkml:brushProperty name="width" value="0.035" units="cm"/>
      <inkml:brushProperty name="height" value="0.035" units="cm"/>
    </inkml:brush>
  </inkml:definitions>
  <inkml:trace contextRef="#ctx0" brushRef="#br0">78 17 8005,'0'-1'154,"0"1"0,0-1 0,0 0 0,-1 0 0,1 1-1,0-1 1,0 0 0,-1 0 0,1 1 0,0-1 0,-1 0 0,1 1 0,-1-1 0,1 0 0,-1 1 0,1-1 0,-1 1 0,0-1 0,1 1 0,-1-1 0,1 1 0,-1 0 0,0-1 0,0 1 0,1 0 0,-2-1 0,-20 11 5999,20-8-4982,-1 0-820,0 0 0,-1 1 1,1-1-1,1 1 0,-1 0 0,0 0 1,1 0-1,-1 0 0,1 0 0,0 1 1,0-1-1,0 1 0,-2 6 0,4-7-242,-1 0 1,1-1-1,-1 1 0,1 0 0,0 0 1,0-1-1,0 1 0,0 0 0,1-1 0,-1 1 1,1 0-1,0-1 0,0 1 0,0-1 0,0 1 1,0-1-1,0 1 0,1-1 0,-1 0 0,1 1 1,2 1-1,2 2 40,0-1 1,1 1-1,0-2 1,0 1 0,1-1-1,-1 0 1,1-1-1,0 0 1,-1 0-1,15 3 1,-15-4-85,62 17 651,121 17 0,80-8-86,490 8 192,3-32-2046,-581-4 401,-78 1 48,236-4-2473,-119-8-3004,-165 8 96,-25 5-3782</inkml:trace>
</inkml:ink>
</file>

<file path=ppt/ink/ink2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1.008"/>
    </inkml:context>
    <inkml:brush xml:id="br0">
      <inkml:brushProperty name="width" value="0.035" units="cm"/>
      <inkml:brushProperty name="height" value="0.035" units="cm"/>
    </inkml:brush>
  </inkml:definitions>
  <inkml:trace contextRef="#ctx0" brushRef="#br0">341 23 14409,'-2'-2'709,"1"0"0,0 0 0,0 0 0,-1 1 0,1-1 0,-1 1 0,1-1 0,-1 1 0,0-1 0,-2-1 0,-11 1 3786,7 9-4932,8-3 605,-1 0 0,1 0 0,0-1 0,0 1 0,1 0 0,-1-1 0,1 1 0,0 0 0,-1-1 0,2 1 0,1 5 0,1 2 161,46 148 2064,18 75-1053,-50-138-1365,-4 0-1,-5 0 1,-4 1-1,-4 0 0,-4 0 1,-5-1-1,-4 0 1,-4 0-1,-4-1 0,-4-1 1,-4-2-1,-78 172 1,-15-37-3647,27-83-3987,69-104 919,8-2-4217</inkml:trace>
</inkml:ink>
</file>

<file path=ppt/ink/ink2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1.565"/>
    </inkml:context>
    <inkml:brush xml:id="br0">
      <inkml:brushProperty name="width" value="0.035" units="cm"/>
      <inkml:brushProperty name="height" value="0.035" units="cm"/>
    </inkml:brush>
  </inkml:definitions>
  <inkml:trace contextRef="#ctx0" brushRef="#br0">145 27 14049,'0'0'2342,"0"-3"153,-6-21 3282,6 44 260,0 21-5015,-51 402 23,-8-30-1045,33-58 0,26-342 0,-2 19 0,2 1 0,5 47 0,-4-71 0,1 1 0,0-1 0,0 0 0,1 0 0,0 0 0,1-1 0,0 1 0,0-1 0,1 0 0,0 0 0,0 0 0,1-1 0,8 9 0,-9-12-121,0-1 0,-1 1 0,1-1 1,0-1-1,1 1 0,-1-1 0,1 0 0,-1 0 0,1 0 0,-1-1 1,1 0-1,0 0 0,0-1 0,-1 1 0,1-1 0,0 0 1,0-1-1,0 0 0,-1 1 0,1-2 0,10-3 0,4-1-435,-1-1 0,0 0 0,-1-2 0,0 0 0,17-13 0,16-15-320,-2-2-1,-1-2 0,-2-2 0,-3-3 0,-1-1 0,54-80 1,-58 67 1959,-4-1 0,36-85 0,-69 144 9,-13 1 843,10 1-1841,1 0 1,-1 0-1,1 0 0,-1 0 1,1 0-1,-1 0 0,0 0 1,1 0-1,-1 1 0,1-1 1,-1 1-1,1-1 0,-1 1 1,1-1-1,0 1 0,-1 0 1,1 0-1,0 0 0,-1 0 1,0 1-1,-11 11 386,2 0 0,0 0 0,0 1 0,1 1 0,1-1 0,-7 17 0,4-10-150,-13 23-272,2 1-1,2 1 1,-29 92 0,45-121-61,1 0 0,1 1 0,0-1 0,1 1 0,1 0 0,0 0 0,2 0 0,0-1 0,1 1-1,1 0 1,0-1 0,1 1 0,1-1 0,11 26 0,-10-34 8,0 1 0,1-1 0,0 1 0,0-2 0,1 1-1,0-1 1,0 0 0,1-1 0,0 0 0,1 0 0,-1-1 0,1-1 0,0 1 0,1-1 0,-1-1-1,22 6 1,-1-2-88,0-1 0,1-2-1,0-1 1,58 0 0,-50-6-1409,0-1 0,61-13 1,79-28-6866,-128 30 4399,65-17-8702</inkml:trace>
</inkml:ink>
</file>

<file path=ppt/ink/ink2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2.458"/>
    </inkml:context>
    <inkml:brush xml:id="br0">
      <inkml:brushProperty name="width" value="0.035" units="cm"/>
      <inkml:brushProperty name="height" value="0.035" units="cm"/>
    </inkml:brush>
  </inkml:definitions>
  <inkml:trace contextRef="#ctx0" brushRef="#br0">0 501 14025,'2'0'114,"-1"0"0,0 0 0,1 0-1,-1 0 1,0 0 0,1 0 0,-1-1-1,0 1 1,1-1 0,-1 1 0,0-1-1,0 1 1,1-1 0,-1 0 0,0 1 0,0-1-1,0 0 1,0 0 0,0 0 0,0 0-1,0 0 1,0 0 0,0 0 0,-1 0-1,2-1 1,6-8 565,10-1 31,1 1-1,-1 1 0,2 0 0,-1 1 1,1 1-1,0 1 0,22-4 0,-23 6-474,237-59 1295,313-94-456,-538 145-1045,0 0 1,-1-2-1,0-1 1,-1-1-1,-1-2 1,34-27-1,-61 44-25,-1 1 1,1-1-1,0 1 0,-1-1 1,1 0-1,0 1 0,-1-1 1,1 0-1,-1 1 0,1-1 1,-1 0-1,1 0 0,-1 1 1,0-1-1,1 0 0,-1 0 1,0 0-1,0 1 0,0-1 1,1 0-1,-1 0 0,0 0 1,0 0-1,0 0 0,0 0 1,-1 1-1,1-3 0,-1 2 14,0 0 0,1 0 1,-1 0-1,0-1 0,0 1 0,0 0 0,-1 0 0,1 0 0,0 0 0,0 1 0,0-1 0,-1 0 0,1 0 0,-3 0 0,-2-1 61,0 0 0,0 0 0,0 0 1,-1 1-1,1 0 0,-13 0 0,-19 5 173,1 1 1,0 2-1,1 1 0,0 2 1,0 2-1,-54 26 0,41-14 18,1 3 0,1 2 0,-81 65 0,99-70-148,2 1 1,0 1 0,2 1 0,-39 56-1,57-73-107,1 0-1,0 0 1,0 1-1,1 0 1,0 1-1,1-1 1,0 1-1,1 0 1,1-1-1,-1 1 1,2 1-1,0-1 1,0 0-1,1 0 1,1 0-1,0 0 1,0 1-1,6 17 1,-3-20-26,0-1 0,1 1 1,0-1-1,1 0 1,0 0-1,0 0 1,1-1-1,0 0 0,0 0 1,1-1-1,0 0 1,1 0-1,-1-1 1,1 0-1,14 7 1,0-2-99,0 0 1,1-1-1,1-2 0,-1 0 1,35 5-1,15-2-413,0-3-1,1-3 1,135-9-1,-116-6-50,-1-3 0,147-41-1,-174 34 378,-2-3 0,-1-3-1,0-3 1,-3-2 0,96-67 0,-132 81 181,-1-2 0,-1-1 0,-1 0 0,18-24 0,-37 42 13,0 1 1,-1-1-1,1 0 0,-1 1 1,0-1-1,1 0 0,-1 0 1,0 0-1,0 0 0,0 0 1,-1 0-1,1 0 0,0-1 1,-1 1-1,1 0 0,-1 0 1,0 0-1,0-1 0,0 1 0,0 0 1,0 0-1,0-1 0,-1 1 1,1 0-1,-1 0 0,1 0 1,-1-1-1,0 1 0,-1-2 1,0 2 1,0 1 0,0-1 0,0 1 0,0 0 0,0-1 0,0 1 0,0 0 0,0 0 0,0 0 0,-1 1 0,1-1 0,0 1 0,-1-1 0,1 1 0,0 0-1,-1 0 1,1-1 0,0 2 0,-1-1 0,1 0 0,0 0 0,-1 1 0,1 0 0,0-1 0,-1 1 0,1 0 0,-3 2 0,-4 1-7,-1 0-1,1 1 0,0 0 0,1 0 1,-1 1-1,-10 10 0,-9 10-482,1 2 1,1 0-1,1 2 0,2 0 0,-38 66 0,60-93 383,-1 0 0,1 1 0,0-1 0,0 0-1,0 1 1,1-1 0,-1 1 0,1-1 0,0 1-1,0 5 1,1-1-55,-1-7 153,0-1-1,1 1 1,-1-1 0,1 1 0,-1-1 0,1 1-1,-1-1 1,1 1 0,-1-1 0,1 1 0,-1-1-1,1 1 1,0-1 0,-1 0 0,1 0-1,0 1 1,-1-1 0,1 0 0,0 0 0,0 0-1,-1 1 1,1-1 0,1 0 0,0 0-3,15 4 348,0-1 0,1 0-1,19 0 1,-22-3-87,-1 2-1,1-1 1,-1 2-1,0 0 1,0 0-1,25 11 1,-3 5 93,-1 2 0,-1 1 0,-1 2 1,45 42-1,-68-58-297,1 0 0,0-1 0,1 0 0,0-1 0,20 8 0,-11-5-715,-19-8 90,31-9-10941</inkml:trace>
</inkml:ink>
</file>

<file path=ppt/ink/ink2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3.360"/>
    </inkml:context>
    <inkml:brush xml:id="br0">
      <inkml:brushProperty name="width" value="0.035" units="cm"/>
      <inkml:brushProperty name="height" value="0.035" units="cm"/>
    </inkml:brush>
  </inkml:definitions>
  <inkml:trace contextRef="#ctx0" brushRef="#br0">142 270 13601,'-22'-25'10531,"10"42"-6853,4-1-3239,0 0-1,1 0 1,0 1 0,-5 25 0,-11 75 1873,12-58-1861,-17 115-451,26-147 0,1 0 0,0 1 0,3-1 0,4 36 0,-5-60 0,-1 0 0,0 0 0,1 0 0,0 0 0,0 0 0,-1-1 0,2 1 0,-1 0 0,0 0 0,1 0 0,-1-1 0,1 1 0,0-1 0,-1 1 0,1-1 0,1 0 0,-1 0 0,0 0 0,0 0 0,1 0 0,-1 0 0,1-1 0,4 3 0,-3-3 0,0-1 0,1 1 0,-1-1 0,0 0 0,0-1 0,0 1 0,0-1 0,0 1 0,0-1 0,0 0 0,0-1 0,0 1 0,0-1 0,0 1 0,-1-1 0,6-4 0,10-7 0,-1 0 0,0-1 0,-1-1 0,15-18 0,14-11 0,7-3 0,71-67 0,-100 90 0,29-22 0,-44 39 0,0 0 0,1 1 0,-1 0 0,1 1 0,1 0 0,-1 1 0,14-4 0,-22 7 0,1 1 0,-1 0 0,1-1 0,-1 1 0,1 0 0,0 0 0,-1 1 0,1-1 0,-1 1 0,1-1 0,-1 1 0,1 0 0,-1 0 0,0 0 0,1 0 0,-1 0 0,0 0 0,0 1 0,0-1 0,0 1 0,0 0 0,0-1 0,0 1 0,0 0 0,2 4 0,4 5 0,0 2 0,0-1 0,8 22 0,-1-4 0,-7-15 0,1-1 0,0-1 0,1 1 0,1-2 0,0 1 0,1-2 0,0 1 0,0-2 0,1 0 0,17 10 0,-24-17-118,0 0 1,1 0-1,-1-1 0,1 0 0,-1 0 1,1-1-1,0 0 0,0 0 0,11 0 1,58-6-1711,-67 4 1658,5-1-226,1-1 0,-1 0 0,0-1 0,0-1 0,0 0 0,-1-1 0,0 0 0,18-12 0,-13 6-26,0-2-1,0 0 1,-2-1 0,26-29-1,-14 18 83,-26 24 308,-1-1 1,1 1-1,-1-1 0,0 1 1,0-1-1,0 1 0,0-1 1,0 0-1,0 0 0,0-5 0,-2 7 2,-1 0 23,0-1 0,1 1 0,-1 0 0,0-1 0,0 1 1,0 0-1,0 0 0,0 0 0,-3-1 0,-1 3 87,-1 1 0,1-1 0,0 1-1,0 0 1,0 1 0,0 0 0,0-1 0,1 2-1,-1-1 1,1 1 0,0 0 0,0 0 0,0 0-1,0 1 1,1-1 0,0 1 0,0 0 0,0 1-1,0-1 1,1 0 0,0 1 0,0 0 0,1 0-1,0 0 1,0 0 0,0 0 0,0 1 0,1-1-1,0 0 1,1 1 0,-1-1 0,2 9 0,-1-12 544,15 1 294,-14-3-889,1 0-1,0-1 0,-1 1 1,1-1-1,-1 1 0,1-1 1,0 0-1,-1 1 0,1-1 1,0 0-1,2-1 1,17-4-51,0-1 0,-1-1 0,0-2 0,0 0 1,29-18-1,-38 21-102,28-17-358,-1-2 0,-1-2 1,-1-1-1,-1-2 0,-2-1 0,35-43 1,154-226-660,-187 245 1380,-18 28 1055,25-33 0,-57 99 793,5-13-1820,0-1 0,1 2 1,1-1-1,-6 45 1,12-56-672,1 1 0,0-1 0,1 0 0,0 1 0,1-1 0,1 0 1,1 0-1,0 0 0,10 28 0,-10-36-142,0-1 1,0 0-1,1 0 0,0 0 1,1-1-1,-1 1 0,1-1 1,0 0-1,10 7 0,-9-7-979,1 0-1,-1-1 1,1 0-1,15 5 0,15 1-7494</inkml:trace>
</inkml:ink>
</file>

<file path=ppt/ink/ink2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3.485"/>
    </inkml:context>
    <inkml:brush xml:id="br0">
      <inkml:brushProperty name="width" value="0.035" units="cm"/>
      <inkml:brushProperty name="height" value="0.035" units="cm"/>
    </inkml:brush>
  </inkml:definitions>
  <inkml:trace contextRef="#ctx0" brushRef="#br0">26 64 11373,'6'-23'9605,"-25"17"-7473,6-3 4965,20-5-8513,2 3-481,13 16-22013</inkml:trace>
</inkml:ink>
</file>

<file path=ppt/ink/ink2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3.659"/>
    </inkml:context>
    <inkml:brush xml:id="br0">
      <inkml:brushProperty name="width" value="0.035" units="cm"/>
      <inkml:brushProperty name="height" value="0.035" units="cm"/>
    </inkml:brush>
  </inkml:definitions>
  <inkml:trace contextRef="#ctx0" brushRef="#br0">0 1 13973,'6'11'2172,"1"1"1225,12-9-2285,3-1-532,-3 1-468,0 0-832,13-3-1256,0 3-3589,3 0-4536</inkml:trace>
</inkml:ink>
</file>

<file path=ppt/ink/ink2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5.082"/>
    </inkml:context>
    <inkml:brush xml:id="br0">
      <inkml:brushProperty name="width" value="0.035" units="cm"/>
      <inkml:brushProperty name="height" value="0.035" units="cm"/>
    </inkml:brush>
  </inkml:definitions>
  <inkml:trace contextRef="#ctx0" brushRef="#br0">57 22 13297,'-21'-17'2284,"20"16"-2119,1 1 0,-1 0 0,0-1 0,0 1 0,1-1 0,-1 1 0,0 0 0,0 0 0,1-1 0,-1 1 0,0 0 0,0 0 0,0 0 0,1 0 0,-1 0 0,0 0 0,0 0 0,0 0 0,1 0 0,-1 1 0,0-1 0,0 0 0,0 0 0,0 1 0,-2 0 522,-10 1 4218,27-2 802,3 1-6478,322 10 2513,-74-4-951,343-7-7736,-529-14-6311,-61 13 3674</inkml:trace>
</inkml:ink>
</file>

<file path=ppt/ink/ink2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5.314"/>
    </inkml:context>
    <inkml:brush xml:id="br0">
      <inkml:brushProperty name="width" value="0.035" units="cm"/>
      <inkml:brushProperty name="height" value="0.035" units="cm"/>
    </inkml:brush>
  </inkml:definitions>
  <inkml:trace contextRef="#ctx0" brushRef="#br0">448 9 12417,'-4'-2'777,"-10"-4"-121,7 6 3970,6 5-2622,0 11-1305,1 1-1,0-1 1,1 1 0,1-1 0,0 0 0,1 1 0,1-1-1,8 23 1,14 33 673,-3 1 1,17 102-1,-36-147-1212,-1 1 0,-1 0 0,-2 0 0,0 0 1,-2 0-1,-2-1 0,0 1 0,-2-1 0,-14 41 0,9-38-385,-2-1 0,-2 0 0,0 0 0,-2-2 1,-1 0-1,-1-1 0,-2-1 0,-45 45 0,44-51-1295,-1-1 1,-1-1-1,-1-1 0,-1-1 0,-53 25 1,19-14-5443,7 3-4437</inkml:trace>
</inkml:ink>
</file>

<file path=ppt/ink/ink2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6.015"/>
    </inkml:context>
    <inkml:brush xml:id="br0">
      <inkml:brushProperty name="width" value="0.035" units="cm"/>
      <inkml:brushProperty name="height" value="0.035" units="cm"/>
    </inkml:brush>
  </inkml:definitions>
  <inkml:trace contextRef="#ctx0" brushRef="#br0">88 65 8233,'1'0'132,"-1"-1"1,1 1-1,0 0 1,0-1-1,-1 1 1,1 0-1,0-1 1,0 1-1,-1-1 1,1 1 0,0-1-1,-1 1 1,1-1-1,-1 0 1,1 1-1,-1-1 1,1 0-1,-1 1 1,1-1-1,-1 0 1,0 0-1,1 0 1,-1 1-1,0-1 1,0 0-1,1 0 1,-1 0-1,0 1 1,0-1-1,0 0 1,0 0-1,0 0 1,0 0 0,0 0-1,-1 1 1,1-1-1,0 0 1,0 0-1,-1 0 1,1 1-1,0-1 1,-1 0-1,0 0 1,0-6 895,0 4 1067,1 1-1884,0 0-1,0 1 1,-1-1 0,1 0 0,-1 1-1,1-1 1,-1 1 0,0-1-1,1 0 1,-1 1 0,0-1 0,0 1-1,-2-3 1,2 5-12,1-1 0,-1 0 0,1 0-1,-1 1 1,1-1 0,-1 1 0,1-1 0,-1 0 0,1 1-1,0-1 1,-1 1 0,1-1 0,0 1 0,0-1 0,-1 1-1,1-1 1,0 1 0,0-1 0,0 1 0,-1 0 0,1-1-1,0 1 1,0-1 0,0 1 0,0 0 0,-7 62 7247,7-62-7432,-4 52-14,-18 87 0,8-80 0,2 1 0,3 1 0,2 0 0,3 0 0,6 83 0,-1-133 0,1 1 0,1-1 0,0 1 0,0-1 0,9 20 0,-10-28 0,-1-1 0,0 1 0,1-1 0,0 0 0,0 0 0,0 0 0,0 0 0,0 0 0,1 0 0,-1 0 0,1-1 0,0 0 0,-1 1 0,1-1 0,0 0 0,1 0 0,-1 0 0,0-1 0,0 1 0,1-1 0,-1 0 0,1 0 0,-1 0 0,6 0 0,-3-2 0,-1-1 0,1 1 0,0-2 0,0 1 0,-1-1 0,0 1 0,1-2 0,-1 1 0,0 0 0,-1-1 0,1 0 0,6-6 0,-4 3 0,16-14 0,0-1 0,-2-2 0,-1 0 0,29-44 0,50-114 0,-88 149 0,-11 32 0,0 1 0,0 0 0,1 0 0,-1-1 0,0 1 0,0 0 0,0 0 0,1-1 0,-1 1 0,0 0 0,0-1 0,0 1 0,0 0 0,0-1 0,0 1 0,0 0 0,0-1 0,0 1 0,0 0 0,0-1 0,0 1 0,0 0 0,0-1 0,0 1 0,0 0 0,0-1 0,0 1 0,0 0 0,0-1 0,0 1 0,-1 0 0,1 0 0,0-1 0,0 1 0,0 0 0,-1-1 0,1 1 0,0 0 0,0 0 0,-1 0 0,1-1 0,0 1 0,0 0 0,-1 0 0,1 0 0,0 0 0,-1 0 0,1-1 0,0 1 0,-1 0 0,-12 6 0,11-5 0,-9 6 0,0 0 0,1 0 0,-1 1 0,1 1 0,1 0 0,0 0 0,0 1 0,-10 15 0,-56 94 0,68-108 0,-2 4 0,1 1 0,1 0 0,0 0 0,0 0 0,2 1 0,-5 24 0,9-36 0,0-1 0,1 1 0,-1-1 0,1 1 0,0 0 0,1 0 0,-1-1 0,1 1 0,0-1 0,0 1 0,0-1 0,1 1 0,-1-1 0,1 1 0,0-1 0,0 0 0,1 0 0,-1 0 0,1 0 0,0-1 0,0 1 0,0-1 0,1 0 0,-1 1 0,1-1 0,0-1 0,0 1 0,5 3 0,5 0-26,-1-1 0,1 0 0,0 0 0,1-1 0,-1-1 0,26 2 0,92-1-716,-102-4 440,5 1-919,-1-3-1,1 0 1,-1-3 0,0 0-1,36-12 1,74-31-9420,-74 32 53</inkml:trace>
</inkml:ink>
</file>

<file path=ppt/ink/ink2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6.421"/>
    </inkml:context>
    <inkml:brush xml:id="br0">
      <inkml:brushProperty name="width" value="0.035" units="cm"/>
      <inkml:brushProperty name="height" value="0.035" units="cm"/>
    </inkml:brush>
  </inkml:definitions>
  <inkml:trace contextRef="#ctx0" brushRef="#br0">184 57 9793,'1'0'53,"-1"1"-1,0-1 1,0 0-1,0 0 1,0 0 0,0 1-1,0-1 1,0 0 0,0 0-1,0 0 1,0 1-1,-1-1 1,1 0 0,0 0-1,0 0 1,0 1 0,0-1-1,0 0 1,0 0-1,0 0 1,0 0 0,-1 1-1,1-1 1,0 0 0,0 0-1,0 0 1,0 0-1,0 0 1,-1 0 0,1 1-1,0-1 1,0 0 0,0 0-1,0 0 1,-1 0 0,1 0-1,0 0 1,0 0-1,0 0 1,-1 0 0,1 0-1,0 0 1,0 0 0,0 0-1,-1 0 1,1 0-1,0 0 1,0 0 0,0 0-1,-1 0 1,1 0 0,0 0-1,0-1 1,0 1-1,0 0 1,-1 0 0,1 0-1,0 0 1,-3-14 2304,1 3 5101,-1-8-4189,3 4-1910,0 12 1281,1 5-1271,2 2-1307,0 1 0,-1-1 0,0 1 0,0-1 0,0 1 0,0 0 1,-1 0-1,1 0 0,-1 0 0,-1 0 0,1 0 0,-1 0 0,0 0 1,0 7-1,-2 12 162,-9 43-1,5-38-185,-5 24-77,-3 0 1,-2-1-1,-29 63 1,10-50-3163,7-17-7129,5 0-5768</inkml:trace>
</inkml:ink>
</file>

<file path=ppt/ink/ink2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7.312"/>
    </inkml:context>
    <inkml:brush xml:id="br0">
      <inkml:brushProperty name="width" value="0.035" units="cm"/>
      <inkml:brushProperty name="height" value="0.035" units="cm"/>
    </inkml:brush>
  </inkml:definitions>
  <inkml:trace contextRef="#ctx0" brushRef="#br0">155 52 8673,'1'-2'393,"0"0"1,0 0-1,0 0 1,0 0-1,-1 0 1,1 1-1,-1-1 0,1 0 1,-1 0-1,0-1 1,1 1-1,-1 0 1,0 0-1,-1 0 1,1 0-1,0 0 0,0 0 1,-1 0-1,1 0 1,-1 0-1,-4-8 11567,4 12-10878,-25 140 339,-11 42-52,24-133-1369,-40 171 0,44-172 0,2 1 0,-2 71 0,9-110 0,1 0 0,-1-1 0,2 1 0,0-1 0,0 1 0,1-1 0,6 15 0,-8-23 0,0 0 0,0 0 0,1-1 0,0 1 0,-1 0 0,1-1 0,0 1 0,0-1 0,1 0 0,-1 0 0,0 0 0,1 0 0,-1 0 0,1 0 0,0-1 0,-1 1 0,1-1 0,0 0 0,0 0 0,0 0 0,0 0 0,0 0 0,0-1 0,0 1 0,0-1 0,0 0 0,0 0 0,1 0 0,-1 0 0,0 0 0,0-1 0,3-1 0,10-2 0,0 0 0,-1-2 0,1 0 0,-2-1 0,27-15 0,70-55 0,-59 38 0,33-28 0,-53 40 0,42-27 0,-73 53 0,0 0 0,0 0 0,0 1 0,1-1 0,-1 0 0,0 1 0,0-1 0,0 1 0,1 0 0,-1-1 0,0 1 0,0 0 0,1 0 0,-1 0 0,0 0 0,2 0 0,3 6 0,-5-5 0,0-1 0,-1 1 0,1-1 0,0 1 0,0 0 0,-1-1 0,1 1 0,-1 0 0,1 0 0,0-1 0,-1 1 0,1 0 0,-1 0 0,0 0 0,1 0 0,-1 1 0,1 4 0,-1 1 0,0-1 0,-1 0 0,0 1 0,0-1 0,0 0 0,-4 11 0,3-8 0,-1 0 0,1 0 0,1 0 0,0 0 0,0 12 0,1-15 0,0 0 0,1 0 0,0 1 0,0-1 0,1 0 0,-1 0 0,1 0 0,0-1 0,1 1 0,0 0 0,0-1 0,0 1 0,0-1 0,1 0 0,0 0 0,0 0 0,0-1 0,1 0 0,-1 1 0,1-2 0,0 1 0,0 0 0,8 3 0,4 1-692,0 0-1,0-1 1,1-1-1,0-1 1,0 0 0,1-1-1,0-1 1,23 0 0,-5-2-2128,1-3 0,0 0 0,42-10 1,-32 3-9454</inkml:trace>
</inkml:ink>
</file>

<file path=ppt/ink/ink2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7.558"/>
    </inkml:context>
    <inkml:brush xml:id="br0">
      <inkml:brushProperty name="width" value="0.035" units="cm"/>
      <inkml:brushProperty name="height" value="0.035" units="cm"/>
    </inkml:brush>
  </inkml:definitions>
  <inkml:trace contextRef="#ctx0" brushRef="#br0">177 8 11873,'-12'-7'13447,"27"16"-10601,-8-5-2832,-1 0 0,0 0 0,0 1 0,0 0 0,5 6 1,-10-8 18,1-1 0,-1 1 1,0 0-1,-1 0 1,1 0-1,0-1 0,-1 1 1,0 0-1,1 0 1,-1 0-1,0 0 0,-1 0 1,1 0-1,0 0 1,-1 0-1,0 0 0,0 0 1,1-1-1,-2 1 1,1 0-1,0 0 0,0-1 1,-1 1-1,-3 4 1,-5 5 17,0 1 1,0-2 0,-18 16 0,20-19 18,-49 40 85,34-29-88,-29 29 0,51-47-58,-1 1 0,1-1-1,0 1 1,-1-1 0,1 1 0,0 0-1,0-1 1,0 1 0,0 0 0,1 0 0,-1 0-1,0 0 1,1 0 0,0 0 0,-1 2-1,1-3-13,0 1-1,0-1 0,1 0 0,-1 0 0,0 0 1,1-1-1,-1 1 0,1 0 0,-1 0 0,1 0 1,-1 0-1,1 0 0,-1 0 0,1-1 0,0 1 1,0 0-1,-1 0 0,1-1 0,0 1 0,0-1 1,1 2-1,5 0-117,0 1 1,0-1 0,0 0-1,0 0 1,0-1 0,0 0-1,10 1 1,24 1-1236,0-1 0,1-3 0,-1-1 0,50-8 0,51-23-8062,-69 16-72</inkml:trace>
</inkml:ink>
</file>

<file path=ppt/ink/ink2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7.997"/>
    </inkml:context>
    <inkml:brush xml:id="br0">
      <inkml:brushProperty name="width" value="0.035" units="cm"/>
      <inkml:brushProperty name="height" value="0.035" units="cm"/>
    </inkml:brush>
  </inkml:definitions>
  <inkml:trace contextRef="#ctx0" brushRef="#br0">103 32 9245,'0'0'2524,"1"-3"-218,2-25 9899,-4 31-10956,-50 220 1918,4-27-1096,44-175-2071,1 40 0,0-14 0,2-11 6,3-25-9,1-3-31,-4-7 7,0 0 0,0 0 0,1 1 0,-1-1 0,1 0 1,-1 0-1,1 0 0,0 0 0,-1 0 0,1 0 0,0 0 1,0 0-1,0 0 0,0 0 0,-1 0 0,1 0 0,1 0 1,-1-1-1,0 1 0,0 0 0,0-1 0,0 1 0,0-1 0,0 1 1,2-1-1,28 2-362,-27-2 450,-1 0-73,-3 4 58,0 0 0,0 0 0,-1 0 1,0 0-1,0 0 0,0-1 1,0 1-1,0 0 0,-1-1 1,0 1-1,1-1 0,-5 6 1,1-1 30,0 1 1,0 0 0,1 0 0,1 1 0,-4 9 0,3 20-125,4-36-306,23 3-2783,-21-5 2872,0 0 1,0 0-1,0 0 0,0-1 1,0 1-1,0-1 0,0 1 1,0-1-1,0 0 0,0 0 1,0 0-1,0 0 0,3-1 1,21-4-4297,-7 2-1548,5-3-5780</inkml:trace>
</inkml:ink>
</file>

<file path=ppt/ink/ink2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8.308"/>
    </inkml:context>
    <inkml:brush xml:id="br0">
      <inkml:brushProperty name="width" value="0.035" units="cm"/>
      <inkml:brushProperty name="height" value="0.035" units="cm"/>
    </inkml:brush>
  </inkml:definitions>
  <inkml:trace contextRef="#ctx0" brushRef="#br0">761 120 8837,'-20'-33'3478,"15"23"-1882,-1 0-1,0 1 1,0 0 0,-1 0 0,0 0-1,-1 0 1,-14-12 0,20 20-253,1 1-1162,-1 1 0,1-1-1,0 1 1,0 0 0,-1-1-1,1 1 1,0 0 0,0 0-1,0 0 1,0 0 0,0 0-1,0 0 1,-1 1 0,-2 1 211,-2 4-179,0 1 1,0-1-1,0 1 0,1 1 0,0-1 1,-4 11-1,-24 62 1282,12-25-1062,-193 357-433,72-155 0,79-134 0,-68 191 0,130-312-91,0 0-1,1-1 1,-1 1 0,1 0-1,0 0 1,-1-1 0,1 1-1,1 0 1,-1 0 0,0-1-1,1 1 1,-1 0 0,1 0 0,2 3-1,-3-4-18,0-1 0,1 0 1,-1 0-1,1 0 0,0 0 0,-1 0 0,1 0 0,0-1 0,-1 1 1,1 0-1,0 0 0,0 0 0,0-1 0,0 1 0,0 0 0,0-1 0,0 1 1,0-1-1,0 1 0,0-1 0,0 1 0,0-1 0,0 0 0,0 0 1,1 1-1,-1-1 0,0 0 0,0 0 0,1 0 0,48-9-12204,-1 0-489</inkml:trace>
</inkml:ink>
</file>

<file path=ppt/ink/ink2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8.621"/>
    </inkml:context>
    <inkml:brush xml:id="br0">
      <inkml:brushProperty name="width" value="0.035" units="cm"/>
      <inkml:brushProperty name="height" value="0.035" units="cm"/>
    </inkml:brush>
  </inkml:definitions>
  <inkml:trace contextRef="#ctx0" brushRef="#br0">793 0 10925,'-1'1'129,"1"0"0,0-1 0,-1 1 0,1 0 0,-1 0 0,1-1 0,-1 1 0,1 0 0,-1-1 0,0 1 0,1-1 0,-1 1 0,0-1 0,0 1 0,1-1 0,-1 1 0,0-1 0,0 0 0,1 1 0,-1-1 0,0 0 0,-2 1 0,-24-1 3765,-8 2-558,-14 16-1652,0 1 0,1 2 1,-50 31-1,8-4-943,-188 76 166,258-115-861,13-6-26,-1 0 0,1 0 0,0 1 0,0 0 0,0 0 0,0 1 0,1 0 0,-1 0 0,1 0 0,-7 9 0,16-11-17,-1 0-1,1-1 1,0 1 0,0-1 0,0 0 0,7 4 0,-9-5-3,273 147-1933,-234-129-25,57 18 0,-76-31 78,0-1 1,34 4-1,-11-2-3993,-3 2-3575</inkml:trace>
</inkml:ink>
</file>

<file path=ppt/ink/ink2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8.990"/>
    </inkml:context>
    <inkml:brush xml:id="br0">
      <inkml:brushProperty name="width" value="0.035" units="cm"/>
      <inkml:brushProperty name="height" value="0.035" units="cm"/>
    </inkml:brush>
  </inkml:definitions>
  <inkml:trace contextRef="#ctx0" brushRef="#br0">867 2 11097,'0'0'2358,"3"-1"-216,3 1-1105,-1-1-1,0 1 1,1 0 0,-1 1 0,9 1-1,-9-1-650,1 0-1,-1 1 1,0 0 0,1 0-1,8 5 1,-11-6-332,-1 1 0,1-1 0,-1 1 1,0 0-1,1 0 0,-1 0 0,0 0 1,0 0-1,0 0 0,-1 1 0,1-1 1,-1 0-1,1 1 0,-1 0 0,0-1 1,0 1-1,0 0 0,0-1 0,0 1 1,-1 0-1,1 0 0,-1 0 0,1 0 1,-1 0-1,0-1 0,-1 1 0,1 0 0,-1 5 1,-2 3 23,-1-1 1,0 0 0,0 1-1,-1-2 1,0 1 0,-12 17-1,-49 52 168,9-7-165,53-66-88,0 0 1,1 0-1,0 0 1,1 0-1,-1 1 0,1-1 1,1 1-1,-1-1 1,1 1-1,0-1 0,0 1 1,1 0-1,1 13 1,2-3-121,0 0 1,1-1-1,12 31 0,-10-31 14,0 1 0,-1 1 0,3 18 0,-7-30 107,-1 0-1,0 0 1,0 0-1,0 0 1,-1 0-1,1 0 1,-2 0-1,1 0 1,0 0 0,-1 0-1,0 0 1,-1-1-1,-2 7 1,-2-2-8,0 0 0,-1 0 1,0-1-1,0 1 0,-1-2 1,0 1-1,-1-1 0,1-1 0,-2 0 1,1 0-1,-16 7 0,-15 5-43,-75 23 0,112-41 48,-57 17-850,0-3 0,-99 10 0,-32-9-8837,118-13-199</inkml:trace>
</inkml:ink>
</file>

<file path=ppt/ink/ink2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19.629"/>
    </inkml:context>
    <inkml:brush xml:id="br0">
      <inkml:brushProperty name="width" value="0.035" units="cm"/>
      <inkml:brushProperty name="height" value="0.035" units="cm"/>
    </inkml:brush>
  </inkml:definitions>
  <inkml:trace contextRef="#ctx0" brushRef="#br0">0 1 8689,'107'26'2688,"140"17"0,115-8 985,-214-22-3046,2211 156-108,506 56-9006,-2815-220 8150,494 39-1107,-310-37-2386,-209-5 2028</inkml:trace>
</inkml:ink>
</file>

<file path=ppt/ink/ink2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8.071"/>
    </inkml:context>
    <inkml:brush xml:id="br0">
      <inkml:brushProperty name="width" value="0.035" units="cm"/>
      <inkml:brushProperty name="height" value="0.035" units="cm"/>
    </inkml:brush>
  </inkml:definitions>
  <inkml:trace contextRef="#ctx0" brushRef="#br0">0 31 5861,'0'0'3023,"7"-12"-549,-6 11-2409,1 0 0,-1 0-1,0-1 1,1 1 0,-1 0-1,1 0 1,-1 0-1,1 1 1,-1-1 0,1 0-1,0 0 1,-1 1 0,1-1-1,0 1 1,0 0-1,-1-1 1,1 1 0,0 0-1,0 0 1,0 0 0,1 0-1,9 0 146,54-4 408,-1 4 0,98 11 0,134 34-570,-264-39-99,1425 184-4832,-1039-156 750,-223-16 1292</inkml:trace>
</inkml:ink>
</file>

<file path=ppt/ink/ink2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3.156"/>
    </inkml:context>
    <inkml:brush xml:id="br0">
      <inkml:brushProperty name="width" value="0.035" units="cm"/>
      <inkml:brushProperty name="height" value="0.035" units="cm"/>
    </inkml:brush>
  </inkml:definitions>
  <inkml:trace contextRef="#ctx0" brushRef="#br0">276 237 4380,'0'0'2769,"0"-3"-1488,-2-10 896,1-1-1,2-26 0,13-65 3279,-10 81-4158,2-11 726,-5 32-754,-4 6-432,-3 2-609,1 2-1,0-1 0,1 0 0,-1 1 0,1 0 0,1 0 0,-1 0 1,1 0-1,0 1 0,-2 8 0,-17 88 1189,14-58-839,-80 373 179,40-195-4718,10-96-1053,10-39-3147,11-19-2803</inkml:trace>
</inkml:ink>
</file>

<file path=ppt/ink/ink2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4.544"/>
    </inkml:context>
    <inkml:brush xml:id="br0">
      <inkml:brushProperty name="width" value="0.035" units="cm"/>
      <inkml:brushProperty name="height" value="0.035" units="cm"/>
    </inkml:brush>
  </inkml:definitions>
  <inkml:trace contextRef="#ctx0" brushRef="#br0">163 67 11121,'29'-12'2134,"-28"11"-1973,0 0 1,-1 1-1,1-1 1,0 0-1,-1 0 1,1 0-1,-1 1 1,1-1 0,-1 0-1,0 0 1,1 0-1,-1 0 1,0 0-1,0 0 1,0 0-1,1 0 1,-1 0 0,0 0-1,0 0 1,0 0-1,-1 0 1,1 0-1,0 0 1,0 0 0,0 0-1,-1 0 1,0-1-1,-3-7 6230,-17-8-4153,19 16-1381,-11 33 1905,-3 34-988,11-42-1303,-12 35 0,-70 183-446,81-224-25,-1 1 0,2 0 0,1 0 0,0 1 0,1-1 0,1 1 0,1 22 0,2-33 0,0 0 0,0 0 0,1 0 0,0 0 0,0-1 0,1 1 0,1-1 0,-1 1 0,1-1 0,1 0 0,-1 0 0,1-1 0,1 1 0,-1-1 0,1 0 0,1-1 0,11 11 0,-4-7-124,1-1 0,0 0-1,1-1 1,-1-1 0,1 0 0,1-1 0,-1-1-1,1 0 1,0-2 0,0 0 0,22 1 0,17 0-626,1-3 0,61-7 0,-85 3-381,0-1 0,37-10-1,-58 11 555,-2 0-1,1-1 1,0 0-1,-1-1 1,1 0-1,-1 0 1,-1-1-1,1-1 0,16-14 1,-23 18 273,-1 1 1,1-1-1,-1 0 0,0 1 1,0-1-1,0 0 0,0-1 1,-1 1-1,1 0 0,-1 0 1,0-1-1,0 1 0,0-1 1,0 1-1,-1-1 0,1 1 1,-1-1-1,0 1 1,0-1-1,-1-5 0,-4-66-10193</inkml:trace>
</inkml:ink>
</file>

<file path=ppt/ink/ink2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4.701"/>
    </inkml:context>
    <inkml:brush xml:id="br0">
      <inkml:brushProperty name="width" value="0.035" units="cm"/>
      <inkml:brushProperty name="height" value="0.035" units="cm"/>
    </inkml:brush>
  </inkml:definitions>
  <inkml:trace contextRef="#ctx0" brushRef="#br0">1 37 9885,'3'-20'2152,"3"3"4637,20 20-6173,2 0-252,1-3-640,18 11-196,-8-2-712,2-3-513,3-1-819,-9 7-1432,-3 11-2781</inkml:trace>
</inkml:ink>
</file>

<file path=ppt/ink/ink2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4.858"/>
    </inkml:context>
    <inkml:brush xml:id="br0">
      <inkml:brushProperty name="width" value="0.035" units="cm"/>
      <inkml:brushProperty name="height" value="0.035" units="cm"/>
    </inkml:brush>
  </inkml:definitions>
  <inkml:trace contextRef="#ctx0" brushRef="#br0">1 186 6149,'0'11'5668,"19"-22"-4156,6 2-300,1-2-300,12-4-316,0 1-296,3 0-616,0-3-404,10 0-264,-3-3-164,-10-3-372,3 0-1908,4 0-1821</inkml:trace>
</inkml:ink>
</file>

<file path=ppt/ink/ink2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5.285"/>
    </inkml:context>
    <inkml:brush xml:id="br0">
      <inkml:brushProperty name="width" value="0.035" units="cm"/>
      <inkml:brushProperty name="height" value="0.035" units="cm"/>
    </inkml:brush>
  </inkml:definitions>
  <inkml:trace contextRef="#ctx0" brushRef="#br0">239 1 8073,'0'0'1866,"1"2"-47,4 11-707,-1 0-1,0 0 1,-1 0 0,-1 0-1,0 1 1,-1-1-1,0 18 1,-10 101 1450,7-115-2177,-3 32 232,-8 128-285,12-137-715,1 3-3356,6 67 0,-5-109 3610,-1 0 1,0 0-1,1 0 1,-1-1-1,0 1 1,1 0-1,-1 0 1,1-1-1,-1 1 1,1 0-1,0-1 1,-1 1-1,1-1 1,-1 1-1,1-1 1,0 1-1,0-1 1,-1 1-1,2 0 1,2 1-321,-4-2 350,1 1 0,-1-1-1,0 1 1,1-1 0,-1 1 0,1-1 0,-1 0 0,1 1 0,0-1 0,-1 0 0,1 1 0,-1-1 0,1 0 0,-1 0 0,1 1 0,0-1 0,-1 0 0,1 0 0,0 0 0,-1 0 0,1 0 0,0 0 0,-1 0 0,1 0 0,0 0 0,-1 0 0,1 0 0,0 0 0,-1-1 0,1 1 0,0-1 0,1 0-49,-1 0 1,1 0 0,-1-1-1,0 1 1,1-1 0,-1 1-1,0-1 1,0 0 0,0 1 0,1-5-1,15-49-1012,-17 54 1135,4-18 287,0 0 0,-2 0 1,0-1-1,-1 1 0,-1 0 0,-1-1 0,-1 1 0,0-1 0,-7-25 1,3 18 2604,-4-45 1,6 36-977,3 33-333,10 4-1370,-1 1 0,0 0 0,0 1-1,0-1 1,0 2 0,0-1 0,0 1 0,-1 0 0,13 11 0,-2-4-28,76 47 240,-36-20-1284,90 43 0,-100-57 347,-45-22 423,-33-3 116,-63-8 176,55 3-79,-1 2-1,-1 2 1,1 2 0,-76 9 0,82-2-806,1 2 1,0 2-1,-57 26 1,-26 24-7228,67-30 1486</inkml:trace>
</inkml:ink>
</file>

<file path=ppt/ink/ink2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5.686"/>
    </inkml:context>
    <inkml:brush xml:id="br0">
      <inkml:brushProperty name="width" value="0.035" units="cm"/>
      <inkml:brushProperty name="height" value="0.035" units="cm"/>
    </inkml:brush>
  </inkml:definitions>
  <inkml:trace contextRef="#ctx0" brushRef="#br0">60 1 11185,'0'0'8253,"1"3"-6338,11 51 1281,-7-32-1989,6 45 1,-11-10-383,-2 0 0,-3-1 0,-22 106 0,14-90-818,-3 100-2257,14-123-974,-2-1-1,-12 52 0,13-77-2678,2 6-3557</inkml:trace>
</inkml:ink>
</file>

<file path=ppt/ink/ink2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5.904"/>
    </inkml:context>
    <inkml:brush xml:id="br0">
      <inkml:brushProperty name="width" value="0.035" units="cm"/>
      <inkml:brushProperty name="height" value="0.035" units="cm"/>
    </inkml:brush>
  </inkml:definitions>
  <inkml:trace contextRef="#ctx0" brushRef="#br0">130 38 10993,'2'-1'359,"-1"0"-1,0 0 1,1 0-1,-1 0 1,0 0 0,0 0-1,0 0 1,0-1-1,0 1 1,0 0 0,0-1-1,-1 1 1,1-1-1,0 1 1,-1-1 0,1 1-1,-1-1 1,0 0-1,1 1 1,-1-1 0,0-2-1,1-1-268,1 5 117,0 0-1,1 0 0,-1 0 0,0 0 1,0 0-1,0 0 0,1 1 0,-1-1 0,0 1 1,0-1-1,0 1 0,0 0 0,2 1 1,-3-2-68,7 3-78,0 0 0,-1 1 0,0-1 0,0 1 0,0 1 0,0 0 0,0-1 0,-1 2 0,0-1-1,0 1 1,0 0 0,-1 0 0,0 1 0,0 0 0,-1-1 0,0 2 0,0-1 0,0 0 0,-1 1 0,0 0 0,-1-1 0,0 1 0,0 0 0,0 0 0,-1 1 0,0-1 0,-1 0 0,0 0 0,0 0 0,-1 1 0,0-1 0,0 0 0,-1 0 0,0 0 0,-1 0 0,1-1 0,-1 1 0,-1-1 0,0 1 0,0-1 0,0 0 0,-9 10 0,5-8-323,0-1-1,0 0 1,-1 0 0,0-1-1,0-1 1,-1 1 0,-16 7-1,13-8-666,-1 0-1,-1-1 0,1-1 1,-1 0-1,-16 2 0,-13 3-4494,10 4-3112</inkml:trace>
</inkml:ink>
</file>

<file path=ppt/ink/ink2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6.433"/>
    </inkml:context>
    <inkml:brush xml:id="br0">
      <inkml:brushProperty name="width" value="0.035" units="cm"/>
      <inkml:brushProperty name="height" value="0.035" units="cm"/>
    </inkml:brush>
  </inkml:definitions>
  <inkml:trace contextRef="#ctx0" brushRef="#br0">57 149 11349,'-6'1'989,"0"-1"0,1 0 0,-1-1 0,0 0 0,-12-2 0,15 2 3105,-1-16-1280,4 16-2774,-1 1 0,1-1 0,0 0 1,-1 0-1,1 1 0,0-1 0,0 0 0,0 0 0,-1 1 0,1-1 0,0 0 0,0 0 0,0 0 1,1 1-1,-1-1 0,0 0 0,0 0 0,0 1 0,0-1 0,1 0 0,-1 0 0,0 1 1,1-1-1,-1 0 0,1 1 0,-1-1 0,1 0 0,-1 1 0,1-1 0,-1 1 0,1-1 0,-1 1 1,1-1-1,0 1 0,-1-1 0,1 1 0,0 0 0,-1-1 0,1 1 0,0 0 0,0-1 1,-1 1-1,3 0 0,15-7 72,0 1 1,1 0 0,0 2-1,0 0 1,0 1-1,30-1 1,5-2-537,82-13-1239,31-4-2420,-55 12-3286,-35 5-2852</inkml:trace>
</inkml:ink>
</file>

<file path=ppt/ink/ink2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6.620"/>
    </inkml:context>
    <inkml:brush xml:id="br0">
      <inkml:brushProperty name="width" value="0.035" units="cm"/>
      <inkml:brushProperty name="height" value="0.035" units="cm"/>
    </inkml:brush>
  </inkml:definitions>
  <inkml:trace contextRef="#ctx0" brushRef="#br0">187 0 13629,'-1'1'6088,"-10"7"-4430,8-4-1194,0 0-1,0 0 0,0 0 1,1 1-1,-1 0 0,1-1 1,0 1-1,0 0 0,1 0 1,0 0-1,-1 0 0,1 9 1,-3 4 376,-38 173 3587,13 0-3888,-8 41-5898,10-83-6530,19-73-1084</inkml:trace>
</inkml:ink>
</file>

<file path=ppt/ink/ink2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7.637"/>
    </inkml:context>
    <inkml:brush xml:id="br0">
      <inkml:brushProperty name="width" value="0.035" units="cm"/>
      <inkml:brushProperty name="height" value="0.035" units="cm"/>
    </inkml:brush>
  </inkml:definitions>
  <inkml:trace contextRef="#ctx0" brushRef="#br0">1 117 9237,'0'0'10213,"9"-11"-9385,1-1 12,21 7-340,23-10-176,-3 4-200,9 5-432,13-2-548,10-4-916,-7-8-796,13 9-2301,3 5-3840</inkml:trace>
</inkml:ink>
</file>

<file path=ppt/ink/ink2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8.502"/>
    </inkml:context>
    <inkml:brush xml:id="br0">
      <inkml:brushProperty name="width" value="0.035" units="cm"/>
      <inkml:brushProperty name="height" value="0.035" units="cm"/>
    </inkml:brush>
  </inkml:definitions>
  <inkml:trace contextRef="#ctx0" brushRef="#br0">13 24 7373,'0'0'5257,"-2"-2"-3731,1 2-1273,1-1 0,-1 0 1,0 1-1,0-1 0,1 0 0,-1 0 0,0 0 1,1 0-1,-1 1 0,1-1 0,-1 0 0,1 0 1,-1 0-1,1 0 0,0 0 0,0 0 0,-1 0 1,1-2-1,22 0 2048,-16 3-2775,284 9 1458,-74 2-830,-7-8-435,1408 32-3121,-622 0 1918,1436 67-92,2000 209 2909,-3415-234 13,315 26 974,-977-72-1750,419 34 513,-2-29 457,-527-32-877,229 3 1314,-147-4-77,-266-8-1893,-38 2-351,-17 2-360,-21-14-1448,8 9 1457,0 0 0,0 1 0,-1 0 0,1 1 0,-1 0 0,-12-4 1,-34-7-5753,-7 0-3986</inkml:trace>
</inkml:ink>
</file>

<file path=ppt/ink/ink2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29.814"/>
    </inkml:context>
    <inkml:brush xml:id="br0">
      <inkml:brushProperty name="width" value="0.035" units="cm"/>
      <inkml:brushProperty name="height" value="0.035" units="cm"/>
    </inkml:brush>
  </inkml:definitions>
  <inkml:trace contextRef="#ctx0" brushRef="#br0">0 0 4784,'55'6'2632,"72"17"0,-103-18-1636,0-2 0,35 2 0,0 0 92,400 57 5191,512 46-3583,-768-91-2594,1934 124-728,-1178-86 201,949 68-420,1105 64-21,-473-115 1748,-2464-72-783,765-31 1490,-693 22-1261,164 9 0,-107 8-600,-159-6 239,34 0-127,57-20-33,-39 3 123,168-30-340,-223 35 331,15-3-83,0-2-1,87-35 0,-101 20-3776,-44 29 3712,0-1 0,0 1 0,1 0-1,-1 0 1,0-1 0,0 1 0,0 0 0,0 0 0,-1-1-1,1 1 1,0 0 0,0 0 0,-1-1 0,1 1 0,-1 0-1,1 0 1,-1-2 0,0 3-295,-4-19-3653,-6 6-2076</inkml:trace>
</inkml:ink>
</file>

<file path=ppt/ink/ink2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0.160"/>
    </inkml:context>
    <inkml:brush xml:id="br0">
      <inkml:brushProperty name="width" value="0.035" units="cm"/>
      <inkml:brushProperty name="height" value="0.035" units="cm"/>
    </inkml:brush>
  </inkml:definitions>
  <inkml:trace contextRef="#ctx0" brushRef="#br0">562 24 5673,'35'-23'13572,"-51"40"-11713,11-8-1516,1 0 0,0 0 1,0 0-1,1 1 0,0-1 0,-2 14 1,-9 27 661,-179 511 2923,171-500-4147,-134 361-2810,38-145-8322,68-172 494</inkml:trace>
</inkml:ink>
</file>

<file path=ppt/ink/ink2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1.181"/>
    </inkml:context>
    <inkml:brush xml:id="br0">
      <inkml:brushProperty name="width" value="0.035" units="cm"/>
      <inkml:brushProperty name="height" value="0.035" units="cm"/>
    </inkml:brush>
  </inkml:definitions>
  <inkml:trace contextRef="#ctx0" brushRef="#br0">353 0 8061,'6'0'10068,"-21"8"-711,7-1-11069,6-1 1942,1 0 0,-1 0 0,1 0 1,0 0-1,1 0 0,-1 0 0,1 6 1,0 5 224,-35 281 3743,24-203-3869,-29 114 0,-39 92-1614,50-198-466,-32 83-3489,11-38-5369,28-76-449</inkml:trace>
</inkml:ink>
</file>

<file path=ppt/ink/ink2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2.148"/>
    </inkml:context>
    <inkml:brush xml:id="br0">
      <inkml:brushProperty name="width" value="0.035" units="cm"/>
      <inkml:brushProperty name="height" value="0.035" units="cm"/>
    </inkml:brush>
  </inkml:definitions>
  <inkml:trace contextRef="#ctx0" brushRef="#br0">79 38 6945,'9'-10'3493,"-12"-1"6584,-3-5-4662,5 28-5224,0 1-1,-2-1 1,1 1-1,-2-1 1,0 0 0,0 0-1,-9 18 1,4-12-78,-9 36 0,12-34-37,2 0 0,0 0 0,1 0 0,2 0 0,0 0 0,3 37 0,11-17 150,10-42-166,-20 1-65,0 1 1,0-1-1,0 0 1,0 0-1,-1 0 1,1 0-1,0 0 1,0-1-1,-1 1 1,1-1-1,-1 1 1,1-1-1,-1 0 1,0 0-1,1 0 1,-1-1-1,2-2 1,25-23-15,-28 27-11,1 0 0,-1 0 0,0 0-1,1 0 1,-1 1 0,1-1 0,0 1-1,-1-1 1,1 1 0,-1-1 0,3 1-1,-3 0 26,0 0 0,-1 0 1,1 0-1,-1 0 0,1 0 0,0 0 0,-1 0 0,1 0 0,-1 0 0,1 1 0,-1-1 0,1 0 0,0 0 0,-1 1 1,1-1-1,-1 0 0,1 1 0,-1-1 0,0 0 0,1 1 0,-1-1 0,1 1 0,-1-1 0,0 1 0,1-1 1,-1 1-1,0-1 0,1 1 0,-1-1 0,0 1 0,0 0 0,0-1 0,0 1 0,1-1 0,-1 1 0,0-1 0,0 1 1,0 0-1,0-1 0,0 1 0,-1 0 0,-8 76-15,9-72 35,0 1-1,0-1 1,0 1 0,1 0 0,-1-1-1,1 1 1,1-1 0,-1 1-1,4 7 1,-4-11-12,1 1 0,0-1 0,-1 0 0,1 0 0,0 0 0,0 0 0,0 0 0,0-1-1,0 1 1,1-1 0,-1 1 0,1-1 0,-1 0 0,1 0 0,-1 0 0,1 0 0,-1 0 0,1 0 0,0-1 0,-1 1 0,1-1-1,0 0 1,0 0 0,-1 0 0,5-1 0,9 0-205,0-1-1,-1 0 1,18-6 0,-25 6-100,44-16-1898,-49 17 1798,0-1-1,1 0 0,-1 0 1,0 0-1,0 0 1,0-1-1,0 1 1,0-1-1,-1 0 1,1 0-1,-1 0 1,0 0-1,2-4 0,3-18-6659</inkml:trace>
</inkml:ink>
</file>

<file path=ppt/ink/ink2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2.300"/>
    </inkml:context>
    <inkml:brush xml:id="br0">
      <inkml:brushProperty name="width" value="0.035" units="cm"/>
      <inkml:brushProperty name="height" value="0.035" units="cm"/>
    </inkml:brush>
  </inkml:definitions>
  <inkml:trace contextRef="#ctx0" brushRef="#br0">61 6 9225,'14'-2'-1536,"-3"0"3711,-2 1 7319,-27 8-3680,16-5-5519,0 0-1,1 1 0,0-1 0,-1 1 0,1-1 1,0 1-1,0 0 0,1-1 0,-1 1 0,0 5 1,-1 23-717,5 53 1,-3-80 129,0 3-331,-1 0-1,0-1 0,0 1 0,-1 0 0,0-1 0,0 0 0,0 1 0,-1-1 0,0 0 1,0 0-1,-5 7 0,-13 26-6423,6-5-2710</inkml:trace>
</inkml:ink>
</file>

<file path=ppt/ink/ink2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3.574"/>
    </inkml:context>
    <inkml:brush xml:id="br0">
      <inkml:brushProperty name="width" value="0.035" units="cm"/>
      <inkml:brushProperty name="height" value="0.035" units="cm"/>
    </inkml:brush>
  </inkml:definitions>
  <inkml:trace contextRef="#ctx0" brushRef="#br0">165 46 4144,'0'0'7144,"-10"-9"-5301,-1-7 5116,9 0-3499,3 12-1854,-2 25-208,-2-7-1180,0-1 0,0 1-1,-10 23 1,-7 22 232,9-13-295,-38 183 444,32-142-556,-3 13-128,19-88-65,0-1 0,1 0 0,0 1 0,1-1 0,0 0 0,5 20 0,6-5-1686,-12-25 1808,0-1 0,0 0 0,1 1 0,-1-1 0,0 0 0,1 1 0,-1-1 0,0 0 0,1 0 0,-1 0 0,1 1 0,-1-1 1,0 0-1,1 0 0,-1 0 0,1 0 0,-1 0 0,0 1 0,1-1 0,-1 0 0,1 0 0,-1 0 0,1 0 0,-1 0 0,0 0 0,1-1 1,-1 1-1,1 0 0,-1 0 0,1 0 0,0-1 0,2-1-55,-1-1 1,1 0-1,0 0 0,-1-1 1,1 1-1,-1-1 0,0 1 1,0-1-1,-1 0 0,3-6 1,43-133-1260,-41 119 1087,8-44 1,-12 49 170,2 0 0,0 0 0,12-33 0,-15 50 75,-25 28-556,6 14-785,13-26-9,-1-1 0,-11 20-1,-5 3-3598,0 11-2809</inkml:trace>
</inkml:ink>
</file>

<file path=ppt/ink/ink2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4.281"/>
    </inkml:context>
    <inkml:brush xml:id="br0">
      <inkml:brushProperty name="width" value="0.035" units="cm"/>
      <inkml:brushProperty name="height" value="0.035" units="cm"/>
    </inkml:brush>
  </inkml:definitions>
  <inkml:trace contextRef="#ctx0" brushRef="#br0">4378 1 4168,'-31'14'994,"24"-11"2042,-2-6-1488,7 2-1383,1 0 0,-1 0 0,1 0 0,-1 1 0,0-1 0,1 0 0,-1 1 0,0-1 0,0 1 0,0 0 0,1-1 0,-1 1 0,-3 0 0,-181 6 6833,31-2-4715,-605 19 1704,-306 15-3274,-143 75-2576,1140-104 1697,-504 68-2713,328-46 219,208-27 1627,33-4-168,20-8-3090,-6 1 3379,31-10-2476,3 7-1272</inkml:trace>
</inkml:ink>
</file>

<file path=ppt/ink/ink2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4.951"/>
    </inkml:context>
    <inkml:brush xml:id="br0">
      <inkml:brushProperty name="width" value="0.035" units="cm"/>
      <inkml:brushProperty name="height" value="0.035" units="cm"/>
    </inkml:brush>
  </inkml:definitions>
  <inkml:trace contextRef="#ctx0" brushRef="#br0">0 106 7209,'3'1'2185,"6"3"-704,7 3 837,-6-5 3421,-13 19-3776,3-7-1524,0 0 0,1 0-1,0-1 1,1 1 0,1 0-1,0-1 1,9 23 0,-2 1 292,64 200 1290,-61-205-1895,1 0 0,2-1-1,1-1 1,1 0 0,27 32 0,-37-52-87,1 1 0,1-2 0,-1 1 0,2-1 0,19 13 0,-26-20-33,0 1 1,0-1-1,0 0 1,1 0-1,-1-1 1,1 1-1,-1-1 1,1 0-1,-1 0 1,1-1-1,0 1 1,-1-1-1,1 0 1,0 0 0,-1 0-1,1-1 1,0 0-1,-1 0 1,1 0-1,8-4 1,-1-1-25,-1-1 1,0 0 0,0-1 0,0-1 0,-1 0 0,0 0-1,-1-1 1,0 0 0,0 0 0,-1-1 0,10-18 0,8-18-824,31-77 1,-47 101 496,67-181-2544,-2 7-2657,-38 104-1970,-19 62 395</inkml:trace>
</inkml:ink>
</file>

<file path=ppt/ink/ink2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5.610"/>
    </inkml:context>
    <inkml:brush xml:id="br0">
      <inkml:brushProperty name="width" value="0.035" units="cm"/>
      <inkml:brushProperty name="height" value="0.035" units="cm"/>
    </inkml:brush>
  </inkml:definitions>
  <inkml:trace contextRef="#ctx0" brushRef="#br0">39 349 6677,'-2'11'5624,"14"12"-2433,3 8-1576,-14-23-1408,-1 0 1,1 1-1,-2-1 0,1 0 1,-1 1-1,0-1 0,-4 16 1,-25 56 296,4-8-412,24-50-105,2-22 11,1 1 0,-1-1-1,0 1 1,0-1 0,1 1 0,-1-1 0,0 1-1,1-1 1,-1 1 0,0-1 0,1 0 0,-1 1-1,1-1 1,-1 0 0,0 1 0,1-1 0,-1 0 0,1 0-1,-1 1 1,1-1 0,-1 0 0,1 0 0,0 1-1,2-1 1,0 0-1,0 0 0,0-1 0,0 1 1,0-1-1,0 1 0,0-1 0,-1 0 0,1 0 1,0 0-1,3-2 0,49-28-19,-45 25 182,0-1 0,1 1 1,0 1-1,0 0 0,0 1 1,1 0-1,17-4 0,-24 7-94,0 0 0,0 0 1,-1 1-1,1-1 0,0 1 0,0 0 0,0 1 0,0-1 0,0 1 0,0 0 1,0 0-1,-1 1 0,1-1 0,0 1 0,-1 0 0,1 0 0,-1 1 0,0-1 1,0 1-1,0 0 0,0 0 0,5 5 0,62 71 589,-69-77-630,2-3-33,0 1 0,-1-1-1,1 0 1,0 0 0,0-1 0,0 1 0,-1-1-1,1 0 1,-1 1 0,1-2 0,-1 1 0,0 0-1,0-1 1,0 1 0,0-1 0,0 0 0,0 0-1,-1 0 1,0-1 0,4-5 0,4-7-34,-2 0 1,13-34-1,-20 47 40,6-21-54,-1 0 1,-1-1-1,-1 0 0,-1 0 1,-1-36-1,5-35-56,1-45 26,-6 92 383,6-50 0,-7 96 305,-3 7-318,-8 36 237,1 0 0,2 0 0,-3 62 0,7-71-358,1-9-73,-6 126 549,9-133-629,0 0-1,0-1 1,2 1 0,0-1-1,0 0 1,1 1 0,1-1 0,7 13-1,-9-22-63,0-1-1,0 1 1,1-1-1,-1 1 0,1-1 1,0-1-1,0 1 1,1 0-1,-1-1 0,1 0 1,0 0-1,-1-1 1,1 1-1,1-1 0,-1 0 1,0 0-1,0-1 1,10 3-1,12 0-188,-1-1 1,49-1-1,-24-2 234,-39 1 117,0 0 0,0 0-1,18 5 1,-26-5-59,0 1-1,0-1 1,0 1 0,0 0-1,-1 0 1,1 1-1,-1-1 1,1 1 0,-1 0-1,0-1 1,0 1-1,0 1 1,3 3 0,5 6-103,3 7-167,-10 0-3065,-4-19 3160,0-1 0,0 1 0,0 0 0,0-1 0,0 1 0,0-1 0,1 1 1,-1 0-1,0-1 0,0 1 0,0-1 0,1 1 0,-1 0 0,0-1 0,1 1 1,-1-1-1,0 1 0,1-1 0,-1 1 0,1-1 0,-1 1 0,0-1 0,1 0 0,-1 1 1,1-1-1,0 0 0,0 1 0,17-3-5669,-7 0 3036</inkml:trace>
</inkml:ink>
</file>

<file path=ppt/ink/ink2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5.749"/>
    </inkml:context>
    <inkml:brush xml:id="br0">
      <inkml:brushProperty name="width" value="0.035" units="cm"/>
      <inkml:brushProperty name="height" value="0.035" units="cm"/>
    </inkml:brush>
  </inkml:definitions>
  <inkml:trace contextRef="#ctx0" brushRef="#br0">58 63 11725,'-16'-25'2172,"-3"22"-304,3 0 3913,13-14-5669,0 2-472,19 21-9741,0 3 1888</inkml:trace>
</inkml:ink>
</file>

<file path=ppt/ink/ink2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6.350"/>
    </inkml:context>
    <inkml:brush xml:id="br0">
      <inkml:brushProperty name="width" value="0.035" units="cm"/>
      <inkml:brushProperty name="height" value="0.035" units="cm"/>
    </inkml:brush>
  </inkml:definitions>
  <inkml:trace contextRef="#ctx0" brushRef="#br0">119 166 9873,'1'-2'243,"-1"-1"1,1 0-1,0 0 1,-1 1-1,0-1 1,1 0-1,-1 0 0,0 0 1,-1-4-1,-7 5 1559,-10 9 518,15-5 825,-15-6-1125,17 3-1970,0 1 0,1 0 0,-1-1 0,0 1 0,0 0 0,1 0 0,-1-1 0,0 1 0,0 0 0,0 0 0,0 0 0,1 0 0,-1 0 1,0 0-1,0 0 0,0 1 0,1-1 0,-1 0 0,0 0 0,0 1 0,0-1 0,1 0 0,-1 1 0,0-1 0,1 1 0,-1-1 0,0 1 0,1-1 0,-1 1 0,1-1 0,-1 1 0,1 0 0,-2 1 0,-3 4 53,0 0-1,0 1 0,1 0 0,-1 0 1,2 0-1,-1 1 0,1-1 0,0 1 1,0 0-1,1 0 0,0 0 0,1 0 1,-1 12-1,1-11-157,0 1 0,1-1 1,1 0-1,-1 1 0,2-1 1,-1 0-1,1 1 0,0-1 0,1 0 1,0-1-1,5 10 0,13 10-569,-20-27 607,0-1-1,0 0 1,0 1-1,0-1 1,0 0-1,0 0 1,0 0-1,0 0 1,0 0-1,0 0 1,0 0-1,0 0 1,0 0 0,0-1-1,0 1 1,-1 0-1,1-1 1,0 1-1,1-1 1,0 1-29,2-2 11,0 1 0,1-1 0,-1 1 0,0-1 0,0 0-1,0-1 1,-1 1 0,1-1 0,0 0 0,-1 1 0,0-1-1,1-1 1,-1 1 0,0-1 0,-1 1 0,1-1 0,2-4-1,5-9-33,-1 0 0,12-33-1,-14 33 35,76-183 255,-75 183-164,8-15 68,-14 30-43,19 31 143,-17-15-189,0 0-1,-1 0 1,0 0-1,1 24 1,2 12 23,-5-45-91,0 0 0,0 0 0,1 0 1,-1 0-1,1 0 0,0 0 0,1 0 1,-1 0-1,1-1 0,0 1 0,5 5 0,-5-8-84,0 1-1,0-1 0,0 1 0,1-1 1,-1 0-1,1 0 0,0-1 0,-1 1 1,1-1-1,0 0 0,0 0 0,0 0 1,0 0-1,0 0 0,4-1 0,337 17-8391,-316-16 6667,0-2 1,49-7-1,3-11 3632,-77 18-643,-1 1 151,13 1-326,1 1 1118,-6-2 6521,-11 6-6956,0 17 519,0-23-2129,0 1 0,1 0 0,-1-1 0,0 1 1,0-1-1,0 1 0,1 0 0,-1-1 0,0 1 0,1-1 1,-1 1-1,1 0 0,-1-1 0,0 1 0,1-1 0,-1 0 1,1 1-1,-1-1 0,1 1 0,0-1 0,-1 0 0,1 1 1,-1-1-1,1 0 0,0 0 0,-1 1 0,1-1 0,0 0 1,19 3-262,-19-3 220,13 1-680,0-1 0,0-1 0,0 0 0,25-6 0,2-3-3410,1-1-3904,0 1-1204</inkml:trace>
</inkml:ink>
</file>

<file path=ppt/ink/ink2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9.173"/>
    </inkml:context>
    <inkml:brush xml:id="br0">
      <inkml:brushProperty name="width" value="0.035" units="cm"/>
      <inkml:brushProperty name="height" value="0.035" units="cm"/>
    </inkml:brush>
  </inkml:definitions>
  <inkml:trace contextRef="#ctx0" brushRef="#br0">54 107 9493,'-2'0'382,"-39"-1"-451,30 0 2622,22 0 9004,711-43-7233,-144 12-4299,-379 23-588,-31 2-1313,-55-3-2216,-109 9 4216,12 0-3348,-29 9-3948,-17 5-1306</inkml:trace>
</inkml:ink>
</file>

<file path=ppt/ink/ink2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9.345"/>
    </inkml:context>
    <inkml:brush xml:id="br0">
      <inkml:brushProperty name="width" value="0.035" units="cm"/>
      <inkml:brushProperty name="height" value="0.035" units="cm"/>
    </inkml:brush>
  </inkml:definitions>
  <inkml:trace contextRef="#ctx0" brushRef="#br0">328 1 11269,'-3'4'759,"0"0"0,0 0 0,0 0 0,0-1 0,-1 1 0,0-1 0,0 0 0,1 1 0,-9 3 0,6-4-238,1 1 1,0 0-1,0 0 0,0 0 0,1 0 1,-7 8-1,-2 8 673,0 1-1,1 1 1,1 0-1,-10 28 1,-26 96 896,44-134-1938,-40 126-805,13-47-2619,-8 24-9184,25-70 1103</inkml:trace>
</inkml:ink>
</file>

<file path=ppt/ink/ink2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39.671"/>
    </inkml:context>
    <inkml:brush xml:id="br0">
      <inkml:brushProperty name="width" value="0.035" units="cm"/>
      <inkml:brushProperty name="height" value="0.035" units="cm"/>
    </inkml:brush>
  </inkml:definitions>
  <inkml:trace contextRef="#ctx0" brushRef="#br0">1 0 13429,'7'6'1077,"-1"1"0,1 0-1,-1 0 1,0 1 0,5 7 0,-6-6-619,-1 0 0,0 1 1,0-1-1,3 18 0,-3-13-248,5 16 82,-2 0 0,-1 1 1,-1 0-1,-1 0 0,-2 42 0,-2-55-199,0 1-1,2 0 1,5 33-1,2 8 164,-9-48-125,0-10-64,0-1 1,0 1-1,0 0 1,1 0-1,-1 0 1,0 0-1,1 0 0,-1 0 1,1-1-1,0 1 1,0 2-1,0-3-41,0-1 1,0 1-1,0 0 0,0-1 0,0 1 0,0-1 0,1 1 1,-1-1-1,0 1 0,0-1 0,0 0 0,0 0 1,1 1-1,-1-1 0,0 0 0,0 0 0,0 0 0,1 0 1,-1-1-1,0 1 0,0 0 0,2-1 0,2 0 19,-1-1-1,0 1 0,0-1 0,0 0 1,0 0-1,0-1 0,0 1 0,0-1 0,4-4 1,4-2 34,175-138-1169,-126 95-1609,3 3 1,119-71 0,-161 108 1780,13-7-2071,0 2 1,51-18-1,-44 23-1792</inkml:trace>
</inkml:ink>
</file>

<file path=ppt/ink/ink2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0.059"/>
    </inkml:context>
    <inkml:brush xml:id="br0">
      <inkml:brushProperty name="width" value="0.035" units="cm"/>
      <inkml:brushProperty name="height" value="0.035" units="cm"/>
    </inkml:brush>
  </inkml:definitions>
  <inkml:trace contextRef="#ctx0" brushRef="#br0">467 8 6065,'4'-2'110,"14"-3"2035,-15 5-769,-9 7-345,-40 22 3456,-31 11-2065,52-27-2046,-48 24 294,-188 104-1150,257-138 372,8-3-176,10 1 345,1-1 1,0 0-1,-1-2 1,1 1-1,-1-2 1,0 0-1,1 0 1,21-10-1,-17 6 372,1 1 0,-1 2 0,1 0 0,22-2 0,-30 5-293,1 1 0,0 1 0,-1 0 0,1 0 0,-1 1-1,1 1 1,-1 0 0,0 1 0,0 0 0,0 1 0,-1 1 0,1-1 0,-1 2 0,-1-1 0,20 17 0,-25-18-132,1 0 0,-1-1 0,1 0-1,0 0 1,0 0 0,0-1 0,0 1 0,0-2 0,1 1 0,0-1 0,-1 0 0,1 0 0,0-1 0,0 0 0,0 0 0,10 0-1,-7-1 114,-1-1 0,1 0 0,-1-1 0,0 0 0,0 0 0,0-1 0,0 0 0,0 0 0,0-1 0,-1-1 0,11-6 0,-17 9 2383,2 20-1602,-4-10-873,1 0-1,-2 0 0,1 0 1,-1-1-1,-1 1 0,1 0 1,-1 0-1,-5 12 0,-2 11-1571,6-20 575,-3 13-1116,5-8-3347,7-1-9573</inkml:trace>
</inkml:ink>
</file>

<file path=ppt/ink/ink2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0.169"/>
    </inkml:context>
    <inkml:brush xml:id="br0">
      <inkml:brushProperty name="width" value="0.035" units="cm"/>
      <inkml:brushProperty name="height" value="0.035" units="cm"/>
    </inkml:brush>
  </inkml:definitions>
  <inkml:trace contextRef="#ctx0" brushRef="#br0">1 24 4420,'12'-12'616,"1"1"-560</inkml:trace>
</inkml:ink>
</file>

<file path=ppt/ink/ink2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0.825"/>
    </inkml:context>
    <inkml:brush xml:id="br0">
      <inkml:brushProperty name="width" value="0.035" units="cm"/>
      <inkml:brushProperty name="height" value="0.035" units="cm"/>
    </inkml:brush>
  </inkml:definitions>
  <inkml:trace contextRef="#ctx0" brushRef="#br0">1 55 4868,'0'1'138,"0"0"0,0-1 0,0 1-1,0 0 1,0-1 0,0 1 0,0-1-1,1 1 1,-1 0 0,0-1 0,0 1-1,1 0 1,-1-1 0,0 1 0,1-1-1,-1 1 1,1-1 0,-1 1 0,1-1-1,-1 1 1,1-1 0,-1 0 0,1 1-1,-1-1 1,2 1 0,10-11 5628,-10 8-5535,0-1 1,0 1-1,0 0 0,1 0 0,-1 0 0,1 0 0,4-2 0,7-2 131,1 1-1,0 1 0,0 0 1,0 1-1,0 0 0,1 1 1,-1 1-1,1 1 0,-1 0 1,0 1-1,1 1 0,-1 0 1,0 1-1,30 9 0,-35-7-238,1 1 0,-1 0 0,10 8 0,18 11 135,-29-20-231,1 0-1,-1-1 1,1-1-1,0 0 1,0 0 0,0-1-1,1 0 1,-1 0-1,0-1 1,1-1-1,11-1 1,5-2-7,0-1 0,49-15-1,-18 3 62,-34 7 37,10-3 125,-26 21-185,-8-8-102,0 0 0,1 0 0,-1-1 0,0 1 0,0 0 0,1-1 0,-1 1 0,1-1 0,-1 1 0,0 0 0,1-1 0,-1 1 0,1-1 0,-1 1 0,1-1 0,0 1 0,-1-1 0,1 0 0,-1 1 0,1-1 0,0 0 0,-1 1 0,1-1 0,0 0 0,-1 0 0,1 0 0,1 1 0,6-2-114,1-1 0,0 1 1,-1-1-1,0-1 0,1 0 1,-1 0-1,0 0 0,-1-1 1,14-8-1,-5-1 33,-12 9 305,0 1 0,1-1 1,-1 1-1,1-1 0,0 2 0,0-1 0,0 0 0,5-1 1,4 28 504,-12-15-587,0-1-1,-1 1 1,0 0 0,-1 15 0,3 22 28,-1-16-168,0 0 0,-2 0 1,-1 1-1,-9 51 0,-2-44 129,1-7-960,8-9-2785,33-10-789,-21-12 3936,0 0 1,-1-1-1,1 0 1,-1-1-1,1 0 1,-1 0-1,14-6 1,3-1-305,101-30 2675,-8-6 9411,-111 42-10349,-2-1 0,1 1-1,0-1 1,-1 0 0,6-5 0,16-9-79,-12 13-1499,0 1 1,1 0-1,29-3 1,19-5-5720,-41 6 10,-1 0-3896</inkml:trace>
</inkml:ink>
</file>

<file path=ppt/ink/ink2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6.471"/>
    </inkml:context>
    <inkml:brush xml:id="br0">
      <inkml:brushProperty name="width" value="0.035" units="cm"/>
      <inkml:brushProperty name="height" value="0.035" units="cm"/>
    </inkml:brush>
  </inkml:definitions>
  <inkml:trace contextRef="#ctx0" brushRef="#br0">77 0 10017,'-21'5'611,"17"-3"-350,0-1 1,-1 0-1,1 0 0,-1-1 0,0 1 0,1-1 0,-1 0 1,0 0-1,-9-2 6933,42 6-5162,592 61 1471,-186-24-3066,289 34-1648,-691-72 391,56-2 1,-49-5-2668,-3-3-4014</inkml:trace>
</inkml:ink>
</file>

<file path=ppt/ink/ink2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7.484"/>
    </inkml:context>
    <inkml:brush xml:id="br0">
      <inkml:brushProperty name="width" value="0.035" units="cm"/>
      <inkml:brushProperty name="height" value="0.035" units="cm"/>
    </inkml:brush>
  </inkml:definitions>
  <inkml:trace contextRef="#ctx0" brushRef="#br0">1 13 12365,'0'-12'1879,"4"19"123,11 22 1113,-12-24-2769,1 0 1,-1 0-1,0 0 0,0 1 0,0-1 1,-1 1-1,0-1 0,0 1 0,2 10 0,5 61 1121,-6-39-956,6 31 530,32 130 1,-39-192-1010,0 0 0,0-1 1,1 0-1,0 0 0,0 0 0,1 0 1,-1 0-1,6 6 0,1 2 27,-8-12-51,0 1-1,0-1 1,0 1-1,1-1 1,-1 0-1,1 0 1,-1 0-1,1 0 1,-1-1 0,1 1-1,0-1 1,0 1-1,0-1 1,0 0-1,0 0 1,0 0-1,0-1 1,0 1-1,0-1 1,1 1-1,-1-1 1,0 0 0,0 0-1,0-1 1,1 1-1,-1-1 1,3 0-1,4-2 7,0 0 0,0-1 0,-1 0-1,1 0 1,-1-1 0,14-10 0,14-10-747,-1-2 0,-2-1 1,-1-2-1,-1-1 0,40-52 1,-39 41-855,48-69-3814,-48 63 290,1 9-2951</inkml:trace>
</inkml:ink>
</file>

<file path=ppt/ink/ink2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7.874"/>
    </inkml:context>
    <inkml:brush xml:id="br0">
      <inkml:brushProperty name="width" value="0.035" units="cm"/>
      <inkml:brushProperty name="height" value="0.035" units="cm"/>
    </inkml:brush>
  </inkml:definitions>
  <inkml:trace contextRef="#ctx0" brushRef="#br0">58 4 6961,'-1'-1'70,"1"1"0,-1 0 0,0-1 0,1 1 0,-1 0 0,0-1 1,1 1-1,-1 0 0,0 0 0,1 0 0,-1 0 0,0-1 0,1 1 0,-1 0 1,0 0-1,1 0 0,-1 0 0,0 1 0,1-1 0,-1 0 0,0 0 0,1 0 0,-1 0 1,0 1-1,1-1 0,-1 0 0,0 1 0,1-1 0,-1 1 0,1-1 0,-1 0 1,1 1-1,-2 0 0,-1 24 2261,3-21-2096,0-1 955,-9 17 666,-12 37 591,20-54-1983,4 11-383,-4-13-65,1 1 0,0-1-1,0 1 1,1-1 0,-1 0-1,0 1 1,0-1 0,1 0-1,-1 1 1,1-1 0,-1 0-1,1 0 1,-1 1 0,2 0-1,29 9-33,0-1-1,1-2 1,50 6-1,-57-9 115,1-1 34,0-1 1,52 0-1,-63-4-168,1-1-1,-1 0 1,-1-1 0,1 0 0,0-2-1,24-10 1,-23 8-92,0-1-1,-1-1 1,0 0-1,20-16 1,-20 13 124,0 0 1,34-17-1,2-3 94,-48 30-92,38 8-897,-38-6 221,1 1-206,0 0 402,0 0 1,0-1 0,0 1-1,1-1 1,-1 0 0,0 0 0,0 0-1,0-1 1,1 1 0,-1-1-1,0 0 1,0 0 0,0-1-1,0 1 1,4-3 0,4 0-1085,4-2-1424</inkml:trace>
</inkml:ink>
</file>

<file path=ppt/ink/ink2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7.965"/>
    </inkml:context>
    <inkml:brush xml:id="br0">
      <inkml:brushProperty name="width" value="0.035" units="cm"/>
      <inkml:brushProperty name="height" value="0.035" units="cm"/>
    </inkml:brush>
  </inkml:definitions>
  <inkml:trace contextRef="#ctx0" brushRef="#br0">3 49 5256,'16'3'3425,"-25"-12"-3053,-1 3-244,10-14-3444,3 3 435</inkml:trace>
</inkml:ink>
</file>

<file path=ppt/ink/ink2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4.599"/>
    </inkml:context>
    <inkml:brush xml:id="br0">
      <inkml:brushProperty name="width" value="0.035" units="cm"/>
      <inkml:brushProperty name="height" value="0.035" units="cm"/>
    </inkml:brush>
  </inkml:definitions>
  <inkml:trace contextRef="#ctx0" brushRef="#br0">412 1 8225,'0'0'13019,"-2"3"-11297,-7 12-664,0 2-1,1-1 1,1 2 0,-10 30-1,-5 15 420,-8 0-249,-54 82 0,28-51-648,15-24-580,-41 78 0,74-130 0,0 0 0,2 0 0,0 1 0,1-1 0,1 1 0,-3 29 0,7-41 0,0 0 0,0 0 0,0 0 0,1 0 0,0 0 0,0 0 0,1 0 0,0 0 0,0-1 0,0 1 0,1 0 0,0-1 0,0 0 0,1 0 0,0 0 0,5 6 0,-3-5 0,0-1 0,1-1 0,0 1 0,0-1 0,0 0 0,1-1 0,0 1 0,0-2 0,0 1 0,0-1 0,0 0 0,12 2 0,11 1-395,0-2 1,0-1-1,0-1 1,0-2-1,38-4 1,151-31-2992,63-45-2463,-100 8-2441,-71 21-1601</inkml:trace>
</inkml:ink>
</file>

<file path=ppt/ink/ink2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4.788"/>
    </inkml:context>
    <inkml:brush xml:id="br0">
      <inkml:brushProperty name="width" value="0.035" units="cm"/>
      <inkml:brushProperty name="height" value="0.035" units="cm"/>
    </inkml:brush>
  </inkml:definitions>
  <inkml:trace contextRef="#ctx0" brushRef="#br0">66 261 9465,'-16'-31'4985,"6"13"-3038,1 0 1,1-1-1,-10-30 0,17 45-1896,0 0-1,0 0 1,0 0-1,1 0 1,-1 0-1,1 0 1,0 0-1,0 0 1,1 0-1,-1 0 0,1 0 1,0 0-1,0 0 1,0 1-1,0-1 1,1 0-1,-1 0 1,1 1-1,0-1 1,0 1-1,0 0 0,1 0 1,-1-1-1,4-1 1,-2 1-345,0 1 0,0 0 0,0 1 0,1-1 0,-1 1 0,1 0 0,0 0 0,0 0 0,0 1 0,-1-1 0,11 0 0,-4 1-1569,1 0 0,-1 1-1,0 1 1,17 2-1,0 3-5808</inkml:trace>
</inkml:ink>
</file>

<file path=ppt/ink/ink2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4.957"/>
    </inkml:context>
    <inkml:brush xml:id="br0">
      <inkml:brushProperty name="width" value="0.035" units="cm"/>
      <inkml:brushProperty name="height" value="0.035" units="cm"/>
    </inkml:brush>
  </inkml:definitions>
  <inkml:trace contextRef="#ctx0" brushRef="#br0">17 70 8253,'-16'0'9745,"25"8"-8901,23-8-268,9-8-384,7-1-612,6-2-644,19-1-620,-6 4-961,6-7-1343,12 1-2837</inkml:trace>
</inkml:ink>
</file>

<file path=ppt/ink/ink2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5.116"/>
    </inkml:context>
    <inkml:brush xml:id="br0">
      <inkml:brushProperty name="width" value="0.035" units="cm"/>
      <inkml:brushProperty name="height" value="0.035" units="cm"/>
    </inkml:brush>
  </inkml:definitions>
  <inkml:trace contextRef="#ctx0" brushRef="#br0">0 1 8653,'19'9'2144,"-3"-1"1240,0 1-1888,0 2-267,0-5-249,-4 2-216,14-2-248,-1 0-372,4-3-224,3 2-488,-1-5-472,23 0-305,-16-2-139,-3-1-204,-19 3-396,19-6-1180,-6 3-1509</inkml:trace>
</inkml:ink>
</file>

<file path=ppt/ink/ink2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5.256"/>
    </inkml:context>
    <inkml:brush xml:id="br0">
      <inkml:brushProperty name="width" value="0.035" units="cm"/>
      <inkml:brushProperty name="height" value="0.035" units="cm"/>
    </inkml:brush>
  </inkml:definitions>
  <inkml:trace contextRef="#ctx0" brushRef="#br0">121 0 8413,'-28'15'1600,"12"-4"-200,3 3-196,7-2-168,-4-4-356,1 4 12,-1-1-144,4 1-232,-4-1-400,4 1-1372,-1 5 144</inkml:trace>
</inkml:ink>
</file>

<file path=ppt/ink/ink2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5.364"/>
    </inkml:context>
    <inkml:brush xml:id="br0">
      <inkml:brushProperty name="width" value="0.035" units="cm"/>
      <inkml:brushProperty name="height" value="0.035" units="cm"/>
    </inkml:brush>
  </inkml:definitions>
  <inkml:trace contextRef="#ctx0" brushRef="#br0">42 66 5340,'0'0'4673,"-19"-3"-3721,3-3 12,13-16-2068,0-1-440,12 11-4753</inkml:trace>
</inkml:ink>
</file>

<file path=ppt/ink/ink2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7.653"/>
    </inkml:context>
    <inkml:brush xml:id="br0">
      <inkml:brushProperty name="width" value="0.035" units="cm"/>
      <inkml:brushProperty name="height" value="0.035" units="cm"/>
    </inkml:brush>
  </inkml:definitions>
  <inkml:trace contextRef="#ctx0" brushRef="#br0">1 252 5016,'3'-1'1755,"15"-12"517,1 0 0,-2 0 0,0-2 0,23-24 0,28-25 2223,-60 58-4071,9-9 756,1 2-1,0 0 1,31-17 0,-43 27-988,-1 1-1,1-1 1,0 1 0,0 1 0,0-1-1,0 1 1,0 0 0,1 0 0,-1 0-1,0 1 1,0 0 0,1 0 0,-1 1-1,0 0 1,0 0 0,0 0 0,0 1-1,7 3 1,6 4 15,-1 2-1,0 0 1,-1 1-1,0 1 1,-1 1-1,27 29 1,79 103-710,-81-93 204,5 2-2219,2-3 0,2-2 1,87 67-1,-25-41-7002,-55-43 39</inkml:trace>
</inkml:ink>
</file>

<file path=ppt/ink/ink2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7.813"/>
    </inkml:context>
    <inkml:brush xml:id="br0">
      <inkml:brushProperty name="width" value="0.035" units="cm"/>
      <inkml:brushProperty name="height" value="0.035" units="cm"/>
    </inkml:brush>
  </inkml:definitions>
  <inkml:trace contextRef="#ctx0" brushRef="#br0">1074 1 12473,'-89'8'2288,"48"-11"133,-13 9 7,-4 3-388,8 2-372,-11 6-328,-2 9-248,-4 5-260,-6 9-172,0 0-143,6 9-377,4 8-737,3 0-295,-4 0-580,7 6-772,6 0-548,7 6-3121,6-6-5092</inkml:trace>
</inkml:ink>
</file>

<file path=ppt/ink/ink2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8.018"/>
    </inkml:context>
    <inkml:brush xml:id="br0">
      <inkml:brushProperty name="width" value="0.035" units="cm"/>
      <inkml:brushProperty name="height" value="0.035" units="cm"/>
    </inkml:brush>
  </inkml:definitions>
  <inkml:trace contextRef="#ctx0" brushRef="#br0">0 1 13185,'32'60'1784,"-32"-26"-259,3 0-117,4 0-296,-1 21-248,-3-7-168,3 1-148,1 8-112,-1 6-276,0-3-248,4 3-428,-4 0-556,-2-3-464,2-3-617,-3-3-2643,7 0-3777</inkml:trace>
</inkml:ink>
</file>

<file path=ppt/ink/ink2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8.360"/>
    </inkml:context>
    <inkml:brush xml:id="br0">
      <inkml:brushProperty name="width" value="0.035" units="cm"/>
      <inkml:brushProperty name="height" value="0.035" units="cm"/>
    </inkml:brush>
  </inkml:definitions>
  <inkml:trace contextRef="#ctx0" brushRef="#br0">293 1 10033,'-3'5'547,"0"0"0,0 0 0,0 0 1,-1 0-1,0-1 0,0 1 0,0-1 0,0 0 0,0 0 0,-10 5 1,-18 19 1543,10 0-1280,1 0 0,1 1 0,-31 63 0,-2 2-189,43-77-487,0 0 1,-12 32-1,21-46-47,12-21-54,11-7-22,0 0 0,2 2 0,0 1-1,2 1 1,0 1 0,1 1 0,1 2 0,1 0 0,59-23 0,-78 36 5,-7 2-3,1 0 0,0 0 0,0 0-1,0 1 1,0 0 0,0 0 0,0 0 0,0 0-1,0 1 1,0-1 0,1 1 0,-1 0 0,0 0-1,0 1 1,5 0 0,-9-1-11,1 0-1,-1 1 1,1-1 0,-1 0-1,0 0 1,1 0 0,-1 1-1,0-1 1,1 0 0,-1 1 0,0-1-1,0 0 1,1 0 0,-1 1-1,0-1 1,0 1 0,0-1-1,1 0 1,-1 1 0,0-1-1,0 0 1,0 1 0,0-1-1,0 1 1,0-1 0,0 0-1,0 1 1,0-1 0,0 1-1,0-1 1,0 0 0,0 1-1,0-1 1,0 1 0,0-1-1,0 0 1,0 1 0,-1-1-1,1 1 1,-17 20 47,-29 13-80,-40 24-1414,17-10-3515,44-29-308,12-1-3100</inkml:trace>
</inkml:ink>
</file>

<file path=ppt/ink/ink2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8.955"/>
    </inkml:context>
    <inkml:brush xml:id="br0">
      <inkml:brushProperty name="width" value="0.035" units="cm"/>
      <inkml:brushProperty name="height" value="0.035" units="cm"/>
    </inkml:brush>
  </inkml:definitions>
  <inkml:trace contextRef="#ctx0" brushRef="#br0">129 137 8709,'2'-1'233,"0"0"0,0 0 0,1 0 0,-1 0 0,0 0 0,0-1 0,-1 1 0,1-1 0,0 1 0,0-1 0,-1 1 1,1-1-1,-1 0 0,1 0 0,-1 0 0,0 0 0,0 0 0,0 0 0,0 0 0,0 0 0,0-1 0,-1 1 0,2-4 0,-2 4-135,1-1 1391,-5-7 467,4 9-1879,-1 0 0,1 1 1,0-1-1,0 0 0,-1 0 0,1 0 1,0 0-1,-1 0 0,1 0 0,-1 0 1,1 0-1,-1 1 0,0-1 0,1 0 0,-1 0 1,0 1-1,1-1 0,-1 1 0,0-1 1,0 0-1,0 1 0,0-1 0,1 1 1,-3-1-1,-1 0-113,0 1 0,0 0 0,0 0 0,0 0-1,0 1 1,1-1 0,-1 1 0,0 0 0,0 0 0,0 0 0,1 0 0,-1 1 0,1-1 0,-1 1 0,1 0 0,-1 0 0,1 0 0,0 1-1,0-1 1,0 1 0,0 0 0,1 0 0,-1 0 0,1 0 0,0 0 0,0 0 0,0 1 0,0-1 0,-2 6 0,-4 9-376,3-6-368,-1 0 0,2 0 0,-4 14 0,8-24 308,1 0 135,2 1 251,8 9 1393,-10-26 1338,-1-9-1772,-1 17-380,1 0-1,-1 0 1,0 0-1,0-1 1,-1 1-1,-4-11 0,5 14 1190,1 0-1463,-1 0-1,1 0 1,-1 0 0,0 0 0,0 0-1,0 0 1,0 0 0,-1 0 0,-1-3 0,-6-19 901,9 24-1099,0-1 0,0 1 0,0 0 0,1 0 0,-1-1 0,1 1 0,-1 0 0,1 0-1,-1 0 1,1 0 0,-1 0 0,1-1 0,0 1 0,0 1 0,0-1 0,0 0 0,0 0-1,0 0 1,0 0 0,0 1 0,0-1 0,1-1 0,10-4 20,-1 1 0,1 0 0,0 0 1,0 1-1,1 0 0,-1 1 0,1 1 0,0 0 0,0 1 0,-1 0 1,15 1-1,-3 1-18,0 1 0,-1 1 1,1 0-1,-1 2 0,28 10 0,-31-8-20,0 1 0,-1 1-1,0 0 1,-1 2 0,0 0-1,31 26 1,-42-32 0,0 1 0,-1 1 0,0-1 0,-1 1 0,0 0 0,0 0 0,0 0 0,-1 1 0,0 0 0,0 0 0,-1 0 0,0 0 0,0 1 1,-1-1-1,0 1 0,-1-1 0,0 1 0,0 0 0,-1 11 0,-2-1 31,-1 1 0,-1-1 0,0 1 1,-2-1-1,0 0 0,-1-1 1,-15 29-1,-9 6 257,-41 55 1,-9 13 233,80-120-513,0 1 0,0 0 0,0 0 0,0 0 0,0 0 0,0 1 0,1-1 1,-1 0-1,0 0 0,1 0 0,0 1 0,0-1 0,-1 0 0,1 0 0,1 1 0,-1 2 0,1-4-6,-1 1 0,1-1 0,0 0 0,-1 1 0,1-1-1,0 0 1,0 0 0,0 1 0,0-1 0,0 0-1,0 0 1,0 0 0,1 0 0,-1 0 0,0 0 0,0-1-1,1 1 1,1 0 0,5 2-10,0-1 0,0 0 0,0 0 0,0-1 0,0 0 0,0 0 0,9-1 0,34-2-566,0-2-1,70-15 0,99-33-2436,-155 36 1897,218-73-6045,-177 53 2090,24-5-4291</inkml:trace>
</inkml:ink>
</file>

<file path=ppt/ink/ink2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9.722"/>
    </inkml:context>
    <inkml:brush xml:id="br0">
      <inkml:brushProperty name="width" value="0.035" units="cm"/>
      <inkml:brushProperty name="height" value="0.035" units="cm"/>
    </inkml:brush>
  </inkml:definitions>
  <inkml:trace contextRef="#ctx0" brushRef="#br0">137 1 12085,'0'0'7203,"1"2"-5434,3 11-1120,-1 0 0,-1 0 1,0 1-1,0-1 0,-2 0 0,0 1 1,0-1-1,-4 21 0,1 25 423,-5 127 590,-46 267 0,28-298-2251,-22 184-2316,43-275 822,2 0 0,4 0 0,11 86 0,-1-76-4168,1-10-3984</inkml:trace>
</inkml:ink>
</file>

<file path=ppt/ink/ink2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0.493"/>
    </inkml:context>
    <inkml:brush xml:id="br0">
      <inkml:brushProperty name="width" value="0.035" units="cm"/>
      <inkml:brushProperty name="height" value="0.035" units="cm"/>
    </inkml:brush>
  </inkml:definitions>
  <inkml:trace contextRef="#ctx0" brushRef="#br0">12 103 7793,'-12'3'2115,"18"-9"-572,9-11 4703,10 11-4739,30-4-969,0 3-1,99 1 1,-103 4-411,574-21 303,608-5-2118,2359 170-2335,-527 55 4629,-1632-160 2399,-1071-53-1844,-295 8-930,0-2 0,0-3 1,83-28-1,139-39 476,-162 49-566,119-17-22,-138 30-102,-81 14-24,-25 4 0,-5 1-2,-38 9-9,22-5 42,2-1-32,0 0-1,0 0 1,-28 0-1,43-4 22,0 0 0,0 0 1,0 1-1,0-1 0,0 0 0,0 1 0,0 0 0,0-1 0,0 1 0,-3 2 0,-9 0-462,0-10-2769,12 5 2290,-4-3 0</inkml:trace>
</inkml:ink>
</file>

<file path=ppt/ink/ink2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1.599"/>
    </inkml:context>
    <inkml:brush xml:id="br0">
      <inkml:brushProperty name="width" value="0.035" units="cm"/>
      <inkml:brushProperty name="height" value="0.035" units="cm"/>
    </inkml:brush>
  </inkml:definitions>
  <inkml:trace contextRef="#ctx0" brushRef="#br0">300 538 4568,'-139'12'3045,"115"-9"-2102,1 2 0,1 1 0,-1 0 0,1 1 0,-24 13 0,46-19-849,0-1 1,1 1-1,-1 0 0,1 0 0,-1 0 1,0 0-1,1 0 0,0-1 0,-1 1 0,1 0 1,-1 0-1,1-1 0,0 1 0,0-1 0,1 2 1,5 2 18,0 0 1,0-1-1,1 0 1,0 0-1,-1-1 1,1 0-1,0 0 1,0 0-1,0-1 1,0-1-1,0 1 1,10-2-1,6 2 95,606 7 1390,-383-10-1374,2182-34 159,-2016 27-530,277-6-247,2444-74-1328,-2046 22 1671,-9-68 1098,-809 83-736,169-25 27,-367 68-328,425-42 737,-196 30 452,-111-4-189,-131 15-894,-27 5-57,23-5-21,2 2 0,-1 3 0,78 3 0,97 6-380,-166-5-398,-32 8-1128,-25-5-1208,-19-11 206,-7-2-969,-8 2-1784</inkml:trace>
</inkml:ink>
</file>

<file path=ppt/ink/ink2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1.906"/>
    </inkml:context>
    <inkml:brush xml:id="br0">
      <inkml:brushProperty name="width" value="0.035" units="cm"/>
      <inkml:brushProperty name="height" value="0.035" units="cm"/>
    </inkml:brush>
  </inkml:definitions>
  <inkml:trace contextRef="#ctx0" brushRef="#br0">385 80 10389,'-1'-3'182,"1"1"1,0-1-1,0 0 1,0 0-1,0 0 0,0 1 1,0-1-1,1 0 0,0 0 1,1-3-1,23-26 4993,-12 19-2553,-12 14-2392,0 0 1,0 0 0,0 0-1,0 1 1,0-1-1,0 1 1,0-1-1,-1 0 1,1 1 0,-1-1-1,1 1 1,-1 0-1,1-1 1,-1 1-1,0-1 1,0 3 0,0 72 1247,-4 0 1,-16 87 0,20-163-1476,-36 209-163,-69 228 1,83-370-1949,-55 121 0,-4-26-4120,48-98 2275,-25 56-6898</inkml:trace>
</inkml:ink>
</file>

<file path=ppt/ink/ink2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3.781"/>
    </inkml:context>
    <inkml:brush xml:id="br0">
      <inkml:brushProperty name="width" value="0.035" units="cm"/>
      <inkml:brushProperty name="height" value="0.035" units="cm"/>
    </inkml:brush>
  </inkml:definitions>
  <inkml:trace contextRef="#ctx0" brushRef="#br0">832 211 5224,'0'0'1524,"-1"-3"13,-2-6-200,1 0 0,0 0-1,0 0 1,1 0 0,-1-11 0,-10-37 3442,15-6-1270,-4 61-3332,1 1 1,-1 0 0,1-1 0,-1 1 0,0 0-1,0 0 1,0 0 0,0-1 0,0 1 0,0 0-1,0 0 1,0 0 0,0 0 0,0 0 0,0 1-1,-1-1 1,1 0 0,0 1 0,0-1 0,-1 0-1,-1 0 1,-2 18-49,1-1-1,1 1 0,0 0 1,1 0-1,0 26 1,-1 11 55,-14 66 34,-6-1 0,-54 165-1,7-75-1570,-127 266 0,40-167-2200,47-106-1877,52-97-76,3-5-4428</inkml:trace>
</inkml:ink>
</file>

<file path=ppt/ink/ink2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4.188"/>
    </inkml:context>
    <inkml:brush xml:id="br0">
      <inkml:brushProperty name="width" value="0.035" units="cm"/>
      <inkml:brushProperty name="height" value="0.035" units="cm"/>
    </inkml:brush>
  </inkml:definitions>
  <inkml:trace contextRef="#ctx0" brushRef="#br0">1 355 12289,'1'0'209,"0"0"0,1 0 0,-1 0 0,1 0 0,-1 0-1,0-1 1,1 1 0,-1 0 0,0-1 0,0 1 0,1-1 0,-1 0 0,0 1 0,0-1-1,0 0 1,1 0 0,-1 0 0,0 1 0,0-1 0,0 0 0,0-1 0,-1 1 0,1 0-1,0 0 1,0 0 0,0-3 0,9-9 442,-1 3-315,0 0 1,1 1-1,0 1 1,1-1 0,0 2-1,0 0 1,1 0-1,18-8 1,107-34 258,-97 37-390,269-67-169,7 22-2432,-194 37 183,-31 11-150,-7 1-4838,-58 3 1913</inkml:trace>
</inkml:ink>
</file>

<file path=ppt/ink/ink2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4.333"/>
    </inkml:context>
    <inkml:brush xml:id="br0">
      <inkml:brushProperty name="width" value="0.035" units="cm"/>
      <inkml:brushProperty name="height" value="0.035" units="cm"/>
    </inkml:brush>
  </inkml:definitions>
  <inkml:trace contextRef="#ctx0" brushRef="#br0">39 0 7589,'-3'32'2264,"-1"-18"-248,1 0-108,3 18-108,3-1-303,4-2-281,-7 22-300,-3-14-184,6 6-188,-6 3-84,3 2-296,-4-2-412,1 3-532,0-6-720,-3 5-560,-4-5-2793,1-3-3828</inkml:trace>
</inkml:ink>
</file>

<file path=ppt/ink/ink2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4.648"/>
    </inkml:context>
    <inkml:brush xml:id="br0">
      <inkml:brushProperty name="width" value="0.035" units="cm"/>
      <inkml:brushProperty name="height" value="0.035" units="cm"/>
    </inkml:brush>
  </inkml:definitions>
  <inkml:trace contextRef="#ctx0" brushRef="#br0">1 55 9325,'4'1'1565,"1"-1"-1208,-1 1 1,1 0-1,0 0 1,0 0-1,-1 1 0,1-1 1,-1 1-1,1 1 1,-1-1-1,0 0 1,7 6-1,-6-2-107,1-1 0,-1 1 0,-1 0 0,1 0-1,-1 1 1,0 0 0,0-1 0,4 14 0,2 5 71,-2 0 0,-1 1-1,0 0 1,3 41 0,-10 95 362,-3-74 678,3-84-994,5-4-297,1-1-1,-1 0 1,0 0-1,0 0 1,0-1-1,0 0 1,-1 1-1,1-2 0,0 1 1,-1-1-1,1 1 1,-1-1-1,5-5 1,7-5 16,25-31 0,89-126-1315,-62 76-846,-30 43 377,-11 13-2128,45-48 1,-21 41-3126</inkml:trace>
</inkml:ink>
</file>

<file path=ppt/ink/ink2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5.403"/>
    </inkml:context>
    <inkml:brush xml:id="br0">
      <inkml:brushProperty name="width" value="0.035" units="cm"/>
      <inkml:brushProperty name="height" value="0.035" units="cm"/>
    </inkml:brush>
  </inkml:definitions>
  <inkml:trace contextRef="#ctx0" brushRef="#br0">299 51 8017,'0'0'89,"1"0"0,-1 0 0,1-1 0,-1 1 0,1 0 1,-1 0-1,1-1 0,-1 1 0,1 0 0,-1 0 0,0-1 1,1 1-1,-1 0 0,0-1 0,1 1 0,-1-1 0,0 1 0,1 0 1,-1-1-1,0 1 0,0-1 0,1 1 0,-1-1 0,0 1 0,0-1 1,0 1-1,0-2 0,-9-8 2290,1 4-769,6 4 243,2 2-1711,-1 0 0,1 0 0,-1 0 0,1 0 0,-1-1 0,0 1 0,1 0 0,-1-1 0,1 1 0,-1 0 0,1-1 0,-1 1 0,1-1 0,0 1 0,-1 0 0,1-1 0,-1 1 0,1-1 0,0 1 0,-1-1 0,1 1 0,0-1 0,0 0 0,0 1 0,-1-1 0,1 1 0,0-1 0,0 0 0,0 1 0,0-1 0,0 0 0,-4-7 2235,-6 16-699,7-2-1452,0-1 0,1 1 0,-1 0 0,1 0 0,1 0-1,-1 0 1,1 0 0,0 0 0,0 0 0,1 1 0,0-1-1,1 11 1,-2-1 117,-39 472 3212,-8-233-4019,9-57-1309,-32 167-5237,41-217-1786,13-64-1965</inkml:trace>
</inkml:ink>
</file>

<file path=ppt/ink/ink2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5.968"/>
    </inkml:context>
    <inkml:brush xml:id="br0">
      <inkml:brushProperty name="width" value="0.035" units="cm"/>
      <inkml:brushProperty name="height" value="0.035" units="cm"/>
    </inkml:brush>
  </inkml:definitions>
  <inkml:trace contextRef="#ctx0" brushRef="#br0">265 107 3460,'0'0'3077,"-3"-1"-2757,-29-6 560,29 6 1492,2-1-1591,0-1-507,-1 1-1,1-1 0,0 1 0,1-1 1,-1 1-1,0-1 0,1 0 1,-1 1-1,1-1 0,0 0 1,0 1-1,0-1 0,0 0 0,0 0 1,1 1-1,-1-1 0,1 1 1,0-1-1,1-3 0,-1 4 671,-1-16 869,2 2-1033,-1 13 2146,-2 5-2734,-46 99 288,-16 28-283,13-22-123,40-86-58,-14 43 0,-3 9-225,26-72 201,0 0 0,1 1 1,-1-1-1,1 0 0,-1 0 1,1 1-1,0-1 0,0 0 1,-1 1-1,1-1 0,0 0 0,0 1 1,0-1-1,0 0 0,0 1 1,1-1-1,-1 0 0,0 1 1,1-1-1,-1 0 0,1 0 0,-1 1 1,1-1-1,-1 0 0,1 0 1,0 0-1,0 0 0,0 0 1,0 0-1,-1 0 0,1 0 0,2 1 1,-2-1-3,0-1 0,0 1 0,0-1 0,0 1 0,1-1 0,-1 0-1,0 1 1,0-1 0,1 0 0,-1 0 0,0 0 0,1 0 0,-1 0 0,0 0 0,0 0 0,2-1 0,3 1-25,10-1-162,1 0-1,-1-1 0,1 0 0,-1-2 0,0 0 0,0-1 0,21-9 0,4 0-645,-23 8-184,0-1 0,-1-1 1,26-16-1,4-2-6087,-25 14 620</inkml:trace>
</inkml:ink>
</file>

<file path=ppt/ink/ink2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6.452"/>
    </inkml:context>
    <inkml:brush xml:id="br0">
      <inkml:brushProperty name="width" value="0.035" units="cm"/>
      <inkml:brushProperty name="height" value="0.035" units="cm"/>
    </inkml:brush>
  </inkml:definitions>
  <inkml:trace contextRef="#ctx0" brushRef="#br0">0 95 8585,'26'-20'11930,"-22"58"-11206,-2 0-464,-2-34-163,0 0-20,0 39 139,0-39 302,3 10-9,0-7-76,0-7-161,3-16-57,2-33-64,-6 17-29,-2 23-83,1 1 0,-1-1 0,1 1 0,1-1 0,-1 1 0,2 0-1,-1 0 1,1 0 0,0 0 0,7-12 0,-8 17-42,0 1-1,0 0 1,0 0 0,1 0-1,-1 0 1,0 0 0,1 1-1,0-1 1,-1 1 0,1-1 0,0 1-1,0 0 1,-1 0 0,1 1-1,0-1 1,0 0 0,0 1-1,0 0 1,0-1 0,0 1 0,0 1-1,0-1 1,0 0 0,0 1-1,0-1 1,0 1 0,0 0-1,0 0 1,0 0 0,2 2-1,0-1 3,0 0 0,0 0 0,0 1 0,-1 0 0,1-1 0,-1 2 0,0-1 0,0 0 1,0 1-1,-1 0 0,1 0 0,-1 0 0,0 0 0,0 1 0,0-1 0,4 9 0,-5-2 93,1 0-1,-1-1 1,-1 1 0,0 0 0,-1 0 0,0 0 0,-1 0 0,0 0 0,0 0 0,-1 0 0,-1 0 0,0-1 0,-5 14 0,-8 13 455,-2 0-1,-27 44 1,8-18 46,20-31-189,2 1-1,0 0 1,-18 67 0,33-98-401,-1 1 0,1-1 0,-1 1 0,1-1 1,0 1-1,0-1 0,0 1 0,0-1 0,0 1 1,1-1-1,-1 1 0,1-1 0,0 1 0,-1-1 1,1 0-1,0 1 0,1-1 0,-1 0 0,0 0 0,3 4 1,-1-3-82,1 0-1,-1 0 1,1 0 0,0 0 0,0-1 0,0 1 0,0-1 0,0 0 0,0 0 0,8 2-1,3 0-379,1-1-1,0 0 1,0-1-1,0 0 1,29-2-1,-15-1-1507,0-1-1,0-2 1,0-1 0,55-16-1,-46 8-3238,-1 5-2783</inkml:trace>
</inkml:ink>
</file>

<file path=ppt/ink/ink2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7.122"/>
    </inkml:context>
    <inkml:brush xml:id="br0">
      <inkml:brushProperty name="width" value="0.035" units="cm"/>
      <inkml:brushProperty name="height" value="0.035" units="cm"/>
    </inkml:brush>
  </inkml:definitions>
  <inkml:trace contextRef="#ctx0" brushRef="#br0">503 101 5925,'1'-1'212,"0"1"1,0-1 0,1 0-1,-1 1 1,0-1-1,0 0 1,0 0 0,0 0-1,0 0 1,0 0 0,0 0-1,0 0 1,-1 0 0,1 0-1,0-1 1,-1 1 0,1 0-1,0 0 1,-1-1 0,0 1-1,1 0 1,-1-1 0,1-1-1,7-22 3809,7-20 3743,-14 42-4547,-4 3-3033,0 0 0,0 1 0,1-1 0,-1 1 0,0-1 0,0 1 0,1 0 0,-1 0 0,0 0 0,1 1 0,-1-1 0,1 1-1,-1-1 1,1 1 0,0 0 0,0 0 0,-4 4 0,-1 3 49,0 0-1,1 0 1,-7 15-1,1-2 166,-88 120 289,15-24-2883,58-77-358,-2-1 1,-2-1-1,-46 44 1,26-31-3618,0 4-3620</inkml:trace>
</inkml:ink>
</file>

<file path=ppt/ink/ink2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9"/>
    </inkml:context>
    <inkml:brush xml:id="br0">
      <inkml:brushProperty name="width" value="0.035" units="cm"/>
      <inkml:brushProperty name="height" value="0.035" units="cm"/>
    </inkml:brush>
  </inkml:definitions>
  <inkml:trace contextRef="#ctx0" brushRef="#br0">55 133 9097,'-45'2'2108,"36"-1"7112,36-11-7838,8 1-999,1 1 1,60-6 0,79 4 49,-85 6-333,258-10-105,166-11-948,-315 17-237,80-9-3383,-241 9 2599,-17-1-2970</inkml:trace>
</inkml:ink>
</file>

<file path=ppt/ink/ink2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59.497"/>
    </inkml:context>
    <inkml:brush xml:id="br0">
      <inkml:brushProperty name="width" value="0.035" units="cm"/>
      <inkml:brushProperty name="height" value="0.035" units="cm"/>
    </inkml:brush>
  </inkml:definitions>
  <inkml:trace contextRef="#ctx0" brushRef="#br0">35 5 8709,'-1'-1'309,"0"1"-1,1-1 1,-1 1 0,0 0 0,0-1 0,1 1 0,-1 0 0,0-1-1,0 1 1,0 0 0,0 0 0,1 0 0,-1 0 0,0 0 0,0 0-1,0 0 1,0 0 0,0 0 0,1 0 0,-1 0 0,-1 1-1,3 7 3851,3 2-4612,-3-8 644,-1 1 0,0-1-1,0 1 1,1-1 0,-1 1 0,-1-1 0,1 1-1,0-1 1,-1 1 0,1-1 0,-2 5-1,-1 5 261,-1 20 263,2 1 1,4 58 0,-1-49-361,-4 42 0,1 30-308,5 27-1519,-10-51-2451,6-85 2961,0 1 0,0 0 0,1-1-1,0 1 1,0 0 0,0 0-1,3 8 1,-3-11 401,9 43-7636</inkml:trace>
</inkml:ink>
</file>

<file path=ppt/ink/ink2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0.061"/>
    </inkml:context>
    <inkml:brush xml:id="br0">
      <inkml:brushProperty name="width" value="0.035" units="cm"/>
      <inkml:brushProperty name="height" value="0.035" units="cm"/>
    </inkml:brush>
  </inkml:definitions>
  <inkml:trace contextRef="#ctx0" brushRef="#br0">17 16 9505,'-1'0'65,"1"0"0,-1 1 0,1-1 0,-1 0 0,0 0 0,1 0 0,-1 0 0,0 0 0,1 0 0,-1 0 0,0 0 0,1 0 0,-1 0 0,1 0-1,-1 0 1,0 0 0,1 0 0,-1 0 0,0-1 0,1 1 0,-1 0 0,1 0 0,-1-1 0,1 1 0,-2-1 0,14-13 2080,-9 14-1982,-1 0 0,0 0 0,1 1-1,-1-1 1,0 1 0,1-1 0,-1 1 0,0 0 0,0 0-1,0 0 1,1 0 0,-1 0 0,0 1 0,2 1-1,-3-3-65,7 6 90,-1-1 0,1 1 0,-1 0-1,0 1 1,0 0 0,-1 0 0,0 0 0,0 1 0,7 12-1,-2 3 9,0 1 0,9 30-1,-9-13-95,-8-30-114,-1-1 0,2 0 0,-1 0 0,1 0 0,7 12 0,-10-21 4,1 0-1,-1 1 1,0-1 0,1 0 0,-1 0-1,1 0 1,-1 0 0,1 0 0,0 0-1,-1 0 1,1 0 0,0-1 0,-1 1-1,1-1 1,0 1 0,0-1 0,0 0-1,-1 0 1,1 0 0,0 0 0,0 0-1,0 0 1,3-1 0,52-12-240,-32 7-135,20-1 49,0 3 0,0 1 0,1 2 1,47 6-1,-52-3 128,127-9-147,-16-1 442,-60 9-19,152-6-1370,136-35-3200,-227 16 5153,-58 6 1309,-40 15-513,-46 3-1507,0 0 1,0 0-1,0-1 0,-1 0 0,1-1 1,0 0-1,0 0 0,9-5 1,32-8-2199,-23 8-909,-6 1-1460</inkml:trace>
</inkml:ink>
</file>

<file path=ppt/ink/ink2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2.100"/>
    </inkml:context>
    <inkml:brush xml:id="br0">
      <inkml:brushProperty name="width" value="0.035" units="cm"/>
      <inkml:brushProperty name="height" value="0.035" units="cm"/>
    </inkml:brush>
  </inkml:definitions>
  <inkml:trace contextRef="#ctx0" brushRef="#br0">765 210 10117,'-8'-6'940,"3"3"113,-1 0 0,1 0 0,-1 0 1,0 0-1,1 1 0,-8-2 0,10 4-857,0-1 0,0 1 0,-1 0 1,1 0-1,0 1 0,0-1 0,0 1 0,0-1 0,0 1 0,0 0 0,0 0 0,0 0 0,0 1 0,0-1 1,-4 4-1,-8 5 273,0 2 1,1 0-1,1 0 1,0 1-1,0 1 1,-13 19-1,-61 100 1285,82-126-1701,-183 338 1649,68-120-1253,44-107-516,31-50-350,43-65 209,-1-4 175,1 0 0,0-1 0,0 1 0,0-1 0,1 1 0,-1-1 0,0 0 0,1 1 0,-1-1 0,1 0 0,-1 0 0,1 0 0,-1-3 0,2-3-2,0 1 1,0 0-1,1 0 1,1-1 0,-1 1-1,1 0 1,0 0 0,4-8-1,-1 0-25,28-79-304,72-147 1,67-76-64,-146 270 370,-17 32 57,25-45 19,64-88 0,-86 132 67,1 0-1,1 1 0,0 1 1,1 0-1,1 1 0,0 1 0,0 0 1,2 2-1,-1-1 0,21-7 0,-32 15-16,1 1 0,0 0 0,-1 0-1,1 0 1,0 1 0,0 0-1,0 0 1,0 1 0,0 0-1,0 0 1,0 1 0,0 0-1,0 0 1,0 1 0,0-1-1,-1 1 1,1 1 0,-1-1-1,1 1 1,-1 1 0,0-1-1,0 1 1,0 0 0,-1 0-1,1 0 1,-1 1 0,0 0-1,7 10 1,-2-3 80,0 0 0,-1 1 0,-1 1 0,12 22 0,-9-6 63,-1 0-1,9 46 1,21 130 498,-30-128-965,-3 0 0,-3 1 0,-3 0 0,-12 88 0,3-44-1605,-10 54-2165,2-25-6101,12-85-738</inkml:trace>
</inkml:ink>
</file>

<file path=ppt/ink/ink2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2.303"/>
    </inkml:context>
    <inkml:brush xml:id="br0">
      <inkml:brushProperty name="width" value="0.035" units="cm"/>
      <inkml:brushProperty name="height" value="0.035" units="cm"/>
    </inkml:brush>
  </inkml:definitions>
  <inkml:trace contextRef="#ctx0" brushRef="#br0">127 86 13125,'-111'-57'5971,"110"57"-5779,0 0-1,0-1 0,1 1 1,-1 0-1,0 0 1,0-1-1,0 1 0,1 0 1,-1-1-1,0 1 0,1-1 1,-1 1-1,0-1 0,1 1 1,-1-1-1,1 0 0,-1 1 1,0-1-1,1 0 0,0 1 1,-1-2-1,23-7 1360,-12 6-1509,-1 1 1,0 1-1,1 0 1,16-1 0,57 11-513,-31-3 74,16 3-189,205 21-2070,223-17-3985,-414-17 3643,91-16-1,-46 0-2347</inkml:trace>
</inkml:ink>
</file>

<file path=ppt/ink/ink2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2.520"/>
    </inkml:context>
    <inkml:brush xml:id="br0">
      <inkml:brushProperty name="width" value="0.035" units="cm"/>
      <inkml:brushProperty name="height" value="0.035" units="cm"/>
    </inkml:brush>
  </inkml:definitions>
  <inkml:trace contextRef="#ctx0" brushRef="#br0">797 139 6157,'-126'-100'6503,"119"95"-6036,0 0 0,0 1 0,-1 0 0,0 0 0,0 1 0,0 0 0,0 1 0,0-1 0,-1 2 0,1-1 0,-1 1 0,1 0 0,-1 1 0,-9 0 0,7 1-225,0 0 0,0 1 1,-1 0-1,1 0 0,1 1 1,-1 1-1,0 0 1,1 0-1,0 1 0,-11 6 1,-4 7 364,0 2 0,2 0 0,0 2 1,-38 46-1,28-25 120,-54 93 0,64-95-621,2 0-1,2 2 1,2 0-1,2 1 1,-17 79-1,29-102-355,0 0 0,2 0 0,1 0-1,0 1 1,2-1 0,4 28 0,-2-34-205,0 0-1,1 0 0,0-1 1,1 0-1,1 1 1,0-2-1,1 1 1,0-1-1,16 18 1,-17-23-80,0-1 0,1 0-1,-1-1 1,2 1 0,-1-2 0,0 1 0,1-1 0,18 7-1,-15-7-1078,0-1-1,1 0 1,23 3-1,19-3-5274</inkml:trace>
</inkml:ink>
</file>

<file path=ppt/ink/ink2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2.724"/>
    </inkml:context>
    <inkml:brush xml:id="br0">
      <inkml:brushProperty name="width" value="0.035" units="cm"/>
      <inkml:brushProperty name="height" value="0.035" units="cm"/>
    </inkml:brush>
  </inkml:definitions>
  <inkml:trace contextRef="#ctx0" brushRef="#br0">429 0 8953,'-246'44'8299,"235"-41"-7902,-1 0 1,1 1-1,-1 0 1,1 1-1,1 1 1,-1-1-1,1 2 1,0-1-1,0 2 1,1-1-1,0 1 1,-9 10-1,14-13-288,0 0 1,0 0-1,1 0 1,-1 0-1,1 1 1,1-1-1,-1 1 1,1 0-1,0 0 0,0 0 1,0 0-1,1 0 1,0 0-1,0 1 1,1-1-1,0 0 0,0 1 1,0-1-1,1 0 1,0 0-1,0 0 1,0 1-1,1-1 1,3 8-1,1-4-107,-1 1 1,2-1-1,-1 0 0,1 0 0,1-1 1,0 0-1,0 0 0,1-1 0,-1 0 1,16 10-1,4 0-514,1 0 0,45 20 0,120 38-3624,-154-64 39,56 8 1,-33-11-4235</inkml:trace>
</inkml:ink>
</file>

<file path=ppt/ink/ink2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3.315"/>
    </inkml:context>
    <inkml:brush xml:id="br0">
      <inkml:brushProperty name="width" value="0.035" units="cm"/>
      <inkml:brushProperty name="height" value="0.035" units="cm"/>
    </inkml:brush>
  </inkml:definitions>
  <inkml:trace contextRef="#ctx0" brushRef="#br0">58 58 9809,'-29'-5'1735,"23"4"3648,-16-21-1184,31 18-3999,1-1-1,0 1 1,0 1 0,0-1-1,0 2 1,1-1 0,-1 2-1,1-1 1,15 1-1,19 1-327,44 7 0,0 0-1854,-60-7 972,59 3-6410,-28 0-2050</inkml:trace>
</inkml:ink>
</file>

<file path=ppt/ink/ink2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3.704"/>
    </inkml:context>
    <inkml:brush xml:id="br0">
      <inkml:brushProperty name="width" value="0.035" units="cm"/>
      <inkml:brushProperty name="height" value="0.035" units="cm"/>
    </inkml:brush>
  </inkml:definitions>
  <inkml:trace contextRef="#ctx0" brushRef="#br0">61 151 9169,'6'-13'1144,"-1"0"0,0-1-1,0 0 1,2-17 0,-5 25-237,0-1 1,0 1-1,0 0 0,7-11 1,-1 1-215,-8 15-656,1 1 0,0-1 0,-1 0 0,1 1 0,0-1 0,0 1-1,0 0 1,-1-1 0,1 1 0,0 0 0,0-1 0,0 1 0,0 0 0,0 0 0,0 0 0,0 0 0,0 0 0,-1 0 0,2 0 0,0 0 62,0-1-76,-1 1 1,1 0-1,-1 0 1,1 0-1,-1 0 1,1 0-1,-1 0 1,1 0-1,-1 1 1,1-1-1,-1 0 0,1 1 1,-1-1-1,1 1 1,-1 0-1,0-1 1,1 1-1,-1 0 1,0 0-1,0 0 1,1 0-1,-1 0 1,0 0-1,0 0 0,0 0 1,0 1-1,0-1 1,-1 0-1,1 1 1,0-1-1,-1 0 1,1 1-1,0 1 1,2 6 13,0 0 1,0 0-1,-1 1 1,1 9 0,-2-13-31,1 16 2,-1 1 0,-1 0 0,-1-1 1,-1 1-1,-5 26 0,2-17-159,-1 49 0,5-68 121,2 0-1,0 0 1,0 0-1,1 0 1,0 0 0,2-1-1,-1 1 1,1-1 0,1 0-1,0 0 1,1 0-1,0 0 1,1-1 0,8 10-1,4 5-60,20 35-1,-34-51 54,0 0 0,-1 0 0,0 0 0,-1 0 0,0 1 0,0 0 0,2 18 0,-5-20-8,-1 0-1,0 0 1,0 0 0,-1-1-1,1 1 1,-2 0 0,0-1-1,0 0 1,0 0-1,-1 0 1,0 0 0,0 0-1,-1-1 1,0 1 0,-1-1-1,0-1 1,0 1 0,-11 9-1,4-5-375,0 0-1,-1-1 0,-1-1 0,0 0 0,0-1 1,-1 0-1,0-1 0,-29 8 0,-22 4-5855,48-15-590</inkml:trace>
</inkml:ink>
</file>

<file path=ppt/ink/ink2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1.712"/>
    </inkml:context>
    <inkml:brush xml:id="br0">
      <inkml:brushProperty name="width" value="0.035" units="cm"/>
      <inkml:brushProperty name="height" value="0.035" units="cm"/>
    </inkml:brush>
  </inkml:definitions>
  <inkml:trace contextRef="#ctx0" brushRef="#br0">1 192 14793,'1'0'99,"-1"1"0,1-1 0,0 0-1,-1 0 1,1 1 0,0-1 0,0 0 0,0 0-1,-1 0 1,1 0 0,0 0 0,0 0-1,0 0 1,-1 0 0,1 0 0,0 0 0,0 0-1,0 0 1,-1-1 0,1 1 0,0 0-1,0 0 1,-1-1 0,1 1 0,0-1-1,-1 1 1,1-1 0,0 1 0,-1-1 0,1 1-1,-1-1 1,1 1 0,-1-1 0,1 0-1,-1 1 1,1-1 0,-1 0 0,1-1 0,0 0 66,1 0 1,-1 0 0,1 0 0,0 0 0,0 0 0,0 0-1,0 1 1,0-1 0,2-1 0,14-4 463,-1 1 1,1 0-1,-1 1 1,2 1-1,35-3 1,-30 4-311,590-37 2570,-552 38-2760,491-11 305,289-11-2940,-624 3-1193,-127 1-6189,-75 16 1113</inkml:trace>
</inkml:ink>
</file>

<file path=ppt/ink/ink2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2.178"/>
    </inkml:context>
    <inkml:brush xml:id="br0">
      <inkml:brushProperty name="width" value="0.035" units="cm"/>
      <inkml:brushProperty name="height" value="0.035" units="cm"/>
    </inkml:brush>
  </inkml:definitions>
  <inkml:trace contextRef="#ctx0" brushRef="#br0">341 503 12729,'-35'-57'8640,"7"72"-4453,22-7-3744,-1 1 0,1-1 0,1 1 0,0 0 0,-8 17 0,-17 53 822,26-67-1065,-32 113 906,11-34-700,-26 100 248,-19 55-938,52-187 33,17-55 175,2-9-119,8-32 170,2 0 0,2 1 0,1 1 0,2 0 0,31-51 0,120-158-3,-48 89 38,5 5 0,8 6 0,163-139 0,-280 271 10,0 0 1,1 1 0,0 0-1,1 1 1,31-14 0,-42 22 4,-1 0 0,1 1 0,-1 0 0,1 0-1,-1 0 1,1 0 0,0 1 0,-1 0 0,1 0 0,9 2 0,-11-1 2,0 0 0,-1 0-1,1 1 1,0-1 0,-1 1 0,0 0 0,1 0-1,-1 0 1,0 1 0,0-1 0,0 1-1,0-1 1,-1 1 0,1 0 0,-1 0-1,1 1 1,1 3 0,1 2 46,-1-1 0,0 1 0,-1 0-1,0 0 1,-1 0 0,0 1 0,0-1 0,-1 1 0,1 15 0,-3 12 55,-5 44-1,5-73-133,-27 168 11,-72 247-1,48-223-5,30-112-73,-61 270-1346,65-257 311,-10 159 0,27-239-73,1 0 1,1 0 0,5 26-1,-4-35-1105,2 1 0,-1-1 0,10 20 0,9 12-9910</inkml:trace>
</inkml:ink>
</file>

<file path=ppt/ink/ink2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2.382"/>
    </inkml:context>
    <inkml:brush xml:id="br0">
      <inkml:brushProperty name="width" value="0.035" units="cm"/>
      <inkml:brushProperty name="height" value="0.035" units="cm"/>
    </inkml:brush>
  </inkml:definitions>
  <inkml:trace contextRef="#ctx0" brushRef="#br0">35 129 10945,'-28'11'2604,"21"-22"3425,11-9-4637,-4 3-320,35 14-220,31-6-120,1 4-432,12 2-388,121 8-808,-85-5-136,-1 0-368,7-8-376,2-9-316,-5 2-577,6-5-1359,0 3-2933</inkml:trace>
</inkml:ink>
</file>

<file path=ppt/ink/ink2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2.616"/>
    </inkml:context>
    <inkml:brush xml:id="br0">
      <inkml:brushProperty name="width" value="0.035" units="cm"/>
      <inkml:brushProperty name="height" value="0.035" units="cm"/>
    </inkml:brush>
  </inkml:definitions>
  <inkml:trace contextRef="#ctx0" brushRef="#br0">590 64 6917,'-2'1'112,"1"-1"1,0 0-1,-1 0 0,1 0 1,0 0-1,0-1 1,-1 1-1,1 0 1,0 0-1,-1-1 1,1 1-1,0-1 1,0 1-1,0-1 0,-1 0 1,1 1-1,0-1 1,0 0-1,-1-1 1,-6-23 2615,7 19-2199,0 4-225,-1 0-1,1 1 0,-1-1 1,0 1-1,1-1 1,-1 1-1,0 0 0,0 0 1,0 0-1,0 0 1,0 0-1,0 0 1,0 0-1,-3 0 0,3 0 81,-4 0-112,0 0 1,-1 0 0,1 0 0,0 0-1,-1 1 1,1 0 0,-1 1 0,1-1 0,0 1-1,-1 0 1,1 1 0,0 0 0,0 0-1,0 0 1,0 0 0,0 1 0,-5 3-1,-9 6 418,0 1 0,1 1 0,-22 19 0,12-7-455,2 1 0,1 2 0,1 0 0,1 1 0,2 2 0,1 0 0,1 2 0,2 0 0,1 1 0,2 0 0,2 1 0,1 1 0,2 0 0,1 1 0,2 0 0,2 0 0,1 0 0,3 73 0,4-90-583,1 1 0,1-1 1,1 0-1,1-1 0,1 1 0,1-1 0,0-1 0,1 0 1,15 20-1,-20-31-24,1 0 0,0-1 0,0 1 1,1-1-1,0-1 0,0 1 0,0-1 0,1-1 1,0 1-1,0-1 0,0 0 0,10 3 1,-3-3-1352,1 0 1,0-1 0,0-1 0,-1-1 0,27 2 0,5-1-6142</inkml:trace>
</inkml:ink>
</file>

<file path=ppt/ink/ink2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2.822"/>
    </inkml:context>
    <inkml:brush xml:id="br0">
      <inkml:brushProperty name="width" value="0.035" units="cm"/>
      <inkml:brushProperty name="height" value="0.035" units="cm"/>
    </inkml:brush>
  </inkml:definitions>
  <inkml:trace contextRef="#ctx0" brushRef="#br0">557 29 8541,'-19'-26'2209,"19"26"-2108,-1 0 0,1-1 1,-1 1-1,1 0 0,-1-1 1,1 1-1,-1 0 0,1 0 0,-1 0 1,1 0-1,-1 0 0,0 0 1,1 0-1,-1 0 0,1 0 1,-1 0-1,1 0 0,-1 0 1,0 0-1,1 0 0,-1 0 1,1 0-1,-1 1 0,1-1 0,-1 0 1,1 0-1,-1 1 0,1-1 1,-1 0-1,1 1 0,-1-1 1,1 1-1,0-1 0,-1 0 1,0 2 221,-42 24 3203,31-19-2901,0 0 1,0 1 0,-16 13 0,-29 31 931,1 2 1,4 3-1,-65 88 0,100-122-1426,1 1 1,2 1-1,1 1 0,0 0 0,2 1 0,1 0 0,2 0 0,0 1 0,2 1 0,1-1 0,1 1 0,0 43 0,5-56-305,1 1 1,1-1-1,1 0 0,0 0 0,1 0 0,1-1 0,0 0 0,1 0 0,0 0 1,2-1-1,0 0 0,0 0 0,1-1 0,1 0 0,18 16 0,-19-19-323,1 0 0,0 0 0,1-2-1,0 1 1,0-2 0,1 1-1,0-2 1,0 0 0,0 0 0,1-1-1,0-1 1,0 0 0,1-1-1,-1-1 1,0 0 0,1-1-1,24-1 1,-9-4-3067,55-16 0,-22 1-3172</inkml:trace>
</inkml:ink>
</file>

<file path=ppt/ink/ink2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3.039"/>
    </inkml:context>
    <inkml:brush xml:id="br0">
      <inkml:brushProperty name="width" value="0.035" units="cm"/>
      <inkml:brushProperty name="height" value="0.035" units="cm"/>
    </inkml:brush>
  </inkml:definitions>
  <inkml:trace contextRef="#ctx0" brushRef="#br0">546 12 7225,'0'0'35,"0"0"0,0 0 0,0 1 0,-1-1 0,1 0-1,0 1 1,0-1 0,0 0 0,-1 0 0,1 0 0,0 1 0,0-1 0,0 0 0,-1 0 0,1 0 0,0 1 0,-1-1 0,1 0 0,0 0 0,0 0 0,-1 0 0,1 0 0,0 0 0,-1 0 0,1 0 0,0 0 0,-1 0 0,1 0 0,0 0 0,-1 0 0,1 0 0,0 0 0,0 0 0,-1 0 0,1 0 0,-1 0 0,3-10 3758,2 4 181,-6 20-2140,-4 9-261,-17 36 0,6-18-412,-75 171 2699,20-51-2671,54-117-950,-90 239-643,83-212-1989,-44 86 0,-6-11-7462,40-77 169</inkml:trace>
</inkml:ink>
</file>

<file path=ppt/ink/ink2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1:43.314"/>
    </inkml:context>
    <inkml:brush xml:id="br0">
      <inkml:brushProperty name="width" value="0.035" units="cm"/>
      <inkml:brushProperty name="height" value="0.035" units="cm"/>
    </inkml:brush>
  </inkml:definitions>
  <inkml:trace contextRef="#ctx0" brushRef="#br0">1 46 3960,'29'-20'704,"-42"6"-892,0 3-1104</inkml:trace>
</inkml:ink>
</file>

<file path=ppt/ink/ink2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2.600"/>
    </inkml:context>
    <inkml:brush xml:id="br0">
      <inkml:brushProperty name="width" value="0.035" units="cm"/>
      <inkml:brushProperty name="height" value="0.035" units="cm"/>
    </inkml:brush>
  </inkml:definitions>
  <inkml:trace contextRef="#ctx0" brushRef="#br0">83 585 10057,'14'-7'273,"-5"4"511,-1-1 1,1 0-1,-1-1 0,0 0 1,-1 0-1,1 0 0,-1-1 1,12-13-1,-16 13 203,0 0 0,0 0 0,-1 0 0,0 0 0,0 0 0,0-1 0,0-8 0,-1 14-873,-1-1 29,0 1-1,1 0 1,-1 0-1,1 0 1,0 0-1,-1 0 1,1 0-1,0 0 1,0 0-1,-1 0 1,1 0-1,0 0 1,0 0-1,0 0 1,0 0-1,1 0 1,4-4 2442,-14 49-1798,-1-1-1,-26 71 1,-25 41-787,-34 94 0,81-213 0,23-59-14,47-110-199,171-414-493,-216 522 687,72-143 27,-71 145 79,2 0 1,0 1 0,2 0 0,33-33 0,-46 51-68,0 0 0,0 0 0,1 1 0,-1 0 0,1 0 0,0 0 0,0 1 0,0-1 0,0 1 0,0 0 0,0 0-1,0 1 1,1 0 0,-1 0 0,6 0 0,-6 1-10,0 0 1,0 1-1,0 0 0,-1 0 1,1 0-1,0 1 0,-1-1 1,1 1-1,-1 0 0,0 1 1,1-1-1,-1 1 0,0 0 1,-1 0-1,1 0 0,0 0 1,3 5-1,7 8-10,-1 1 0,-1 0 0,0 1 0,-2 0 0,0 1 0,-1 0 0,10 30 0,-2 5 0,16 87 0,-21-77 0,-3 0 0,-2 0 0,-4 1 0,-2-1 0,-3 1 0,-18 106 0,-55 178-5481,60-301 1642,2-21-6000</inkml:trace>
</inkml:ink>
</file>

<file path=ppt/ink/ink2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2.772"/>
    </inkml:context>
    <inkml:brush xml:id="br0">
      <inkml:brushProperty name="width" value="0.035" units="cm"/>
      <inkml:brushProperty name="height" value="0.035" units="cm"/>
    </inkml:brush>
  </inkml:definitions>
  <inkml:trace contextRef="#ctx0" brushRef="#br0">39 120 12621,'-13'-17'7249,"1"9"-5489,-1-4-372,29 7-284,19-7-328,6 6-668,19-2-452,4 2-260,9 0-408,6 4-544,13-7-380,-6 0-320,3 1-2865,3-4-4072</inkml:trace>
</inkml:ink>
</file>

<file path=ppt/ink/ink2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2.990"/>
    </inkml:context>
    <inkml:brush xml:id="br0">
      <inkml:brushProperty name="width" value="0.035" units="cm"/>
      <inkml:brushProperty name="height" value="0.035" units="cm"/>
    </inkml:brush>
  </inkml:definitions>
  <inkml:trace contextRef="#ctx0" brushRef="#br0">396 0 9845,'0'0'4312,"-4"1"-2455,-2 0-1420,0 1 1,0 0-1,0 0 0,0 1 0,0 0 1,1 0-1,-1 0 0,1 1 0,0-1 1,0 1-1,0 1 0,-5 6 0,-11 11 956,-22 31-1,42-51-1325,-28 40 865,1 2 1,2 0-1,-24 59 0,-45 147 502,90-237-1571,1-1 0,1 1 0,0-1 0,0 1-1,0 22 1,3-32-28,0 0 0,0 0-1,0 1 1,1-1 0,-1 0 0,1 1-1,0-1 1,0 0 0,0 0-1,1 0 1,-1 0 0,1 0 0,-1 0-1,1 0 1,0-1 0,0 1-1,0 0 1,1-1 0,-1 0 0,1 0-1,-1 1 1,1-1 0,0-1-1,0 1 1,-1 0 0,7 2 0,-3-3-227,-1 1 1,1-1-1,-1-1 1,1 1-1,0-1 1,0 0 0,-1 0-1,1-1 1,6 0-1,-4 0-131,1-1-691,0 0 0,0 0-1,0 0 1,0-1 0,0-1 0,13-7 0,21-10-7293</inkml:trace>
</inkml:ink>
</file>

<file path=ppt/ink/ink2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3.179"/>
    </inkml:context>
    <inkml:brush xml:id="br0">
      <inkml:brushProperty name="width" value="0.035" units="cm"/>
      <inkml:brushProperty name="height" value="0.035" units="cm"/>
    </inkml:brush>
  </inkml:definitions>
  <inkml:trace contextRef="#ctx0" brushRef="#br0">411 1 12541,'-143'48'4997,"126"-41"-4236,1 1 0,0 1 1,0 0-1,0 1 0,1 1 1,1 0-1,0 1 1,0 0-1,1 1 0,1 1 1,0 0-1,1 1 0,-10 17 1,12-18-488,1 1 0,1 0 0,0 0 0,1 0 0,1 0 0,0 1 0,1 0 0,1 0 0,0 1 0,1-1 0,1 0 0,1 1 0,0-1 1,5 31-1,-3-38-344,0 0 0,1-1 0,0 0 0,0 1 1,1-1-1,0-1 0,0 1 0,1 0 0,0-1 1,0 0-1,1 0 0,0-1 0,8 9 0,-4-8-210,0 1 0,1-1-1,0-1 1,0 1-1,0-2 1,0 0-1,1 0 1,21 5-1,-14-6-651,-1-1 0,1-1 0,-1 0-1,1-1 1,29-3 0,-31 1-524,-1-2 1,0 0 0,0 0 0,0-2-1,0 0 1,16-8 0,18-14-8587</inkml:trace>
</inkml:ink>
</file>

<file path=ppt/ink/ink2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3.454"/>
    </inkml:context>
    <inkml:brush xml:id="br0">
      <inkml:brushProperty name="width" value="0.035" units="cm"/>
      <inkml:brushProperty name="height" value="0.035" units="cm"/>
    </inkml:brush>
  </inkml:definitions>
  <inkml:trace contextRef="#ctx0" brushRef="#br0">193 3 9953,'2'-3'2024,"-8"6"-31,-9 12 855,9-3-2424,2-1 0,-1 1 0,2 1 0,-1-1 0,2 1 0,0-1 1,0 1-1,1 19 0,-3 9 26,3-32-368,-24 171 855,17-142-774,-1 0 0,-23 60 0,-29 79 542,60-175-701,1 0 0,-1 0 0,0 0-1,1 0 1,0 0 0,-1 0 0,1 0-1,0 0 1,0 0 0,0 0 0,0 0 0,0 0-1,0 0 1,1 0 0,-1 0 0,1 0 0,0 0-1,-1 0 1,1 0 0,0 0 0,0 0 0,0-1-1,0 1 1,0 0 0,1-1 0,-1 1-1,0-1 1,1 1 0,-1-1 0,1 0 0,-1 1-1,1-1 1,0 0 0,0 0 0,0 0 0,-1 0-1,1-1 1,0 1 0,3 0 0,8 2-161,-1-1 1,1 0 0,-1-1 0,1-1-1,15 0 1,-11-1-126,19-1-1158,-1-2 1,1-2-1,-1-1 1,0-1-1,38-16 1,-21 8-2222,23-4-3287</inkml:trace>
</inkml:ink>
</file>

<file path=ppt/ink/ink2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7.978"/>
    </inkml:context>
    <inkml:brush xml:id="br0">
      <inkml:brushProperty name="width" value="0.035" units="cm"/>
      <inkml:brushProperty name="height" value="0.035" units="cm"/>
    </inkml:brush>
  </inkml:definitions>
  <inkml:trace contextRef="#ctx0" brushRef="#br0">406 8 3504,'-19'-6'874,"19"6"-819,-1 0 1,1 0-1,-1 0 0,1-1 1,-1 1-1,1 0 0,-1 0 0,1 0 1,0 0-1,-1 0 0,1 0 0,-1 0 1,1 0-1,-1 0 0,1 0 1,-1 0-1,1 0 0,-1 0 0,1 0 1,-1 1-1,1-1 0,-1 0 0,1 0 1,-1 0-1,1 1 0,0-1 1,-1 0-1,-2 5 5000,5-4-4987,1 3-31,0-1 0,0 0 0,1 0 0,0 0 0,-1 0 0,1-1 0,0 0 0,8 4 0,-10-5-21,-1 0 35,0 1 0,0-1-1,1 0 1,-1 0 0,0 0-1,0 0 1,0 0 0,1 0-1,-1 0 1,0 0 0,1-1-1,-1 1 1,1 0-1,1 0 1,1 1 4553,-4-5-4510,0 1 1,0-1-1,-1 1 0,1-1 1,-1 1-1,0 0 0,0-1 0,0 1 1,0 0-1,0 0 0,0 0 1,0 0-1,-1 0 0,1 0 0,-1 0 1,0 0-1,1 0 0,-1 1 0,0-1 1,0 1-1,0-1 0,0 1 1,0 0-1,0 0 0,-1 0 0,1 0 1,0 0-1,-1 0 0,1 0 1,0 1-1,-1 0 0,1-1 0,-1 1 1,1 0-1,-1 0 0,1 0 1,0 0-1,-1 1 0,1-1 0,-1 1 1,-2 0-1,-8 3 96,0 1 1,0 0-1,0 1 1,0 1-1,1 0 1,0 0-1,1 1 0,-1 1 1,2 0-1,-1 0 1,1 1-1,-15 20 1,-2 6 510,2 1-1,-34 67 1,44-74-359,1 1 0,2 0 0,1 1 0,-11 51-1,18-58-202,0-1 0,2 1 0,1 0 0,0 0 0,2 0-1,8 47 1,-5-57-153,0 0-1,0-1 0,2 1 1,0-1-1,0 0 0,1-1 1,1 0-1,0 0 0,1-1 1,1 0-1,-1 0 0,2-1 1,0 0-1,0-1 0,20 14 1,-17-15-521,1 0 0,0-1 1,0 0-1,1-1 0,0-1 0,0 0 1,1-2-1,-1 0 0,1 0 0,0-2 1,0 0-1,0-1 0,28-2 1,-38 1-506,0-1 0,0-1 0,0 1 1,0-1-1,0-1 0,0 1 1,9-6-1,12-6-7919</inkml:trace>
</inkml:ink>
</file>

<file path=ppt/ink/ink2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8.213"/>
    </inkml:context>
    <inkml:brush xml:id="br0">
      <inkml:brushProperty name="width" value="0.035" units="cm"/>
      <inkml:brushProperty name="height" value="0.035" units="cm"/>
    </inkml:brush>
  </inkml:definitions>
  <inkml:trace contextRef="#ctx0" brushRef="#br0">0 69 7417,'4'20'2268,"5"-38"-384,1-2 1088,12 12-1812,-3 2-223,0-2-189,0 2-232,10 0-52,21 3-116,-8 0-272,2 3-380,4 3-632,-1-6-469,1-2-511,3-1-2180,0 6-3053</inkml:trace>
</inkml:ink>
</file>

<file path=ppt/ink/ink2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8.575"/>
    </inkml:context>
    <inkml:brush xml:id="br0">
      <inkml:brushProperty name="width" value="0.035" units="cm"/>
      <inkml:brushProperty name="height" value="0.035" units="cm"/>
    </inkml:brush>
  </inkml:definitions>
  <inkml:trace contextRef="#ctx0" brushRef="#br0">1 105 6305,'2'-5'317,"0"1"1,1-1 0,-1 1-1,1-1 1,0 1 0,1 0 0,-1 0-1,1 0 1,-1 1 0,1-1 0,0 1-1,1 0 1,-1 0 0,0 0 0,1 1-1,0 0 1,-1-1 0,1 2-1,9-4 1,10-3 248,0 2 0,0 0 0,0 1 0,0 1-1,1 2 1,-1 0 0,1 2 0,0 0 0,46 8 0,-65-7-513,-1 0-1,0 1 1,0 0 0,0 0 0,0 0 0,0 0 0,-1 1 0,1 0-1,-1 0 1,1 0 0,-1 1 0,0-1 0,0 1 0,-1 0 0,1 0-1,-1 0 1,0 0 0,0 1 0,0 0 0,3 7 0,-3-5 5,-1 0 1,0 1-1,0 0 1,-1 0 0,0-1-1,0 1 1,-1 0-1,0 0 1,0 0 0,-1 0-1,0-1 1,-1 1-1,-2 11 1,-7 13 150,-1 0-1,-1 0 1,-2-2 0,-31 50-1,-89 105 531,89-127-330,2 1-1,-47 88 1,91-147-409,-5 9 66,0 0 0,1 1 0,-4 15 1,7-22-48,1 0 0,-1 0 1,1 0-1,0 0 0,-1 0 1,1 0-1,1 0 0,-1 0 1,0 0-1,1 0 0,0 0 1,0 0-1,0 0 0,0-1 1,0 1-1,3 5 1,2-1-44,-1 0 0,1-1 0,1 0 1,-1 0-1,1-1 0,0 1 0,1-1 1,-1-1-1,1 1 0,0-1 0,0-1 1,0 0-1,0 0 0,1 0 0,-1-1 1,1 0-1,14 1 0,11 0-537,-1-1 1,1-2-1,44-5 0,-30 0-864,0-2-1,-1-2 0,60-21 0,-68 17-906,-1-3 0,42-23-1,-23 8-3162</inkml:trace>
</inkml:ink>
</file>

<file path=ppt/ink/ink2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08.702"/>
    </inkml:context>
    <inkml:brush xml:id="br0">
      <inkml:brushProperty name="width" value="0.035" units="cm"/>
      <inkml:brushProperty name="height" value="0.035" units="cm"/>
    </inkml:brush>
  </inkml:definitions>
  <inkml:trace contextRef="#ctx0" brushRef="#br0">143 55 7389,'-3'-17'920,"-29"14"228,7 3-36,9-3-72,3-3 940,1-2-1172,2-1 904,-6 3-1628,0 3-488</inkml:trace>
</inkml:ink>
</file>

<file path=ppt/ink/ink2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5.495"/>
    </inkml:context>
    <inkml:brush xml:id="br0">
      <inkml:brushProperty name="width" value="0.035" units="cm"/>
      <inkml:brushProperty name="height" value="0.035" units="cm"/>
    </inkml:brush>
  </inkml:definitions>
  <inkml:trace contextRef="#ctx0" brushRef="#br0">769 4 5581,'178'-3'5897,"-137"4"-5265,-1 2 0,1 2 0,51 14 0,-77-15-467,0 0-1,0 2 1,-1 0 0,1 0-1,-1 1 1,-1 1 0,1 1-1,-1 0 1,-1 0 0,0 1-1,21 22 1,-29-27-99,0 1 1,-1 0-1,1 0 0,-1 0 0,0 0 0,0 1 1,-1-1-1,0 1 0,2 11 0,4 65 510,-7-64-438,-1 14 128,-1 1-1,-2 0 1,-1-1-1,-1 1 1,-14 45-1,-65 161 1029,68-199-1137,-12 32 178,-72 207 584,88-236-808,1 0 0,2 1 0,3 0 0,-2 67 0,8-102-97,1 0 1,0 0-1,0-1 0,1 1 1,0 0-1,1-1 1,0 0-1,1 0 0,0 0 1,0 0-1,1 0 1,0-1-1,0 1 0,1-2 1,0 1-1,0 0 1,1-1-1,0 0 1,9 6-1,-6-6-3,1 1-1,0-1 1,1-1 0,-1 0-1,1-1 1,0 0 0,1-1-1,-1 0 1,1-1-1,0-1 1,0 0 0,0 0-1,25-1 1,-20-2-9,0-1-1,1 0 0,-1-1 1,-1-1-1,1-1 1,-1 0-1,1-2 1,-1 0-1,-1 0 1,17-12-1,-22 13 16,-1-2 0,0 0 1,0 0-1,-1 0 0,0-2 0,0 1 0,-1-1 0,0 0 0,-1 0 0,0-1 1,-1 0-1,0 0 0,-1-1 0,0 0 0,4-17 0,-3 6 98,-1 0-1,-2-1 1,2-31 0,-5 43-47,0 0 1,0-1-1,-2 1 0,1 0 1,-2 0-1,1 0 1,-2 0-1,-4-11 1,7 23-46,0-1-1,1 1 1,-1 0 0,0 0 0,0 0 0,0 0-1,0 0 1,1 0 0,-1 1 0,0-1 0,0 0-1,0 0 1,0 1 0,1-1 0,-1 0-1,0 1 1,0-1 0,0 1 0,0 0 15,-2 0 29,1 1-1,-1 0 0,0 0 1,1 1-1,0-1 0,-1 0 1,1 1-1,0 0 0,0-1 1,1 1-1,-1 0 0,0 0 1,-1 5-1,-16 46 644,17-45-573,-72 295 2552,13 132-943,23 164-881,27-405-717,-8 0 1,-61 258-1,71-416-149,-44 160-19,-19 31 27,-61 124 6,100-271-9,-27 55 19,-134 221 1,-147 102 58,145-241 32,120-130 2,74-86-283,2-7-3662,-1 1 3415,0-1 0,0 1 0,0 0 0,0-1 0,-1 1 0,0 0 0,0 0 0,0 0-1,0 0 1,-1 1 0,1-1 0,-1 0 0,0 1 0,0 0 0,0 0 0,-8-6 0,-5-3-2148,0 1 0,-29-16 0,38 24 1263,-44-26-8064</inkml:trace>
</inkml:ink>
</file>

<file path=ppt/ink/ink2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7.139"/>
    </inkml:context>
    <inkml:brush xml:id="br0">
      <inkml:brushProperty name="width" value="0.035" units="cm"/>
      <inkml:brushProperty name="height" value="0.035" units="cm"/>
    </inkml:brush>
  </inkml:definitions>
  <inkml:trace contextRef="#ctx0" brushRef="#br0">0 163 12665,'0'0'5265,"1"3"-3681,6 22 931,8 48 0,-3 82 195,-5-47-1607,17 304 956,-10-123-1401,-13-282-645,9 104 106,-7-96-111,0 1 0,1 0 0,0-1 0,12 27 0,-14-38-20,0-1 1,0 0 0,0 1 0,0-1 0,0 0 0,1 0 0,-1-1 0,1 1 0,0 0 0,0-1 0,0 0-1,0 1 1,0-1 0,0-1 0,1 1 0,-1 0 0,1-1 0,-1 1 0,1-1 0,-1 0 0,1-1 0,0 1-1,0 0 1,-1-1 0,1 0 0,0 0 0,0 0 0,6-1 0,-1-1-5,0 0 0,0-1 0,0 0 0,-1 0 0,1 0 0,-1-1 0,1-1 1,-1 0-1,-1 0 0,15-12 0,6-9-43,0-2 0,-3-1 0,24-33 0,61-104-320,-41 59 15,420-554-4508,-441 606 3489,3 3 0,67-55 0,-70 69-3189,70-42 0,-51 42-4049</inkml:trace>
</inkml:ink>
</file>

<file path=ppt/ink/ink2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7.455"/>
    </inkml:context>
    <inkml:brush xml:id="br0">
      <inkml:brushProperty name="width" value="0.035" units="cm"/>
      <inkml:brushProperty name="height" value="0.035" units="cm"/>
    </inkml:brush>
  </inkml:definitions>
  <inkml:trace contextRef="#ctx0" brushRef="#br0">0 272 10509,'0'1'86,"0"-1"1,0 1-1,0-1 0,0 1 1,0-1-1,0 0 1,0 1-1,0-1 0,0 1 1,0-1-1,1 0 0,-1 1 1,0-1-1,0 1 1,0-1-1,0 0 0,1 1 1,-1-1-1,0 1 0,0-1 1,1 0-1,-1 1 1,0-1-1,1 0 0,-1 0 1,0 1-1,1-1 0,-1 0 1,1 0-1,7-9 3622,9-9-2888,3 6-524,0 2 0,0 0 0,1 2 0,44-13 0,-34 12-77,141-52 360,28-8-230,-135 45-258,-47 17 91,0 0 1,1 2-1,30-7 1,-45 12 63,-3 0-1470,-1 0 1136,1 1 0,-1-1 0,1 0 0,-1 0 0,1 1 0,-1-1 0,1 0 0,-1 1 0,1-1 0,-1 0 0,0 1 0,1-1 0,-1 1 0,0-1 0,1 1 0,-1-1 0,0 1 0,0-1 0,1 1 0,-1 0 0,6 7-1916,1-5-3394,9-3-2466</inkml:trace>
</inkml:ink>
</file>

<file path=ppt/ink/ink2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8.111"/>
    </inkml:context>
    <inkml:brush xml:id="br0">
      <inkml:brushProperty name="width" value="0.035" units="cm"/>
      <inkml:brushProperty name="height" value="0.035" units="cm"/>
    </inkml:brush>
  </inkml:definitions>
  <inkml:trace contextRef="#ctx0" brushRef="#br0">302 22 13613,'13'-12'1518,"-13"5"226,-2 7-1525,0-1 1,1 1 0,-1-1 0,0 1 0,0 0 0,1 0-1,-1 0 1,0 0 0,0 0 0,0 0 0,1 0 0,-1 1-1,0-1 1,0 1 0,-1 0 0,2-1-15,-1 1 0,0 0 0,1 0-1,-1 0 1,1 0 0,0 0 0,-1 0 0,1 0 0,0 1 0,0-1 0,0 0 0,0 1 0,0-1 0,0 1-1,0-1 1,0 1 0,0-1 0,1 1 0,-1 0 0,1-1 0,-1 1 0,1 2 0,-5 44 1333,4-35-1021,-66 394 3905,-24-17-3827,64-280-700,17-71-290,-26 63 1,13-39-731,22-60 778,2-8 62,45-281-773,-29 193 928,0 4 110,3 0-1,4 2 1,68-162 0,-88 240 82,0 1 0,1-1 0,0 1 0,0 1 0,1-1 0,0 1 0,0-1 0,1 2 0,0-1 0,13-9 0,-17 14-16,1 0 0,0 0 0,-1 1 0,1-1 0,0 1 0,0 0 0,0 0 0,0 0 0,0 0 0,0 1 0,0 0 0,0 0 0,1 0 0,-1 0 0,0 1 0,0-1 0,0 1 0,0 0 0,0 0 0,0 0 0,-1 1 0,1 0 0,0-1 0,-1 1 0,1 1 0,-1-1 0,5 4 0,5 5 65,0 1-1,-1 0 0,-1 0 0,0 1 0,0 1 0,-2 0 0,1 1 0,10 22 0,50 135 368,-63-153-440,76 268-533,-1-4-4742,-74-260 4105,16 42-2641,-4-26-3670,-8-22-3227</inkml:trace>
</inkml:ink>
</file>

<file path=ppt/ink/ink2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8.275"/>
    </inkml:context>
    <inkml:brush xml:id="br0">
      <inkml:brushProperty name="width" value="0.035" units="cm"/>
      <inkml:brushProperty name="height" value="0.035" units="cm"/>
    </inkml:brush>
  </inkml:definitions>
  <inkml:trace contextRef="#ctx0" brushRef="#br0">55 26 14953,'-54'9'2037,"73"-12"-97,-3 0 1024,6 9-1820,22-4-280,14 7-600,18-6-540,13-6-320,12 3-596,17-6-780,2-5-376,11-3-2937,11-1-4228</inkml:trace>
</inkml:ink>
</file>

<file path=ppt/ink/ink2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8.734"/>
    </inkml:context>
    <inkml:brush xml:id="br0">
      <inkml:brushProperty name="width" value="0.035" units="cm"/>
      <inkml:brushProperty name="height" value="0.035" units="cm"/>
    </inkml:brush>
  </inkml:definitions>
  <inkml:trace contextRef="#ctx0" brushRef="#br0">26 252 13725,'0'2'291,"-1"-1"-1,1 0 1,0 1-1,0-1 1,0 0-1,0 1 1,0-1-1,1 0 1,-1 1-1,0-1 1,1 0 0,-1 0-1,1 1 1,-1-1-1,1 0 1,-1 0-1,1 0 1,0 0-1,0 0 1,-1 0-1,1 0 1,0 0-1,0 0 1,0 0-1,0 0 1,0 0-1,2 0 1,18 2 3406,-2-5-4480,-18 2 641,24-4 379,1-1-1,-2-2 1,1 0-1,-1-1 1,44-22-1,-62 26-251,-1 1 0,1-1 0,-1 0-1,0 0 1,0-1 0,-1 0 0,1 1 0,-1-2 0,0 1 0,0 0-1,-1-1 1,1 0 0,-1 1 0,-1-1 0,1-1 0,-1 1 0,0 0-1,0-1 1,-1 1 0,0-1 0,0 1 0,0-1 0,-1 1-1,0-1 1,0 0 0,-1 1 0,0-1 0,-2-9 0,2 14 31,0-1 1,1 0-1,-1 1 1,0-1 0,0 0-1,0 1 1,-1-1 0,1 1-1,-1 0 1,1-1-1,-1 1 1,0 0 0,0 0-1,0 0 1,0 0-1,0 0 1,0 1 0,-1-1-1,1 1 1,0-1-1,-1 1 1,-2-1 0,1 1 40,0 0 1,0 1-1,0 0 1,0 0-1,0 0 1,-1 0 0,1 0-1,0 1 1,0 0-1,0 0 1,0 0-1,1 0 1,-7 3 0,-5 4 162,1 0 0,0 0 1,0 2-1,1 0 1,0 0-1,-18 19 1,16-12-18,1 0 0,0 1 0,1 0 1,1 1-1,-18 40 0,24-46-148,1 1 1,0 1-1,1-1 0,0 1 0,1 0 0,1 0 1,1 0-1,0 0 0,2 27 0,0-36-153,0 0-1,1 0 1,0 0-1,0 0 1,0 0-1,0 0 1,1-1 0,0 0-1,0 1 1,1-1-1,0 0 1,-1 0-1,2-1 1,-1 1-1,0-1 1,1 0-1,0 0 1,0-1 0,0 1-1,0-1 1,1 0-1,-1-1 1,13 5-1,3 0-612,1 0-1,0-2 0,1-1 1,-1 0-1,29 0 0,-3-3-1767,56-5-1,-3-8-3763,-9-2-3052</inkml:trace>
</inkml:ink>
</file>

<file path=ppt/ink/ink2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9.771"/>
    </inkml:context>
    <inkml:brush xml:id="br0">
      <inkml:brushProperty name="width" value="0.035" units="cm"/>
      <inkml:brushProperty name="height" value="0.035" units="cm"/>
    </inkml:brush>
  </inkml:definitions>
  <inkml:trace contextRef="#ctx0" brushRef="#br0">24 183 12113,'-16'7'1876,"13"-5"1445,2 0-1935,0 1-1214,0 0 0,1-1 0,-1 1-1,1 0 1,0 0 0,0 0-1,0 0 1,0-1 0,1 1 0,-1 0-1,1 0 1,-1-1 0,1 1 0,0 0-1,0-1 1,0 1 0,2 3-1,32 50 565,-18-30-308,-8-12-386,-2 1 0,1 0-1,-2 1 1,0-1 0,-1 1-1,0 1 1,-1-1 0,-1 0-1,-1 1 1,0 0 0,-1-1-1,-1 1 1,-1 0 0,-5 33-1,6-49-17,-1 0-1,1-1 0,-1 1 1,1 0-1,-1 0 0,0 0 1,1-1-1,-1 1 1,0 0-1,1-1 0,-1 1 1,0 0-1,0-1 0,0 1 1,0-1-1,0 0 0,0 1 1,0-1-1,0 0 1,0 1-1,0-1 0,0 0 1,0 0-1,-1 0 0,-2 1 367,10-16-392,1 0 1,0 1-1,1 0 0,1 0 0,0 0 0,1 1 0,0 1 0,1 0 1,0 0-1,1 1 0,14-10 0,24-17-416,82-46 0,-105 68 344,-16 9 32,169-94-576,-153 89 539,0 0 1,0 2-1,1 0 1,54-9-1,-81 19 88,0 0 0,1 0-1,-1 0 1,0 0-1,0 0 1,1 0-1,-1 0 1,0 0 0,0 1-1,1-1 1,-1 1-1,0-1 1,0 1-1,0-1 1,0 1 0,0 0-1,0-1 1,1 2-1,13 5 222,-21 13-5,2-11-192,-1-1 0,1 1 0,-1-1 1,-1 0-1,0 0 0,0-1 0,-12 13 1,-14 16-32,25-25-98,0 0 0,1 1 1,1-1-1,0 1 0,0 0 1,1 1-1,1-1 0,0 1 1,-2 20-1,5-32 90,0 0 0,0 0 0,1-1-1,-1 1 1,0 0 0,1 0 0,-1-1 0,1 1-1,-1 0 1,1 0 0,-1-1 0,1 1 0,0-1 0,-1 1-1,1 0 1,0-1 0,-1 1 0,1-1 0,0 0 0,0 1-1,1 0 1,1 0-12,1 2 6,0 0 0,0 0 0,0-1-1,0 1 1,1-1 0,-1 0 0,1-1 0,0 1 0,0-1-1,-1 0 1,1 0 0,0 0 0,0-1 0,0 1 0,0-1-1,8-1 1,5-2 14,-1-1-1,0 0 0,23-10 1,-2 2-27,105-39 33,18-4-32,-109 36 16,-41 13-82,1 2 1,0-1-1,12-1 1,17-5-706,-1-2 1,-1-2-1,49-25 1,-55 24 937,1 0 1,0 3-1,1 1 1,68-15-1,-79 22-208,0 0-1,-1-2 1,0-1-1,40-20 1,-44 19 257,-17 8 754,-3 0-856,-1 0 0,1-1 0,-1 1-1,1 0 1,-1 0 0,0 0 0,0 0 0,0 0 0,1 0 0,-1 1 0,0-1 0,-4 0 0,1 4-1,-1 0 1,0 0 0,1 0 0,0 1-1,0 0 1,0 0 0,0 1 0,-6 7 0,-5 4 127,7-9-137,0 2 1,1-1-1,1 1 1,0 0-1,0 1 1,-8 14-1,13-20-69,0 0 0,0 1 0,0-1 1,1 1-1,0-1 0,0 1 0,0 0 0,0-1 0,1 1 0,-1 0 1,1 0-1,1 0 0,-1-1 0,1 1 0,-1 0 0,1 0 0,1-1 1,2 8-1,2 2 14,4 9-12,12 40 1,-20-54-9,0-1 1,-1 1-1,0-1 1,0 1-1,-1 0 1,0-1-1,-1 1 1,-2 14-1,-5 12 3,-2 0 1,-2-1-1,-18 38 1,-56 95 43,34-70-159,25-32-321,27-64 421,0-1 0,-1 0-1,1 0 1,0 1 0,0-1 0,0 0 0,-1 1 0,1-1 0,0 0 0,0 1 0,0-1 0,0 0-1,0 1 1,0-1 0,-1 1 0,1-1 0,0 0 0,0 1 0,0-1 0,0 0 0,0 1 0,0-1 0,1 1-1,-1-1 1,0 0 0,0 1 0,0-1 0,0 0 0,0 1 0,0-1 0,1 0 0,-1 1 0,0-1-1,0 0 1,1 1 0,-1-1 0,0 0 0,0 0 0,1 1 0,-1-1 0,0 0 0,1 0 0,-1 1-1,0-1 1,1 0 0,22-6-176,30-25-25,314-271-310,-44 32 104,-117 124-1118,9 14-3470,-105 57 564,-79 52 3535,-28 21 1710,9 26 1614,-21 7-976,-4 6 98,10-6-1756,3-28-589,47-11-6086,-11 5 2381</inkml:trace>
</inkml:ink>
</file>

<file path=ppt/ink/ink2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19.901"/>
    </inkml:context>
    <inkml:brush xml:id="br0">
      <inkml:brushProperty name="width" value="0.035" units="cm"/>
      <inkml:brushProperty name="height" value="0.035" units="cm"/>
    </inkml:brush>
  </inkml:definitions>
  <inkml:trace contextRef="#ctx0" brushRef="#br0">77 49 9629,'-35'9'2008,"25"-24"-152,4 4 2929,-7-6-8794,1 2-95</inkml:trace>
</inkml:ink>
</file>

<file path=ppt/ink/ink2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20.681"/>
    </inkml:context>
    <inkml:brush xml:id="br0">
      <inkml:brushProperty name="width" value="0.035" units="cm"/>
      <inkml:brushProperty name="height" value="0.035" units="cm"/>
    </inkml:brush>
  </inkml:definitions>
  <inkml:trace contextRef="#ctx0" brushRef="#br0">73 252 12033,'56'5'1588,"-53"-5"-1256,0 0 0,1 0 1,-1 0-1,0 0 0,1 0 1,-1 0-1,0-1 0,1 0 1,5-2-1,4 0 354,17-3 66,0-2 1,-1-1-1,45-19 1,-65 24-658,59-33 117,-56 30-167,-9 5-31,0 1-1,0-1 1,-1 0-1,1 0 1,-1 0 0,1-1-1,-1 1 1,0-1-1,0 1 1,0-1 0,0 0-1,0 1 1,0-1-1,-1 0 1,1 0 0,-1 0-1,0-1 1,0 1-1,0 0 1,-1 0 0,1-1-1,-1 1 1,0 0-1,0-1 1,0 1 0,0 0-1,0-1 1,-1 1-1,1 0 1,-1 0 0,-1-4-1,0 3 47,1 1-1,-1-1 0,0 1 1,0 0-1,0 0 1,0 0-1,-1 0 0,1 0 1,-1 1-1,0-1 0,0 1 1,0-1-1,0 1 1,0 0-1,0 0 0,0 1 1,-1-1-1,1 1 1,-1-1-1,1 1 0,-1 0 1,0 0-1,1 1 1,-1-1-1,0 1 0,0 0 1,-6 0-1,-4 2 175,1 1 0,0 0-1,0 0 1,1 2 0,-1-1 0,1 2-1,0-1 1,0 2 0,0 0 0,1 0-1,0 1 1,1 0 0,0 1 0,0 0-1,-14 17 1,4-1 91,0 0-1,2 1 1,1 1 0,1 1-1,-20 49 1,25-48-166,1 0 0,1 1 0,2 0 0,-3 32 0,7-44-107,2 1 0,0-1 0,1 1 0,1 0 0,1-1 0,1 1 0,0-1 0,6 19 0,-6-30-206,0 1 1,1 0-1,0-1 0,0 0 0,0 0 0,1 0 0,0-1 0,1 1 0,-1-1 0,1-1 0,1 1 0,-1-1 0,1 0 0,-1 0 0,1-1 0,1 0 0,-1 0 0,1 0 1,-1-1-1,1 0 0,0-1 0,0 0 0,13 2 0,14 0-2353,0-1 0,0-2 0,0-1 0,42-6 1,14-2-8323</inkml:trace>
</inkml:ink>
</file>

<file path=ppt/ink/ink2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2:20.843"/>
    </inkml:context>
    <inkml:brush xml:id="br0">
      <inkml:brushProperty name="width" value="0.035" units="cm"/>
      <inkml:brushProperty name="height" value="0.035" units="cm"/>
    </inkml:brush>
  </inkml:definitions>
  <inkml:trace contextRef="#ctx0" brushRef="#br0">84 68 13289,'-66'-25'2901,"49"21"14962,24 1-21287,40-20-2209,-18 10-5346</inkml:trace>
</inkml:ink>
</file>

<file path=ppt/ink/ink2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48.284"/>
    </inkml:context>
    <inkml:brush xml:id="br0">
      <inkml:brushProperty name="width" value="0.035" units="cm"/>
      <inkml:brushProperty name="height" value="0.035" units="cm"/>
    </inkml:brush>
  </inkml:definitions>
  <inkml:trace contextRef="#ctx0" brushRef="#br0">158 58 5597,'20'-32'2020,"-12"7"7353,-81 301-4805,42-173-4026,-24 132 1,51-209-512,-5 29 60,-4 90-1,13-107-151,1 0 0,2-1 0,2 0 0,1 1 0,15 46 0,-13-59-111,1 0-1,1-1 1,1-1 0,2 1 0,0-2 0,1 0 0,1 0-1,27 27 1,-10-16-349,1-1-1,46 33 1,-58-50 221,0-1-1,0-2 1,1 0 0,1-1-1,40 14 1,-52-22 243,-1-1 1,1 1-1,-1-2 1,1 1-1,0-2 1,-1 1-1,1-2 1,0 1-1,0-1 1,-1-1-1,1 0 1,-1 0-1,0-1 1,1-1-1,-1 1 1,0-2-1,-1 1 1,1-2-1,-1 1 1,0-1-1,-1 0 1,1-1-1,-1 0 1,0 0-1,-1-1 1,0 0-1,8-11 1,9-15 23,-1-2 0,34-73 0,-44 80 164,2-1-1,0 2 1,2 0-1,2 1 1,0 1-1,29-30 1,-41 49-84,-1 2 0,1-1 0,1 1 1,-1 0-1,1 1 0,0-1 1,0 2-1,0-1 0,0 1 0,1 0 1,-1 1-1,1 0 0,0 0 1,-1 1-1,1 0 0,0 1 1,0 0-1,0 0 0,0 1 0,0 0 1,-1 0-1,1 1 0,0 0 1,-1 1-1,1 0 0,13 7 0,-6-2 24,0 1-1,0 1 0,-1 0 0,0 1 0,-1 1 0,0 0 0,-1 1 0,-1 1 0,0 0 0,0 0 1,-2 1-1,10 17 0,-8-8-24,-1 1 0,-1 0 0,0 1 0,-3 0 0,0 0 0,-1 1 0,-2-1 0,2 39 0,-5 19-1978,-13 114 1,6-122-1072,6-35-838,8 1-1876</inkml:trace>
</inkml:ink>
</file>

<file path=ppt/ink/ink2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48.800"/>
    </inkml:context>
    <inkml:brush xml:id="br0">
      <inkml:brushProperty name="width" value="0.035" units="cm"/>
      <inkml:brushProperty name="height" value="0.035" units="cm"/>
    </inkml:brush>
  </inkml:definitions>
  <inkml:trace contextRef="#ctx0" brushRef="#br0">27 242 4320,'54'-46'1235,"-49"42"-1015,-1 1 1,1 0 0,0 0 0,0 1 0,0-1 0,0 1 0,6-1-1,14-8 752,-19 8-795,2-2 132,1 0-1,-1 0 0,0-1 1,-1 0-1,1-1 0,7-8 0,-7 6-163,-4 5 43,0-1 1,0 1-1,-1-1 1,0 0 0,0 0-1,0 0 1,4-9-1,-6 12-118,-1 1 0,1-1-1,-1 1 1,1-1 0,-1 1 0,0-1 0,1 1-1,-1-1 1,0 0 0,0 1 0,0-1 0,0 1-1,-1-1 1,1 1 0,0-1 0,-1 1 0,1-1-1,-1 1 1,1-1 0,-1 1 0,0-1-1,1 1 1,-1 0 0,0-1 0,0 1 0,0 0-1,0 0 1,0 0 0,0-1 0,-1 1 0,1 0-1,0 1 1,0-1 0,-2-1 0,0 1 16,0 0 0,-1 0 0,1 0 0,0 1 0,0-1 0,0 1 0,0 0 0,-1 0 0,1 0 0,0 0 0,0 1 0,0-1 0,-1 1 0,1 0-1,0 0 1,-5 2 0,-3 3 23,0 0-1,0 1 1,1 1-1,0 0 0,0 0 1,0 1-1,1 0 1,1 0-1,-1 1 0,2 0 1,-1 1-1,-10 21 1,10-17-56,0 1 0,1 0 1,1 1-1,1 0 1,0 0-1,1 0 1,1 0-1,0 1 1,1 18-1,2-27-119,0 1 0,1 0 0,1 0-1,0-1 1,0 1 0,0-1 0,2 1 0,-1-1 0,1 0 0,0 0-1,11 15 1,-8-13-139,1-1-1,1 0 0,0-1 0,1 0 0,-1-1 1,2 1-1,-1-2 0,14 8 0,0-3-202,-1-1 1,2-1-1,0-1 0,0-1 0,0-1 0,1-1 0,0-2 0,36 3 0,-49-6 329,0-1 0,-1 0 0,1-1 0,0 0 0,-1-1-1,1 0 1,-1-1 0,0 0 0,1-1 0,-1 0 0,-1-1-1,1-1 1,-1 0 0,0 0 0,0-1 0,-1 0-1,0-1 1,0 0 0,9-11 0,-17 15 107,0 0 0,-1 1 0,1-1 0,-1 0 1,0 0-1,0 0 0,0 0 0,0-4 0,1-5 29,-1 11-59,0 0 1,0 0-1,0 1 1,0-1-1,1 0 1,-1 1-1,0-1 1,1 0-1,-1 1 1,1 0-1,0-1 0,-1 1 1,1 0-1,0 0 1,0 0-1,0 0 1,2-1-1,40-13-54,-17 7-11,20-11-51,-10 5 34,-1-2-1,66-40 1,5-14 86,106-67 273,-178 114-206,-19 11-37,1 1 0,31-14 0,-43 23-19,-1 0-1,1 1 1,0-1 0,-1 1 0,1 0-1,0 0 1,0 1 0,0-1 0,0 1-1,0 0 1,0 1 0,0-1 0,0 1-1,0 0 1,8 3 0,-9-3-24,-1 2 0,1-1-1,-1 0 1,0 1 0,0 0 0,0-1-1,0 1 1,-1 0 0,1 1 0,-1-1 0,0 0-1,0 1 1,0-1 0,0 1 0,-1 0-1,1-1 1,-1 1 0,0 0 0,0 0 0,0 0-1,-1 0 1,1 6 0,1 9-450,-1 1 1,-1 0-1,-3 22 0,-3 10-1974,3 7-708</inkml:trace>
</inkml:ink>
</file>

<file path=ppt/ink/ink2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2.290"/>
    </inkml:context>
    <inkml:brush xml:id="br0">
      <inkml:brushProperty name="width" value="0.035" units="cm"/>
      <inkml:brushProperty name="height" value="0.035" units="cm"/>
    </inkml:brush>
  </inkml:definitions>
  <inkml:trace contextRef="#ctx0" brushRef="#br0">39 0 2804,'-3'29'1708,"-7"-21"-1456,1 1 20,-1 8-604,4 0-1028,6 0 1000</inkml:trace>
</inkml:ink>
</file>

<file path=ppt/ink/ink2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3.181"/>
    </inkml:context>
    <inkml:brush xml:id="br0">
      <inkml:brushProperty name="width" value="0.035" units="cm"/>
      <inkml:brushProperty name="height" value="0.035" units="cm"/>
    </inkml:brush>
  </inkml:definitions>
  <inkml:trace contextRef="#ctx0" brushRef="#br0">15 652 10229,'1'0'84,"-1"1"0,1-1 1,-1 1-1,0-1 0,1 0 0,-1 1 1,1-1-1,-1 0 0,1 0 0,-1 1 0,1-1 1,-1 0-1,1 0 0,-1 0 0,1 0 1,-1 0-1,1 0 0,-1 0 0,1 1 0,-1-1 1,1-1-1,-1 1 0,1 0 0,-1 0 1,1 0-1,-1 0 0,1 0 0,-1 0 0,1-1 1,-1 1-1,1 0 0,-1 0 0,1-1 1,-1 1-1,0 0 0,1-1 0,-1 1 0,1 0 1,-1-1-1,4-5 7206,-9 5-5128,-16-4-1497,12 0 7746,8 3-8389,1 0-1,-1 0 0,1 0 1,-1 0-1,1 0 0,0 0 0,0 0 1,0 0-1,0 0 0,0 0 1,1 0-1,-1 0 0,1 0 1,-1 1-1,1-1 0,0 0 1,-1 0-1,1 0 0,0 0 1,2-2-1,29-38 161,-23 31-171,34-42-11,-2-3 0,-3-1 0,31-64 0,46-112 0,-107 215 0,-68 212 0,50-159 0,2 0 0,1 0 0,-2 48 0,8-62 0,1-1 0,1 1 0,1-1 0,1 0 0,1 1 0,1-1 0,9 25 0,1-11 0,2 0 0,1-2 0,1 0 0,2-1 0,34 38 0,-4-3 0,-45-58 0,-1 0 0,0 0 0,0 0 0,0 0 0,-1 1 0,-1 0 0,1-1 0,-1 2 0,1 8 0,-3-13 0,-1 0 0,1-1 0,-1 1 0,-1 0 0,1 0 0,-1-1 0,0 1 0,0 0 0,0-1 0,0 1 0,-1-1 0,0 1 0,0-1 0,0 0 0,-1 0 0,1 0 0,-1 0 0,0 0 0,-6 6 0,-8 6 11,0-1 1,-1 0-1,-1-1 1,-39 22-1,-90 35-162,108-53 6,38-17-1127,4-7-2959,1-4 3203,1 0 0,0 1 0,1-1 0,0 1 0,1 0 0,0 0 0,0 1 0,1 0 0,0 0 0,1 0 0,-1 1 0,11-8 0,40-25-9649</inkml:trace>
</inkml:ink>
</file>

<file path=ppt/ink/ink2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3.384"/>
    </inkml:context>
    <inkml:brush xml:id="br0">
      <inkml:brushProperty name="width" value="0.035" units="cm"/>
      <inkml:brushProperty name="height" value="0.035" units="cm"/>
    </inkml:brush>
  </inkml:definitions>
  <inkml:trace contextRef="#ctx0" brushRef="#br0">220 32 13029,'-14'-8'1731,"-8"-5"1755,10 3 3540,8 30-3173,-4 52-2032,2 125-1,6-193-1819,-1 196-359,-35 250 0,28-400-1998,-3-1 0,-21 57 0,-16 27-9346,31-77 1405</inkml:trace>
</inkml:ink>
</file>

<file path=ppt/ink/ink2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3.557"/>
    </inkml:context>
    <inkml:brush xml:id="br0">
      <inkml:brushProperty name="width" value="0.035" units="cm"/>
      <inkml:brushProperty name="height" value="0.035" units="cm"/>
    </inkml:brush>
  </inkml:definitions>
  <inkml:trace contextRef="#ctx0" brushRef="#br0">102 209 14353,'-60'-23'2929,"38"23"-225,3 0 3200,34-15-4688,20-5-243,7 6-305,12 3-384,12-4-560,14 1-660,12 3-133,3-6-511,3-1-576,7 1-472,-6 3-768,-7 3-1621,-7 2-3972</inkml:trace>
</inkml:ink>
</file>

<file path=ppt/ink/ink2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3.836"/>
    </inkml:context>
    <inkml:brush xml:id="br0">
      <inkml:brushProperty name="width" value="0.035" units="cm"/>
      <inkml:brushProperty name="height" value="0.035" units="cm"/>
    </inkml:brush>
  </inkml:definitions>
  <inkml:trace contextRef="#ctx0" brushRef="#br0">0 26 12233,'1'0'95,"-1"0"1,1-1-1,-1 1 0,0 0 1,1 0-1,-1 0 0,0-1 1,1 1-1,-1 0 0,0 0 1,1-1-1,-1 1 0,0 0 0,1-1 1,-1 1-1,0 0 0,0-1 1,0 1-1,1 0 0,-1-1 1,0 1-1,0-1 0,0 1 1,0 0-1,0-1 0,1 1 1,-1-1-1,0 1 0,0 0 0,0-1 1,0 1-1,0-1 0,-1 1 1,1 0-1,0-1 0,0 1 1,0-1-1,0 1 0,0 0 1,-3-7 8136,6 6-7107,5-1-921,1 1 0,0 0-1,0 1 1,0 0 0,-1 0 0,1 1 0,0 0-1,0 1 1,-1-1 0,1 2 0,-1-1 0,15 7 0,9 6 107,56 33 0,-76-40-368,0 0 0,-1 0 0,0 1 0,-1 1-1,0 0 1,0 0 0,-1 1 0,0 0 0,11 19 0,-16-23 10,0 1 0,-1-1 0,0 0 0,0 1 0,-1 0 0,0 0 0,0-1 1,-1 1-1,0 0 0,0 1 0,-1-1 0,0 0 0,-1 0 0,1 0 0,-2 0 1,1 0-1,-5 15 0,2-12 117,-1 0 1,0 0-1,0 0 0,-1 0 1,0-1-1,-1 0 1,0 0-1,-1-1 1,0 0-1,0 0 0,-1-1 1,0 0-1,0-1 1,-1 0-1,0 0 0,0-1 1,-16 7-1,33-37 296,0 11-401,2 1 0,0 0 0,1 1 1,0-1-1,0 2 0,21-17 0,80-50-1372,-73 53 855,-38 23 549,62-40-2373,2 1 1,105-46-1,-33 32-5895,-75 33-34</inkml:trace>
</inkml:ink>
</file>

<file path=ppt/ink/ink2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4.147"/>
    </inkml:context>
    <inkml:brush xml:id="br0">
      <inkml:brushProperty name="width" value="0.035" units="cm"/>
      <inkml:brushProperty name="height" value="0.035" units="cm"/>
    </inkml:brush>
  </inkml:definitions>
  <inkml:trace contextRef="#ctx0" brushRef="#br0">474 27 9309,'-1'-2'284,"-1"0"0,0 0 0,0 0 0,0 0 0,0 0 0,0 0 0,0 1 0,-1-1 0,1 1 0,0 0 0,-1 0 0,1 0 0,-1 0 0,1 0 0,-1 0 0,0 1 0,1-1 0,-1 1 0,0-1 0,1 1 0,-1 0 0,0 0 1,-3 1-1,-23-2 2298,18 0-2111,-1 1 1,1 1-1,0 0 0,0 0 0,-1 1 0,1 0 0,0 1 0,1 0 0,-1 1 0,1 0 0,-1 1 0,1 0 0,0 1 0,1 0 0,0 0 0,0 1 1,0 0-1,-14 15 0,-6 10-51,2 1 1,1 1-1,-32 55 0,53-81-394,1-2-140,0 1-1,1-1 1,0 1-1,0 0 1,0-1-1,1 1 1,-4 15-1,6-19 55,0 0 0,0-1 0,0 1 0,0 0 0,0 0 0,1 0 0,-1 0 0,1-1 0,0 1 0,0 0 0,0-1 0,0 1 0,0 0 0,1-1 0,-1 1 0,1-1 0,-1 0 0,1 1 0,0-1 0,0 0 0,2 2 0,-2-4 41,-1 1 1,0 0-1,0-1 1,1 0 0,-1 1-1,0-1 1,1 0-1,-1 1 1,1-1-1,-1 0 1,0 0-1,1 0 1,-1 0 0,0-1-1,1 1 1,-1 0-1,3-1 1,0 0-29,5 0 52,1-1 0,-1 0 1,1-1-1,-1 0 0,0 0 0,0-1 0,0-1 1,-1 1-1,1-1 0,-1-1 0,10-8 0,-7 6 251,0 1-1,1 0 1,-1 0-1,15-5 1,-24 12-220,1-1 1,-1 1-1,1 0 1,-1-1-1,1 1 1,-1 0-1,1 1 1,-1-1 0,1 0-1,-1 1 1,1-1-1,-1 1 1,0 0-1,1 0 1,-1 0-1,0 0 1,3 1 0,31 26 169,-24-16-324,1 1 0,0-1 0,1-1 0,1-1 0,30 17 0,-17-12-908,2-3 1,-1 0-1,2-1 0,46 8 1,-54-15-609,0-1 1,32 0-1,-31-4-1103,-1-1-1,36-6 0,-17-1-4283</inkml:trace>
</inkml:ink>
</file>

<file path=ppt/ink/ink2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4.671"/>
    </inkml:context>
    <inkml:brush xml:id="br0">
      <inkml:brushProperty name="width" value="0.035" units="cm"/>
      <inkml:brushProperty name="height" value="0.035" units="cm"/>
    </inkml:brush>
  </inkml:definitions>
  <inkml:trace contextRef="#ctx0" brushRef="#br0">133 8 14529,'-2'-1'3030,"-15"-6"888,16 7-3768,1 0-1,-1 0 1,1 0-1,0 1 0,-1-1 1,1 0-1,-1 0 1,1 0-1,-1 0 1,1 1-1,0-1 1,-1 0-1,1 1 1,-1-1-1,1 0 0,0 1 1,-1-1-1,1 0 1,0 1-1,0-1 1,-1 0-1,1 1 1,0 0-1,-2 4 379,1 0 0,0 0-1,0 0 1,0 0 0,1 10 0,-45 634 4008,35-513-5708,7-79-656,-16 93 0,13-125 166,-5 30-1509,7-13-5394,3-14-2992</inkml:trace>
</inkml:ink>
</file>

<file path=ppt/ink/ink2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5.081"/>
    </inkml:context>
    <inkml:brush xml:id="br0">
      <inkml:brushProperty name="width" value="0.035" units="cm"/>
      <inkml:brushProperty name="height" value="0.035" units="cm"/>
    </inkml:brush>
  </inkml:definitions>
  <inkml:trace contextRef="#ctx0" brushRef="#br0">58 83 10589,'-8'1'900,"1"1"1,-1-1-1,1 1 0,0 1 0,-13 5 3426,43 1-3076,-4-4-1062,0-1 0,0-2 1,0 1-1,37-2 0,85-11-30,-81 4-210,384-37-1829,-322 30 1348,-71 5 256,55-15-1,-103 22 234,-3 0 62,-1-1-1,0 1 0,0-1 0,0 1 1,0 0-1,-1-1 0,1 1 0,0 0 1,0 0-1,-1 0 0,1 0 0,0 0 1,-1 0-1,1 0 0,-4-1 0,-4 3 14,1 0 0,-1 0 0,1 1 0,0 0 0,-1 0 0,1 1-1,0 0 1,0 0 0,0 1 0,-12 9 0,9-8-3,0 1 0,0 1 0,1 0 0,0 1 0,0 0 0,1 0 0,0 1 0,-11 14 0,16-19-4,0 1-1,1-1 1,0 1-1,0 0 0,0 0 1,1 0-1,-1 1 1,1-1-1,0 0 0,-1 7 1,3-10-21,0 0 0,-1 0 0,1 0 1,0 0-1,0 0 0,1 0 0,-1 0 0,0 0 1,1 0-1,-1 0 0,1 0 0,0 0 0,-1 0 1,1 0-1,0 0 0,0 0 0,0-1 0,0 1 1,1 0-1,-1-1 0,0 1 0,1-1 0,-1 1 1,1-1-1,0 0 0,-1 0 0,1 0 0,0 1 1,3 0-1,4 2-11,1 0 0,1 0 0,-1-1 0,0-1 0,1 1 0,0-2 0,18 1 0,80-6 419,-88 1-144,-1 1-1,1 1 1,0 1-1,-1 1 0,1 1 1,38 8-1,-55-9-230,0 0 0,0 1-1,1-1 1,-1 1 0,-1 0 0,1 1-1,0-1 1,0 1 0,-1-1 0,1 1-1,-1 0 1,0 0 0,0 1 0,0-1 0,-1 0-1,1 1 1,-1 0 0,0 0 0,4 7-1,-3-1-668,-1-1 0,0 1 0,-1 0 0,0 0 0,0-1 0,-1 1 0,-2 17 0,2-4-5014,3 2-3507</inkml:trace>
</inkml:ink>
</file>

<file path=ppt/ink/ink2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6.142"/>
    </inkml:context>
    <inkml:brush xml:id="br0">
      <inkml:brushProperty name="width" value="0.035" units="cm"/>
      <inkml:brushProperty name="height" value="0.035" units="cm"/>
    </inkml:brush>
  </inkml:definitions>
  <inkml:trace contextRef="#ctx0" brushRef="#br0">90 115 12705,'-71'14'1804,"70"-13"-1679,0-1 0,0 0 0,0 0 1,0 0-1,0 1 0,0-1 0,0 0 0,0 1 1,0-1-1,0 1 0,0-1 0,1 1 1,-1-1-1,0 1 0,0 0 0,0-1 0,1 1 1,-2 1-1,2 7 187,0-8 36,0 1-196,0 0-1,0-1 0,0 1 0,-1 0 1,2-1-1,-1 1 0,0 0 1,0-1-1,0 1 0,1 0 0,-1-1 1,1 1-1,-1-1 0,1 1 1,0-1-1,0 1 0,0-1 0,-1 1 1,1-1-1,1 0 0,-1 1 1,0-1-1,0 0 0,0 0 0,1 0 1,-1 0-1,0 0 0,1 0 1,-1 0-1,3 1 0,4 1 99,1 0-1,0 0 1,-1-1 0,1 0-1,9 0 1,65 8 836,136-2 0,89-22-366,-282 12-653,1481-153 1444,-1367 138-1199,194-21 1066,-331 38-1236,-9 2-4149,-2 5 4518,3-1-3492</inkml:trace>
</inkml:ink>
</file>

<file path=ppt/ink/ink2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6.408"/>
    </inkml:context>
    <inkml:brush xml:id="br0">
      <inkml:brushProperty name="width" value="0.035" units="cm"/>
      <inkml:brushProperty name="height" value="0.035" units="cm"/>
    </inkml:brush>
  </inkml:definitions>
  <inkml:trace contextRef="#ctx0" brushRef="#br0">251 3 11573,'-37'-1'609,"19"0"-63,0 0 0,-1 1 1,1 1-1,0 1 0,-35 8 0,49-9-324,0 0-1,1 1 1,-1-1-1,1 1 0,-1 0 1,1 0-1,-1 0 1,1 0-1,0 1 0,0 0 1,0-1-1,0 1 1,1 0-1,-1 0 0,1 0 1,0 0-1,-1 1 1,1-1-1,1 1 0,-1-1 1,1 1-1,-1 0 1,1 0-1,0-1 0,0 6 1,-1 0 39,2 1 0,-1 0 0,1 0 1,1-1-1,0 1 0,0 0 0,5 18 0,1-9 0,0 0-1,1 0 1,1 0-1,0-1 1,21 29-1,70 78 533,-87-108-694,143 148 533,-2-2-256,-125-130-314,-3 2 1,0 0-1,20 41 0,-39-62-43,0 1 0,0 1 0,-2-1 0,0 1 0,0 0 0,-2 0 0,0 1 0,-1-1 0,0 1 0,-3 31 0,-1-25-33,-1-1 0,-1 1 0,-2-1-1,0-1 1,-1 1 0,-1-1 0,-17 30 0,-7 4-614,-3-1-1,-61 73 0,22-33-2832,8 4-4701,36-43-2458</inkml:trace>
</inkml:ink>
</file>

<file path=ppt/ink/ink2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16.565"/>
    </inkml:context>
    <inkml:brush xml:id="br0">
      <inkml:brushProperty name="width" value="0.035" units="cm"/>
      <inkml:brushProperty name="height" value="0.035" units="cm"/>
    </inkml:brush>
  </inkml:definitions>
  <inkml:trace contextRef="#ctx0" brushRef="#br0">181 123 17402,'-31'-37'2804,"2"29"-460,16-7-352,-3 1-380,1 5-179,-1 1-121,3-4-1732,-19-5-7461,16 14 1772</inkml:trace>
</inkml:ink>
</file>

<file path=ppt/ink/ink2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8.330"/>
    </inkml:context>
    <inkml:brush xml:id="br0">
      <inkml:brushProperty name="width" value="0.035" units="cm"/>
      <inkml:brushProperty name="height" value="0.035" units="cm"/>
    </inkml:brush>
  </inkml:definitions>
  <inkml:trace contextRef="#ctx0" brushRef="#br0">4 61 3700,'-3'-12'2473,"25"6"-2197,16-5 148,0 2-176,16 7-284,13-7-352,19 3-1577,22 1 217</inkml:trace>
</inkml:ink>
</file>

<file path=ppt/ink/ink2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8.808"/>
    </inkml:context>
    <inkml:brush xml:id="br0">
      <inkml:brushProperty name="width" value="0.035" units="cm"/>
      <inkml:brushProperty name="height" value="0.035" units="cm"/>
    </inkml:brush>
  </inkml:definitions>
  <inkml:trace contextRef="#ctx0" brushRef="#br0">0 1 3384,'143'14'448,"-79"-11"-340,2-6-576,10-5-564,13 8 316</inkml:trace>
</inkml:ink>
</file>

<file path=ppt/ink/ink2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9.105"/>
    </inkml:context>
    <inkml:brush xml:id="br0">
      <inkml:brushProperty name="width" value="0.035" units="cm"/>
      <inkml:brushProperty name="height" value="0.035" units="cm"/>
    </inkml:brush>
  </inkml:definitions>
  <inkml:trace contextRef="#ctx0" brushRef="#br0">0 32 2984,'137'-20'280,"-90"14"-412,17 0-800,9 6 248</inkml:trace>
</inkml:ink>
</file>

<file path=ppt/ink/ink2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2.139"/>
    </inkml:context>
    <inkml:brush xml:id="br0">
      <inkml:brushProperty name="width" value="0.035" units="cm"/>
      <inkml:brushProperty name="height" value="0.035" units="cm"/>
    </inkml:brush>
  </inkml:definitions>
  <inkml:trace contextRef="#ctx0" brushRef="#br0">773 135 5725,'-3'-2'314,"0"-1"0,1 0 1,-1 1-1,0-1 0,1 0 1,0 0-1,-1-1 1,1 1-1,1 0 0,-1-1 1,0 1-1,-1-7 1,3 9-148,-1 0 0,1 0 0,0-1 0,-1 1 0,1 0 0,-1 0 0,0 0 0,1 0 0,-1-1 0,0 1 1,0 0-1,0 0 0,0 1 0,-1-3 0,1 2-10,0 0 0,-1 0 0,1 0 0,1 0 0,-1 0 0,0 0 1,0 0-1,0 0 0,1-1 0,-1 1 0,0 0 0,1-1 0,-1-1 0,0-2 316,-1 0 0,0 0-1,1 1 1,-2-1 0,1 1-1,0 0 1,-1 0-1,0-1 1,-5-4 0,7 7 35,-3 2-36,-4 2-309,-1 0 0,1 1 0,0 0 0,0 0 0,0 0 0,1 1 1,-1 1-1,1-1 0,0 1 0,0 0 0,1 1 0,-1 0 0,1 0 0,-8 11 0,-10 13 298,1 1 0,-18 35 0,19-31-14,-64 108 554,5 3 0,-63 161 0,113-231-853,4 2-1,4 1 1,3 1 0,3 0 0,4 1 0,-3 98 0,16-131-154,2 1 0,2 0 1,3-1-1,1 0 0,3-1 0,2 0 0,1 0 1,3-2-1,2 0 0,2-1 0,1 0 0,3-2 1,1-1-1,2-1 0,1-2 0,3-1 1,1-1-1,71 60 0,-76-76-172,0 0 0,1-2 0,1-1 0,1-1 0,0-2 1,1-1-1,1-2 0,36 9 0,-48-16 60,1 0 1,-1-2-1,0 0 0,1-2 1,0 0-1,22-4 0,-30 2 70,1-1-1,0-1 0,-1 0 1,0-1-1,0 0 0,0-1 0,-1-1 1,0 0-1,18-13 0,-25 15 33,0 1-1,0-1 0,0-1 1,-1 1-1,0-1 1,0 0-1,-1 0 0,1-1 1,-1 0-1,-1 1 0,1-1 1,-1 0-1,0-1 1,-1 1-1,0 0 0,0-1 1,0 1-1,-1-1 0,0 0 1,-1 1-1,0-1 1,0 0-1,0 0 0,-1 1 1,0-1-1,-4-12 0,0 3-1,-1 1 0,0 0-1,-1 1 1,-1 0 0,0 0-1,-1 0 1,-1 1-1,0 0 1,-1 1 0,0 1-1,-15-14 1,2 6-43,0 0-1,-2 2 1,0 1-1,0 1 1,-2 1-1,0 2 1,0 0-1,-2 2 1,1 1 0,-1 2-1,0 1 1,-40-5-1,-59 6-4514,124 6 1975,14 11-11286</inkml:trace>
</inkml:ink>
</file>

<file path=ppt/ink/ink2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2.562"/>
    </inkml:context>
    <inkml:brush xml:id="br0">
      <inkml:brushProperty name="width" value="0.035" units="cm"/>
      <inkml:brushProperty name="height" value="0.035" units="cm"/>
    </inkml:brush>
  </inkml:definitions>
  <inkml:trace contextRef="#ctx0" brushRef="#br0">276 178 7429,'-15'-11'720,"12"10"-498,0-1-1,1 0 1,-1 0-1,0 0 1,1 0 0,-1 0-1,1-1 1,0 1-1,0-1 1,0 0-1,0 1 1,0-1-1,-3-9 4743,3 12-4812,-1 1 1,1-1-1,0 0 1,0 1-1,0 0 1,0-1-1,0 1 1,0 0 0,0 0-1,0 0 1,1 0-1,-1 1 1,0-1-1,0 0 1,1 1-1,-1-1 1,1 1-1,0 0 1,-1-1-1,0 3 1,-21 40 539,21-39-479,-25 61 747,3 1 0,4 1 0,-19 108 1,33-142-765,-30 201 992,30-181-954,3 0 1,6 75-1,2-78-88,1 0 1,3-1-1,2 0 1,33 90-1,-36-120-111,1 1-1,0-2 1,2 1 0,0-1 0,1-1-1,1 0 1,1-1 0,0 0 0,2-1-1,-1-1 1,2 0 0,0-2-1,34 22 1,-40-29-22,0-1-1,1 0 0,0-1 1,-1 0-1,2-1 0,-1 0 1,0-1-1,0 0 0,1-1 1,-1 0-1,1-1 0,-1-1 1,0 0-1,1 0 0,-1-2 1,0 1-1,0-1 0,0-1 1,0 0-1,-1-1 0,1 0 1,-1-1-1,0 0 0,-1-1 1,0 0-1,0-1 0,0 0 1,-1 0-1,0-1 1,15-19-1,-6 2-23,0 0 0,-2 0 0,-1-2 0,-1 0 0,-2-1 0,10-31 0,-2-9-2,18-110 0,-27 104 2,-3 0 1,-4 0 0,-3 0 0,-11-95 0,5 120-61,-3 1 0,-3-1 1,-1 2-1,-2-1 0,-3 2 0,-2 0 0,-32-60 0,39 88-125,0 1 0,-1 0 0,-1 0 0,-1 2 1,0 0-1,-1 0 0,-1 1 0,0 1 0,-35-21 0,43 30-42,-1 0 0,0 1 0,0 0 1,0 0-1,-1 1 0,1 1 0,-1-1 0,0 2 1,-17-1-1,20 2-83,-1 1 0,1 0 0,0 0 0,-1 1 0,1 0 0,0 0 0,0 1 0,0 0 0,1 1 0,-1-1 0,1 2 0,0-1 0,-11 9 0,10-7-541,0 1 0,0 0 1,1 0-1,0 1 0,1 0 0,0 0 1,0 0-1,-9 18 0,-4 39-6476</inkml:trace>
</inkml:ink>
</file>

<file path=ppt/ink/ink2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2.905"/>
    </inkml:context>
    <inkml:brush xml:id="br0">
      <inkml:brushProperty name="width" value="0.035" units="cm"/>
      <inkml:brushProperty name="height" value="0.035" units="cm"/>
    </inkml:brush>
  </inkml:definitions>
  <inkml:trace contextRef="#ctx0" brushRef="#br0">189 240 9213,'-19'-5'1645,"-1"-2"0,1 0 0,0-1 0,1-1 0,0-1 0,1-1 0,-30-22 0,46 32-1585,0 0 0,0 0 0,0 0 0,1 0 0,-1 0-1,0 0 1,0 0 0,1 0 0,-1 0 0,1 0 0,-1 0 0,1 0-1,-1 0 1,1 0 0,-1 0 0,1-1 0,0 1 0,0 0 0,0 0-1,0-1 1,0 1 0,0 0 0,0 0 0,0 0 0,0-1-1,1 1 1,-1 0 0,0 0 0,1 0 0,-1 0 0,1-1 0,-1 1-1,1 0 1,-1 0 0,1 0 0,0 0 0,0 0 0,0 0 0,-1 1-1,1-1 1,0 0 0,2-1 0,2-2 34,1 0 1,-1 0 0,1 1-1,0 0 1,0 0-1,11-4 1,26-5 138,0 1 0,76-7 0,94 4-992,-175 13 515,50-4-699,276-9-3520,-123 15-3219,-100 4-1551</inkml:trace>
</inkml:ink>
</file>

<file path=ppt/ink/ink3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7.222"/>
    </inkml:context>
    <inkml:brush xml:id="br0">
      <inkml:brushProperty name="width" value="0.035" units="cm"/>
      <inkml:brushProperty name="height" value="0.035" units="cm"/>
    </inkml:brush>
  </inkml:definitions>
  <inkml:trace contextRef="#ctx0" brushRef="#br0">345 37 5849,'-5'-4'638,"-5"-4"-217,3 6 5794,15 1-6217,0-5 5584,-9-2 661,-5 4-5072,-11 1 2824,-9 4-5592,23-1 338,10-1 775,0 0 724,8 2-647,-22 10 117,4-8 387,2-1-59,-3-1-162,0 0 133,0 0 0,0 1-1,0-1 1,0 1 0,1 0 0,-1 0-1,1 0 1,0 0 0,-6 5-1,3-2-35,4-4 18,-29 15 17,-12 11 72,17-11-69,24-15 56,19-18 394,-55 97 905,-54 169 0,83-215-1316,1 1-1,1 1 1,2-1 0,2 1-1,1 0 1,2-1 0,8 71-1,-5-93-91,0 0 0,0 0 0,1-1 0,1 1 0,0-1 0,1 0 0,0 0 0,1-1 0,0 0 1,1 0-1,10 11 0,-5-8-163,1-2 1,0 1-1,0-2 1,2 0-1,-1-1 1,1 0 0,25 11-1,-17-11-9,0-1 0,0-2-1,0 0 1,1-1 0,0-2 0,0 0-1,1-2 1,-1-1 0,0 0 0,1-2-1,-1-1 1,26-6 0,-32 3 148,-1-1 1,1 0-1,-1-2 1,0 0-1,-1-1 1,0-1-1,-1 0 0,0-1 1,0-1-1,-1-1 1,20-21-1,-9 5 571,-1-2 1,-1 0-1,-2-2 0,31-60 0,-42 61 665,-11 32-1153,0 0 0,0 0 0,0 0 0,0 0 0,0 0 0,0 0 0,0 0 0,0 0 0,-1 0 0,1 0 0,0 0 0,0 0 0,0 0 0,0 0 0,0 0 0,0 0 0,0 0 0,0 0 0,0 0 0,-1 0 0,1 0 0,0 0 0,0-1 0,0 1 0,0 0 0,0 0 0,0 0 0,0 0 0,0 0 0,0 0 0,0 0 0,0 0 0,0 0 0,0 0 0,-1 0 0,1 0 0,0 0 0,0-1 0,0 1 0,0 0 0,0 0 0,0 0 0,0 0 0,0 0 0,0 0 0,0 0 0,0 0-1,0 0 1,0-1 0,0 1 0,0 0 0,0 0 0,0 0 0,0 0 0,0 0 0,0 0 0,0 0 0,0 0 0,1 0 0,-1-1 0,0 1 0,0 0 0,0 0 0,0 0 0,0 0 0,0 0 0,-11 17 420,-10 28-475,2 1 0,2 0 0,3 1 0,-11 58-1,13-53-860,-35 180-4537,28-73-6427,18-113 3543</inkml:trace>
</inkml:ink>
</file>

<file path=ppt/ink/ink3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7.564"/>
    </inkml:context>
    <inkml:brush xml:id="br0">
      <inkml:brushProperty name="width" value="0.035" units="cm"/>
      <inkml:brushProperty name="height" value="0.035" units="cm"/>
    </inkml:brush>
  </inkml:definitions>
  <inkml:trace contextRef="#ctx0" brushRef="#br0">73 1 9593,'0'0'5665,"-2"3"-4069,-7 14-943,0 1 0,1 0 0,1 0 1,1 0-1,0 1 0,2 0 1,-4 25-1,-5 139 543,12-132-814,10 87 0,-5-114-318,0-1 0,1 0 1,2 0-1,0-1 0,20 42 1,-20-50-76,1 1 0,0-1 1,1-1-1,1 1 0,0-2 1,0 1-1,1-1 1,1-1-1,0 0 0,1-1 1,0 0-1,0-1 0,1 0 1,0-1-1,26 10 1,-34-16 10,1 0 0,1-1 0,-1 0 0,0 0 0,0-1 0,0 0 0,0 0 0,0 0 0,1-1 0,-1 0 0,0-1 0,0 0 0,0 0 0,-1 0 0,1-1 0,0 0 0,-1 0 0,0 0 0,0-1 0,6-5 0,-1 0 6,-1 0 0,0-2 0,-1 1 0,0-1 0,-1 0 1,0-1-1,-1 0 0,0 0 0,-1 0 0,0-1 0,-1 0 0,-1-1 0,4-14 0,0-9 50,-1 0 0,-1-1-1,0-60 1,-6 68-9,-1 1 0,-1-1 0,-2 0 0,-1 1 0,-1 0 0,-14-39 0,14 51-96,-1-1-1,-1 2 1,0-1 0,-2 1 0,0 1 0,0-1 0,-1 2 0,-1-1 0,-1 2 0,0 0 0,-21-17 0,27 25-237,-1 0 1,0 0 0,-1 1 0,1 0 0,-1 0 0,0 1 0,0 0 0,0 0 0,-12-1-1,15 3-370,-1 0-1,1 1 0,0 0 0,0 0 1,0 1-1,-1-1 0,1 1 0,0 1 1,0-1-1,0 1 0,0 0 0,1 0 1,-1 1-1,-8 5 0,-11 14-7960</inkml:trace>
</inkml:ink>
</file>

<file path=ppt/ink/ink3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7.985"/>
    </inkml:context>
    <inkml:brush xml:id="br0">
      <inkml:brushProperty name="width" value="0.035" units="cm"/>
      <inkml:brushProperty name="height" value="0.035" units="cm"/>
    </inkml:brush>
  </inkml:definitions>
  <inkml:trace contextRef="#ctx0" brushRef="#br0">15 389 12073,'-14'0'4799,"14"-16"-2389,1 12-2251,0 1 0,1-1 0,0 0 0,-1 1 0,1-1 1,1 1-1,-1 0 0,0 0 0,1 0 0,-1 0 0,1 0 1,0 0-1,0 1 0,0-1 0,7-3 0,8-4 410,36-16 0,-32 17-300,56-23 173,1 3-1,101-22 1,172-20-2308,-157 34-1113,-155 29 2100,156-27-6642,-86 25-810</inkml:trace>
</inkml:ink>
</file>

<file path=ppt/ink/ink3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8.324"/>
    </inkml:context>
    <inkml:brush xml:id="br0">
      <inkml:brushProperty name="width" value="0.035" units="cm"/>
      <inkml:brushProperty name="height" value="0.035" units="cm"/>
    </inkml:brush>
  </inkml:definitions>
  <inkml:trace contextRef="#ctx0" brushRef="#br0">269 1 10521,'-5'10'833,"1"1"286,1-1 3468,-15-11-504,12 3-3800,1 0-1,0-1 1,-1 2-1,1-1 0,0 1 1,0-1-1,1 1 1,-1 1-1,1-1 1,-1 1-1,1-1 1,0 1-1,0 0 0,1 1 1,-4 4-1,-8 11 452,1 1 0,-11 24-1,7-10-334,1 1 1,3 1-1,0 0 0,3 1 0,1 0 0,-8 59 0,15-71-370,1-1 0,1 1-1,2-1 1,0 1-1,2-1 1,0 1-1,2-1 1,1 0 0,1-1-1,1 1 1,12 26-1,-14-41-67,-1 1 1,1-1-1,0 0 0,1-1 0,1 0 0,9 10 1,-16-17 33,1 0 0,-1-1 0,1 1 0,0-1 0,0 0 0,-1 0 0,1 1 0,0-1 0,0 0 0,0-1 1,1 1-1,-1 0 0,0 0 0,0-1 0,0 0 0,0 1 0,1-1 0,-1 0 0,0 0 0,0 0 0,1 0 0,-1 0 0,0-1 1,0 1-1,0-1 0,1 1 0,-1-1 0,0 0 0,0 0 0,0 0 0,0 0 0,0 0 0,0-1 0,-1 1 0,1 0 1,0-1-1,-1 1 0,3-4 0,0 1 3,-1-1-1,0 1 1,0-1 0,0 0-1,-1 0 1,1 0 0,-1 0 0,-1 0-1,1 0 1,1-8 0,6-59-31,-8 53 27,3-64-5,-9-112-1,-1 24-88,5 137-613,3 0 0,1 1 0,1-1 0,9-33 0,-11 62 373,-1 1 0,1-1-1,0 1 1,0 0 0,1 0 0,-1 0 0,1 0-1,0 0 1,0 0 0,0 1 0,0-1-1,1 1 1,-1 0 0,1 0 0,0 0-1,0 1 1,0-1 0,0 1 0,6-2 0,-5 2-454,1 0 1,-1 1 0,1-1 0,-1 1-1,1 1 1,0-1 0,-1 1 0,1 0-1,0 0 1,6 1 0,28 9-7478</inkml:trace>
</inkml:ink>
</file>

<file path=ppt/ink/ink3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8.573"/>
    </inkml:context>
    <inkml:brush xml:id="br0">
      <inkml:brushProperty name="width" value="0.035" units="cm"/>
      <inkml:brushProperty name="height" value="0.035" units="cm"/>
    </inkml:brush>
  </inkml:definitions>
  <inkml:trace contextRef="#ctx0" brushRef="#br0">26 654 11469,'6'-196'6768,"-5"80"-2686,-1 88-3421,2 0 0,1 0-1,2 0 1,0 1-1,2 0 1,1 0 0,1 1-1,1 0 1,24-44-1,-33 68-628,0 1 0,0-1 1,0 0-1,0 1 0,0-1 0,0 1 0,1-1 0,-1 1 0,1-1 0,-1 1 0,1 0 0,-1 0 0,1 0 1,0 0-1,0 0 0,-1 0 0,1 0 0,0 1 0,0-1 0,0 1 0,0-1 0,0 1 0,0 0 0,0-1 0,0 1 1,0 0-1,0 1 0,0-1 0,0 0 0,0 0 0,0 1 0,0-1 0,0 1 0,0 0 0,-1 0 0,3 0 0,1 2 14,0 1-1,0-1 0,0 1 0,0 0 0,-1 0 0,1 0 0,-1 1 1,-1-1-1,1 1 0,0 0 0,2 6 0,8 16 57,-1 1 0,-2 0 0,0 1 1,-2 1-1,-1 0 0,-2 0 0,-1 0 0,-1 1 0,0 48 0,-5-39-112,-2 1-1,-1-1 1,-3 0-1,-1 0 1,-1-1-1,-28 70 1,-120 233-5284,133-293 1048,-35 98 0,48-97-1506,15-6-3328</inkml:trace>
</inkml:ink>
</file>

<file path=ppt/ink/ink3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8.716"/>
    </inkml:context>
    <inkml:brush xml:id="br0">
      <inkml:brushProperty name="width" value="0.035" units="cm"/>
      <inkml:brushProperty name="height" value="0.035" units="cm"/>
    </inkml:brush>
  </inkml:definitions>
  <inkml:trace contextRef="#ctx0" brushRef="#br0">436 92 10125,'-23'-34'2288,"11"25"-152,-4 1-235,-10-4-161,7-2-360,-6 8-252,0-2-268,-1 11-176,-2-3-204,-7 5-368,-3 1-480,6 0-980,-19 2-1024,10 1-3217,3 8-4584</inkml:trace>
</inkml:ink>
</file>

<file path=ppt/ink/ink3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9.171"/>
    </inkml:context>
    <inkml:brush xml:id="br0">
      <inkml:brushProperty name="width" value="0.035" units="cm"/>
      <inkml:brushProperty name="height" value="0.035" units="cm"/>
    </inkml:brush>
  </inkml:definitions>
  <inkml:trace contextRef="#ctx0" brushRef="#br0">305 29 6897,'2'-24'2064,"-1"20"3246,-2 8-3792,-4 33 1015,-16 51 0,-42 102 392,32-103-2155,-34 65-2573,15-53-2277,11-22-2097,6-8-3329</inkml:trace>
</inkml:ink>
</file>

<file path=ppt/ink/ink3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3.390"/>
    </inkml:context>
    <inkml:brush xml:id="br0">
      <inkml:brushProperty name="width" value="0.035" units="cm"/>
      <inkml:brushProperty name="height" value="0.035" units="cm"/>
    </inkml:brush>
  </inkml:definitions>
  <inkml:trace contextRef="#ctx0" brushRef="#br0">264 104 6609,'1'-2'118,"0"1"1,0-1 0,0 1-1,0-1 1,-1 0 0,1 0-1,0 0 1,-1 1-1,1-1 1,-1 0 0,0 0-1,0 0 1,0 0 0,1 0-1,-2 0 1,1 0 0,0 0-1,0 0 1,-1 1 0,1-1-1,-1 0 1,1 0 0,-3-5 6939,2 4-6368,0 0-1,0-1 0,0 1 1,-1-1-1,1 1 1,-1 0-1,-3-5 0,-3-7 1989,8 15-2620,0-1 0,0 1 0,0 0-1,-1-1 1,1 1 0,0 0 0,0-1 0,0 1 0,0-1 0,-1 1 0,1 0 0,0-1-1,0 1 1,0 0 0,-1 0 0,1-1 0,0 1 0,-1 0 0,1-1 0,0 1 0,-1 0-1,1 0 1,0 0 0,-1-1 0,1 1 0,0 0 0,-1 0 0,1 0 0,0 0 0,-1 0-1,1 0 1,-1 0 0,1 0 0,0 0 0,-1 0 0,1 0 0,-1 0 0,1 0 0,0 0-1,-1 0 1,1 0 0,-1 0 0,-14 18 919,10-8-694,0 0-1,1 0 1,-5 16 0,-67 403 2705,61-328-2934,-26 217-2588,20-143-1788,-3 0-5406,7-64-2932</inkml:trace>
</inkml:ink>
</file>

<file path=ppt/ink/ink3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3.793"/>
    </inkml:context>
    <inkml:brush xml:id="br0">
      <inkml:brushProperty name="width" value="0.035" units="cm"/>
      <inkml:brushProperty name="height" value="0.035" units="cm"/>
    </inkml:brush>
  </inkml:definitions>
  <inkml:trace contextRef="#ctx0" brushRef="#br0">0 737 8597,'49'-102'10030,"-40"90"-9628,-1 0-1,2 1 1,-1 0 0,1 1 0,14-11-1,10-11 297,6-8-10,14-14 440,-3-2 0,46-66 0,-67 78-555,-1-1-1,22-50 1,-11 25 159,-40 70-723,1 0 1,0 0-1,-1 0 1,1 0-1,0 1 0,0-1 1,-1 0-1,1 0 1,-1 0-1,1 1 1,0-1-1,-1 0 1,1 0-1,-1 1 1,1-1-1,0 1 1,-1-1-1,1 1 1,-1-1-1,1 1 1,-1-1-1,0 1 1,1-1-1,-1 1 1,0-1-1,1 2 1,5 6 39,-1 0 0,0 0 0,-1 1 0,1 0 0,-2 0-1,4 12 1,14 65 143,-14-55-110,9 44 69,-3 1-1,-4 1 0,0 101 0,-9-136-211,-3-1 0,-2 1 0,-1-1-1,-2 0 1,-2-1 0,-2 0-1,-30 71 1,-5-22-3693,-84 119 0,85-139-167,11-7-1892,15-4-3201</inkml:trace>
</inkml:ink>
</file>

<file path=ppt/ink/ink3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3.932"/>
    </inkml:context>
    <inkml:brush xml:id="br0">
      <inkml:brushProperty name="width" value="0.035" units="cm"/>
      <inkml:brushProperty name="height" value="0.035" units="cm"/>
    </inkml:brush>
  </inkml:definitions>
  <inkml:trace contextRef="#ctx0" brushRef="#br0">102 97 12217,'-51'-17'2220,"42"-3"-376,2-3 2585,4 3-4013,0 3-452,-7 40-9437,-9 11 840</inkml:trace>
</inkml:ink>
</file>

<file path=ppt/ink/ink3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09.832"/>
    </inkml:context>
    <inkml:brush xml:id="br0">
      <inkml:brushProperty name="width" value="0.035" units="cm"/>
      <inkml:brushProperty name="height" value="0.035" units="cm"/>
    </inkml:brush>
  </inkml:definitions>
  <inkml:trace contextRef="#ctx0" brushRef="#br0">579 0 4416,'-42'0'1361,"23"0"-213,0 15-28,-19 13-48,10-2 0,-7 3-300,-3 8-176,-7 8-96,4 13-76,-7 10-104,-2 4-360,-4 2-844,-7 17-2600,1 21-1925</inkml:trace>
</inkml:ink>
</file>

<file path=ppt/ink/ink3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10.966"/>
    </inkml:context>
    <inkml:brush xml:id="br0">
      <inkml:brushProperty name="width" value="0.035" units="cm"/>
      <inkml:brushProperty name="height" value="0.035" units="cm"/>
    </inkml:brush>
  </inkml:definitions>
  <inkml:trace contextRef="#ctx0" brushRef="#br0">1007 35 5168,'13'-28'1093,"-10"22"1318,-3 8-1611,3 19-162,-1 0 0,-1-1 0,-1 1-1,-1 0 1,-5 25 0,1 13 174,-8 118 743,-7-2 1,-47 187-1,-110 336-73,-33-9-1333,85-337-1089,-80 241-1845,40 11-5126,130-425 2123</inkml:trace>
</inkml:ink>
</file>

<file path=ppt/ink/ink3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12.004"/>
    </inkml:context>
    <inkml:brush xml:id="br0">
      <inkml:brushProperty name="width" value="0.035" units="cm"/>
      <inkml:brushProperty name="height" value="0.035" units="cm"/>
    </inkml:brush>
  </inkml:definitions>
  <inkml:trace contextRef="#ctx0" brushRef="#br0">28 365 3156,'-23'-8'798,"24"8"-745,-1-1 1,1 0-1,0 0 1,-1 0 0,1 0-1,0 1 1,0-1-1,0 0 1,-1 1-1,1-1 1,0 1 0,0-1-1,0 1 1,0-1-1,0 1 1,0 0 0,0-1-1,1 1 1,0-1 713,-2-62 1294,0 57-1944,0 1 0,0-1 0,0 1 0,-1-1 0,0 1 1,0-1-1,0 1 0,-1 0 0,-3-9 0,0-1 530,3 13-604,1-1 1,0 0 0,0 1-1,0-1 1,1 0 0,-1 0-1,1 0 1,0 0 0,-1 0-1,1 0 1,0 0 0,1 0-1,-1 1 1,1-1 0,-1 0 0,1 0-1,0 0 1,0 0 0,0 1-1,0-1 1,0 0 0,1 1-1,-1-1 1,1 1 0,0 0-1,0-1 1,0 1 0,0 0-1,0 0 1,0 0 0,0 0 0,1 1-1,-1-1 1,1 1 0,-1-1-1,1 1 1,0 0 0,-1 0-1,1 0 1,0 0 0,3 0-1,63-15 51,0 4 0,0 2-1,93 0 1,-100 7-63,1114-25 253,7 49-214,-1149-20-67,2740 113-87,-392-12-681,-1276-85 409,-4-85 154,-978 52 133,161-16 90,-244 31-28,1 1 1,44 7-1,-18 1 40,96 8-119,-140-15 65,1-1 0,-1-1 0,0-1 0,39-9 0,-58 10 20,0 0 1,-1 0 0,1 0-1,-1-1 1,0 1 0,1-1-1,-1 0 1,0-1 0,0 1 0,0-1-1,-1 0 1,1 0 0,0 0-1,-1 0 1,0 0 0,0-1-1,0 1 1,0-1 0,0 0 0,-1 0-1,0 0 1,0 0 0,2-6-1,-2 3 39,-1 0 0,1 0 0,-1 0 1,-1-1-1,0 1 0,0 0 0,0 0 0,-1-1 0,0 1 0,-2-10 0,3 17-35,-1-3 141,-3-11 84,0 6-155,2 8 270,-236 706 3263,-46-16-2911,-2 5-3323,128-284-2734,86-211 251</inkml:trace>
</inkml:ink>
</file>

<file path=ppt/ink/ink3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13.296"/>
    </inkml:context>
    <inkml:brush xml:id="br0">
      <inkml:brushProperty name="width" value="0.035" units="cm"/>
      <inkml:brushProperty name="height" value="0.035" units="cm"/>
    </inkml:brush>
  </inkml:definitions>
  <inkml:trace contextRef="#ctx0" brushRef="#br0">541 58 8577,'45'-12'2313,"-45"12"-2237,0 0-1,0 0 1,0 0 0,0-1 0,1 1 0,-1 0 0,0 0 0,0 0 0,0 0 0,0-1 0,0 1 0,0 0-1,0 0 1,1 0 0,-1-1 0,0 1 0,0 0 0,0 0 0,0-1 0,0 1 0,0 0 0,0 0 0,0 0-1,0-1 1,0 1 0,0 0 0,0 0 0,0-1 0,0 1 0,-1 0 0,1 0 0,0 0 0,0-1 0,0 1-1,0 0 1,0 0 0,0 0 0,0-1 0,-1 1 0,1 0 0,0 0 0,0 0 0,0 0 0,0 0 0,-1-1-1,1 1 1,0 0 0,0 0 0,0 0 0,-1 0 0,1 0 0,-15-14 1874,10 10 669,4 3-1940,-1-1-214,0 0 1,0 0 0,1 0-1,-1 1 1,0-1-1,0 1 1,-1-1-1,1 1 1,-2-1 3626,0 5-2810,-3 4-1098,1 0 0,0 1 0,0 0 0,0 0 0,1 0-1,0 1 1,-5 13 0,-25 75 1222,20-50-1165,-77 197-538,-23 68-1340,80-210-3567,-59 119 0,41-106-1513,7 4-4007</inkml:trace>
</inkml:ink>
</file>

<file path=ppt/ink/ink3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14.500"/>
    </inkml:context>
    <inkml:brush xml:id="br0">
      <inkml:brushProperty name="width" value="0.035" units="cm"/>
      <inkml:brushProperty name="height" value="0.035" units="cm"/>
    </inkml:brush>
  </inkml:definitions>
  <inkml:trace contextRef="#ctx0" brushRef="#br0">70 59 8617,'-9'-3'415,"1"1"271,0-1-1,0 1 0,-1 1 0,-19-2 8884,31 1-8980,2-3-482,1 1 1,0 1 0,0-1 0,0 1 0,1 0-1,-1 0 1,1 1 0,-1 0 0,1 0-1,9-1 1,11-1 82,34 0-1,-52 3-185,164 2-2095,-60 9-6485,-53-2-1272</inkml:trace>
</inkml:ink>
</file>

<file path=ppt/ink/ink3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14.908"/>
    </inkml:context>
    <inkml:brush xml:id="br0">
      <inkml:brushProperty name="width" value="0.035" units="cm"/>
      <inkml:brushProperty name="height" value="0.035" units="cm"/>
    </inkml:brush>
  </inkml:definitions>
  <inkml:trace contextRef="#ctx0" brushRef="#br0">77 15 9325,'7'-15'7884,"-9"19"-6616,-24 93 2092,-20 146 0,41-197-3135,2 0 0,2 1-1,2-1 1,2 0 0,14 73 0,-10-84-180,2-1-1,2-1 0,1 1 1,2-2-1,0 0 0,3-1 0,0 0 1,2-1-1,2-1 0,0-1 1,2-1-1,1-1 0,1-1 1,1-1-1,49 34 0,-63-50-29,0-1 1,0-1-1,1 0 0,-1 0 0,2-2 0,-1 1 1,0-2-1,1 0 0,-1 0 0,1-1 0,25 0 0,-29-3-9,-1 1 0,0-1-1,0-1 1,0 0 0,0 0-1,-1-1 1,1 0 0,-1 0-1,1-1 1,-1 0 0,0-1 0,0 0-1,-1 0 1,1-1 0,-1 1-1,-1-1 1,1-1 0,9-12-1,-4 2-17,-1-1-1,0 0 1,-2-1-1,0-1 0,-1 1 1,-1-1-1,-1 0 1,-1-1-1,-1 1 1,0-1-1,-2 0 1,0 0-1,-1 0 0,-1 0 1,-5-31-1,0 14 5,-2 1-1,-1 0 0,-2 0 1,-1 1-1,-2 0 0,-2 1 1,-34-59-1,28 58-59,-2 2 1,-1 1-1,-2 1 0,-1 1 0,-2 1 1,-33-27-1,46 45-184,-1 0 0,0 1 0,-1 1 0,0 0-1,0 1 1,-21-6 0,26 11-188,0 0 1,-1 1-1,1 1 0,-1 0 0,0 1 0,1 0 0,-1 2 1,0-1-1,-25 5 0,33-4-163,0 1 1,0-1-1,0 1 1,0 0-1,0 1 1,0-1 0,0 1-1,1 0 1,-1 1-1,1-1 1,0 1-1,0 0 1,-5 6-1,-15 28-8616</inkml:trace>
</inkml:ink>
</file>

<file path=ppt/ink/ink3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15.095"/>
    </inkml:context>
    <inkml:brush xml:id="br0">
      <inkml:brushProperty name="width" value="0.035" units="cm"/>
      <inkml:brushProperty name="height" value="0.035" units="cm"/>
    </inkml:brush>
  </inkml:definitions>
  <inkml:trace contextRef="#ctx0" brushRef="#br0">32 63 1600,'-31'-63'-548</inkml:trace>
</inkml:ink>
</file>

<file path=ppt/ink/ink3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15.884"/>
    </inkml:context>
    <inkml:brush xml:id="br0">
      <inkml:brushProperty name="width" value="0.035" units="cm"/>
      <inkml:brushProperty name="height" value="0.035" units="cm"/>
    </inkml:brush>
  </inkml:definitions>
  <inkml:trace contextRef="#ctx0" brushRef="#br0">0 1395 5697,'10'-4'758,"0"-1"0,0 0 0,-1 0 0,0 0 0,0-2 0,0 1 0,-1-1 0,0 0 0,13-14 0,1-5 816,34-51-1,78-135 1909,58-79-1688,-155 243-1634,2 2 1,2 1-1,83-69 0,-44 53-730,3 3 0,2 4 0,179-82 0,-176 100-2507,1 3 0,113-25 0,-59 30-4769</inkml:trace>
</inkml:ink>
</file>

<file path=ppt/ink/ink3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16.518"/>
    </inkml:context>
    <inkml:brush xml:id="br0">
      <inkml:brushProperty name="width" value="0.035" units="cm"/>
      <inkml:brushProperty name="height" value="0.035" units="cm"/>
    </inkml:brush>
  </inkml:definitions>
  <inkml:trace contextRef="#ctx0" brushRef="#br0">2931 1455 3368,'1'0'38,"-1"0"0,0-1-1,1 1 1,-1 0 0,0 0 0,1-1-1,-1 1 1,0 0 0,0-1 0,1 1-1,-1 0 1,0-1 0,0 1-1,0-1 1,0 1 0,1 0 0,-1-1-1,0 1 1,0-1 0,0 1-1,0 0 1,0-1 0,0 1 0,0-1-1,0 1 1,0-1 0,0 1-1,0 0 1,0-1 0,0 1 0,-1-1-1,1 1 1,0 0 0,0-1 0,0 1-1,-1-1 1,-12-10 1037,9 9-776,2 1 562,3-4-664,-1 1 0,0 0 0,0 0 0,-1 0 0,1 0 0,-1 0 0,0 0 0,0 0 0,-1 0 0,1 0 0,-1 0 0,1 1 0,-1-1 0,0 1 0,-4-5 0,-29-45 938,-2 1 1,-2 2-1,-3 2 1,-2 1-1,-63-52 1,-23 0-627,-3 5 0,-5 6-1,-3 6 1,-258-108 0,45 60-2883,-486-112-1,608 193-2151,8 13-2723</inkml:trace>
</inkml:ink>
</file>

<file path=ppt/ink/ink3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4:17.781"/>
    </inkml:context>
    <inkml:brush xml:id="br0">
      <inkml:brushProperty name="width" value="0.035" units="cm"/>
      <inkml:brushProperty name="height" value="0.035" units="cm"/>
    </inkml:brush>
  </inkml:definitions>
  <inkml:trace contextRef="#ctx0" brushRef="#br0">1 0 4892,'4'6'294,"1"0"-1,1 0 1,0 0-1,-1-1 0,1 0 1,1 0-1,-1-1 1,1 1-1,0-2 0,14 7 1,8 1 614,44 12 1,-53-18-577,277 57 1905,4-25-1172,-212-27-761,1422 113 1715,-1389-115-1945,1636 90 472,0-57-2713,-1144-58-339,-211-22-2262,-226 16 679</inkml:trace>
</inkml:ink>
</file>

<file path=ppt/ink/ink3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4.231"/>
    </inkml:context>
    <inkml:brush xml:id="br0">
      <inkml:brushProperty name="width" value="0.035" units="cm"/>
      <inkml:brushProperty name="height" value="0.035" units="cm"/>
    </inkml:brush>
  </inkml:definitions>
  <inkml:trace contextRef="#ctx0" brushRef="#br0">312 60 8957,'-2'-16'679,"1"10"666,1 1-1,0-1 0,0 1 1,1-1-1,1-10 4925,0 19-5669,2 2-487,-1 0 0,-1 0 1,1 0-1,-1 0 0,0 1 1,0-1-1,0 1 0,-1 0 1,0-1-1,0 1 0,0 0 1,-1 0-1,0-1 0,0 1 1,0 0-1,-1 0 0,-1 7 1,-4 19 321,-19 58 0,17-63-273,-178 559 1010,90-223-1014,91-335-94,-3 47 0,7-66-55,1-1 0,0 0 1,1 1-1,0-1 0,0 0 0,1 0 1,0 0-1,1 0 0,0 0 0,4 8 1,-6-14-5,0 0 0,1 0 0,0 0 0,0 0 0,-1-1 0,1 1 0,0-1 0,0 1 0,0-1 0,1 0 0,-1 0 0,0 0 0,0 0 0,1 0 0,-1 0 0,0 0 0,1-1 0,-1 1 0,6-1 0,-1 1 1,1-1 0,0 0 0,-1-1 1,1 0-1,10-2 0,22-9 21,-1-2 0,-1-1 0,55-31 1,-58 27 352,2 1 1,0 3-1,76-23 1,-106 37-267,0-1 0,0 2 0,1-1 0,-1 1 0,0 0 0,0 1 0,0 0 0,0 0 0,0 0 0,0 1 0,0 0 0,0 0 0,0 1 0,-1 0 0,1 0 0,10 7 0,3 5 181,-1 1 1,-1 0 0,27 32 0,-30-31-302,0-1 1,2 0-1,0-1 1,25 17-1,-20-20-632,0-1 1,0-1-1,1-1 0,1-1 0,44 9 0,28-3-3442,1-4-3702,-78-8 5626,44 5-9735</inkml:trace>
</inkml:ink>
</file>

<file path=ppt/ink/ink3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4.446"/>
    </inkml:context>
    <inkml:brush xml:id="br0">
      <inkml:brushProperty name="width" value="0.035" units="cm"/>
      <inkml:brushProperty name="height" value="0.035" units="cm"/>
    </inkml:brush>
  </inkml:definitions>
  <inkml:trace contextRef="#ctx0" brushRef="#br0">538 0 12085,'-29'43'2216,"16"-23"-184,-9 15 49,0-10-153,0 7-196,-7 2-264,-6 6-260,7 3-240,-4 6-228,0 2-228,3 3-196,4 1-740,-7 2-388,1-3-716,-11-3-1028,-2 9-1012,6-2-1925,6-1-4428</inkml:trace>
</inkml:ink>
</file>

<file path=ppt/ink/ink3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7.357"/>
    </inkml:context>
    <inkml:brush xml:id="br0">
      <inkml:brushProperty name="width" value="0.035" units="cm"/>
      <inkml:brushProperty name="height" value="0.035" units="cm"/>
    </inkml:brush>
  </inkml:definitions>
  <inkml:trace contextRef="#ctx0" brushRef="#br0">2451 5 8329,'-22'-4'9885,"2"9"-6196,-19 19-3820,23-13 1480,-428 253 4130,-16-25-4277,87-46-675,-451 299-4029,690-406 1998,18-11-4017,113-74 3198,5-7-1779,6-4 2295,-3 4 110,18-26-5192</inkml:trace>
</inkml:ink>
</file>

<file path=ppt/ink/ink3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8.050"/>
    </inkml:context>
    <inkml:brush xml:id="br0">
      <inkml:brushProperty name="width" value="0.035" units="cm"/>
      <inkml:brushProperty name="height" value="0.035" units="cm"/>
    </inkml:brush>
  </inkml:definitions>
  <inkml:trace contextRef="#ctx0" brushRef="#br0">28 0 8277,'0'0'2229,"-1"5"378,-6 26 2004,-4 18-710,8-33-3382,0-1 0,2 0 0,0 1 0,0-1 0,4 31 0,4-5 5,3-1 1,1 1-1,2-2 0,1 0 1,22 41-1,2-8 78,79 111 0,-75-128-751,2-2 0,2-2 0,101 85 0,-50-60-2075,139 83 0,-108-88-1894,-43-28-1724,9 2-5259</inkml:trace>
</inkml:ink>
</file>

<file path=ppt/ink/ink3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8.649"/>
    </inkml:context>
    <inkml:brush xml:id="br0">
      <inkml:brushProperty name="width" value="0.035" units="cm"/>
      <inkml:brushProperty name="height" value="0.035" units="cm"/>
    </inkml:brush>
  </inkml:definitions>
  <inkml:trace contextRef="#ctx0" brushRef="#br0">215 1 11645,'0'0'5958,"0"4"-3938,-1 9-1258,-1 0 0,-1 1 0,0-1 0,-1 0 0,0 0 0,-11 20 0,-1 6 255,-112 358 3166,116-346-4035,2 1-1,2 0 1,3 0-1,2 1 1,6 99-1,-1-135-208,1 0 0,0-1 1,1 1-1,1-1 0,0 0 0,1 0 0,11 19 0,-12-27-41,0 1 0,0-1 0,1-1-1,0 1 1,1-1 0,0 0 0,0-1-1,1 1 1,-1-1 0,1-1 0,0 0-1,1 0 1,17 8 0,-4-7-162,0 0-1,1-1 1,-1-1-1,1-1 1,0-1-1,0-1 1,0-1 0,0-1-1,41-8 1,-44 5 143,0-2 0,0 0 0,-1-1 0,0-1 0,0-1 1,23-15-1,-34 19 82,0 0-1,-1 0 1,1-1 0,-1 0 0,0 0 0,-1 0 0,1-1-1,-1 0 1,0-1 0,-1 1 0,0-1 0,4-9 0,-8 14 40,1 0 1,-2 0 0,1 0-1,0 0 1,0 0 0,-1 0-1,0-1 1,0 1 0,0 0 0,0 0-1,0 0 1,-1-1 0,1 1-1,-1 0 1,0 0 0,0 0 0,0 0-1,0 0 1,0 0 0,-1 0-1,1 0 1,-1 1 0,0-1 0,0 0-1,0 1 1,0 0 0,-1-1-1,1 1 1,0 0 0,-1 0-1,0 0 1,1 1 0,-1-1 0,-5-2-1,-4-2 0,-1 0-1,-1 1 1,1 0-1,-1 1 0,1 0 1,-1 1-1,0 1 1,-16-1-1,-118 2-865,77 3-707,17 3-2700,38-2 1376</inkml:trace>
</inkml:ink>
</file>

<file path=ppt/ink/ink3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8.910"/>
    </inkml:context>
    <inkml:brush xml:id="br0">
      <inkml:brushProperty name="width" value="0.035" units="cm"/>
      <inkml:brushProperty name="height" value="0.035" units="cm"/>
    </inkml:brush>
  </inkml:definitions>
  <inkml:trace contextRef="#ctx0" brushRef="#br0">299 403 12733,'-157'151'5797,"150"-144"-5198,-1 0 0,1 1 0,0 0-1,0 0 1,-5 10 0,11-16-502,0 0-1,-1 0 1,1 0-1,0 0 1,0 0-1,1 0 1,-1 0-1,0 0 1,1 1-1,-1-1 1,1 0-1,-1 0 1,1 1-1,0-1 1,0 0-1,0 0 1,1 1-1,-1-1 1,0 0-1,1 0 1,0 0-1,-1 1 1,1-1 0,0 0-1,0 0 1,0 0-1,0 0 1,0 0-1,1 0 1,-1-1-1,4 4 1,-3-3-62,0-1 0,0 1 0,1-1 0,-1 1 0,1-1 0,-1 0 0,1 0 0,0 0 1,-1 0-1,1-1 0,0 1 0,0-1 0,0 0 0,-1 1 0,1-1 0,0-1 0,0 1 0,0 0 1,4-2-1,12 1 28,0-2 1,-1 0-1,1-1 1,-1 0-1,0-2 1,0 0-1,-1-1 1,20-12-1,-18 8-71,0-2-1,-1-1 1,0 0 0,-2-1 0,0-1-1,0 0 1,-1-1 0,22-35-1,-30 40-4,0 0 0,-1 0 0,0-1 0,-1 0 0,0 0-1,-1 0 1,-1 0 0,0-1 0,-1 1 0,0-1 0,-1 0-1,-1 0 1,0 0 0,-1 1 0,-4-24 0,2 26-1,-1-1 0,0 1 1,-1 0-1,0 0 0,-1 1 0,0-1 1,-1 1-1,0 1 0,-1-1 1,0 1-1,0 1 0,-1-1 0,0 1 1,0 1-1,-1 0 0,0 0 1,0 1-1,-14-7 0,4 3-110,0 2 0,0 0 0,-1 1 0,0 1 0,0 0 0,-1 2 0,0 1 0,1 1 0,-28 0 0,26 2-633,-38 7-1,54-6 251,0 1 0,0 0 0,1 0 0,-1 0 1,0 1-1,1 0 0,0 0 0,0 1 0,-8 5 0,13-8 121,0 0 0,0-1-1,0 1 1,0 0 0,1 0 0,-1 0 0,0 0 0,1 0-1,-1 0 1,1 0 0,-1 0 0,1 0 0,-1 0 0,0 2-1,0 22-8951</inkml:trace>
</inkml:ink>
</file>

<file path=ppt/ink/ink3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9.625"/>
    </inkml:context>
    <inkml:brush xml:id="br0">
      <inkml:brushProperty name="width" value="0.035" units="cm"/>
      <inkml:brushProperty name="height" value="0.035" units="cm"/>
    </inkml:brush>
  </inkml:definitions>
  <inkml:trace contextRef="#ctx0" brushRef="#br0">178 0 13381,'-19'20'2064,"-6"12"-219,19-21-261,-4 12-256,1 0-336,-1 3-204,-3 14-156,1-3-352,-1 0-320,-3-6-584,3 6-904,1-2-780,-1-1-3185,7 3-4424</inkml:trace>
</inkml:ink>
</file>

<file path=ppt/ink/ink3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9.828"/>
    </inkml:context>
    <inkml:brush xml:id="br0">
      <inkml:brushProperty name="width" value="0.035" units="cm"/>
      <inkml:brushProperty name="height" value="0.035" units="cm"/>
    </inkml:brush>
  </inkml:definitions>
  <inkml:trace contextRef="#ctx0" brushRef="#br0">223 1 15261,'-73'31'2741,"57"-8"-497,-19 8-324,10-8-380,6 3-308,3 5-248,6 7-436,4 2-848,0 5-644,-1-8-1152,1 9-1116,3 8-2705,6-2-5100</inkml:trace>
</inkml:ink>
</file>

<file path=ppt/ink/ink3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0.422"/>
    </inkml:context>
    <inkml:brush xml:id="br0">
      <inkml:brushProperty name="width" value="0.035" units="cm"/>
      <inkml:brushProperty name="height" value="0.035" units="cm"/>
    </inkml:brush>
  </inkml:definitions>
  <inkml:trace contextRef="#ctx0" brushRef="#br0">63 0 12697,'-1'3'1881,"-22"48"2509,17-40-4039,1-1 1,0 1 0,0 0-1,1 0 1,1 1 0,0-1-1,0 1 1,-1 23 0,4-28-357,-1 1 1,2-1-1,-1 1 1,1-1-1,1 0 1,-1 1-1,1-1 1,0 0 0,1 0-1,-1 0 1,2 0-1,-1-1 1,1 1-1,0-1 1,0 0-1,0 0 1,1 0-1,0 0 1,0-1 0,1 0-1,0 0 1,-1-1-1,2 1 1,-1-1-1,0 0 1,1-1-1,0 0 1,0 0-1,0 0 1,0-1-1,14 3 1,-1-2-111,0-1-1,0-1 1,0-1 0,0 0-1,0-2 1,0 0-1,0-2 1,0 0 0,20-7-1,26-12 257,78-38 0,-115 48 179,92-47 3354,-130 66-3467,0 1 1,1 0-1,0 0 0,0 1 0,1 0 0,0 0 1,0 1-1,1 0 0,0 0 0,0 1 0,-3 9 1,0 0-995,2 0 1,0 1-1,1-1 1,1 1 0,-3 23-1,7-4-2434,5 3-4862,1-9-509</inkml:trace>
</inkml:ink>
</file>

<file path=ppt/ink/ink3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0.674"/>
    </inkml:context>
    <inkml:brush xml:id="br0">
      <inkml:brushProperty name="width" value="0.035" units="cm"/>
      <inkml:brushProperty name="height" value="0.035" units="cm"/>
    </inkml:brush>
  </inkml:definitions>
  <inkml:trace contextRef="#ctx0" brushRef="#br0">33 238 13209,'-27'22'2006,"22"-18"3499,7-6-4664,2 0-720,0 1 0,0-1 1,0 0-1,0 1 0,0 0 0,1 0 1,-1 0-1,0 0 0,1 1 1,-1 0-1,1 0 0,-1 0 1,0 0-1,1 1 0,3 1 0,35 0 289,2-4-418,74-13 0,-98 11 5,0-1 1,-1-1 0,0-1 0,0-1 0,35-19 0,-51 25 1,0-1 1,0 1-1,-1-1 1,1 0-1,0 0 1,-1-1-1,0 1 1,0-1-1,0 1 1,0-1 0,0 0-1,-1 0 1,0-1-1,0 1 1,3-8-1,-5 10 7,1-1-1,-1 0 1,0 0-1,0 0 1,0 0-1,0 0 1,-1 0-1,1 1 1,-1-1-1,0 0 1,1 0-1,-1 1 0,-1-1 1,1 0-1,0 1 1,-1-1-1,1 1 1,-1 0-1,0-1 1,1 1-1,-1 0 1,0 0-1,-1 0 1,1 0-1,0 0 1,0 1-1,-4-3 1,-6-3-25,0 1 0,0 0 0,0 1 0,0 1-1,-1-1 1,0 2 0,0 0 0,0 0 0,0 2 0,-18-1 0,12 1-445,1 1 0,-1 1 0,1 1-1,-1 1 1,1 0 0,-33 11 0,43-11-274,0 1 0,1-1 0,-1 1 0,-12 10 1,-5 10-5193,17-13-2036</inkml:trace>
</inkml:ink>
</file>

<file path=ppt/ink/ink3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0.845"/>
    </inkml:context>
    <inkml:brush xml:id="br0">
      <inkml:brushProperty name="width" value="0.035" units="cm"/>
      <inkml:brushProperty name="height" value="0.035" units="cm"/>
    </inkml:brush>
  </inkml:definitions>
  <inkml:trace contextRef="#ctx0" brushRef="#br0">197 1 13757,'-54'11'2412,"45"1"41,-17-1-477,7 1-356,7 8-312,-1 0-372,3 5-216,1-2-932,2 3-580,1 2-1088,-7 1-1212,-3 17-2625,13-12-4788</inkml:trace>
</inkml:ink>
</file>

<file path=ppt/ink/ink3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49.370"/>
    </inkml:context>
    <inkml:brush xml:id="br0">
      <inkml:brushProperty name="width" value="0.035" units="cm"/>
      <inkml:brushProperty name="height" value="0.035" units="cm"/>
    </inkml:brush>
  </inkml:definitions>
  <inkml:trace contextRef="#ctx0" brushRef="#br0">502 0 10185,'1'3'1641,"1"0"-1352,-1 0-1,0 0 1,-1 0 0,1 0 0,-1 0 0,1 0 0,-1 0 0,0 0-1,0 0 1,0 0 0,-1 0 0,1 0 0,-1 0 0,1 0 0,-3 6-1,-2 2 324,0 1-1,-13 19 0,-1 3 389,-63 138 1242,-115 358-1,177-467-2279,-74 304-2055,82-297 998,-18 107-2865,16-58-2198,7-39-1278</inkml:trace>
</inkml:ink>
</file>

<file path=ppt/ink/ink3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49.782"/>
    </inkml:context>
    <inkml:brush xml:id="br0">
      <inkml:brushProperty name="width" value="0.035" units="cm"/>
      <inkml:brushProperty name="height" value="0.035" units="cm"/>
    </inkml:brush>
  </inkml:definitions>
  <inkml:trace contextRef="#ctx0" brushRef="#br0">18 12 5621,'-18'-12'4426,"20"14"-2607,27 17 3906,-10-5-6414,55 44 1334,-2 4 0,111 124 0,-132-132-572,45 55-572,11 13-1720,-87-102 1165,1-1 0,0-1 0,42 27 0,-57-42 879,0 0 0,-1-1 1,1 0-1,0 1 0,1-2 0,-1 1 1,0-1-1,0 0 0,1 0 1,-1 0-1,0-1 0,1 0 0,-1-1 1,0 1-1,1-1 0,-1 0 0,0-1 1,0 0-1,0 0 0,0 0 1,0 0-1,0-1 0,0 0 0,-1 0 1,7-6-1,8-6 205,-1 0 0,-1-2-1,0 0 1,-1-1 0,16-23 0,26-32 444,127-173 4690,-183 242-4924,-1 0-1,1 0 1,0 0 0,0 1 0,0 0-1,1 0 1,4-4 0,-8 7-205,1-1 1,-1 1-1,1 0 0,0 0 1,-1-1-1,1 1 0,0 0 1,-1 0-1,1 0 0,0 0 1,-1 0-1,1-1 0,0 1 0,-1 1 1,1-1-1,0 0 0,-1 0 1,1 0-1,0 0 0,-1 0 1,1 1-1,0-1 0,-1 0 1,1 0-1,-1 1 0,1-1 1,-1 0-1,1 1 0,0-1 1,-1 1-1,0-1 0,1 1 1,-1-1-1,1 1 0,-1-1 1,1 1-1,-1 0 0,0-1 1,1 1-1,-1-1 0,0 1 1,0 0-1,0-1 0,1 1 1,-1 0-1,0-1 0,0 1 1,0 0-1,0-1 0,0 2 1,1 10 166,0 1 1,0-1 0,-1 0 0,-1 1 0,0-1 0,-1 0 0,0 1 0,-1-1-1,-7 20 1,0 4 29,-28 107 290,-15 63-1782,36-127-168,-13 66-5278,20-68-668</inkml:trace>
</inkml:ink>
</file>

<file path=ppt/ink/ink3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0.218"/>
    </inkml:context>
    <inkml:brush xml:id="br0">
      <inkml:brushProperty name="width" value="0.035" units="cm"/>
      <inkml:brushProperty name="height" value="0.035" units="cm"/>
    </inkml:brush>
  </inkml:definitions>
  <inkml:trace contextRef="#ctx0" brushRef="#br0">0 107 10465,'0'0'1656,"3"-15"-164,4 1-216,8 6-184,5-1-271,8 0-153,29-2-176,-9 2-248,3 7-396,6-4-360,6 0-596,7-2-353,-3 2-603,-4 3-1688,-2 3-2421</inkml:trace>
</inkml:ink>
</file>

<file path=ppt/ink/ink3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0.420"/>
    </inkml:context>
    <inkml:brush xml:id="br0">
      <inkml:brushProperty name="width" value="0.035" units="cm"/>
      <inkml:brushProperty name="height" value="0.035" units="cm"/>
    </inkml:brush>
  </inkml:definitions>
  <inkml:trace contextRef="#ctx0" brushRef="#br0">470 0 5857,'-1'5'279,"1"-1"-1,-1 1 1,0-1 0,-1 0 0,1 0 0,-1 1 0,0-1 0,0 0 0,0 0 0,0-1 0,-1 1 0,1 0 0,-1-1 0,0 1 0,-4 2 0,-19 28 1379,-21 45 586,-87 167 396,-32 135-5580,120-277-2521,29-55-16</inkml:trace>
</inkml:ink>
</file>

<file path=ppt/ink/ink3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0.640"/>
    </inkml:context>
    <inkml:brush xml:id="br0">
      <inkml:brushProperty name="width" value="0.035" units="cm"/>
      <inkml:brushProperty name="height" value="0.035" units="cm"/>
    </inkml:brush>
  </inkml:definitions>
  <inkml:trace contextRef="#ctx0" brushRef="#br0">12 41 5112,'-1'-1'119,"0"1"0,0-1 0,0 1 0,1-1 0,-1 0-1,0 1 1,1-1 0,-1 0 0,1 0 0,-1 0-1,1 0 1,-1 1 0,1-1 0,-1 0 0,1 0 0,0 0-1,0 0 1,-1 0 0,1 0 0,0 0 0,0-1-1,11-16 2067,-10 17-2169,1-1 773,27 14 707,-18-7-1411,0 1 0,-1 0 0,0 1 0,0 0 0,0 1 0,9 11 0,21 14-484,-3-3-1772,-2 1 0,50 56 0,-59-55-740</inkml:trace>
</inkml:ink>
</file>

<file path=ppt/ink/ink3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0.765"/>
    </inkml:context>
    <inkml:brush xml:id="br0">
      <inkml:brushProperty name="width" value="0.035" units="cm"/>
      <inkml:brushProperty name="height" value="0.035" units="cm"/>
    </inkml:brush>
  </inkml:definitions>
  <inkml:trace contextRef="#ctx0" brushRef="#br0">102 1 5404,'-48'23'1205,"20"-23"-97,2 0 4852,45-3-6000,23-3-388,-1 3-324,6 0-400,4 3-2188,0 0-1641</inkml:trace>
</inkml:ink>
</file>

<file path=ppt/ink/ink3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1.374"/>
    </inkml:context>
    <inkml:brush xml:id="br0">
      <inkml:brushProperty name="width" value="0.035" units="cm"/>
      <inkml:brushProperty name="height" value="0.035" units="cm"/>
    </inkml:brush>
  </inkml:definitions>
  <inkml:trace contextRef="#ctx0" brushRef="#br0">1007 50 5412,'-42'-49'3321,"35"49"-2339,-2 4-682,0 1 0,1 1 0,-1 0 1,1 0-1,0 1 0,1-1 0,-1 2 1,2-1-1,-10 13 0,-6 12 554,-21 41 1,20-33-352,-125 223 1572,-146 360 0,225-447-2744,9 3-1,7 2 0,-37 234 1,80-348-40,-42 317-6290,47-248 1290</inkml:trace>
</inkml:ink>
</file>

<file path=ppt/ink/ink3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1.959"/>
    </inkml:context>
    <inkml:brush xml:id="br0">
      <inkml:brushProperty name="width" value="0.035" units="cm"/>
      <inkml:brushProperty name="height" value="0.035" units="cm"/>
    </inkml:brush>
  </inkml:definitions>
  <inkml:trace contextRef="#ctx0" brushRef="#br0">1 288 4928,'0'-3'192,"0"0"-1,-1 0 0,1-1 0,0 1 0,1 0 0,-1 0 0,0 0 0,1 0 0,0 0 0,-1 0 0,1 0 0,0 0 0,1 1 0,-1-1 1,0 0-1,1 0 0,0 1 0,-1-1 0,1 1 0,0 0 0,1-1 0,-1 1 0,0 0 0,0 0 0,4-2 0,5-3 62,1 0 0,0 1-1,0 0 1,18-5-1,-21 7-174,49-14 328,-1 2 0,118-16 0,-137 26-338,427-38 390,6 32-160,-423 11-263,930 20 599,-359-1-428,-487-16-167,519-13-55,-527-8-275,-123 18 282,-1-1 0,0 1 0,0 0-1,0 0 1,0-1 0,0 1 0,0 0 0,-1-1 0,1 1 0,0 0 0,-1 0 0,1-1-1,-1 1 1,0-1 0,0 0-3,-1-1 1,0 1-1,1 0 0,-1 0 0,0 0 0,0 0 1,0 0-1,-1 0 0,1 1 0,0-1 0,-1 1 0,1-1 1,0 1-1,-1 0 0,0 0 0,1 0 0,-1 0 1,0 1-1,1-1 0,-1 1 0,0 0 0,-4-1 1,-13 0-194,-39 1 1,42 1 96,2-1-16,0 0 0,0 1 1,0 0-1,0 1 1,0 1-1,1 1 1,-1 0-1,1 1 0,0 0 1,0 1-1,-22 13 1,32-16 92,0 0 1,0 1 0,1-1-1,-1 1 1,1 0 0,-5 7-1,-7 9-9,-226 281 1446,69-81 16,-653 925 1197,186-108-2041,358-516-1603,275-509 623,1 1 1,0-1-1,-3 18 0,7-28 188,1-1-1,-1 1 0,1 0 1,-1 0-1,1 0 0,0 0 1,0-1-1,0 1 0,0 0 0,0 0 1,0 0-1,0 0 0,1 0 1,-1-1-1,1 1 0,-1 0 1,1 0-1,0-1 0,0 1 0,-1 0 1,1-1-1,0 1 0,1-1 1,-1 1-1,0-1 0,0 1 1,1-1-1,-1 0 0,0 0 0,1 0 1,2 2-1,14 5-4549</inkml:trace>
</inkml:ink>
</file>

<file path=ppt/ink/ink3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2.809"/>
    </inkml:context>
    <inkml:brush xml:id="br0">
      <inkml:brushProperty name="width" value="0.035" units="cm"/>
      <inkml:brushProperty name="height" value="0.035" units="cm"/>
    </inkml:brush>
  </inkml:definitions>
  <inkml:trace contextRef="#ctx0" brushRef="#br0">168 281 4556,'13'-18'1782,"25"-27"-1,-37 44-1713,7-6 103,-1 0-1,1 0 1,0 1 0,0 1-1,1-1 1,0 2-1,0-1 1,14-5-1,82-22 277,-89 28-349,115-24 121,215-17 0,-309 41-167,626-41 54,-595 43-158,1 4 0,0 3 0,83 16 0,-145-20 29,1 1 1,-1 0-1,0 1 1,0-1-1,0 2 1,0-1-1,0 0 0,-1 1 1,9 7-1,-13-9 23,1 1-1,0-1 1,-1 1 0,0 0-1,0 0 1,1 0-1,-2 0 1,1 1 0,0-1-1,-1 1 1,0-1-1,1 1 1,-1-1 0,-1 1-1,1-1 1,0 1-1,-1 0 1,0-1 0,0 1-1,0 0 1,-1 3-1,-5 32-28,-2-1 0,-2 0 0,-24 58-1,18-52 37,-21 90-1,15 3 20,12-62 129,-4 1-1,-33 107 1,-75 93 592,47-120-416,-95 215 281,-123 289 175,199-374-654,89-265-170,2 1 1,1 0-1,0 0 0,3 24 0,-1-23-128,6 12-19,-6-32 134,-3-4-161,-93-35 141,-26-7 58,36 21-247,0 5 1,-2 3-1,-125-3 0,143 16-1549,0 4 1,-108 17-1,82-1-1290</inkml:trace>
</inkml:ink>
</file>

<file path=ppt/ink/ink3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3.233"/>
    </inkml:context>
    <inkml:brush xml:id="br0">
      <inkml:brushProperty name="width" value="0.035" units="cm"/>
      <inkml:brushProperty name="height" value="0.035" units="cm"/>
    </inkml:brush>
  </inkml:definitions>
  <inkml:trace contextRef="#ctx0" brushRef="#br0">1334 0 7105,'-2'6'1148,"-17"35"755,-29 45-1,-14 27 179,-168 410 1292,-80 168-2608,-39-12-3861,111-231-3750,233-439 6629,-66 124-4917</inkml:trace>
</inkml:ink>
</file>

<file path=ppt/ink/ink3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4.654"/>
    </inkml:context>
    <inkml:brush xml:id="br0">
      <inkml:brushProperty name="width" value="0.035" units="cm"/>
      <inkml:brushProperty name="height" value="0.035" units="cm"/>
    </inkml:brush>
  </inkml:definitions>
  <inkml:trace contextRef="#ctx0" brushRef="#br0">835 13 3980,'0'0'1298,"2"-1"-252,4-3-1762,8-3 6074,-13 7-5175,-1 0-1,1 1 1,0-1-1,-1 1 0,1-1 1,-1 1-1,1 0 1,0-1-1,-1 1 0,0 0 1,1-1-1,-1 1 1,1 0-1,-1-1 1,0 1-1,1 0 0,-1 0 1,0 0-1,0-1 1,0 1-1,0 0 0,0 0 1,0 0-1,0 1 1,1 4 0,-1 0 0,0 0 0,0 1-1,-1-1 1,0 0 0,0 0 0,0 0 0,-1 0 0,0 0 0,-4 9 0,-34 62 1155,27-55-1014,-238 393 2355,24-41-2287,25 13-3722,177-328 810,-24 98 0,35-110 1087,-6 34-2407,8 1-1805</inkml:trace>
</inkml:ink>
</file>

<file path=ppt/ink/ink3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4.968"/>
    </inkml:context>
    <inkml:brush xml:id="br0">
      <inkml:brushProperty name="width" value="0.035" units="cm"/>
      <inkml:brushProperty name="height" value="0.035" units="cm"/>
    </inkml:brush>
  </inkml:definitions>
  <inkml:trace contextRef="#ctx0" brushRef="#br0">1 280 6325,'13'-31'1829,"4"-9"995,-5 24-2244,0 1 0,1 0-1,0 0 1,1 1 0,1 1-1,0 1 1,31-21 0,-26 22-556,0 0 1,0 2-1,1 0 0,0 1 1,1 1-1,0 1 1,0 1-1,0 1 1,0 1-1,1 1 0,25 1 1,-20 2-574,1 0 0,-1 2 0,33 8 1,-54-9 178,0 0 1,1 0-1,-1 0 1,0 1-1,-1 0 1,1 1-1,-1 0 1,1-1-1,-1 2 1,0-1-1,-1 1 1,1 0-1,-1 0 1,0 1-1,0-1 1,0 1-1,5 9 1,3 14-3710</inkml:trace>
</inkml:ink>
</file>

<file path=ppt/ink/ink3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5.141"/>
    </inkml:context>
    <inkml:brush xml:id="br0">
      <inkml:brushProperty name="width" value="0.035" units="cm"/>
      <inkml:brushProperty name="height" value="0.035" units="cm"/>
    </inkml:brush>
  </inkml:definitions>
  <inkml:trace contextRef="#ctx0" brushRef="#br0">1 97 5861,'9'-17'1220,"10"11"-132,-3-5-120,3-3-152,0 5-196,0-2-68,-3 5-176,3 3-212,-3-6-348,3 1-352,3 5-3580,-3 3 271</inkml:trace>
</inkml:ink>
</file>

<file path=ppt/ink/ink3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3:55.310"/>
    </inkml:context>
    <inkml:brush xml:id="br0">
      <inkml:brushProperty name="width" value="0.035" units="cm"/>
      <inkml:brushProperty name="height" value="0.035" units="cm"/>
    </inkml:brush>
  </inkml:definitions>
  <inkml:trace contextRef="#ctx0" brushRef="#br0">1 112 5288,'3'-20'1437,"0"-3"-325,10 15-244,-1-4-152,4 1-460,3 0-540,0-4-2484,0 4-873</inkml:trace>
</inkml:ink>
</file>

<file path=ppt/ink/ink3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5.321"/>
    </inkml:context>
    <inkml:brush xml:id="br0">
      <inkml:brushProperty name="width" value="0.035" units="cm"/>
      <inkml:brushProperty name="height" value="0.035" units="cm"/>
    </inkml:brush>
  </inkml:definitions>
  <inkml:trace contextRef="#ctx0" brushRef="#br0">275 32 12721,'-2'-26'2762,"1"21"2349,-4 24-2513,5-19-2599,-129 383 6120,128-380-6097,1-2-20,-104 327 1371,94-284-1384,1 0 1,3 1 0,1-1-1,2 1 1,5 75 0,-1-111-87,0 0 1,1 0-1,0 1 1,0-1 0,1 0-1,0-1 1,1 1-1,-1 0 1,8 9-1,-8-12-34,2-1 0,-1 0-1,1 0 1,-1-1 0,1 1-1,1-1 1,-1 0 0,0 0 0,1-1-1,0 1 1,0-1 0,0-1-1,12 5 1,-1-3-114,0-1 1,0 0-1,0-1 0,1-1 1,-1 0-1,0-1 1,0-1-1,1-1 0,-1-1 1,29-8-1,3-3-182,0-3 0,62-31 0,-8-7 41,-62 31 320,76-31 0,-117 55 74,0 0-1,0 0 0,0 0 1,0 0-1,1 0 0,-1 0 1,0 0-1,0 0 1,0 0-1,0 0 0,0 0 1,1 0-1,-1 0 0,0 0 1,0 0-1,0 0 1,0 0-1,0 1 0,1-1 1,-1 0-1,0 0 0,0 0 1,0 0-1,0 0 1,0 0-1,0 0 0,0 0 1,1 0-1,-1 1 0,0-1 1,0 0-1,0 0 1,0 0-1,0 0 0,0 0 1,0 0-1,0 1 0,0-1 1,0 0-1,0 0 1,0 0-1,0 0 0,0 0 1,0 1-1,0-1 0,0 0 1,0 0-1,0 0 1,0 0-1,0 0 0,0 1 1,0-1-1,0 0 0,0 0 1,0 0-1,0 0 1,0 0-1,0 0 0,-1 1 1,1-1-1,0 0 0,0 0 1,0 0-1,0 4 153,0 1 0,-1-1 0,0 0-1,1 0 1,-1 1 0,-1-1 0,1 0 0,-1 0 0,1 0-1,-1-1 1,0 1 0,0 0 0,-4 3 0,-44 54 911,4-6-363,33-36-528,2 0 1,0 1-1,1 0 1,1 1-1,-9 28 1,16-41-169,0 0 1,0 0 0,1 0-1,0 1 1,0-1 0,1 0 0,0 0-1,1 1 1,0-1 0,0 0 0,0 0-1,1 0 1,0 0 0,1 0-1,0 0 1,0-1 0,8 14 0,-4-11-274,1 0 1,0-1 0,0 1 0,1-1 0,0-1 0,1 0-1,0 0 1,0-1 0,0 0 0,1-1 0,0 0-1,1-1 1,19 7 0,-11-6-1181,1-1 0,32 5-1,46-4-6700,-32-5-1918</inkml:trace>
</inkml:ink>
</file>

<file path=ppt/ink/ink3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5.573"/>
    </inkml:context>
    <inkml:brush xml:id="br0">
      <inkml:brushProperty name="width" value="0.035" units="cm"/>
      <inkml:brushProperty name="height" value="0.035" units="cm"/>
    </inkml:brush>
  </inkml:definitions>
  <inkml:trace contextRef="#ctx0" brushRef="#br0">16 1 12849,'0'0'2157,"4"0"-118,0-1-1777,1 1 0,-1 0 0,0 0 1,0 1-1,0-1 0,0 1 0,0 0 0,0 0 0,0 0 0,0 0 1,0 1-1,0 0 0,0 0 0,-1 0 0,1 0 0,-1 0 1,0 1-1,1 0 0,-1-1 0,0 1 0,-1 0 0,1 1 0,0-1 1,-1 0-1,0 1 0,0-1 0,0 1 0,0 0 0,0 0 1,-1 0-1,0 0 0,0 0 0,0 0 0,0 0 0,0 7 0,0 13 165,-1 0-1,-2 0 1,0 0-1,-2 0 1,0 0-1,-1 0 1,-12 27-1,8-19-13,-33 83 905,4-12-435,37-100-918,0 0 0,1 0 0,-1 0-1,1-1 1,-1 1 0,1 0 0,0 0 0,0 0 0,1 0 0,-1 0 0,0 0 0,1 0 0,0 0 0,0 0 0,0-1 0,0 1 0,0 0 0,0-1 0,1 1 0,-1 0 0,1-1 0,0 0 0,0 1 0,0-1 0,0 0 0,0 0 0,0 0 0,5 3-1,1 0-320,0-1 0,1 1 0,0-1 0,-1-1 0,1 0-1,0 0 1,15 2 0,6-1-1510,0-2 0,1-1-1,-1-1 1,42-6 0,-24 2-2390,52-2-7815</inkml:trace>
</inkml:ink>
</file>

<file path=ppt/ink/ink3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6.005"/>
    </inkml:context>
    <inkml:brush xml:id="br0">
      <inkml:brushProperty name="width" value="0.035" units="cm"/>
      <inkml:brushProperty name="height" value="0.035" units="cm"/>
    </inkml:brush>
  </inkml:definitions>
  <inkml:trace contextRef="#ctx0" brushRef="#br0">203 69 12397,'-3'0'185,"0"-1"0,1 0-1,-1 0 1,1 0 0,-1-1-1,1 1 1,-1-1 0,1 1-1,0-1 1,0 0 0,0 0-1,0 0 1,-3-3 0,4 2 148,0 1 1,0-1-1,1 0 0,-1 0 1,1 0-1,-1 0 1,1 1-1,0-1 0,0 0 1,1 0-1,-1 0 1,2-8 6932,-10 38-3875,0-6-2665,-36 180-100,-32 170 568,63-286-1001,4 1 1,2 115-1,8-178-194,1 1-1,0-2 1,2 1 0,1 0-1,9 27 1,-13-48-49,0 0 1,0-1-1,0 1 1,0 0-1,0 0 1,1-1-1,-1 1 1,1 0-1,-1-1 0,1 0 1,-1 1-1,1-1 1,0 0-1,0 0 1,0 0-1,0 0 1,0 0-1,0 0 0,0-1 1,3 2-1,1-1-133,0 0-1,0-1 1,-1 1-1,1-1 1,0 0 0,11-2-1,4-2-235,0 0-1,0-2 1,0-1-1,-1 0 1,29-15-1,19-15-523,-4 3 497,59-41 1,-122 74 494,0 1 1,1-1-1,-1 1 0,0 0 0,0 0 1,0 0-1,1 0 0,-1 0 1,0 0-1,0 0 0,1 0 0,-1 1 1,0-1-1,0 0 0,0 1 0,0-1 1,1 1-1,1 0 0,0 0 106,-2 0-87,1 0 0,0 0-1,0 0 1,-1 0 0,1 0 0,0 0 0,-1 0 0,1 0 0,-1 1 0,1-1-1,-1 1 1,0-1 0,0 1 0,1-1 0,-1 1 0,0 0 0,-1 0 0,1-1-1,0 1 1,0 3 0,11 46 986,-8-30-830,-1-9-183,1 0-1,1 0 0,0-1 0,0 0 1,1 0-1,0 0 0,1-1 0,0 1 1,1-2-1,0 1 0,1-1 0,0 0 1,0-1-1,0 0 0,1-1 0,14 9 1,-3-5-589,0 0 1,1-1-1,0-1 1,0-1-1,1-1 1,0-1-1,36 5 1,79 4-4341,-45-13-2586,-20-4-3362</inkml:trace>
</inkml:ink>
</file>

<file path=ppt/ink/ink3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16.426"/>
    </inkml:context>
    <inkml:brush xml:id="br0">
      <inkml:brushProperty name="width" value="0.035" units="cm"/>
      <inkml:brushProperty name="height" value="0.035" units="cm"/>
    </inkml:brush>
  </inkml:definitions>
  <inkml:trace contextRef="#ctx0" brushRef="#br0">32 27 13657,'-5'-24'2532,"5"24"-2399,-1-1 0,1 1 0,0 0 0,-1 0 0,1-1 0,-1 1 0,1 0 0,-1 0 0,1 0 1,0-1-1,-1 1 0,1 0 0,-1 0 0,1 0 0,-1 0 0,1 0 0,-1 0 0,1 0 0,-1 0 0,1 0 0,-1 0 0,1 0 0,-1 0 0,1 1 1,-1-1-1,1 0 0,0 0 0,-1 0 0,1 1 0,-1-1 0,1 0 0,0 0 0,-1 1 0,-10 8 5508,28 1-5159,0 1 0,0 1 0,-1 0 0,26 27 0,-37-33-450,0 0 1,0 0-1,-1 0 1,0 1 0,0-1-1,0 1 1,-1 0-1,0 0 1,0 0-1,-1 1 1,0-1 0,0 1-1,-1-1 1,0 1-1,0 0 1,-1 9-1,-3 2-10,0-1 0,-1 0 0,0 0-1,-2 0 1,0 0 0,-12 24-1,-15 43-592,30-76 352,1 1 1,0-1 0,1 1 0,0-1 0,0 1-1,1-1 1,2 14 0,-1-16 21,0 0 1,1-1 0,0 1-1,0-1 1,1 0 0,0 0-1,0 1 1,1-2-1,-1 1 1,1 0 0,0-1-1,1 0 1,6 7 0,8 5-446,0-2-1,30 19 1,19 16-595,-62-45 1146,0 0 1,-1 1 0,0 0-1,0 1 1,0-1 0,0 1-1,-1 0 1,0 0 0,-1 0-1,3 8 1,-2-2 3,-1-1-1,-1 1 1,0-1-1,-1 1 1,-1 20-1,3 16 88,-1-47-4,0 0-1,-1 0 1,1 0-1,0 0 1,0-1-1,1 1 1,-1 0-1,0-1 1,1 0-1,-1 1 1,0-1-1,1 0 1,0 0-1,2 0 0,8 1 35,0 0-1,0-1 1,-1-1-1,1 0 1,22-3-1,8 0 702,-2 0 928,-37 3-717,-8-1 121,-18-2-675,1 1 0,0 1 0,-1 1 1,-33 4-1,53-4-561,1 0 0,-1 0 0,1 0 0,-1 0 0,1 0 0,-1 0 0,1 0-1,0-1 1,-1 1 0,1-1 0,-1 1 0,1-1 0,0 1 0,-1-1 0,1 0 0,-2-1 0,-3-1-599,-16-5-2383</inkml:trace>
</inkml:ink>
</file>

<file path=ppt/ink/ink3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1.931"/>
    </inkml:context>
    <inkml:brush xml:id="br0">
      <inkml:brushProperty name="width" value="0.035" units="cm"/>
      <inkml:brushProperty name="height" value="0.035" units="cm"/>
    </inkml:brush>
  </inkml:definitions>
  <inkml:trace contextRef="#ctx0" brushRef="#br0">531 50 6393,'16'-35'8896,"-10"21"-2682,-9 17-5439,-198 240 4042,160-191-4403,2 0-507,-62 113 0,-12 67-5485,102-208 2518,2 0 1,-12 44-1,8-8-6522</inkml:trace>
</inkml:ink>
</file>

<file path=ppt/ink/ink3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2.230"/>
    </inkml:context>
    <inkml:brush xml:id="br0">
      <inkml:brushProperty name="width" value="0.035" units="cm"/>
      <inkml:brushProperty name="height" value="0.035" units="cm"/>
    </inkml:brush>
  </inkml:definitions>
  <inkml:trace contextRef="#ctx0" brushRef="#br0">19 2 9873,'-1'0'137,"0"-1"1,1 1-1,-1 0 0,0 0 1,0 0-1,0 0 0,1 0 1,-1 0-1,0 0 1,0 0-1,0 0 0,0 0 1,1 0-1,-1 0 0,0 0 1,0 1-1,1-1 0,-1 0 1,0 1-1,0-1 0,1 0 1,-2 2-1,4 15 3650,2-4-3138,30 107 4471,-19-72-3761,-3-16-830,1-1 1,1 0-1,1-1 0,2 0 1,1-2-1,2 0 0,41 46 1,-9-20-72,2-2 0,89 66 1,264 154 271,18-32-3202,-204-135-1700,-70-46-5558,-83-32-1199</inkml:trace>
</inkml:ink>
</file>

<file path=ppt/ink/ink3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2.761"/>
    </inkml:context>
    <inkml:brush xml:id="br0">
      <inkml:brushProperty name="width" value="0.035" units="cm"/>
      <inkml:brushProperty name="height" value="0.035" units="cm"/>
    </inkml:brush>
  </inkml:definitions>
  <inkml:trace contextRef="#ctx0" brushRef="#br0">376 1 10257,'0'0'4299,"-3"1"-2433,-4 1-1374,0 0-1,0 1 1,0 0-1,0 1 1,1-1-1,0 1 1,-1 1-1,2-1 1,-1 1-1,0 0 1,1 0-1,0 1 1,-6 8-1,-28 37 755,3 2 0,2 2-1,-47 103 1,64-121-1028,1 2-1,2 0 1,1 1-1,-7 46 1,15-62-232,2 0 1,1-1-1,1 1 0,1 0 0,1 0 0,1 0 1,1 0-1,10 37 0,-9-51-114,0 0-1,0-1 1,0 1-1,2-1 1,-1 0-1,1 0 1,0-1-1,1 1 1,0-1-1,0-1 1,9 8-1,-3-5-96,-1-1 1,1 0-1,1 0 0,-1-2 0,2 0 1,21 9-1,-28-14 156,-1 0 1,0 0-1,1-1 1,-1 0-1,1 0 0,-1-1 1,1 0-1,0 0 1,-1-1-1,1 0 0,-1 0 1,11-3-1,-16 3 73,1 0 1,-1 1-1,0-1 1,1 0-1,-1-1 0,0 1 1,1 0-1,-1-1 1,0 1-1,0-1 1,0 0-1,0 1 0,-1-1 1,1 0-1,0 0 1,-1 0-1,1 0 0,-1-1 1,0 1-1,0 0 1,0-1-1,0 1 0,0-1 1,0 1-1,-1-1 1,1 1-1,-1-1 0,1 1 1,-1-1-1,0 1 1,0-1-1,-1 0 0,1 1 1,0-1-1,-2-3 1,0-1-94,-1 1 0,1-1 1,-1 1-1,-1 0 1,1 0-1,-1 0 0,0 0 1,0 1-1,-1 0 0,0 0 1,0 0-1,0 0 0,0 1 1,-7-4-1,11 7-108,0 0-1,0 0 1,0 1-1,0-1 1,1 0-1,-1 0 1,0 0-1,0 0 1,1 0-1,-1 0 1,1 0-1,-1 0 1,1 0-1,-1 0 1,1 0-1,0 0 1,-1 0-1,1-1 1,0 1-1,0 0 1,0 0-1,0 0 1,0 0-1,0-1 1,0 1 0,0 0-1,0 0 1,1 0-1,-1 0 1,0 0-1,1-1 1,-1 1-1,1 0 1,-1 0-1,1 0 1,0-1-1,13-11-5599,12 1-2187</inkml:trace>
</inkml:ink>
</file>

<file path=ppt/ink/ink3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3.031"/>
    </inkml:context>
    <inkml:brush xml:id="br0">
      <inkml:brushProperty name="width" value="0.035" units="cm"/>
      <inkml:brushProperty name="height" value="0.035" units="cm"/>
    </inkml:brush>
  </inkml:definitions>
  <inkml:trace contextRef="#ctx0" brushRef="#br0">296 142 10661,'-34'19'2686,"-1"-1"-1,-58 21 1,85-36-2325,0 0 0,0 1 0,0 0 0,1 0 0,0 1 0,0 0 1,0 0-1,0 0 0,1 1 0,0 0 0,0 1 0,0-1 0,1 1 0,0 0 0,-7 14 1,12-20-336,-1 0 1,0 0 0,1 0 0,-1 1-1,1-1 1,0 0 0,-1 0 0,1 1 0,0-1-1,0 0 1,0 1 0,0-1 0,0 0-1,0 1 1,0-1 0,0 0 0,1 1 0,-1-1-1,0 0 1,1 1 0,-1-1 0,1 0-1,0 0 1,0 2 0,1-1-21,0 1 0,1-1 1,-1 0-1,0 0 0,1 0 0,-1-1 0,1 1 1,0 0-1,-1-1 0,6 2 0,1 0-91,1 1-1,0-2 1,0 0-1,0 0 1,20 1-1,-18-4 9,0 1 1,1-2-1,-1 0 0,0 0 0,0-1 0,0 0 1,-1-1-1,1 0 0,-1-1 0,0-1 0,0 0 0,12-9 1,-17 11 56,0 0 0,-1-1 1,1 0-1,-1 0 1,0-1-1,-1 0 1,0 1-1,0-1 0,0-1 1,0 1-1,-1 0 1,0-1-1,0 0 1,-1 0-1,0 0 0,0 0 1,-1 0-1,0 0 1,0 0-1,0-1 1,-1 1-1,-1-10 0,0 9 11,1 0 0,-1 1-1,-1-1 1,0 0-1,0 0 1,0 1 0,-1 0-1,0-1 1,0 1-1,-1 0 1,0 0 0,0 1-1,-1-1 1,0 1-1,0 0 1,0 0-1,-1 0 1,0 1 0,0 0-1,0 0 1,-1 1-1,1 0 1,-1 0 0,0 0-1,-9-2 1,6 2-224,-1 1-1,1 0 1,-1 1 0,0 0 0,0 1 0,0 0-1,0 1 1,0 0 0,0 1 0,0 0-1,-13 3 1,16-2-681,0 0 1,0 1-1,0 0 0,0 1 0,0-1 0,1 2 0,0-1 0,0 1 1,-10 8-1,-3 9-7192</inkml:trace>
</inkml:ink>
</file>

<file path=ppt/ink/ink3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3.829"/>
    </inkml:context>
    <inkml:brush xml:id="br0">
      <inkml:brushProperty name="width" value="0.035" units="cm"/>
      <inkml:brushProperty name="height" value="0.035" units="cm"/>
    </inkml:brush>
  </inkml:definitions>
  <inkml:trace contextRef="#ctx0" brushRef="#br0">106 38 6737,'-9'-8'1817,"12"2"1098,22 0 5707,-14-7-6114,-11 13-2470,0 0-1,0 0 0,0-1 0,0 1 0,0 0 1,0 0-1,0 0 0,0 0 0,0 0 0,0 0 1,0 0-1,0 0 0,0-1 0,0 1 0,0 0 1,0 0-1,0 0 0,0 0 0,0 0 1,0 0-1,0 0 0,0 0 0,0-1 0,0 1 1,0 0-1,0 0 0,0 0 0,0 0 0,0 0 1,0 0-1,0 0 0,0 0 0,0-1 1,0 1-1,-1 0 0,1 0 0,0 0 0,0 0 1,0 0-1,0 0 0,0 0 0,0 0 0,0 0 1,0 0-1,0 0 0,-1 0 0,1 0 0,0 0 1,0 0-1,0 0 0,0 0 0,0 0 1,0 0-1,0 0 0,-1 0 0,0 0 118,-1 1 0,0 0 0,1 0 0,-1 0 1,1 0-1,-1 0 0,1 0 0,-1 0 0,1 0 0,0 0 0,-1 1 0,1-1 0,0 1 0,-1 2 0,-6 10 483,0 1-1,1-1 1,1 2 0,-7 28-1,0-2 246,0-7-580,2 1 1,2 0 0,1 1 0,2-1 0,-2 49 0,8-70-332,0-1-1,2 1 1,0 0-1,0-1 1,1 0-1,1 1 1,6 14-1,-6-20 9,0 1 0,1-1-1,1 0 1,0 0 0,0-1 0,0 0 0,1 0 0,0 0-1,1-1 1,16 13 0,-13-14-161,-1 0 0,1-1-1,0 0 1,1-1 0,-1 0 0,1-1 0,0 0-1,0-1 1,0 0 0,0-1 0,0 0 0,0-1-1,0 0 1,0-1 0,0-1 0,17-3 0,-9 0 59,0 0 1,0-1 0,-1-1-1,0 0 1,0-2 0,-1 0-1,0-1 1,30-24 0,22-26 1413,-68 59-1054,-3 2-191,0 0 0,0 0-1,-1 1 1,1-1 0,0 0-1,0 0 1,0 1 0,0-1-1,1 1 1,-1-1 0,0 1 0,0 2-1,-4 5 55,-13 19-206,1 1 0,-17 39 0,22-39-1462,-9 33 0,9-25-1196,4-14-3791,-7 40 1,12-42-1663</inkml:trace>
</inkml:ink>
</file>

<file path=ppt/ink/ink3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4.046"/>
    </inkml:context>
    <inkml:brush xml:id="br0">
      <inkml:brushProperty name="width" value="0.035" units="cm"/>
      <inkml:brushProperty name="height" value="0.035" units="cm"/>
    </inkml:brush>
  </inkml:definitions>
  <inkml:trace contextRef="#ctx0" brushRef="#br0">131 1 12617,'-8'3'1217,"1"1"-1,-1 1 0,1-1 1,1 1-1,-1 0 0,1 1 1,-11 11-1,9-7-570,0 0 0,1 1 0,0 0 0,1 0 0,0 1 0,1-1 0,-5 17 0,9-23-552,1-1 0,0 1 0,0-1 0,0 1 0,0 0 0,1-1 0,0 0-1,0 1 1,0-1 0,0 1 0,4 6 0,-4-10-107,-1 0-1,1 0 0,0-1 0,0 1 1,0 0-1,-1 0 0,1-1 1,0 1-1,0-1 0,0 1 1,0 0-1,0-1 0,0 0 0,1 1 1,-1-1-1,0 0 0,0 1 1,0-1-1,0 0 0,0 0 1,0 0-1,1 0 0,-1 0 0,0 0 1,0 0-1,0-1 0,0 1 1,0 0-1,0-1 0,0 1 1,2-1-1,6-1-98,-8 2 62,0 0-1,0 0 1,0-1 0,0 1 0,0 0 0,-1-1 0,1 1 0,0 0 0,0-1 0,-1 1 0,1-1 0,0 1 0,0-1 0,-1 0 0,1 1 0,-1-1 0,1 1 0,0-1 0,-1 0 0,1 0-1,-1 1 1,0-1 0,1 0 0,-1 0 0,0 0 0,1 0 0,-1 1 0,0-1 0,0-1 0,-1-20-1045,-8-4-3300,-23-43 1,16 37-41,-3-7-4853</inkml:trace>
</inkml:ink>
</file>

<file path=ppt/ink/ink3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4.610"/>
    </inkml:context>
    <inkml:brush xml:id="br0">
      <inkml:brushProperty name="width" value="0.035" units="cm"/>
      <inkml:brushProperty name="height" value="0.035" units="cm"/>
    </inkml:brush>
  </inkml:definitions>
  <inkml:trace contextRef="#ctx0" brushRef="#br0">509 24 7225,'28'-18'10669,"-18"14"-10141,-7 3 2233,-13 17-181,5-9-2101,-10 15 365,-204 308 4210,74-69-7031,87-151-2589,-3-2-4823,25-51-1835</inkml:trace>
</inkml:ink>
</file>

<file path=ppt/ink/ink3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5.045"/>
    </inkml:context>
    <inkml:brush xml:id="br0">
      <inkml:brushProperty name="width" value="0.035" units="cm"/>
      <inkml:brushProperty name="height" value="0.035" units="cm"/>
    </inkml:brush>
  </inkml:definitions>
  <inkml:trace contextRef="#ctx0" brushRef="#br0">0 0 6997,'11'0'7669,"1"10"-4264,11 27-2997,-7-11 741,25 24-526,3-1 0,1-3 0,3-1 0,53 38 0,223 141-189,-209-148-325,205 124-2879,-313-196 2423,57 37-2711,-59-37 1826,0 0 0,-1 1 0,1-1 1,-1 1-1,6 8 0,2 7-5504</inkml:trace>
</inkml:ink>
</file>

<file path=ppt/ink/ink3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5.387"/>
    </inkml:context>
    <inkml:brush xml:id="br0">
      <inkml:brushProperty name="width" value="0.035" units="cm"/>
      <inkml:brushProperty name="height" value="0.035" units="cm"/>
    </inkml:brush>
  </inkml:definitions>
  <inkml:trace contextRef="#ctx0" brushRef="#br0">531 24 5741,'0'0'1622,"-5"-14"1278,-2 5 2788,-124 228-48,-12-5-4635,-16 28-5815,115-172-845,2-1-3492</inkml:trace>
</inkml:ink>
</file>

<file path=ppt/ink/ink3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5.913"/>
    </inkml:context>
    <inkml:brush xml:id="br0">
      <inkml:brushProperty name="width" value="0.035" units="cm"/>
      <inkml:brushProperty name="height" value="0.035" units="cm"/>
    </inkml:brush>
  </inkml:definitions>
  <inkml:trace contextRef="#ctx0" brushRef="#br0">112 0 9553,'-13'26'542,"5"-8"993,-1 0 0,-21 31 0,-19 27 1759,48-75-3273,1 0 1,-1 0-1,1 0 0,0 0 0,0 1 0,-1-1 0,1 0 0,0 0 0,0 0 1,0 1-1,0-1 0,0 0 0,1 0 0,-1 0 0,0 1 0,0-1 0,1 0 1,-1 0-1,1 1 0,0 1 46,0 0-46,0 0 1,1 0-1,-1 0 0,0 0 1,1 0-1,0 0 1,0-1-1,-1 1 1,2-1-1,-1 1 0,0-1 1,0 0-1,1 0 1,-1 0-1,1 0 1,0 0-1,0 0 0,-1-1 1,1 1-1,0-1 1,0 0-1,0 0 1,1 0-1,-1 0 0,0-1 1,0 1-1,0-1 1,1 0-1,2 0 1,3 0 69,0 0 1,-1 0 0,1 0 0,0-2 0,-1 1 0,1-1 0,-1 0-1,0 0 1,17-8 0,-24 9-25,1 0-1,-1-1 1,1 1 0,-1-1-1,1 1 1,-1-1 0,0 1-1,1-1 1,-1 0-1,0 0 1,0 0 0,0 1-1,-1-1 1,1 0 0,0 0-1,-1 0 1,1 0-1,-1 0 1,0 0 0,0-4-1,1 1-53,-1 4 6,0 0 1,0 0 0,0 0-1,0 0 1,0 0-1,-1 0 1,1 0 0,0 0-1,-1 0 1,1 1 0,-1-1-1,1 0 1,-1 0 0,1 0-1,-1 0 1,0 1-1,1-1 1,-1 0 0,-1 0-1,0-2 41,-1-1-37,0 0-1,-1 0 0,1 0 0,-1 0 0,1 1 1,-1 0-1,0 0 0,0 0 0,-1 0 0,1 0 1,-8-3-1,2 2-1073,-1 1 0,1-1 1,-1 1-1,-12-1 0</inkml:trace>
</inkml:ink>
</file>

<file path=ppt/ink/ink3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26.188"/>
    </inkml:context>
    <inkml:brush xml:id="br0">
      <inkml:brushProperty name="width" value="0.035" units="cm"/>
      <inkml:brushProperty name="height" value="0.035" units="cm"/>
    </inkml:brush>
  </inkml:definitions>
  <inkml:trace contextRef="#ctx0" brushRef="#br0">41 0 11793,'-5'7'750,"0"1"-1,0-1 1,1 1 0,0 0-1,1 0 1,-1 0-1,-3 16 1,6-20-605,0 0 1,0 0-1,1 0 0,0 0 1,-1 0-1,1 0 1,0 0-1,1 0 0,-1 0 1,1 0-1,0 0 0,0 0 1,0 0-1,1 0 0,-1 0 1,1-1-1,0 1 0,0-1 1,3 6-1,0-4-110,0 1 0,0-1-1,0-1 1,1 1 0,0-1-1,-1 0 1,2 0 0,-1 0-1,0-1 1,1 0 0,-1 0-1,1-1 1,0 0 0,0 0-1,7 1 1,-10-4-33,-1 1 0,1-1 0,-1 0 1,1 0-1,-1 0 0,0 0 0,1-1 0,-1 1 1,0-1-1,0 0 0,0 0 0,0 0 0,0 0 0,-1 0 1,6-6-1,-5 5 5,-2 1-14,1 0 0,-1 0 0,1-1 0,-1 1 1,0 0-1,0-1 0,0 1 0,0-1 0,-1 1 0,1-1 0,-1 1 0,1-1 0,-1 1 1,0-1-1,0-5 0,-5-31-497,3 35 249,1 1 0,-1-1 0,1 1 1,-1 0-1,0 0 0,0 0 0,-1 0 0,1 0 0,-1 0 1,1 0-1,-1 1 0,0-1 0,0 1 0,0 0 1,0 0-1,0 0 0,-6-2 0,-21-7-5590,5 4-1419</inkml:trace>
</inkml:ink>
</file>

<file path=ppt/ink/ink3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9.924"/>
    </inkml:context>
    <inkml:brush xml:id="br0">
      <inkml:brushProperty name="width" value="0.035" units="cm"/>
      <inkml:brushProperty name="height" value="0.035" units="cm"/>
    </inkml:brush>
  </inkml:definitions>
  <inkml:trace contextRef="#ctx0" brushRef="#br0">213 0 11245,'-68'193'10020,"46"-125"-7755,-11 39-181,-2 91-18,-19 359 1,58-273-4213,2-143-759,-6-72 648,0-2-1585,2-23-1689,1 0-4551</inkml:trace>
</inkml:ink>
</file>

<file path=ppt/ink/ink3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0.566"/>
    </inkml:context>
    <inkml:brush xml:id="br0">
      <inkml:brushProperty name="width" value="0.035" units="cm"/>
      <inkml:brushProperty name="height" value="0.035" units="cm"/>
    </inkml:brush>
  </inkml:definitions>
  <inkml:trace contextRef="#ctx0" brushRef="#br0">1 789 7521,'0'0'3977,"2"-2"-2313,9-3-1162,-1 1 0,1 0-1,-1 0 1,1 1 0,1 1 0,-1 0 0,0 0 0,0 1 0,1 1 0,15 0-1,231-2 1161,154 1-847,584-4-243,-855 3-527,890-21 63,112-1-37,2391 4-305,-2931 18 148,-448 1 64,1057-17-114,-333-17 89,-9-48 198,-376-7 206,-399 66-210,-2-4 0,-1-4 0,98-49 0,-164 67-86,0 0 0,0-2-1,40-33 1,-56 40-31,0 0 0,-1 0 0,0-1 1,-1 0-1,0-1 0,0 0 0,-1 0 0,-1-1 0,0 1 0,8-25 0,-8-18 79,-6 51-94,2 6-6,11 11 4,0 0-1,0 0 0,1-1 1,1-1-1,27 17 0,-20-13-14,-19-14-7,9 13-120,-8-7-4496,0 14 2218,-6-14-3854,-20-4-629</inkml:trace>
</inkml:ink>
</file>

<file path=ppt/ink/ink3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1.677"/>
    </inkml:context>
    <inkml:brush xml:id="br0">
      <inkml:brushProperty name="width" value="0.035" units="cm"/>
      <inkml:brushProperty name="height" value="0.035" units="cm"/>
    </inkml:brush>
  </inkml:definitions>
  <inkml:trace contextRef="#ctx0" brushRef="#br0">1 586 4968,'0'0'12438,"3"-1"-11962,3-2-341,1 1 1,-1 0 0,1 1 0,0 0-1,-1 0 1,1 0 0,12 1 0,56 6 153,-21 0-140,1374 27 338,-1222-32-500,3038-20 144,-3223 18-125,1917-70-1,-15-132 359,-1556 134-87,-248 40-149,117-43-1,-214 63-105,-1 0 1,0 0-1,20-15 0,-39 23-24,0 0 0,0 0 0,0-1 0,0 1 0,-1-1 1,1 0-1,-1 1 0,1-1 0,-1 0 0,0 0 0,1 0 0,-1 0 0,0 0 0,0 0 0,0-1 0,-1 1 0,2-4 0,1-3-88,-3 8-6,0 0 0,0 0 1,1 0-1,-1-1 0,0 1 0,0 0 0,0 0 1,0 0-1,0-1 0,-1 1 0,1 0 0,0 0 1,-1 0-1,1 0 0,0 0 0,-1 0 0,1-1 1,-1 1-1,0 0 0,1 0 0,-1 1 1,0-1-1,0 0 0,-1-2 0,-21-13-5928,19 13 2168,-4-9-1767</inkml:trace>
</inkml:ink>
</file>

<file path=ppt/ink/ink3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2.128"/>
    </inkml:context>
    <inkml:brush xml:id="br0">
      <inkml:brushProperty name="width" value="0.035" units="cm"/>
      <inkml:brushProperty name="height" value="0.035" units="cm"/>
    </inkml:brush>
  </inkml:definitions>
  <inkml:trace contextRef="#ctx0" brushRef="#br0">595 127 8789,'-6'-24'3477,"-16"-41"0,19 27 3155,-6 62-5926,1 1 0,1 0 0,1 0 0,-4 49 0,4-34-300,-50 391 1425,-16 98-2600,42-372-1250,-6-2-1,-57 152 1,-64 87-7920,84-232 1547</inkml:trace>
</inkml:ink>
</file>

<file path=ppt/ink/ink3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3.119"/>
    </inkml:context>
    <inkml:brush xml:id="br0">
      <inkml:brushProperty name="width" value="0.035" units="cm"/>
      <inkml:brushProperty name="height" value="0.035" units="cm"/>
    </inkml:brush>
  </inkml:definitions>
  <inkml:trace contextRef="#ctx0" brushRef="#br0">385 55 8057,'-4'-4'690,"0"-1"0,1 1 0,-1-1 0,1 0 0,-4-8 0,3-5 4397,-16 24-2825,17-4-2117,0 0 0,0 1-1,0-1 1,1 1 0,-1 0-1,1 0 1,0 0 0,-1 0-1,1 0 1,1 0-1,-1 1 1,-2 4 0,-14 52 1187,9-28-741,-25 94 1263,-25 188 0,55-289-1738,-45 365 1063,38-293-1039,-18 288-1322,11-92-1566,-10-7-2103,6-99-1994,0-44-3038</inkml:trace>
</inkml:ink>
</file>

<file path=ppt/ink/ink3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7.269"/>
    </inkml:context>
    <inkml:brush xml:id="br0">
      <inkml:brushProperty name="width" value="0.035" units="cm"/>
      <inkml:brushProperty name="height" value="0.035" units="cm"/>
    </inkml:brush>
  </inkml:definitions>
  <inkml:trace contextRef="#ctx0" brushRef="#br0">174 183 7305,'0'0'3371,"21"-22"992,39-34 54,-58 54-4142,-1-3-192,1 1-1,0-1 1,0 0-1,0 1 0,1-1 1,-1 1-1,5-5 1,0-2 65,-3 4 21,1 1 0,-1-1-1,2 1 1,-1 0 0,11-8 0,-13 11-119,-1 1 259,-2 7-128,-1 23-53,-2 0 1,-1 0-1,-1 0 1,-1 0-1,-12 30 1,-60 138 391,53-137-444,-88 242 268,90-227-315,4 1-1,-12 88 1,29-148-69,1 0 0,1 0 0,0 0 0,1 0 0,0 0 0,1 0 0,5 16 0,-6-27 9,1 0 0,-1 0 0,1 0 0,0 0 0,0 0 0,0 0 0,1-1 0,-1 1 0,1-1-1,0 0 1,0 1 0,6 4 0,-7-7 2,1 1 0,0-1 0,0 1 0,0-1 0,1 0 0,-1 0 0,0 0 0,0-1 0,1 1-1,-1-1 1,0 0 0,0 1 0,1-1 0,-1-1 0,0 1 0,1-1 0,-1 1 0,6-3 0,0 0-30,0 0-1,0-1 1,0 0 0,-1-1 0,0 0-1,0 0 1,0-1 0,-1 0 0,1 0-1,-2-1 1,1 0 0,7-10 0,9-13-208,33-62 1,-25 39 145,-17 32 105,-20 38 298,-11 31-44,15-38-296,1-1 0,0 1-1,0 0 1,1 0-1,0-1 1,1 1-1,0 0 1,0 0 0,1-1-1,0 1 1,1-1-1,0 0 1,1 1 0,0-1-1,0-1 1,1 1-1,0-1 1,0 0 0,1 0-1,0 0 1,1-1-1,-1 0 1,2 0-1,-1 0 1,1-1 0,-1 0-1,15 7 1,31 8-2430,-45-18 1022,1-1 0,-1 0 0,1-1 0,14 1 0,12-2-5790</inkml:trace>
</inkml:ink>
</file>

<file path=ppt/ink/ink3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7.597"/>
    </inkml:context>
    <inkml:brush xml:id="br0">
      <inkml:brushProperty name="width" value="0.035" units="cm"/>
      <inkml:brushProperty name="height" value="0.035" units="cm"/>
    </inkml:brush>
  </inkml:definitions>
  <inkml:trace contextRef="#ctx0" brushRef="#br0">87 1 6769,'16'0'1075,"-7"0"5170,-9 23-5504,-3 23-275,3-23-252,-2 0 1,0 0-1,-7 25 0,4-26-106,-1 3 111,-1 1 1,-21 47 0,15-43 83,2 0 1,-13 53 0,23-82-298,1 0-1,0 1 1,-1-1 0,1 0 0,0 1-1,0-1 1,0 1 0,0-1 0,0 0-1,1 1 1,-1-1 0,0 0 0,1 1-1,-1-1 1,1 0 0,-1 0-1,1 1 1,-1-1 0,1 0 0,0 0-1,0 0 1,-1 0 0,1 0 0,0 0-1,0 0 1,0 0 0,0 0 0,1 0-1,-1 0 1,0-1 0,0 1-1,0 0 1,1-1 0,1 1 0,4 2-22,1-1 1,0 0-1,0 0 1,13 0-1,-11 0-98,11-2-392,-1 0-1,0-1 0,1-1 1,-1 0-1,0-2 0,35-11 1,6 0-1024,-40 10 503,-1-1 0,23-10 0,5-2-2100,-10 6-445</inkml:trace>
</inkml:ink>
</file>

<file path=ppt/ink/ink3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7.752"/>
    </inkml:context>
    <inkml:brush xml:id="br0">
      <inkml:brushProperty name="width" value="0.035" units="cm"/>
      <inkml:brushProperty name="height" value="0.035" units="cm"/>
    </inkml:brush>
  </inkml:definitions>
  <inkml:trace contextRef="#ctx0" brushRef="#br0">45 21 4752,'0'0'8657,"-16"-6"-8361,0 3-340,3-8-10633</inkml:trace>
</inkml:ink>
</file>

<file path=ppt/ink/ink3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8.830"/>
    </inkml:context>
    <inkml:brush xml:id="br0">
      <inkml:brushProperty name="width" value="0.035" units="cm"/>
      <inkml:brushProperty name="height" value="0.035" units="cm"/>
    </inkml:brush>
  </inkml:definitions>
  <inkml:trace contextRef="#ctx0" brushRef="#br0">1194 0 7297,'0'0'1823,"-2"3"-185,-17 16 9,2 2 0,0 0 0,-16 29 0,6-10-441,-161 253 3494,88-132-3492,-96 146-330,170-265-988,-157 245-1947,-18-14-3649,106-155 89,5-1-3247</inkml:trace>
</inkml:ink>
</file>

<file path=ppt/ink/ink3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9.511"/>
    </inkml:context>
    <inkml:brush xml:id="br0">
      <inkml:brushProperty name="width" value="0.035" units="cm"/>
      <inkml:brushProperty name="height" value="0.035" units="cm"/>
    </inkml:brush>
  </inkml:definitions>
  <inkml:trace contextRef="#ctx0" brushRef="#br0">791 56 6297,'-8'-7'475,"0"1"1,0 1 0,-1-1 0,1 2 0,-1-1-1,-1 1 1,1 0 0,-1 1 0,1 0 0,-1 0 0,0 1-1,0 1 1,0 0 0,0 0 0,0 1 0,0 0-1,0 0 1,0 1 0,-18 5 0,-5 2-31,0 1 0,2 2 0,-1 2 0,-49 26 0,33-10-901,2 2 0,0 2 0,3 1 0,-51 53 0,75-67-1957,-23 32-1,34-42 1047,-20 25-5213</inkml:trace>
</inkml:ink>
</file>

<file path=ppt/ink/ink3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59.697"/>
    </inkml:context>
    <inkml:brush xml:id="br0">
      <inkml:brushProperty name="width" value="0.035" units="cm"/>
      <inkml:brushProperty name="height" value="0.035" units="cm"/>
    </inkml:brush>
  </inkml:definitions>
  <inkml:trace contextRef="#ctx0" brushRef="#br0">1 57 9457,'32'-37'1548,"-1"34"-200,4-2-176,-3 2-204,6-3-232,-3 3-104,22 9-55,-16 3-193,-6 5-408,0 9-449,-3 5-399,0 7-484,-13 5-804,-6 0-1340,-1 8-1953</inkml:trace>
</inkml:ink>
</file>

<file path=ppt/ink/ink3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0.981"/>
    </inkml:context>
    <inkml:brush xml:id="br0">
      <inkml:brushProperty name="width" value="0.035" units="cm"/>
      <inkml:brushProperty name="height" value="0.035" units="cm"/>
    </inkml:brush>
  </inkml:definitions>
  <inkml:trace contextRef="#ctx0" brushRef="#br0">32 84 9801,'-6'10'365,"2"1"-1,-1 0 1,1 0 0,1 1 0,0-1-1,1 1 1,0 0 0,1-1 0,0 1-1,1 0 1,0 0 0,0 0 0,5 21-1,13 84 1700,-1-8-973,34 125-1,-47-218-1007,1 1 1,0-1-1,1 0 1,1-1-1,1 1 1,0-2-1,1 1 1,20 24-1,-28-38-66,1 0 1,-1 0-1,1 0 0,-1 0 1,1 0-1,0 0 0,-1 0 1,1-1-1,0 1 0,-1-1 1,1 1-1,0-1 0,0 0 1,0 0-1,-1 1 0,1-1 1,0-1-1,0 1 0,3-1 1,34-9 105,-35 9-105,14-6 29,0-1 1,-1 0-1,-1-1 0,1-1 1,29-23-1,67-71 57,-53 47-218,9-7-181,194-173-2284,18 21-2391,-148 123-345,-75 52 793</inkml:trace>
</inkml:ink>
</file>

<file path=ppt/ink/ink3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1.229"/>
    </inkml:context>
    <inkml:brush xml:id="br0">
      <inkml:brushProperty name="width" value="0.035" units="cm"/>
      <inkml:brushProperty name="height" value="0.035" units="cm"/>
    </inkml:brush>
  </inkml:definitions>
  <inkml:trace contextRef="#ctx0" brushRef="#br0">20 1 4848,'-18'36'1781,"17"-32"-1096,3 19 411,-1-17-962,0 0 1,0-1-1,0 1 0,0 0 1,1-1-1,0 1 1,4 8-1,-4-9-36,0 0 0,-1 1 0,1-1 0,-1 0 0,0 1 0,0 10 1,0 1 105,8 32 483,-8-46-92,2 31 497,3-16-757,-5-16-333,0-1 0,-1 1 0,1 0 0,0 0 0,0-1 0,0 1 0,0-1 0,1 1 0,-1-1 0,0 0 0,0 1 0,1-1 0,-1 0 0,1 0 0,-1 0 0,1 0 0,0 0 0,-1 0 0,1 0 0,0-1 0,0 1 0,0 0 0,-1-1 0,1 0 0,0 1 0,0-1 0,3 0 0,3 1-209,-1-1 0,1 0 1,0-1-1,-1 1 0,1-1 1,-1-1-1,1 1 0,7-4 1,57-25-4394,-40 16 903</inkml:trace>
</inkml:ink>
</file>

<file path=ppt/ink/ink3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2.186"/>
    </inkml:context>
    <inkml:brush xml:id="br0">
      <inkml:brushProperty name="width" value="0.035" units="cm"/>
      <inkml:brushProperty name="height" value="0.035" units="cm"/>
    </inkml:brush>
  </inkml:definitions>
  <inkml:trace contextRef="#ctx0" brushRef="#br0">212 0 6925,'0'0'6703,"-2"2"-5661,-3 2-785,1 0 0,0 1 0,0-1 0,0 1 0,0-1 0,1 1 0,0 1 0,-3 5 0,-22 51 918,19-39-723,-22 65 744,3 1 1,-30 176 0,51-222-1016,1 0-1,0 48 1,6-76-207,1 0 0,0 0 1,0 0-1,2 0 0,0-1 1,1 1-1,0-1 0,1 0 0,12 25 1,-13-33-205,0 1 1,1-1 0,0 0 0,0 0 0,1-1-1,-1 1 1,1-1 0,0-1 0,1 1-1,-1-1 1,1 0 0,0 0 0,0-1-1,0 0 1,0 0 0,0-1 0,1 0-1,9 2 1,4-1-1310,0-1 1,1-1-1,0-1 0,-1-1 0,28-4 0,8-2-4373</inkml:trace>
</inkml:ink>
</file>

<file path=ppt/ink/ink3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3.189"/>
    </inkml:context>
    <inkml:brush xml:id="br0">
      <inkml:brushProperty name="width" value="0.035" units="cm"/>
      <inkml:brushProperty name="height" value="0.035" units="cm"/>
    </inkml:brush>
  </inkml:definitions>
  <inkml:trace contextRef="#ctx0" brushRef="#br0">17 260 5817,'-13'-21'1276,"10"17"1001,3 1-1295,0-26 438,0 26-870,2 0-99,6-5-313,0 0 0,0 1 1,1-1-1,0 2 0,0-1 1,0 1-1,1 1 0,0-1 1,19-6-1,101-29 137,-95 31-209,62-26-361,-49 18-1178,4 3-3926,-33 11 1053</inkml:trace>
</inkml:ink>
</file>

<file path=ppt/ink/ink3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3.751"/>
    </inkml:context>
    <inkml:brush xml:id="br0">
      <inkml:brushProperty name="width" value="0.035" units="cm"/>
      <inkml:brushProperty name="height" value="0.035" units="cm"/>
    </inkml:brush>
  </inkml:definitions>
  <inkml:trace contextRef="#ctx0" brushRef="#br0">88 243 6561,'-42'-27'4769,"41"26"-4610,0 1 0,1-1 0,-1 1 0,1-1-1,-1 0 1,1 1 0,-1-1 0,1 0 0,-1 1-1,1-1 1,-1 0 0,1 0 0,0 0 0,0 1 0,-1-1-1,1 0 1,0 0 0,0-1 0,-6-13 1929,-3 4-1281,6 8-571,0-1 1,0 1 0,1 0 0,0-1 0,-1 0 0,1 1 0,-1-5 0,2 6-194,1 1 0,0 0 0,0-1 0,0 1 0,0-1 0,0 1 0,0-1 0,0 1 0,0-1 0,0 1 0,1-1 0,-1 1 0,0 0 0,1-1 0,-1 1 1,1-1-1,0 1 0,0 0 0,-1 0 0,1-1 0,0 1 0,0 0 0,0 0 0,0 0 0,0 0 0,2-1 0,6-5 34,1 0 0,0 0 1,1 2-1,-1-1 0,1 1 1,0 1-1,22-7 0,86-14 160,13 9-2686,241 3 1,-214 19-5223,-114 0 2068</inkml:trace>
</inkml:ink>
</file>

<file path=ppt/ink/ink3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4.282"/>
    </inkml:context>
    <inkml:brush xml:id="br0">
      <inkml:brushProperty name="width" value="0.035" units="cm"/>
      <inkml:brushProperty name="height" value="0.035" units="cm"/>
    </inkml:brush>
  </inkml:definitions>
  <inkml:trace contextRef="#ctx0" brushRef="#br0">1 1 6877,'2'-1'7050,"5"2"-3519,30 8-2603,-31-4-789,0 0 0,0 1 0,0 0 0,-1 0 0,1 0 0,-2 1 0,1 0 0,4 9 0,-5-9-28,8 14 67,0 1-1,-2 0 1,-1 0-1,-1 1 0,8 34 1,-7-10-25,6 82 0,-17-94-166,1-29 1,1-1-1,-1 1 0,1 0 0,0-1 1,1 1-1,1 9 0,-2-13-77,22-10-489,-1-4 303,0 0 0,-1-1-1,0-2 1,21-19 0,2-1-284,189-125-1455,-195 139 1841,0 2 1,1 1-1,1 2 1,67-18 0,-93 32 147,0 1 0,-1 0 0,1 0 1,0 1-1,0 1 0,-1 0 0,1 1 1,0 0-1,-1 1 0,0 1 0,0 0 1,14 6-1,-4-2-287,1-1 0,31 5 0,77 4-1333,180-2 1,-265-17 103,0-2 0,63-15 0,-94 17 833,44-8-1932</inkml:trace>
</inkml:ink>
</file>

<file path=ppt/ink/ink3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4.423"/>
    </inkml:context>
    <inkml:brush xml:id="br0">
      <inkml:brushProperty name="width" value="0.035" units="cm"/>
      <inkml:brushProperty name="height" value="0.035" units="cm"/>
    </inkml:brush>
  </inkml:definitions>
  <inkml:trace contextRef="#ctx0" brushRef="#br0">1 0 3508,'38'9'1288,"-22"-15"-1052,0 6-584,0-3-1352</inkml:trace>
</inkml:ink>
</file>

<file path=ppt/ink/ink3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4.533"/>
    </inkml:context>
    <inkml:brush xml:id="br0">
      <inkml:brushProperty name="width" value="0.035" units="cm"/>
      <inkml:brushProperty name="height" value="0.035" units="cm"/>
    </inkml:brush>
  </inkml:definitions>
  <inkml:trace contextRef="#ctx0" brushRef="#br0">1 154 4916,'22'-14'3065,"-3"8"-1713,-3-2 832,3-4-1252,0 1-356,0 0-116,0-7-180,7 7-328,15-9-380,-16 9-368,-3-9-944,-15 8-1452,12 12-1385</inkml:trace>
</inkml:ink>
</file>

<file path=ppt/ink/ink3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7.077"/>
    </inkml:context>
    <inkml:brush xml:id="br0">
      <inkml:brushProperty name="width" value="0.035" units="cm"/>
      <inkml:brushProperty name="height" value="0.035" units="cm"/>
    </inkml:brush>
  </inkml:definitions>
  <inkml:trace contextRef="#ctx0" brushRef="#br0">50 48 5953,'11'-29'1692,"-11"28"-1464,0 0 1,1 0-1,-1 0 0,1 0 0,-1 0 0,1 0 0,0 0 0,-1 0 0,1 0 0,0 0 1,-1 1-1,1-1 0,0 0 0,0 0 0,0 1 0,0-1 0,0 0 0,0 1 0,0-1 1,0 1-1,0-1 0,0 1 0,1-1 0,-1 1-44,0 0 0,-1 0 0,1 0 1,0 0-1,-1 0 0,1 0 0,0 1 0,-1-1 0,1 0 0,0 0 1,-1 0-1,1 1 0,0-1 0,-1 0 0,1 1 0,-1-1 0,1 1 1,-1-1-1,1 0 0,-1 1 0,1-1 0,-1 1 0,1-1 1,-1 1-1,1 0 0,-1-1 0,0 1 0,1-1 0,-1 2 0,2 7-2,-1-1 0,-1 1-1,1 0 1,-1-1-1,-1 1 1,0-1 0,0 1-1,-1 0 1,1-1-1,-7 16 1,0 6 133,-18 72 303,-19 99 80,42-176-693,0 1 1,2 0-1,0 1 0,2-1 0,7 47 1,-7-69-37,0 0 1,0-1-1,0 1 1,0-1-1,0 1 1,1-1-1,0 1 1,-1-1-1,1 0 1,1 1-1,-1-1 1,0 0-1,1-1 1,-1 1-1,1 0 1,0-1-1,6 5 1,-4-5-24,0 1-1,0-1 1,0-1 0,0 1 0,0-1-1,1 0 1,-1 0 0,0 0 0,1-1-1,-1 0 1,7 0 0,11-3-72,0-1 0,0-1-1,-1 0 1,34-15 0,-51 19 142,-4 0 8,0 0 0,0 1 0,1-1 1,-1 1-1,0-1 0,1 1 0,-1 0 0,0-1 0,1 1 1,-1 0-1,0 0 0,1 0 0,-1 0 0,1 0 1,-1 0-1,0 1 0,1-1 0,-1 0 0,0 1 0,0-1 1,2 1-1,-1 1 15,-1-1 1,0 1 0,0-1-1,-1 1 1,1 0 0,0-1-1,0 1 1,-1 0 0,1 0-1,-1-1 1,0 1 0,1 2-1,3 15-31,1 0 173,-5-16-202,1 0-1,-1-1 1,1 1-1,-1-1 1,1 1-1,0-1 1,0 1-1,0-1 1,0 0-1,0 1 1,0-1-1,1 0 1,-1 0-1,1 0 1,0 0-1,-1 0 1,1 0-1,0-1 1,0 1-1,0 0 1,0-1-1,0 0 1,1 1-1,-1-1 1,4 1-1,14 4-877,0-1-1,0-1 0,0-1 0,34 0 1,38-5-6174,-43-1 461</inkml:trace>
</inkml:ink>
</file>

<file path=ppt/ink/ink3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7.404"/>
    </inkml:context>
    <inkml:brush xml:id="br0">
      <inkml:brushProperty name="width" value="0.035" units="cm"/>
      <inkml:brushProperty name="height" value="0.035" units="cm"/>
    </inkml:brush>
  </inkml:definitions>
  <inkml:trace contextRef="#ctx0" brushRef="#br0">118 35 6805,'-12'-2'1878,"11"-3"1481,15-9 1230,-8 9-5707,-4 4 1167,0 0-1,1 0 0,-1 0 0,0 0 1,0 0-1,1 0 0,-1 1 0,0-1 1,1 1-1,-1 0 0,1-1 0,-1 1 1,0 0-1,4 1 0,0-1 102,6 0-188,0 1-1,-1 0 0,1 1 0,-1 0 0,1 1 1,-1 1-1,0-1 0,21 11 0,-27-11 24,0 0 0,-1-1 0,1 2 0,0-1 0,-1 0 0,0 1 0,0 0 0,0 0 0,0 0 0,-1 1-1,0-1 1,0 1 0,0 0 0,0-1 0,-1 2 0,1-1 0,-1 0 0,-1 0 0,1 1 0,-1-1 0,1 8 0,-2-10 25,0 0 1,0-1-1,-1 1 1,0 0-1,0 0 1,1-1-1,-1 1 1,-1 0-1,1-1 1,0 1-1,-1-1 1,1 1-1,-1-1 1,0 0-1,0 0 1,-2 3-1,-40 34 106,31-28-96,-23 18-214,-63 37 1,7-12-3570,49-30-377,27-14-607</inkml:trace>
</inkml:ink>
</file>

<file path=ppt/ink/ink3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7.748"/>
    </inkml:context>
    <inkml:brush xml:id="br0">
      <inkml:brushProperty name="width" value="0.035" units="cm"/>
      <inkml:brushProperty name="height" value="0.035" units="cm"/>
    </inkml:brush>
  </inkml:definitions>
  <inkml:trace contextRef="#ctx0" brushRef="#br0">229 6 8149,'-16'-5'6096,"16"8"-4985,-2 13-520,-1 0-1,0 0 0,-1 1 1,0-2-1,-2 1 1,-7 16-1,-9 26 178,2 6 53,-23 124 0,-8 167-1456,35-229-1423,8-59 161,-8 52-6305,14-96 2079</inkml:trace>
</inkml:ink>
</file>

<file path=ppt/ink/ink3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8.689"/>
    </inkml:context>
    <inkml:brush xml:id="br0">
      <inkml:brushProperty name="width" value="0.035" units="cm"/>
      <inkml:brushProperty name="height" value="0.035" units="cm"/>
    </inkml:brush>
  </inkml:definitions>
  <inkml:trace contextRef="#ctx0" brushRef="#br0">1163 538 6609,'6'-4'1079,"-1"0"0,0 0 1,1-1-1,7-8 0,-9 8-944,0 1 1,1 0-1,-1 0 0,1 0 0,0 0 0,0 1 0,7-4 1,13-4 181,1 1 1,0 2-1,48-11 1,89-5 114,-111 17-340,266-26-152,229-12-612,835-9-689,-1316 53 1273,301-7-261,1045-39-728,-1044 14 1087,-279 20 182,1-4 0,87-29 0,-156 40-141,-1-1 0,1-1 0,-2-1-1,0-1 1,0-1 0,0 0 0,25-22-1,-42 32-67,10 3 41,0 1-1,0 1 1,0 0 0,-1 1-1,1 0 1,-1 1 0,14 9-1,-9-5 24,0-1 1,23 8-1,5 7 394,-41-23-185,6 4-40,-8-4-93,0-1-1,0 0 1,0 0-1,0 0 1,0 1-1,0-1 1,0 1-1,-1-1 1,1 0-1,0 1 1,0-1-1,-1 1 1,1 0 0,0-1-1,0 1 1,-1 0-1,1-1 1,-1 1-1,1 0 1,-1 0-1,1 0 1,0 14 183,-1 0 1,0 0-1,-1 0 0,-1 0 1,0-1-1,-1 1 0,-1-1 1,-8 24-1,2-6 73,-344 1097 3817,283-911-3958,-188 512 121,211-621-385,-35 94-266,52-125-661,30-75 449,-6-6 257,0 1 0,0 0 0,0 0 1,-1 0-1,-8 0 0,-11-2-178,-129-38-1527,-75-16 356,-622-95-156,631 117 1543,-1196-148 244,772 137-528,-2 29 0,-761 75 0,1252-47-1015,36-2-2870,83-2-236</inkml:trace>
</inkml:ink>
</file>

<file path=ppt/ink/ink3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09.230"/>
    </inkml:context>
    <inkml:brush xml:id="br0">
      <inkml:brushProperty name="width" value="0.035" units="cm"/>
      <inkml:brushProperty name="height" value="0.035" units="cm"/>
    </inkml:brush>
  </inkml:definitions>
  <inkml:trace contextRef="#ctx0" brushRef="#br0">1429 121 5985,'2'-38'4706,"8"-41"1,-9 76-2563,-4 4-1252,-4 5-611,1 1 1,-1 0 0,1 0 0,0 0-1,1 1 1,-1 0 0,-6 14-1,2-4 35,-97 195 2189,46-85-1431,-409 834 1776,265-542-4267,100-208 34,18-40-2923,-124 187-1,140-254-784,14-4-2853</inkml:trace>
</inkml:ink>
</file>

<file path=ppt/ink/ink3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0.451"/>
    </inkml:context>
    <inkml:brush xml:id="br0">
      <inkml:brushProperty name="width" value="0.035" units="cm"/>
      <inkml:brushProperty name="height" value="0.035" units="cm"/>
    </inkml:brush>
  </inkml:definitions>
  <inkml:trace contextRef="#ctx0" brushRef="#br0">2065 17 4748,'3'-5'7893,"-5"1"-3388,-13-1-2413,-24 3-2918,-271 24 2059,128-5-1020,-378 38-458,424-33-1004,2 5 0,-143 50 0,184-47-2568,-141 69 1,149-49-1433</inkml:trace>
</inkml:ink>
</file>

<file path=ppt/ink/ink3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0.868"/>
    </inkml:context>
    <inkml:brush xml:id="br0">
      <inkml:brushProperty name="width" value="0.035" units="cm"/>
      <inkml:brushProperty name="height" value="0.035" units="cm"/>
    </inkml:brush>
  </inkml:definitions>
  <inkml:trace contextRef="#ctx0" brushRef="#br0">8 358 9157,'0'0'263,"-1"0"-1,1 0 1,0 0 0,-1 1 0,1-1-1,-1 0 1,1 0 0,0 1 0,-1-1-1,1 0 1,0 1 0,-1-1 0,1 0-1,0 1 1,0-1 0,-1 0-1,1 1 1,0-1 0,0 1 0,0-1-1,-1 1 1,1-1 0,0 0 0,0 1-1,0-1 1,0 1 0,0-1 0,0 1-1,0-1 1,0 1 0,0 0 0,3 22 610,1 6-199,-4 63 352,13 517 1837,-11-581-2810,9 88 619,-11-115-664,0 0 0,1 0 1,-1 1-1,1-1 0,-1 0 0,1 0 0,0 0 0,-1 0 1,1 0-1,0 0 0,0 0 0,-1 0 0,1 0 0,0-1 0,0 1 1,0 0-1,0 0 0,0-1 0,0 1 0,1-1 0,-1 1 1,0-1-1,0 1 0,0-1 0,0 0 0,1 1 0,-1-1 0,0 0 1,0 0-1,1 0 0,-1 0 0,0 0 0,0 0 0,0-1 1,1 1-1,1-1 0,2 0 17,1 0 0,-1 0 0,0-1 0,1 0 0,-1 0-1,0 0 1,0-1 0,5-3 0,35-28-79,-1-2 0,-2-1 0,62-73 0,94-144-1232,-123 152 537,-13 20 12,218-269-4053,-118 170-1840,-85 102-230</inkml:trace>
</inkml:ink>
</file>

<file path=ppt/ink/ink3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2.885"/>
    </inkml:context>
    <inkml:brush xml:id="br0">
      <inkml:brushProperty name="width" value="0.035" units="cm"/>
      <inkml:brushProperty name="height" value="0.035" units="cm"/>
    </inkml:brush>
  </inkml:definitions>
  <inkml:trace contextRef="#ctx0" brushRef="#br0">231 80 4020,'0'0'7736,"-3"-1"-7414,-3-1-843,5 2 623,0 0 1,0 0 0,0 0 0,1 0-1,-1 0 1,0 0 0,0-1 0,1 1-1,-1 0 1,0 0 0,0-1 0,1 1 0,-1-1-1,0 1 1,1 0 0,-1-1 0,0 1-1,1-1 1,-1 1 0,1-1 0,-1 0-1,1 1 1,-1-1 0,1 0 0,-1 1-1,1-1 1,0 0 0,-1 1 0,1-1 0,0 0-1,0 0 1,-1 1 0,1-1 0,0 0-1,0 0 1,0 0 0,0 1 0,0-1-1,0 0 1,0 0 0,0 0 0,1 0-1,-1-1-12,1 0 0,0 0 0,-1 0-1,1 0 1,0 0 0,0 0 0,1 0-1,-1 0 1,0 1 0,0-1 0,1 0-1,-1 1 1,1-1 0,0 1 0,-1 0-1,1-1 1,0 1 0,0 0 0,2-1 1804,-1-12-1726,-3 9 1,-2 6-36,-9 16 59,-11 30 144,-20 63 235,-5 16-188,-30 110 3,44-145-925,33-90 462,0 1 1,0-1-1,0 1 0,1-1 1,-1 0-1,0 1 0,1-1 1,-1 0-1,1 0 1,-1 1-1,1-1 0,0 0 1,-1 0-1,1 0 0,0 0 1,0 0-1,0 0 0,0 0 1,0 0-1,0 0 0,0 0 1,1 1-1,8-5-209,0 0-1,0 0 1,0-1-1,-1 0 0,0-1 1,0 0-1,0-1 1,-1 0-1,0 0 1,0 0-1,14-15 1,-21 20 282,19-19-260,2 1 0,0 1 0,1 2 0,1 0 0,0 1 0,1 1 0,1 2 0,53-19 0,172-29-2821,-147 44 2113,175-34 638,-196 36 458,-58 10-951,1 0 1,40-13 0,-49 13-1093,1 1-225</inkml:trace>
</inkml:ink>
</file>

<file path=ppt/ink/ink3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3.475"/>
    </inkml:context>
    <inkml:brush xml:id="br0">
      <inkml:brushProperty name="width" value="0.035" units="cm"/>
      <inkml:brushProperty name="height" value="0.035" units="cm"/>
    </inkml:brush>
  </inkml:definitions>
  <inkml:trace contextRef="#ctx0" brushRef="#br0">1 57 5204,'44'-17'1073,"-25"11"-277,0 6-156,7-8-208,-1 5-256,10-3-308,19 3-196,-10 1-476,1-4-1257,18 0 49</inkml:trace>
</inkml:ink>
</file>

<file path=ppt/ink/ink3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3.695"/>
    </inkml:context>
    <inkml:brush xml:id="br0">
      <inkml:brushProperty name="width" value="0.035" units="cm"/>
      <inkml:brushProperty name="height" value="0.035" units="cm"/>
    </inkml:brush>
  </inkml:definitions>
  <inkml:trace contextRef="#ctx0" brushRef="#br0">20 61 5112,'-11'-4'1771,"3"-4"5138,8-4-1758,2 2-6506,-1 6-469,-1 3 1573,0 1-1,1-1 1,-1 0-1,1 1 1,-1-1-1,1 0 1,0 1-1,-1-1 1,1 1-1,0-1 1,-1 1 0,1-1-1,0 1 1,0-1-1,-1 1 1,1 0-1,0 0 1,1-1-1,1 0-1099,13-10-5300</inkml:trace>
</inkml:ink>
</file>

<file path=ppt/ink/ink3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5.146"/>
    </inkml:context>
    <inkml:brush xml:id="br0">
      <inkml:brushProperty name="width" value="0.035" units="cm"/>
      <inkml:brushProperty name="height" value="0.035" units="cm"/>
    </inkml:brush>
  </inkml:definitions>
  <inkml:trace contextRef="#ctx0" brushRef="#br0">2312 265 4640,'8'-16'413,"-5"11"-191,0-1 0,-1 0 0,0 0 0,0 0 0,0 0 0,2-12 0,-3 12 14,2-1 0,-1 1 0,1 0 0,0 0 0,0 0-1,0 0 1,1 1 0,0-1 0,0 1 0,1 0 0,-1 0 0,1 0-1,11-7 1,-2 0 155,2 2 0,0-1 0,31-14-1,-23 15-33,0 1 0,0 1 1,1 1-1,43-6 0,-51 11-189,0 0 1,0 2 0,0 0-1,0 1 1,0 0-1,-1 2 1,1 0 0,17 6-1,-27-7-104,-1 0-1,0 1 1,0 0-1,0 0 1,-1 0-1,9 7 1,-12-8-30,0-1-1,0 1 1,0 0 0,0 1-1,0-1 1,0 0 0,-1 0 0,1 1-1,-1-1 1,0 1 0,0-1 0,0 1-1,0 0 1,0-1 0,0 1 0,0 0-1,-1 0 1,1 4 0,-2 4 38,-1 1 0,0-1 1,0 0-1,-1 0 0,0 0 1,-1 0-1,-1 0 0,0-1 1,0 0-1,0 0 0,-2 0 1,-10 13-1,-13 15 239,-60 54 0,66-68-207,-27 26 48,-117 120 258,126-123-264,-65 94-1,89-113-116,2 1-1,0 0 0,2 1 1,2 0-1,-10 35 1,16-41-23,1-1 0,1 1 0,1 0 0,1 1 0,1-1 0,2 0 0,5 45 0,1-36-87,2-1 0,0 0-1,2-1 1,2 0 0,0-1 0,2-1 0,2 0 0,0 0-1,2-2 1,1-1 0,1 0 0,1-1 0,41 35-1,-25-28-57,2-2 0,0-1 0,2-2-1,1-2 1,1-1 0,1-3-1,1-2 1,68 20 0,-88-32 87,1-2 1,0 0-1,1-2 0,-1-1 1,1-1-1,34-4 1,-49 2 160,-1 0 0,1-1 1,-1-1-1,0 0 0,0 0 1,0-1-1,0-1 1,-1 0-1,0-1 0,0 0 1,0-1-1,-1 0 0,0 0 1,0-1-1,15-16 1,-59 33 718,14 0-649,0 1 0,1 0 0,0 1 0,1 1 0,0 1 0,1 1 0,1 0 0,-21 23 0,-110 145 787,126-153-865,-39 58 165,4 1-1,4 4 1,-52 123-1,-85 306 160,19-17-224,-45-18-140,178-420-42,-4-1 0,-2-3 0,-3-1 0,-2-3 0,-3-2 0,-2-2 0,-105 82 0,73-74-260,-2-4 1,-3-4-1,-3-4 0,-1-4 1,-103 35-1,68-38-1804,-256 51-1,35-43-5992,224-35 1590</inkml:trace>
</inkml:ink>
</file>

<file path=ppt/ink/ink3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3.767"/>
    </inkml:context>
    <inkml:brush xml:id="br0">
      <inkml:brushProperty name="width" value="0.035" units="cm"/>
      <inkml:brushProperty name="height" value="0.035" units="cm"/>
    </inkml:brush>
  </inkml:definitions>
  <inkml:trace contextRef="#ctx0" brushRef="#br0">546 9 10985,'-7'-9'1115,"11"10"38,-3-1-1004,1 1 0,-1 0 0,0-1 0,0 1-1,0 0 1,0 0 0,0 0 0,0-1 0,0 1 0,0 0-1,-1 0 1,1 1 0,1 1 0,-2 2 111,-1 0 1,0 0 0,0 0 0,-1 0-1,0 0 1,1 0 0,-2 0-1,1 0 1,0-1 0,-6 7-1,-6 18 794,-36 109 2759,-54 245 0,10-27-2170,-45 111-1078,37 8-3905,88-383-1320,-3 187 1,23-211-603,13-6-2925</inkml:trace>
</inkml:ink>
</file>

<file path=ppt/ink/ink3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4.606"/>
    </inkml:context>
    <inkml:brush xml:id="br0">
      <inkml:brushProperty name="width" value="0.035" units="cm"/>
      <inkml:brushProperty name="height" value="0.035" units="cm"/>
    </inkml:brush>
  </inkml:definitions>
  <inkml:trace contextRef="#ctx0" brushRef="#br0">41 466 5613,'-22'-11'3115,"18"13"-2416,-10 5 3432,22-6-1728,15-2-1944,265 12 1758,-46 0-1869,2245-102-230,-1018-66-684,-62 6 288,-200 65 91,-988 85-174,-212 1 344,1 1 0,0 0 0,-1 0 0,1 0 0,8 3 0,-8-1 5,-4-2 3,-5 2-31,-1 2 34,-1 1 1,1-1-1,-1 0 0,0 0 0,0 0 0,0-1 0,-1 1 0,0-1 0,0 0 1,0 0-1,0 0 0,-1 0 0,1-1 0,-1 0 0,-5 3 0,7-4-86,-13 10 382,9-8 228,20-6-190,32-9 269,-42 11-451,1 0-3,2 1-119,0 0-1,0 0 1,0 0-1,0 1 1,0 0-1,0 0 1,0 1-1,-1-1 1,1 1-1,-1 0 1,0 1-1,0-1 1,0 1-1,0 0 1,-1 1-1,1-1 1,-1 1-1,0 0 1,0 0-1,3 6 1,5 12 90,0 0 0,-2 0 0,-1 1 0,-1 1 0,-1-1 0,6 39 0,8 155 408,-20-209-504,2 105 90,-4 1 0,-6-1 0,-4 1 0,-6-2 0,-4 0 1,-51 157-1,-259 565-994,299-768 774,-4-1 0,-71 98 0,95-149 100,-1 0-1,0-1 1,-2 0-1,1-1 1,-2-1 0,1 0-1,-2-1 1,-23 12-1,36-21 14,-1 0-1,0 0 0,0-1 1,0 0-1,0 0 1,0 0-1,0-1 0,0 1 1,0-1-1,0-1 1,-6 0-1,-49-12-6,54 11 7,-42-15-33,-83-40 1,12 2 14,-34 1 3,-1 7 1,-2 6-1,-2 7 0,-1 7 0,-198-8 0,91 27 41,0 12-1,-370 51 1,-704 197 159,19 86-649,1005-250-345,-209 54-2996,472-130 1987,0-2 1,0-2 0,-102 2-1,76-14-3600</inkml:trace>
</inkml:ink>
</file>

<file path=ppt/ink/ink3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5.165"/>
    </inkml:context>
    <inkml:brush xml:id="br0">
      <inkml:brushProperty name="width" value="0.035" units="cm"/>
      <inkml:brushProperty name="height" value="0.035" units="cm"/>
    </inkml:brush>
  </inkml:definitions>
  <inkml:trace contextRef="#ctx0" brushRef="#br0">372 112 6473,'-1'-4'354,"0"-1"1,1 1 0,-1-1-1,1 0 1,0 1 0,0-1 0,1 0-1,-1 1 1,1-1 0,0 1 0,0-1-1,1 1 1,-1-1 0,4-4-1,5-29 7309,-7 42-6706,3 3-669,-2 0 0,1 0 0,-1 0 0,0 1 1,-1 0-1,0 0 0,0 0 0,3 16 1,7 75 1346,-10-58-1021,8 82 1325,-11 219 0,-11-199-1461,-8 0 0,-67 262-1,35-221-1473,-107 381-4386,50-193-6985,83-277 3529</inkml:trace>
</inkml:ink>
</file>

<file path=ppt/ink/ink3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6.022"/>
    </inkml:context>
    <inkml:brush xml:id="br0">
      <inkml:brushProperty name="width" value="0.035" units="cm"/>
      <inkml:brushProperty name="height" value="0.035" units="cm"/>
    </inkml:brush>
  </inkml:definitions>
  <inkml:trace contextRef="#ctx0" brushRef="#br0">0 95 5573,'0'-4'434,"1"0"1,-1 0-1,0 0 1,1 0 0,0 1-1,0-1 1,0 0-1,0 1 1,1-1 0,2-4-1,23-37 4873,-26 44-5244,1-2 2100,1 22-927,1 0-855,-1 0-1,-2-1 0,0 1 0,-1 21 0,0 13 12,1-17-80,-2 0-1,-7 42 1,4-44-119,0 70-1,5-71-100,-2-22-67,1 1 0,1-1 0,0 1 0,0-1 0,2 1-1,3 13 1,-5-23-22,0 0 0,-1 0 0,1-1-1,0 1 1,1 0 0,-1-1 0,0 1-1,0-1 1,0 0 0,1 1 0,-1-1-1,1 0 1,-1 0 0,1 0 0,0 0-1,-1 0 1,4 1 0,-2-1-1,0 0 0,0-1 0,0 0 0,1 0 0,-1 0 0,0 0 0,0 0 0,0 0 0,0-1 0,1 0 0,-1 1 0,0-1 0,5-3 0,4-1 3,-1-1 0,0-1 1,0 0-1,0 0 0,-1-1 0,0 0 1,-1-1-1,0 0 0,0 0 0,-1-1 1,0 0-1,-1-1 0,0 0 0,-1 0 1,7-16-1,-10 20 0,-1 1 5,1 0 1,0 0-1,0 1 1,1-1-1,5-6 1,-8 9 131,-1 7-112,-1 0-1,0-1 0,0 1 0,0-1 1,-1 1-1,1-1 0,-4 5 0,-4 16 20,6-13-33,2 0 1,0-1 0,0 1 0,0 0 0,2 0 0,-1 0-1,2 0 1,-1 0 0,1-1 0,1 1 0,0-1 0,0 1-1,1-1 1,8 15 0,0-5 53,-8-11-343,2 0 0,-1 0 0,1 0 0,1-1-1,7 9 1,-11-15 47,-1 0 0,1 1 0,0-1 0,0-1 0,0 1 0,0 0 0,1-1 0,-1 1 0,0-1 0,1 0 0,-1 0 0,1 0 0,-1-1 0,1 1 0,-1-1-1,1 0 1,-1 0 0,1 0 0,4-1 0,2-1-185,-1-1 1,1 0-1,-1 0 0,0-1 0,0 0 0,-1 0 0,1-1 1,-1 0-1,0-1 0,0 0 0,-1 0 0,1-1 0,9-11 1,9-13 1606,42-63 1,-60 81-346,-1 3-807,3-2 3103,-10 12-3038,1 1 0,0-1-1,0 1 1,0-1-1,-1 1 1,1-1 0,0 1-1,-1-1 1,1 1-1,0 0 1,-1-1 0,1 1-1,-1 0 1,1 0-1,-1-1 1,1 1 0,-1 0-1,1 1 1,1 4-16,0-1 0,-1 1-1,1 0 1,-1 0 0,-1-1 0,1 1 0,-1 0 0,0 0 0,0 0 0,-1 0-1,-1 8 1,0 18 42,-3 73-2258,-9-34-6783,7-45 1104</inkml:trace>
</inkml:ink>
</file>

<file path=ppt/ink/ink3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6.621"/>
    </inkml:context>
    <inkml:brush xml:id="br0">
      <inkml:brushProperty name="width" value="0.035" units="cm"/>
      <inkml:brushProperty name="height" value="0.035" units="cm"/>
    </inkml:brush>
  </inkml:definitions>
  <inkml:trace contextRef="#ctx0" brushRef="#br0">3280 1 6289,'-1'1'250,"-1"1"0,1-1 0,-1 0 0,0 1 0,1-1 0,-1 0 0,0 0 0,0 0 0,0-1 0,1 1 0,-1 0 1,0-1-1,0 1 0,0-1 0,0 0 0,0 1 0,-1-1 0,-1 0 0,-22 5 2419,-24 16-230,-1-2 0,-78 17 1,-109 8-1150,147-29-728,-996 138-541,615-92-1919,304-39 858,-314 42-2301,165-29-3414,185-22-127</inkml:trace>
</inkml:ink>
</file>

<file path=ppt/ink/ink3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7.454"/>
    </inkml:context>
    <inkml:brush xml:id="br0">
      <inkml:brushProperty name="width" value="0.035" units="cm"/>
      <inkml:brushProperty name="height" value="0.035" units="cm"/>
    </inkml:brush>
  </inkml:definitions>
  <inkml:trace contextRef="#ctx0" brushRef="#br0">0 106 7225,'6'-12'6020,"-1"11"-2402,6 22-1356,2 38-1963,5 40 738,41 286 661,-51-310-1570,3 0 0,4-1 0,3-1 0,33 86 0,-47-148-110,1 0-1,0 0 0,1-1 0,11 19 0,-14-27-13,-1 1-1,0-1 1,0 1 0,1-1 0,-1 0 0,1 0 0,0 0-1,0 0 1,0 0 0,0-1 0,0 1 0,0-1 0,0 0-1,0 0 1,0 0 0,1 0 0,-1 0 0,0-1-1,1 0 1,-1 1 0,1-1 0,4-1 0,3-1 0,0-1 0,0 0 0,-1 0 0,1-1 1,-1-1-1,0 0 0,0 0 0,0-1 0,-1 0 1,0-1-1,0 0 0,0 0 0,-1-1 0,0 0 0,9-12 1,12-18-57,-2-2 1,30-55 0,-43 70-24,207-436-3969,-199 410 3258,96-177-3919,-28 85-1732,-64 107 2582</inkml:trace>
</inkml:ink>
</file>

<file path=ppt/ink/ink3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7.827"/>
    </inkml:context>
    <inkml:brush xml:id="br0">
      <inkml:brushProperty name="width" value="0.035" units="cm"/>
      <inkml:brushProperty name="height" value="0.035" units="cm"/>
    </inkml:brush>
  </inkml:definitions>
  <inkml:trace contextRef="#ctx0" brushRef="#br0">207 1 5885,'0'3'202,"0"1"-1,1 0 1,-2 0 0,1 0 0,0-1 0,-1 1 0,1 0 0,-1-1 0,0 1 0,0 0 0,-1-1 0,1 1 0,-1-1 0,0 0 0,0 1 0,0-1 0,0 0 0,0 0 0,-1 0 0,-4 4 0,0 1 277,-10 18 282,1-1 1,1 2-1,1 0 1,1 1-1,1 0 1,-14 58-1,6-13-287,-17 53-325,36-123 27,4-4-125,1 0-1,-1-1 1,0 1-1,0-1 0,-1 0 1,1 0-1,0 0 1,2-3-1,10-5 274,-5 6-217,0 1 0,0 1-1,-1 0 1,2 1-1,-1 0 1,0 0 0,0 1-1,0 0 1,0 1-1,0 0 1,0 1 0,11 2-1,-4-1-21,0 0-1,34-1 1,-42-3-81,0 1 0,0-2 0,0 1 0,0-1 0,0-1 0,0 0 0,-1 0 0,0 0 0,1-1 0,-1-1 0,0 1 0,13-11 0,-16 10-1,0-1 0,0 1 0,0 0 0,-1-1 0,0 0 0,0 0 0,0-1 0,-1 1 0,0-1 0,0 1 0,-1-1 0,0 0 0,0 0 0,0 0 0,-1 0-1,1-11 1,7-55-203,-8 70-4,-1 0-389,7-19-1504,-6 21 1602,0-1 1,0 1-1,0-1 1,0 1-1,0 0 1,0-1-1,1 1 1,-1 0-1,0 0 0,1 0 1,-1 0-1,4-2 1,13-5-6253</inkml:trace>
</inkml:ink>
</file>

<file path=ppt/ink/ink3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8.462"/>
    </inkml:context>
    <inkml:brush xml:id="br0">
      <inkml:brushProperty name="width" value="0.035" units="cm"/>
      <inkml:brushProperty name="height" value="0.035" units="cm"/>
    </inkml:brush>
  </inkml:definitions>
  <inkml:trace contextRef="#ctx0" brushRef="#br0">1 312 8633,'0'0'1853,"9"-6"-122,17-10-721,1 1 0,1 2-1,0 0 1,43-12 0,836-162 1030,-779 165-1925,-128 22-116,30-5-157,0 0-1,32 1 0,-59 4-443,-11 16-2533,4-11 2714,-1 0-1,0 0 1,0 0 0,-1 0 0,1-1 0,-1 0-1,0 0 1,0 0 0,0-1 0,0 0 0,-1 0 0,0-1-1,-12 4 1,3-1-1326,-19 7-2832</inkml:trace>
</inkml:ink>
</file>

<file path=ppt/ink/ink3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8.587"/>
    </inkml:context>
    <inkml:brush xml:id="br0">
      <inkml:brushProperty name="width" value="0.035" units="cm"/>
      <inkml:brushProperty name="height" value="0.035" units="cm"/>
    </inkml:brush>
  </inkml:definitions>
  <inkml:trace contextRef="#ctx0" brushRef="#br0">200 0 8057,'0'0'5446,"-2"2"-4594,0 0-720,0 0 0,0 0 0,0 0 0,0 0 0,0 0 0,0 0 0,1 0 0,-1 1 1,1-1-1,0 1 0,0-1 0,0 1 0,0-1 0,-1 6 0,-3 42 618,2-8-349,-8 15-591,-3 0-1,-35 93 1,-23 19-7863,52-126 2174</inkml:trace>
</inkml:ink>
</file>

<file path=ppt/ink/ink3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5:49.304"/>
    </inkml:context>
    <inkml:brush xml:id="br0">
      <inkml:brushProperty name="width" value="0.035" units="cm"/>
      <inkml:brushProperty name="height" value="0.035" units="cm"/>
    </inkml:brush>
  </inkml:definitions>
  <inkml:trace contextRef="#ctx0" brushRef="#br0">1 132 5985,'2'1'1250,"3"3"-891,0-1 1,0 1 0,0 0-1,0 0 1,-1 0-1,0 1 1,0 0 0,0 0-1,0 0 1,-1 0 0,1 0-1,3 10 1,17 29 161,-14-27-335,-1-1 1,7 20-1,15 76 671,-30-109 431,26 3-440,-25-8-819,0 1 0,0-1 0,-1 0 0,1 1 0,0-1 0,-1 0 0,0 0 0,1 0-1,-1 0 1,0 0 0,1-4 0,9-11 5,11-9-307,1 0-1,1 1 1,2 2-1,0 0 0,33-20 1,-2 5-702,103-48 0,-116 67 676,75-20-1,-60 21 313,-50 16 104,0 0 0,0 0 0,0 1 1,1 0-1,-1 0 0,1 1 0,-1 0 0,13 3 0,-19-3 209,-5 7-219,-1-2-94,1 18-94,2-22 62,1 1 1,-1 0 0,0 0-1,1-1 1,-1 1-1,1 0 1,0-1-1,-1 1 1,1-1-1,0 1 1,0-1-1,0 1 1,0-1 0,0 1-1,0-1 1,1 0-1,-1 0 1,0 1-1,1-1 1,-1 0-1,1 0 1,-1 0-1,1-1 1,-1 1 0,1 0-1,-1-1 1,1 1-1,0-1 1,0 1-1,2-1 1,8 3 20,0-1 1,0-1-1,18 0 0,-6 0 263,-20-1 32,15 6 445,-4-5-454,1 0-1,-1 0 0,1-2 0,-1 0 0,1-1 1,18-4-1,39-4-294,224-2-1178,-222 2 330,-55 7 221,-1 0 0,24 0 0,-14 1-100,1-1-1,-1-2 0,48-13 1,31-5 1839,-49 17 3354,-55 5-3354,25 14-224,-10 5-3073,-18-17 1661,1 1 1,-1-1-1,0 1 1,1-1-1,-1 0 0,0 1 1,1-1-1,0 0 0,-1 0 1,1 0-1,1 1 0,16 6-4946</inkml:trace>
</inkml:ink>
</file>

<file path=ppt/ink/ink3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6.734"/>
    </inkml:context>
    <inkml:brush xml:id="br0">
      <inkml:brushProperty name="width" value="0.035" units="cm"/>
      <inkml:brushProperty name="height" value="0.035" units="cm"/>
    </inkml:brush>
  </inkml:definitions>
  <inkml:trace contextRef="#ctx0" brushRef="#br0">2970 188 3864,'-26'-17'603,"-1"1"0,0 2 0,-49-18 0,-21 3 62,-1 4 1,-1 5-1,-109-8 1,125 23-400,0 3 1,-1 4 0,2 4-1,-98 19 1,72-2-142,1 6 1,1 3-1,1 6 1,3 4-1,1 4 1,2 5-1,3 4 0,2 4 1,3 4-1,3 4 1,2 4-1,4 3 1,-118 139-1,169-176-122,2 2 1,1 1-1,2 2 0,2 0 0,-34 85 0,51-108-24,2 1 0,0-1 0,1 1-1,1 0 1,1 0 0,1 0 0,1 25 0,1-30-14,1 0 0,1 0 0,1 0 0,0 0 0,0 0 0,2-1 1,0 0-1,0 0 0,2-1 0,12 20 0,4-3-47,0-1 0,2-1 1,2-1-1,0-1 0,1-2 0,2-1 0,59 35 1,18-1-287,124 48 1,-221-100 345,433 189-549,-317-131 450,167 111 1,-249-143 87,-1 2 1,-1 2-1,-2 1 0,-2 3 1,40 50-1,-63-68 28,0 0 0,-2 1-1,-1 1 1,0 0 0,-2 0 0,0 1-1,-2 1 1,-1 0 0,-1 0 0,-1 0 0,-1 1-1,3 50 1,-10-39 23,-1-1 0,-1 1 0,-2 0 0,-2-1 0,-1 0 0,-2-1 0,-1 0 0,-2-1 0,-28 49 0,7-21 75,-4-2 1,-2-1-1,-97 104 1,29-54 197,-5-6 0,-5-4 1,-228 144-1,-426 190 959,769-431-1247,-13 7 22,-235 135 251,253-142-287,0-1 0,1 1 0,-1-1 1,1 0-1,-1 0 0,1 1 0,-1-1 0,1 0 0,0-1 0,0 1 0,2 1 0,10 1-51,0-1 0,0 0 0,0-1-1,-1-1 1,1 0 0,0-1-1,0 0 1,0-1 0,14-4-1,28-2-170,651-44-5156,-548 55 2470</inkml:trace>
</inkml:ink>
</file>

<file path=ppt/ink/ink3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8.001"/>
    </inkml:context>
    <inkml:brush xml:id="br0">
      <inkml:brushProperty name="width" value="0.035" units="cm"/>
      <inkml:brushProperty name="height" value="0.035" units="cm"/>
    </inkml:brush>
  </inkml:definitions>
  <inkml:trace contextRef="#ctx0" brushRef="#br0">454 1 9665,'0'0'3056,"-2"2"-1736,-18 21 1048,-19 32-1,-40 78-90,22-35-1330,1 2-417,5 2-1,-69 199 1,111-273-502,-5 34-1,7-28-100,28-39-77,-10 0 124,-1-1-1,0 1 1,0-2-1,-1 1 0,0-1 1,0-1-1,14-15 0,54-71-152,-37 43 106,57-74 5,27-33 11,-93 123 38,2 1-1,43-37 1,-66 63 23,1 0 0,-1 1 0,1 0 0,0 1 0,1 0 0,21-8 0,-28 12 16,0 1-1,0 0 0,0 0 0,0 0 0,0 1 0,0 0 0,0 0 1,0 0-1,1 1 0,-1-1 0,0 1 0,0 0 0,-1 1 0,1-1 1,0 1-1,0 0 0,-1 0 0,1 1 0,-1-1 0,5 4 0,0 2 9,0 0-1,-1 0 0,-1 1 0,1 0 0,-1 1 0,-1-1 1,0 1-1,0 0 0,7 19 0,0 6 59,16 61 0,-17-41-99,-2 1 0,-3 0 0,-2 0 0,-4 80 0,-6-59-1512,-15 83 0,16-141 571,0-1 0,-2 1 0,-12 29 0,-15 17-5896,16-36-32</inkml:trace>
</inkml:ink>
</file>

<file path=ppt/ink/ink3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8.520"/>
    </inkml:context>
    <inkml:brush xml:id="br0">
      <inkml:brushProperty name="width" value="0.035" units="cm"/>
      <inkml:brushProperty name="height" value="0.035" units="cm"/>
    </inkml:brush>
  </inkml:definitions>
  <inkml:trace contextRef="#ctx0" brushRef="#br0">2 555 9981,'6'-4'748,"-11"1"1083,2 1 366,17-3-1240,210-43-241,-64 8-2323,203-59-2842,89-83 1362,-313 102 4618,-29 14 1947,-72 43-1633,-34 21-54,-4 5-955,1 1-691,-1 1 0,0-1 0,0 1-1,0-1 1,-1 1 0,0-1 0,0 1-1,0-1 1,0 0 0,0 0 0,-4 7 0,-29 49 554,12-22-333,4-4-103,2 1-1,-20 62 1,31-81-508,2 0 0,0 0 0,1 0 0,0 0 0,1 0 0,1 1 0,1-1 0,0 0 0,4 20 0,-4-32 120,0 0 0,0-1 0,0 0 0,1 1 0,-1-1 0,1 0 0,-1 1 0,1-1 0,0 0 0,1 0 0,-1-1 0,0 1 0,1 0 1,-1-1-1,1 1 0,0-1 0,0 0 0,0 0 0,0 0 0,0 0 0,1-1 0,-1 1 0,0-1 0,1 0 0,4 1 0,3 1-119,0 0 1,1 0-1,-1-1 0,0-1 0,1 0 1,-1-1-1,1 0 0,-1-1 0,0 0 1,1 0-1,-1-1 0,0-1 0,0 0 1,0-1-1,0 0 0,15-8 0,14-9 688,-2-3-1,70-54 1,-46 31 1929,-59 45-2171,-1 1 1,0 0-1,0 0 0,0 0 1,1 0-1,-1 0 1,0 1-1,1-1 0,-1 1 1,0-1-1,1 1 0,2 0 1,-4 0-167,0 0 1,-1 0 0,1 0-1,-1 0 1,1 0 0,0 0-1,-1 0 1,1 1 0,-1-1-1,1 0 1,0 0-1,-1 1 1,1-1 0,-1 0-1,1 1 1,-1-1 0,1 0-1,-1 1 1,1-1-1,-1 1 1,1-1 0,-1 1-1,0-1 1,1 1 0,-1-1-1,0 1 1,1-1-1,-1 1 1,0-1 0,0 1-1,1 0 1,-1-1 0,0 1-1,0 0 1,0-1-1,0 1 1,0-1 0,0 1-1,0 0 1,0-1 0,0 1-1,0 0 1,0-1-1,-1 1 1,1-1 0,0 2-1,-2 4 28,0 1-1,1-1 0,1 1 0,-1-1 0,1 1 0,0-1 0,0 1 0,1-1 1,-1 1-1,2-1 0,-1 1 0,1-1 0,0 0 0,0 0 0,0 0 1,1 0-1,0 0 0,1 0 0,-1-1 0,1 1 0,0-1 0,7 7 1,-7-8-214,1 1 1,0-1-1,1 0 1,-1-1 0,1 1-1,0-1 1,0 0-1,0 0 1,0-1 0,0 0-1,0 0 1,1-1-1,-1 1 1,8-1 0,5 1-516,0-1 0,0-1 0,1-1 0,-1-1 1,-1 0-1,1-2 0,0 0 0,-1-1 1,0-1-1,23-10 0,2-4-2529,6 0-1099</inkml:trace>
</inkml:ink>
</file>

<file path=ppt/ink/ink3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07:56:18.674"/>
    </inkml:context>
    <inkml:brush xml:id="br0">
      <inkml:brushProperty name="width" value="0.035" units="cm"/>
      <inkml:brushProperty name="height" value="0.035" units="cm"/>
    </inkml:brush>
  </inkml:definitions>
  <inkml:trace contextRef="#ctx0" brushRef="#br0">206 1 7081,'-44'66'1588,"25"-49"-96,0 3-284,3 0-180,0 0-28,0 0-320,-6 14-140,6-8-164,10-15-336,-4 12-392,1 0-268,2-3-612,1 0-2500,6 0-2381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4B10-8D20-928A-E58A-240E0AEC60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837BB9-56B9-6DB8-82BC-C347B9E3E7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B7C816-2DB0-EF84-E4EC-7B6E66CE79AF}"/>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5" name="Footer Placeholder 4">
            <a:extLst>
              <a:ext uri="{FF2B5EF4-FFF2-40B4-BE49-F238E27FC236}">
                <a16:creationId xmlns:a16="http://schemas.microsoft.com/office/drawing/2014/main" id="{04BE1335-59C4-3941-5C1C-DDE27C8D9E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39F6B6-A1A8-16C1-520A-BD7CE79DE418}"/>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4114812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4D81-6170-3BC3-B47C-67A33483E1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0970B4-3C93-78FE-8341-12C850BF0A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5C42C4-B820-11C5-8F91-D802D8FC8E93}"/>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5" name="Footer Placeholder 4">
            <a:extLst>
              <a:ext uri="{FF2B5EF4-FFF2-40B4-BE49-F238E27FC236}">
                <a16:creationId xmlns:a16="http://schemas.microsoft.com/office/drawing/2014/main" id="{E7E47F3C-AE14-B003-E507-6A14B26FAD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7F9CFC-0137-5B3F-85F5-7CD0A75BCED0}"/>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446343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D1E33-714F-6ABB-C6C5-8BDE29FEA6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C260F0-6F13-3C9F-F5D5-5F7580374F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E18B44-FDA7-46FC-CE8B-F8922047D794}"/>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5" name="Footer Placeholder 4">
            <a:extLst>
              <a:ext uri="{FF2B5EF4-FFF2-40B4-BE49-F238E27FC236}">
                <a16:creationId xmlns:a16="http://schemas.microsoft.com/office/drawing/2014/main" id="{B8F90E83-F0BC-B988-28D5-AA6F83EFF9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0877A-1739-29E8-54A2-D358ABC52D7D}"/>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2652469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D3B5D-2672-279B-D9D5-5E5D86862E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44F03D-D156-2D4D-87F8-C0AD7BAF4A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ABE8DA8-D3DA-32DA-844A-5B614F2D59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08AD05-751C-8E3C-FD26-F486755038C3}"/>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6" name="Footer Placeholder 5">
            <a:extLst>
              <a:ext uri="{FF2B5EF4-FFF2-40B4-BE49-F238E27FC236}">
                <a16:creationId xmlns:a16="http://schemas.microsoft.com/office/drawing/2014/main" id="{B404D3BF-B0BA-EBFC-2570-87D1DC6E0E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CDAC0F-C4BA-F18A-728A-6F8B399E0669}"/>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1158129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3E58A-12BB-2A67-FC12-6F70151D86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7FBC8D-1B14-2F49-7DBA-10809F1C0B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FD2915-A9D5-3292-E43D-0B1CB725BB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7E45463-92F3-90D1-5774-EAEBDF289F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D9C25E-6974-1685-C79C-00B878C8A9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C8E35E-F2C0-DDF0-CC3E-8348A174C3FF}"/>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8" name="Footer Placeholder 7">
            <a:extLst>
              <a:ext uri="{FF2B5EF4-FFF2-40B4-BE49-F238E27FC236}">
                <a16:creationId xmlns:a16="http://schemas.microsoft.com/office/drawing/2014/main" id="{8071D04F-8D9E-F25F-2167-83F4F8F4DA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D4195E-D2B6-09A4-7811-562F939FD414}"/>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2608947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9628D-FD36-49EB-3E2C-1D10A91E7E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B0393FF-BBAA-CA4A-05F0-3A1DA25B86A3}"/>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4" name="Footer Placeholder 3">
            <a:extLst>
              <a:ext uri="{FF2B5EF4-FFF2-40B4-BE49-F238E27FC236}">
                <a16:creationId xmlns:a16="http://schemas.microsoft.com/office/drawing/2014/main" id="{2528D2FA-A610-4BB7-1BD7-44FB9E796F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8CE55A-1461-724C-0F48-FB3D49177AF8}"/>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2416296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4CE42E-746B-1C39-2F99-D69E0366C925}"/>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3" name="Footer Placeholder 2">
            <a:extLst>
              <a:ext uri="{FF2B5EF4-FFF2-40B4-BE49-F238E27FC236}">
                <a16:creationId xmlns:a16="http://schemas.microsoft.com/office/drawing/2014/main" id="{0E17B153-FE1A-918B-B35C-0B8364A6D0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D0CECAF-3E8A-F2C3-01B5-618AEFF800C6}"/>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3956613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435BA-30AF-815F-7C0C-9D0784652D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84114D-BC3F-83C8-6287-B148EA1FF0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86243E-D259-78C7-E818-214D7548A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F39019-66E6-FF40-3916-6A5CEBA346FF}"/>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6" name="Footer Placeholder 5">
            <a:extLst>
              <a:ext uri="{FF2B5EF4-FFF2-40B4-BE49-F238E27FC236}">
                <a16:creationId xmlns:a16="http://schemas.microsoft.com/office/drawing/2014/main" id="{62B93CBE-C195-6A83-8B6A-7159376DFE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2D0E95-4905-3787-BF63-CF6319499E22}"/>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394997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F7E54-4095-A17B-469D-6F059C9750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8DE835-3540-513D-8076-2FFB0E7745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83DD7A7-980B-2B5A-4F59-392778891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CEEDB5-992E-1F2A-B4BA-047640D57517}"/>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6" name="Footer Placeholder 5">
            <a:extLst>
              <a:ext uri="{FF2B5EF4-FFF2-40B4-BE49-F238E27FC236}">
                <a16:creationId xmlns:a16="http://schemas.microsoft.com/office/drawing/2014/main" id="{545E442F-F80C-D02D-43BB-ACF998E97C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3A3E8C-3330-7361-463B-CB10BAA586D8}"/>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3000073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A5C6B-5997-5812-F7E4-0ECAAF5D79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27FFA0-D3EB-0866-EC0E-E9376956C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B4D03E-89A6-E71F-A06D-36E03989428A}"/>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5" name="Footer Placeholder 4">
            <a:extLst>
              <a:ext uri="{FF2B5EF4-FFF2-40B4-BE49-F238E27FC236}">
                <a16:creationId xmlns:a16="http://schemas.microsoft.com/office/drawing/2014/main" id="{5ED9BC1F-6592-D028-BE1E-07348BC774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41DD4B-432D-8BC1-FD15-E3873B556CD7}"/>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149513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8482A-495E-A9E9-BD1C-C4F7171D44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15BF4E-C802-4539-BBAC-47925742DD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B400F5-20E8-E649-600E-FA78A8DB7579}"/>
              </a:ext>
            </a:extLst>
          </p:cNvPr>
          <p:cNvSpPr>
            <a:spLocks noGrp="1"/>
          </p:cNvSpPr>
          <p:nvPr>
            <p:ph type="dt" sz="half" idx="10"/>
          </p:nvPr>
        </p:nvSpPr>
        <p:spPr/>
        <p:txBody>
          <a:bodyPr/>
          <a:lstStyle/>
          <a:p>
            <a:fld id="{395EE82E-651E-49FF-ACE5-1C343A29BE15}" type="datetimeFigureOut">
              <a:rPr lang="en-IN" smtClean="0"/>
              <a:t>17-03-2026</a:t>
            </a:fld>
            <a:endParaRPr lang="en-IN"/>
          </a:p>
        </p:txBody>
      </p:sp>
      <p:sp>
        <p:nvSpPr>
          <p:cNvPr id="5" name="Footer Placeholder 4">
            <a:extLst>
              <a:ext uri="{FF2B5EF4-FFF2-40B4-BE49-F238E27FC236}">
                <a16:creationId xmlns:a16="http://schemas.microsoft.com/office/drawing/2014/main" id="{CA105D97-C48D-3E68-F46F-DFD963A1BC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6B42C3-6044-BC64-4C64-C75A1CB51925}"/>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1219386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4B988D-673A-23DE-971E-06F21CF84F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1A30F2-C286-D392-83CD-0D905B550E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442393-CF04-0BD1-D821-F3DE5B43B7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5EE82E-651E-49FF-ACE5-1C343A29BE15}" type="datetimeFigureOut">
              <a:rPr lang="en-IN" smtClean="0"/>
              <a:t>17-03-2026</a:t>
            </a:fld>
            <a:endParaRPr lang="en-IN"/>
          </a:p>
        </p:txBody>
      </p:sp>
      <p:sp>
        <p:nvSpPr>
          <p:cNvPr id="5" name="Footer Placeholder 4">
            <a:extLst>
              <a:ext uri="{FF2B5EF4-FFF2-40B4-BE49-F238E27FC236}">
                <a16:creationId xmlns:a16="http://schemas.microsoft.com/office/drawing/2014/main" id="{01A179B1-7546-8ED0-2709-F8754D6DB6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7E74B4C-A4B1-4794-2C4E-2BED405C6F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B1134-8D23-4D42-A349-A99EDBE36AA0}" type="slidenum">
              <a:rPr lang="en-IN" smtClean="0"/>
              <a:t>‹#›</a:t>
            </a:fld>
            <a:endParaRPr lang="en-IN"/>
          </a:p>
        </p:txBody>
      </p:sp>
    </p:spTree>
    <p:extLst>
      <p:ext uri="{BB962C8B-B14F-4D97-AF65-F5344CB8AC3E}">
        <p14:creationId xmlns:p14="http://schemas.microsoft.com/office/powerpoint/2010/main" val="3435652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7" Type="http://schemas.openxmlformats.org/officeDocument/2006/relationships/image" Target="../media/image58.png"/><Relationship Id="rId21" Type="http://schemas.openxmlformats.org/officeDocument/2006/relationships/image" Target="../media/image10.png"/><Relationship Id="rId42" Type="http://schemas.openxmlformats.org/officeDocument/2006/relationships/customXml" Target="../ink/ink21.xml"/><Relationship Id="rId63" Type="http://schemas.openxmlformats.org/officeDocument/2006/relationships/image" Target="../media/image31.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79.png"/><Relationship Id="rId170" Type="http://schemas.openxmlformats.org/officeDocument/2006/relationships/customXml" Target="../ink/ink85.xml"/><Relationship Id="rId107" Type="http://schemas.openxmlformats.org/officeDocument/2006/relationships/image" Target="../media/image53.png"/><Relationship Id="rId11" Type="http://schemas.openxmlformats.org/officeDocument/2006/relationships/image" Target="../media/image5.png"/><Relationship Id="rId32" Type="http://schemas.openxmlformats.org/officeDocument/2006/relationships/customXml" Target="../ink/ink16.xml"/><Relationship Id="rId53" Type="http://schemas.openxmlformats.org/officeDocument/2006/relationships/image" Target="../media/image26.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4.png"/><Relationship Id="rId5" Type="http://schemas.openxmlformats.org/officeDocument/2006/relationships/image" Target="../media/image2.png"/><Relationship Id="rId95" Type="http://schemas.openxmlformats.org/officeDocument/2006/relationships/image" Target="../media/image47.png"/><Relationship Id="rId160" Type="http://schemas.openxmlformats.org/officeDocument/2006/relationships/customXml" Target="../ink/ink80.xml"/><Relationship Id="rId181" Type="http://schemas.openxmlformats.org/officeDocument/2006/relationships/image" Target="../media/image90.png"/><Relationship Id="rId22" Type="http://schemas.openxmlformats.org/officeDocument/2006/relationships/customXml" Target="../ink/ink11.xml"/><Relationship Id="rId43" Type="http://schemas.openxmlformats.org/officeDocument/2006/relationships/image" Target="../media/image21.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69.png"/><Relationship Id="rId85" Type="http://schemas.openxmlformats.org/officeDocument/2006/relationships/image" Target="../media/image42.png"/><Relationship Id="rId150" Type="http://schemas.openxmlformats.org/officeDocument/2006/relationships/customXml" Target="../ink/ink75.xml"/><Relationship Id="rId171" Type="http://schemas.openxmlformats.org/officeDocument/2006/relationships/image" Target="../media/image85.png"/><Relationship Id="rId12" Type="http://schemas.openxmlformats.org/officeDocument/2006/relationships/customXml" Target="../ink/ink6.xml"/><Relationship Id="rId33" Type="http://schemas.openxmlformats.org/officeDocument/2006/relationships/image" Target="../media/image16.png"/><Relationship Id="rId108" Type="http://schemas.openxmlformats.org/officeDocument/2006/relationships/customXml" Target="../ink/ink54.xml"/><Relationship Id="rId129" Type="http://schemas.openxmlformats.org/officeDocument/2006/relationships/image" Target="../media/image64.png"/><Relationship Id="rId54" Type="http://schemas.openxmlformats.org/officeDocument/2006/relationships/customXml" Target="../ink/ink27.xml"/><Relationship Id="rId75" Type="http://schemas.openxmlformats.org/officeDocument/2006/relationships/image" Target="../media/image37.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80.png"/><Relationship Id="rId182" Type="http://schemas.openxmlformats.org/officeDocument/2006/relationships/customXml" Target="../ink/ink91.xml"/><Relationship Id="rId6" Type="http://schemas.openxmlformats.org/officeDocument/2006/relationships/customXml" Target="../ink/ink3.xml"/><Relationship Id="rId23" Type="http://schemas.openxmlformats.org/officeDocument/2006/relationships/image" Target="../media/image11.png"/><Relationship Id="rId119" Type="http://schemas.openxmlformats.org/officeDocument/2006/relationships/image" Target="../media/image59.png"/><Relationship Id="rId44" Type="http://schemas.openxmlformats.org/officeDocument/2006/relationships/customXml" Target="../ink/ink22.xml"/><Relationship Id="rId65" Type="http://schemas.openxmlformats.org/officeDocument/2006/relationships/image" Target="../media/image32.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75.png"/><Relationship Id="rId172" Type="http://schemas.openxmlformats.org/officeDocument/2006/relationships/customXml" Target="../ink/ink86.xml"/><Relationship Id="rId13" Type="http://schemas.openxmlformats.org/officeDocument/2006/relationships/image" Target="../media/image6.png"/><Relationship Id="rId18" Type="http://schemas.openxmlformats.org/officeDocument/2006/relationships/customXml" Target="../ink/ink9.xml"/><Relationship Id="rId39" Type="http://schemas.openxmlformats.org/officeDocument/2006/relationships/image" Target="../media/image19.png"/><Relationship Id="rId109" Type="http://schemas.openxmlformats.org/officeDocument/2006/relationships/image" Target="../media/image54.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27.png"/><Relationship Id="rId76" Type="http://schemas.openxmlformats.org/officeDocument/2006/relationships/customXml" Target="../ink/ink38.xml"/><Relationship Id="rId97" Type="http://schemas.openxmlformats.org/officeDocument/2006/relationships/image" Target="../media/image48.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62.png"/><Relationship Id="rId141" Type="http://schemas.openxmlformats.org/officeDocument/2006/relationships/image" Target="../media/image70.png"/><Relationship Id="rId146" Type="http://schemas.openxmlformats.org/officeDocument/2006/relationships/customXml" Target="../ink/ink73.xml"/><Relationship Id="rId167" Type="http://schemas.openxmlformats.org/officeDocument/2006/relationships/image" Target="../media/image83.png"/><Relationship Id="rId7" Type="http://schemas.openxmlformats.org/officeDocument/2006/relationships/image" Target="../media/image3.png"/><Relationship Id="rId71" Type="http://schemas.openxmlformats.org/officeDocument/2006/relationships/image" Target="../media/image35.png"/><Relationship Id="rId92" Type="http://schemas.openxmlformats.org/officeDocument/2006/relationships/customXml" Target="../ink/ink46.xml"/><Relationship Id="rId162" Type="http://schemas.openxmlformats.org/officeDocument/2006/relationships/customXml" Target="../ink/ink81.xml"/><Relationship Id="rId183" Type="http://schemas.openxmlformats.org/officeDocument/2006/relationships/image" Target="../media/image91.png"/><Relationship Id="rId2" Type="http://schemas.openxmlformats.org/officeDocument/2006/relationships/customXml" Target="../ink/ink1.xml"/><Relationship Id="rId29" Type="http://schemas.openxmlformats.org/officeDocument/2006/relationships/image" Target="../media/image14.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2.png"/><Relationship Id="rId66" Type="http://schemas.openxmlformats.org/officeDocument/2006/relationships/customXml" Target="../ink/ink33.xml"/><Relationship Id="rId87" Type="http://schemas.openxmlformats.org/officeDocument/2006/relationships/image" Target="../media/image43.png"/><Relationship Id="rId110" Type="http://schemas.openxmlformats.org/officeDocument/2006/relationships/customXml" Target="../ink/ink55.xml"/><Relationship Id="rId115" Type="http://schemas.openxmlformats.org/officeDocument/2006/relationships/image" Target="../media/image57.png"/><Relationship Id="rId131" Type="http://schemas.openxmlformats.org/officeDocument/2006/relationships/image" Target="../media/image65.png"/><Relationship Id="rId136" Type="http://schemas.openxmlformats.org/officeDocument/2006/relationships/customXml" Target="../ink/ink68.xml"/><Relationship Id="rId157" Type="http://schemas.openxmlformats.org/officeDocument/2006/relationships/image" Target="../media/image78.png"/><Relationship Id="rId178" Type="http://schemas.openxmlformats.org/officeDocument/2006/relationships/customXml" Target="../ink/ink89.xml"/><Relationship Id="rId61" Type="http://schemas.openxmlformats.org/officeDocument/2006/relationships/image" Target="../media/image30.png"/><Relationship Id="rId82" Type="http://schemas.openxmlformats.org/officeDocument/2006/relationships/customXml" Target="../ink/ink41.xml"/><Relationship Id="rId152" Type="http://schemas.openxmlformats.org/officeDocument/2006/relationships/customXml" Target="../ink/ink76.xml"/><Relationship Id="rId173" Type="http://schemas.openxmlformats.org/officeDocument/2006/relationships/image" Target="../media/image86.png"/><Relationship Id="rId19" Type="http://schemas.openxmlformats.org/officeDocument/2006/relationships/image" Target="../media/image9.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17.png"/><Relationship Id="rId56" Type="http://schemas.openxmlformats.org/officeDocument/2006/relationships/customXml" Target="../ink/ink28.xml"/><Relationship Id="rId77" Type="http://schemas.openxmlformats.org/officeDocument/2006/relationships/image" Target="../media/image38.png"/><Relationship Id="rId100" Type="http://schemas.openxmlformats.org/officeDocument/2006/relationships/customXml" Target="../ink/ink50.xml"/><Relationship Id="rId105" Type="http://schemas.openxmlformats.org/officeDocument/2006/relationships/image" Target="../media/image52.png"/><Relationship Id="rId126" Type="http://schemas.openxmlformats.org/officeDocument/2006/relationships/customXml" Target="../ink/ink63.xml"/><Relationship Id="rId147" Type="http://schemas.openxmlformats.org/officeDocument/2006/relationships/image" Target="../media/image73.png"/><Relationship Id="rId168" Type="http://schemas.openxmlformats.org/officeDocument/2006/relationships/customXml" Target="../ink/ink84.xml"/><Relationship Id="rId8" Type="http://schemas.openxmlformats.org/officeDocument/2006/relationships/customXml" Target="../ink/ink4.xml"/><Relationship Id="rId51" Type="http://schemas.openxmlformats.org/officeDocument/2006/relationships/image" Target="../media/image25.png"/><Relationship Id="rId72" Type="http://schemas.openxmlformats.org/officeDocument/2006/relationships/customXml" Target="../ink/ink36.xml"/><Relationship Id="rId93" Type="http://schemas.openxmlformats.org/officeDocument/2006/relationships/image" Target="../media/image46.png"/><Relationship Id="rId98" Type="http://schemas.openxmlformats.org/officeDocument/2006/relationships/customXml" Target="../ink/ink49.xml"/><Relationship Id="rId121" Type="http://schemas.openxmlformats.org/officeDocument/2006/relationships/image" Target="../media/image60.png"/><Relationship Id="rId142" Type="http://schemas.openxmlformats.org/officeDocument/2006/relationships/customXml" Target="../ink/ink71.xml"/><Relationship Id="rId163" Type="http://schemas.openxmlformats.org/officeDocument/2006/relationships/image" Target="../media/image81.png"/><Relationship Id="rId184" Type="http://schemas.openxmlformats.org/officeDocument/2006/relationships/customXml" Target="../ink/ink92.xml"/><Relationship Id="rId3" Type="http://schemas.openxmlformats.org/officeDocument/2006/relationships/image" Target="../media/image1.png"/><Relationship Id="rId25" Type="http://schemas.openxmlformats.org/officeDocument/2006/relationships/image" Target="../media/image12.png"/><Relationship Id="rId46" Type="http://schemas.openxmlformats.org/officeDocument/2006/relationships/customXml" Target="../ink/ink23.xml"/><Relationship Id="rId67" Type="http://schemas.openxmlformats.org/officeDocument/2006/relationships/image" Target="../media/image33.png"/><Relationship Id="rId116" Type="http://schemas.openxmlformats.org/officeDocument/2006/relationships/customXml" Target="../ink/ink58.xml"/><Relationship Id="rId137" Type="http://schemas.openxmlformats.org/officeDocument/2006/relationships/image" Target="../media/image68.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0.png"/><Relationship Id="rId62" Type="http://schemas.openxmlformats.org/officeDocument/2006/relationships/customXml" Target="../ink/ink31.xml"/><Relationship Id="rId83" Type="http://schemas.openxmlformats.org/officeDocument/2006/relationships/image" Target="../media/image41.png"/><Relationship Id="rId88" Type="http://schemas.openxmlformats.org/officeDocument/2006/relationships/customXml" Target="../ink/ink44.xml"/><Relationship Id="rId111" Type="http://schemas.openxmlformats.org/officeDocument/2006/relationships/image" Target="../media/image55.png"/><Relationship Id="rId132" Type="http://schemas.openxmlformats.org/officeDocument/2006/relationships/customXml" Target="../ink/ink66.xml"/><Relationship Id="rId153" Type="http://schemas.openxmlformats.org/officeDocument/2006/relationships/image" Target="../media/image76.png"/><Relationship Id="rId174" Type="http://schemas.openxmlformats.org/officeDocument/2006/relationships/customXml" Target="../ink/ink87.xml"/><Relationship Id="rId179" Type="http://schemas.openxmlformats.org/officeDocument/2006/relationships/image" Target="../media/image89.png"/><Relationship Id="rId15" Type="http://schemas.openxmlformats.org/officeDocument/2006/relationships/image" Target="../media/image7.png"/><Relationship Id="rId36" Type="http://schemas.openxmlformats.org/officeDocument/2006/relationships/customXml" Target="../ink/ink18.xml"/><Relationship Id="rId57" Type="http://schemas.openxmlformats.org/officeDocument/2006/relationships/image" Target="../media/image28.png"/><Relationship Id="rId106" Type="http://schemas.openxmlformats.org/officeDocument/2006/relationships/customXml" Target="../ink/ink53.xml"/><Relationship Id="rId127" Type="http://schemas.openxmlformats.org/officeDocument/2006/relationships/image" Target="../media/image63.png"/><Relationship Id="rId10" Type="http://schemas.openxmlformats.org/officeDocument/2006/relationships/customXml" Target="../ink/ink5.xml"/><Relationship Id="rId31" Type="http://schemas.openxmlformats.org/officeDocument/2006/relationships/image" Target="../media/image15.png"/><Relationship Id="rId52" Type="http://schemas.openxmlformats.org/officeDocument/2006/relationships/customXml" Target="../ink/ink26.xml"/><Relationship Id="rId73" Type="http://schemas.openxmlformats.org/officeDocument/2006/relationships/image" Target="../media/image36.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49.png"/><Relationship Id="rId101" Type="http://schemas.openxmlformats.org/officeDocument/2006/relationships/image" Target="../media/image50.png"/><Relationship Id="rId122" Type="http://schemas.openxmlformats.org/officeDocument/2006/relationships/customXml" Target="../ink/ink61.xml"/><Relationship Id="rId143" Type="http://schemas.openxmlformats.org/officeDocument/2006/relationships/image" Target="../media/image71.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84.png"/><Relationship Id="rId185" Type="http://schemas.openxmlformats.org/officeDocument/2006/relationships/image" Target="../media/image92.png"/><Relationship Id="rId4" Type="http://schemas.openxmlformats.org/officeDocument/2006/relationships/customXml" Target="../ink/ink2.xml"/><Relationship Id="rId9" Type="http://schemas.openxmlformats.org/officeDocument/2006/relationships/image" Target="../media/image4.png"/><Relationship Id="rId180" Type="http://schemas.openxmlformats.org/officeDocument/2006/relationships/customXml" Target="../ink/ink90.xml"/><Relationship Id="rId26" Type="http://schemas.openxmlformats.org/officeDocument/2006/relationships/customXml" Target="../ink/ink13.xml"/><Relationship Id="rId47" Type="http://schemas.openxmlformats.org/officeDocument/2006/relationships/image" Target="../media/image23.png"/><Relationship Id="rId68" Type="http://schemas.openxmlformats.org/officeDocument/2006/relationships/customXml" Target="../ink/ink34.xml"/><Relationship Id="rId89" Type="http://schemas.openxmlformats.org/officeDocument/2006/relationships/image" Target="../media/image44.png"/><Relationship Id="rId112" Type="http://schemas.openxmlformats.org/officeDocument/2006/relationships/customXml" Target="../ink/ink56.xml"/><Relationship Id="rId133" Type="http://schemas.openxmlformats.org/officeDocument/2006/relationships/image" Target="../media/image66.png"/><Relationship Id="rId154" Type="http://schemas.openxmlformats.org/officeDocument/2006/relationships/customXml" Target="../ink/ink77.xml"/><Relationship Id="rId175" Type="http://schemas.openxmlformats.org/officeDocument/2006/relationships/image" Target="../media/image87.png"/><Relationship Id="rId16" Type="http://schemas.openxmlformats.org/officeDocument/2006/relationships/customXml" Target="../ink/ink8.xml"/><Relationship Id="rId37" Type="http://schemas.openxmlformats.org/officeDocument/2006/relationships/image" Target="../media/image18.png"/><Relationship Id="rId58" Type="http://schemas.openxmlformats.org/officeDocument/2006/relationships/customXml" Target="../ink/ink29.xml"/><Relationship Id="rId79" Type="http://schemas.openxmlformats.org/officeDocument/2006/relationships/image" Target="../media/image39.png"/><Relationship Id="rId102" Type="http://schemas.openxmlformats.org/officeDocument/2006/relationships/customXml" Target="../ink/ink51.xml"/><Relationship Id="rId123" Type="http://schemas.openxmlformats.org/officeDocument/2006/relationships/image" Target="../media/image61.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2.png"/><Relationship Id="rId186" Type="http://schemas.openxmlformats.org/officeDocument/2006/relationships/customXml" Target="../ink/ink93.xml"/><Relationship Id="rId27" Type="http://schemas.openxmlformats.org/officeDocument/2006/relationships/image" Target="../media/image13.png"/><Relationship Id="rId48" Type="http://schemas.openxmlformats.org/officeDocument/2006/relationships/customXml" Target="../ink/ink24.xml"/><Relationship Id="rId69" Type="http://schemas.openxmlformats.org/officeDocument/2006/relationships/image" Target="../media/image34.png"/><Relationship Id="rId113" Type="http://schemas.openxmlformats.org/officeDocument/2006/relationships/image" Target="../media/image56.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77.png"/><Relationship Id="rId176" Type="http://schemas.openxmlformats.org/officeDocument/2006/relationships/customXml" Target="../ink/ink88.xml"/><Relationship Id="rId17" Type="http://schemas.openxmlformats.org/officeDocument/2006/relationships/image" Target="../media/image8.png"/><Relationship Id="rId38" Type="http://schemas.openxmlformats.org/officeDocument/2006/relationships/customXml" Target="../ink/ink19.xml"/><Relationship Id="rId59" Type="http://schemas.openxmlformats.org/officeDocument/2006/relationships/image" Target="../media/image29.png"/><Relationship Id="rId103" Type="http://schemas.openxmlformats.org/officeDocument/2006/relationships/image" Target="../media/image51.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45.png"/><Relationship Id="rId145" Type="http://schemas.openxmlformats.org/officeDocument/2006/relationships/image" Target="../media/image72.png"/><Relationship Id="rId166" Type="http://schemas.openxmlformats.org/officeDocument/2006/relationships/customXml" Target="../ink/ink83.xml"/><Relationship Id="rId187" Type="http://schemas.openxmlformats.org/officeDocument/2006/relationships/image" Target="../media/image93.png"/><Relationship Id="rId1" Type="http://schemas.openxmlformats.org/officeDocument/2006/relationships/slideLayout" Target="../slideLayouts/slideLayout7.xml"/><Relationship Id="rId28" Type="http://schemas.openxmlformats.org/officeDocument/2006/relationships/customXml" Target="../ink/ink14.xml"/><Relationship Id="rId49" Type="http://schemas.openxmlformats.org/officeDocument/2006/relationships/image" Target="../media/image24.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0.png"/><Relationship Id="rId135" Type="http://schemas.openxmlformats.org/officeDocument/2006/relationships/image" Target="../media/image67.png"/><Relationship Id="rId156" Type="http://schemas.openxmlformats.org/officeDocument/2006/relationships/customXml" Target="../ink/ink78.xml"/><Relationship Id="rId177" Type="http://schemas.openxmlformats.org/officeDocument/2006/relationships/image" Target="../media/image88.png"/></Relationships>
</file>

<file path=ppt/slides/_rels/slide2.xml.rels><?xml version="1.0" encoding="UTF-8" standalone="yes"?>
<Relationships xmlns="http://schemas.openxmlformats.org/package/2006/relationships"><Relationship Id="rId117" Type="http://schemas.openxmlformats.org/officeDocument/2006/relationships/image" Target="../media/image151.png"/><Relationship Id="rId21" Type="http://schemas.openxmlformats.org/officeDocument/2006/relationships/image" Target="../media/image103.png"/><Relationship Id="rId63" Type="http://schemas.openxmlformats.org/officeDocument/2006/relationships/image" Target="../media/image124.png"/><Relationship Id="rId159" Type="http://schemas.openxmlformats.org/officeDocument/2006/relationships/image" Target="../media/image172.png"/><Relationship Id="rId170" Type="http://schemas.openxmlformats.org/officeDocument/2006/relationships/customXml" Target="../ink/ink178.xml"/><Relationship Id="rId226" Type="http://schemas.openxmlformats.org/officeDocument/2006/relationships/customXml" Target="../ink/ink206.xml"/><Relationship Id="rId268" Type="http://schemas.openxmlformats.org/officeDocument/2006/relationships/customXml" Target="../ink/ink227.xml"/><Relationship Id="rId32" Type="http://schemas.openxmlformats.org/officeDocument/2006/relationships/customXml" Target="../ink/ink109.xml"/><Relationship Id="rId74" Type="http://schemas.openxmlformats.org/officeDocument/2006/relationships/customXml" Target="../ink/ink130.xml"/><Relationship Id="rId128" Type="http://schemas.openxmlformats.org/officeDocument/2006/relationships/customXml" Target="../ink/ink157.xml"/><Relationship Id="rId5" Type="http://schemas.openxmlformats.org/officeDocument/2006/relationships/image" Target="../media/image95.png"/><Relationship Id="rId181" Type="http://schemas.openxmlformats.org/officeDocument/2006/relationships/image" Target="../media/image183.png"/><Relationship Id="rId237" Type="http://schemas.openxmlformats.org/officeDocument/2006/relationships/image" Target="../media/image211.png"/><Relationship Id="rId279" Type="http://schemas.openxmlformats.org/officeDocument/2006/relationships/image" Target="../media/image232.png"/><Relationship Id="rId43" Type="http://schemas.openxmlformats.org/officeDocument/2006/relationships/image" Target="../media/image114.png"/><Relationship Id="rId139" Type="http://schemas.openxmlformats.org/officeDocument/2006/relationships/image" Target="../media/image162.png"/><Relationship Id="rId290" Type="http://schemas.openxmlformats.org/officeDocument/2006/relationships/customXml" Target="../ink/ink238.xml"/><Relationship Id="rId85" Type="http://schemas.openxmlformats.org/officeDocument/2006/relationships/image" Target="../media/image135.png"/><Relationship Id="rId150" Type="http://schemas.openxmlformats.org/officeDocument/2006/relationships/customXml" Target="../ink/ink168.xml"/><Relationship Id="rId192" Type="http://schemas.openxmlformats.org/officeDocument/2006/relationships/customXml" Target="../ink/ink189.xml"/><Relationship Id="rId206" Type="http://schemas.openxmlformats.org/officeDocument/2006/relationships/customXml" Target="../ink/ink196.xml"/><Relationship Id="rId248" Type="http://schemas.openxmlformats.org/officeDocument/2006/relationships/customXml" Target="../ink/ink217.xml"/><Relationship Id="rId269" Type="http://schemas.openxmlformats.org/officeDocument/2006/relationships/image" Target="../media/image227.png"/><Relationship Id="rId12" Type="http://schemas.openxmlformats.org/officeDocument/2006/relationships/customXml" Target="../ink/ink99.xml"/><Relationship Id="rId33" Type="http://schemas.openxmlformats.org/officeDocument/2006/relationships/image" Target="../media/image109.png"/><Relationship Id="rId108" Type="http://schemas.openxmlformats.org/officeDocument/2006/relationships/customXml" Target="../ink/ink147.xml"/><Relationship Id="rId129" Type="http://schemas.openxmlformats.org/officeDocument/2006/relationships/image" Target="../media/image157.png"/><Relationship Id="rId280" Type="http://schemas.openxmlformats.org/officeDocument/2006/relationships/customXml" Target="../ink/ink233.xml"/><Relationship Id="rId54" Type="http://schemas.openxmlformats.org/officeDocument/2006/relationships/customXml" Target="../ink/ink120.xml"/><Relationship Id="rId75" Type="http://schemas.openxmlformats.org/officeDocument/2006/relationships/image" Target="../media/image130.png"/><Relationship Id="rId96" Type="http://schemas.openxmlformats.org/officeDocument/2006/relationships/customXml" Target="../ink/ink141.xml"/><Relationship Id="rId140" Type="http://schemas.openxmlformats.org/officeDocument/2006/relationships/customXml" Target="../ink/ink163.xml"/><Relationship Id="rId161" Type="http://schemas.openxmlformats.org/officeDocument/2006/relationships/image" Target="../media/image173.png"/><Relationship Id="rId182" Type="http://schemas.openxmlformats.org/officeDocument/2006/relationships/customXml" Target="../ink/ink184.xml"/><Relationship Id="rId217" Type="http://schemas.openxmlformats.org/officeDocument/2006/relationships/image" Target="../media/image201.png"/><Relationship Id="rId6" Type="http://schemas.openxmlformats.org/officeDocument/2006/relationships/customXml" Target="../ink/ink96.xml"/><Relationship Id="rId238" Type="http://schemas.openxmlformats.org/officeDocument/2006/relationships/customXml" Target="../ink/ink212.xml"/><Relationship Id="rId259" Type="http://schemas.openxmlformats.org/officeDocument/2006/relationships/image" Target="../media/image222.png"/><Relationship Id="rId23" Type="http://schemas.openxmlformats.org/officeDocument/2006/relationships/image" Target="../media/image104.png"/><Relationship Id="rId119" Type="http://schemas.openxmlformats.org/officeDocument/2006/relationships/image" Target="../media/image152.png"/><Relationship Id="rId270" Type="http://schemas.openxmlformats.org/officeDocument/2006/relationships/customXml" Target="../ink/ink228.xml"/><Relationship Id="rId291" Type="http://schemas.openxmlformats.org/officeDocument/2006/relationships/image" Target="../media/image238.png"/><Relationship Id="rId44" Type="http://schemas.openxmlformats.org/officeDocument/2006/relationships/customXml" Target="../ink/ink115.xml"/><Relationship Id="rId65" Type="http://schemas.openxmlformats.org/officeDocument/2006/relationships/image" Target="../media/image125.png"/><Relationship Id="rId86" Type="http://schemas.openxmlformats.org/officeDocument/2006/relationships/customXml" Target="../ink/ink136.xml"/><Relationship Id="rId130" Type="http://schemas.openxmlformats.org/officeDocument/2006/relationships/customXml" Target="../ink/ink158.xml"/><Relationship Id="rId151" Type="http://schemas.openxmlformats.org/officeDocument/2006/relationships/image" Target="../media/image168.png"/><Relationship Id="rId172" Type="http://schemas.openxmlformats.org/officeDocument/2006/relationships/customXml" Target="../ink/ink179.xml"/><Relationship Id="rId193" Type="http://schemas.openxmlformats.org/officeDocument/2006/relationships/image" Target="../media/image189.png"/><Relationship Id="rId207" Type="http://schemas.openxmlformats.org/officeDocument/2006/relationships/image" Target="../media/image196.png"/><Relationship Id="rId228" Type="http://schemas.openxmlformats.org/officeDocument/2006/relationships/customXml" Target="../ink/ink207.xml"/><Relationship Id="rId249" Type="http://schemas.openxmlformats.org/officeDocument/2006/relationships/image" Target="../media/image217.png"/><Relationship Id="rId13" Type="http://schemas.openxmlformats.org/officeDocument/2006/relationships/image" Target="../media/image99.png"/><Relationship Id="rId109" Type="http://schemas.openxmlformats.org/officeDocument/2006/relationships/image" Target="../media/image147.png"/><Relationship Id="rId260" Type="http://schemas.openxmlformats.org/officeDocument/2006/relationships/customXml" Target="../ink/ink223.xml"/><Relationship Id="rId281" Type="http://schemas.openxmlformats.org/officeDocument/2006/relationships/image" Target="../media/image233.png"/><Relationship Id="rId34" Type="http://schemas.openxmlformats.org/officeDocument/2006/relationships/customXml" Target="../ink/ink110.xml"/><Relationship Id="rId55" Type="http://schemas.openxmlformats.org/officeDocument/2006/relationships/image" Target="../media/image120.png"/><Relationship Id="rId76" Type="http://schemas.openxmlformats.org/officeDocument/2006/relationships/customXml" Target="../ink/ink131.xml"/><Relationship Id="rId97" Type="http://schemas.openxmlformats.org/officeDocument/2006/relationships/image" Target="../media/image141.png"/><Relationship Id="rId120" Type="http://schemas.openxmlformats.org/officeDocument/2006/relationships/customXml" Target="../ink/ink153.xml"/><Relationship Id="rId141" Type="http://schemas.openxmlformats.org/officeDocument/2006/relationships/image" Target="../media/image163.png"/><Relationship Id="rId7" Type="http://schemas.openxmlformats.org/officeDocument/2006/relationships/image" Target="../media/image96.png"/><Relationship Id="rId162" Type="http://schemas.openxmlformats.org/officeDocument/2006/relationships/customXml" Target="../ink/ink174.xml"/><Relationship Id="rId183" Type="http://schemas.openxmlformats.org/officeDocument/2006/relationships/image" Target="../media/image184.png"/><Relationship Id="rId218" Type="http://schemas.openxmlformats.org/officeDocument/2006/relationships/customXml" Target="../ink/ink202.xml"/><Relationship Id="rId239" Type="http://schemas.openxmlformats.org/officeDocument/2006/relationships/image" Target="../media/image212.png"/><Relationship Id="rId250" Type="http://schemas.openxmlformats.org/officeDocument/2006/relationships/customXml" Target="../ink/ink218.xml"/><Relationship Id="rId271" Type="http://schemas.openxmlformats.org/officeDocument/2006/relationships/image" Target="../media/image228.png"/><Relationship Id="rId24" Type="http://schemas.openxmlformats.org/officeDocument/2006/relationships/customXml" Target="../ink/ink105.xml"/><Relationship Id="rId45" Type="http://schemas.openxmlformats.org/officeDocument/2006/relationships/image" Target="../media/image115.png"/><Relationship Id="rId66" Type="http://schemas.openxmlformats.org/officeDocument/2006/relationships/customXml" Target="../ink/ink126.xml"/><Relationship Id="rId87" Type="http://schemas.openxmlformats.org/officeDocument/2006/relationships/image" Target="../media/image136.png"/><Relationship Id="rId110" Type="http://schemas.openxmlformats.org/officeDocument/2006/relationships/customXml" Target="../ink/ink148.xml"/><Relationship Id="rId131" Type="http://schemas.openxmlformats.org/officeDocument/2006/relationships/image" Target="../media/image158.png"/><Relationship Id="rId152" Type="http://schemas.openxmlformats.org/officeDocument/2006/relationships/customXml" Target="../ink/ink169.xml"/><Relationship Id="rId173" Type="http://schemas.openxmlformats.org/officeDocument/2006/relationships/image" Target="../media/image179.png"/><Relationship Id="rId194" Type="http://schemas.openxmlformats.org/officeDocument/2006/relationships/customXml" Target="../ink/ink190.xml"/><Relationship Id="rId208" Type="http://schemas.openxmlformats.org/officeDocument/2006/relationships/customXml" Target="../ink/ink197.xml"/><Relationship Id="rId229" Type="http://schemas.openxmlformats.org/officeDocument/2006/relationships/image" Target="../media/image207.png"/><Relationship Id="rId240" Type="http://schemas.openxmlformats.org/officeDocument/2006/relationships/customXml" Target="../ink/ink213.xml"/><Relationship Id="rId261" Type="http://schemas.openxmlformats.org/officeDocument/2006/relationships/image" Target="../media/image223.png"/><Relationship Id="rId14" Type="http://schemas.openxmlformats.org/officeDocument/2006/relationships/customXml" Target="../ink/ink100.xml"/><Relationship Id="rId35" Type="http://schemas.openxmlformats.org/officeDocument/2006/relationships/image" Target="../media/image110.png"/><Relationship Id="rId56" Type="http://schemas.openxmlformats.org/officeDocument/2006/relationships/customXml" Target="../ink/ink121.xml"/><Relationship Id="rId77" Type="http://schemas.openxmlformats.org/officeDocument/2006/relationships/image" Target="../media/image131.png"/><Relationship Id="rId100" Type="http://schemas.openxmlformats.org/officeDocument/2006/relationships/customXml" Target="../ink/ink143.xml"/><Relationship Id="rId282" Type="http://schemas.openxmlformats.org/officeDocument/2006/relationships/customXml" Target="../ink/ink234.xml"/><Relationship Id="rId8" Type="http://schemas.openxmlformats.org/officeDocument/2006/relationships/customXml" Target="../ink/ink97.xml"/><Relationship Id="rId98" Type="http://schemas.openxmlformats.org/officeDocument/2006/relationships/customXml" Target="../ink/ink142.xml"/><Relationship Id="rId121" Type="http://schemas.openxmlformats.org/officeDocument/2006/relationships/image" Target="../media/image153.png"/><Relationship Id="rId142" Type="http://schemas.openxmlformats.org/officeDocument/2006/relationships/customXml" Target="../ink/ink164.xml"/><Relationship Id="rId163" Type="http://schemas.openxmlformats.org/officeDocument/2006/relationships/image" Target="../media/image174.png"/><Relationship Id="rId184" Type="http://schemas.openxmlformats.org/officeDocument/2006/relationships/customXml" Target="../ink/ink185.xml"/><Relationship Id="rId219" Type="http://schemas.openxmlformats.org/officeDocument/2006/relationships/image" Target="../media/image202.png"/><Relationship Id="rId230" Type="http://schemas.openxmlformats.org/officeDocument/2006/relationships/customXml" Target="../ink/ink208.xml"/><Relationship Id="rId251" Type="http://schemas.openxmlformats.org/officeDocument/2006/relationships/image" Target="../media/image218.png"/><Relationship Id="rId25" Type="http://schemas.openxmlformats.org/officeDocument/2006/relationships/image" Target="../media/image105.png"/><Relationship Id="rId46" Type="http://schemas.openxmlformats.org/officeDocument/2006/relationships/customXml" Target="../ink/ink116.xml"/><Relationship Id="rId67" Type="http://schemas.openxmlformats.org/officeDocument/2006/relationships/image" Target="../media/image126.png"/><Relationship Id="rId272" Type="http://schemas.openxmlformats.org/officeDocument/2006/relationships/customXml" Target="../ink/ink229.xml"/><Relationship Id="rId88" Type="http://schemas.openxmlformats.org/officeDocument/2006/relationships/customXml" Target="../ink/ink137.xml"/><Relationship Id="rId111" Type="http://schemas.openxmlformats.org/officeDocument/2006/relationships/image" Target="../media/image148.png"/><Relationship Id="rId132" Type="http://schemas.openxmlformats.org/officeDocument/2006/relationships/customXml" Target="../ink/ink159.xml"/><Relationship Id="rId153" Type="http://schemas.openxmlformats.org/officeDocument/2006/relationships/image" Target="../media/image169.png"/><Relationship Id="rId174" Type="http://schemas.openxmlformats.org/officeDocument/2006/relationships/customXml" Target="../ink/ink180.xml"/><Relationship Id="rId195" Type="http://schemas.openxmlformats.org/officeDocument/2006/relationships/image" Target="../media/image190.png"/><Relationship Id="rId209" Type="http://schemas.openxmlformats.org/officeDocument/2006/relationships/image" Target="../media/image197.png"/><Relationship Id="rId220" Type="http://schemas.openxmlformats.org/officeDocument/2006/relationships/customXml" Target="../ink/ink203.xml"/><Relationship Id="rId241" Type="http://schemas.openxmlformats.org/officeDocument/2006/relationships/image" Target="../media/image213.png"/><Relationship Id="rId15" Type="http://schemas.openxmlformats.org/officeDocument/2006/relationships/image" Target="../media/image100.png"/><Relationship Id="rId36" Type="http://schemas.openxmlformats.org/officeDocument/2006/relationships/customXml" Target="../ink/ink111.xml"/><Relationship Id="rId57" Type="http://schemas.openxmlformats.org/officeDocument/2006/relationships/image" Target="../media/image121.png"/><Relationship Id="rId262" Type="http://schemas.openxmlformats.org/officeDocument/2006/relationships/customXml" Target="../ink/ink224.xml"/><Relationship Id="rId283" Type="http://schemas.openxmlformats.org/officeDocument/2006/relationships/image" Target="../media/image234.png"/><Relationship Id="rId78" Type="http://schemas.openxmlformats.org/officeDocument/2006/relationships/customXml" Target="../ink/ink132.xml"/><Relationship Id="rId99" Type="http://schemas.openxmlformats.org/officeDocument/2006/relationships/image" Target="../media/image142.png"/><Relationship Id="rId101" Type="http://schemas.openxmlformats.org/officeDocument/2006/relationships/image" Target="../media/image143.png"/><Relationship Id="rId122" Type="http://schemas.openxmlformats.org/officeDocument/2006/relationships/customXml" Target="../ink/ink154.xml"/><Relationship Id="rId143" Type="http://schemas.openxmlformats.org/officeDocument/2006/relationships/image" Target="../media/image164.png"/><Relationship Id="rId164" Type="http://schemas.openxmlformats.org/officeDocument/2006/relationships/customXml" Target="../ink/ink175.xml"/><Relationship Id="rId185" Type="http://schemas.openxmlformats.org/officeDocument/2006/relationships/image" Target="../media/image185.png"/><Relationship Id="rId9" Type="http://schemas.openxmlformats.org/officeDocument/2006/relationships/image" Target="../media/image97.png"/><Relationship Id="rId210" Type="http://schemas.openxmlformats.org/officeDocument/2006/relationships/customXml" Target="../ink/ink198.xml"/><Relationship Id="rId26" Type="http://schemas.openxmlformats.org/officeDocument/2006/relationships/customXml" Target="../ink/ink106.xml"/><Relationship Id="rId231" Type="http://schemas.openxmlformats.org/officeDocument/2006/relationships/image" Target="../media/image208.png"/><Relationship Id="rId252" Type="http://schemas.openxmlformats.org/officeDocument/2006/relationships/customXml" Target="../ink/ink219.xml"/><Relationship Id="rId273" Type="http://schemas.openxmlformats.org/officeDocument/2006/relationships/image" Target="../media/image229.png"/><Relationship Id="rId47" Type="http://schemas.openxmlformats.org/officeDocument/2006/relationships/image" Target="../media/image116.png"/><Relationship Id="rId68" Type="http://schemas.openxmlformats.org/officeDocument/2006/relationships/customXml" Target="../ink/ink127.xml"/><Relationship Id="rId89" Type="http://schemas.openxmlformats.org/officeDocument/2006/relationships/image" Target="../media/image137.png"/><Relationship Id="rId112" Type="http://schemas.openxmlformats.org/officeDocument/2006/relationships/customXml" Target="../ink/ink149.xml"/><Relationship Id="rId133" Type="http://schemas.openxmlformats.org/officeDocument/2006/relationships/image" Target="../media/image159.png"/><Relationship Id="rId154" Type="http://schemas.openxmlformats.org/officeDocument/2006/relationships/customXml" Target="../ink/ink170.xml"/><Relationship Id="rId175" Type="http://schemas.openxmlformats.org/officeDocument/2006/relationships/image" Target="../media/image180.png"/><Relationship Id="rId196" Type="http://schemas.openxmlformats.org/officeDocument/2006/relationships/customXml" Target="../ink/ink191.xml"/><Relationship Id="rId200" Type="http://schemas.openxmlformats.org/officeDocument/2006/relationships/customXml" Target="../ink/ink193.xml"/><Relationship Id="rId16" Type="http://schemas.openxmlformats.org/officeDocument/2006/relationships/customXml" Target="../ink/ink101.xml"/><Relationship Id="rId221" Type="http://schemas.openxmlformats.org/officeDocument/2006/relationships/image" Target="../media/image203.png"/><Relationship Id="rId242" Type="http://schemas.openxmlformats.org/officeDocument/2006/relationships/customXml" Target="../ink/ink214.xml"/><Relationship Id="rId263" Type="http://schemas.openxmlformats.org/officeDocument/2006/relationships/image" Target="../media/image224.png"/><Relationship Id="rId284" Type="http://schemas.openxmlformats.org/officeDocument/2006/relationships/customXml" Target="../ink/ink235.xml"/><Relationship Id="rId37" Type="http://schemas.openxmlformats.org/officeDocument/2006/relationships/image" Target="../media/image111.png"/><Relationship Id="rId58" Type="http://schemas.openxmlformats.org/officeDocument/2006/relationships/customXml" Target="../ink/ink122.xml"/><Relationship Id="rId79" Type="http://schemas.openxmlformats.org/officeDocument/2006/relationships/image" Target="../media/image132.png"/><Relationship Id="rId102" Type="http://schemas.openxmlformats.org/officeDocument/2006/relationships/customXml" Target="../ink/ink144.xml"/><Relationship Id="rId123" Type="http://schemas.openxmlformats.org/officeDocument/2006/relationships/image" Target="../media/image154.png"/><Relationship Id="rId144" Type="http://schemas.openxmlformats.org/officeDocument/2006/relationships/customXml" Target="../ink/ink165.xml"/><Relationship Id="rId90" Type="http://schemas.openxmlformats.org/officeDocument/2006/relationships/customXml" Target="../ink/ink138.xml"/><Relationship Id="rId165" Type="http://schemas.openxmlformats.org/officeDocument/2006/relationships/image" Target="../media/image175.png"/><Relationship Id="rId186" Type="http://schemas.openxmlformats.org/officeDocument/2006/relationships/customXml" Target="../ink/ink186.xml"/><Relationship Id="rId211" Type="http://schemas.openxmlformats.org/officeDocument/2006/relationships/image" Target="../media/image198.png"/><Relationship Id="rId232" Type="http://schemas.openxmlformats.org/officeDocument/2006/relationships/customXml" Target="../ink/ink209.xml"/><Relationship Id="rId253" Type="http://schemas.openxmlformats.org/officeDocument/2006/relationships/image" Target="../media/image219.png"/><Relationship Id="rId274" Type="http://schemas.openxmlformats.org/officeDocument/2006/relationships/customXml" Target="../ink/ink230.xml"/><Relationship Id="rId27" Type="http://schemas.openxmlformats.org/officeDocument/2006/relationships/image" Target="../media/image106.png"/><Relationship Id="rId48" Type="http://schemas.openxmlformats.org/officeDocument/2006/relationships/customXml" Target="../ink/ink117.xml"/><Relationship Id="rId69" Type="http://schemas.openxmlformats.org/officeDocument/2006/relationships/image" Target="../media/image127.png"/><Relationship Id="rId113" Type="http://schemas.openxmlformats.org/officeDocument/2006/relationships/image" Target="../media/image149.png"/><Relationship Id="rId134" Type="http://schemas.openxmlformats.org/officeDocument/2006/relationships/customXml" Target="../ink/ink160.xml"/><Relationship Id="rId80" Type="http://schemas.openxmlformats.org/officeDocument/2006/relationships/customXml" Target="../ink/ink133.xml"/><Relationship Id="rId155" Type="http://schemas.openxmlformats.org/officeDocument/2006/relationships/image" Target="../media/image170.png"/><Relationship Id="rId176" Type="http://schemas.openxmlformats.org/officeDocument/2006/relationships/customXml" Target="../ink/ink181.xml"/><Relationship Id="rId197" Type="http://schemas.openxmlformats.org/officeDocument/2006/relationships/image" Target="../media/image191.png"/><Relationship Id="rId201" Type="http://schemas.openxmlformats.org/officeDocument/2006/relationships/image" Target="../media/image193.png"/><Relationship Id="rId222" Type="http://schemas.openxmlformats.org/officeDocument/2006/relationships/customXml" Target="../ink/ink204.xml"/><Relationship Id="rId243" Type="http://schemas.openxmlformats.org/officeDocument/2006/relationships/image" Target="../media/image214.png"/><Relationship Id="rId264" Type="http://schemas.openxmlformats.org/officeDocument/2006/relationships/customXml" Target="../ink/ink225.xml"/><Relationship Id="rId285" Type="http://schemas.openxmlformats.org/officeDocument/2006/relationships/image" Target="../media/image235.png"/><Relationship Id="rId17" Type="http://schemas.openxmlformats.org/officeDocument/2006/relationships/image" Target="../media/image101.png"/><Relationship Id="rId38" Type="http://schemas.openxmlformats.org/officeDocument/2006/relationships/customXml" Target="../ink/ink112.xml"/><Relationship Id="rId59" Type="http://schemas.openxmlformats.org/officeDocument/2006/relationships/image" Target="../media/image122.png"/><Relationship Id="rId103" Type="http://schemas.openxmlformats.org/officeDocument/2006/relationships/image" Target="../media/image144.png"/><Relationship Id="rId124" Type="http://schemas.openxmlformats.org/officeDocument/2006/relationships/customXml" Target="../ink/ink155.xml"/><Relationship Id="rId70" Type="http://schemas.openxmlformats.org/officeDocument/2006/relationships/customXml" Target="../ink/ink128.xml"/><Relationship Id="rId91" Type="http://schemas.openxmlformats.org/officeDocument/2006/relationships/image" Target="../media/image138.png"/><Relationship Id="rId145" Type="http://schemas.openxmlformats.org/officeDocument/2006/relationships/image" Target="../media/image165.png"/><Relationship Id="rId166" Type="http://schemas.openxmlformats.org/officeDocument/2006/relationships/customXml" Target="../ink/ink176.xml"/><Relationship Id="rId187" Type="http://schemas.openxmlformats.org/officeDocument/2006/relationships/image" Target="../media/image186.png"/><Relationship Id="rId1" Type="http://schemas.openxmlformats.org/officeDocument/2006/relationships/slideLayout" Target="../slideLayouts/slideLayout7.xml"/><Relationship Id="rId212" Type="http://schemas.openxmlformats.org/officeDocument/2006/relationships/customXml" Target="../ink/ink199.xml"/><Relationship Id="rId233" Type="http://schemas.openxmlformats.org/officeDocument/2006/relationships/image" Target="../media/image209.png"/><Relationship Id="rId254" Type="http://schemas.openxmlformats.org/officeDocument/2006/relationships/customXml" Target="../ink/ink220.xml"/><Relationship Id="rId28" Type="http://schemas.openxmlformats.org/officeDocument/2006/relationships/customXml" Target="../ink/ink107.xml"/><Relationship Id="rId49" Type="http://schemas.openxmlformats.org/officeDocument/2006/relationships/image" Target="../media/image117.png"/><Relationship Id="rId114" Type="http://schemas.openxmlformats.org/officeDocument/2006/relationships/customXml" Target="../ink/ink150.xml"/><Relationship Id="rId275" Type="http://schemas.openxmlformats.org/officeDocument/2006/relationships/image" Target="../media/image230.png"/><Relationship Id="rId60" Type="http://schemas.openxmlformats.org/officeDocument/2006/relationships/customXml" Target="../ink/ink123.xml"/><Relationship Id="rId81" Type="http://schemas.openxmlformats.org/officeDocument/2006/relationships/image" Target="../media/image133.png"/><Relationship Id="rId135" Type="http://schemas.openxmlformats.org/officeDocument/2006/relationships/image" Target="../media/image160.png"/><Relationship Id="rId156" Type="http://schemas.openxmlformats.org/officeDocument/2006/relationships/customXml" Target="../ink/ink171.xml"/><Relationship Id="rId177" Type="http://schemas.openxmlformats.org/officeDocument/2006/relationships/image" Target="../media/image181.png"/><Relationship Id="rId198" Type="http://schemas.openxmlformats.org/officeDocument/2006/relationships/customXml" Target="../ink/ink192.xml"/><Relationship Id="rId202" Type="http://schemas.openxmlformats.org/officeDocument/2006/relationships/customXml" Target="../ink/ink194.xml"/><Relationship Id="rId223" Type="http://schemas.openxmlformats.org/officeDocument/2006/relationships/image" Target="../media/image204.png"/><Relationship Id="rId244" Type="http://schemas.openxmlformats.org/officeDocument/2006/relationships/customXml" Target="../ink/ink215.xml"/><Relationship Id="rId18" Type="http://schemas.openxmlformats.org/officeDocument/2006/relationships/customXml" Target="../ink/ink102.xml"/><Relationship Id="rId39" Type="http://schemas.openxmlformats.org/officeDocument/2006/relationships/image" Target="../media/image112.png"/><Relationship Id="rId265" Type="http://schemas.openxmlformats.org/officeDocument/2006/relationships/image" Target="../media/image225.png"/><Relationship Id="rId286" Type="http://schemas.openxmlformats.org/officeDocument/2006/relationships/customXml" Target="../ink/ink236.xml"/><Relationship Id="rId50" Type="http://schemas.openxmlformats.org/officeDocument/2006/relationships/customXml" Target="../ink/ink118.xml"/><Relationship Id="rId104" Type="http://schemas.openxmlformats.org/officeDocument/2006/relationships/customXml" Target="../ink/ink145.xml"/><Relationship Id="rId125" Type="http://schemas.openxmlformats.org/officeDocument/2006/relationships/image" Target="../media/image155.png"/><Relationship Id="rId146" Type="http://schemas.openxmlformats.org/officeDocument/2006/relationships/customXml" Target="../ink/ink166.xml"/><Relationship Id="rId167" Type="http://schemas.openxmlformats.org/officeDocument/2006/relationships/image" Target="../media/image176.png"/><Relationship Id="rId188" Type="http://schemas.openxmlformats.org/officeDocument/2006/relationships/customXml" Target="../ink/ink187.xml"/><Relationship Id="rId71" Type="http://schemas.openxmlformats.org/officeDocument/2006/relationships/image" Target="../media/image128.png"/><Relationship Id="rId92" Type="http://schemas.openxmlformats.org/officeDocument/2006/relationships/customXml" Target="../ink/ink139.xml"/><Relationship Id="rId213" Type="http://schemas.openxmlformats.org/officeDocument/2006/relationships/image" Target="../media/image199.png"/><Relationship Id="rId234" Type="http://schemas.openxmlformats.org/officeDocument/2006/relationships/customXml" Target="../ink/ink210.xml"/><Relationship Id="rId2" Type="http://schemas.openxmlformats.org/officeDocument/2006/relationships/customXml" Target="../ink/ink94.xml"/><Relationship Id="rId29" Type="http://schemas.openxmlformats.org/officeDocument/2006/relationships/image" Target="../media/image107.png"/><Relationship Id="rId255" Type="http://schemas.openxmlformats.org/officeDocument/2006/relationships/image" Target="../media/image220.png"/><Relationship Id="rId276" Type="http://schemas.openxmlformats.org/officeDocument/2006/relationships/customXml" Target="../ink/ink231.xml"/><Relationship Id="rId40" Type="http://schemas.openxmlformats.org/officeDocument/2006/relationships/customXml" Target="../ink/ink113.xml"/><Relationship Id="rId115" Type="http://schemas.openxmlformats.org/officeDocument/2006/relationships/image" Target="../media/image150.png"/><Relationship Id="rId136" Type="http://schemas.openxmlformats.org/officeDocument/2006/relationships/customXml" Target="../ink/ink161.xml"/><Relationship Id="rId157" Type="http://schemas.openxmlformats.org/officeDocument/2006/relationships/image" Target="../media/image171.png"/><Relationship Id="rId178" Type="http://schemas.openxmlformats.org/officeDocument/2006/relationships/customXml" Target="../ink/ink182.xml"/><Relationship Id="rId61" Type="http://schemas.openxmlformats.org/officeDocument/2006/relationships/image" Target="../media/image123.png"/><Relationship Id="rId82" Type="http://schemas.openxmlformats.org/officeDocument/2006/relationships/customXml" Target="../ink/ink134.xml"/><Relationship Id="rId199" Type="http://schemas.openxmlformats.org/officeDocument/2006/relationships/image" Target="../media/image192.png"/><Relationship Id="rId203" Type="http://schemas.openxmlformats.org/officeDocument/2006/relationships/image" Target="../media/image194.png"/><Relationship Id="rId19" Type="http://schemas.openxmlformats.org/officeDocument/2006/relationships/image" Target="../media/image102.png"/><Relationship Id="rId224" Type="http://schemas.openxmlformats.org/officeDocument/2006/relationships/customXml" Target="../ink/ink205.xml"/><Relationship Id="rId245" Type="http://schemas.openxmlformats.org/officeDocument/2006/relationships/image" Target="../media/image215.png"/><Relationship Id="rId266" Type="http://schemas.openxmlformats.org/officeDocument/2006/relationships/customXml" Target="../ink/ink226.xml"/><Relationship Id="rId287" Type="http://schemas.openxmlformats.org/officeDocument/2006/relationships/image" Target="../media/image236.png"/><Relationship Id="rId30" Type="http://schemas.openxmlformats.org/officeDocument/2006/relationships/customXml" Target="../ink/ink108.xml"/><Relationship Id="rId105" Type="http://schemas.openxmlformats.org/officeDocument/2006/relationships/image" Target="../media/image145.png"/><Relationship Id="rId126" Type="http://schemas.openxmlformats.org/officeDocument/2006/relationships/customXml" Target="../ink/ink156.xml"/><Relationship Id="rId147" Type="http://schemas.openxmlformats.org/officeDocument/2006/relationships/image" Target="../media/image166.png"/><Relationship Id="rId168" Type="http://schemas.openxmlformats.org/officeDocument/2006/relationships/customXml" Target="../ink/ink177.xml"/><Relationship Id="rId51" Type="http://schemas.openxmlformats.org/officeDocument/2006/relationships/image" Target="../media/image118.png"/><Relationship Id="rId72" Type="http://schemas.openxmlformats.org/officeDocument/2006/relationships/customXml" Target="../ink/ink129.xml"/><Relationship Id="rId93" Type="http://schemas.openxmlformats.org/officeDocument/2006/relationships/image" Target="../media/image139.png"/><Relationship Id="rId189" Type="http://schemas.openxmlformats.org/officeDocument/2006/relationships/image" Target="../media/image187.png"/><Relationship Id="rId3" Type="http://schemas.openxmlformats.org/officeDocument/2006/relationships/image" Target="../media/image94.png"/><Relationship Id="rId214" Type="http://schemas.openxmlformats.org/officeDocument/2006/relationships/customXml" Target="../ink/ink200.xml"/><Relationship Id="rId235" Type="http://schemas.openxmlformats.org/officeDocument/2006/relationships/image" Target="../media/image210.png"/><Relationship Id="rId256" Type="http://schemas.openxmlformats.org/officeDocument/2006/relationships/customXml" Target="../ink/ink221.xml"/><Relationship Id="rId277" Type="http://schemas.openxmlformats.org/officeDocument/2006/relationships/image" Target="../media/image231.png"/><Relationship Id="rId116" Type="http://schemas.openxmlformats.org/officeDocument/2006/relationships/customXml" Target="../ink/ink151.xml"/><Relationship Id="rId137" Type="http://schemas.openxmlformats.org/officeDocument/2006/relationships/image" Target="../media/image161.png"/><Relationship Id="rId158" Type="http://schemas.openxmlformats.org/officeDocument/2006/relationships/customXml" Target="../ink/ink172.xml"/><Relationship Id="rId20" Type="http://schemas.openxmlformats.org/officeDocument/2006/relationships/customXml" Target="../ink/ink103.xml"/><Relationship Id="rId41" Type="http://schemas.openxmlformats.org/officeDocument/2006/relationships/image" Target="../media/image113.png"/><Relationship Id="rId62" Type="http://schemas.openxmlformats.org/officeDocument/2006/relationships/customXml" Target="../ink/ink124.xml"/><Relationship Id="rId83" Type="http://schemas.openxmlformats.org/officeDocument/2006/relationships/image" Target="../media/image134.png"/><Relationship Id="rId179" Type="http://schemas.openxmlformats.org/officeDocument/2006/relationships/image" Target="../media/image182.png"/><Relationship Id="rId190" Type="http://schemas.openxmlformats.org/officeDocument/2006/relationships/customXml" Target="../ink/ink188.xml"/><Relationship Id="rId204" Type="http://schemas.openxmlformats.org/officeDocument/2006/relationships/customXml" Target="../ink/ink195.xml"/><Relationship Id="rId225" Type="http://schemas.openxmlformats.org/officeDocument/2006/relationships/image" Target="../media/image205.png"/><Relationship Id="rId246" Type="http://schemas.openxmlformats.org/officeDocument/2006/relationships/customXml" Target="../ink/ink216.xml"/><Relationship Id="rId267" Type="http://schemas.openxmlformats.org/officeDocument/2006/relationships/image" Target="../media/image226.png"/><Relationship Id="rId288" Type="http://schemas.openxmlformats.org/officeDocument/2006/relationships/customXml" Target="../ink/ink237.xml"/><Relationship Id="rId106" Type="http://schemas.openxmlformats.org/officeDocument/2006/relationships/customXml" Target="../ink/ink146.xml"/><Relationship Id="rId127" Type="http://schemas.openxmlformats.org/officeDocument/2006/relationships/image" Target="../media/image156.png"/><Relationship Id="rId10" Type="http://schemas.openxmlformats.org/officeDocument/2006/relationships/customXml" Target="../ink/ink98.xml"/><Relationship Id="rId31" Type="http://schemas.openxmlformats.org/officeDocument/2006/relationships/image" Target="../media/image108.png"/><Relationship Id="rId52" Type="http://schemas.openxmlformats.org/officeDocument/2006/relationships/customXml" Target="../ink/ink119.xml"/><Relationship Id="rId73" Type="http://schemas.openxmlformats.org/officeDocument/2006/relationships/image" Target="../media/image129.png"/><Relationship Id="rId94" Type="http://schemas.openxmlformats.org/officeDocument/2006/relationships/customXml" Target="../ink/ink140.xml"/><Relationship Id="rId148" Type="http://schemas.openxmlformats.org/officeDocument/2006/relationships/customXml" Target="../ink/ink167.xml"/><Relationship Id="rId169" Type="http://schemas.openxmlformats.org/officeDocument/2006/relationships/image" Target="../media/image177.png"/><Relationship Id="rId4" Type="http://schemas.openxmlformats.org/officeDocument/2006/relationships/customXml" Target="../ink/ink95.xml"/><Relationship Id="rId180" Type="http://schemas.openxmlformats.org/officeDocument/2006/relationships/customXml" Target="../ink/ink183.xml"/><Relationship Id="rId215" Type="http://schemas.openxmlformats.org/officeDocument/2006/relationships/image" Target="../media/image200.png"/><Relationship Id="rId236" Type="http://schemas.openxmlformats.org/officeDocument/2006/relationships/customXml" Target="../ink/ink211.xml"/><Relationship Id="rId257" Type="http://schemas.openxmlformats.org/officeDocument/2006/relationships/image" Target="../media/image221.png"/><Relationship Id="rId278" Type="http://schemas.openxmlformats.org/officeDocument/2006/relationships/customXml" Target="../ink/ink232.xml"/><Relationship Id="rId42" Type="http://schemas.openxmlformats.org/officeDocument/2006/relationships/customXml" Target="../ink/ink114.xml"/><Relationship Id="rId84" Type="http://schemas.openxmlformats.org/officeDocument/2006/relationships/customXml" Target="../ink/ink135.xml"/><Relationship Id="rId138" Type="http://schemas.openxmlformats.org/officeDocument/2006/relationships/customXml" Target="../ink/ink162.xml"/><Relationship Id="rId191" Type="http://schemas.openxmlformats.org/officeDocument/2006/relationships/image" Target="../media/image188.png"/><Relationship Id="rId205" Type="http://schemas.openxmlformats.org/officeDocument/2006/relationships/image" Target="../media/image195.png"/><Relationship Id="rId247" Type="http://schemas.openxmlformats.org/officeDocument/2006/relationships/image" Target="../media/image216.png"/><Relationship Id="rId107" Type="http://schemas.openxmlformats.org/officeDocument/2006/relationships/image" Target="../media/image146.png"/><Relationship Id="rId289" Type="http://schemas.openxmlformats.org/officeDocument/2006/relationships/image" Target="../media/image237.png"/><Relationship Id="rId11" Type="http://schemas.openxmlformats.org/officeDocument/2006/relationships/image" Target="../media/image98.png"/><Relationship Id="rId53" Type="http://schemas.openxmlformats.org/officeDocument/2006/relationships/image" Target="../media/image119.png"/><Relationship Id="rId149" Type="http://schemas.openxmlformats.org/officeDocument/2006/relationships/image" Target="../media/image167.png"/><Relationship Id="rId95" Type="http://schemas.openxmlformats.org/officeDocument/2006/relationships/image" Target="../media/image140.png"/><Relationship Id="rId160" Type="http://schemas.openxmlformats.org/officeDocument/2006/relationships/customXml" Target="../ink/ink173.xml"/><Relationship Id="rId216" Type="http://schemas.openxmlformats.org/officeDocument/2006/relationships/customXml" Target="../ink/ink201.xml"/><Relationship Id="rId258" Type="http://schemas.openxmlformats.org/officeDocument/2006/relationships/customXml" Target="../ink/ink222.xml"/><Relationship Id="rId22" Type="http://schemas.openxmlformats.org/officeDocument/2006/relationships/customXml" Target="../ink/ink104.xml"/><Relationship Id="rId64" Type="http://schemas.openxmlformats.org/officeDocument/2006/relationships/customXml" Target="../ink/ink125.xml"/><Relationship Id="rId118" Type="http://schemas.openxmlformats.org/officeDocument/2006/relationships/customXml" Target="../ink/ink152.xml"/><Relationship Id="rId171" Type="http://schemas.openxmlformats.org/officeDocument/2006/relationships/image" Target="../media/image178.png"/><Relationship Id="rId227" Type="http://schemas.openxmlformats.org/officeDocument/2006/relationships/image" Target="../media/image206.png"/></Relationships>
</file>

<file path=ppt/slides/_rels/slide3.xml.rels><?xml version="1.0" encoding="UTF-8" standalone="yes"?>
<Relationships xmlns="http://schemas.openxmlformats.org/package/2006/relationships"><Relationship Id="rId117" Type="http://schemas.openxmlformats.org/officeDocument/2006/relationships/image" Target="../media/image296.png"/><Relationship Id="rId21" Type="http://schemas.openxmlformats.org/officeDocument/2006/relationships/image" Target="../media/image248.png"/><Relationship Id="rId42" Type="http://schemas.openxmlformats.org/officeDocument/2006/relationships/customXml" Target="../ink/ink259.xml"/><Relationship Id="rId63" Type="http://schemas.openxmlformats.org/officeDocument/2006/relationships/image" Target="../media/image269.png"/><Relationship Id="rId84" Type="http://schemas.openxmlformats.org/officeDocument/2006/relationships/customXml" Target="../ink/ink280.xml"/><Relationship Id="rId138" Type="http://schemas.openxmlformats.org/officeDocument/2006/relationships/customXml" Target="../ink/ink307.xml"/><Relationship Id="rId159" Type="http://schemas.openxmlformats.org/officeDocument/2006/relationships/image" Target="../media/image317.png"/><Relationship Id="rId170" Type="http://schemas.openxmlformats.org/officeDocument/2006/relationships/customXml" Target="../ink/ink323.xml"/><Relationship Id="rId191" Type="http://schemas.openxmlformats.org/officeDocument/2006/relationships/image" Target="../media/image333.png"/><Relationship Id="rId107" Type="http://schemas.openxmlformats.org/officeDocument/2006/relationships/image" Target="../media/image291.png"/><Relationship Id="rId11" Type="http://schemas.openxmlformats.org/officeDocument/2006/relationships/image" Target="../media/image243.png"/><Relationship Id="rId32" Type="http://schemas.openxmlformats.org/officeDocument/2006/relationships/customXml" Target="../ink/ink254.xml"/><Relationship Id="rId53" Type="http://schemas.openxmlformats.org/officeDocument/2006/relationships/image" Target="../media/image264.png"/><Relationship Id="rId74" Type="http://schemas.openxmlformats.org/officeDocument/2006/relationships/customXml" Target="../ink/ink275.xml"/><Relationship Id="rId128" Type="http://schemas.openxmlformats.org/officeDocument/2006/relationships/customXml" Target="../ink/ink302.xml"/><Relationship Id="rId149" Type="http://schemas.openxmlformats.org/officeDocument/2006/relationships/image" Target="../media/image312.png"/><Relationship Id="rId5" Type="http://schemas.openxmlformats.org/officeDocument/2006/relationships/image" Target="../media/image240.png"/><Relationship Id="rId95" Type="http://schemas.openxmlformats.org/officeDocument/2006/relationships/image" Target="../media/image285.png"/><Relationship Id="rId160" Type="http://schemas.openxmlformats.org/officeDocument/2006/relationships/customXml" Target="../ink/ink318.xml"/><Relationship Id="rId181" Type="http://schemas.openxmlformats.org/officeDocument/2006/relationships/image" Target="../media/image328.png"/><Relationship Id="rId22" Type="http://schemas.openxmlformats.org/officeDocument/2006/relationships/customXml" Target="../ink/ink249.xml"/><Relationship Id="rId43" Type="http://schemas.openxmlformats.org/officeDocument/2006/relationships/image" Target="../media/image259.png"/><Relationship Id="rId64" Type="http://schemas.openxmlformats.org/officeDocument/2006/relationships/customXml" Target="../ink/ink270.xml"/><Relationship Id="rId118" Type="http://schemas.openxmlformats.org/officeDocument/2006/relationships/customXml" Target="../ink/ink297.xml"/><Relationship Id="rId139" Type="http://schemas.openxmlformats.org/officeDocument/2006/relationships/image" Target="../media/image307.png"/><Relationship Id="rId85" Type="http://schemas.openxmlformats.org/officeDocument/2006/relationships/image" Target="../media/image280.png"/><Relationship Id="rId150" Type="http://schemas.openxmlformats.org/officeDocument/2006/relationships/customXml" Target="../ink/ink313.xml"/><Relationship Id="rId171" Type="http://schemas.openxmlformats.org/officeDocument/2006/relationships/image" Target="../media/image323.png"/><Relationship Id="rId192" Type="http://schemas.openxmlformats.org/officeDocument/2006/relationships/customXml" Target="../ink/ink334.xml"/><Relationship Id="rId12" Type="http://schemas.openxmlformats.org/officeDocument/2006/relationships/customXml" Target="../ink/ink244.xml"/><Relationship Id="rId33" Type="http://schemas.openxmlformats.org/officeDocument/2006/relationships/image" Target="../media/image254.png"/><Relationship Id="rId108" Type="http://schemas.openxmlformats.org/officeDocument/2006/relationships/customXml" Target="../ink/ink292.xml"/><Relationship Id="rId129" Type="http://schemas.openxmlformats.org/officeDocument/2006/relationships/image" Target="../media/image302.png"/><Relationship Id="rId54" Type="http://schemas.openxmlformats.org/officeDocument/2006/relationships/customXml" Target="../ink/ink265.xml"/><Relationship Id="rId75" Type="http://schemas.openxmlformats.org/officeDocument/2006/relationships/image" Target="../media/image275.png"/><Relationship Id="rId96" Type="http://schemas.openxmlformats.org/officeDocument/2006/relationships/customXml" Target="../ink/ink286.xml"/><Relationship Id="rId140" Type="http://schemas.openxmlformats.org/officeDocument/2006/relationships/customXml" Target="../ink/ink308.xml"/><Relationship Id="rId161" Type="http://schemas.openxmlformats.org/officeDocument/2006/relationships/image" Target="../media/image318.png"/><Relationship Id="rId182" Type="http://schemas.openxmlformats.org/officeDocument/2006/relationships/customXml" Target="../ink/ink329.xml"/><Relationship Id="rId6" Type="http://schemas.openxmlformats.org/officeDocument/2006/relationships/customXml" Target="../ink/ink241.xml"/><Relationship Id="rId23" Type="http://schemas.openxmlformats.org/officeDocument/2006/relationships/image" Target="../media/image249.png"/><Relationship Id="rId119" Type="http://schemas.openxmlformats.org/officeDocument/2006/relationships/image" Target="../media/image297.png"/><Relationship Id="rId44" Type="http://schemas.openxmlformats.org/officeDocument/2006/relationships/customXml" Target="../ink/ink260.xml"/><Relationship Id="rId65" Type="http://schemas.openxmlformats.org/officeDocument/2006/relationships/image" Target="../media/image270.png"/><Relationship Id="rId86" Type="http://schemas.openxmlformats.org/officeDocument/2006/relationships/customXml" Target="../ink/ink281.xml"/><Relationship Id="rId130" Type="http://schemas.openxmlformats.org/officeDocument/2006/relationships/customXml" Target="../ink/ink303.xml"/><Relationship Id="rId151" Type="http://schemas.openxmlformats.org/officeDocument/2006/relationships/image" Target="../media/image313.png"/><Relationship Id="rId172" Type="http://schemas.openxmlformats.org/officeDocument/2006/relationships/customXml" Target="../ink/ink324.xml"/><Relationship Id="rId193" Type="http://schemas.openxmlformats.org/officeDocument/2006/relationships/image" Target="../media/image334.png"/><Relationship Id="rId13" Type="http://schemas.openxmlformats.org/officeDocument/2006/relationships/image" Target="../media/image244.png"/><Relationship Id="rId109" Type="http://schemas.openxmlformats.org/officeDocument/2006/relationships/image" Target="../media/image292.png"/><Relationship Id="rId34" Type="http://schemas.openxmlformats.org/officeDocument/2006/relationships/customXml" Target="../ink/ink255.xml"/><Relationship Id="rId55" Type="http://schemas.openxmlformats.org/officeDocument/2006/relationships/image" Target="../media/image265.png"/><Relationship Id="rId76" Type="http://schemas.openxmlformats.org/officeDocument/2006/relationships/customXml" Target="../ink/ink276.xml"/><Relationship Id="rId97" Type="http://schemas.openxmlformats.org/officeDocument/2006/relationships/image" Target="../media/image286.png"/><Relationship Id="rId120" Type="http://schemas.openxmlformats.org/officeDocument/2006/relationships/customXml" Target="../ink/ink298.xml"/><Relationship Id="rId141" Type="http://schemas.openxmlformats.org/officeDocument/2006/relationships/image" Target="../media/image308.png"/><Relationship Id="rId7" Type="http://schemas.openxmlformats.org/officeDocument/2006/relationships/image" Target="../media/image241.png"/><Relationship Id="rId162" Type="http://schemas.openxmlformats.org/officeDocument/2006/relationships/customXml" Target="../ink/ink319.xml"/><Relationship Id="rId183" Type="http://schemas.openxmlformats.org/officeDocument/2006/relationships/image" Target="../media/image329.png"/><Relationship Id="rId2" Type="http://schemas.openxmlformats.org/officeDocument/2006/relationships/customXml" Target="../ink/ink239.xml"/><Relationship Id="rId29" Type="http://schemas.openxmlformats.org/officeDocument/2006/relationships/image" Target="../media/image252.png"/><Relationship Id="rId24" Type="http://schemas.openxmlformats.org/officeDocument/2006/relationships/customXml" Target="../ink/ink250.xml"/><Relationship Id="rId40" Type="http://schemas.openxmlformats.org/officeDocument/2006/relationships/customXml" Target="../ink/ink258.xml"/><Relationship Id="rId45" Type="http://schemas.openxmlformats.org/officeDocument/2006/relationships/image" Target="../media/image260.png"/><Relationship Id="rId66" Type="http://schemas.openxmlformats.org/officeDocument/2006/relationships/customXml" Target="../ink/ink271.xml"/><Relationship Id="rId87" Type="http://schemas.openxmlformats.org/officeDocument/2006/relationships/image" Target="../media/image281.png"/><Relationship Id="rId110" Type="http://schemas.openxmlformats.org/officeDocument/2006/relationships/customXml" Target="../ink/ink293.xml"/><Relationship Id="rId115" Type="http://schemas.openxmlformats.org/officeDocument/2006/relationships/image" Target="../media/image295.png"/><Relationship Id="rId131" Type="http://schemas.openxmlformats.org/officeDocument/2006/relationships/image" Target="../media/image303.png"/><Relationship Id="rId136" Type="http://schemas.openxmlformats.org/officeDocument/2006/relationships/customXml" Target="../ink/ink306.xml"/><Relationship Id="rId157" Type="http://schemas.openxmlformats.org/officeDocument/2006/relationships/image" Target="../media/image316.png"/><Relationship Id="rId178" Type="http://schemas.openxmlformats.org/officeDocument/2006/relationships/customXml" Target="../ink/ink327.xml"/><Relationship Id="rId61" Type="http://schemas.openxmlformats.org/officeDocument/2006/relationships/image" Target="../media/image268.png"/><Relationship Id="rId82" Type="http://schemas.openxmlformats.org/officeDocument/2006/relationships/customXml" Target="../ink/ink279.xml"/><Relationship Id="rId152" Type="http://schemas.openxmlformats.org/officeDocument/2006/relationships/customXml" Target="../ink/ink314.xml"/><Relationship Id="rId173" Type="http://schemas.openxmlformats.org/officeDocument/2006/relationships/image" Target="../media/image324.png"/><Relationship Id="rId194" Type="http://schemas.openxmlformats.org/officeDocument/2006/relationships/customXml" Target="../ink/ink335.xml"/><Relationship Id="rId199" Type="http://schemas.openxmlformats.org/officeDocument/2006/relationships/image" Target="../media/image337.png"/><Relationship Id="rId19" Type="http://schemas.openxmlformats.org/officeDocument/2006/relationships/image" Target="../media/image247.png"/><Relationship Id="rId14" Type="http://schemas.openxmlformats.org/officeDocument/2006/relationships/customXml" Target="../ink/ink245.xml"/><Relationship Id="rId30" Type="http://schemas.openxmlformats.org/officeDocument/2006/relationships/customXml" Target="../ink/ink253.xml"/><Relationship Id="rId35" Type="http://schemas.openxmlformats.org/officeDocument/2006/relationships/image" Target="../media/image255.png"/><Relationship Id="rId56" Type="http://schemas.openxmlformats.org/officeDocument/2006/relationships/customXml" Target="../ink/ink266.xml"/><Relationship Id="rId77" Type="http://schemas.openxmlformats.org/officeDocument/2006/relationships/image" Target="../media/image276.png"/><Relationship Id="rId100" Type="http://schemas.openxmlformats.org/officeDocument/2006/relationships/customXml" Target="../ink/ink288.xml"/><Relationship Id="rId105" Type="http://schemas.openxmlformats.org/officeDocument/2006/relationships/image" Target="../media/image290.png"/><Relationship Id="rId126" Type="http://schemas.openxmlformats.org/officeDocument/2006/relationships/customXml" Target="../ink/ink301.xml"/><Relationship Id="rId147" Type="http://schemas.openxmlformats.org/officeDocument/2006/relationships/image" Target="../media/image311.png"/><Relationship Id="rId168" Type="http://schemas.openxmlformats.org/officeDocument/2006/relationships/customXml" Target="../ink/ink322.xml"/><Relationship Id="rId8" Type="http://schemas.openxmlformats.org/officeDocument/2006/relationships/customXml" Target="../ink/ink242.xml"/><Relationship Id="rId51" Type="http://schemas.openxmlformats.org/officeDocument/2006/relationships/image" Target="../media/image263.png"/><Relationship Id="rId72" Type="http://schemas.openxmlformats.org/officeDocument/2006/relationships/customXml" Target="../ink/ink274.xml"/><Relationship Id="rId93" Type="http://schemas.openxmlformats.org/officeDocument/2006/relationships/image" Target="../media/image284.png"/><Relationship Id="rId98" Type="http://schemas.openxmlformats.org/officeDocument/2006/relationships/customXml" Target="../ink/ink287.xml"/><Relationship Id="rId121" Type="http://schemas.openxmlformats.org/officeDocument/2006/relationships/image" Target="../media/image298.png"/><Relationship Id="rId142" Type="http://schemas.openxmlformats.org/officeDocument/2006/relationships/customXml" Target="../ink/ink309.xml"/><Relationship Id="rId163" Type="http://schemas.openxmlformats.org/officeDocument/2006/relationships/image" Target="../media/image319.png"/><Relationship Id="rId184" Type="http://schemas.openxmlformats.org/officeDocument/2006/relationships/customXml" Target="../ink/ink330.xml"/><Relationship Id="rId189" Type="http://schemas.openxmlformats.org/officeDocument/2006/relationships/image" Target="../media/image332.png"/><Relationship Id="rId3" Type="http://schemas.openxmlformats.org/officeDocument/2006/relationships/image" Target="../media/image239.png"/><Relationship Id="rId25" Type="http://schemas.openxmlformats.org/officeDocument/2006/relationships/image" Target="../media/image250.png"/><Relationship Id="rId46" Type="http://schemas.openxmlformats.org/officeDocument/2006/relationships/customXml" Target="../ink/ink261.xml"/><Relationship Id="rId67" Type="http://schemas.openxmlformats.org/officeDocument/2006/relationships/image" Target="../media/image271.png"/><Relationship Id="rId116" Type="http://schemas.openxmlformats.org/officeDocument/2006/relationships/customXml" Target="../ink/ink296.xml"/><Relationship Id="rId137" Type="http://schemas.openxmlformats.org/officeDocument/2006/relationships/image" Target="../media/image306.png"/><Relationship Id="rId158" Type="http://schemas.openxmlformats.org/officeDocument/2006/relationships/customXml" Target="../ink/ink317.xml"/><Relationship Id="rId20" Type="http://schemas.openxmlformats.org/officeDocument/2006/relationships/customXml" Target="../ink/ink248.xml"/><Relationship Id="rId41" Type="http://schemas.openxmlformats.org/officeDocument/2006/relationships/image" Target="../media/image258.png"/><Relationship Id="rId62" Type="http://schemas.openxmlformats.org/officeDocument/2006/relationships/customXml" Target="../ink/ink269.xml"/><Relationship Id="rId83" Type="http://schemas.openxmlformats.org/officeDocument/2006/relationships/image" Target="../media/image279.png"/><Relationship Id="rId88" Type="http://schemas.openxmlformats.org/officeDocument/2006/relationships/customXml" Target="../ink/ink282.xml"/><Relationship Id="rId111" Type="http://schemas.openxmlformats.org/officeDocument/2006/relationships/image" Target="../media/image293.png"/><Relationship Id="rId132" Type="http://schemas.openxmlformats.org/officeDocument/2006/relationships/customXml" Target="../ink/ink304.xml"/><Relationship Id="rId153" Type="http://schemas.openxmlformats.org/officeDocument/2006/relationships/image" Target="../media/image314.png"/><Relationship Id="rId174" Type="http://schemas.openxmlformats.org/officeDocument/2006/relationships/customXml" Target="../ink/ink325.xml"/><Relationship Id="rId179" Type="http://schemas.openxmlformats.org/officeDocument/2006/relationships/image" Target="../media/image327.png"/><Relationship Id="rId195" Type="http://schemas.openxmlformats.org/officeDocument/2006/relationships/image" Target="../media/image335.png"/><Relationship Id="rId190" Type="http://schemas.openxmlformats.org/officeDocument/2006/relationships/customXml" Target="../ink/ink333.xml"/><Relationship Id="rId15" Type="http://schemas.openxmlformats.org/officeDocument/2006/relationships/image" Target="../media/image245.png"/><Relationship Id="rId36" Type="http://schemas.openxmlformats.org/officeDocument/2006/relationships/customXml" Target="../ink/ink256.xml"/><Relationship Id="rId57" Type="http://schemas.openxmlformats.org/officeDocument/2006/relationships/image" Target="../media/image266.png"/><Relationship Id="rId106" Type="http://schemas.openxmlformats.org/officeDocument/2006/relationships/customXml" Target="../ink/ink291.xml"/><Relationship Id="rId127" Type="http://schemas.openxmlformats.org/officeDocument/2006/relationships/image" Target="../media/image301.png"/><Relationship Id="rId10" Type="http://schemas.openxmlformats.org/officeDocument/2006/relationships/customXml" Target="../ink/ink243.xml"/><Relationship Id="rId31" Type="http://schemas.openxmlformats.org/officeDocument/2006/relationships/image" Target="../media/image253.png"/><Relationship Id="rId52" Type="http://schemas.openxmlformats.org/officeDocument/2006/relationships/customXml" Target="../ink/ink264.xml"/><Relationship Id="rId73" Type="http://schemas.openxmlformats.org/officeDocument/2006/relationships/image" Target="../media/image274.png"/><Relationship Id="rId78" Type="http://schemas.openxmlformats.org/officeDocument/2006/relationships/customXml" Target="../ink/ink277.xml"/><Relationship Id="rId94" Type="http://schemas.openxmlformats.org/officeDocument/2006/relationships/customXml" Target="../ink/ink285.xml"/><Relationship Id="rId99" Type="http://schemas.openxmlformats.org/officeDocument/2006/relationships/image" Target="../media/image287.png"/><Relationship Id="rId101" Type="http://schemas.openxmlformats.org/officeDocument/2006/relationships/image" Target="../media/image288.png"/><Relationship Id="rId122" Type="http://schemas.openxmlformats.org/officeDocument/2006/relationships/customXml" Target="../ink/ink299.xml"/><Relationship Id="rId143" Type="http://schemas.openxmlformats.org/officeDocument/2006/relationships/image" Target="../media/image309.png"/><Relationship Id="rId148" Type="http://schemas.openxmlformats.org/officeDocument/2006/relationships/customXml" Target="../ink/ink312.xml"/><Relationship Id="rId164" Type="http://schemas.openxmlformats.org/officeDocument/2006/relationships/customXml" Target="../ink/ink320.xml"/><Relationship Id="rId169" Type="http://schemas.openxmlformats.org/officeDocument/2006/relationships/image" Target="../media/image322.png"/><Relationship Id="rId185" Type="http://schemas.openxmlformats.org/officeDocument/2006/relationships/image" Target="../media/image330.png"/><Relationship Id="rId4" Type="http://schemas.openxmlformats.org/officeDocument/2006/relationships/customXml" Target="../ink/ink240.xml"/><Relationship Id="rId9" Type="http://schemas.openxmlformats.org/officeDocument/2006/relationships/image" Target="../media/image242.png"/><Relationship Id="rId180" Type="http://schemas.openxmlformats.org/officeDocument/2006/relationships/customXml" Target="../ink/ink328.xml"/><Relationship Id="rId26" Type="http://schemas.openxmlformats.org/officeDocument/2006/relationships/customXml" Target="../ink/ink251.xml"/><Relationship Id="rId47" Type="http://schemas.openxmlformats.org/officeDocument/2006/relationships/image" Target="../media/image261.png"/><Relationship Id="rId68" Type="http://schemas.openxmlformats.org/officeDocument/2006/relationships/customXml" Target="../ink/ink272.xml"/><Relationship Id="rId89" Type="http://schemas.openxmlformats.org/officeDocument/2006/relationships/image" Target="../media/image282.png"/><Relationship Id="rId112" Type="http://schemas.openxmlformats.org/officeDocument/2006/relationships/customXml" Target="../ink/ink294.xml"/><Relationship Id="rId133" Type="http://schemas.openxmlformats.org/officeDocument/2006/relationships/image" Target="../media/image304.png"/><Relationship Id="rId154" Type="http://schemas.openxmlformats.org/officeDocument/2006/relationships/customXml" Target="../ink/ink315.xml"/><Relationship Id="rId175" Type="http://schemas.openxmlformats.org/officeDocument/2006/relationships/image" Target="../media/image325.png"/><Relationship Id="rId196" Type="http://schemas.openxmlformats.org/officeDocument/2006/relationships/customXml" Target="../ink/ink336.xml"/><Relationship Id="rId200" Type="http://schemas.openxmlformats.org/officeDocument/2006/relationships/customXml" Target="../ink/ink338.xml"/><Relationship Id="rId16" Type="http://schemas.openxmlformats.org/officeDocument/2006/relationships/customXml" Target="../ink/ink246.xml"/><Relationship Id="rId37" Type="http://schemas.openxmlformats.org/officeDocument/2006/relationships/image" Target="../media/image256.png"/><Relationship Id="rId58" Type="http://schemas.openxmlformats.org/officeDocument/2006/relationships/customXml" Target="../ink/ink267.xml"/><Relationship Id="rId79" Type="http://schemas.openxmlformats.org/officeDocument/2006/relationships/image" Target="../media/image277.png"/><Relationship Id="rId102" Type="http://schemas.openxmlformats.org/officeDocument/2006/relationships/customXml" Target="../ink/ink289.xml"/><Relationship Id="rId123" Type="http://schemas.openxmlformats.org/officeDocument/2006/relationships/image" Target="../media/image299.png"/><Relationship Id="rId144" Type="http://schemas.openxmlformats.org/officeDocument/2006/relationships/customXml" Target="../ink/ink310.xml"/><Relationship Id="rId90" Type="http://schemas.openxmlformats.org/officeDocument/2006/relationships/customXml" Target="../ink/ink283.xml"/><Relationship Id="rId165" Type="http://schemas.openxmlformats.org/officeDocument/2006/relationships/image" Target="../media/image320.png"/><Relationship Id="rId186" Type="http://schemas.openxmlformats.org/officeDocument/2006/relationships/customXml" Target="../ink/ink331.xml"/><Relationship Id="rId27" Type="http://schemas.openxmlformats.org/officeDocument/2006/relationships/image" Target="../media/image251.png"/><Relationship Id="rId48" Type="http://schemas.openxmlformats.org/officeDocument/2006/relationships/customXml" Target="../ink/ink262.xml"/><Relationship Id="rId69" Type="http://schemas.openxmlformats.org/officeDocument/2006/relationships/image" Target="../media/image272.png"/><Relationship Id="rId113" Type="http://schemas.openxmlformats.org/officeDocument/2006/relationships/image" Target="../media/image294.png"/><Relationship Id="rId134" Type="http://schemas.openxmlformats.org/officeDocument/2006/relationships/customXml" Target="../ink/ink305.xml"/><Relationship Id="rId80" Type="http://schemas.openxmlformats.org/officeDocument/2006/relationships/customXml" Target="../ink/ink278.xml"/><Relationship Id="rId155" Type="http://schemas.openxmlformats.org/officeDocument/2006/relationships/image" Target="../media/image315.png"/><Relationship Id="rId176" Type="http://schemas.openxmlformats.org/officeDocument/2006/relationships/customXml" Target="../ink/ink326.xml"/><Relationship Id="rId197" Type="http://schemas.openxmlformats.org/officeDocument/2006/relationships/image" Target="../media/image336.png"/><Relationship Id="rId201" Type="http://schemas.openxmlformats.org/officeDocument/2006/relationships/image" Target="../media/image338.png"/><Relationship Id="rId17" Type="http://schemas.openxmlformats.org/officeDocument/2006/relationships/image" Target="../media/image246.png"/><Relationship Id="rId38" Type="http://schemas.openxmlformats.org/officeDocument/2006/relationships/customXml" Target="../ink/ink257.xml"/><Relationship Id="rId59" Type="http://schemas.openxmlformats.org/officeDocument/2006/relationships/image" Target="../media/image267.png"/><Relationship Id="rId103" Type="http://schemas.openxmlformats.org/officeDocument/2006/relationships/image" Target="../media/image289.png"/><Relationship Id="rId124" Type="http://schemas.openxmlformats.org/officeDocument/2006/relationships/customXml" Target="../ink/ink300.xml"/><Relationship Id="rId70" Type="http://schemas.openxmlformats.org/officeDocument/2006/relationships/customXml" Target="../ink/ink273.xml"/><Relationship Id="rId91" Type="http://schemas.openxmlformats.org/officeDocument/2006/relationships/image" Target="../media/image283.png"/><Relationship Id="rId145" Type="http://schemas.openxmlformats.org/officeDocument/2006/relationships/image" Target="../media/image310.png"/><Relationship Id="rId166" Type="http://schemas.openxmlformats.org/officeDocument/2006/relationships/customXml" Target="../ink/ink321.xml"/><Relationship Id="rId187" Type="http://schemas.openxmlformats.org/officeDocument/2006/relationships/image" Target="../media/image331.png"/><Relationship Id="rId1" Type="http://schemas.openxmlformats.org/officeDocument/2006/relationships/slideLayout" Target="../slideLayouts/slideLayout7.xml"/><Relationship Id="rId28" Type="http://schemas.openxmlformats.org/officeDocument/2006/relationships/customXml" Target="../ink/ink252.xml"/><Relationship Id="rId49" Type="http://schemas.openxmlformats.org/officeDocument/2006/relationships/image" Target="../media/image262.png"/><Relationship Id="rId114" Type="http://schemas.openxmlformats.org/officeDocument/2006/relationships/customXml" Target="../ink/ink295.xml"/><Relationship Id="rId60" Type="http://schemas.openxmlformats.org/officeDocument/2006/relationships/customXml" Target="../ink/ink268.xml"/><Relationship Id="rId81" Type="http://schemas.openxmlformats.org/officeDocument/2006/relationships/image" Target="../media/image278.png"/><Relationship Id="rId135" Type="http://schemas.openxmlformats.org/officeDocument/2006/relationships/image" Target="../media/image305.png"/><Relationship Id="rId156" Type="http://schemas.openxmlformats.org/officeDocument/2006/relationships/customXml" Target="../ink/ink316.xml"/><Relationship Id="rId177" Type="http://schemas.openxmlformats.org/officeDocument/2006/relationships/image" Target="../media/image326.png"/><Relationship Id="rId198" Type="http://schemas.openxmlformats.org/officeDocument/2006/relationships/customXml" Target="../ink/ink337.xml"/><Relationship Id="rId18" Type="http://schemas.openxmlformats.org/officeDocument/2006/relationships/customXml" Target="../ink/ink247.xml"/><Relationship Id="rId39" Type="http://schemas.openxmlformats.org/officeDocument/2006/relationships/image" Target="../media/image257.png"/><Relationship Id="rId50" Type="http://schemas.openxmlformats.org/officeDocument/2006/relationships/customXml" Target="../ink/ink263.xml"/><Relationship Id="rId104" Type="http://schemas.openxmlformats.org/officeDocument/2006/relationships/customXml" Target="../ink/ink290.xml"/><Relationship Id="rId125" Type="http://schemas.openxmlformats.org/officeDocument/2006/relationships/image" Target="../media/image300.png"/><Relationship Id="rId146" Type="http://schemas.openxmlformats.org/officeDocument/2006/relationships/customXml" Target="../ink/ink311.xml"/><Relationship Id="rId167" Type="http://schemas.openxmlformats.org/officeDocument/2006/relationships/image" Target="../media/image321.png"/><Relationship Id="rId188" Type="http://schemas.openxmlformats.org/officeDocument/2006/relationships/customXml" Target="../ink/ink332.xml"/><Relationship Id="rId71" Type="http://schemas.openxmlformats.org/officeDocument/2006/relationships/image" Target="../media/image273.png"/><Relationship Id="rId92" Type="http://schemas.openxmlformats.org/officeDocument/2006/relationships/customXml" Target="../ink/ink284.xml"/></Relationships>
</file>

<file path=ppt/slides/_rels/slide4.xml.rels><?xml version="1.0" encoding="UTF-8" standalone="yes"?>
<Relationships xmlns="http://schemas.openxmlformats.org/package/2006/relationships"><Relationship Id="rId117" Type="http://schemas.openxmlformats.org/officeDocument/2006/relationships/image" Target="../media/image396.png"/><Relationship Id="rId21" Type="http://schemas.openxmlformats.org/officeDocument/2006/relationships/image" Target="../media/image348.png"/><Relationship Id="rId42" Type="http://schemas.openxmlformats.org/officeDocument/2006/relationships/customXml" Target="../ink/ink359.xml"/><Relationship Id="rId63" Type="http://schemas.openxmlformats.org/officeDocument/2006/relationships/image" Target="../media/image369.png"/><Relationship Id="rId84" Type="http://schemas.openxmlformats.org/officeDocument/2006/relationships/customXml" Target="../ink/ink380.xml"/><Relationship Id="rId138" Type="http://schemas.openxmlformats.org/officeDocument/2006/relationships/customXml" Target="../ink/ink407.xml"/><Relationship Id="rId159" Type="http://schemas.openxmlformats.org/officeDocument/2006/relationships/image" Target="../media/image417.png"/><Relationship Id="rId170" Type="http://schemas.openxmlformats.org/officeDocument/2006/relationships/customXml" Target="../ink/ink423.xml"/><Relationship Id="rId191" Type="http://schemas.openxmlformats.org/officeDocument/2006/relationships/image" Target="../media/image433.png"/><Relationship Id="rId205" Type="http://schemas.openxmlformats.org/officeDocument/2006/relationships/image" Target="../media/image440.png"/><Relationship Id="rId107" Type="http://schemas.openxmlformats.org/officeDocument/2006/relationships/image" Target="../media/image391.png"/><Relationship Id="rId11" Type="http://schemas.openxmlformats.org/officeDocument/2006/relationships/image" Target="../media/image343.png"/><Relationship Id="rId32" Type="http://schemas.openxmlformats.org/officeDocument/2006/relationships/customXml" Target="../ink/ink354.xml"/><Relationship Id="rId53" Type="http://schemas.openxmlformats.org/officeDocument/2006/relationships/image" Target="../media/image364.png"/><Relationship Id="rId74" Type="http://schemas.openxmlformats.org/officeDocument/2006/relationships/customXml" Target="../ink/ink375.xml"/><Relationship Id="rId128" Type="http://schemas.openxmlformats.org/officeDocument/2006/relationships/customXml" Target="../ink/ink402.xml"/><Relationship Id="rId149" Type="http://schemas.openxmlformats.org/officeDocument/2006/relationships/image" Target="../media/image412.png"/><Relationship Id="rId5" Type="http://schemas.openxmlformats.org/officeDocument/2006/relationships/image" Target="../media/image340.png"/><Relationship Id="rId95" Type="http://schemas.openxmlformats.org/officeDocument/2006/relationships/image" Target="../media/image385.png"/><Relationship Id="rId160" Type="http://schemas.openxmlformats.org/officeDocument/2006/relationships/customXml" Target="../ink/ink418.xml"/><Relationship Id="rId181" Type="http://schemas.openxmlformats.org/officeDocument/2006/relationships/image" Target="../media/image428.png"/><Relationship Id="rId22" Type="http://schemas.openxmlformats.org/officeDocument/2006/relationships/customXml" Target="../ink/ink349.xml"/><Relationship Id="rId43" Type="http://schemas.openxmlformats.org/officeDocument/2006/relationships/image" Target="../media/image359.png"/><Relationship Id="rId64" Type="http://schemas.openxmlformats.org/officeDocument/2006/relationships/customXml" Target="../ink/ink370.xml"/><Relationship Id="rId118" Type="http://schemas.openxmlformats.org/officeDocument/2006/relationships/customXml" Target="../ink/ink397.xml"/><Relationship Id="rId139" Type="http://schemas.openxmlformats.org/officeDocument/2006/relationships/image" Target="../media/image407.png"/><Relationship Id="rId85" Type="http://schemas.openxmlformats.org/officeDocument/2006/relationships/image" Target="../media/image380.png"/><Relationship Id="rId150" Type="http://schemas.openxmlformats.org/officeDocument/2006/relationships/customXml" Target="../ink/ink413.xml"/><Relationship Id="rId171" Type="http://schemas.openxmlformats.org/officeDocument/2006/relationships/image" Target="../media/image423.png"/><Relationship Id="rId192" Type="http://schemas.openxmlformats.org/officeDocument/2006/relationships/customXml" Target="../ink/ink434.xml"/><Relationship Id="rId206" Type="http://schemas.openxmlformats.org/officeDocument/2006/relationships/customXml" Target="../ink/ink441.xml"/><Relationship Id="rId12" Type="http://schemas.openxmlformats.org/officeDocument/2006/relationships/customXml" Target="../ink/ink344.xml"/><Relationship Id="rId33" Type="http://schemas.openxmlformats.org/officeDocument/2006/relationships/image" Target="../media/image354.png"/><Relationship Id="rId108" Type="http://schemas.openxmlformats.org/officeDocument/2006/relationships/customXml" Target="../ink/ink392.xml"/><Relationship Id="rId129" Type="http://schemas.openxmlformats.org/officeDocument/2006/relationships/image" Target="../media/image402.png"/><Relationship Id="rId54" Type="http://schemas.openxmlformats.org/officeDocument/2006/relationships/customXml" Target="../ink/ink365.xml"/><Relationship Id="rId75" Type="http://schemas.openxmlformats.org/officeDocument/2006/relationships/image" Target="../media/image375.png"/><Relationship Id="rId96" Type="http://schemas.openxmlformats.org/officeDocument/2006/relationships/customXml" Target="../ink/ink386.xml"/><Relationship Id="rId140" Type="http://schemas.openxmlformats.org/officeDocument/2006/relationships/customXml" Target="../ink/ink408.xml"/><Relationship Id="rId161" Type="http://schemas.openxmlformats.org/officeDocument/2006/relationships/image" Target="../media/image418.png"/><Relationship Id="rId182" Type="http://schemas.openxmlformats.org/officeDocument/2006/relationships/customXml" Target="../ink/ink429.xml"/><Relationship Id="rId6" Type="http://schemas.openxmlformats.org/officeDocument/2006/relationships/customXml" Target="../ink/ink341.xml"/><Relationship Id="rId23" Type="http://schemas.openxmlformats.org/officeDocument/2006/relationships/image" Target="../media/image349.png"/><Relationship Id="rId119" Type="http://schemas.openxmlformats.org/officeDocument/2006/relationships/image" Target="../media/image397.png"/><Relationship Id="rId44" Type="http://schemas.openxmlformats.org/officeDocument/2006/relationships/customXml" Target="../ink/ink360.xml"/><Relationship Id="rId65" Type="http://schemas.openxmlformats.org/officeDocument/2006/relationships/image" Target="../media/image370.png"/><Relationship Id="rId86" Type="http://schemas.openxmlformats.org/officeDocument/2006/relationships/customXml" Target="../ink/ink381.xml"/><Relationship Id="rId130" Type="http://schemas.openxmlformats.org/officeDocument/2006/relationships/customXml" Target="../ink/ink403.xml"/><Relationship Id="rId151" Type="http://schemas.openxmlformats.org/officeDocument/2006/relationships/image" Target="../media/image413.png"/><Relationship Id="rId172" Type="http://schemas.openxmlformats.org/officeDocument/2006/relationships/customXml" Target="../ink/ink424.xml"/><Relationship Id="rId193" Type="http://schemas.openxmlformats.org/officeDocument/2006/relationships/image" Target="../media/image434.png"/><Relationship Id="rId207" Type="http://schemas.openxmlformats.org/officeDocument/2006/relationships/image" Target="../media/image441.png"/><Relationship Id="rId13" Type="http://schemas.openxmlformats.org/officeDocument/2006/relationships/image" Target="../media/image344.png"/><Relationship Id="rId109" Type="http://schemas.openxmlformats.org/officeDocument/2006/relationships/image" Target="../media/image392.png"/><Relationship Id="rId34" Type="http://schemas.openxmlformats.org/officeDocument/2006/relationships/customXml" Target="../ink/ink355.xml"/><Relationship Id="rId55" Type="http://schemas.openxmlformats.org/officeDocument/2006/relationships/image" Target="../media/image365.png"/><Relationship Id="rId76" Type="http://schemas.openxmlformats.org/officeDocument/2006/relationships/customXml" Target="../ink/ink376.xml"/><Relationship Id="rId97" Type="http://schemas.openxmlformats.org/officeDocument/2006/relationships/image" Target="../media/image386.png"/><Relationship Id="rId120" Type="http://schemas.openxmlformats.org/officeDocument/2006/relationships/customXml" Target="../ink/ink398.xml"/><Relationship Id="rId141" Type="http://schemas.openxmlformats.org/officeDocument/2006/relationships/image" Target="../media/image408.png"/><Relationship Id="rId7" Type="http://schemas.openxmlformats.org/officeDocument/2006/relationships/image" Target="../media/image341.png"/><Relationship Id="rId162" Type="http://schemas.openxmlformats.org/officeDocument/2006/relationships/customXml" Target="../ink/ink419.xml"/><Relationship Id="rId183" Type="http://schemas.openxmlformats.org/officeDocument/2006/relationships/image" Target="../media/image429.png"/><Relationship Id="rId24" Type="http://schemas.openxmlformats.org/officeDocument/2006/relationships/customXml" Target="../ink/ink350.xml"/><Relationship Id="rId45" Type="http://schemas.openxmlformats.org/officeDocument/2006/relationships/image" Target="../media/image360.png"/><Relationship Id="rId66" Type="http://schemas.openxmlformats.org/officeDocument/2006/relationships/customXml" Target="../ink/ink371.xml"/><Relationship Id="rId87" Type="http://schemas.openxmlformats.org/officeDocument/2006/relationships/image" Target="../media/image381.png"/><Relationship Id="rId110" Type="http://schemas.openxmlformats.org/officeDocument/2006/relationships/customXml" Target="../ink/ink393.xml"/><Relationship Id="rId131" Type="http://schemas.openxmlformats.org/officeDocument/2006/relationships/image" Target="../media/image403.png"/><Relationship Id="rId61" Type="http://schemas.openxmlformats.org/officeDocument/2006/relationships/image" Target="../media/image368.png"/><Relationship Id="rId82" Type="http://schemas.openxmlformats.org/officeDocument/2006/relationships/customXml" Target="../ink/ink379.xml"/><Relationship Id="rId152" Type="http://schemas.openxmlformats.org/officeDocument/2006/relationships/customXml" Target="../ink/ink414.xml"/><Relationship Id="rId173" Type="http://schemas.openxmlformats.org/officeDocument/2006/relationships/image" Target="../media/image424.png"/><Relationship Id="rId194" Type="http://schemas.openxmlformats.org/officeDocument/2006/relationships/customXml" Target="../ink/ink435.xml"/><Relationship Id="rId199" Type="http://schemas.openxmlformats.org/officeDocument/2006/relationships/image" Target="../media/image437.png"/><Relationship Id="rId203" Type="http://schemas.openxmlformats.org/officeDocument/2006/relationships/image" Target="../media/image439.png"/><Relationship Id="rId208" Type="http://schemas.openxmlformats.org/officeDocument/2006/relationships/customXml" Target="../ink/ink442.xml"/><Relationship Id="rId19" Type="http://schemas.openxmlformats.org/officeDocument/2006/relationships/image" Target="../media/image347.png"/><Relationship Id="rId14" Type="http://schemas.openxmlformats.org/officeDocument/2006/relationships/customXml" Target="../ink/ink345.xml"/><Relationship Id="rId30" Type="http://schemas.openxmlformats.org/officeDocument/2006/relationships/customXml" Target="../ink/ink353.xml"/><Relationship Id="rId35" Type="http://schemas.openxmlformats.org/officeDocument/2006/relationships/image" Target="../media/image355.png"/><Relationship Id="rId56" Type="http://schemas.openxmlformats.org/officeDocument/2006/relationships/customXml" Target="../ink/ink366.xml"/><Relationship Id="rId77" Type="http://schemas.openxmlformats.org/officeDocument/2006/relationships/image" Target="../media/image376.png"/><Relationship Id="rId100" Type="http://schemas.openxmlformats.org/officeDocument/2006/relationships/customXml" Target="../ink/ink388.xml"/><Relationship Id="rId105" Type="http://schemas.openxmlformats.org/officeDocument/2006/relationships/image" Target="../media/image390.png"/><Relationship Id="rId126" Type="http://schemas.openxmlformats.org/officeDocument/2006/relationships/customXml" Target="../ink/ink401.xml"/><Relationship Id="rId147" Type="http://schemas.openxmlformats.org/officeDocument/2006/relationships/image" Target="../media/image411.png"/><Relationship Id="rId168" Type="http://schemas.openxmlformats.org/officeDocument/2006/relationships/customXml" Target="../ink/ink422.xml"/><Relationship Id="rId8" Type="http://schemas.openxmlformats.org/officeDocument/2006/relationships/customXml" Target="../ink/ink342.xml"/><Relationship Id="rId51" Type="http://schemas.openxmlformats.org/officeDocument/2006/relationships/image" Target="../media/image363.png"/><Relationship Id="rId72" Type="http://schemas.openxmlformats.org/officeDocument/2006/relationships/customXml" Target="../ink/ink374.xml"/><Relationship Id="rId93" Type="http://schemas.openxmlformats.org/officeDocument/2006/relationships/image" Target="../media/image384.png"/><Relationship Id="rId98" Type="http://schemas.openxmlformats.org/officeDocument/2006/relationships/customXml" Target="../ink/ink387.xml"/><Relationship Id="rId121" Type="http://schemas.openxmlformats.org/officeDocument/2006/relationships/image" Target="../media/image398.png"/><Relationship Id="rId142" Type="http://schemas.openxmlformats.org/officeDocument/2006/relationships/customXml" Target="../ink/ink409.xml"/><Relationship Id="rId163" Type="http://schemas.openxmlformats.org/officeDocument/2006/relationships/image" Target="../media/image419.png"/><Relationship Id="rId184" Type="http://schemas.openxmlformats.org/officeDocument/2006/relationships/customXml" Target="../ink/ink430.xml"/><Relationship Id="rId189" Type="http://schemas.openxmlformats.org/officeDocument/2006/relationships/image" Target="../media/image432.png"/><Relationship Id="rId3" Type="http://schemas.openxmlformats.org/officeDocument/2006/relationships/image" Target="../media/image339.png"/><Relationship Id="rId25" Type="http://schemas.openxmlformats.org/officeDocument/2006/relationships/image" Target="../media/image350.png"/><Relationship Id="rId46" Type="http://schemas.openxmlformats.org/officeDocument/2006/relationships/customXml" Target="../ink/ink361.xml"/><Relationship Id="rId67" Type="http://schemas.openxmlformats.org/officeDocument/2006/relationships/image" Target="../media/image371.png"/><Relationship Id="rId116" Type="http://schemas.openxmlformats.org/officeDocument/2006/relationships/customXml" Target="../ink/ink396.xml"/><Relationship Id="rId137" Type="http://schemas.openxmlformats.org/officeDocument/2006/relationships/image" Target="../media/image406.png"/><Relationship Id="rId158" Type="http://schemas.openxmlformats.org/officeDocument/2006/relationships/customXml" Target="../ink/ink417.xml"/><Relationship Id="rId20" Type="http://schemas.openxmlformats.org/officeDocument/2006/relationships/customXml" Target="../ink/ink348.xml"/><Relationship Id="rId41" Type="http://schemas.openxmlformats.org/officeDocument/2006/relationships/image" Target="../media/image358.png"/><Relationship Id="rId62" Type="http://schemas.openxmlformats.org/officeDocument/2006/relationships/customXml" Target="../ink/ink369.xml"/><Relationship Id="rId83" Type="http://schemas.openxmlformats.org/officeDocument/2006/relationships/image" Target="../media/image379.png"/><Relationship Id="rId88" Type="http://schemas.openxmlformats.org/officeDocument/2006/relationships/customXml" Target="../ink/ink382.xml"/><Relationship Id="rId111" Type="http://schemas.openxmlformats.org/officeDocument/2006/relationships/image" Target="../media/image393.png"/><Relationship Id="rId132" Type="http://schemas.openxmlformats.org/officeDocument/2006/relationships/customXml" Target="../ink/ink404.xml"/><Relationship Id="rId153" Type="http://schemas.openxmlformats.org/officeDocument/2006/relationships/image" Target="../media/image414.png"/><Relationship Id="rId174" Type="http://schemas.openxmlformats.org/officeDocument/2006/relationships/customXml" Target="../ink/ink425.xml"/><Relationship Id="rId179" Type="http://schemas.openxmlformats.org/officeDocument/2006/relationships/image" Target="../media/image427.png"/><Relationship Id="rId195" Type="http://schemas.openxmlformats.org/officeDocument/2006/relationships/image" Target="../media/image435.png"/><Relationship Id="rId209" Type="http://schemas.openxmlformats.org/officeDocument/2006/relationships/image" Target="../media/image442.png"/><Relationship Id="rId190" Type="http://schemas.openxmlformats.org/officeDocument/2006/relationships/customXml" Target="../ink/ink433.xml"/><Relationship Id="rId204" Type="http://schemas.openxmlformats.org/officeDocument/2006/relationships/customXml" Target="../ink/ink440.xml"/><Relationship Id="rId15" Type="http://schemas.openxmlformats.org/officeDocument/2006/relationships/image" Target="../media/image345.png"/><Relationship Id="rId36" Type="http://schemas.openxmlformats.org/officeDocument/2006/relationships/customXml" Target="../ink/ink356.xml"/><Relationship Id="rId57" Type="http://schemas.openxmlformats.org/officeDocument/2006/relationships/image" Target="../media/image366.png"/><Relationship Id="rId106" Type="http://schemas.openxmlformats.org/officeDocument/2006/relationships/customXml" Target="../ink/ink391.xml"/><Relationship Id="rId127" Type="http://schemas.openxmlformats.org/officeDocument/2006/relationships/image" Target="../media/image401.png"/><Relationship Id="rId10" Type="http://schemas.openxmlformats.org/officeDocument/2006/relationships/customXml" Target="../ink/ink343.xml"/><Relationship Id="rId31" Type="http://schemas.openxmlformats.org/officeDocument/2006/relationships/image" Target="../media/image353.png"/><Relationship Id="rId52" Type="http://schemas.openxmlformats.org/officeDocument/2006/relationships/customXml" Target="../ink/ink364.xml"/><Relationship Id="rId73" Type="http://schemas.openxmlformats.org/officeDocument/2006/relationships/image" Target="../media/image374.png"/><Relationship Id="rId78" Type="http://schemas.openxmlformats.org/officeDocument/2006/relationships/customXml" Target="../ink/ink377.xml"/><Relationship Id="rId94" Type="http://schemas.openxmlformats.org/officeDocument/2006/relationships/customXml" Target="../ink/ink385.xml"/><Relationship Id="rId99" Type="http://schemas.openxmlformats.org/officeDocument/2006/relationships/image" Target="../media/image387.png"/><Relationship Id="rId101" Type="http://schemas.openxmlformats.org/officeDocument/2006/relationships/image" Target="../media/image388.png"/><Relationship Id="rId122" Type="http://schemas.openxmlformats.org/officeDocument/2006/relationships/customXml" Target="../ink/ink399.xml"/><Relationship Id="rId143" Type="http://schemas.openxmlformats.org/officeDocument/2006/relationships/image" Target="../media/image409.png"/><Relationship Id="rId148" Type="http://schemas.openxmlformats.org/officeDocument/2006/relationships/customXml" Target="../ink/ink412.xml"/><Relationship Id="rId164" Type="http://schemas.openxmlformats.org/officeDocument/2006/relationships/customXml" Target="../ink/ink420.xml"/><Relationship Id="rId169" Type="http://schemas.openxmlformats.org/officeDocument/2006/relationships/image" Target="../media/image422.png"/><Relationship Id="rId185" Type="http://schemas.openxmlformats.org/officeDocument/2006/relationships/image" Target="../media/image430.png"/><Relationship Id="rId4" Type="http://schemas.openxmlformats.org/officeDocument/2006/relationships/customXml" Target="../ink/ink340.xml"/><Relationship Id="rId9" Type="http://schemas.openxmlformats.org/officeDocument/2006/relationships/image" Target="../media/image342.png"/><Relationship Id="rId180" Type="http://schemas.openxmlformats.org/officeDocument/2006/relationships/customXml" Target="../ink/ink428.xml"/><Relationship Id="rId26" Type="http://schemas.openxmlformats.org/officeDocument/2006/relationships/customXml" Target="../ink/ink351.xml"/><Relationship Id="rId47" Type="http://schemas.openxmlformats.org/officeDocument/2006/relationships/image" Target="../media/image361.png"/><Relationship Id="rId68" Type="http://schemas.openxmlformats.org/officeDocument/2006/relationships/customXml" Target="../ink/ink372.xml"/><Relationship Id="rId89" Type="http://schemas.openxmlformats.org/officeDocument/2006/relationships/image" Target="../media/image382.png"/><Relationship Id="rId112" Type="http://schemas.openxmlformats.org/officeDocument/2006/relationships/customXml" Target="../ink/ink394.xml"/><Relationship Id="rId133" Type="http://schemas.openxmlformats.org/officeDocument/2006/relationships/image" Target="../media/image404.png"/><Relationship Id="rId154" Type="http://schemas.openxmlformats.org/officeDocument/2006/relationships/customXml" Target="../ink/ink415.xml"/><Relationship Id="rId175" Type="http://schemas.openxmlformats.org/officeDocument/2006/relationships/image" Target="../media/image425.png"/><Relationship Id="rId196" Type="http://schemas.openxmlformats.org/officeDocument/2006/relationships/customXml" Target="../ink/ink436.xml"/><Relationship Id="rId200" Type="http://schemas.openxmlformats.org/officeDocument/2006/relationships/customXml" Target="../ink/ink438.xml"/><Relationship Id="rId16" Type="http://schemas.openxmlformats.org/officeDocument/2006/relationships/customXml" Target="../ink/ink346.xml"/><Relationship Id="rId37" Type="http://schemas.openxmlformats.org/officeDocument/2006/relationships/image" Target="../media/image356.png"/><Relationship Id="rId58" Type="http://schemas.openxmlformats.org/officeDocument/2006/relationships/customXml" Target="../ink/ink367.xml"/><Relationship Id="rId79" Type="http://schemas.openxmlformats.org/officeDocument/2006/relationships/image" Target="../media/image377.png"/><Relationship Id="rId102" Type="http://schemas.openxmlformats.org/officeDocument/2006/relationships/customXml" Target="../ink/ink389.xml"/><Relationship Id="rId123" Type="http://schemas.openxmlformats.org/officeDocument/2006/relationships/image" Target="../media/image399.png"/><Relationship Id="rId144" Type="http://schemas.openxmlformats.org/officeDocument/2006/relationships/customXml" Target="../ink/ink410.xml"/><Relationship Id="rId90" Type="http://schemas.openxmlformats.org/officeDocument/2006/relationships/customXml" Target="../ink/ink383.xml"/><Relationship Id="rId165" Type="http://schemas.openxmlformats.org/officeDocument/2006/relationships/image" Target="../media/image420.png"/><Relationship Id="rId186" Type="http://schemas.openxmlformats.org/officeDocument/2006/relationships/customXml" Target="../ink/ink431.xml"/><Relationship Id="rId27" Type="http://schemas.openxmlformats.org/officeDocument/2006/relationships/image" Target="../media/image351.png"/><Relationship Id="rId48" Type="http://schemas.openxmlformats.org/officeDocument/2006/relationships/customXml" Target="../ink/ink362.xml"/><Relationship Id="rId69" Type="http://schemas.openxmlformats.org/officeDocument/2006/relationships/image" Target="../media/image372.png"/><Relationship Id="rId113" Type="http://schemas.openxmlformats.org/officeDocument/2006/relationships/image" Target="../media/image394.png"/><Relationship Id="rId134" Type="http://schemas.openxmlformats.org/officeDocument/2006/relationships/customXml" Target="../ink/ink405.xml"/><Relationship Id="rId80" Type="http://schemas.openxmlformats.org/officeDocument/2006/relationships/customXml" Target="../ink/ink378.xml"/><Relationship Id="rId155" Type="http://schemas.openxmlformats.org/officeDocument/2006/relationships/image" Target="../media/image415.png"/><Relationship Id="rId176" Type="http://schemas.openxmlformats.org/officeDocument/2006/relationships/customXml" Target="../ink/ink426.xml"/><Relationship Id="rId197" Type="http://schemas.openxmlformats.org/officeDocument/2006/relationships/image" Target="../media/image436.png"/><Relationship Id="rId201" Type="http://schemas.openxmlformats.org/officeDocument/2006/relationships/image" Target="../media/image438.png"/><Relationship Id="rId17" Type="http://schemas.openxmlformats.org/officeDocument/2006/relationships/image" Target="../media/image346.png"/><Relationship Id="rId38" Type="http://schemas.openxmlformats.org/officeDocument/2006/relationships/customXml" Target="../ink/ink357.xml"/><Relationship Id="rId59" Type="http://schemas.openxmlformats.org/officeDocument/2006/relationships/image" Target="../media/image367.png"/><Relationship Id="rId103" Type="http://schemas.openxmlformats.org/officeDocument/2006/relationships/image" Target="../media/image389.png"/><Relationship Id="rId124" Type="http://schemas.openxmlformats.org/officeDocument/2006/relationships/customXml" Target="../ink/ink400.xml"/><Relationship Id="rId70" Type="http://schemas.openxmlformats.org/officeDocument/2006/relationships/customXml" Target="../ink/ink373.xml"/><Relationship Id="rId91" Type="http://schemas.openxmlformats.org/officeDocument/2006/relationships/image" Target="../media/image383.png"/><Relationship Id="rId145" Type="http://schemas.openxmlformats.org/officeDocument/2006/relationships/image" Target="../media/image410.png"/><Relationship Id="rId166" Type="http://schemas.openxmlformats.org/officeDocument/2006/relationships/customXml" Target="../ink/ink421.xml"/><Relationship Id="rId187" Type="http://schemas.openxmlformats.org/officeDocument/2006/relationships/image" Target="../media/image431.png"/><Relationship Id="rId1" Type="http://schemas.openxmlformats.org/officeDocument/2006/relationships/slideLayout" Target="../slideLayouts/slideLayout7.xml"/><Relationship Id="rId28" Type="http://schemas.openxmlformats.org/officeDocument/2006/relationships/customXml" Target="../ink/ink352.xml"/><Relationship Id="rId49" Type="http://schemas.openxmlformats.org/officeDocument/2006/relationships/image" Target="../media/image362.png"/><Relationship Id="rId114" Type="http://schemas.openxmlformats.org/officeDocument/2006/relationships/customXml" Target="../ink/ink395.xml"/><Relationship Id="rId60" Type="http://schemas.openxmlformats.org/officeDocument/2006/relationships/customXml" Target="../ink/ink368.xml"/><Relationship Id="rId81" Type="http://schemas.openxmlformats.org/officeDocument/2006/relationships/image" Target="../media/image378.png"/><Relationship Id="rId135" Type="http://schemas.openxmlformats.org/officeDocument/2006/relationships/image" Target="../media/image405.png"/><Relationship Id="rId156" Type="http://schemas.openxmlformats.org/officeDocument/2006/relationships/customXml" Target="../ink/ink416.xml"/><Relationship Id="rId177" Type="http://schemas.openxmlformats.org/officeDocument/2006/relationships/image" Target="../media/image426.png"/><Relationship Id="rId198" Type="http://schemas.openxmlformats.org/officeDocument/2006/relationships/customXml" Target="../ink/ink437.xml"/><Relationship Id="rId202" Type="http://schemas.openxmlformats.org/officeDocument/2006/relationships/customXml" Target="../ink/ink439.xml"/><Relationship Id="rId18" Type="http://schemas.openxmlformats.org/officeDocument/2006/relationships/customXml" Target="../ink/ink347.xml"/><Relationship Id="rId39" Type="http://schemas.openxmlformats.org/officeDocument/2006/relationships/image" Target="../media/image357.png"/><Relationship Id="rId50" Type="http://schemas.openxmlformats.org/officeDocument/2006/relationships/customXml" Target="../ink/ink363.xml"/><Relationship Id="rId104" Type="http://schemas.openxmlformats.org/officeDocument/2006/relationships/customXml" Target="../ink/ink390.xml"/><Relationship Id="rId125" Type="http://schemas.openxmlformats.org/officeDocument/2006/relationships/image" Target="../media/image400.png"/><Relationship Id="rId146" Type="http://schemas.openxmlformats.org/officeDocument/2006/relationships/customXml" Target="../ink/ink411.xml"/><Relationship Id="rId167" Type="http://schemas.openxmlformats.org/officeDocument/2006/relationships/image" Target="../media/image421.png"/><Relationship Id="rId188" Type="http://schemas.openxmlformats.org/officeDocument/2006/relationships/customXml" Target="../ink/ink432.xml"/><Relationship Id="rId71" Type="http://schemas.openxmlformats.org/officeDocument/2006/relationships/image" Target="../media/image373.png"/><Relationship Id="rId92" Type="http://schemas.openxmlformats.org/officeDocument/2006/relationships/customXml" Target="../ink/ink384.xml"/><Relationship Id="rId2" Type="http://schemas.openxmlformats.org/officeDocument/2006/relationships/customXml" Target="../ink/ink339.xml"/><Relationship Id="rId29" Type="http://schemas.openxmlformats.org/officeDocument/2006/relationships/image" Target="../media/image352.png"/><Relationship Id="rId40" Type="http://schemas.openxmlformats.org/officeDocument/2006/relationships/customXml" Target="../ink/ink358.xml"/><Relationship Id="rId115" Type="http://schemas.openxmlformats.org/officeDocument/2006/relationships/image" Target="../media/image395.png"/><Relationship Id="rId136" Type="http://schemas.openxmlformats.org/officeDocument/2006/relationships/customXml" Target="../ink/ink406.xml"/><Relationship Id="rId157" Type="http://schemas.openxmlformats.org/officeDocument/2006/relationships/image" Target="../media/image416.png"/><Relationship Id="rId178" Type="http://schemas.openxmlformats.org/officeDocument/2006/relationships/customXml" Target="../ink/ink427.xml"/></Relationships>
</file>

<file path=ppt/slides/_rels/slide5.xml.rels><?xml version="1.0" encoding="UTF-8" standalone="yes"?>
<Relationships xmlns="http://schemas.openxmlformats.org/package/2006/relationships"><Relationship Id="rId117" Type="http://schemas.openxmlformats.org/officeDocument/2006/relationships/image" Target="../media/image500.png"/><Relationship Id="rId21" Type="http://schemas.openxmlformats.org/officeDocument/2006/relationships/image" Target="../media/image452.png"/><Relationship Id="rId42" Type="http://schemas.openxmlformats.org/officeDocument/2006/relationships/customXml" Target="../ink/ink463.xml"/><Relationship Id="rId63" Type="http://schemas.openxmlformats.org/officeDocument/2006/relationships/image" Target="../media/image473.png"/><Relationship Id="rId84" Type="http://schemas.openxmlformats.org/officeDocument/2006/relationships/customXml" Target="../ink/ink484.xml"/><Relationship Id="rId138" Type="http://schemas.openxmlformats.org/officeDocument/2006/relationships/customXml" Target="../ink/ink511.xml"/><Relationship Id="rId159" Type="http://schemas.openxmlformats.org/officeDocument/2006/relationships/customXml" Target="../ink/ink522.xml"/><Relationship Id="rId170" Type="http://schemas.openxmlformats.org/officeDocument/2006/relationships/image" Target="../media/image526.png"/><Relationship Id="rId191" Type="http://schemas.openxmlformats.org/officeDocument/2006/relationships/customXml" Target="../ink/ink538.xml"/><Relationship Id="rId205" Type="http://schemas.openxmlformats.org/officeDocument/2006/relationships/customXml" Target="../ink/ink545.xml"/><Relationship Id="rId107" Type="http://schemas.openxmlformats.org/officeDocument/2006/relationships/image" Target="../media/image495.png"/><Relationship Id="rId11" Type="http://schemas.openxmlformats.org/officeDocument/2006/relationships/image" Target="../media/image447.png"/><Relationship Id="rId32" Type="http://schemas.openxmlformats.org/officeDocument/2006/relationships/customXml" Target="../ink/ink458.xml"/><Relationship Id="rId53" Type="http://schemas.openxmlformats.org/officeDocument/2006/relationships/image" Target="../media/image468.png"/><Relationship Id="rId74" Type="http://schemas.openxmlformats.org/officeDocument/2006/relationships/customXml" Target="../ink/ink479.xml"/><Relationship Id="rId128" Type="http://schemas.openxmlformats.org/officeDocument/2006/relationships/customXml" Target="../ink/ink506.xml"/><Relationship Id="rId149" Type="http://schemas.openxmlformats.org/officeDocument/2006/relationships/image" Target="../media/image516.png"/><Relationship Id="rId5" Type="http://schemas.openxmlformats.org/officeDocument/2006/relationships/image" Target="../media/image444.png"/><Relationship Id="rId95" Type="http://schemas.openxmlformats.org/officeDocument/2006/relationships/image" Target="../media/image489.png"/><Relationship Id="rId160" Type="http://schemas.openxmlformats.org/officeDocument/2006/relationships/image" Target="../media/image521.png"/><Relationship Id="rId181" Type="http://schemas.openxmlformats.org/officeDocument/2006/relationships/customXml" Target="../ink/ink533.xml"/><Relationship Id="rId216" Type="http://schemas.openxmlformats.org/officeDocument/2006/relationships/image" Target="../media/image549.png"/><Relationship Id="rId22" Type="http://schemas.openxmlformats.org/officeDocument/2006/relationships/customXml" Target="../ink/ink453.xml"/><Relationship Id="rId43" Type="http://schemas.openxmlformats.org/officeDocument/2006/relationships/image" Target="../media/image463.png"/><Relationship Id="rId64" Type="http://schemas.openxmlformats.org/officeDocument/2006/relationships/customXml" Target="../ink/ink474.xml"/><Relationship Id="rId118" Type="http://schemas.openxmlformats.org/officeDocument/2006/relationships/customXml" Target="../ink/ink501.xml"/><Relationship Id="rId139" Type="http://schemas.openxmlformats.org/officeDocument/2006/relationships/image" Target="../media/image511.png"/><Relationship Id="rId85" Type="http://schemas.openxmlformats.org/officeDocument/2006/relationships/image" Target="../media/image484.png"/><Relationship Id="rId150" Type="http://schemas.openxmlformats.org/officeDocument/2006/relationships/customXml" Target="../ink/ink517.xml"/><Relationship Id="rId171" Type="http://schemas.openxmlformats.org/officeDocument/2006/relationships/customXml" Target="../ink/ink528.xml"/><Relationship Id="rId192" Type="http://schemas.openxmlformats.org/officeDocument/2006/relationships/image" Target="../media/image537.png"/><Relationship Id="rId206" Type="http://schemas.openxmlformats.org/officeDocument/2006/relationships/image" Target="../media/image544.png"/><Relationship Id="rId12" Type="http://schemas.openxmlformats.org/officeDocument/2006/relationships/customXml" Target="../ink/ink448.xml"/><Relationship Id="rId33" Type="http://schemas.openxmlformats.org/officeDocument/2006/relationships/image" Target="../media/image458.png"/><Relationship Id="rId108" Type="http://schemas.openxmlformats.org/officeDocument/2006/relationships/customXml" Target="../ink/ink496.xml"/><Relationship Id="rId129" Type="http://schemas.openxmlformats.org/officeDocument/2006/relationships/image" Target="../media/image506.png"/><Relationship Id="rId54" Type="http://schemas.openxmlformats.org/officeDocument/2006/relationships/customXml" Target="../ink/ink469.xml"/><Relationship Id="rId75" Type="http://schemas.openxmlformats.org/officeDocument/2006/relationships/image" Target="../media/image479.png"/><Relationship Id="rId96" Type="http://schemas.openxmlformats.org/officeDocument/2006/relationships/customXml" Target="../ink/ink490.xml"/><Relationship Id="rId140" Type="http://schemas.openxmlformats.org/officeDocument/2006/relationships/customXml" Target="../ink/ink512.xml"/><Relationship Id="rId161" Type="http://schemas.openxmlformats.org/officeDocument/2006/relationships/customXml" Target="../ink/ink523.xml"/><Relationship Id="rId182" Type="http://schemas.openxmlformats.org/officeDocument/2006/relationships/image" Target="../media/image532.png"/><Relationship Id="rId6" Type="http://schemas.openxmlformats.org/officeDocument/2006/relationships/customXml" Target="../ink/ink445.xml"/><Relationship Id="rId23" Type="http://schemas.openxmlformats.org/officeDocument/2006/relationships/image" Target="../media/image453.png"/><Relationship Id="rId119" Type="http://schemas.openxmlformats.org/officeDocument/2006/relationships/image" Target="../media/image501.png"/><Relationship Id="rId44" Type="http://schemas.openxmlformats.org/officeDocument/2006/relationships/customXml" Target="../ink/ink464.xml"/><Relationship Id="rId65" Type="http://schemas.openxmlformats.org/officeDocument/2006/relationships/image" Target="../media/image474.png"/><Relationship Id="rId86" Type="http://schemas.openxmlformats.org/officeDocument/2006/relationships/customXml" Target="../ink/ink485.xml"/><Relationship Id="rId130" Type="http://schemas.openxmlformats.org/officeDocument/2006/relationships/customXml" Target="../ink/ink507.xml"/><Relationship Id="rId151" Type="http://schemas.openxmlformats.org/officeDocument/2006/relationships/customXml" Target="../ink/ink518.xml"/><Relationship Id="rId172" Type="http://schemas.openxmlformats.org/officeDocument/2006/relationships/image" Target="../media/image527.png"/><Relationship Id="rId193" Type="http://schemas.openxmlformats.org/officeDocument/2006/relationships/customXml" Target="../ink/ink539.xml"/><Relationship Id="rId207" Type="http://schemas.openxmlformats.org/officeDocument/2006/relationships/customXml" Target="../ink/ink546.xml"/><Relationship Id="rId13" Type="http://schemas.openxmlformats.org/officeDocument/2006/relationships/image" Target="../media/image448.png"/><Relationship Id="rId109" Type="http://schemas.openxmlformats.org/officeDocument/2006/relationships/image" Target="../media/image496.png"/><Relationship Id="rId34" Type="http://schemas.openxmlformats.org/officeDocument/2006/relationships/customXml" Target="../ink/ink459.xml"/><Relationship Id="rId55" Type="http://schemas.openxmlformats.org/officeDocument/2006/relationships/image" Target="../media/image469.png"/><Relationship Id="rId76" Type="http://schemas.openxmlformats.org/officeDocument/2006/relationships/customXml" Target="../ink/ink480.xml"/><Relationship Id="rId97" Type="http://schemas.openxmlformats.org/officeDocument/2006/relationships/image" Target="../media/image490.png"/><Relationship Id="rId120" Type="http://schemas.openxmlformats.org/officeDocument/2006/relationships/customXml" Target="../ink/ink502.xml"/><Relationship Id="rId141" Type="http://schemas.openxmlformats.org/officeDocument/2006/relationships/image" Target="../media/image512.png"/><Relationship Id="rId7" Type="http://schemas.openxmlformats.org/officeDocument/2006/relationships/image" Target="../media/image445.png"/><Relationship Id="rId162" Type="http://schemas.openxmlformats.org/officeDocument/2006/relationships/image" Target="../media/image522.png"/><Relationship Id="rId183" Type="http://schemas.openxmlformats.org/officeDocument/2006/relationships/customXml" Target="../ink/ink534.xml"/><Relationship Id="rId24" Type="http://schemas.openxmlformats.org/officeDocument/2006/relationships/customXml" Target="../ink/ink454.xml"/><Relationship Id="rId45" Type="http://schemas.openxmlformats.org/officeDocument/2006/relationships/image" Target="../media/image464.png"/><Relationship Id="rId66" Type="http://schemas.openxmlformats.org/officeDocument/2006/relationships/customXml" Target="../ink/ink475.xml"/><Relationship Id="rId87" Type="http://schemas.openxmlformats.org/officeDocument/2006/relationships/image" Target="../media/image485.png"/><Relationship Id="rId110" Type="http://schemas.openxmlformats.org/officeDocument/2006/relationships/customXml" Target="../ink/ink497.xml"/><Relationship Id="rId131" Type="http://schemas.openxmlformats.org/officeDocument/2006/relationships/image" Target="../media/image507.png"/><Relationship Id="rId152" Type="http://schemas.openxmlformats.org/officeDocument/2006/relationships/image" Target="../media/image517.png"/><Relationship Id="rId173" Type="http://schemas.openxmlformats.org/officeDocument/2006/relationships/customXml" Target="../ink/ink529.xml"/><Relationship Id="rId194" Type="http://schemas.openxmlformats.org/officeDocument/2006/relationships/image" Target="../media/image538.png"/><Relationship Id="rId208" Type="http://schemas.openxmlformats.org/officeDocument/2006/relationships/image" Target="../media/image545.png"/><Relationship Id="rId19" Type="http://schemas.openxmlformats.org/officeDocument/2006/relationships/image" Target="../media/image451.png"/><Relationship Id="rId14" Type="http://schemas.openxmlformats.org/officeDocument/2006/relationships/customXml" Target="../ink/ink449.xml"/><Relationship Id="rId30" Type="http://schemas.openxmlformats.org/officeDocument/2006/relationships/customXml" Target="../ink/ink457.xml"/><Relationship Id="rId35" Type="http://schemas.openxmlformats.org/officeDocument/2006/relationships/image" Target="../media/image459.png"/><Relationship Id="rId56" Type="http://schemas.openxmlformats.org/officeDocument/2006/relationships/customXml" Target="../ink/ink470.xml"/><Relationship Id="rId77" Type="http://schemas.openxmlformats.org/officeDocument/2006/relationships/image" Target="../media/image480.png"/><Relationship Id="rId100" Type="http://schemas.openxmlformats.org/officeDocument/2006/relationships/customXml" Target="../ink/ink492.xml"/><Relationship Id="rId105" Type="http://schemas.openxmlformats.org/officeDocument/2006/relationships/image" Target="../media/image494.png"/><Relationship Id="rId126" Type="http://schemas.openxmlformats.org/officeDocument/2006/relationships/customXml" Target="../ink/ink505.xml"/><Relationship Id="rId147" Type="http://schemas.openxmlformats.org/officeDocument/2006/relationships/image" Target="../media/image515.png"/><Relationship Id="rId168" Type="http://schemas.openxmlformats.org/officeDocument/2006/relationships/image" Target="../media/image525.png"/><Relationship Id="rId8" Type="http://schemas.openxmlformats.org/officeDocument/2006/relationships/customXml" Target="../ink/ink446.xml"/><Relationship Id="rId51" Type="http://schemas.openxmlformats.org/officeDocument/2006/relationships/image" Target="../media/image467.png"/><Relationship Id="rId72" Type="http://schemas.openxmlformats.org/officeDocument/2006/relationships/customXml" Target="../ink/ink478.xml"/><Relationship Id="rId93" Type="http://schemas.openxmlformats.org/officeDocument/2006/relationships/image" Target="../media/image488.png"/><Relationship Id="rId98" Type="http://schemas.openxmlformats.org/officeDocument/2006/relationships/customXml" Target="../ink/ink491.xml"/><Relationship Id="rId121" Type="http://schemas.openxmlformats.org/officeDocument/2006/relationships/image" Target="../media/image502.png"/><Relationship Id="rId142" Type="http://schemas.openxmlformats.org/officeDocument/2006/relationships/customXml" Target="../ink/ink513.xml"/><Relationship Id="rId163" Type="http://schemas.openxmlformats.org/officeDocument/2006/relationships/customXml" Target="../ink/ink524.xml"/><Relationship Id="rId184" Type="http://schemas.openxmlformats.org/officeDocument/2006/relationships/image" Target="../media/image533.png"/><Relationship Id="rId189" Type="http://schemas.openxmlformats.org/officeDocument/2006/relationships/customXml" Target="../ink/ink537.xml"/><Relationship Id="rId3" Type="http://schemas.openxmlformats.org/officeDocument/2006/relationships/image" Target="../media/image443.png"/><Relationship Id="rId214" Type="http://schemas.openxmlformats.org/officeDocument/2006/relationships/image" Target="../media/image548.png"/><Relationship Id="rId25" Type="http://schemas.openxmlformats.org/officeDocument/2006/relationships/image" Target="../media/image454.png"/><Relationship Id="rId46" Type="http://schemas.openxmlformats.org/officeDocument/2006/relationships/customXml" Target="../ink/ink465.xml"/><Relationship Id="rId67" Type="http://schemas.openxmlformats.org/officeDocument/2006/relationships/image" Target="../media/image475.png"/><Relationship Id="rId116" Type="http://schemas.openxmlformats.org/officeDocument/2006/relationships/customXml" Target="../ink/ink500.xml"/><Relationship Id="rId137" Type="http://schemas.openxmlformats.org/officeDocument/2006/relationships/image" Target="../media/image510.png"/><Relationship Id="rId158" Type="http://schemas.openxmlformats.org/officeDocument/2006/relationships/image" Target="../media/image520.png"/><Relationship Id="rId20" Type="http://schemas.openxmlformats.org/officeDocument/2006/relationships/customXml" Target="../ink/ink452.xml"/><Relationship Id="rId41" Type="http://schemas.openxmlformats.org/officeDocument/2006/relationships/image" Target="../media/image462.png"/><Relationship Id="rId62" Type="http://schemas.openxmlformats.org/officeDocument/2006/relationships/customXml" Target="../ink/ink473.xml"/><Relationship Id="rId83" Type="http://schemas.openxmlformats.org/officeDocument/2006/relationships/image" Target="../media/image483.png"/><Relationship Id="rId88" Type="http://schemas.openxmlformats.org/officeDocument/2006/relationships/customXml" Target="../ink/ink486.xml"/><Relationship Id="rId111" Type="http://schemas.openxmlformats.org/officeDocument/2006/relationships/image" Target="../media/image497.png"/><Relationship Id="rId132" Type="http://schemas.openxmlformats.org/officeDocument/2006/relationships/customXml" Target="../ink/ink508.xml"/><Relationship Id="rId153" Type="http://schemas.openxmlformats.org/officeDocument/2006/relationships/customXml" Target="../ink/ink519.xml"/><Relationship Id="rId174" Type="http://schemas.openxmlformats.org/officeDocument/2006/relationships/image" Target="../media/image528.png"/><Relationship Id="rId179" Type="http://schemas.openxmlformats.org/officeDocument/2006/relationships/customXml" Target="../ink/ink532.xml"/><Relationship Id="rId195" Type="http://schemas.openxmlformats.org/officeDocument/2006/relationships/customXml" Target="../ink/ink540.xml"/><Relationship Id="rId209" Type="http://schemas.openxmlformats.org/officeDocument/2006/relationships/customXml" Target="../ink/ink547.xml"/><Relationship Id="rId190" Type="http://schemas.openxmlformats.org/officeDocument/2006/relationships/image" Target="../media/image536.png"/><Relationship Id="rId204" Type="http://schemas.openxmlformats.org/officeDocument/2006/relationships/image" Target="../media/image543.png"/><Relationship Id="rId15" Type="http://schemas.openxmlformats.org/officeDocument/2006/relationships/image" Target="../media/image449.png"/><Relationship Id="rId36" Type="http://schemas.openxmlformats.org/officeDocument/2006/relationships/customXml" Target="../ink/ink460.xml"/><Relationship Id="rId57" Type="http://schemas.openxmlformats.org/officeDocument/2006/relationships/image" Target="../media/image470.png"/><Relationship Id="rId106" Type="http://schemas.openxmlformats.org/officeDocument/2006/relationships/customXml" Target="../ink/ink495.xml"/><Relationship Id="rId127" Type="http://schemas.openxmlformats.org/officeDocument/2006/relationships/image" Target="../media/image505.png"/><Relationship Id="rId10" Type="http://schemas.openxmlformats.org/officeDocument/2006/relationships/customXml" Target="../ink/ink447.xml"/><Relationship Id="rId31" Type="http://schemas.openxmlformats.org/officeDocument/2006/relationships/image" Target="../media/image457.png"/><Relationship Id="rId52" Type="http://schemas.openxmlformats.org/officeDocument/2006/relationships/customXml" Target="../ink/ink468.xml"/><Relationship Id="rId73" Type="http://schemas.openxmlformats.org/officeDocument/2006/relationships/image" Target="../media/image478.png"/><Relationship Id="rId78" Type="http://schemas.openxmlformats.org/officeDocument/2006/relationships/customXml" Target="../ink/ink481.xml"/><Relationship Id="rId94" Type="http://schemas.openxmlformats.org/officeDocument/2006/relationships/customXml" Target="../ink/ink489.xml"/><Relationship Id="rId99" Type="http://schemas.openxmlformats.org/officeDocument/2006/relationships/image" Target="../media/image491.png"/><Relationship Id="rId101" Type="http://schemas.openxmlformats.org/officeDocument/2006/relationships/image" Target="../media/image492.png"/><Relationship Id="rId122" Type="http://schemas.openxmlformats.org/officeDocument/2006/relationships/customXml" Target="../ink/ink503.xml"/><Relationship Id="rId143" Type="http://schemas.openxmlformats.org/officeDocument/2006/relationships/image" Target="../media/image513.png"/><Relationship Id="rId148" Type="http://schemas.openxmlformats.org/officeDocument/2006/relationships/customXml" Target="../ink/ink516.xml"/><Relationship Id="rId164" Type="http://schemas.openxmlformats.org/officeDocument/2006/relationships/image" Target="../media/image523.png"/><Relationship Id="rId169" Type="http://schemas.openxmlformats.org/officeDocument/2006/relationships/customXml" Target="../ink/ink527.xml"/><Relationship Id="rId185" Type="http://schemas.openxmlformats.org/officeDocument/2006/relationships/customXml" Target="../ink/ink535.xml"/><Relationship Id="rId4" Type="http://schemas.openxmlformats.org/officeDocument/2006/relationships/customXml" Target="../ink/ink444.xml"/><Relationship Id="rId9" Type="http://schemas.openxmlformats.org/officeDocument/2006/relationships/image" Target="../media/image446.png"/><Relationship Id="rId180" Type="http://schemas.openxmlformats.org/officeDocument/2006/relationships/image" Target="../media/image531.png"/><Relationship Id="rId210" Type="http://schemas.openxmlformats.org/officeDocument/2006/relationships/image" Target="../media/image546.png"/><Relationship Id="rId215" Type="http://schemas.openxmlformats.org/officeDocument/2006/relationships/customXml" Target="../ink/ink550.xml"/><Relationship Id="rId26" Type="http://schemas.openxmlformats.org/officeDocument/2006/relationships/customXml" Target="../ink/ink455.xml"/><Relationship Id="rId47" Type="http://schemas.openxmlformats.org/officeDocument/2006/relationships/image" Target="../media/image465.png"/><Relationship Id="rId68" Type="http://schemas.openxmlformats.org/officeDocument/2006/relationships/customXml" Target="../ink/ink476.xml"/><Relationship Id="rId89" Type="http://schemas.openxmlformats.org/officeDocument/2006/relationships/image" Target="../media/image486.png"/><Relationship Id="rId112" Type="http://schemas.openxmlformats.org/officeDocument/2006/relationships/customXml" Target="../ink/ink498.xml"/><Relationship Id="rId133" Type="http://schemas.openxmlformats.org/officeDocument/2006/relationships/image" Target="../media/image508.png"/><Relationship Id="rId154" Type="http://schemas.openxmlformats.org/officeDocument/2006/relationships/image" Target="../media/image518.png"/><Relationship Id="rId175" Type="http://schemas.openxmlformats.org/officeDocument/2006/relationships/customXml" Target="../ink/ink530.xml"/><Relationship Id="rId196" Type="http://schemas.openxmlformats.org/officeDocument/2006/relationships/image" Target="../media/image539.png"/><Relationship Id="rId200" Type="http://schemas.openxmlformats.org/officeDocument/2006/relationships/image" Target="../media/image541.png"/><Relationship Id="rId16" Type="http://schemas.openxmlformats.org/officeDocument/2006/relationships/customXml" Target="../ink/ink450.xml"/><Relationship Id="rId37" Type="http://schemas.openxmlformats.org/officeDocument/2006/relationships/image" Target="../media/image460.png"/><Relationship Id="rId58" Type="http://schemas.openxmlformats.org/officeDocument/2006/relationships/customXml" Target="../ink/ink471.xml"/><Relationship Id="rId79" Type="http://schemas.openxmlformats.org/officeDocument/2006/relationships/image" Target="../media/image481.png"/><Relationship Id="rId102" Type="http://schemas.openxmlformats.org/officeDocument/2006/relationships/customXml" Target="../ink/ink493.xml"/><Relationship Id="rId123" Type="http://schemas.openxmlformats.org/officeDocument/2006/relationships/image" Target="../media/image503.png"/><Relationship Id="rId144" Type="http://schemas.openxmlformats.org/officeDocument/2006/relationships/customXml" Target="../ink/ink514.xml"/><Relationship Id="rId90" Type="http://schemas.openxmlformats.org/officeDocument/2006/relationships/customXml" Target="../ink/ink487.xml"/><Relationship Id="rId165" Type="http://schemas.openxmlformats.org/officeDocument/2006/relationships/customXml" Target="../ink/ink525.xml"/><Relationship Id="rId186" Type="http://schemas.openxmlformats.org/officeDocument/2006/relationships/image" Target="../media/image534.png"/><Relationship Id="rId211" Type="http://schemas.openxmlformats.org/officeDocument/2006/relationships/customXml" Target="../ink/ink548.xml"/><Relationship Id="rId27" Type="http://schemas.openxmlformats.org/officeDocument/2006/relationships/image" Target="../media/image455.png"/><Relationship Id="rId48" Type="http://schemas.openxmlformats.org/officeDocument/2006/relationships/customXml" Target="../ink/ink466.xml"/><Relationship Id="rId69" Type="http://schemas.openxmlformats.org/officeDocument/2006/relationships/image" Target="../media/image476.png"/><Relationship Id="rId113" Type="http://schemas.openxmlformats.org/officeDocument/2006/relationships/image" Target="../media/image498.png"/><Relationship Id="rId134" Type="http://schemas.openxmlformats.org/officeDocument/2006/relationships/customXml" Target="../ink/ink509.xml"/><Relationship Id="rId80" Type="http://schemas.openxmlformats.org/officeDocument/2006/relationships/customXml" Target="../ink/ink482.xml"/><Relationship Id="rId155" Type="http://schemas.openxmlformats.org/officeDocument/2006/relationships/customXml" Target="../ink/ink520.xml"/><Relationship Id="rId176" Type="http://schemas.openxmlformats.org/officeDocument/2006/relationships/image" Target="../media/image529.png"/><Relationship Id="rId197" Type="http://schemas.openxmlformats.org/officeDocument/2006/relationships/customXml" Target="../ink/ink541.xml"/><Relationship Id="rId201" Type="http://schemas.openxmlformats.org/officeDocument/2006/relationships/customXml" Target="../ink/ink543.xml"/><Relationship Id="rId17" Type="http://schemas.openxmlformats.org/officeDocument/2006/relationships/image" Target="../media/image450.png"/><Relationship Id="rId38" Type="http://schemas.openxmlformats.org/officeDocument/2006/relationships/customXml" Target="../ink/ink461.xml"/><Relationship Id="rId59" Type="http://schemas.openxmlformats.org/officeDocument/2006/relationships/image" Target="../media/image471.png"/><Relationship Id="rId103" Type="http://schemas.openxmlformats.org/officeDocument/2006/relationships/image" Target="../media/image493.png"/><Relationship Id="rId124" Type="http://schemas.openxmlformats.org/officeDocument/2006/relationships/customXml" Target="../ink/ink504.xml"/><Relationship Id="rId70" Type="http://schemas.openxmlformats.org/officeDocument/2006/relationships/customXml" Target="../ink/ink477.xml"/><Relationship Id="rId91" Type="http://schemas.openxmlformats.org/officeDocument/2006/relationships/image" Target="../media/image487.png"/><Relationship Id="rId145" Type="http://schemas.openxmlformats.org/officeDocument/2006/relationships/image" Target="../media/image514.png"/><Relationship Id="rId166" Type="http://schemas.openxmlformats.org/officeDocument/2006/relationships/image" Target="../media/image524.png"/><Relationship Id="rId187" Type="http://schemas.openxmlformats.org/officeDocument/2006/relationships/customXml" Target="../ink/ink536.xml"/><Relationship Id="rId1" Type="http://schemas.openxmlformats.org/officeDocument/2006/relationships/slideLayout" Target="../slideLayouts/slideLayout7.xml"/><Relationship Id="rId212" Type="http://schemas.openxmlformats.org/officeDocument/2006/relationships/image" Target="../media/image547.png"/><Relationship Id="rId28" Type="http://schemas.openxmlformats.org/officeDocument/2006/relationships/customXml" Target="../ink/ink456.xml"/><Relationship Id="rId49" Type="http://schemas.openxmlformats.org/officeDocument/2006/relationships/image" Target="../media/image466.png"/><Relationship Id="rId114" Type="http://schemas.openxmlformats.org/officeDocument/2006/relationships/customXml" Target="../ink/ink499.xml"/><Relationship Id="rId60" Type="http://schemas.openxmlformats.org/officeDocument/2006/relationships/customXml" Target="../ink/ink472.xml"/><Relationship Id="rId81" Type="http://schemas.openxmlformats.org/officeDocument/2006/relationships/image" Target="../media/image482.png"/><Relationship Id="rId135" Type="http://schemas.openxmlformats.org/officeDocument/2006/relationships/image" Target="../media/image509.png"/><Relationship Id="rId156" Type="http://schemas.openxmlformats.org/officeDocument/2006/relationships/image" Target="../media/image519.png"/><Relationship Id="rId177" Type="http://schemas.openxmlformats.org/officeDocument/2006/relationships/customXml" Target="../ink/ink531.xml"/><Relationship Id="rId198" Type="http://schemas.openxmlformats.org/officeDocument/2006/relationships/image" Target="../media/image540.png"/><Relationship Id="rId202" Type="http://schemas.openxmlformats.org/officeDocument/2006/relationships/image" Target="../media/image542.png"/><Relationship Id="rId18" Type="http://schemas.openxmlformats.org/officeDocument/2006/relationships/customXml" Target="../ink/ink451.xml"/><Relationship Id="rId39" Type="http://schemas.openxmlformats.org/officeDocument/2006/relationships/image" Target="../media/image461.png"/><Relationship Id="rId50" Type="http://schemas.openxmlformats.org/officeDocument/2006/relationships/customXml" Target="../ink/ink467.xml"/><Relationship Id="rId104" Type="http://schemas.openxmlformats.org/officeDocument/2006/relationships/customXml" Target="../ink/ink494.xml"/><Relationship Id="rId125" Type="http://schemas.openxmlformats.org/officeDocument/2006/relationships/image" Target="../media/image504.png"/><Relationship Id="rId146" Type="http://schemas.openxmlformats.org/officeDocument/2006/relationships/customXml" Target="../ink/ink515.xml"/><Relationship Id="rId167" Type="http://schemas.openxmlformats.org/officeDocument/2006/relationships/customXml" Target="../ink/ink526.xml"/><Relationship Id="rId188" Type="http://schemas.openxmlformats.org/officeDocument/2006/relationships/image" Target="../media/image535.png"/><Relationship Id="rId71" Type="http://schemas.openxmlformats.org/officeDocument/2006/relationships/image" Target="../media/image477.png"/><Relationship Id="rId92" Type="http://schemas.openxmlformats.org/officeDocument/2006/relationships/customXml" Target="../ink/ink488.xml"/><Relationship Id="rId213" Type="http://schemas.openxmlformats.org/officeDocument/2006/relationships/customXml" Target="../ink/ink549.xml"/><Relationship Id="rId2" Type="http://schemas.openxmlformats.org/officeDocument/2006/relationships/customXml" Target="../ink/ink443.xml"/><Relationship Id="rId29" Type="http://schemas.openxmlformats.org/officeDocument/2006/relationships/image" Target="../media/image456.png"/><Relationship Id="rId40" Type="http://schemas.openxmlformats.org/officeDocument/2006/relationships/customXml" Target="../ink/ink462.xml"/><Relationship Id="rId115" Type="http://schemas.openxmlformats.org/officeDocument/2006/relationships/image" Target="../media/image499.png"/><Relationship Id="rId136" Type="http://schemas.openxmlformats.org/officeDocument/2006/relationships/customXml" Target="../ink/ink510.xml"/><Relationship Id="rId157" Type="http://schemas.openxmlformats.org/officeDocument/2006/relationships/customXml" Target="../ink/ink521.xml"/><Relationship Id="rId178" Type="http://schemas.openxmlformats.org/officeDocument/2006/relationships/image" Target="../media/image530.png"/><Relationship Id="rId61" Type="http://schemas.openxmlformats.org/officeDocument/2006/relationships/image" Target="../media/image472.png"/><Relationship Id="rId82" Type="http://schemas.openxmlformats.org/officeDocument/2006/relationships/customXml" Target="../ink/ink483.xml"/><Relationship Id="rId199" Type="http://schemas.openxmlformats.org/officeDocument/2006/relationships/customXml" Target="../ink/ink542.xml"/><Relationship Id="rId203" Type="http://schemas.openxmlformats.org/officeDocument/2006/relationships/customXml" Target="../ink/ink544.xml"/></Relationships>
</file>

<file path=ppt/slides/_rels/slide6.xml.rels><?xml version="1.0" encoding="UTF-8" standalone="yes"?>
<Relationships xmlns="http://schemas.openxmlformats.org/package/2006/relationships"><Relationship Id="rId117" Type="http://schemas.openxmlformats.org/officeDocument/2006/relationships/image" Target="../media/image607.png"/><Relationship Id="rId21" Type="http://schemas.openxmlformats.org/officeDocument/2006/relationships/image" Target="../media/image559.png"/><Relationship Id="rId63" Type="http://schemas.openxmlformats.org/officeDocument/2006/relationships/image" Target="../media/image580.png"/><Relationship Id="rId159" Type="http://schemas.openxmlformats.org/officeDocument/2006/relationships/image" Target="../media/image628.png"/><Relationship Id="rId170" Type="http://schemas.openxmlformats.org/officeDocument/2006/relationships/customXml" Target="../ink/ink635.xml"/><Relationship Id="rId226" Type="http://schemas.openxmlformats.org/officeDocument/2006/relationships/customXml" Target="../ink/ink663.xml"/><Relationship Id="rId268" Type="http://schemas.openxmlformats.org/officeDocument/2006/relationships/customXml" Target="../ink/ink684.xml"/><Relationship Id="rId32" Type="http://schemas.openxmlformats.org/officeDocument/2006/relationships/customXml" Target="../ink/ink566.xml"/><Relationship Id="rId74" Type="http://schemas.openxmlformats.org/officeDocument/2006/relationships/customXml" Target="../ink/ink587.xml"/><Relationship Id="rId128" Type="http://schemas.openxmlformats.org/officeDocument/2006/relationships/customXml" Target="../ink/ink614.xml"/><Relationship Id="rId5" Type="http://schemas.openxmlformats.org/officeDocument/2006/relationships/image" Target="../media/image551.png"/><Relationship Id="rId181" Type="http://schemas.openxmlformats.org/officeDocument/2006/relationships/image" Target="../media/image639.png"/><Relationship Id="rId237" Type="http://schemas.openxmlformats.org/officeDocument/2006/relationships/image" Target="../media/image667.png"/><Relationship Id="rId258" Type="http://schemas.openxmlformats.org/officeDocument/2006/relationships/customXml" Target="../ink/ink679.xml"/><Relationship Id="rId279" Type="http://schemas.openxmlformats.org/officeDocument/2006/relationships/image" Target="../media/image688.png"/><Relationship Id="rId22" Type="http://schemas.openxmlformats.org/officeDocument/2006/relationships/customXml" Target="../ink/ink561.xml"/><Relationship Id="rId43" Type="http://schemas.openxmlformats.org/officeDocument/2006/relationships/image" Target="../media/image570.png"/><Relationship Id="rId64" Type="http://schemas.openxmlformats.org/officeDocument/2006/relationships/customXml" Target="../ink/ink582.xml"/><Relationship Id="rId118" Type="http://schemas.openxmlformats.org/officeDocument/2006/relationships/customXml" Target="../ink/ink609.xml"/><Relationship Id="rId139" Type="http://schemas.openxmlformats.org/officeDocument/2006/relationships/image" Target="../media/image618.png"/><Relationship Id="rId85" Type="http://schemas.openxmlformats.org/officeDocument/2006/relationships/image" Target="../media/image591.png"/><Relationship Id="rId150" Type="http://schemas.openxmlformats.org/officeDocument/2006/relationships/customXml" Target="../ink/ink625.xml"/><Relationship Id="rId171" Type="http://schemas.openxmlformats.org/officeDocument/2006/relationships/image" Target="../media/image634.png"/><Relationship Id="rId192" Type="http://schemas.openxmlformats.org/officeDocument/2006/relationships/customXml" Target="../ink/ink646.xml"/><Relationship Id="rId206" Type="http://schemas.openxmlformats.org/officeDocument/2006/relationships/customXml" Target="../ink/ink653.xml"/><Relationship Id="rId227" Type="http://schemas.openxmlformats.org/officeDocument/2006/relationships/image" Target="../media/image662.png"/><Relationship Id="rId248" Type="http://schemas.openxmlformats.org/officeDocument/2006/relationships/customXml" Target="../ink/ink674.xml"/><Relationship Id="rId269" Type="http://schemas.openxmlformats.org/officeDocument/2006/relationships/image" Target="../media/image683.png"/><Relationship Id="rId12" Type="http://schemas.openxmlformats.org/officeDocument/2006/relationships/customXml" Target="../ink/ink556.xml"/><Relationship Id="rId33" Type="http://schemas.openxmlformats.org/officeDocument/2006/relationships/image" Target="../media/image565.png"/><Relationship Id="rId108" Type="http://schemas.openxmlformats.org/officeDocument/2006/relationships/customXml" Target="../ink/ink604.xml"/><Relationship Id="rId129" Type="http://schemas.openxmlformats.org/officeDocument/2006/relationships/image" Target="../media/image613.png"/><Relationship Id="rId54" Type="http://schemas.openxmlformats.org/officeDocument/2006/relationships/customXml" Target="../ink/ink577.xml"/><Relationship Id="rId75" Type="http://schemas.openxmlformats.org/officeDocument/2006/relationships/image" Target="../media/image586.png"/><Relationship Id="rId96" Type="http://schemas.openxmlformats.org/officeDocument/2006/relationships/customXml" Target="../ink/ink598.xml"/><Relationship Id="rId140" Type="http://schemas.openxmlformats.org/officeDocument/2006/relationships/customXml" Target="../ink/ink620.xml"/><Relationship Id="rId161" Type="http://schemas.openxmlformats.org/officeDocument/2006/relationships/image" Target="../media/image629.png"/><Relationship Id="rId182" Type="http://schemas.openxmlformats.org/officeDocument/2006/relationships/customXml" Target="../ink/ink641.xml"/><Relationship Id="rId217" Type="http://schemas.openxmlformats.org/officeDocument/2006/relationships/image" Target="../media/image657.png"/><Relationship Id="rId6" Type="http://schemas.openxmlformats.org/officeDocument/2006/relationships/customXml" Target="../ink/ink553.xml"/><Relationship Id="rId238" Type="http://schemas.openxmlformats.org/officeDocument/2006/relationships/customXml" Target="../ink/ink669.xml"/><Relationship Id="rId259" Type="http://schemas.openxmlformats.org/officeDocument/2006/relationships/image" Target="../media/image678.png"/><Relationship Id="rId23" Type="http://schemas.openxmlformats.org/officeDocument/2006/relationships/image" Target="../media/image560.png"/><Relationship Id="rId119" Type="http://schemas.openxmlformats.org/officeDocument/2006/relationships/image" Target="../media/image608.png"/><Relationship Id="rId270" Type="http://schemas.openxmlformats.org/officeDocument/2006/relationships/customXml" Target="../ink/ink685.xml"/><Relationship Id="rId44" Type="http://schemas.openxmlformats.org/officeDocument/2006/relationships/customXml" Target="../ink/ink572.xml"/><Relationship Id="rId65" Type="http://schemas.openxmlformats.org/officeDocument/2006/relationships/image" Target="../media/image581.png"/><Relationship Id="rId86" Type="http://schemas.openxmlformats.org/officeDocument/2006/relationships/customXml" Target="../ink/ink593.xml"/><Relationship Id="rId130" Type="http://schemas.openxmlformats.org/officeDocument/2006/relationships/customXml" Target="../ink/ink615.xml"/><Relationship Id="rId151" Type="http://schemas.openxmlformats.org/officeDocument/2006/relationships/image" Target="../media/image624.png"/><Relationship Id="rId172" Type="http://schemas.openxmlformats.org/officeDocument/2006/relationships/customXml" Target="../ink/ink636.xml"/><Relationship Id="rId193" Type="http://schemas.openxmlformats.org/officeDocument/2006/relationships/image" Target="../media/image645.png"/><Relationship Id="rId207" Type="http://schemas.openxmlformats.org/officeDocument/2006/relationships/image" Target="../media/image652.png"/><Relationship Id="rId228" Type="http://schemas.openxmlformats.org/officeDocument/2006/relationships/customXml" Target="../ink/ink664.xml"/><Relationship Id="rId249" Type="http://schemas.openxmlformats.org/officeDocument/2006/relationships/image" Target="../media/image673.png"/><Relationship Id="rId13" Type="http://schemas.openxmlformats.org/officeDocument/2006/relationships/image" Target="../media/image555.png"/><Relationship Id="rId109" Type="http://schemas.openxmlformats.org/officeDocument/2006/relationships/image" Target="../media/image603.png"/><Relationship Id="rId260" Type="http://schemas.openxmlformats.org/officeDocument/2006/relationships/customXml" Target="../ink/ink680.xml"/><Relationship Id="rId34" Type="http://schemas.openxmlformats.org/officeDocument/2006/relationships/customXml" Target="../ink/ink567.xml"/><Relationship Id="rId55" Type="http://schemas.openxmlformats.org/officeDocument/2006/relationships/image" Target="../media/image576.png"/><Relationship Id="rId76" Type="http://schemas.openxmlformats.org/officeDocument/2006/relationships/customXml" Target="../ink/ink588.xml"/><Relationship Id="rId97" Type="http://schemas.openxmlformats.org/officeDocument/2006/relationships/image" Target="../media/image597.png"/><Relationship Id="rId120" Type="http://schemas.openxmlformats.org/officeDocument/2006/relationships/customXml" Target="../ink/ink610.xml"/><Relationship Id="rId141" Type="http://schemas.openxmlformats.org/officeDocument/2006/relationships/image" Target="../media/image619.png"/><Relationship Id="rId7" Type="http://schemas.openxmlformats.org/officeDocument/2006/relationships/image" Target="../media/image552.png"/><Relationship Id="rId162" Type="http://schemas.openxmlformats.org/officeDocument/2006/relationships/customXml" Target="../ink/ink631.xml"/><Relationship Id="rId183" Type="http://schemas.openxmlformats.org/officeDocument/2006/relationships/image" Target="../media/image640.png"/><Relationship Id="rId218" Type="http://schemas.openxmlformats.org/officeDocument/2006/relationships/customXml" Target="../ink/ink659.xml"/><Relationship Id="rId239" Type="http://schemas.openxmlformats.org/officeDocument/2006/relationships/image" Target="../media/image668.png"/><Relationship Id="rId250" Type="http://schemas.openxmlformats.org/officeDocument/2006/relationships/customXml" Target="../ink/ink675.xml"/><Relationship Id="rId271" Type="http://schemas.openxmlformats.org/officeDocument/2006/relationships/image" Target="../media/image684.png"/><Relationship Id="rId24" Type="http://schemas.openxmlformats.org/officeDocument/2006/relationships/customXml" Target="../ink/ink562.xml"/><Relationship Id="rId45" Type="http://schemas.openxmlformats.org/officeDocument/2006/relationships/image" Target="../media/image571.png"/><Relationship Id="rId66" Type="http://schemas.openxmlformats.org/officeDocument/2006/relationships/customXml" Target="../ink/ink583.xml"/><Relationship Id="rId87" Type="http://schemas.openxmlformats.org/officeDocument/2006/relationships/image" Target="../media/image592.png"/><Relationship Id="rId110" Type="http://schemas.openxmlformats.org/officeDocument/2006/relationships/customXml" Target="../ink/ink605.xml"/><Relationship Id="rId131" Type="http://schemas.openxmlformats.org/officeDocument/2006/relationships/image" Target="../media/image614.png"/><Relationship Id="rId152" Type="http://schemas.openxmlformats.org/officeDocument/2006/relationships/customXml" Target="../ink/ink626.xml"/><Relationship Id="rId173" Type="http://schemas.openxmlformats.org/officeDocument/2006/relationships/image" Target="../media/image635.png"/><Relationship Id="rId194" Type="http://schemas.openxmlformats.org/officeDocument/2006/relationships/customXml" Target="../ink/ink647.xml"/><Relationship Id="rId208" Type="http://schemas.openxmlformats.org/officeDocument/2006/relationships/customXml" Target="../ink/ink654.xml"/><Relationship Id="rId229" Type="http://schemas.openxmlformats.org/officeDocument/2006/relationships/image" Target="../media/image663.png"/><Relationship Id="rId240" Type="http://schemas.openxmlformats.org/officeDocument/2006/relationships/customXml" Target="../ink/ink670.xml"/><Relationship Id="rId261" Type="http://schemas.openxmlformats.org/officeDocument/2006/relationships/image" Target="../media/image679.png"/><Relationship Id="rId14" Type="http://schemas.openxmlformats.org/officeDocument/2006/relationships/customXml" Target="../ink/ink557.xml"/><Relationship Id="rId35" Type="http://schemas.openxmlformats.org/officeDocument/2006/relationships/image" Target="../media/image566.png"/><Relationship Id="rId56" Type="http://schemas.openxmlformats.org/officeDocument/2006/relationships/customXml" Target="../ink/ink578.xml"/><Relationship Id="rId77" Type="http://schemas.openxmlformats.org/officeDocument/2006/relationships/image" Target="../media/image587.png"/><Relationship Id="rId100" Type="http://schemas.openxmlformats.org/officeDocument/2006/relationships/customXml" Target="../ink/ink600.xml"/><Relationship Id="rId8" Type="http://schemas.openxmlformats.org/officeDocument/2006/relationships/customXml" Target="../ink/ink554.xml"/><Relationship Id="rId98" Type="http://schemas.openxmlformats.org/officeDocument/2006/relationships/customXml" Target="../ink/ink599.xml"/><Relationship Id="rId121" Type="http://schemas.openxmlformats.org/officeDocument/2006/relationships/image" Target="../media/image609.png"/><Relationship Id="rId142" Type="http://schemas.openxmlformats.org/officeDocument/2006/relationships/customXml" Target="../ink/ink621.xml"/><Relationship Id="rId163" Type="http://schemas.openxmlformats.org/officeDocument/2006/relationships/image" Target="../media/image630.png"/><Relationship Id="rId184" Type="http://schemas.openxmlformats.org/officeDocument/2006/relationships/customXml" Target="../ink/ink642.xml"/><Relationship Id="rId219" Type="http://schemas.openxmlformats.org/officeDocument/2006/relationships/image" Target="../media/image658.png"/><Relationship Id="rId230" Type="http://schemas.openxmlformats.org/officeDocument/2006/relationships/customXml" Target="../ink/ink665.xml"/><Relationship Id="rId251" Type="http://schemas.openxmlformats.org/officeDocument/2006/relationships/image" Target="../media/image674.png"/><Relationship Id="rId25" Type="http://schemas.openxmlformats.org/officeDocument/2006/relationships/image" Target="../media/image561.png"/><Relationship Id="rId46" Type="http://schemas.openxmlformats.org/officeDocument/2006/relationships/customXml" Target="../ink/ink573.xml"/><Relationship Id="rId67" Type="http://schemas.openxmlformats.org/officeDocument/2006/relationships/image" Target="../media/image582.png"/><Relationship Id="rId272" Type="http://schemas.openxmlformats.org/officeDocument/2006/relationships/customXml" Target="../ink/ink686.xml"/><Relationship Id="rId88" Type="http://schemas.openxmlformats.org/officeDocument/2006/relationships/customXml" Target="../ink/ink594.xml"/><Relationship Id="rId111" Type="http://schemas.openxmlformats.org/officeDocument/2006/relationships/image" Target="../media/image604.png"/><Relationship Id="rId132" Type="http://schemas.openxmlformats.org/officeDocument/2006/relationships/customXml" Target="../ink/ink616.xml"/><Relationship Id="rId153" Type="http://schemas.openxmlformats.org/officeDocument/2006/relationships/image" Target="../media/image625.png"/><Relationship Id="rId174" Type="http://schemas.openxmlformats.org/officeDocument/2006/relationships/customXml" Target="../ink/ink637.xml"/><Relationship Id="rId195" Type="http://schemas.openxmlformats.org/officeDocument/2006/relationships/image" Target="../media/image646.png"/><Relationship Id="rId209" Type="http://schemas.openxmlformats.org/officeDocument/2006/relationships/image" Target="../media/image653.png"/><Relationship Id="rId220" Type="http://schemas.openxmlformats.org/officeDocument/2006/relationships/customXml" Target="../ink/ink660.xml"/><Relationship Id="rId241" Type="http://schemas.openxmlformats.org/officeDocument/2006/relationships/image" Target="../media/image669.png"/><Relationship Id="rId15" Type="http://schemas.openxmlformats.org/officeDocument/2006/relationships/image" Target="../media/image556.png"/><Relationship Id="rId36" Type="http://schemas.openxmlformats.org/officeDocument/2006/relationships/customXml" Target="../ink/ink568.xml"/><Relationship Id="rId57" Type="http://schemas.openxmlformats.org/officeDocument/2006/relationships/image" Target="../media/image577.png"/><Relationship Id="rId262" Type="http://schemas.openxmlformats.org/officeDocument/2006/relationships/customXml" Target="../ink/ink681.xml"/><Relationship Id="rId78" Type="http://schemas.openxmlformats.org/officeDocument/2006/relationships/customXml" Target="../ink/ink589.xml"/><Relationship Id="rId99" Type="http://schemas.openxmlformats.org/officeDocument/2006/relationships/image" Target="../media/image598.png"/><Relationship Id="rId101" Type="http://schemas.openxmlformats.org/officeDocument/2006/relationships/image" Target="../media/image599.png"/><Relationship Id="rId122" Type="http://schemas.openxmlformats.org/officeDocument/2006/relationships/customXml" Target="../ink/ink611.xml"/><Relationship Id="rId143" Type="http://schemas.openxmlformats.org/officeDocument/2006/relationships/image" Target="../media/image620.png"/><Relationship Id="rId164" Type="http://schemas.openxmlformats.org/officeDocument/2006/relationships/customXml" Target="../ink/ink632.xml"/><Relationship Id="rId185" Type="http://schemas.openxmlformats.org/officeDocument/2006/relationships/image" Target="../media/image641.png"/><Relationship Id="rId9" Type="http://schemas.openxmlformats.org/officeDocument/2006/relationships/image" Target="../media/image553.png"/><Relationship Id="rId210" Type="http://schemas.openxmlformats.org/officeDocument/2006/relationships/customXml" Target="../ink/ink655.xml"/><Relationship Id="rId26" Type="http://schemas.openxmlformats.org/officeDocument/2006/relationships/customXml" Target="../ink/ink563.xml"/><Relationship Id="rId231" Type="http://schemas.openxmlformats.org/officeDocument/2006/relationships/image" Target="../media/image664.png"/><Relationship Id="rId252" Type="http://schemas.openxmlformats.org/officeDocument/2006/relationships/customXml" Target="../ink/ink676.xml"/><Relationship Id="rId273" Type="http://schemas.openxmlformats.org/officeDocument/2006/relationships/image" Target="../media/image685.png"/><Relationship Id="rId47" Type="http://schemas.openxmlformats.org/officeDocument/2006/relationships/image" Target="../media/image572.png"/><Relationship Id="rId68" Type="http://schemas.openxmlformats.org/officeDocument/2006/relationships/customXml" Target="../ink/ink584.xml"/><Relationship Id="rId89" Type="http://schemas.openxmlformats.org/officeDocument/2006/relationships/image" Target="../media/image593.png"/><Relationship Id="rId112" Type="http://schemas.openxmlformats.org/officeDocument/2006/relationships/customXml" Target="../ink/ink606.xml"/><Relationship Id="rId133" Type="http://schemas.openxmlformats.org/officeDocument/2006/relationships/image" Target="../media/image615.png"/><Relationship Id="rId154" Type="http://schemas.openxmlformats.org/officeDocument/2006/relationships/customXml" Target="../ink/ink627.xml"/><Relationship Id="rId175" Type="http://schemas.openxmlformats.org/officeDocument/2006/relationships/image" Target="../media/image636.png"/><Relationship Id="rId196" Type="http://schemas.openxmlformats.org/officeDocument/2006/relationships/customXml" Target="../ink/ink648.xml"/><Relationship Id="rId200" Type="http://schemas.openxmlformats.org/officeDocument/2006/relationships/customXml" Target="../ink/ink650.xml"/><Relationship Id="rId16" Type="http://schemas.openxmlformats.org/officeDocument/2006/relationships/customXml" Target="../ink/ink558.xml"/><Relationship Id="rId221" Type="http://schemas.openxmlformats.org/officeDocument/2006/relationships/image" Target="../media/image659.png"/><Relationship Id="rId242" Type="http://schemas.openxmlformats.org/officeDocument/2006/relationships/customXml" Target="../ink/ink671.xml"/><Relationship Id="rId263" Type="http://schemas.openxmlformats.org/officeDocument/2006/relationships/image" Target="../media/image680.png"/><Relationship Id="rId37" Type="http://schemas.openxmlformats.org/officeDocument/2006/relationships/image" Target="../media/image567.png"/><Relationship Id="rId58" Type="http://schemas.openxmlformats.org/officeDocument/2006/relationships/customXml" Target="../ink/ink579.xml"/><Relationship Id="rId79" Type="http://schemas.openxmlformats.org/officeDocument/2006/relationships/image" Target="../media/image588.png"/><Relationship Id="rId102" Type="http://schemas.openxmlformats.org/officeDocument/2006/relationships/customXml" Target="../ink/ink601.xml"/><Relationship Id="rId123" Type="http://schemas.openxmlformats.org/officeDocument/2006/relationships/image" Target="../media/image610.png"/><Relationship Id="rId144" Type="http://schemas.openxmlformats.org/officeDocument/2006/relationships/customXml" Target="../ink/ink622.xml"/><Relationship Id="rId90" Type="http://schemas.openxmlformats.org/officeDocument/2006/relationships/customXml" Target="../ink/ink595.xml"/><Relationship Id="rId165" Type="http://schemas.openxmlformats.org/officeDocument/2006/relationships/image" Target="../media/image631.png"/><Relationship Id="rId186" Type="http://schemas.openxmlformats.org/officeDocument/2006/relationships/customXml" Target="../ink/ink643.xml"/><Relationship Id="rId211" Type="http://schemas.openxmlformats.org/officeDocument/2006/relationships/image" Target="../media/image654.png"/><Relationship Id="rId232" Type="http://schemas.openxmlformats.org/officeDocument/2006/relationships/customXml" Target="../ink/ink666.xml"/><Relationship Id="rId253" Type="http://schemas.openxmlformats.org/officeDocument/2006/relationships/image" Target="../media/image675.png"/><Relationship Id="rId274" Type="http://schemas.openxmlformats.org/officeDocument/2006/relationships/customXml" Target="../ink/ink687.xml"/><Relationship Id="rId27" Type="http://schemas.openxmlformats.org/officeDocument/2006/relationships/image" Target="../media/image562.png"/><Relationship Id="rId48" Type="http://schemas.openxmlformats.org/officeDocument/2006/relationships/customXml" Target="../ink/ink574.xml"/><Relationship Id="rId69" Type="http://schemas.openxmlformats.org/officeDocument/2006/relationships/image" Target="../media/image583.png"/><Relationship Id="rId113" Type="http://schemas.openxmlformats.org/officeDocument/2006/relationships/image" Target="../media/image605.png"/><Relationship Id="rId134" Type="http://schemas.openxmlformats.org/officeDocument/2006/relationships/customXml" Target="../ink/ink617.xml"/><Relationship Id="rId80" Type="http://schemas.openxmlformats.org/officeDocument/2006/relationships/customXml" Target="../ink/ink590.xml"/><Relationship Id="rId155" Type="http://schemas.openxmlformats.org/officeDocument/2006/relationships/image" Target="../media/image626.png"/><Relationship Id="rId176" Type="http://schemas.openxmlformats.org/officeDocument/2006/relationships/customXml" Target="../ink/ink638.xml"/><Relationship Id="rId197" Type="http://schemas.openxmlformats.org/officeDocument/2006/relationships/image" Target="../media/image647.png"/><Relationship Id="rId201" Type="http://schemas.openxmlformats.org/officeDocument/2006/relationships/image" Target="../media/image649.png"/><Relationship Id="rId222" Type="http://schemas.openxmlformats.org/officeDocument/2006/relationships/customXml" Target="../ink/ink661.xml"/><Relationship Id="rId243" Type="http://schemas.openxmlformats.org/officeDocument/2006/relationships/image" Target="../media/image670.png"/><Relationship Id="rId264" Type="http://schemas.openxmlformats.org/officeDocument/2006/relationships/customXml" Target="../ink/ink682.xml"/><Relationship Id="rId17" Type="http://schemas.openxmlformats.org/officeDocument/2006/relationships/image" Target="../media/image557.png"/><Relationship Id="rId38" Type="http://schemas.openxmlformats.org/officeDocument/2006/relationships/customXml" Target="../ink/ink569.xml"/><Relationship Id="rId59" Type="http://schemas.openxmlformats.org/officeDocument/2006/relationships/image" Target="../media/image578.png"/><Relationship Id="rId103" Type="http://schemas.openxmlformats.org/officeDocument/2006/relationships/image" Target="../media/image600.png"/><Relationship Id="rId124" Type="http://schemas.openxmlformats.org/officeDocument/2006/relationships/customXml" Target="../ink/ink612.xml"/><Relationship Id="rId70" Type="http://schemas.openxmlformats.org/officeDocument/2006/relationships/customXml" Target="../ink/ink585.xml"/><Relationship Id="rId91" Type="http://schemas.openxmlformats.org/officeDocument/2006/relationships/image" Target="../media/image594.png"/><Relationship Id="rId145" Type="http://schemas.openxmlformats.org/officeDocument/2006/relationships/image" Target="../media/image621.png"/><Relationship Id="rId166" Type="http://schemas.openxmlformats.org/officeDocument/2006/relationships/customXml" Target="../ink/ink633.xml"/><Relationship Id="rId187" Type="http://schemas.openxmlformats.org/officeDocument/2006/relationships/image" Target="../media/image642.png"/><Relationship Id="rId1" Type="http://schemas.openxmlformats.org/officeDocument/2006/relationships/slideLayout" Target="../slideLayouts/slideLayout7.xml"/><Relationship Id="rId212" Type="http://schemas.openxmlformats.org/officeDocument/2006/relationships/customXml" Target="../ink/ink656.xml"/><Relationship Id="rId233" Type="http://schemas.openxmlformats.org/officeDocument/2006/relationships/image" Target="../media/image665.png"/><Relationship Id="rId254" Type="http://schemas.openxmlformats.org/officeDocument/2006/relationships/customXml" Target="../ink/ink677.xml"/><Relationship Id="rId28" Type="http://schemas.openxmlformats.org/officeDocument/2006/relationships/customXml" Target="../ink/ink564.xml"/><Relationship Id="rId49" Type="http://schemas.openxmlformats.org/officeDocument/2006/relationships/image" Target="../media/image573.png"/><Relationship Id="rId114" Type="http://schemas.openxmlformats.org/officeDocument/2006/relationships/customXml" Target="../ink/ink607.xml"/><Relationship Id="rId275" Type="http://schemas.openxmlformats.org/officeDocument/2006/relationships/image" Target="../media/image686.png"/><Relationship Id="rId60" Type="http://schemas.openxmlformats.org/officeDocument/2006/relationships/customXml" Target="../ink/ink580.xml"/><Relationship Id="rId81" Type="http://schemas.openxmlformats.org/officeDocument/2006/relationships/image" Target="../media/image589.png"/><Relationship Id="rId135" Type="http://schemas.openxmlformats.org/officeDocument/2006/relationships/image" Target="../media/image616.png"/><Relationship Id="rId156" Type="http://schemas.openxmlformats.org/officeDocument/2006/relationships/customXml" Target="../ink/ink628.xml"/><Relationship Id="rId177" Type="http://schemas.openxmlformats.org/officeDocument/2006/relationships/image" Target="../media/image637.png"/><Relationship Id="rId198" Type="http://schemas.openxmlformats.org/officeDocument/2006/relationships/customXml" Target="../ink/ink649.xml"/><Relationship Id="rId202" Type="http://schemas.openxmlformats.org/officeDocument/2006/relationships/customXml" Target="../ink/ink651.xml"/><Relationship Id="rId223" Type="http://schemas.openxmlformats.org/officeDocument/2006/relationships/image" Target="../media/image660.png"/><Relationship Id="rId244" Type="http://schemas.openxmlformats.org/officeDocument/2006/relationships/customXml" Target="../ink/ink672.xml"/><Relationship Id="rId18" Type="http://schemas.openxmlformats.org/officeDocument/2006/relationships/customXml" Target="../ink/ink559.xml"/><Relationship Id="rId39" Type="http://schemas.openxmlformats.org/officeDocument/2006/relationships/image" Target="../media/image568.png"/><Relationship Id="rId265" Type="http://schemas.openxmlformats.org/officeDocument/2006/relationships/image" Target="../media/image681.png"/><Relationship Id="rId50" Type="http://schemas.openxmlformats.org/officeDocument/2006/relationships/customXml" Target="../ink/ink575.xml"/><Relationship Id="rId104" Type="http://schemas.openxmlformats.org/officeDocument/2006/relationships/customXml" Target="../ink/ink602.xml"/><Relationship Id="rId125" Type="http://schemas.openxmlformats.org/officeDocument/2006/relationships/image" Target="../media/image611.png"/><Relationship Id="rId146" Type="http://schemas.openxmlformats.org/officeDocument/2006/relationships/customXml" Target="../ink/ink623.xml"/><Relationship Id="rId167" Type="http://schemas.openxmlformats.org/officeDocument/2006/relationships/image" Target="../media/image632.png"/><Relationship Id="rId188" Type="http://schemas.openxmlformats.org/officeDocument/2006/relationships/customXml" Target="../ink/ink644.xml"/><Relationship Id="rId71" Type="http://schemas.openxmlformats.org/officeDocument/2006/relationships/image" Target="../media/image584.png"/><Relationship Id="rId92" Type="http://schemas.openxmlformats.org/officeDocument/2006/relationships/customXml" Target="../ink/ink596.xml"/><Relationship Id="rId213" Type="http://schemas.openxmlformats.org/officeDocument/2006/relationships/image" Target="../media/image655.png"/><Relationship Id="rId234" Type="http://schemas.openxmlformats.org/officeDocument/2006/relationships/customXml" Target="../ink/ink667.xml"/><Relationship Id="rId2" Type="http://schemas.openxmlformats.org/officeDocument/2006/relationships/customXml" Target="../ink/ink551.xml"/><Relationship Id="rId29" Type="http://schemas.openxmlformats.org/officeDocument/2006/relationships/image" Target="../media/image563.png"/><Relationship Id="rId255" Type="http://schemas.openxmlformats.org/officeDocument/2006/relationships/image" Target="../media/image676.png"/><Relationship Id="rId276" Type="http://schemas.openxmlformats.org/officeDocument/2006/relationships/customXml" Target="../ink/ink688.xml"/><Relationship Id="rId40" Type="http://schemas.openxmlformats.org/officeDocument/2006/relationships/customXml" Target="../ink/ink570.xml"/><Relationship Id="rId115" Type="http://schemas.openxmlformats.org/officeDocument/2006/relationships/image" Target="../media/image606.png"/><Relationship Id="rId136" Type="http://schemas.openxmlformats.org/officeDocument/2006/relationships/customXml" Target="../ink/ink618.xml"/><Relationship Id="rId157" Type="http://schemas.openxmlformats.org/officeDocument/2006/relationships/image" Target="../media/image627.png"/><Relationship Id="rId178" Type="http://schemas.openxmlformats.org/officeDocument/2006/relationships/customXml" Target="../ink/ink639.xml"/><Relationship Id="rId61" Type="http://schemas.openxmlformats.org/officeDocument/2006/relationships/image" Target="../media/image579.png"/><Relationship Id="rId82" Type="http://schemas.openxmlformats.org/officeDocument/2006/relationships/customXml" Target="../ink/ink591.xml"/><Relationship Id="rId199" Type="http://schemas.openxmlformats.org/officeDocument/2006/relationships/image" Target="../media/image648.png"/><Relationship Id="rId203" Type="http://schemas.openxmlformats.org/officeDocument/2006/relationships/image" Target="../media/image650.png"/><Relationship Id="rId19" Type="http://schemas.openxmlformats.org/officeDocument/2006/relationships/image" Target="../media/image558.png"/><Relationship Id="rId224" Type="http://schemas.openxmlformats.org/officeDocument/2006/relationships/customXml" Target="../ink/ink662.xml"/><Relationship Id="rId245" Type="http://schemas.openxmlformats.org/officeDocument/2006/relationships/image" Target="../media/image671.png"/><Relationship Id="rId266" Type="http://schemas.openxmlformats.org/officeDocument/2006/relationships/customXml" Target="../ink/ink683.xml"/><Relationship Id="rId30" Type="http://schemas.openxmlformats.org/officeDocument/2006/relationships/customXml" Target="../ink/ink565.xml"/><Relationship Id="rId105" Type="http://schemas.openxmlformats.org/officeDocument/2006/relationships/image" Target="../media/image601.png"/><Relationship Id="rId126" Type="http://schemas.openxmlformats.org/officeDocument/2006/relationships/customXml" Target="../ink/ink613.xml"/><Relationship Id="rId147" Type="http://schemas.openxmlformats.org/officeDocument/2006/relationships/image" Target="../media/image622.png"/><Relationship Id="rId168" Type="http://schemas.openxmlformats.org/officeDocument/2006/relationships/customXml" Target="../ink/ink634.xml"/><Relationship Id="rId51" Type="http://schemas.openxmlformats.org/officeDocument/2006/relationships/image" Target="../media/image574.png"/><Relationship Id="rId72" Type="http://schemas.openxmlformats.org/officeDocument/2006/relationships/customXml" Target="../ink/ink586.xml"/><Relationship Id="rId93" Type="http://schemas.openxmlformats.org/officeDocument/2006/relationships/image" Target="../media/image595.png"/><Relationship Id="rId189" Type="http://schemas.openxmlformats.org/officeDocument/2006/relationships/image" Target="../media/image643.png"/><Relationship Id="rId3" Type="http://schemas.openxmlformats.org/officeDocument/2006/relationships/image" Target="../media/image550.png"/><Relationship Id="rId214" Type="http://schemas.openxmlformats.org/officeDocument/2006/relationships/customXml" Target="../ink/ink657.xml"/><Relationship Id="rId235" Type="http://schemas.openxmlformats.org/officeDocument/2006/relationships/image" Target="../media/image666.png"/><Relationship Id="rId256" Type="http://schemas.openxmlformats.org/officeDocument/2006/relationships/customXml" Target="../ink/ink678.xml"/><Relationship Id="rId277" Type="http://schemas.openxmlformats.org/officeDocument/2006/relationships/image" Target="../media/image687.png"/><Relationship Id="rId116" Type="http://schemas.openxmlformats.org/officeDocument/2006/relationships/customXml" Target="../ink/ink608.xml"/><Relationship Id="rId137" Type="http://schemas.openxmlformats.org/officeDocument/2006/relationships/image" Target="../media/image617.png"/><Relationship Id="rId158" Type="http://schemas.openxmlformats.org/officeDocument/2006/relationships/customXml" Target="../ink/ink629.xml"/><Relationship Id="rId20" Type="http://schemas.openxmlformats.org/officeDocument/2006/relationships/customXml" Target="../ink/ink560.xml"/><Relationship Id="rId41" Type="http://schemas.openxmlformats.org/officeDocument/2006/relationships/image" Target="../media/image569.png"/><Relationship Id="rId62" Type="http://schemas.openxmlformats.org/officeDocument/2006/relationships/customXml" Target="../ink/ink581.xml"/><Relationship Id="rId83" Type="http://schemas.openxmlformats.org/officeDocument/2006/relationships/image" Target="../media/image590.png"/><Relationship Id="rId179" Type="http://schemas.openxmlformats.org/officeDocument/2006/relationships/image" Target="../media/image638.png"/><Relationship Id="rId190" Type="http://schemas.openxmlformats.org/officeDocument/2006/relationships/customXml" Target="../ink/ink645.xml"/><Relationship Id="rId204" Type="http://schemas.openxmlformats.org/officeDocument/2006/relationships/customXml" Target="../ink/ink652.xml"/><Relationship Id="rId225" Type="http://schemas.openxmlformats.org/officeDocument/2006/relationships/image" Target="../media/image661.png"/><Relationship Id="rId246" Type="http://schemas.openxmlformats.org/officeDocument/2006/relationships/customXml" Target="../ink/ink673.xml"/><Relationship Id="rId267" Type="http://schemas.openxmlformats.org/officeDocument/2006/relationships/image" Target="../media/image682.png"/><Relationship Id="rId106" Type="http://schemas.openxmlformats.org/officeDocument/2006/relationships/customXml" Target="../ink/ink603.xml"/><Relationship Id="rId127" Type="http://schemas.openxmlformats.org/officeDocument/2006/relationships/image" Target="../media/image612.png"/><Relationship Id="rId10" Type="http://schemas.openxmlformats.org/officeDocument/2006/relationships/customXml" Target="../ink/ink555.xml"/><Relationship Id="rId31" Type="http://schemas.openxmlformats.org/officeDocument/2006/relationships/image" Target="../media/image564.png"/><Relationship Id="rId52" Type="http://schemas.openxmlformats.org/officeDocument/2006/relationships/customXml" Target="../ink/ink576.xml"/><Relationship Id="rId73" Type="http://schemas.openxmlformats.org/officeDocument/2006/relationships/image" Target="../media/image585.png"/><Relationship Id="rId94" Type="http://schemas.openxmlformats.org/officeDocument/2006/relationships/customXml" Target="../ink/ink597.xml"/><Relationship Id="rId148" Type="http://schemas.openxmlformats.org/officeDocument/2006/relationships/customXml" Target="../ink/ink624.xml"/><Relationship Id="rId169" Type="http://schemas.openxmlformats.org/officeDocument/2006/relationships/image" Target="../media/image633.png"/><Relationship Id="rId4" Type="http://schemas.openxmlformats.org/officeDocument/2006/relationships/customXml" Target="../ink/ink552.xml"/><Relationship Id="rId180" Type="http://schemas.openxmlformats.org/officeDocument/2006/relationships/customXml" Target="../ink/ink640.xml"/><Relationship Id="rId215" Type="http://schemas.openxmlformats.org/officeDocument/2006/relationships/image" Target="../media/image656.png"/><Relationship Id="rId236" Type="http://schemas.openxmlformats.org/officeDocument/2006/relationships/customXml" Target="../ink/ink668.xml"/><Relationship Id="rId257" Type="http://schemas.openxmlformats.org/officeDocument/2006/relationships/image" Target="../media/image677.png"/><Relationship Id="rId278" Type="http://schemas.openxmlformats.org/officeDocument/2006/relationships/customXml" Target="../ink/ink689.xml"/><Relationship Id="rId42" Type="http://schemas.openxmlformats.org/officeDocument/2006/relationships/customXml" Target="../ink/ink571.xml"/><Relationship Id="rId84" Type="http://schemas.openxmlformats.org/officeDocument/2006/relationships/customXml" Target="../ink/ink592.xml"/><Relationship Id="rId138" Type="http://schemas.openxmlformats.org/officeDocument/2006/relationships/customXml" Target="../ink/ink619.xml"/><Relationship Id="rId191" Type="http://schemas.openxmlformats.org/officeDocument/2006/relationships/image" Target="../media/image644.png"/><Relationship Id="rId205" Type="http://schemas.openxmlformats.org/officeDocument/2006/relationships/image" Target="../media/image651.png"/><Relationship Id="rId247" Type="http://schemas.openxmlformats.org/officeDocument/2006/relationships/image" Target="../media/image672.png"/><Relationship Id="rId107" Type="http://schemas.openxmlformats.org/officeDocument/2006/relationships/image" Target="../media/image602.png"/><Relationship Id="rId11" Type="http://schemas.openxmlformats.org/officeDocument/2006/relationships/image" Target="../media/image554.png"/><Relationship Id="rId53" Type="http://schemas.openxmlformats.org/officeDocument/2006/relationships/image" Target="../media/image575.png"/><Relationship Id="rId149" Type="http://schemas.openxmlformats.org/officeDocument/2006/relationships/image" Target="../media/image623.png"/><Relationship Id="rId95" Type="http://schemas.openxmlformats.org/officeDocument/2006/relationships/image" Target="../media/image596.png"/><Relationship Id="rId160" Type="http://schemas.openxmlformats.org/officeDocument/2006/relationships/customXml" Target="../ink/ink630.xml"/><Relationship Id="rId216" Type="http://schemas.openxmlformats.org/officeDocument/2006/relationships/customXml" Target="../ink/ink6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8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17" Type="http://schemas.openxmlformats.org/officeDocument/2006/relationships/image" Target="../media/image747.png"/><Relationship Id="rId21" Type="http://schemas.openxmlformats.org/officeDocument/2006/relationships/image" Target="../media/image699.png"/><Relationship Id="rId42" Type="http://schemas.openxmlformats.org/officeDocument/2006/relationships/customXml" Target="../ink/ink710.xml"/><Relationship Id="rId63" Type="http://schemas.openxmlformats.org/officeDocument/2006/relationships/image" Target="../media/image720.png"/><Relationship Id="rId84" Type="http://schemas.openxmlformats.org/officeDocument/2006/relationships/customXml" Target="../ink/ink731.xml"/><Relationship Id="rId138" Type="http://schemas.openxmlformats.org/officeDocument/2006/relationships/customXml" Target="../ink/ink758.xml"/><Relationship Id="rId159" Type="http://schemas.openxmlformats.org/officeDocument/2006/relationships/image" Target="../media/image768.png"/><Relationship Id="rId170" Type="http://schemas.openxmlformats.org/officeDocument/2006/relationships/customXml" Target="../ink/ink774.xml"/><Relationship Id="rId191" Type="http://schemas.openxmlformats.org/officeDocument/2006/relationships/image" Target="../media/image784.png"/><Relationship Id="rId205" Type="http://schemas.openxmlformats.org/officeDocument/2006/relationships/image" Target="../media/image791.png"/><Relationship Id="rId107" Type="http://schemas.openxmlformats.org/officeDocument/2006/relationships/image" Target="../media/image742.png"/><Relationship Id="rId11" Type="http://schemas.openxmlformats.org/officeDocument/2006/relationships/image" Target="../media/image694.png"/><Relationship Id="rId32" Type="http://schemas.openxmlformats.org/officeDocument/2006/relationships/customXml" Target="../ink/ink705.xml"/><Relationship Id="rId53" Type="http://schemas.openxmlformats.org/officeDocument/2006/relationships/image" Target="../media/image715.png"/><Relationship Id="rId74" Type="http://schemas.openxmlformats.org/officeDocument/2006/relationships/customXml" Target="../ink/ink726.xml"/><Relationship Id="rId128" Type="http://schemas.openxmlformats.org/officeDocument/2006/relationships/customXml" Target="../ink/ink753.xml"/><Relationship Id="rId149" Type="http://schemas.openxmlformats.org/officeDocument/2006/relationships/image" Target="../media/image763.png"/><Relationship Id="rId5" Type="http://schemas.openxmlformats.org/officeDocument/2006/relationships/image" Target="../media/image691.png"/><Relationship Id="rId95" Type="http://schemas.openxmlformats.org/officeDocument/2006/relationships/image" Target="../media/image736.png"/><Relationship Id="rId160" Type="http://schemas.openxmlformats.org/officeDocument/2006/relationships/customXml" Target="../ink/ink769.xml"/><Relationship Id="rId181" Type="http://schemas.openxmlformats.org/officeDocument/2006/relationships/image" Target="../media/image779.png"/><Relationship Id="rId216" Type="http://schemas.openxmlformats.org/officeDocument/2006/relationships/customXml" Target="../ink/ink797.xml"/><Relationship Id="rId22" Type="http://schemas.openxmlformats.org/officeDocument/2006/relationships/customXml" Target="../ink/ink700.xml"/><Relationship Id="rId43" Type="http://schemas.openxmlformats.org/officeDocument/2006/relationships/image" Target="../media/image710.png"/><Relationship Id="rId64" Type="http://schemas.openxmlformats.org/officeDocument/2006/relationships/customXml" Target="../ink/ink721.xml"/><Relationship Id="rId118" Type="http://schemas.openxmlformats.org/officeDocument/2006/relationships/customXml" Target="../ink/ink748.xml"/><Relationship Id="rId139" Type="http://schemas.openxmlformats.org/officeDocument/2006/relationships/image" Target="../media/image758.png"/><Relationship Id="rId85" Type="http://schemas.openxmlformats.org/officeDocument/2006/relationships/image" Target="../media/image731.png"/><Relationship Id="rId150" Type="http://schemas.openxmlformats.org/officeDocument/2006/relationships/customXml" Target="../ink/ink764.xml"/><Relationship Id="rId171" Type="http://schemas.openxmlformats.org/officeDocument/2006/relationships/image" Target="../media/image774.png"/><Relationship Id="rId192" Type="http://schemas.openxmlformats.org/officeDocument/2006/relationships/customXml" Target="../ink/ink785.xml"/><Relationship Id="rId206" Type="http://schemas.openxmlformats.org/officeDocument/2006/relationships/customXml" Target="../ink/ink792.xml"/><Relationship Id="rId12" Type="http://schemas.openxmlformats.org/officeDocument/2006/relationships/customXml" Target="../ink/ink695.xml"/><Relationship Id="rId33" Type="http://schemas.openxmlformats.org/officeDocument/2006/relationships/image" Target="../media/image705.png"/><Relationship Id="rId108" Type="http://schemas.openxmlformats.org/officeDocument/2006/relationships/customXml" Target="../ink/ink743.xml"/><Relationship Id="rId129" Type="http://schemas.openxmlformats.org/officeDocument/2006/relationships/image" Target="../media/image753.png"/><Relationship Id="rId54" Type="http://schemas.openxmlformats.org/officeDocument/2006/relationships/customXml" Target="../ink/ink716.xml"/><Relationship Id="rId75" Type="http://schemas.openxmlformats.org/officeDocument/2006/relationships/image" Target="../media/image726.png"/><Relationship Id="rId96" Type="http://schemas.openxmlformats.org/officeDocument/2006/relationships/customXml" Target="../ink/ink737.xml"/><Relationship Id="rId140" Type="http://schemas.openxmlformats.org/officeDocument/2006/relationships/customXml" Target="../ink/ink759.xml"/><Relationship Id="rId161" Type="http://schemas.openxmlformats.org/officeDocument/2006/relationships/image" Target="../media/image769.png"/><Relationship Id="rId182" Type="http://schemas.openxmlformats.org/officeDocument/2006/relationships/customXml" Target="../ink/ink780.xml"/><Relationship Id="rId217" Type="http://schemas.openxmlformats.org/officeDocument/2006/relationships/image" Target="../media/image797.png"/><Relationship Id="rId6" Type="http://schemas.openxmlformats.org/officeDocument/2006/relationships/customXml" Target="../ink/ink692.xml"/><Relationship Id="rId23" Type="http://schemas.openxmlformats.org/officeDocument/2006/relationships/image" Target="../media/image700.png"/><Relationship Id="rId119" Type="http://schemas.openxmlformats.org/officeDocument/2006/relationships/image" Target="../media/image748.png"/><Relationship Id="rId44" Type="http://schemas.openxmlformats.org/officeDocument/2006/relationships/customXml" Target="../ink/ink711.xml"/><Relationship Id="rId65" Type="http://schemas.openxmlformats.org/officeDocument/2006/relationships/image" Target="../media/image721.png"/><Relationship Id="rId86" Type="http://schemas.openxmlformats.org/officeDocument/2006/relationships/customXml" Target="../ink/ink732.xml"/><Relationship Id="rId130" Type="http://schemas.openxmlformats.org/officeDocument/2006/relationships/customXml" Target="../ink/ink754.xml"/><Relationship Id="rId151" Type="http://schemas.openxmlformats.org/officeDocument/2006/relationships/image" Target="../media/image764.png"/><Relationship Id="rId172" Type="http://schemas.openxmlformats.org/officeDocument/2006/relationships/customXml" Target="../ink/ink775.xml"/><Relationship Id="rId193" Type="http://schemas.openxmlformats.org/officeDocument/2006/relationships/image" Target="../media/image785.png"/><Relationship Id="rId207" Type="http://schemas.openxmlformats.org/officeDocument/2006/relationships/image" Target="../media/image792.png"/><Relationship Id="rId13" Type="http://schemas.openxmlformats.org/officeDocument/2006/relationships/image" Target="../media/image695.png"/><Relationship Id="rId109" Type="http://schemas.openxmlformats.org/officeDocument/2006/relationships/image" Target="../media/image743.png"/><Relationship Id="rId34" Type="http://schemas.openxmlformats.org/officeDocument/2006/relationships/customXml" Target="../ink/ink706.xml"/><Relationship Id="rId55" Type="http://schemas.openxmlformats.org/officeDocument/2006/relationships/image" Target="../media/image716.png"/><Relationship Id="rId76" Type="http://schemas.openxmlformats.org/officeDocument/2006/relationships/customXml" Target="../ink/ink727.xml"/><Relationship Id="rId97" Type="http://schemas.openxmlformats.org/officeDocument/2006/relationships/image" Target="../media/image737.png"/><Relationship Id="rId120" Type="http://schemas.openxmlformats.org/officeDocument/2006/relationships/customXml" Target="../ink/ink749.xml"/><Relationship Id="rId141" Type="http://schemas.openxmlformats.org/officeDocument/2006/relationships/image" Target="../media/image759.png"/><Relationship Id="rId7" Type="http://schemas.openxmlformats.org/officeDocument/2006/relationships/image" Target="../media/image692.png"/><Relationship Id="rId162" Type="http://schemas.openxmlformats.org/officeDocument/2006/relationships/customXml" Target="../ink/ink770.xml"/><Relationship Id="rId183" Type="http://schemas.openxmlformats.org/officeDocument/2006/relationships/image" Target="../media/image780.png"/><Relationship Id="rId24" Type="http://schemas.openxmlformats.org/officeDocument/2006/relationships/customXml" Target="../ink/ink701.xml"/><Relationship Id="rId45" Type="http://schemas.openxmlformats.org/officeDocument/2006/relationships/image" Target="../media/image711.png"/><Relationship Id="rId66" Type="http://schemas.openxmlformats.org/officeDocument/2006/relationships/customXml" Target="../ink/ink722.xml"/><Relationship Id="rId87" Type="http://schemas.openxmlformats.org/officeDocument/2006/relationships/image" Target="../media/image732.png"/><Relationship Id="rId110" Type="http://schemas.openxmlformats.org/officeDocument/2006/relationships/customXml" Target="../ink/ink744.xml"/><Relationship Id="rId131" Type="http://schemas.openxmlformats.org/officeDocument/2006/relationships/image" Target="../media/image754.png"/><Relationship Id="rId152" Type="http://schemas.openxmlformats.org/officeDocument/2006/relationships/customXml" Target="../ink/ink765.xml"/><Relationship Id="rId173" Type="http://schemas.openxmlformats.org/officeDocument/2006/relationships/image" Target="../media/image775.png"/><Relationship Id="rId194" Type="http://schemas.openxmlformats.org/officeDocument/2006/relationships/customXml" Target="../ink/ink786.xml"/><Relationship Id="rId208" Type="http://schemas.openxmlformats.org/officeDocument/2006/relationships/customXml" Target="../ink/ink793.xml"/><Relationship Id="rId14" Type="http://schemas.openxmlformats.org/officeDocument/2006/relationships/customXml" Target="../ink/ink696.xml"/><Relationship Id="rId30" Type="http://schemas.openxmlformats.org/officeDocument/2006/relationships/customXml" Target="../ink/ink704.xml"/><Relationship Id="rId35" Type="http://schemas.openxmlformats.org/officeDocument/2006/relationships/image" Target="../media/image706.png"/><Relationship Id="rId56" Type="http://schemas.openxmlformats.org/officeDocument/2006/relationships/customXml" Target="../ink/ink717.xml"/><Relationship Id="rId77" Type="http://schemas.openxmlformats.org/officeDocument/2006/relationships/image" Target="../media/image727.png"/><Relationship Id="rId100" Type="http://schemas.openxmlformats.org/officeDocument/2006/relationships/customXml" Target="../ink/ink739.xml"/><Relationship Id="rId105" Type="http://schemas.openxmlformats.org/officeDocument/2006/relationships/image" Target="../media/image741.png"/><Relationship Id="rId126" Type="http://schemas.openxmlformats.org/officeDocument/2006/relationships/customXml" Target="../ink/ink752.xml"/><Relationship Id="rId147" Type="http://schemas.openxmlformats.org/officeDocument/2006/relationships/image" Target="../media/image762.png"/><Relationship Id="rId168" Type="http://schemas.openxmlformats.org/officeDocument/2006/relationships/customXml" Target="../ink/ink773.xml"/><Relationship Id="rId8" Type="http://schemas.openxmlformats.org/officeDocument/2006/relationships/customXml" Target="../ink/ink693.xml"/><Relationship Id="rId51" Type="http://schemas.openxmlformats.org/officeDocument/2006/relationships/image" Target="../media/image714.png"/><Relationship Id="rId72" Type="http://schemas.openxmlformats.org/officeDocument/2006/relationships/customXml" Target="../ink/ink725.xml"/><Relationship Id="rId93" Type="http://schemas.openxmlformats.org/officeDocument/2006/relationships/image" Target="../media/image735.png"/><Relationship Id="rId98" Type="http://schemas.openxmlformats.org/officeDocument/2006/relationships/customXml" Target="../ink/ink738.xml"/><Relationship Id="rId121" Type="http://schemas.openxmlformats.org/officeDocument/2006/relationships/image" Target="../media/image749.png"/><Relationship Id="rId142" Type="http://schemas.openxmlformats.org/officeDocument/2006/relationships/customXml" Target="../ink/ink760.xml"/><Relationship Id="rId163" Type="http://schemas.openxmlformats.org/officeDocument/2006/relationships/image" Target="../media/image770.png"/><Relationship Id="rId184" Type="http://schemas.openxmlformats.org/officeDocument/2006/relationships/customXml" Target="../ink/ink781.xml"/><Relationship Id="rId189" Type="http://schemas.openxmlformats.org/officeDocument/2006/relationships/image" Target="../media/image783.png"/><Relationship Id="rId3" Type="http://schemas.openxmlformats.org/officeDocument/2006/relationships/image" Target="../media/image690.png"/><Relationship Id="rId214" Type="http://schemas.openxmlformats.org/officeDocument/2006/relationships/customXml" Target="../ink/ink796.xml"/><Relationship Id="rId25" Type="http://schemas.openxmlformats.org/officeDocument/2006/relationships/image" Target="../media/image701.png"/><Relationship Id="rId46" Type="http://schemas.openxmlformats.org/officeDocument/2006/relationships/customXml" Target="../ink/ink712.xml"/><Relationship Id="rId67" Type="http://schemas.openxmlformats.org/officeDocument/2006/relationships/image" Target="../media/image722.png"/><Relationship Id="rId116" Type="http://schemas.openxmlformats.org/officeDocument/2006/relationships/customXml" Target="../ink/ink747.xml"/><Relationship Id="rId137" Type="http://schemas.openxmlformats.org/officeDocument/2006/relationships/image" Target="../media/image757.png"/><Relationship Id="rId158" Type="http://schemas.openxmlformats.org/officeDocument/2006/relationships/customXml" Target="../ink/ink768.xml"/><Relationship Id="rId20" Type="http://schemas.openxmlformats.org/officeDocument/2006/relationships/customXml" Target="../ink/ink699.xml"/><Relationship Id="rId41" Type="http://schemas.openxmlformats.org/officeDocument/2006/relationships/image" Target="../media/image709.png"/><Relationship Id="rId62" Type="http://schemas.openxmlformats.org/officeDocument/2006/relationships/customXml" Target="../ink/ink720.xml"/><Relationship Id="rId83" Type="http://schemas.openxmlformats.org/officeDocument/2006/relationships/image" Target="../media/image730.png"/><Relationship Id="rId88" Type="http://schemas.openxmlformats.org/officeDocument/2006/relationships/customXml" Target="../ink/ink733.xml"/><Relationship Id="rId111" Type="http://schemas.openxmlformats.org/officeDocument/2006/relationships/image" Target="../media/image744.png"/><Relationship Id="rId132" Type="http://schemas.openxmlformats.org/officeDocument/2006/relationships/customXml" Target="../ink/ink755.xml"/><Relationship Id="rId153" Type="http://schemas.openxmlformats.org/officeDocument/2006/relationships/image" Target="../media/image765.png"/><Relationship Id="rId174" Type="http://schemas.openxmlformats.org/officeDocument/2006/relationships/customXml" Target="../ink/ink776.xml"/><Relationship Id="rId179" Type="http://schemas.openxmlformats.org/officeDocument/2006/relationships/image" Target="../media/image778.png"/><Relationship Id="rId195" Type="http://schemas.openxmlformats.org/officeDocument/2006/relationships/image" Target="../media/image786.png"/><Relationship Id="rId209" Type="http://schemas.openxmlformats.org/officeDocument/2006/relationships/image" Target="../media/image793.png"/><Relationship Id="rId190" Type="http://schemas.openxmlformats.org/officeDocument/2006/relationships/customXml" Target="../ink/ink784.xml"/><Relationship Id="rId204" Type="http://schemas.openxmlformats.org/officeDocument/2006/relationships/customXml" Target="../ink/ink791.xml"/><Relationship Id="rId15" Type="http://schemas.openxmlformats.org/officeDocument/2006/relationships/image" Target="../media/image696.png"/><Relationship Id="rId36" Type="http://schemas.openxmlformats.org/officeDocument/2006/relationships/customXml" Target="../ink/ink707.xml"/><Relationship Id="rId57" Type="http://schemas.openxmlformats.org/officeDocument/2006/relationships/image" Target="../media/image717.png"/><Relationship Id="rId106" Type="http://schemas.openxmlformats.org/officeDocument/2006/relationships/customXml" Target="../ink/ink742.xml"/><Relationship Id="rId127" Type="http://schemas.openxmlformats.org/officeDocument/2006/relationships/image" Target="../media/image752.png"/><Relationship Id="rId10" Type="http://schemas.openxmlformats.org/officeDocument/2006/relationships/customXml" Target="../ink/ink694.xml"/><Relationship Id="rId31" Type="http://schemas.openxmlformats.org/officeDocument/2006/relationships/image" Target="../media/image704.png"/><Relationship Id="rId52" Type="http://schemas.openxmlformats.org/officeDocument/2006/relationships/customXml" Target="../ink/ink715.xml"/><Relationship Id="rId73" Type="http://schemas.openxmlformats.org/officeDocument/2006/relationships/image" Target="../media/image725.png"/><Relationship Id="rId78" Type="http://schemas.openxmlformats.org/officeDocument/2006/relationships/customXml" Target="../ink/ink728.xml"/><Relationship Id="rId94" Type="http://schemas.openxmlformats.org/officeDocument/2006/relationships/customXml" Target="../ink/ink736.xml"/><Relationship Id="rId99" Type="http://schemas.openxmlformats.org/officeDocument/2006/relationships/image" Target="../media/image738.png"/><Relationship Id="rId101" Type="http://schemas.openxmlformats.org/officeDocument/2006/relationships/image" Target="../media/image739.png"/><Relationship Id="rId122" Type="http://schemas.openxmlformats.org/officeDocument/2006/relationships/customXml" Target="../ink/ink750.xml"/><Relationship Id="rId143" Type="http://schemas.openxmlformats.org/officeDocument/2006/relationships/image" Target="../media/image760.png"/><Relationship Id="rId148" Type="http://schemas.openxmlformats.org/officeDocument/2006/relationships/customXml" Target="../ink/ink763.xml"/><Relationship Id="rId164" Type="http://schemas.openxmlformats.org/officeDocument/2006/relationships/customXml" Target="../ink/ink771.xml"/><Relationship Id="rId169" Type="http://schemas.openxmlformats.org/officeDocument/2006/relationships/image" Target="../media/image773.png"/><Relationship Id="rId185" Type="http://schemas.openxmlformats.org/officeDocument/2006/relationships/image" Target="../media/image781.png"/><Relationship Id="rId4" Type="http://schemas.openxmlformats.org/officeDocument/2006/relationships/customXml" Target="../ink/ink691.xml"/><Relationship Id="rId9" Type="http://schemas.openxmlformats.org/officeDocument/2006/relationships/image" Target="../media/image693.png"/><Relationship Id="rId180" Type="http://schemas.openxmlformats.org/officeDocument/2006/relationships/customXml" Target="../ink/ink779.xml"/><Relationship Id="rId210" Type="http://schemas.openxmlformats.org/officeDocument/2006/relationships/customXml" Target="../ink/ink794.xml"/><Relationship Id="rId215" Type="http://schemas.openxmlformats.org/officeDocument/2006/relationships/image" Target="../media/image796.png"/><Relationship Id="rId26" Type="http://schemas.openxmlformats.org/officeDocument/2006/relationships/customXml" Target="../ink/ink702.xml"/><Relationship Id="rId47" Type="http://schemas.openxmlformats.org/officeDocument/2006/relationships/image" Target="../media/image712.png"/><Relationship Id="rId68" Type="http://schemas.openxmlformats.org/officeDocument/2006/relationships/customXml" Target="../ink/ink723.xml"/><Relationship Id="rId89" Type="http://schemas.openxmlformats.org/officeDocument/2006/relationships/image" Target="../media/image733.png"/><Relationship Id="rId112" Type="http://schemas.openxmlformats.org/officeDocument/2006/relationships/customXml" Target="../ink/ink745.xml"/><Relationship Id="rId133" Type="http://schemas.openxmlformats.org/officeDocument/2006/relationships/image" Target="../media/image755.png"/><Relationship Id="rId154" Type="http://schemas.openxmlformats.org/officeDocument/2006/relationships/customXml" Target="../ink/ink766.xml"/><Relationship Id="rId175" Type="http://schemas.openxmlformats.org/officeDocument/2006/relationships/image" Target="../media/image776.png"/><Relationship Id="rId196" Type="http://schemas.openxmlformats.org/officeDocument/2006/relationships/customXml" Target="../ink/ink787.xml"/><Relationship Id="rId200" Type="http://schemas.openxmlformats.org/officeDocument/2006/relationships/customXml" Target="../ink/ink789.xml"/><Relationship Id="rId16" Type="http://schemas.openxmlformats.org/officeDocument/2006/relationships/customXml" Target="../ink/ink697.xml"/><Relationship Id="rId37" Type="http://schemas.openxmlformats.org/officeDocument/2006/relationships/image" Target="../media/image707.png"/><Relationship Id="rId58" Type="http://schemas.openxmlformats.org/officeDocument/2006/relationships/customXml" Target="../ink/ink718.xml"/><Relationship Id="rId79" Type="http://schemas.openxmlformats.org/officeDocument/2006/relationships/image" Target="../media/image728.png"/><Relationship Id="rId102" Type="http://schemas.openxmlformats.org/officeDocument/2006/relationships/customXml" Target="../ink/ink740.xml"/><Relationship Id="rId123" Type="http://schemas.openxmlformats.org/officeDocument/2006/relationships/image" Target="../media/image750.png"/><Relationship Id="rId144" Type="http://schemas.openxmlformats.org/officeDocument/2006/relationships/customXml" Target="../ink/ink761.xml"/><Relationship Id="rId90" Type="http://schemas.openxmlformats.org/officeDocument/2006/relationships/customXml" Target="../ink/ink734.xml"/><Relationship Id="rId165" Type="http://schemas.openxmlformats.org/officeDocument/2006/relationships/image" Target="../media/image771.png"/><Relationship Id="rId186" Type="http://schemas.openxmlformats.org/officeDocument/2006/relationships/customXml" Target="../ink/ink782.xml"/><Relationship Id="rId211" Type="http://schemas.openxmlformats.org/officeDocument/2006/relationships/image" Target="../media/image794.png"/><Relationship Id="rId27" Type="http://schemas.openxmlformats.org/officeDocument/2006/relationships/image" Target="../media/image702.png"/><Relationship Id="rId48" Type="http://schemas.openxmlformats.org/officeDocument/2006/relationships/customXml" Target="../ink/ink713.xml"/><Relationship Id="rId69" Type="http://schemas.openxmlformats.org/officeDocument/2006/relationships/image" Target="../media/image723.png"/><Relationship Id="rId113" Type="http://schemas.openxmlformats.org/officeDocument/2006/relationships/image" Target="../media/image745.png"/><Relationship Id="rId134" Type="http://schemas.openxmlformats.org/officeDocument/2006/relationships/customXml" Target="../ink/ink756.xml"/><Relationship Id="rId80" Type="http://schemas.openxmlformats.org/officeDocument/2006/relationships/customXml" Target="../ink/ink729.xml"/><Relationship Id="rId155" Type="http://schemas.openxmlformats.org/officeDocument/2006/relationships/image" Target="../media/image766.png"/><Relationship Id="rId176" Type="http://schemas.openxmlformats.org/officeDocument/2006/relationships/customXml" Target="../ink/ink777.xml"/><Relationship Id="rId197" Type="http://schemas.openxmlformats.org/officeDocument/2006/relationships/image" Target="../media/image787.png"/><Relationship Id="rId201" Type="http://schemas.openxmlformats.org/officeDocument/2006/relationships/image" Target="../media/image789.png"/><Relationship Id="rId17" Type="http://schemas.openxmlformats.org/officeDocument/2006/relationships/image" Target="../media/image697.png"/><Relationship Id="rId38" Type="http://schemas.openxmlformats.org/officeDocument/2006/relationships/customXml" Target="../ink/ink708.xml"/><Relationship Id="rId59" Type="http://schemas.openxmlformats.org/officeDocument/2006/relationships/image" Target="../media/image718.png"/><Relationship Id="rId103" Type="http://schemas.openxmlformats.org/officeDocument/2006/relationships/image" Target="../media/image740.png"/><Relationship Id="rId124" Type="http://schemas.openxmlformats.org/officeDocument/2006/relationships/customXml" Target="../ink/ink751.xml"/><Relationship Id="rId70" Type="http://schemas.openxmlformats.org/officeDocument/2006/relationships/customXml" Target="../ink/ink724.xml"/><Relationship Id="rId91" Type="http://schemas.openxmlformats.org/officeDocument/2006/relationships/image" Target="../media/image734.png"/><Relationship Id="rId145" Type="http://schemas.openxmlformats.org/officeDocument/2006/relationships/image" Target="../media/image761.png"/><Relationship Id="rId166" Type="http://schemas.openxmlformats.org/officeDocument/2006/relationships/customXml" Target="../ink/ink772.xml"/><Relationship Id="rId187" Type="http://schemas.openxmlformats.org/officeDocument/2006/relationships/image" Target="../media/image782.png"/><Relationship Id="rId1" Type="http://schemas.openxmlformats.org/officeDocument/2006/relationships/slideLayout" Target="../slideLayouts/slideLayout7.xml"/><Relationship Id="rId212" Type="http://schemas.openxmlformats.org/officeDocument/2006/relationships/customXml" Target="../ink/ink795.xml"/><Relationship Id="rId28" Type="http://schemas.openxmlformats.org/officeDocument/2006/relationships/customXml" Target="../ink/ink703.xml"/><Relationship Id="rId49" Type="http://schemas.openxmlformats.org/officeDocument/2006/relationships/image" Target="../media/image713.png"/><Relationship Id="rId114" Type="http://schemas.openxmlformats.org/officeDocument/2006/relationships/customXml" Target="../ink/ink746.xml"/><Relationship Id="rId60" Type="http://schemas.openxmlformats.org/officeDocument/2006/relationships/customXml" Target="../ink/ink719.xml"/><Relationship Id="rId81" Type="http://schemas.openxmlformats.org/officeDocument/2006/relationships/image" Target="../media/image729.png"/><Relationship Id="rId135" Type="http://schemas.openxmlformats.org/officeDocument/2006/relationships/image" Target="../media/image756.png"/><Relationship Id="rId156" Type="http://schemas.openxmlformats.org/officeDocument/2006/relationships/customXml" Target="../ink/ink767.xml"/><Relationship Id="rId177" Type="http://schemas.openxmlformats.org/officeDocument/2006/relationships/image" Target="../media/image777.png"/><Relationship Id="rId198" Type="http://schemas.openxmlformats.org/officeDocument/2006/relationships/customXml" Target="../ink/ink788.xml"/><Relationship Id="rId202" Type="http://schemas.openxmlformats.org/officeDocument/2006/relationships/customXml" Target="../ink/ink790.xml"/><Relationship Id="rId18" Type="http://schemas.openxmlformats.org/officeDocument/2006/relationships/customXml" Target="../ink/ink698.xml"/><Relationship Id="rId39" Type="http://schemas.openxmlformats.org/officeDocument/2006/relationships/image" Target="../media/image708.png"/><Relationship Id="rId50" Type="http://schemas.openxmlformats.org/officeDocument/2006/relationships/customXml" Target="../ink/ink714.xml"/><Relationship Id="rId104" Type="http://schemas.openxmlformats.org/officeDocument/2006/relationships/customXml" Target="../ink/ink741.xml"/><Relationship Id="rId125" Type="http://schemas.openxmlformats.org/officeDocument/2006/relationships/image" Target="../media/image751.png"/><Relationship Id="rId146" Type="http://schemas.openxmlformats.org/officeDocument/2006/relationships/customXml" Target="../ink/ink762.xml"/><Relationship Id="rId167" Type="http://schemas.openxmlformats.org/officeDocument/2006/relationships/image" Target="../media/image772.png"/><Relationship Id="rId188" Type="http://schemas.openxmlformats.org/officeDocument/2006/relationships/customXml" Target="../ink/ink783.xml"/><Relationship Id="rId71" Type="http://schemas.openxmlformats.org/officeDocument/2006/relationships/image" Target="../media/image724.png"/><Relationship Id="rId92" Type="http://schemas.openxmlformats.org/officeDocument/2006/relationships/customXml" Target="../ink/ink735.xml"/><Relationship Id="rId213" Type="http://schemas.openxmlformats.org/officeDocument/2006/relationships/image" Target="../media/image795.png"/><Relationship Id="rId2" Type="http://schemas.openxmlformats.org/officeDocument/2006/relationships/customXml" Target="../ink/ink690.xml"/><Relationship Id="rId29" Type="http://schemas.openxmlformats.org/officeDocument/2006/relationships/image" Target="../media/image703.png"/><Relationship Id="rId40" Type="http://schemas.openxmlformats.org/officeDocument/2006/relationships/customXml" Target="../ink/ink709.xml"/><Relationship Id="rId115" Type="http://schemas.openxmlformats.org/officeDocument/2006/relationships/image" Target="../media/image746.png"/><Relationship Id="rId136" Type="http://schemas.openxmlformats.org/officeDocument/2006/relationships/customXml" Target="../ink/ink757.xml"/><Relationship Id="rId157" Type="http://schemas.openxmlformats.org/officeDocument/2006/relationships/image" Target="../media/image767.png"/><Relationship Id="rId178" Type="http://schemas.openxmlformats.org/officeDocument/2006/relationships/customXml" Target="../ink/ink778.xml"/><Relationship Id="rId61" Type="http://schemas.openxmlformats.org/officeDocument/2006/relationships/image" Target="../media/image719.png"/><Relationship Id="rId82" Type="http://schemas.openxmlformats.org/officeDocument/2006/relationships/customXml" Target="../ink/ink730.xml"/><Relationship Id="rId199" Type="http://schemas.openxmlformats.org/officeDocument/2006/relationships/image" Target="../media/image788.png"/><Relationship Id="rId203" Type="http://schemas.openxmlformats.org/officeDocument/2006/relationships/image" Target="../media/image790.png"/><Relationship Id="rId19" Type="http://schemas.openxmlformats.org/officeDocument/2006/relationships/image" Target="../media/image698.png"/></Relationships>
</file>

<file path=ppt/slides/_rels/slide11.xml.rels><?xml version="1.0" encoding="UTF-8" standalone="yes"?>
<Relationships xmlns="http://schemas.openxmlformats.org/package/2006/relationships"><Relationship Id="rId117" Type="http://schemas.openxmlformats.org/officeDocument/2006/relationships/image" Target="../media/image855.png"/><Relationship Id="rId21" Type="http://schemas.openxmlformats.org/officeDocument/2006/relationships/image" Target="../media/image807.png"/><Relationship Id="rId42" Type="http://schemas.openxmlformats.org/officeDocument/2006/relationships/customXml" Target="../ink/ink818.xml"/><Relationship Id="rId63" Type="http://schemas.openxmlformats.org/officeDocument/2006/relationships/image" Target="../media/image828.png"/><Relationship Id="rId84" Type="http://schemas.openxmlformats.org/officeDocument/2006/relationships/customXml" Target="../ink/ink839.xml"/><Relationship Id="rId138" Type="http://schemas.openxmlformats.org/officeDocument/2006/relationships/customXml" Target="../ink/ink866.xml"/><Relationship Id="rId159" Type="http://schemas.openxmlformats.org/officeDocument/2006/relationships/image" Target="../media/image876.png"/><Relationship Id="rId170" Type="http://schemas.openxmlformats.org/officeDocument/2006/relationships/customXml" Target="../ink/ink882.xml"/><Relationship Id="rId191" Type="http://schemas.openxmlformats.org/officeDocument/2006/relationships/image" Target="../media/image892.png"/><Relationship Id="rId205" Type="http://schemas.openxmlformats.org/officeDocument/2006/relationships/image" Target="../media/image899.png"/><Relationship Id="rId226" Type="http://schemas.openxmlformats.org/officeDocument/2006/relationships/customXml" Target="../ink/ink910.xml"/><Relationship Id="rId247" Type="http://schemas.openxmlformats.org/officeDocument/2006/relationships/image" Target="../media/image920.png"/><Relationship Id="rId107" Type="http://schemas.openxmlformats.org/officeDocument/2006/relationships/image" Target="../media/image850.png"/><Relationship Id="rId11" Type="http://schemas.openxmlformats.org/officeDocument/2006/relationships/image" Target="../media/image802.png"/><Relationship Id="rId32" Type="http://schemas.openxmlformats.org/officeDocument/2006/relationships/customXml" Target="../ink/ink813.xml"/><Relationship Id="rId53" Type="http://schemas.openxmlformats.org/officeDocument/2006/relationships/image" Target="../media/image823.png"/><Relationship Id="rId74" Type="http://schemas.openxmlformats.org/officeDocument/2006/relationships/customXml" Target="../ink/ink834.xml"/><Relationship Id="rId128" Type="http://schemas.openxmlformats.org/officeDocument/2006/relationships/customXml" Target="../ink/ink861.xml"/><Relationship Id="rId149" Type="http://schemas.openxmlformats.org/officeDocument/2006/relationships/image" Target="../media/image871.png"/><Relationship Id="rId5" Type="http://schemas.openxmlformats.org/officeDocument/2006/relationships/image" Target="../media/image799.png"/><Relationship Id="rId95" Type="http://schemas.openxmlformats.org/officeDocument/2006/relationships/image" Target="../media/image844.png"/><Relationship Id="rId160" Type="http://schemas.openxmlformats.org/officeDocument/2006/relationships/customXml" Target="../ink/ink877.xml"/><Relationship Id="rId181" Type="http://schemas.openxmlformats.org/officeDocument/2006/relationships/image" Target="../media/image887.png"/><Relationship Id="rId216" Type="http://schemas.openxmlformats.org/officeDocument/2006/relationships/customXml" Target="../ink/ink905.xml"/><Relationship Id="rId237" Type="http://schemas.openxmlformats.org/officeDocument/2006/relationships/image" Target="../media/image915.png"/><Relationship Id="rId22" Type="http://schemas.openxmlformats.org/officeDocument/2006/relationships/customXml" Target="../ink/ink808.xml"/><Relationship Id="rId43" Type="http://schemas.openxmlformats.org/officeDocument/2006/relationships/image" Target="../media/image818.png"/><Relationship Id="rId64" Type="http://schemas.openxmlformats.org/officeDocument/2006/relationships/customXml" Target="../ink/ink829.xml"/><Relationship Id="rId118" Type="http://schemas.openxmlformats.org/officeDocument/2006/relationships/customXml" Target="../ink/ink856.xml"/><Relationship Id="rId139" Type="http://schemas.openxmlformats.org/officeDocument/2006/relationships/image" Target="../media/image866.png"/><Relationship Id="rId85" Type="http://schemas.openxmlformats.org/officeDocument/2006/relationships/image" Target="../media/image839.png"/><Relationship Id="rId150" Type="http://schemas.openxmlformats.org/officeDocument/2006/relationships/customXml" Target="../ink/ink872.xml"/><Relationship Id="rId171" Type="http://schemas.openxmlformats.org/officeDocument/2006/relationships/image" Target="../media/image882.png"/><Relationship Id="rId192" Type="http://schemas.openxmlformats.org/officeDocument/2006/relationships/customXml" Target="../ink/ink893.xml"/><Relationship Id="rId206" Type="http://schemas.openxmlformats.org/officeDocument/2006/relationships/customXml" Target="../ink/ink900.xml"/><Relationship Id="rId227" Type="http://schemas.openxmlformats.org/officeDocument/2006/relationships/image" Target="../media/image910.png"/><Relationship Id="rId12" Type="http://schemas.openxmlformats.org/officeDocument/2006/relationships/customXml" Target="../ink/ink803.xml"/><Relationship Id="rId33" Type="http://schemas.openxmlformats.org/officeDocument/2006/relationships/image" Target="../media/image813.png"/><Relationship Id="rId108" Type="http://schemas.openxmlformats.org/officeDocument/2006/relationships/customXml" Target="../ink/ink851.xml"/><Relationship Id="rId129" Type="http://schemas.openxmlformats.org/officeDocument/2006/relationships/image" Target="../media/image861.png"/><Relationship Id="rId54" Type="http://schemas.openxmlformats.org/officeDocument/2006/relationships/customXml" Target="../ink/ink824.xml"/><Relationship Id="rId75" Type="http://schemas.openxmlformats.org/officeDocument/2006/relationships/image" Target="../media/image834.png"/><Relationship Id="rId96" Type="http://schemas.openxmlformats.org/officeDocument/2006/relationships/customXml" Target="../ink/ink845.xml"/><Relationship Id="rId140" Type="http://schemas.openxmlformats.org/officeDocument/2006/relationships/customXml" Target="../ink/ink867.xml"/><Relationship Id="rId161" Type="http://schemas.openxmlformats.org/officeDocument/2006/relationships/image" Target="../media/image877.png"/><Relationship Id="rId182" Type="http://schemas.openxmlformats.org/officeDocument/2006/relationships/customXml" Target="../ink/ink888.xml"/><Relationship Id="rId217" Type="http://schemas.openxmlformats.org/officeDocument/2006/relationships/image" Target="../media/image905.png"/><Relationship Id="rId6" Type="http://schemas.openxmlformats.org/officeDocument/2006/relationships/customXml" Target="../ink/ink800.xml"/><Relationship Id="rId238" Type="http://schemas.openxmlformats.org/officeDocument/2006/relationships/customXml" Target="../ink/ink916.xml"/><Relationship Id="rId23" Type="http://schemas.openxmlformats.org/officeDocument/2006/relationships/image" Target="../media/image808.png"/><Relationship Id="rId119" Type="http://schemas.openxmlformats.org/officeDocument/2006/relationships/image" Target="../media/image856.png"/><Relationship Id="rId44" Type="http://schemas.openxmlformats.org/officeDocument/2006/relationships/customXml" Target="../ink/ink819.xml"/><Relationship Id="rId65" Type="http://schemas.openxmlformats.org/officeDocument/2006/relationships/image" Target="../media/image829.png"/><Relationship Id="rId86" Type="http://schemas.openxmlformats.org/officeDocument/2006/relationships/customXml" Target="../ink/ink840.xml"/><Relationship Id="rId130" Type="http://schemas.openxmlformats.org/officeDocument/2006/relationships/customXml" Target="../ink/ink862.xml"/><Relationship Id="rId151" Type="http://schemas.openxmlformats.org/officeDocument/2006/relationships/image" Target="../media/image872.png"/><Relationship Id="rId172" Type="http://schemas.openxmlformats.org/officeDocument/2006/relationships/customXml" Target="../ink/ink883.xml"/><Relationship Id="rId193" Type="http://schemas.openxmlformats.org/officeDocument/2006/relationships/image" Target="../media/image893.png"/><Relationship Id="rId207" Type="http://schemas.openxmlformats.org/officeDocument/2006/relationships/image" Target="../media/image900.png"/><Relationship Id="rId228" Type="http://schemas.openxmlformats.org/officeDocument/2006/relationships/customXml" Target="../ink/ink911.xml"/><Relationship Id="rId13" Type="http://schemas.openxmlformats.org/officeDocument/2006/relationships/image" Target="../media/image803.png"/><Relationship Id="rId109" Type="http://schemas.openxmlformats.org/officeDocument/2006/relationships/image" Target="../media/image851.png"/><Relationship Id="rId34" Type="http://schemas.openxmlformats.org/officeDocument/2006/relationships/customXml" Target="../ink/ink814.xml"/><Relationship Id="rId55" Type="http://schemas.openxmlformats.org/officeDocument/2006/relationships/image" Target="../media/image824.png"/><Relationship Id="rId76" Type="http://schemas.openxmlformats.org/officeDocument/2006/relationships/customXml" Target="../ink/ink835.xml"/><Relationship Id="rId97" Type="http://schemas.openxmlformats.org/officeDocument/2006/relationships/image" Target="../media/image845.png"/><Relationship Id="rId120" Type="http://schemas.openxmlformats.org/officeDocument/2006/relationships/customXml" Target="../ink/ink857.xml"/><Relationship Id="rId141" Type="http://schemas.openxmlformats.org/officeDocument/2006/relationships/image" Target="../media/image867.png"/><Relationship Id="rId7" Type="http://schemas.openxmlformats.org/officeDocument/2006/relationships/image" Target="../media/image800.png"/><Relationship Id="rId162" Type="http://schemas.openxmlformats.org/officeDocument/2006/relationships/customXml" Target="../ink/ink878.xml"/><Relationship Id="rId183" Type="http://schemas.openxmlformats.org/officeDocument/2006/relationships/image" Target="../media/image888.png"/><Relationship Id="rId218" Type="http://schemas.openxmlformats.org/officeDocument/2006/relationships/customXml" Target="../ink/ink906.xml"/><Relationship Id="rId239" Type="http://schemas.openxmlformats.org/officeDocument/2006/relationships/image" Target="../media/image916.png"/><Relationship Id="rId24" Type="http://schemas.openxmlformats.org/officeDocument/2006/relationships/customXml" Target="../ink/ink809.xml"/><Relationship Id="rId45" Type="http://schemas.openxmlformats.org/officeDocument/2006/relationships/image" Target="../media/image819.png"/><Relationship Id="rId66" Type="http://schemas.openxmlformats.org/officeDocument/2006/relationships/customXml" Target="../ink/ink830.xml"/><Relationship Id="rId87" Type="http://schemas.openxmlformats.org/officeDocument/2006/relationships/image" Target="../media/image840.png"/><Relationship Id="rId110" Type="http://schemas.openxmlformats.org/officeDocument/2006/relationships/customXml" Target="../ink/ink852.xml"/><Relationship Id="rId131" Type="http://schemas.openxmlformats.org/officeDocument/2006/relationships/image" Target="../media/image862.png"/><Relationship Id="rId152" Type="http://schemas.openxmlformats.org/officeDocument/2006/relationships/customXml" Target="../ink/ink873.xml"/><Relationship Id="rId173" Type="http://schemas.openxmlformats.org/officeDocument/2006/relationships/image" Target="../media/image883.png"/><Relationship Id="rId194" Type="http://schemas.openxmlformats.org/officeDocument/2006/relationships/customXml" Target="../ink/ink894.xml"/><Relationship Id="rId208" Type="http://schemas.openxmlformats.org/officeDocument/2006/relationships/customXml" Target="../ink/ink901.xml"/><Relationship Id="rId229" Type="http://schemas.openxmlformats.org/officeDocument/2006/relationships/image" Target="../media/image911.png"/><Relationship Id="rId240" Type="http://schemas.openxmlformats.org/officeDocument/2006/relationships/customXml" Target="../ink/ink917.xml"/><Relationship Id="rId14" Type="http://schemas.openxmlformats.org/officeDocument/2006/relationships/customXml" Target="../ink/ink804.xml"/><Relationship Id="rId35" Type="http://schemas.openxmlformats.org/officeDocument/2006/relationships/image" Target="../media/image814.png"/><Relationship Id="rId56" Type="http://schemas.openxmlformats.org/officeDocument/2006/relationships/customXml" Target="../ink/ink825.xml"/><Relationship Id="rId77" Type="http://schemas.openxmlformats.org/officeDocument/2006/relationships/image" Target="../media/image835.png"/><Relationship Id="rId100" Type="http://schemas.openxmlformats.org/officeDocument/2006/relationships/customXml" Target="../ink/ink847.xml"/><Relationship Id="rId8" Type="http://schemas.openxmlformats.org/officeDocument/2006/relationships/customXml" Target="../ink/ink801.xml"/><Relationship Id="rId98" Type="http://schemas.openxmlformats.org/officeDocument/2006/relationships/customXml" Target="../ink/ink846.xml"/><Relationship Id="rId121" Type="http://schemas.openxmlformats.org/officeDocument/2006/relationships/image" Target="../media/image857.png"/><Relationship Id="rId142" Type="http://schemas.openxmlformats.org/officeDocument/2006/relationships/customXml" Target="../ink/ink868.xml"/><Relationship Id="rId163" Type="http://schemas.openxmlformats.org/officeDocument/2006/relationships/image" Target="../media/image878.png"/><Relationship Id="rId184" Type="http://schemas.openxmlformats.org/officeDocument/2006/relationships/customXml" Target="../ink/ink889.xml"/><Relationship Id="rId219" Type="http://schemas.openxmlformats.org/officeDocument/2006/relationships/image" Target="../media/image906.png"/><Relationship Id="rId230" Type="http://schemas.openxmlformats.org/officeDocument/2006/relationships/customXml" Target="../ink/ink912.xml"/><Relationship Id="rId25" Type="http://schemas.openxmlformats.org/officeDocument/2006/relationships/image" Target="../media/image809.png"/><Relationship Id="rId46" Type="http://schemas.openxmlformats.org/officeDocument/2006/relationships/customXml" Target="../ink/ink820.xml"/><Relationship Id="rId67" Type="http://schemas.openxmlformats.org/officeDocument/2006/relationships/image" Target="../media/image830.png"/><Relationship Id="rId88" Type="http://schemas.openxmlformats.org/officeDocument/2006/relationships/customXml" Target="../ink/ink841.xml"/><Relationship Id="rId111" Type="http://schemas.openxmlformats.org/officeDocument/2006/relationships/image" Target="../media/image852.png"/><Relationship Id="rId132" Type="http://schemas.openxmlformats.org/officeDocument/2006/relationships/customXml" Target="../ink/ink863.xml"/><Relationship Id="rId153" Type="http://schemas.openxmlformats.org/officeDocument/2006/relationships/image" Target="../media/image873.png"/><Relationship Id="rId174" Type="http://schemas.openxmlformats.org/officeDocument/2006/relationships/customXml" Target="../ink/ink884.xml"/><Relationship Id="rId195" Type="http://schemas.openxmlformats.org/officeDocument/2006/relationships/image" Target="../media/image894.png"/><Relationship Id="rId209" Type="http://schemas.openxmlformats.org/officeDocument/2006/relationships/image" Target="../media/image901.png"/><Relationship Id="rId220" Type="http://schemas.openxmlformats.org/officeDocument/2006/relationships/customXml" Target="../ink/ink907.xml"/><Relationship Id="rId241" Type="http://schemas.openxmlformats.org/officeDocument/2006/relationships/image" Target="../media/image917.png"/><Relationship Id="rId15" Type="http://schemas.openxmlformats.org/officeDocument/2006/relationships/image" Target="../media/image804.png"/><Relationship Id="rId36" Type="http://schemas.openxmlformats.org/officeDocument/2006/relationships/customXml" Target="../ink/ink815.xml"/><Relationship Id="rId57" Type="http://schemas.openxmlformats.org/officeDocument/2006/relationships/image" Target="../media/image825.png"/><Relationship Id="rId10" Type="http://schemas.openxmlformats.org/officeDocument/2006/relationships/customXml" Target="../ink/ink802.xml"/><Relationship Id="rId31" Type="http://schemas.openxmlformats.org/officeDocument/2006/relationships/image" Target="../media/image812.png"/><Relationship Id="rId52" Type="http://schemas.openxmlformats.org/officeDocument/2006/relationships/customXml" Target="../ink/ink823.xml"/><Relationship Id="rId73" Type="http://schemas.openxmlformats.org/officeDocument/2006/relationships/image" Target="../media/image833.png"/><Relationship Id="rId78" Type="http://schemas.openxmlformats.org/officeDocument/2006/relationships/customXml" Target="../ink/ink836.xml"/><Relationship Id="rId94" Type="http://schemas.openxmlformats.org/officeDocument/2006/relationships/customXml" Target="../ink/ink844.xml"/><Relationship Id="rId99" Type="http://schemas.openxmlformats.org/officeDocument/2006/relationships/image" Target="../media/image846.png"/><Relationship Id="rId101" Type="http://schemas.openxmlformats.org/officeDocument/2006/relationships/image" Target="../media/image847.png"/><Relationship Id="rId122" Type="http://schemas.openxmlformats.org/officeDocument/2006/relationships/customXml" Target="../ink/ink858.xml"/><Relationship Id="rId143" Type="http://schemas.openxmlformats.org/officeDocument/2006/relationships/image" Target="../media/image868.png"/><Relationship Id="rId148" Type="http://schemas.openxmlformats.org/officeDocument/2006/relationships/customXml" Target="../ink/ink871.xml"/><Relationship Id="rId164" Type="http://schemas.openxmlformats.org/officeDocument/2006/relationships/customXml" Target="../ink/ink879.xml"/><Relationship Id="rId169" Type="http://schemas.openxmlformats.org/officeDocument/2006/relationships/image" Target="../media/image881.png"/><Relationship Id="rId185" Type="http://schemas.openxmlformats.org/officeDocument/2006/relationships/image" Target="../media/image889.png"/><Relationship Id="rId4" Type="http://schemas.openxmlformats.org/officeDocument/2006/relationships/customXml" Target="../ink/ink799.xml"/><Relationship Id="rId9" Type="http://schemas.openxmlformats.org/officeDocument/2006/relationships/image" Target="../media/image801.png"/><Relationship Id="rId180" Type="http://schemas.openxmlformats.org/officeDocument/2006/relationships/customXml" Target="../ink/ink887.xml"/><Relationship Id="rId210" Type="http://schemas.openxmlformats.org/officeDocument/2006/relationships/customXml" Target="../ink/ink902.xml"/><Relationship Id="rId215" Type="http://schemas.openxmlformats.org/officeDocument/2006/relationships/image" Target="../media/image904.png"/><Relationship Id="rId236" Type="http://schemas.openxmlformats.org/officeDocument/2006/relationships/customXml" Target="../ink/ink915.xml"/><Relationship Id="rId26" Type="http://schemas.openxmlformats.org/officeDocument/2006/relationships/customXml" Target="../ink/ink810.xml"/><Relationship Id="rId231" Type="http://schemas.openxmlformats.org/officeDocument/2006/relationships/image" Target="../media/image912.png"/><Relationship Id="rId47" Type="http://schemas.openxmlformats.org/officeDocument/2006/relationships/image" Target="../media/image820.png"/><Relationship Id="rId68" Type="http://schemas.openxmlformats.org/officeDocument/2006/relationships/customXml" Target="../ink/ink831.xml"/><Relationship Id="rId89" Type="http://schemas.openxmlformats.org/officeDocument/2006/relationships/image" Target="../media/image841.png"/><Relationship Id="rId112" Type="http://schemas.openxmlformats.org/officeDocument/2006/relationships/customXml" Target="../ink/ink853.xml"/><Relationship Id="rId133" Type="http://schemas.openxmlformats.org/officeDocument/2006/relationships/image" Target="../media/image863.png"/><Relationship Id="rId154" Type="http://schemas.openxmlformats.org/officeDocument/2006/relationships/customXml" Target="../ink/ink874.xml"/><Relationship Id="rId175" Type="http://schemas.openxmlformats.org/officeDocument/2006/relationships/image" Target="../media/image884.png"/><Relationship Id="rId196" Type="http://schemas.openxmlformats.org/officeDocument/2006/relationships/customXml" Target="../ink/ink895.xml"/><Relationship Id="rId200" Type="http://schemas.openxmlformats.org/officeDocument/2006/relationships/customXml" Target="../ink/ink897.xml"/><Relationship Id="rId16" Type="http://schemas.openxmlformats.org/officeDocument/2006/relationships/customXml" Target="../ink/ink805.xml"/><Relationship Id="rId221" Type="http://schemas.openxmlformats.org/officeDocument/2006/relationships/image" Target="../media/image907.png"/><Relationship Id="rId242" Type="http://schemas.openxmlformats.org/officeDocument/2006/relationships/customXml" Target="../ink/ink918.xml"/><Relationship Id="rId37" Type="http://schemas.openxmlformats.org/officeDocument/2006/relationships/image" Target="../media/image815.png"/><Relationship Id="rId58" Type="http://schemas.openxmlformats.org/officeDocument/2006/relationships/customXml" Target="../ink/ink826.xml"/><Relationship Id="rId79" Type="http://schemas.openxmlformats.org/officeDocument/2006/relationships/image" Target="../media/image836.png"/><Relationship Id="rId102" Type="http://schemas.openxmlformats.org/officeDocument/2006/relationships/customXml" Target="../ink/ink848.xml"/><Relationship Id="rId123" Type="http://schemas.openxmlformats.org/officeDocument/2006/relationships/image" Target="../media/image858.png"/><Relationship Id="rId144" Type="http://schemas.openxmlformats.org/officeDocument/2006/relationships/customXml" Target="../ink/ink869.xml"/><Relationship Id="rId90" Type="http://schemas.openxmlformats.org/officeDocument/2006/relationships/customXml" Target="../ink/ink842.xml"/><Relationship Id="rId165" Type="http://schemas.openxmlformats.org/officeDocument/2006/relationships/image" Target="../media/image879.png"/><Relationship Id="rId186" Type="http://schemas.openxmlformats.org/officeDocument/2006/relationships/customXml" Target="../ink/ink890.xml"/><Relationship Id="rId211" Type="http://schemas.openxmlformats.org/officeDocument/2006/relationships/image" Target="../media/image902.png"/><Relationship Id="rId232" Type="http://schemas.openxmlformats.org/officeDocument/2006/relationships/customXml" Target="../ink/ink913.xml"/><Relationship Id="rId27" Type="http://schemas.openxmlformats.org/officeDocument/2006/relationships/image" Target="../media/image810.png"/><Relationship Id="rId48" Type="http://schemas.openxmlformats.org/officeDocument/2006/relationships/customXml" Target="../ink/ink821.xml"/><Relationship Id="rId69" Type="http://schemas.openxmlformats.org/officeDocument/2006/relationships/image" Target="../media/image831.png"/><Relationship Id="rId113" Type="http://schemas.openxmlformats.org/officeDocument/2006/relationships/image" Target="../media/image853.png"/><Relationship Id="rId134" Type="http://schemas.openxmlformats.org/officeDocument/2006/relationships/customXml" Target="../ink/ink864.xml"/><Relationship Id="rId80" Type="http://schemas.openxmlformats.org/officeDocument/2006/relationships/customXml" Target="../ink/ink837.xml"/><Relationship Id="rId155" Type="http://schemas.openxmlformats.org/officeDocument/2006/relationships/image" Target="../media/image874.png"/><Relationship Id="rId176" Type="http://schemas.openxmlformats.org/officeDocument/2006/relationships/customXml" Target="../ink/ink885.xml"/><Relationship Id="rId197" Type="http://schemas.openxmlformats.org/officeDocument/2006/relationships/image" Target="../media/image895.png"/><Relationship Id="rId201" Type="http://schemas.openxmlformats.org/officeDocument/2006/relationships/image" Target="../media/image897.png"/><Relationship Id="rId222" Type="http://schemas.openxmlformats.org/officeDocument/2006/relationships/customXml" Target="../ink/ink908.xml"/><Relationship Id="rId243" Type="http://schemas.openxmlformats.org/officeDocument/2006/relationships/image" Target="../media/image918.png"/><Relationship Id="rId17" Type="http://schemas.openxmlformats.org/officeDocument/2006/relationships/image" Target="../media/image805.png"/><Relationship Id="rId38" Type="http://schemas.openxmlformats.org/officeDocument/2006/relationships/customXml" Target="../ink/ink816.xml"/><Relationship Id="rId59" Type="http://schemas.openxmlformats.org/officeDocument/2006/relationships/image" Target="../media/image826.png"/><Relationship Id="rId103" Type="http://schemas.openxmlformats.org/officeDocument/2006/relationships/image" Target="../media/image848.png"/><Relationship Id="rId124" Type="http://schemas.openxmlformats.org/officeDocument/2006/relationships/customXml" Target="../ink/ink859.xml"/><Relationship Id="rId70" Type="http://schemas.openxmlformats.org/officeDocument/2006/relationships/customXml" Target="../ink/ink832.xml"/><Relationship Id="rId91" Type="http://schemas.openxmlformats.org/officeDocument/2006/relationships/image" Target="../media/image842.png"/><Relationship Id="rId145" Type="http://schemas.openxmlformats.org/officeDocument/2006/relationships/image" Target="../media/image869.png"/><Relationship Id="rId166" Type="http://schemas.openxmlformats.org/officeDocument/2006/relationships/customXml" Target="../ink/ink880.xml"/><Relationship Id="rId187" Type="http://schemas.openxmlformats.org/officeDocument/2006/relationships/image" Target="../media/image890.png"/><Relationship Id="rId1" Type="http://schemas.openxmlformats.org/officeDocument/2006/relationships/slideLayout" Target="../slideLayouts/slideLayout7.xml"/><Relationship Id="rId212" Type="http://schemas.openxmlformats.org/officeDocument/2006/relationships/customXml" Target="../ink/ink903.xml"/><Relationship Id="rId233" Type="http://schemas.openxmlformats.org/officeDocument/2006/relationships/image" Target="../media/image913.png"/><Relationship Id="rId28" Type="http://schemas.openxmlformats.org/officeDocument/2006/relationships/customXml" Target="../ink/ink811.xml"/><Relationship Id="rId49" Type="http://schemas.openxmlformats.org/officeDocument/2006/relationships/image" Target="../media/image821.png"/><Relationship Id="rId114" Type="http://schemas.openxmlformats.org/officeDocument/2006/relationships/customXml" Target="../ink/ink854.xml"/><Relationship Id="rId60" Type="http://schemas.openxmlformats.org/officeDocument/2006/relationships/customXml" Target="../ink/ink827.xml"/><Relationship Id="rId81" Type="http://schemas.openxmlformats.org/officeDocument/2006/relationships/image" Target="../media/image837.png"/><Relationship Id="rId135" Type="http://schemas.openxmlformats.org/officeDocument/2006/relationships/image" Target="../media/image864.png"/><Relationship Id="rId156" Type="http://schemas.openxmlformats.org/officeDocument/2006/relationships/customXml" Target="../ink/ink875.xml"/><Relationship Id="rId177" Type="http://schemas.openxmlformats.org/officeDocument/2006/relationships/image" Target="../media/image885.png"/><Relationship Id="rId198" Type="http://schemas.openxmlformats.org/officeDocument/2006/relationships/customXml" Target="../ink/ink896.xml"/><Relationship Id="rId202" Type="http://schemas.openxmlformats.org/officeDocument/2006/relationships/customXml" Target="../ink/ink898.xml"/><Relationship Id="rId223" Type="http://schemas.openxmlformats.org/officeDocument/2006/relationships/image" Target="../media/image908.png"/><Relationship Id="rId244" Type="http://schemas.openxmlformats.org/officeDocument/2006/relationships/customXml" Target="../ink/ink919.xml"/><Relationship Id="rId18" Type="http://schemas.openxmlformats.org/officeDocument/2006/relationships/customXml" Target="../ink/ink806.xml"/><Relationship Id="rId39" Type="http://schemas.openxmlformats.org/officeDocument/2006/relationships/image" Target="../media/image816.png"/><Relationship Id="rId50" Type="http://schemas.openxmlformats.org/officeDocument/2006/relationships/customXml" Target="../ink/ink822.xml"/><Relationship Id="rId104" Type="http://schemas.openxmlformats.org/officeDocument/2006/relationships/customXml" Target="../ink/ink849.xml"/><Relationship Id="rId125" Type="http://schemas.openxmlformats.org/officeDocument/2006/relationships/image" Target="../media/image859.png"/><Relationship Id="rId146" Type="http://schemas.openxmlformats.org/officeDocument/2006/relationships/customXml" Target="../ink/ink870.xml"/><Relationship Id="rId167" Type="http://schemas.openxmlformats.org/officeDocument/2006/relationships/image" Target="../media/image880.png"/><Relationship Id="rId188" Type="http://schemas.openxmlformats.org/officeDocument/2006/relationships/customXml" Target="../ink/ink891.xml"/><Relationship Id="rId71" Type="http://schemas.openxmlformats.org/officeDocument/2006/relationships/image" Target="../media/image832.png"/><Relationship Id="rId92" Type="http://schemas.openxmlformats.org/officeDocument/2006/relationships/customXml" Target="../ink/ink843.xml"/><Relationship Id="rId213" Type="http://schemas.openxmlformats.org/officeDocument/2006/relationships/image" Target="../media/image903.png"/><Relationship Id="rId234" Type="http://schemas.openxmlformats.org/officeDocument/2006/relationships/customXml" Target="../ink/ink914.xml"/><Relationship Id="rId2" Type="http://schemas.openxmlformats.org/officeDocument/2006/relationships/customXml" Target="../ink/ink798.xml"/><Relationship Id="rId29" Type="http://schemas.openxmlformats.org/officeDocument/2006/relationships/image" Target="../media/image811.png"/><Relationship Id="rId40" Type="http://schemas.openxmlformats.org/officeDocument/2006/relationships/customXml" Target="../ink/ink817.xml"/><Relationship Id="rId115" Type="http://schemas.openxmlformats.org/officeDocument/2006/relationships/image" Target="../media/image854.png"/><Relationship Id="rId136" Type="http://schemas.openxmlformats.org/officeDocument/2006/relationships/customXml" Target="../ink/ink865.xml"/><Relationship Id="rId157" Type="http://schemas.openxmlformats.org/officeDocument/2006/relationships/image" Target="../media/image875.png"/><Relationship Id="rId178" Type="http://schemas.openxmlformats.org/officeDocument/2006/relationships/customXml" Target="../ink/ink886.xml"/><Relationship Id="rId61" Type="http://schemas.openxmlformats.org/officeDocument/2006/relationships/image" Target="../media/image827.png"/><Relationship Id="rId82" Type="http://schemas.openxmlformats.org/officeDocument/2006/relationships/customXml" Target="../ink/ink838.xml"/><Relationship Id="rId199" Type="http://schemas.openxmlformats.org/officeDocument/2006/relationships/image" Target="../media/image896.png"/><Relationship Id="rId203" Type="http://schemas.openxmlformats.org/officeDocument/2006/relationships/image" Target="../media/image898.png"/><Relationship Id="rId19" Type="http://schemas.openxmlformats.org/officeDocument/2006/relationships/image" Target="../media/image806.png"/><Relationship Id="rId224" Type="http://schemas.openxmlformats.org/officeDocument/2006/relationships/customXml" Target="../ink/ink909.xml"/><Relationship Id="rId245" Type="http://schemas.openxmlformats.org/officeDocument/2006/relationships/image" Target="../media/image919.png"/><Relationship Id="rId30" Type="http://schemas.openxmlformats.org/officeDocument/2006/relationships/customXml" Target="../ink/ink812.xml"/><Relationship Id="rId105" Type="http://schemas.openxmlformats.org/officeDocument/2006/relationships/image" Target="../media/image849.png"/><Relationship Id="rId126" Type="http://schemas.openxmlformats.org/officeDocument/2006/relationships/customXml" Target="../ink/ink860.xml"/><Relationship Id="rId147" Type="http://schemas.openxmlformats.org/officeDocument/2006/relationships/image" Target="../media/image870.png"/><Relationship Id="rId168" Type="http://schemas.openxmlformats.org/officeDocument/2006/relationships/customXml" Target="../ink/ink881.xml"/><Relationship Id="rId51" Type="http://schemas.openxmlformats.org/officeDocument/2006/relationships/image" Target="../media/image822.png"/><Relationship Id="rId72" Type="http://schemas.openxmlformats.org/officeDocument/2006/relationships/customXml" Target="../ink/ink833.xml"/><Relationship Id="rId93" Type="http://schemas.openxmlformats.org/officeDocument/2006/relationships/image" Target="../media/image843.png"/><Relationship Id="rId189" Type="http://schemas.openxmlformats.org/officeDocument/2006/relationships/image" Target="../media/image891.png"/><Relationship Id="rId3" Type="http://schemas.openxmlformats.org/officeDocument/2006/relationships/image" Target="../media/image798.png"/><Relationship Id="rId214" Type="http://schemas.openxmlformats.org/officeDocument/2006/relationships/customXml" Target="../ink/ink904.xml"/><Relationship Id="rId235" Type="http://schemas.openxmlformats.org/officeDocument/2006/relationships/image" Target="../media/image914.png"/><Relationship Id="rId116" Type="http://schemas.openxmlformats.org/officeDocument/2006/relationships/customXml" Target="../ink/ink855.xml"/><Relationship Id="rId137" Type="http://schemas.openxmlformats.org/officeDocument/2006/relationships/image" Target="../media/image865.png"/><Relationship Id="rId158" Type="http://schemas.openxmlformats.org/officeDocument/2006/relationships/customXml" Target="../ink/ink876.xml"/><Relationship Id="rId20" Type="http://schemas.openxmlformats.org/officeDocument/2006/relationships/customXml" Target="../ink/ink807.xml"/><Relationship Id="rId41" Type="http://schemas.openxmlformats.org/officeDocument/2006/relationships/image" Target="../media/image817.png"/><Relationship Id="rId62" Type="http://schemas.openxmlformats.org/officeDocument/2006/relationships/customXml" Target="../ink/ink828.xml"/><Relationship Id="rId83" Type="http://schemas.openxmlformats.org/officeDocument/2006/relationships/image" Target="../media/image838.png"/><Relationship Id="rId179" Type="http://schemas.openxmlformats.org/officeDocument/2006/relationships/image" Target="../media/image886.png"/><Relationship Id="rId190" Type="http://schemas.openxmlformats.org/officeDocument/2006/relationships/customXml" Target="../ink/ink892.xml"/><Relationship Id="rId204" Type="http://schemas.openxmlformats.org/officeDocument/2006/relationships/customXml" Target="../ink/ink899.xml"/><Relationship Id="rId225" Type="http://schemas.openxmlformats.org/officeDocument/2006/relationships/image" Target="../media/image909.png"/><Relationship Id="rId246" Type="http://schemas.openxmlformats.org/officeDocument/2006/relationships/customXml" Target="../ink/ink920.xml"/><Relationship Id="rId106" Type="http://schemas.openxmlformats.org/officeDocument/2006/relationships/customXml" Target="../ink/ink850.xml"/><Relationship Id="rId127" Type="http://schemas.openxmlformats.org/officeDocument/2006/relationships/image" Target="../media/image860.png"/></Relationships>
</file>

<file path=ppt/slides/_rels/slide12.xml.rels><?xml version="1.0" encoding="UTF-8" standalone="yes"?>
<Relationships xmlns="http://schemas.openxmlformats.org/package/2006/relationships"><Relationship Id="rId117" Type="http://schemas.openxmlformats.org/officeDocument/2006/relationships/image" Target="../media/image978.png"/><Relationship Id="rId299" Type="http://schemas.openxmlformats.org/officeDocument/2006/relationships/image" Target="../media/image1069.png"/><Relationship Id="rId21" Type="http://schemas.openxmlformats.org/officeDocument/2006/relationships/image" Target="../media/image930.png"/><Relationship Id="rId63" Type="http://schemas.openxmlformats.org/officeDocument/2006/relationships/image" Target="../media/image951.png"/><Relationship Id="rId159" Type="http://schemas.openxmlformats.org/officeDocument/2006/relationships/image" Target="../media/image999.png"/><Relationship Id="rId324" Type="http://schemas.openxmlformats.org/officeDocument/2006/relationships/customXml" Target="../ink/ink1082.xml"/><Relationship Id="rId170" Type="http://schemas.openxmlformats.org/officeDocument/2006/relationships/customXml" Target="../ink/ink1005.xml"/><Relationship Id="rId226" Type="http://schemas.openxmlformats.org/officeDocument/2006/relationships/customXml" Target="../ink/ink1033.xml"/><Relationship Id="rId268" Type="http://schemas.openxmlformats.org/officeDocument/2006/relationships/customXml" Target="../ink/ink1054.xml"/><Relationship Id="rId32" Type="http://schemas.openxmlformats.org/officeDocument/2006/relationships/customXml" Target="../ink/ink936.xml"/><Relationship Id="rId74" Type="http://schemas.openxmlformats.org/officeDocument/2006/relationships/customXml" Target="../ink/ink957.xml"/><Relationship Id="rId128" Type="http://schemas.openxmlformats.org/officeDocument/2006/relationships/customXml" Target="../ink/ink984.xml"/><Relationship Id="rId335" Type="http://schemas.openxmlformats.org/officeDocument/2006/relationships/image" Target="../media/image1087.png"/><Relationship Id="rId5" Type="http://schemas.openxmlformats.org/officeDocument/2006/relationships/image" Target="../media/image922.png"/><Relationship Id="rId181" Type="http://schemas.openxmlformats.org/officeDocument/2006/relationships/image" Target="../media/image1010.png"/><Relationship Id="rId237" Type="http://schemas.openxmlformats.org/officeDocument/2006/relationships/image" Target="../media/image1038.png"/><Relationship Id="rId279" Type="http://schemas.openxmlformats.org/officeDocument/2006/relationships/image" Target="../media/image1059.png"/><Relationship Id="rId43" Type="http://schemas.openxmlformats.org/officeDocument/2006/relationships/image" Target="../media/image941.png"/><Relationship Id="rId139" Type="http://schemas.openxmlformats.org/officeDocument/2006/relationships/image" Target="../media/image989.png"/><Relationship Id="rId290" Type="http://schemas.openxmlformats.org/officeDocument/2006/relationships/customXml" Target="../ink/ink1065.xml"/><Relationship Id="rId304" Type="http://schemas.openxmlformats.org/officeDocument/2006/relationships/customXml" Target="../ink/ink1072.xml"/><Relationship Id="rId85" Type="http://schemas.openxmlformats.org/officeDocument/2006/relationships/image" Target="../media/image962.png"/><Relationship Id="rId150" Type="http://schemas.openxmlformats.org/officeDocument/2006/relationships/customXml" Target="../ink/ink995.xml"/><Relationship Id="rId192" Type="http://schemas.openxmlformats.org/officeDocument/2006/relationships/customXml" Target="../ink/ink1016.xml"/><Relationship Id="rId206" Type="http://schemas.openxmlformats.org/officeDocument/2006/relationships/customXml" Target="../ink/ink1023.xml"/><Relationship Id="rId248" Type="http://schemas.openxmlformats.org/officeDocument/2006/relationships/customXml" Target="../ink/ink1044.xml"/><Relationship Id="rId12" Type="http://schemas.openxmlformats.org/officeDocument/2006/relationships/customXml" Target="../ink/ink926.xml"/><Relationship Id="rId108" Type="http://schemas.openxmlformats.org/officeDocument/2006/relationships/customXml" Target="../ink/ink974.xml"/><Relationship Id="rId315" Type="http://schemas.openxmlformats.org/officeDocument/2006/relationships/image" Target="../media/image1077.png"/><Relationship Id="rId54" Type="http://schemas.openxmlformats.org/officeDocument/2006/relationships/customXml" Target="../ink/ink947.xml"/><Relationship Id="rId96" Type="http://schemas.openxmlformats.org/officeDocument/2006/relationships/customXml" Target="../ink/ink968.xml"/><Relationship Id="rId161" Type="http://schemas.openxmlformats.org/officeDocument/2006/relationships/image" Target="../media/image1000.png"/><Relationship Id="rId217" Type="http://schemas.openxmlformats.org/officeDocument/2006/relationships/image" Target="../media/image1028.png"/><Relationship Id="rId259" Type="http://schemas.openxmlformats.org/officeDocument/2006/relationships/image" Target="../media/image1049.png"/><Relationship Id="rId23" Type="http://schemas.openxmlformats.org/officeDocument/2006/relationships/image" Target="../media/image931.png"/><Relationship Id="rId119" Type="http://schemas.openxmlformats.org/officeDocument/2006/relationships/image" Target="../media/image979.png"/><Relationship Id="rId270" Type="http://schemas.openxmlformats.org/officeDocument/2006/relationships/customXml" Target="../ink/ink1055.xml"/><Relationship Id="rId326" Type="http://schemas.openxmlformats.org/officeDocument/2006/relationships/customXml" Target="../ink/ink1083.xml"/><Relationship Id="rId65" Type="http://schemas.openxmlformats.org/officeDocument/2006/relationships/image" Target="../media/image952.png"/><Relationship Id="rId130" Type="http://schemas.openxmlformats.org/officeDocument/2006/relationships/customXml" Target="../ink/ink985.xml"/><Relationship Id="rId172" Type="http://schemas.openxmlformats.org/officeDocument/2006/relationships/customXml" Target="../ink/ink1006.xml"/><Relationship Id="rId228" Type="http://schemas.openxmlformats.org/officeDocument/2006/relationships/customXml" Target="../ink/ink1034.xml"/><Relationship Id="rId281" Type="http://schemas.openxmlformats.org/officeDocument/2006/relationships/image" Target="../media/image1060.png"/><Relationship Id="rId337" Type="http://schemas.openxmlformats.org/officeDocument/2006/relationships/image" Target="../media/image1088.png"/><Relationship Id="rId34" Type="http://schemas.openxmlformats.org/officeDocument/2006/relationships/customXml" Target="../ink/ink937.xml"/><Relationship Id="rId76" Type="http://schemas.openxmlformats.org/officeDocument/2006/relationships/customXml" Target="../ink/ink958.xml"/><Relationship Id="rId141" Type="http://schemas.openxmlformats.org/officeDocument/2006/relationships/image" Target="../media/image990.png"/><Relationship Id="rId7" Type="http://schemas.openxmlformats.org/officeDocument/2006/relationships/image" Target="../media/image923.png"/><Relationship Id="rId183" Type="http://schemas.openxmlformats.org/officeDocument/2006/relationships/image" Target="../media/image1011.png"/><Relationship Id="rId239" Type="http://schemas.openxmlformats.org/officeDocument/2006/relationships/image" Target="../media/image1039.png"/><Relationship Id="rId250" Type="http://schemas.openxmlformats.org/officeDocument/2006/relationships/customXml" Target="../ink/ink1045.xml"/><Relationship Id="rId292" Type="http://schemas.openxmlformats.org/officeDocument/2006/relationships/customXml" Target="../ink/ink1066.xml"/><Relationship Id="rId306" Type="http://schemas.openxmlformats.org/officeDocument/2006/relationships/customXml" Target="../ink/ink1073.xml"/><Relationship Id="rId45" Type="http://schemas.openxmlformats.org/officeDocument/2006/relationships/image" Target="../media/image942.png"/><Relationship Id="rId87" Type="http://schemas.openxmlformats.org/officeDocument/2006/relationships/image" Target="../media/image963.png"/><Relationship Id="rId110" Type="http://schemas.openxmlformats.org/officeDocument/2006/relationships/customXml" Target="../ink/ink975.xml"/><Relationship Id="rId152" Type="http://schemas.openxmlformats.org/officeDocument/2006/relationships/customXml" Target="../ink/ink996.xml"/><Relationship Id="rId194" Type="http://schemas.openxmlformats.org/officeDocument/2006/relationships/customXml" Target="../ink/ink1017.xml"/><Relationship Id="rId208" Type="http://schemas.openxmlformats.org/officeDocument/2006/relationships/customXml" Target="../ink/ink1024.xml"/><Relationship Id="rId240" Type="http://schemas.openxmlformats.org/officeDocument/2006/relationships/customXml" Target="../ink/ink1040.xml"/><Relationship Id="rId261" Type="http://schemas.openxmlformats.org/officeDocument/2006/relationships/image" Target="../media/image1050.png"/><Relationship Id="rId14" Type="http://schemas.openxmlformats.org/officeDocument/2006/relationships/customXml" Target="../ink/ink927.xml"/><Relationship Id="rId35" Type="http://schemas.openxmlformats.org/officeDocument/2006/relationships/image" Target="../media/image937.png"/><Relationship Id="rId56" Type="http://schemas.openxmlformats.org/officeDocument/2006/relationships/customXml" Target="../ink/ink948.xml"/><Relationship Id="rId77" Type="http://schemas.openxmlformats.org/officeDocument/2006/relationships/image" Target="../media/image958.png"/><Relationship Id="rId100" Type="http://schemas.openxmlformats.org/officeDocument/2006/relationships/customXml" Target="../ink/ink970.xml"/><Relationship Id="rId282" Type="http://schemas.openxmlformats.org/officeDocument/2006/relationships/customXml" Target="../ink/ink1061.xml"/><Relationship Id="rId317" Type="http://schemas.openxmlformats.org/officeDocument/2006/relationships/image" Target="../media/image1078.png"/><Relationship Id="rId338" Type="http://schemas.openxmlformats.org/officeDocument/2006/relationships/customXml" Target="../ink/ink1089.xml"/><Relationship Id="rId8" Type="http://schemas.openxmlformats.org/officeDocument/2006/relationships/customXml" Target="../ink/ink924.xml"/><Relationship Id="rId98" Type="http://schemas.openxmlformats.org/officeDocument/2006/relationships/customXml" Target="../ink/ink969.xml"/><Relationship Id="rId121" Type="http://schemas.openxmlformats.org/officeDocument/2006/relationships/image" Target="../media/image980.png"/><Relationship Id="rId142" Type="http://schemas.openxmlformats.org/officeDocument/2006/relationships/customXml" Target="../ink/ink991.xml"/><Relationship Id="rId163" Type="http://schemas.openxmlformats.org/officeDocument/2006/relationships/image" Target="../media/image1001.png"/><Relationship Id="rId184" Type="http://schemas.openxmlformats.org/officeDocument/2006/relationships/customXml" Target="../ink/ink1012.xml"/><Relationship Id="rId219" Type="http://schemas.openxmlformats.org/officeDocument/2006/relationships/image" Target="../media/image1029.png"/><Relationship Id="rId230" Type="http://schemas.openxmlformats.org/officeDocument/2006/relationships/customXml" Target="../ink/ink1035.xml"/><Relationship Id="rId251" Type="http://schemas.openxmlformats.org/officeDocument/2006/relationships/image" Target="../media/image1045.png"/><Relationship Id="rId25" Type="http://schemas.openxmlformats.org/officeDocument/2006/relationships/image" Target="../media/image932.png"/><Relationship Id="rId46" Type="http://schemas.openxmlformats.org/officeDocument/2006/relationships/customXml" Target="../ink/ink943.xml"/><Relationship Id="rId67" Type="http://schemas.openxmlformats.org/officeDocument/2006/relationships/image" Target="../media/image953.png"/><Relationship Id="rId272" Type="http://schemas.openxmlformats.org/officeDocument/2006/relationships/customXml" Target="../ink/ink1056.xml"/><Relationship Id="rId293" Type="http://schemas.openxmlformats.org/officeDocument/2006/relationships/image" Target="../media/image1066.png"/><Relationship Id="rId307" Type="http://schemas.openxmlformats.org/officeDocument/2006/relationships/image" Target="../media/image1073.png"/><Relationship Id="rId328" Type="http://schemas.openxmlformats.org/officeDocument/2006/relationships/customXml" Target="../ink/ink1084.xml"/><Relationship Id="rId88" Type="http://schemas.openxmlformats.org/officeDocument/2006/relationships/customXml" Target="../ink/ink964.xml"/><Relationship Id="rId111" Type="http://schemas.openxmlformats.org/officeDocument/2006/relationships/image" Target="../media/image975.png"/><Relationship Id="rId132" Type="http://schemas.openxmlformats.org/officeDocument/2006/relationships/customXml" Target="../ink/ink986.xml"/><Relationship Id="rId153" Type="http://schemas.openxmlformats.org/officeDocument/2006/relationships/image" Target="../media/image996.png"/><Relationship Id="rId174" Type="http://schemas.openxmlformats.org/officeDocument/2006/relationships/customXml" Target="../ink/ink1007.xml"/><Relationship Id="rId195" Type="http://schemas.openxmlformats.org/officeDocument/2006/relationships/image" Target="../media/image1017.png"/><Relationship Id="rId209" Type="http://schemas.openxmlformats.org/officeDocument/2006/relationships/image" Target="../media/image1024.png"/><Relationship Id="rId220" Type="http://schemas.openxmlformats.org/officeDocument/2006/relationships/customXml" Target="../ink/ink1030.xml"/><Relationship Id="rId241" Type="http://schemas.openxmlformats.org/officeDocument/2006/relationships/image" Target="../media/image1040.png"/><Relationship Id="rId15" Type="http://schemas.openxmlformats.org/officeDocument/2006/relationships/image" Target="../media/image927.png"/><Relationship Id="rId36" Type="http://schemas.openxmlformats.org/officeDocument/2006/relationships/customXml" Target="../ink/ink938.xml"/><Relationship Id="rId57" Type="http://schemas.openxmlformats.org/officeDocument/2006/relationships/image" Target="../media/image948.png"/><Relationship Id="rId262" Type="http://schemas.openxmlformats.org/officeDocument/2006/relationships/customXml" Target="../ink/ink1051.xml"/><Relationship Id="rId283" Type="http://schemas.openxmlformats.org/officeDocument/2006/relationships/image" Target="../media/image1061.png"/><Relationship Id="rId318" Type="http://schemas.openxmlformats.org/officeDocument/2006/relationships/customXml" Target="../ink/ink1079.xml"/><Relationship Id="rId339" Type="http://schemas.openxmlformats.org/officeDocument/2006/relationships/image" Target="../media/image1089.png"/><Relationship Id="rId78" Type="http://schemas.openxmlformats.org/officeDocument/2006/relationships/customXml" Target="../ink/ink959.xml"/><Relationship Id="rId99" Type="http://schemas.openxmlformats.org/officeDocument/2006/relationships/image" Target="../media/image969.png"/><Relationship Id="rId101" Type="http://schemas.openxmlformats.org/officeDocument/2006/relationships/image" Target="../media/image970.png"/><Relationship Id="rId122" Type="http://schemas.openxmlformats.org/officeDocument/2006/relationships/customXml" Target="../ink/ink981.xml"/><Relationship Id="rId143" Type="http://schemas.openxmlformats.org/officeDocument/2006/relationships/image" Target="../media/image991.png"/><Relationship Id="rId164" Type="http://schemas.openxmlformats.org/officeDocument/2006/relationships/customXml" Target="../ink/ink1002.xml"/><Relationship Id="rId185" Type="http://schemas.openxmlformats.org/officeDocument/2006/relationships/image" Target="../media/image1012.png"/><Relationship Id="rId9" Type="http://schemas.openxmlformats.org/officeDocument/2006/relationships/image" Target="../media/image924.png"/><Relationship Id="rId210" Type="http://schemas.openxmlformats.org/officeDocument/2006/relationships/customXml" Target="../ink/ink1025.xml"/><Relationship Id="rId26" Type="http://schemas.openxmlformats.org/officeDocument/2006/relationships/customXml" Target="../ink/ink933.xml"/><Relationship Id="rId231" Type="http://schemas.openxmlformats.org/officeDocument/2006/relationships/image" Target="../media/image1035.png"/><Relationship Id="rId252" Type="http://schemas.openxmlformats.org/officeDocument/2006/relationships/customXml" Target="../ink/ink1046.xml"/><Relationship Id="rId273" Type="http://schemas.openxmlformats.org/officeDocument/2006/relationships/image" Target="../media/image1056.png"/><Relationship Id="rId294" Type="http://schemas.openxmlformats.org/officeDocument/2006/relationships/customXml" Target="../ink/ink1067.xml"/><Relationship Id="rId308" Type="http://schemas.openxmlformats.org/officeDocument/2006/relationships/customXml" Target="../ink/ink1074.xml"/><Relationship Id="rId329" Type="http://schemas.openxmlformats.org/officeDocument/2006/relationships/image" Target="../media/image1084.png"/><Relationship Id="rId47" Type="http://schemas.openxmlformats.org/officeDocument/2006/relationships/image" Target="../media/image943.png"/><Relationship Id="rId68" Type="http://schemas.openxmlformats.org/officeDocument/2006/relationships/customXml" Target="../ink/ink954.xml"/><Relationship Id="rId89" Type="http://schemas.openxmlformats.org/officeDocument/2006/relationships/image" Target="../media/image964.png"/><Relationship Id="rId112" Type="http://schemas.openxmlformats.org/officeDocument/2006/relationships/customXml" Target="../ink/ink976.xml"/><Relationship Id="rId133" Type="http://schemas.openxmlformats.org/officeDocument/2006/relationships/image" Target="../media/image986.png"/><Relationship Id="rId154" Type="http://schemas.openxmlformats.org/officeDocument/2006/relationships/customXml" Target="../ink/ink997.xml"/><Relationship Id="rId175" Type="http://schemas.openxmlformats.org/officeDocument/2006/relationships/image" Target="../media/image1007.png"/><Relationship Id="rId340" Type="http://schemas.openxmlformats.org/officeDocument/2006/relationships/customXml" Target="../ink/ink1090.xml"/><Relationship Id="rId196" Type="http://schemas.openxmlformats.org/officeDocument/2006/relationships/customXml" Target="../ink/ink1018.xml"/><Relationship Id="rId200" Type="http://schemas.openxmlformats.org/officeDocument/2006/relationships/customXml" Target="../ink/ink1020.xml"/><Relationship Id="rId16" Type="http://schemas.openxmlformats.org/officeDocument/2006/relationships/customXml" Target="../ink/ink928.xml"/><Relationship Id="rId221" Type="http://schemas.openxmlformats.org/officeDocument/2006/relationships/image" Target="../media/image1030.png"/><Relationship Id="rId242" Type="http://schemas.openxmlformats.org/officeDocument/2006/relationships/customXml" Target="../ink/ink1041.xml"/><Relationship Id="rId263" Type="http://schemas.openxmlformats.org/officeDocument/2006/relationships/image" Target="../media/image1051.png"/><Relationship Id="rId284" Type="http://schemas.openxmlformats.org/officeDocument/2006/relationships/customXml" Target="../ink/ink1062.xml"/><Relationship Id="rId319" Type="http://schemas.openxmlformats.org/officeDocument/2006/relationships/image" Target="../media/image1079.png"/><Relationship Id="rId37" Type="http://schemas.openxmlformats.org/officeDocument/2006/relationships/image" Target="../media/image938.png"/><Relationship Id="rId58" Type="http://schemas.openxmlformats.org/officeDocument/2006/relationships/customXml" Target="../ink/ink949.xml"/><Relationship Id="rId79" Type="http://schemas.openxmlformats.org/officeDocument/2006/relationships/image" Target="../media/image959.png"/><Relationship Id="rId102" Type="http://schemas.openxmlformats.org/officeDocument/2006/relationships/customXml" Target="../ink/ink971.xml"/><Relationship Id="rId123" Type="http://schemas.openxmlformats.org/officeDocument/2006/relationships/image" Target="../media/image981.png"/><Relationship Id="rId144" Type="http://schemas.openxmlformats.org/officeDocument/2006/relationships/customXml" Target="../ink/ink992.xml"/><Relationship Id="rId330" Type="http://schemas.openxmlformats.org/officeDocument/2006/relationships/customXml" Target="../ink/ink1085.xml"/><Relationship Id="rId90" Type="http://schemas.openxmlformats.org/officeDocument/2006/relationships/customXml" Target="../ink/ink965.xml"/><Relationship Id="rId165" Type="http://schemas.openxmlformats.org/officeDocument/2006/relationships/image" Target="../media/image1002.png"/><Relationship Id="rId186" Type="http://schemas.openxmlformats.org/officeDocument/2006/relationships/customXml" Target="../ink/ink1013.xml"/><Relationship Id="rId211" Type="http://schemas.openxmlformats.org/officeDocument/2006/relationships/image" Target="../media/image1025.png"/><Relationship Id="rId232" Type="http://schemas.openxmlformats.org/officeDocument/2006/relationships/customXml" Target="../ink/ink1036.xml"/><Relationship Id="rId253" Type="http://schemas.openxmlformats.org/officeDocument/2006/relationships/image" Target="../media/image1046.png"/><Relationship Id="rId274" Type="http://schemas.openxmlformats.org/officeDocument/2006/relationships/customXml" Target="../ink/ink1057.xml"/><Relationship Id="rId295" Type="http://schemas.openxmlformats.org/officeDocument/2006/relationships/image" Target="../media/image1067.png"/><Relationship Id="rId309" Type="http://schemas.openxmlformats.org/officeDocument/2006/relationships/image" Target="../media/image1074.png"/><Relationship Id="rId27" Type="http://schemas.openxmlformats.org/officeDocument/2006/relationships/image" Target="../media/image933.png"/><Relationship Id="rId48" Type="http://schemas.openxmlformats.org/officeDocument/2006/relationships/customXml" Target="../ink/ink944.xml"/><Relationship Id="rId69" Type="http://schemas.openxmlformats.org/officeDocument/2006/relationships/image" Target="../media/image954.png"/><Relationship Id="rId113" Type="http://schemas.openxmlformats.org/officeDocument/2006/relationships/image" Target="../media/image976.png"/><Relationship Id="rId134" Type="http://schemas.openxmlformats.org/officeDocument/2006/relationships/customXml" Target="../ink/ink987.xml"/><Relationship Id="rId320" Type="http://schemas.openxmlformats.org/officeDocument/2006/relationships/customXml" Target="../ink/ink1080.xml"/><Relationship Id="rId80" Type="http://schemas.openxmlformats.org/officeDocument/2006/relationships/customXml" Target="../ink/ink960.xml"/><Relationship Id="rId155" Type="http://schemas.openxmlformats.org/officeDocument/2006/relationships/image" Target="../media/image997.png"/><Relationship Id="rId176" Type="http://schemas.openxmlformats.org/officeDocument/2006/relationships/customXml" Target="../ink/ink1008.xml"/><Relationship Id="rId197" Type="http://schemas.openxmlformats.org/officeDocument/2006/relationships/image" Target="../media/image1018.png"/><Relationship Id="rId341" Type="http://schemas.openxmlformats.org/officeDocument/2006/relationships/image" Target="../media/image1090.png"/><Relationship Id="rId201" Type="http://schemas.openxmlformats.org/officeDocument/2006/relationships/image" Target="../media/image1020.png"/><Relationship Id="rId222" Type="http://schemas.openxmlformats.org/officeDocument/2006/relationships/customXml" Target="../ink/ink1031.xml"/><Relationship Id="rId243" Type="http://schemas.openxmlformats.org/officeDocument/2006/relationships/image" Target="../media/image1041.png"/><Relationship Id="rId264" Type="http://schemas.openxmlformats.org/officeDocument/2006/relationships/customXml" Target="../ink/ink1052.xml"/><Relationship Id="rId285" Type="http://schemas.openxmlformats.org/officeDocument/2006/relationships/image" Target="../media/image1062.png"/><Relationship Id="rId17" Type="http://schemas.openxmlformats.org/officeDocument/2006/relationships/image" Target="../media/image928.png"/><Relationship Id="rId38" Type="http://schemas.openxmlformats.org/officeDocument/2006/relationships/customXml" Target="../ink/ink939.xml"/><Relationship Id="rId59" Type="http://schemas.openxmlformats.org/officeDocument/2006/relationships/image" Target="../media/image949.png"/><Relationship Id="rId103" Type="http://schemas.openxmlformats.org/officeDocument/2006/relationships/image" Target="../media/image971.png"/><Relationship Id="rId124" Type="http://schemas.openxmlformats.org/officeDocument/2006/relationships/customXml" Target="../ink/ink982.xml"/><Relationship Id="rId310" Type="http://schemas.openxmlformats.org/officeDocument/2006/relationships/customXml" Target="../ink/ink1075.xml"/><Relationship Id="rId70" Type="http://schemas.openxmlformats.org/officeDocument/2006/relationships/customXml" Target="../ink/ink955.xml"/><Relationship Id="rId91" Type="http://schemas.openxmlformats.org/officeDocument/2006/relationships/image" Target="../media/image965.png"/><Relationship Id="rId145" Type="http://schemas.openxmlformats.org/officeDocument/2006/relationships/image" Target="../media/image992.png"/><Relationship Id="rId166" Type="http://schemas.openxmlformats.org/officeDocument/2006/relationships/customXml" Target="../ink/ink1003.xml"/><Relationship Id="rId187" Type="http://schemas.openxmlformats.org/officeDocument/2006/relationships/image" Target="../media/image1013.png"/><Relationship Id="rId331" Type="http://schemas.openxmlformats.org/officeDocument/2006/relationships/image" Target="../media/image1085.png"/><Relationship Id="rId1" Type="http://schemas.openxmlformats.org/officeDocument/2006/relationships/slideLayout" Target="../slideLayouts/slideLayout7.xml"/><Relationship Id="rId212" Type="http://schemas.openxmlformats.org/officeDocument/2006/relationships/customXml" Target="../ink/ink1026.xml"/><Relationship Id="rId233" Type="http://schemas.openxmlformats.org/officeDocument/2006/relationships/image" Target="../media/image1036.png"/><Relationship Id="rId254" Type="http://schemas.openxmlformats.org/officeDocument/2006/relationships/customXml" Target="../ink/ink1047.xml"/><Relationship Id="rId28" Type="http://schemas.openxmlformats.org/officeDocument/2006/relationships/customXml" Target="../ink/ink934.xml"/><Relationship Id="rId49" Type="http://schemas.openxmlformats.org/officeDocument/2006/relationships/image" Target="../media/image944.png"/><Relationship Id="rId114" Type="http://schemas.openxmlformats.org/officeDocument/2006/relationships/customXml" Target="../ink/ink977.xml"/><Relationship Id="rId275" Type="http://schemas.openxmlformats.org/officeDocument/2006/relationships/image" Target="../media/image1057.png"/><Relationship Id="rId296" Type="http://schemas.openxmlformats.org/officeDocument/2006/relationships/customXml" Target="../ink/ink1068.xml"/><Relationship Id="rId300" Type="http://schemas.openxmlformats.org/officeDocument/2006/relationships/customXml" Target="../ink/ink1070.xml"/><Relationship Id="rId60" Type="http://schemas.openxmlformats.org/officeDocument/2006/relationships/customXml" Target="../ink/ink950.xml"/><Relationship Id="rId81" Type="http://schemas.openxmlformats.org/officeDocument/2006/relationships/image" Target="../media/image960.png"/><Relationship Id="rId135" Type="http://schemas.openxmlformats.org/officeDocument/2006/relationships/image" Target="../media/image987.png"/><Relationship Id="rId156" Type="http://schemas.openxmlformats.org/officeDocument/2006/relationships/customXml" Target="../ink/ink998.xml"/><Relationship Id="rId177" Type="http://schemas.openxmlformats.org/officeDocument/2006/relationships/image" Target="../media/image1008.png"/><Relationship Id="rId198" Type="http://schemas.openxmlformats.org/officeDocument/2006/relationships/customXml" Target="../ink/ink1019.xml"/><Relationship Id="rId321" Type="http://schemas.openxmlformats.org/officeDocument/2006/relationships/image" Target="../media/image1080.png"/><Relationship Id="rId342" Type="http://schemas.openxmlformats.org/officeDocument/2006/relationships/customXml" Target="../ink/ink1091.xml"/><Relationship Id="rId202" Type="http://schemas.openxmlformats.org/officeDocument/2006/relationships/customXml" Target="../ink/ink1021.xml"/><Relationship Id="rId223" Type="http://schemas.openxmlformats.org/officeDocument/2006/relationships/image" Target="../media/image1031.png"/><Relationship Id="rId244" Type="http://schemas.openxmlformats.org/officeDocument/2006/relationships/customXml" Target="../ink/ink1042.xml"/><Relationship Id="rId18" Type="http://schemas.openxmlformats.org/officeDocument/2006/relationships/customXml" Target="../ink/ink929.xml"/><Relationship Id="rId39" Type="http://schemas.openxmlformats.org/officeDocument/2006/relationships/image" Target="../media/image939.png"/><Relationship Id="rId265" Type="http://schemas.openxmlformats.org/officeDocument/2006/relationships/image" Target="../media/image1052.png"/><Relationship Id="rId286" Type="http://schemas.openxmlformats.org/officeDocument/2006/relationships/customXml" Target="../ink/ink1063.xml"/><Relationship Id="rId50" Type="http://schemas.openxmlformats.org/officeDocument/2006/relationships/customXml" Target="../ink/ink945.xml"/><Relationship Id="rId104" Type="http://schemas.openxmlformats.org/officeDocument/2006/relationships/customXml" Target="../ink/ink972.xml"/><Relationship Id="rId125" Type="http://schemas.openxmlformats.org/officeDocument/2006/relationships/image" Target="../media/image982.png"/><Relationship Id="rId146" Type="http://schemas.openxmlformats.org/officeDocument/2006/relationships/customXml" Target="../ink/ink993.xml"/><Relationship Id="rId167" Type="http://schemas.openxmlformats.org/officeDocument/2006/relationships/image" Target="../media/image1003.png"/><Relationship Id="rId188" Type="http://schemas.openxmlformats.org/officeDocument/2006/relationships/customXml" Target="../ink/ink1014.xml"/><Relationship Id="rId311" Type="http://schemas.openxmlformats.org/officeDocument/2006/relationships/image" Target="../media/image1075.png"/><Relationship Id="rId332" Type="http://schemas.openxmlformats.org/officeDocument/2006/relationships/customXml" Target="../ink/ink1086.xml"/><Relationship Id="rId71" Type="http://schemas.openxmlformats.org/officeDocument/2006/relationships/image" Target="../media/image955.png"/><Relationship Id="rId92" Type="http://schemas.openxmlformats.org/officeDocument/2006/relationships/customXml" Target="../ink/ink966.xml"/><Relationship Id="rId213" Type="http://schemas.openxmlformats.org/officeDocument/2006/relationships/image" Target="../media/image1026.png"/><Relationship Id="rId234" Type="http://schemas.openxmlformats.org/officeDocument/2006/relationships/customXml" Target="../ink/ink1037.xml"/><Relationship Id="rId2" Type="http://schemas.openxmlformats.org/officeDocument/2006/relationships/customXml" Target="../ink/ink921.xml"/><Relationship Id="rId29" Type="http://schemas.openxmlformats.org/officeDocument/2006/relationships/image" Target="../media/image934.png"/><Relationship Id="rId255" Type="http://schemas.openxmlformats.org/officeDocument/2006/relationships/image" Target="../media/image1047.png"/><Relationship Id="rId276" Type="http://schemas.openxmlformats.org/officeDocument/2006/relationships/customXml" Target="../ink/ink1058.xml"/><Relationship Id="rId297" Type="http://schemas.openxmlformats.org/officeDocument/2006/relationships/image" Target="../media/image1068.png"/><Relationship Id="rId40" Type="http://schemas.openxmlformats.org/officeDocument/2006/relationships/customXml" Target="../ink/ink940.xml"/><Relationship Id="rId115" Type="http://schemas.openxmlformats.org/officeDocument/2006/relationships/image" Target="../media/image977.png"/><Relationship Id="rId136" Type="http://schemas.openxmlformats.org/officeDocument/2006/relationships/customXml" Target="../ink/ink988.xml"/><Relationship Id="rId157" Type="http://schemas.openxmlformats.org/officeDocument/2006/relationships/image" Target="../media/image998.png"/><Relationship Id="rId178" Type="http://schemas.openxmlformats.org/officeDocument/2006/relationships/customXml" Target="../ink/ink1009.xml"/><Relationship Id="rId301" Type="http://schemas.openxmlformats.org/officeDocument/2006/relationships/image" Target="../media/image1070.png"/><Relationship Id="rId322" Type="http://schemas.openxmlformats.org/officeDocument/2006/relationships/customXml" Target="../ink/ink1081.xml"/><Relationship Id="rId343" Type="http://schemas.openxmlformats.org/officeDocument/2006/relationships/image" Target="../media/image1091.png"/><Relationship Id="rId61" Type="http://schemas.openxmlformats.org/officeDocument/2006/relationships/image" Target="../media/image950.png"/><Relationship Id="rId82" Type="http://schemas.openxmlformats.org/officeDocument/2006/relationships/customXml" Target="../ink/ink961.xml"/><Relationship Id="rId199" Type="http://schemas.openxmlformats.org/officeDocument/2006/relationships/image" Target="../media/image1019.png"/><Relationship Id="rId203" Type="http://schemas.openxmlformats.org/officeDocument/2006/relationships/image" Target="../media/image1021.png"/><Relationship Id="rId19" Type="http://schemas.openxmlformats.org/officeDocument/2006/relationships/image" Target="../media/image929.png"/><Relationship Id="rId224" Type="http://schemas.openxmlformats.org/officeDocument/2006/relationships/customXml" Target="../ink/ink1032.xml"/><Relationship Id="rId245" Type="http://schemas.openxmlformats.org/officeDocument/2006/relationships/image" Target="../media/image1042.png"/><Relationship Id="rId266" Type="http://schemas.openxmlformats.org/officeDocument/2006/relationships/customXml" Target="../ink/ink1053.xml"/><Relationship Id="rId287" Type="http://schemas.openxmlformats.org/officeDocument/2006/relationships/image" Target="../media/image1063.png"/><Relationship Id="rId30" Type="http://schemas.openxmlformats.org/officeDocument/2006/relationships/customXml" Target="../ink/ink935.xml"/><Relationship Id="rId105" Type="http://schemas.openxmlformats.org/officeDocument/2006/relationships/image" Target="../media/image972.png"/><Relationship Id="rId126" Type="http://schemas.openxmlformats.org/officeDocument/2006/relationships/customXml" Target="../ink/ink983.xml"/><Relationship Id="rId147" Type="http://schemas.openxmlformats.org/officeDocument/2006/relationships/image" Target="../media/image993.png"/><Relationship Id="rId168" Type="http://schemas.openxmlformats.org/officeDocument/2006/relationships/customXml" Target="../ink/ink1004.xml"/><Relationship Id="rId312" Type="http://schemas.openxmlformats.org/officeDocument/2006/relationships/customXml" Target="../ink/ink1076.xml"/><Relationship Id="rId333" Type="http://schemas.openxmlformats.org/officeDocument/2006/relationships/image" Target="../media/image1086.png"/><Relationship Id="rId51" Type="http://schemas.openxmlformats.org/officeDocument/2006/relationships/image" Target="../media/image945.png"/><Relationship Id="rId72" Type="http://schemas.openxmlformats.org/officeDocument/2006/relationships/customXml" Target="../ink/ink956.xml"/><Relationship Id="rId93" Type="http://schemas.openxmlformats.org/officeDocument/2006/relationships/image" Target="../media/image966.png"/><Relationship Id="rId189" Type="http://schemas.openxmlformats.org/officeDocument/2006/relationships/image" Target="../media/image1014.png"/><Relationship Id="rId3" Type="http://schemas.openxmlformats.org/officeDocument/2006/relationships/image" Target="../media/image921.png"/><Relationship Id="rId214" Type="http://schemas.openxmlformats.org/officeDocument/2006/relationships/customXml" Target="../ink/ink1027.xml"/><Relationship Id="rId235" Type="http://schemas.openxmlformats.org/officeDocument/2006/relationships/image" Target="../media/image1037.png"/><Relationship Id="rId256" Type="http://schemas.openxmlformats.org/officeDocument/2006/relationships/customXml" Target="../ink/ink1048.xml"/><Relationship Id="rId277" Type="http://schemas.openxmlformats.org/officeDocument/2006/relationships/image" Target="../media/image1058.png"/><Relationship Id="rId298" Type="http://schemas.openxmlformats.org/officeDocument/2006/relationships/customXml" Target="../ink/ink1069.xml"/><Relationship Id="rId116" Type="http://schemas.openxmlformats.org/officeDocument/2006/relationships/customXml" Target="../ink/ink978.xml"/><Relationship Id="rId137" Type="http://schemas.openxmlformats.org/officeDocument/2006/relationships/image" Target="../media/image988.png"/><Relationship Id="rId158" Type="http://schemas.openxmlformats.org/officeDocument/2006/relationships/customXml" Target="../ink/ink999.xml"/><Relationship Id="rId302" Type="http://schemas.openxmlformats.org/officeDocument/2006/relationships/customXml" Target="../ink/ink1071.xml"/><Relationship Id="rId323" Type="http://schemas.openxmlformats.org/officeDocument/2006/relationships/image" Target="../media/image1081.png"/><Relationship Id="rId20" Type="http://schemas.openxmlformats.org/officeDocument/2006/relationships/customXml" Target="../ink/ink930.xml"/><Relationship Id="rId41" Type="http://schemas.openxmlformats.org/officeDocument/2006/relationships/image" Target="../media/image940.png"/><Relationship Id="rId62" Type="http://schemas.openxmlformats.org/officeDocument/2006/relationships/customXml" Target="../ink/ink951.xml"/><Relationship Id="rId83" Type="http://schemas.openxmlformats.org/officeDocument/2006/relationships/image" Target="../media/image961.png"/><Relationship Id="rId179" Type="http://schemas.openxmlformats.org/officeDocument/2006/relationships/image" Target="../media/image1009.png"/><Relationship Id="rId190" Type="http://schemas.openxmlformats.org/officeDocument/2006/relationships/customXml" Target="../ink/ink1015.xml"/><Relationship Id="rId204" Type="http://schemas.openxmlformats.org/officeDocument/2006/relationships/customXml" Target="../ink/ink1022.xml"/><Relationship Id="rId225" Type="http://schemas.openxmlformats.org/officeDocument/2006/relationships/image" Target="../media/image1032.png"/><Relationship Id="rId246" Type="http://schemas.openxmlformats.org/officeDocument/2006/relationships/customXml" Target="../ink/ink1043.xml"/><Relationship Id="rId267" Type="http://schemas.openxmlformats.org/officeDocument/2006/relationships/image" Target="../media/image1053.png"/><Relationship Id="rId288" Type="http://schemas.openxmlformats.org/officeDocument/2006/relationships/customXml" Target="../ink/ink1064.xml"/><Relationship Id="rId106" Type="http://schemas.openxmlformats.org/officeDocument/2006/relationships/customXml" Target="../ink/ink973.xml"/><Relationship Id="rId127" Type="http://schemas.openxmlformats.org/officeDocument/2006/relationships/image" Target="../media/image983.png"/><Relationship Id="rId313" Type="http://schemas.openxmlformats.org/officeDocument/2006/relationships/image" Target="../media/image1076.png"/><Relationship Id="rId10" Type="http://schemas.openxmlformats.org/officeDocument/2006/relationships/customXml" Target="../ink/ink925.xml"/><Relationship Id="rId31" Type="http://schemas.openxmlformats.org/officeDocument/2006/relationships/image" Target="../media/image935.png"/><Relationship Id="rId52" Type="http://schemas.openxmlformats.org/officeDocument/2006/relationships/customXml" Target="../ink/ink946.xml"/><Relationship Id="rId73" Type="http://schemas.openxmlformats.org/officeDocument/2006/relationships/image" Target="../media/image956.png"/><Relationship Id="rId94" Type="http://schemas.openxmlformats.org/officeDocument/2006/relationships/customXml" Target="../ink/ink967.xml"/><Relationship Id="rId148" Type="http://schemas.openxmlformats.org/officeDocument/2006/relationships/customXml" Target="../ink/ink994.xml"/><Relationship Id="rId169" Type="http://schemas.openxmlformats.org/officeDocument/2006/relationships/image" Target="../media/image1004.png"/><Relationship Id="rId334" Type="http://schemas.openxmlformats.org/officeDocument/2006/relationships/customXml" Target="../ink/ink1087.xml"/><Relationship Id="rId4" Type="http://schemas.openxmlformats.org/officeDocument/2006/relationships/customXml" Target="../ink/ink922.xml"/><Relationship Id="rId180" Type="http://schemas.openxmlformats.org/officeDocument/2006/relationships/customXml" Target="../ink/ink1010.xml"/><Relationship Id="rId215" Type="http://schemas.openxmlformats.org/officeDocument/2006/relationships/image" Target="../media/image1027.png"/><Relationship Id="rId236" Type="http://schemas.openxmlformats.org/officeDocument/2006/relationships/customXml" Target="../ink/ink1038.xml"/><Relationship Id="rId257" Type="http://schemas.openxmlformats.org/officeDocument/2006/relationships/image" Target="../media/image1048.png"/><Relationship Id="rId278" Type="http://schemas.openxmlformats.org/officeDocument/2006/relationships/customXml" Target="../ink/ink1059.xml"/><Relationship Id="rId303" Type="http://schemas.openxmlformats.org/officeDocument/2006/relationships/image" Target="../media/image1071.png"/><Relationship Id="rId42" Type="http://schemas.openxmlformats.org/officeDocument/2006/relationships/customXml" Target="../ink/ink941.xml"/><Relationship Id="rId84" Type="http://schemas.openxmlformats.org/officeDocument/2006/relationships/customXml" Target="../ink/ink962.xml"/><Relationship Id="rId138" Type="http://schemas.openxmlformats.org/officeDocument/2006/relationships/customXml" Target="../ink/ink989.xml"/><Relationship Id="rId191" Type="http://schemas.openxmlformats.org/officeDocument/2006/relationships/image" Target="../media/image1015.png"/><Relationship Id="rId205" Type="http://schemas.openxmlformats.org/officeDocument/2006/relationships/image" Target="../media/image1022.png"/><Relationship Id="rId247" Type="http://schemas.openxmlformats.org/officeDocument/2006/relationships/image" Target="../media/image1043.png"/><Relationship Id="rId107" Type="http://schemas.openxmlformats.org/officeDocument/2006/relationships/image" Target="../media/image973.png"/><Relationship Id="rId289" Type="http://schemas.openxmlformats.org/officeDocument/2006/relationships/image" Target="../media/image1064.png"/><Relationship Id="rId11" Type="http://schemas.openxmlformats.org/officeDocument/2006/relationships/image" Target="../media/image925.png"/><Relationship Id="rId53" Type="http://schemas.openxmlformats.org/officeDocument/2006/relationships/image" Target="../media/image946.png"/><Relationship Id="rId149" Type="http://schemas.openxmlformats.org/officeDocument/2006/relationships/image" Target="../media/image994.png"/><Relationship Id="rId314" Type="http://schemas.openxmlformats.org/officeDocument/2006/relationships/customXml" Target="../ink/ink1077.xml"/><Relationship Id="rId95" Type="http://schemas.openxmlformats.org/officeDocument/2006/relationships/image" Target="../media/image967.png"/><Relationship Id="rId160" Type="http://schemas.openxmlformats.org/officeDocument/2006/relationships/customXml" Target="../ink/ink1000.xml"/><Relationship Id="rId216" Type="http://schemas.openxmlformats.org/officeDocument/2006/relationships/customXml" Target="../ink/ink1028.xml"/><Relationship Id="rId258" Type="http://schemas.openxmlformats.org/officeDocument/2006/relationships/customXml" Target="../ink/ink1049.xml"/><Relationship Id="rId22" Type="http://schemas.openxmlformats.org/officeDocument/2006/relationships/customXml" Target="../ink/ink931.xml"/><Relationship Id="rId64" Type="http://schemas.openxmlformats.org/officeDocument/2006/relationships/customXml" Target="../ink/ink952.xml"/><Relationship Id="rId118" Type="http://schemas.openxmlformats.org/officeDocument/2006/relationships/customXml" Target="../ink/ink979.xml"/><Relationship Id="rId325" Type="http://schemas.openxmlformats.org/officeDocument/2006/relationships/image" Target="../media/image1082.png"/><Relationship Id="rId171" Type="http://schemas.openxmlformats.org/officeDocument/2006/relationships/image" Target="../media/image1005.png"/><Relationship Id="rId227" Type="http://schemas.openxmlformats.org/officeDocument/2006/relationships/image" Target="../media/image1033.png"/><Relationship Id="rId269" Type="http://schemas.openxmlformats.org/officeDocument/2006/relationships/image" Target="../media/image1054.png"/><Relationship Id="rId33" Type="http://schemas.openxmlformats.org/officeDocument/2006/relationships/image" Target="../media/image936.png"/><Relationship Id="rId129" Type="http://schemas.openxmlformats.org/officeDocument/2006/relationships/image" Target="../media/image984.png"/><Relationship Id="rId280" Type="http://schemas.openxmlformats.org/officeDocument/2006/relationships/customXml" Target="../ink/ink1060.xml"/><Relationship Id="rId336" Type="http://schemas.openxmlformats.org/officeDocument/2006/relationships/customXml" Target="../ink/ink1088.xml"/><Relationship Id="rId75" Type="http://schemas.openxmlformats.org/officeDocument/2006/relationships/image" Target="../media/image957.png"/><Relationship Id="rId140" Type="http://schemas.openxmlformats.org/officeDocument/2006/relationships/customXml" Target="../ink/ink990.xml"/><Relationship Id="rId182" Type="http://schemas.openxmlformats.org/officeDocument/2006/relationships/customXml" Target="../ink/ink1011.xml"/><Relationship Id="rId6" Type="http://schemas.openxmlformats.org/officeDocument/2006/relationships/customXml" Target="../ink/ink923.xml"/><Relationship Id="rId238" Type="http://schemas.openxmlformats.org/officeDocument/2006/relationships/customXml" Target="../ink/ink1039.xml"/><Relationship Id="rId291" Type="http://schemas.openxmlformats.org/officeDocument/2006/relationships/image" Target="../media/image1065.png"/><Relationship Id="rId305" Type="http://schemas.openxmlformats.org/officeDocument/2006/relationships/image" Target="../media/image1072.png"/><Relationship Id="rId44" Type="http://schemas.openxmlformats.org/officeDocument/2006/relationships/customXml" Target="../ink/ink942.xml"/><Relationship Id="rId86" Type="http://schemas.openxmlformats.org/officeDocument/2006/relationships/customXml" Target="../ink/ink963.xml"/><Relationship Id="rId151" Type="http://schemas.openxmlformats.org/officeDocument/2006/relationships/image" Target="../media/image995.png"/><Relationship Id="rId193" Type="http://schemas.openxmlformats.org/officeDocument/2006/relationships/image" Target="../media/image1016.png"/><Relationship Id="rId207" Type="http://schemas.openxmlformats.org/officeDocument/2006/relationships/image" Target="../media/image1023.png"/><Relationship Id="rId249" Type="http://schemas.openxmlformats.org/officeDocument/2006/relationships/image" Target="../media/image1044.png"/><Relationship Id="rId13" Type="http://schemas.openxmlformats.org/officeDocument/2006/relationships/image" Target="../media/image926.png"/><Relationship Id="rId109" Type="http://schemas.openxmlformats.org/officeDocument/2006/relationships/image" Target="../media/image974.png"/><Relationship Id="rId260" Type="http://schemas.openxmlformats.org/officeDocument/2006/relationships/customXml" Target="../ink/ink1050.xml"/><Relationship Id="rId316" Type="http://schemas.openxmlformats.org/officeDocument/2006/relationships/customXml" Target="../ink/ink1078.xml"/><Relationship Id="rId55" Type="http://schemas.openxmlformats.org/officeDocument/2006/relationships/image" Target="../media/image947.png"/><Relationship Id="rId97" Type="http://schemas.openxmlformats.org/officeDocument/2006/relationships/image" Target="../media/image968.png"/><Relationship Id="rId120" Type="http://schemas.openxmlformats.org/officeDocument/2006/relationships/customXml" Target="../ink/ink980.xml"/><Relationship Id="rId162" Type="http://schemas.openxmlformats.org/officeDocument/2006/relationships/customXml" Target="../ink/ink1001.xml"/><Relationship Id="rId218" Type="http://schemas.openxmlformats.org/officeDocument/2006/relationships/customXml" Target="../ink/ink1029.xml"/><Relationship Id="rId271" Type="http://schemas.openxmlformats.org/officeDocument/2006/relationships/image" Target="../media/image1055.png"/><Relationship Id="rId24" Type="http://schemas.openxmlformats.org/officeDocument/2006/relationships/customXml" Target="../ink/ink932.xml"/><Relationship Id="rId66" Type="http://schemas.openxmlformats.org/officeDocument/2006/relationships/customXml" Target="../ink/ink953.xml"/><Relationship Id="rId131" Type="http://schemas.openxmlformats.org/officeDocument/2006/relationships/image" Target="../media/image985.png"/><Relationship Id="rId327" Type="http://schemas.openxmlformats.org/officeDocument/2006/relationships/image" Target="../media/image1083.png"/><Relationship Id="rId173" Type="http://schemas.openxmlformats.org/officeDocument/2006/relationships/image" Target="../media/image1006.png"/><Relationship Id="rId229" Type="http://schemas.openxmlformats.org/officeDocument/2006/relationships/image" Target="../media/image1034.png"/></Relationships>
</file>

<file path=ppt/slides/_rels/slide13.xml.rels><?xml version="1.0" encoding="UTF-8" standalone="yes"?>
<Relationships xmlns="http://schemas.openxmlformats.org/package/2006/relationships"><Relationship Id="rId117" Type="http://schemas.openxmlformats.org/officeDocument/2006/relationships/image" Target="../media/image1149.png"/><Relationship Id="rId299" Type="http://schemas.openxmlformats.org/officeDocument/2006/relationships/image" Target="../media/image1240.png"/><Relationship Id="rId21" Type="http://schemas.openxmlformats.org/officeDocument/2006/relationships/image" Target="../media/image1101.png"/><Relationship Id="rId63" Type="http://schemas.openxmlformats.org/officeDocument/2006/relationships/image" Target="../media/image1122.png"/><Relationship Id="rId159" Type="http://schemas.openxmlformats.org/officeDocument/2006/relationships/image" Target="../media/image1170.png"/><Relationship Id="rId324" Type="http://schemas.openxmlformats.org/officeDocument/2006/relationships/customXml" Target="../ink/ink1253.xml"/><Relationship Id="rId366" Type="http://schemas.openxmlformats.org/officeDocument/2006/relationships/customXml" Target="../ink/ink1274.xml"/><Relationship Id="rId170" Type="http://schemas.openxmlformats.org/officeDocument/2006/relationships/customXml" Target="../ink/ink1176.xml"/><Relationship Id="rId226" Type="http://schemas.openxmlformats.org/officeDocument/2006/relationships/customXml" Target="../ink/ink1204.xml"/><Relationship Id="rId268" Type="http://schemas.openxmlformats.org/officeDocument/2006/relationships/customXml" Target="../ink/ink1225.xml"/><Relationship Id="rId32" Type="http://schemas.openxmlformats.org/officeDocument/2006/relationships/customXml" Target="../ink/ink1107.xml"/><Relationship Id="rId74" Type="http://schemas.openxmlformats.org/officeDocument/2006/relationships/customXml" Target="../ink/ink1128.xml"/><Relationship Id="rId128" Type="http://schemas.openxmlformats.org/officeDocument/2006/relationships/customXml" Target="../ink/ink1155.xml"/><Relationship Id="rId335" Type="http://schemas.openxmlformats.org/officeDocument/2006/relationships/image" Target="../media/image1258.png"/><Relationship Id="rId377" Type="http://schemas.openxmlformats.org/officeDocument/2006/relationships/image" Target="../media/image1279.png"/><Relationship Id="rId5" Type="http://schemas.openxmlformats.org/officeDocument/2006/relationships/image" Target="../media/image1093.png"/><Relationship Id="rId181" Type="http://schemas.openxmlformats.org/officeDocument/2006/relationships/image" Target="../media/image1181.png"/><Relationship Id="rId237" Type="http://schemas.openxmlformats.org/officeDocument/2006/relationships/image" Target="../media/image1209.png"/><Relationship Id="rId279" Type="http://schemas.openxmlformats.org/officeDocument/2006/relationships/image" Target="../media/image1230.png"/><Relationship Id="rId43" Type="http://schemas.openxmlformats.org/officeDocument/2006/relationships/image" Target="../media/image1112.png"/><Relationship Id="rId139" Type="http://schemas.openxmlformats.org/officeDocument/2006/relationships/image" Target="../media/image1160.png"/><Relationship Id="rId290" Type="http://schemas.openxmlformats.org/officeDocument/2006/relationships/customXml" Target="../ink/ink1236.xml"/><Relationship Id="rId304" Type="http://schemas.openxmlformats.org/officeDocument/2006/relationships/customXml" Target="../ink/ink1243.xml"/><Relationship Id="rId346" Type="http://schemas.openxmlformats.org/officeDocument/2006/relationships/customXml" Target="../ink/ink1264.xml"/><Relationship Id="rId388" Type="http://schemas.openxmlformats.org/officeDocument/2006/relationships/customXml" Target="../ink/ink1285.xml"/><Relationship Id="rId85" Type="http://schemas.openxmlformats.org/officeDocument/2006/relationships/image" Target="../media/image1133.png"/><Relationship Id="rId150" Type="http://schemas.openxmlformats.org/officeDocument/2006/relationships/customXml" Target="../ink/ink1166.xml"/><Relationship Id="rId192" Type="http://schemas.openxmlformats.org/officeDocument/2006/relationships/customXml" Target="../ink/ink1187.xml"/><Relationship Id="rId206" Type="http://schemas.openxmlformats.org/officeDocument/2006/relationships/customXml" Target="../ink/ink1194.xml"/><Relationship Id="rId248" Type="http://schemas.openxmlformats.org/officeDocument/2006/relationships/customXml" Target="../ink/ink1215.xml"/><Relationship Id="rId12" Type="http://schemas.openxmlformats.org/officeDocument/2006/relationships/customXml" Target="../ink/ink1097.xml"/><Relationship Id="rId108" Type="http://schemas.openxmlformats.org/officeDocument/2006/relationships/customXml" Target="../ink/ink1145.xml"/><Relationship Id="rId315" Type="http://schemas.openxmlformats.org/officeDocument/2006/relationships/image" Target="../media/image1248.png"/><Relationship Id="rId357" Type="http://schemas.openxmlformats.org/officeDocument/2006/relationships/image" Target="../media/image1269.png"/><Relationship Id="rId54" Type="http://schemas.openxmlformats.org/officeDocument/2006/relationships/customXml" Target="../ink/ink1118.xml"/><Relationship Id="rId96" Type="http://schemas.openxmlformats.org/officeDocument/2006/relationships/customXml" Target="../ink/ink1139.xml"/><Relationship Id="rId161" Type="http://schemas.openxmlformats.org/officeDocument/2006/relationships/image" Target="../media/image1171.png"/><Relationship Id="rId217" Type="http://schemas.openxmlformats.org/officeDocument/2006/relationships/image" Target="../media/image1199.png"/><Relationship Id="rId259" Type="http://schemas.openxmlformats.org/officeDocument/2006/relationships/image" Target="../media/image1220.png"/><Relationship Id="rId23" Type="http://schemas.openxmlformats.org/officeDocument/2006/relationships/image" Target="../media/image1102.png"/><Relationship Id="rId119" Type="http://schemas.openxmlformats.org/officeDocument/2006/relationships/image" Target="../media/image1150.png"/><Relationship Id="rId270" Type="http://schemas.openxmlformats.org/officeDocument/2006/relationships/customXml" Target="../ink/ink1226.xml"/><Relationship Id="rId326" Type="http://schemas.openxmlformats.org/officeDocument/2006/relationships/customXml" Target="../ink/ink1254.xml"/><Relationship Id="rId65" Type="http://schemas.openxmlformats.org/officeDocument/2006/relationships/image" Target="../media/image1123.png"/><Relationship Id="rId130" Type="http://schemas.openxmlformats.org/officeDocument/2006/relationships/customXml" Target="../ink/ink1156.xml"/><Relationship Id="rId368" Type="http://schemas.openxmlformats.org/officeDocument/2006/relationships/customXml" Target="../ink/ink1275.xml"/><Relationship Id="rId172" Type="http://schemas.openxmlformats.org/officeDocument/2006/relationships/customXml" Target="../ink/ink1177.xml"/><Relationship Id="rId228" Type="http://schemas.openxmlformats.org/officeDocument/2006/relationships/customXml" Target="../ink/ink1205.xml"/><Relationship Id="rId281" Type="http://schemas.openxmlformats.org/officeDocument/2006/relationships/image" Target="../media/image1231.png"/><Relationship Id="rId337" Type="http://schemas.openxmlformats.org/officeDocument/2006/relationships/image" Target="../media/image1259.png"/><Relationship Id="rId34" Type="http://schemas.openxmlformats.org/officeDocument/2006/relationships/customXml" Target="../ink/ink1108.xml"/><Relationship Id="rId76" Type="http://schemas.openxmlformats.org/officeDocument/2006/relationships/customXml" Target="../ink/ink1129.xml"/><Relationship Id="rId141" Type="http://schemas.openxmlformats.org/officeDocument/2006/relationships/image" Target="../media/image1161.png"/><Relationship Id="rId379" Type="http://schemas.openxmlformats.org/officeDocument/2006/relationships/image" Target="../media/image1280.png"/><Relationship Id="rId7" Type="http://schemas.openxmlformats.org/officeDocument/2006/relationships/image" Target="../media/image1094.png"/><Relationship Id="rId183" Type="http://schemas.openxmlformats.org/officeDocument/2006/relationships/image" Target="../media/image1182.png"/><Relationship Id="rId239" Type="http://schemas.openxmlformats.org/officeDocument/2006/relationships/image" Target="../media/image1210.png"/><Relationship Id="rId250" Type="http://schemas.openxmlformats.org/officeDocument/2006/relationships/customXml" Target="../ink/ink1216.xml"/><Relationship Id="rId292" Type="http://schemas.openxmlformats.org/officeDocument/2006/relationships/customXml" Target="../ink/ink1237.xml"/><Relationship Id="rId306" Type="http://schemas.openxmlformats.org/officeDocument/2006/relationships/customXml" Target="../ink/ink1244.xml"/><Relationship Id="rId45" Type="http://schemas.openxmlformats.org/officeDocument/2006/relationships/image" Target="../media/image1113.png"/><Relationship Id="rId87" Type="http://schemas.openxmlformats.org/officeDocument/2006/relationships/image" Target="../media/image1134.png"/><Relationship Id="rId110" Type="http://schemas.openxmlformats.org/officeDocument/2006/relationships/customXml" Target="../ink/ink1146.xml"/><Relationship Id="rId348" Type="http://schemas.openxmlformats.org/officeDocument/2006/relationships/customXml" Target="../ink/ink1265.xml"/><Relationship Id="rId152" Type="http://schemas.openxmlformats.org/officeDocument/2006/relationships/customXml" Target="../ink/ink1167.xml"/><Relationship Id="rId194" Type="http://schemas.openxmlformats.org/officeDocument/2006/relationships/customXml" Target="../ink/ink1188.xml"/><Relationship Id="rId208" Type="http://schemas.openxmlformats.org/officeDocument/2006/relationships/customXml" Target="../ink/ink1195.xml"/><Relationship Id="rId261" Type="http://schemas.openxmlformats.org/officeDocument/2006/relationships/image" Target="../media/image1221.png"/><Relationship Id="rId14" Type="http://schemas.openxmlformats.org/officeDocument/2006/relationships/customXml" Target="../ink/ink1098.xml"/><Relationship Id="rId56" Type="http://schemas.openxmlformats.org/officeDocument/2006/relationships/customXml" Target="../ink/ink1119.xml"/><Relationship Id="rId317" Type="http://schemas.openxmlformats.org/officeDocument/2006/relationships/image" Target="../media/image1249.png"/><Relationship Id="rId359" Type="http://schemas.openxmlformats.org/officeDocument/2006/relationships/image" Target="../media/image1270.png"/><Relationship Id="rId98" Type="http://schemas.openxmlformats.org/officeDocument/2006/relationships/customXml" Target="../ink/ink1140.xml"/><Relationship Id="rId121" Type="http://schemas.openxmlformats.org/officeDocument/2006/relationships/image" Target="../media/image1151.png"/><Relationship Id="rId163" Type="http://schemas.openxmlformats.org/officeDocument/2006/relationships/image" Target="../media/image1172.png"/><Relationship Id="rId219" Type="http://schemas.openxmlformats.org/officeDocument/2006/relationships/image" Target="../media/image1200.png"/><Relationship Id="rId370" Type="http://schemas.openxmlformats.org/officeDocument/2006/relationships/customXml" Target="../ink/ink1276.xml"/><Relationship Id="rId230" Type="http://schemas.openxmlformats.org/officeDocument/2006/relationships/customXml" Target="../ink/ink1206.xml"/><Relationship Id="rId25" Type="http://schemas.openxmlformats.org/officeDocument/2006/relationships/image" Target="../media/image1103.png"/><Relationship Id="rId67" Type="http://schemas.openxmlformats.org/officeDocument/2006/relationships/image" Target="../media/image1124.png"/><Relationship Id="rId272" Type="http://schemas.openxmlformats.org/officeDocument/2006/relationships/customXml" Target="../ink/ink1227.xml"/><Relationship Id="rId328" Type="http://schemas.openxmlformats.org/officeDocument/2006/relationships/customXml" Target="../ink/ink1255.xml"/><Relationship Id="rId132" Type="http://schemas.openxmlformats.org/officeDocument/2006/relationships/customXml" Target="../ink/ink1157.xml"/><Relationship Id="rId174" Type="http://schemas.openxmlformats.org/officeDocument/2006/relationships/customXml" Target="../ink/ink1178.xml"/><Relationship Id="rId381" Type="http://schemas.openxmlformats.org/officeDocument/2006/relationships/image" Target="../media/image1281.png"/><Relationship Id="rId241" Type="http://schemas.openxmlformats.org/officeDocument/2006/relationships/image" Target="../media/image1211.png"/><Relationship Id="rId36" Type="http://schemas.openxmlformats.org/officeDocument/2006/relationships/customXml" Target="../ink/ink1109.xml"/><Relationship Id="rId283" Type="http://schemas.openxmlformats.org/officeDocument/2006/relationships/image" Target="../media/image1232.png"/><Relationship Id="rId339" Type="http://schemas.openxmlformats.org/officeDocument/2006/relationships/image" Target="../media/image1260.png"/><Relationship Id="rId78" Type="http://schemas.openxmlformats.org/officeDocument/2006/relationships/customXml" Target="../ink/ink1130.xml"/><Relationship Id="rId101" Type="http://schemas.openxmlformats.org/officeDocument/2006/relationships/image" Target="../media/image1141.png"/><Relationship Id="rId143" Type="http://schemas.openxmlformats.org/officeDocument/2006/relationships/image" Target="../media/image1162.png"/><Relationship Id="rId185" Type="http://schemas.openxmlformats.org/officeDocument/2006/relationships/image" Target="../media/image1183.png"/><Relationship Id="rId350" Type="http://schemas.openxmlformats.org/officeDocument/2006/relationships/customXml" Target="../ink/ink1266.xml"/><Relationship Id="rId9" Type="http://schemas.openxmlformats.org/officeDocument/2006/relationships/image" Target="../media/image1095.png"/><Relationship Id="rId210" Type="http://schemas.openxmlformats.org/officeDocument/2006/relationships/customXml" Target="../ink/ink1196.xml"/><Relationship Id="rId252" Type="http://schemas.openxmlformats.org/officeDocument/2006/relationships/customXml" Target="../ink/ink1217.xml"/><Relationship Id="rId294" Type="http://schemas.openxmlformats.org/officeDocument/2006/relationships/customXml" Target="../ink/ink1238.xml"/><Relationship Id="rId308" Type="http://schemas.openxmlformats.org/officeDocument/2006/relationships/customXml" Target="../ink/ink1245.xml"/><Relationship Id="rId47" Type="http://schemas.openxmlformats.org/officeDocument/2006/relationships/image" Target="../media/image1114.png"/><Relationship Id="rId89" Type="http://schemas.openxmlformats.org/officeDocument/2006/relationships/image" Target="../media/image1135.png"/><Relationship Id="rId112" Type="http://schemas.openxmlformats.org/officeDocument/2006/relationships/customXml" Target="../ink/ink1147.xml"/><Relationship Id="rId154" Type="http://schemas.openxmlformats.org/officeDocument/2006/relationships/customXml" Target="../ink/ink1168.xml"/><Relationship Id="rId361" Type="http://schemas.openxmlformats.org/officeDocument/2006/relationships/image" Target="../media/image1271.png"/><Relationship Id="rId196" Type="http://schemas.openxmlformats.org/officeDocument/2006/relationships/customXml" Target="../ink/ink1189.xml"/><Relationship Id="rId200" Type="http://schemas.openxmlformats.org/officeDocument/2006/relationships/customXml" Target="../ink/ink1191.xml"/><Relationship Id="rId382" Type="http://schemas.openxmlformats.org/officeDocument/2006/relationships/customXml" Target="../ink/ink1282.xml"/><Relationship Id="rId16" Type="http://schemas.openxmlformats.org/officeDocument/2006/relationships/customXml" Target="../ink/ink1099.xml"/><Relationship Id="rId221" Type="http://schemas.openxmlformats.org/officeDocument/2006/relationships/image" Target="../media/image1201.png"/><Relationship Id="rId242" Type="http://schemas.openxmlformats.org/officeDocument/2006/relationships/customXml" Target="../ink/ink1212.xml"/><Relationship Id="rId263" Type="http://schemas.openxmlformats.org/officeDocument/2006/relationships/image" Target="../media/image1222.png"/><Relationship Id="rId284" Type="http://schemas.openxmlformats.org/officeDocument/2006/relationships/customXml" Target="../ink/ink1233.xml"/><Relationship Id="rId319" Type="http://schemas.openxmlformats.org/officeDocument/2006/relationships/image" Target="../media/image1250.png"/><Relationship Id="rId37" Type="http://schemas.openxmlformats.org/officeDocument/2006/relationships/image" Target="../media/image1109.png"/><Relationship Id="rId58" Type="http://schemas.openxmlformats.org/officeDocument/2006/relationships/customXml" Target="../ink/ink1120.xml"/><Relationship Id="rId79" Type="http://schemas.openxmlformats.org/officeDocument/2006/relationships/image" Target="../media/image1130.png"/><Relationship Id="rId102" Type="http://schemas.openxmlformats.org/officeDocument/2006/relationships/customXml" Target="../ink/ink1142.xml"/><Relationship Id="rId123" Type="http://schemas.openxmlformats.org/officeDocument/2006/relationships/image" Target="../media/image1152.png"/><Relationship Id="rId144" Type="http://schemas.openxmlformats.org/officeDocument/2006/relationships/customXml" Target="../ink/ink1163.xml"/><Relationship Id="rId330" Type="http://schemas.openxmlformats.org/officeDocument/2006/relationships/customXml" Target="../ink/ink1256.xml"/><Relationship Id="rId90" Type="http://schemas.openxmlformats.org/officeDocument/2006/relationships/customXml" Target="../ink/ink1136.xml"/><Relationship Id="rId165" Type="http://schemas.openxmlformats.org/officeDocument/2006/relationships/image" Target="../media/image1173.png"/><Relationship Id="rId186" Type="http://schemas.openxmlformats.org/officeDocument/2006/relationships/customXml" Target="../ink/ink1184.xml"/><Relationship Id="rId351" Type="http://schemas.openxmlformats.org/officeDocument/2006/relationships/image" Target="../media/image1266.png"/><Relationship Id="rId372" Type="http://schemas.openxmlformats.org/officeDocument/2006/relationships/customXml" Target="../ink/ink1277.xml"/><Relationship Id="rId211" Type="http://schemas.openxmlformats.org/officeDocument/2006/relationships/image" Target="../media/image1196.png"/><Relationship Id="rId232" Type="http://schemas.openxmlformats.org/officeDocument/2006/relationships/customXml" Target="../ink/ink1207.xml"/><Relationship Id="rId253" Type="http://schemas.openxmlformats.org/officeDocument/2006/relationships/image" Target="../media/image1217.png"/><Relationship Id="rId274" Type="http://schemas.openxmlformats.org/officeDocument/2006/relationships/customXml" Target="../ink/ink1228.xml"/><Relationship Id="rId295" Type="http://schemas.openxmlformats.org/officeDocument/2006/relationships/image" Target="../media/image1238.png"/><Relationship Id="rId309" Type="http://schemas.openxmlformats.org/officeDocument/2006/relationships/image" Target="../media/image1245.png"/><Relationship Id="rId27" Type="http://schemas.openxmlformats.org/officeDocument/2006/relationships/image" Target="../media/image1104.png"/><Relationship Id="rId48" Type="http://schemas.openxmlformats.org/officeDocument/2006/relationships/customXml" Target="../ink/ink1115.xml"/><Relationship Id="rId69" Type="http://schemas.openxmlformats.org/officeDocument/2006/relationships/image" Target="../media/image1125.png"/><Relationship Id="rId113" Type="http://schemas.openxmlformats.org/officeDocument/2006/relationships/image" Target="../media/image1147.png"/><Relationship Id="rId134" Type="http://schemas.openxmlformats.org/officeDocument/2006/relationships/customXml" Target="../ink/ink1158.xml"/><Relationship Id="rId320" Type="http://schemas.openxmlformats.org/officeDocument/2006/relationships/customXml" Target="../ink/ink1251.xml"/><Relationship Id="rId80" Type="http://schemas.openxmlformats.org/officeDocument/2006/relationships/customXml" Target="../ink/ink1131.xml"/><Relationship Id="rId155" Type="http://schemas.openxmlformats.org/officeDocument/2006/relationships/image" Target="../media/image1168.png"/><Relationship Id="rId176" Type="http://schemas.openxmlformats.org/officeDocument/2006/relationships/customXml" Target="../ink/ink1179.xml"/><Relationship Id="rId197" Type="http://schemas.openxmlformats.org/officeDocument/2006/relationships/image" Target="../media/image1189.png"/><Relationship Id="rId341" Type="http://schemas.openxmlformats.org/officeDocument/2006/relationships/image" Target="../media/image1261.png"/><Relationship Id="rId362" Type="http://schemas.openxmlformats.org/officeDocument/2006/relationships/customXml" Target="../ink/ink1272.xml"/><Relationship Id="rId383" Type="http://schemas.openxmlformats.org/officeDocument/2006/relationships/image" Target="../media/image1282.png"/><Relationship Id="rId201" Type="http://schemas.openxmlformats.org/officeDocument/2006/relationships/image" Target="../media/image1191.png"/><Relationship Id="rId222" Type="http://schemas.openxmlformats.org/officeDocument/2006/relationships/customXml" Target="../ink/ink1202.xml"/><Relationship Id="rId243" Type="http://schemas.openxmlformats.org/officeDocument/2006/relationships/image" Target="../media/image1212.png"/><Relationship Id="rId264" Type="http://schemas.openxmlformats.org/officeDocument/2006/relationships/customXml" Target="../ink/ink1223.xml"/><Relationship Id="rId285" Type="http://schemas.openxmlformats.org/officeDocument/2006/relationships/image" Target="../media/image1233.png"/><Relationship Id="rId17" Type="http://schemas.openxmlformats.org/officeDocument/2006/relationships/image" Target="../media/image1099.png"/><Relationship Id="rId38" Type="http://schemas.openxmlformats.org/officeDocument/2006/relationships/customXml" Target="../ink/ink1110.xml"/><Relationship Id="rId59" Type="http://schemas.openxmlformats.org/officeDocument/2006/relationships/image" Target="../media/image1120.png"/><Relationship Id="rId103" Type="http://schemas.openxmlformats.org/officeDocument/2006/relationships/image" Target="../media/image1142.png"/><Relationship Id="rId124" Type="http://schemas.openxmlformats.org/officeDocument/2006/relationships/customXml" Target="../ink/ink1153.xml"/><Relationship Id="rId310" Type="http://schemas.openxmlformats.org/officeDocument/2006/relationships/customXml" Target="../ink/ink1246.xml"/><Relationship Id="rId70" Type="http://schemas.openxmlformats.org/officeDocument/2006/relationships/customXml" Target="../ink/ink1126.xml"/><Relationship Id="rId91" Type="http://schemas.openxmlformats.org/officeDocument/2006/relationships/image" Target="../media/image1136.png"/><Relationship Id="rId145" Type="http://schemas.openxmlformats.org/officeDocument/2006/relationships/image" Target="../media/image1163.png"/><Relationship Id="rId166" Type="http://schemas.openxmlformats.org/officeDocument/2006/relationships/customXml" Target="../ink/ink1174.xml"/><Relationship Id="rId187" Type="http://schemas.openxmlformats.org/officeDocument/2006/relationships/image" Target="../media/image1184.png"/><Relationship Id="rId331" Type="http://schemas.openxmlformats.org/officeDocument/2006/relationships/image" Target="../media/image1256.png"/><Relationship Id="rId352" Type="http://schemas.openxmlformats.org/officeDocument/2006/relationships/customXml" Target="../ink/ink1267.xml"/><Relationship Id="rId373" Type="http://schemas.openxmlformats.org/officeDocument/2006/relationships/image" Target="../media/image1277.png"/><Relationship Id="rId1" Type="http://schemas.openxmlformats.org/officeDocument/2006/relationships/slideLayout" Target="../slideLayouts/slideLayout7.xml"/><Relationship Id="rId212" Type="http://schemas.openxmlformats.org/officeDocument/2006/relationships/customXml" Target="../ink/ink1197.xml"/><Relationship Id="rId233" Type="http://schemas.openxmlformats.org/officeDocument/2006/relationships/image" Target="../media/image1207.png"/><Relationship Id="rId254" Type="http://schemas.openxmlformats.org/officeDocument/2006/relationships/customXml" Target="../ink/ink1218.xml"/><Relationship Id="rId28" Type="http://schemas.openxmlformats.org/officeDocument/2006/relationships/customXml" Target="../ink/ink1105.xml"/><Relationship Id="rId49" Type="http://schemas.openxmlformats.org/officeDocument/2006/relationships/image" Target="../media/image1115.png"/><Relationship Id="rId114" Type="http://schemas.openxmlformats.org/officeDocument/2006/relationships/customXml" Target="../ink/ink1148.xml"/><Relationship Id="rId275" Type="http://schemas.openxmlformats.org/officeDocument/2006/relationships/image" Target="../media/image1228.png"/><Relationship Id="rId296" Type="http://schemas.openxmlformats.org/officeDocument/2006/relationships/customXml" Target="../ink/ink1239.xml"/><Relationship Id="rId300" Type="http://schemas.openxmlformats.org/officeDocument/2006/relationships/customXml" Target="../ink/ink1241.xml"/><Relationship Id="rId60" Type="http://schemas.openxmlformats.org/officeDocument/2006/relationships/customXml" Target="../ink/ink1121.xml"/><Relationship Id="rId81" Type="http://schemas.openxmlformats.org/officeDocument/2006/relationships/image" Target="../media/image1131.png"/><Relationship Id="rId135" Type="http://schemas.openxmlformats.org/officeDocument/2006/relationships/image" Target="../media/image1158.png"/><Relationship Id="rId156" Type="http://schemas.openxmlformats.org/officeDocument/2006/relationships/customXml" Target="../ink/ink1169.xml"/><Relationship Id="rId177" Type="http://schemas.openxmlformats.org/officeDocument/2006/relationships/image" Target="../media/image1179.png"/><Relationship Id="rId198" Type="http://schemas.openxmlformats.org/officeDocument/2006/relationships/customXml" Target="../ink/ink1190.xml"/><Relationship Id="rId321" Type="http://schemas.openxmlformats.org/officeDocument/2006/relationships/image" Target="../media/image1251.png"/><Relationship Id="rId342" Type="http://schemas.openxmlformats.org/officeDocument/2006/relationships/customXml" Target="../ink/ink1262.xml"/><Relationship Id="rId363" Type="http://schemas.openxmlformats.org/officeDocument/2006/relationships/image" Target="../media/image1272.png"/><Relationship Id="rId384" Type="http://schemas.openxmlformats.org/officeDocument/2006/relationships/customXml" Target="../ink/ink1283.xml"/><Relationship Id="rId202" Type="http://schemas.openxmlformats.org/officeDocument/2006/relationships/customXml" Target="../ink/ink1192.xml"/><Relationship Id="rId223" Type="http://schemas.openxmlformats.org/officeDocument/2006/relationships/image" Target="../media/image1202.png"/><Relationship Id="rId244" Type="http://schemas.openxmlformats.org/officeDocument/2006/relationships/customXml" Target="../ink/ink1213.xml"/><Relationship Id="rId18" Type="http://schemas.openxmlformats.org/officeDocument/2006/relationships/customXml" Target="../ink/ink1100.xml"/><Relationship Id="rId39" Type="http://schemas.openxmlformats.org/officeDocument/2006/relationships/image" Target="../media/image1110.png"/><Relationship Id="rId265" Type="http://schemas.openxmlformats.org/officeDocument/2006/relationships/image" Target="../media/image1223.png"/><Relationship Id="rId286" Type="http://schemas.openxmlformats.org/officeDocument/2006/relationships/customXml" Target="../ink/ink1234.xml"/><Relationship Id="rId50" Type="http://schemas.openxmlformats.org/officeDocument/2006/relationships/customXml" Target="../ink/ink1116.xml"/><Relationship Id="rId104" Type="http://schemas.openxmlformats.org/officeDocument/2006/relationships/customXml" Target="../ink/ink1143.xml"/><Relationship Id="rId125" Type="http://schemas.openxmlformats.org/officeDocument/2006/relationships/image" Target="../media/image1153.png"/><Relationship Id="rId146" Type="http://schemas.openxmlformats.org/officeDocument/2006/relationships/customXml" Target="../ink/ink1164.xml"/><Relationship Id="rId167" Type="http://schemas.openxmlformats.org/officeDocument/2006/relationships/image" Target="../media/image1174.png"/><Relationship Id="rId188" Type="http://schemas.openxmlformats.org/officeDocument/2006/relationships/customXml" Target="../ink/ink1185.xml"/><Relationship Id="rId311" Type="http://schemas.openxmlformats.org/officeDocument/2006/relationships/image" Target="../media/image1246.png"/><Relationship Id="rId332" Type="http://schemas.openxmlformats.org/officeDocument/2006/relationships/customXml" Target="../ink/ink1257.xml"/><Relationship Id="rId353" Type="http://schemas.openxmlformats.org/officeDocument/2006/relationships/image" Target="../media/image1267.png"/><Relationship Id="rId374" Type="http://schemas.openxmlformats.org/officeDocument/2006/relationships/customXml" Target="../ink/ink1278.xml"/><Relationship Id="rId71" Type="http://schemas.openxmlformats.org/officeDocument/2006/relationships/image" Target="../media/image1126.png"/><Relationship Id="rId92" Type="http://schemas.openxmlformats.org/officeDocument/2006/relationships/customXml" Target="../ink/ink1137.xml"/><Relationship Id="rId213" Type="http://schemas.openxmlformats.org/officeDocument/2006/relationships/image" Target="../media/image1197.png"/><Relationship Id="rId234" Type="http://schemas.openxmlformats.org/officeDocument/2006/relationships/customXml" Target="../ink/ink1208.xml"/><Relationship Id="rId2" Type="http://schemas.openxmlformats.org/officeDocument/2006/relationships/customXml" Target="../ink/ink1092.xml"/><Relationship Id="rId29" Type="http://schemas.openxmlformats.org/officeDocument/2006/relationships/image" Target="../media/image1105.png"/><Relationship Id="rId255" Type="http://schemas.openxmlformats.org/officeDocument/2006/relationships/image" Target="../media/image1218.png"/><Relationship Id="rId276" Type="http://schemas.openxmlformats.org/officeDocument/2006/relationships/customXml" Target="../ink/ink1229.xml"/><Relationship Id="rId297" Type="http://schemas.openxmlformats.org/officeDocument/2006/relationships/image" Target="../media/image1239.png"/><Relationship Id="rId40" Type="http://schemas.openxmlformats.org/officeDocument/2006/relationships/customXml" Target="../ink/ink1111.xml"/><Relationship Id="rId115" Type="http://schemas.openxmlformats.org/officeDocument/2006/relationships/image" Target="../media/image1148.png"/><Relationship Id="rId136" Type="http://schemas.openxmlformats.org/officeDocument/2006/relationships/customXml" Target="../ink/ink1159.xml"/><Relationship Id="rId157" Type="http://schemas.openxmlformats.org/officeDocument/2006/relationships/image" Target="../media/image1169.png"/><Relationship Id="rId178" Type="http://schemas.openxmlformats.org/officeDocument/2006/relationships/customXml" Target="../ink/ink1180.xml"/><Relationship Id="rId301" Type="http://schemas.openxmlformats.org/officeDocument/2006/relationships/image" Target="../media/image1241.png"/><Relationship Id="rId322" Type="http://schemas.openxmlformats.org/officeDocument/2006/relationships/customXml" Target="../ink/ink1252.xml"/><Relationship Id="rId343" Type="http://schemas.openxmlformats.org/officeDocument/2006/relationships/image" Target="../media/image1262.png"/><Relationship Id="rId364" Type="http://schemas.openxmlformats.org/officeDocument/2006/relationships/customXml" Target="../ink/ink1273.xml"/><Relationship Id="rId61" Type="http://schemas.openxmlformats.org/officeDocument/2006/relationships/image" Target="../media/image1121.png"/><Relationship Id="rId82" Type="http://schemas.openxmlformats.org/officeDocument/2006/relationships/customXml" Target="../ink/ink1132.xml"/><Relationship Id="rId199" Type="http://schemas.openxmlformats.org/officeDocument/2006/relationships/image" Target="../media/image1190.png"/><Relationship Id="rId203" Type="http://schemas.openxmlformats.org/officeDocument/2006/relationships/image" Target="../media/image1192.png"/><Relationship Id="rId385" Type="http://schemas.openxmlformats.org/officeDocument/2006/relationships/image" Target="../media/image1283.png"/><Relationship Id="rId19" Type="http://schemas.openxmlformats.org/officeDocument/2006/relationships/image" Target="../media/image1100.png"/><Relationship Id="rId224" Type="http://schemas.openxmlformats.org/officeDocument/2006/relationships/customXml" Target="../ink/ink1203.xml"/><Relationship Id="rId245" Type="http://schemas.openxmlformats.org/officeDocument/2006/relationships/image" Target="../media/image1213.png"/><Relationship Id="rId266" Type="http://schemas.openxmlformats.org/officeDocument/2006/relationships/customXml" Target="../ink/ink1224.xml"/><Relationship Id="rId287" Type="http://schemas.openxmlformats.org/officeDocument/2006/relationships/image" Target="../media/image1234.png"/><Relationship Id="rId30" Type="http://schemas.openxmlformats.org/officeDocument/2006/relationships/customXml" Target="../ink/ink1106.xml"/><Relationship Id="rId105" Type="http://schemas.openxmlformats.org/officeDocument/2006/relationships/image" Target="../media/image1143.png"/><Relationship Id="rId126" Type="http://schemas.openxmlformats.org/officeDocument/2006/relationships/customXml" Target="../ink/ink1154.xml"/><Relationship Id="rId147" Type="http://schemas.openxmlformats.org/officeDocument/2006/relationships/image" Target="../media/image1164.png"/><Relationship Id="rId168" Type="http://schemas.openxmlformats.org/officeDocument/2006/relationships/customXml" Target="../ink/ink1175.xml"/><Relationship Id="rId312" Type="http://schemas.openxmlformats.org/officeDocument/2006/relationships/customXml" Target="../ink/ink1247.xml"/><Relationship Id="rId333" Type="http://schemas.openxmlformats.org/officeDocument/2006/relationships/image" Target="../media/image1257.png"/><Relationship Id="rId354" Type="http://schemas.openxmlformats.org/officeDocument/2006/relationships/customXml" Target="../ink/ink1268.xml"/><Relationship Id="rId51" Type="http://schemas.openxmlformats.org/officeDocument/2006/relationships/image" Target="../media/image1116.png"/><Relationship Id="rId72" Type="http://schemas.openxmlformats.org/officeDocument/2006/relationships/customXml" Target="../ink/ink1127.xml"/><Relationship Id="rId93" Type="http://schemas.openxmlformats.org/officeDocument/2006/relationships/image" Target="../media/image1137.png"/><Relationship Id="rId189" Type="http://schemas.openxmlformats.org/officeDocument/2006/relationships/image" Target="../media/image1185.png"/><Relationship Id="rId375" Type="http://schemas.openxmlformats.org/officeDocument/2006/relationships/image" Target="../media/image1278.png"/><Relationship Id="rId3" Type="http://schemas.openxmlformats.org/officeDocument/2006/relationships/image" Target="../media/image1092.png"/><Relationship Id="rId214" Type="http://schemas.openxmlformats.org/officeDocument/2006/relationships/customXml" Target="../ink/ink1198.xml"/><Relationship Id="rId235" Type="http://schemas.openxmlformats.org/officeDocument/2006/relationships/image" Target="../media/image1208.png"/><Relationship Id="rId256" Type="http://schemas.openxmlformats.org/officeDocument/2006/relationships/customXml" Target="../ink/ink1219.xml"/><Relationship Id="rId277" Type="http://schemas.openxmlformats.org/officeDocument/2006/relationships/image" Target="../media/image1229.png"/><Relationship Id="rId298" Type="http://schemas.openxmlformats.org/officeDocument/2006/relationships/customXml" Target="../ink/ink1240.xml"/><Relationship Id="rId116" Type="http://schemas.openxmlformats.org/officeDocument/2006/relationships/customXml" Target="../ink/ink1149.xml"/><Relationship Id="rId137" Type="http://schemas.openxmlformats.org/officeDocument/2006/relationships/image" Target="../media/image1159.png"/><Relationship Id="rId158" Type="http://schemas.openxmlformats.org/officeDocument/2006/relationships/customXml" Target="../ink/ink1170.xml"/><Relationship Id="rId302" Type="http://schemas.openxmlformats.org/officeDocument/2006/relationships/customXml" Target="../ink/ink1242.xml"/><Relationship Id="rId323" Type="http://schemas.openxmlformats.org/officeDocument/2006/relationships/image" Target="../media/image1252.png"/><Relationship Id="rId344" Type="http://schemas.openxmlformats.org/officeDocument/2006/relationships/customXml" Target="../ink/ink1263.xml"/><Relationship Id="rId20" Type="http://schemas.openxmlformats.org/officeDocument/2006/relationships/customXml" Target="../ink/ink1101.xml"/><Relationship Id="rId41" Type="http://schemas.openxmlformats.org/officeDocument/2006/relationships/image" Target="../media/image1111.png"/><Relationship Id="rId62" Type="http://schemas.openxmlformats.org/officeDocument/2006/relationships/customXml" Target="../ink/ink1122.xml"/><Relationship Id="rId83" Type="http://schemas.openxmlformats.org/officeDocument/2006/relationships/image" Target="../media/image1132.png"/><Relationship Id="rId179" Type="http://schemas.openxmlformats.org/officeDocument/2006/relationships/image" Target="../media/image1180.png"/><Relationship Id="rId365" Type="http://schemas.openxmlformats.org/officeDocument/2006/relationships/image" Target="../media/image1273.png"/><Relationship Id="rId386" Type="http://schemas.openxmlformats.org/officeDocument/2006/relationships/customXml" Target="../ink/ink1284.xml"/><Relationship Id="rId190" Type="http://schemas.openxmlformats.org/officeDocument/2006/relationships/customXml" Target="../ink/ink1186.xml"/><Relationship Id="rId204" Type="http://schemas.openxmlformats.org/officeDocument/2006/relationships/customXml" Target="../ink/ink1193.xml"/><Relationship Id="rId225" Type="http://schemas.openxmlformats.org/officeDocument/2006/relationships/image" Target="../media/image1203.png"/><Relationship Id="rId246" Type="http://schemas.openxmlformats.org/officeDocument/2006/relationships/customXml" Target="../ink/ink1214.xml"/><Relationship Id="rId267" Type="http://schemas.openxmlformats.org/officeDocument/2006/relationships/image" Target="../media/image1224.png"/><Relationship Id="rId288" Type="http://schemas.openxmlformats.org/officeDocument/2006/relationships/customXml" Target="../ink/ink1235.xml"/><Relationship Id="rId106" Type="http://schemas.openxmlformats.org/officeDocument/2006/relationships/customXml" Target="../ink/ink1144.xml"/><Relationship Id="rId127" Type="http://schemas.openxmlformats.org/officeDocument/2006/relationships/image" Target="../media/image1154.png"/><Relationship Id="rId313" Type="http://schemas.openxmlformats.org/officeDocument/2006/relationships/image" Target="../media/image1247.png"/><Relationship Id="rId10" Type="http://schemas.openxmlformats.org/officeDocument/2006/relationships/customXml" Target="../ink/ink1096.xml"/><Relationship Id="rId31" Type="http://schemas.openxmlformats.org/officeDocument/2006/relationships/image" Target="../media/image1106.png"/><Relationship Id="rId52" Type="http://schemas.openxmlformats.org/officeDocument/2006/relationships/customXml" Target="../ink/ink1117.xml"/><Relationship Id="rId73" Type="http://schemas.openxmlformats.org/officeDocument/2006/relationships/image" Target="../media/image1127.png"/><Relationship Id="rId94" Type="http://schemas.openxmlformats.org/officeDocument/2006/relationships/customXml" Target="../ink/ink1138.xml"/><Relationship Id="rId148" Type="http://schemas.openxmlformats.org/officeDocument/2006/relationships/customXml" Target="../ink/ink1165.xml"/><Relationship Id="rId169" Type="http://schemas.openxmlformats.org/officeDocument/2006/relationships/image" Target="../media/image1175.png"/><Relationship Id="rId334" Type="http://schemas.openxmlformats.org/officeDocument/2006/relationships/customXml" Target="../ink/ink1258.xml"/><Relationship Id="rId355" Type="http://schemas.openxmlformats.org/officeDocument/2006/relationships/image" Target="../media/image1268.png"/><Relationship Id="rId376" Type="http://schemas.openxmlformats.org/officeDocument/2006/relationships/customXml" Target="../ink/ink1279.xml"/><Relationship Id="rId4" Type="http://schemas.openxmlformats.org/officeDocument/2006/relationships/customXml" Target="../ink/ink1093.xml"/><Relationship Id="rId180" Type="http://schemas.openxmlformats.org/officeDocument/2006/relationships/customXml" Target="../ink/ink1181.xml"/><Relationship Id="rId215" Type="http://schemas.openxmlformats.org/officeDocument/2006/relationships/image" Target="../media/image1198.png"/><Relationship Id="rId236" Type="http://schemas.openxmlformats.org/officeDocument/2006/relationships/customXml" Target="../ink/ink1209.xml"/><Relationship Id="rId257" Type="http://schemas.openxmlformats.org/officeDocument/2006/relationships/image" Target="../media/image1219.png"/><Relationship Id="rId278" Type="http://schemas.openxmlformats.org/officeDocument/2006/relationships/customXml" Target="../ink/ink1230.xml"/><Relationship Id="rId303" Type="http://schemas.openxmlformats.org/officeDocument/2006/relationships/image" Target="../media/image1242.png"/><Relationship Id="rId42" Type="http://schemas.openxmlformats.org/officeDocument/2006/relationships/customXml" Target="../ink/ink1112.xml"/><Relationship Id="rId84" Type="http://schemas.openxmlformats.org/officeDocument/2006/relationships/customXml" Target="../ink/ink1133.xml"/><Relationship Id="rId138" Type="http://schemas.openxmlformats.org/officeDocument/2006/relationships/customXml" Target="../ink/ink1160.xml"/><Relationship Id="rId345" Type="http://schemas.openxmlformats.org/officeDocument/2006/relationships/image" Target="../media/image1263.png"/><Relationship Id="rId387" Type="http://schemas.openxmlformats.org/officeDocument/2006/relationships/image" Target="../media/image1284.png"/><Relationship Id="rId191" Type="http://schemas.openxmlformats.org/officeDocument/2006/relationships/image" Target="../media/image1186.png"/><Relationship Id="rId205" Type="http://schemas.openxmlformats.org/officeDocument/2006/relationships/image" Target="../media/image1193.png"/><Relationship Id="rId247" Type="http://schemas.openxmlformats.org/officeDocument/2006/relationships/image" Target="../media/image1214.png"/><Relationship Id="rId107" Type="http://schemas.openxmlformats.org/officeDocument/2006/relationships/image" Target="../media/image1144.png"/><Relationship Id="rId289" Type="http://schemas.openxmlformats.org/officeDocument/2006/relationships/image" Target="../media/image1235.png"/><Relationship Id="rId11" Type="http://schemas.openxmlformats.org/officeDocument/2006/relationships/image" Target="../media/image1096.png"/><Relationship Id="rId53" Type="http://schemas.openxmlformats.org/officeDocument/2006/relationships/image" Target="../media/image1117.png"/><Relationship Id="rId149" Type="http://schemas.openxmlformats.org/officeDocument/2006/relationships/image" Target="../media/image1165.png"/><Relationship Id="rId314" Type="http://schemas.openxmlformats.org/officeDocument/2006/relationships/customXml" Target="../ink/ink1248.xml"/><Relationship Id="rId356" Type="http://schemas.openxmlformats.org/officeDocument/2006/relationships/customXml" Target="../ink/ink1269.xml"/><Relationship Id="rId95" Type="http://schemas.openxmlformats.org/officeDocument/2006/relationships/image" Target="../media/image1138.png"/><Relationship Id="rId160" Type="http://schemas.openxmlformats.org/officeDocument/2006/relationships/customXml" Target="../ink/ink1171.xml"/><Relationship Id="rId216" Type="http://schemas.openxmlformats.org/officeDocument/2006/relationships/customXml" Target="../ink/ink1199.xml"/><Relationship Id="rId258" Type="http://schemas.openxmlformats.org/officeDocument/2006/relationships/customXml" Target="../ink/ink1220.xml"/><Relationship Id="rId22" Type="http://schemas.openxmlformats.org/officeDocument/2006/relationships/customXml" Target="../ink/ink1102.xml"/><Relationship Id="rId64" Type="http://schemas.openxmlformats.org/officeDocument/2006/relationships/customXml" Target="../ink/ink1123.xml"/><Relationship Id="rId118" Type="http://schemas.openxmlformats.org/officeDocument/2006/relationships/customXml" Target="../ink/ink1150.xml"/><Relationship Id="rId325" Type="http://schemas.openxmlformats.org/officeDocument/2006/relationships/image" Target="../media/image1253.png"/><Relationship Id="rId367" Type="http://schemas.openxmlformats.org/officeDocument/2006/relationships/image" Target="../media/image1274.png"/><Relationship Id="rId171" Type="http://schemas.openxmlformats.org/officeDocument/2006/relationships/image" Target="../media/image1176.png"/><Relationship Id="rId227" Type="http://schemas.openxmlformats.org/officeDocument/2006/relationships/image" Target="../media/image1204.png"/><Relationship Id="rId269" Type="http://schemas.openxmlformats.org/officeDocument/2006/relationships/image" Target="../media/image1225.png"/><Relationship Id="rId33" Type="http://schemas.openxmlformats.org/officeDocument/2006/relationships/image" Target="../media/image1107.png"/><Relationship Id="rId129" Type="http://schemas.openxmlformats.org/officeDocument/2006/relationships/image" Target="../media/image1155.png"/><Relationship Id="rId280" Type="http://schemas.openxmlformats.org/officeDocument/2006/relationships/customXml" Target="../ink/ink1231.xml"/><Relationship Id="rId336" Type="http://schemas.openxmlformats.org/officeDocument/2006/relationships/customXml" Target="../ink/ink1259.xml"/><Relationship Id="rId75" Type="http://schemas.openxmlformats.org/officeDocument/2006/relationships/image" Target="../media/image1128.png"/><Relationship Id="rId140" Type="http://schemas.openxmlformats.org/officeDocument/2006/relationships/customXml" Target="../ink/ink1161.xml"/><Relationship Id="rId182" Type="http://schemas.openxmlformats.org/officeDocument/2006/relationships/customXml" Target="../ink/ink1182.xml"/><Relationship Id="rId378" Type="http://schemas.openxmlformats.org/officeDocument/2006/relationships/customXml" Target="../ink/ink1280.xml"/><Relationship Id="rId6" Type="http://schemas.openxmlformats.org/officeDocument/2006/relationships/customXml" Target="../ink/ink1094.xml"/><Relationship Id="rId238" Type="http://schemas.openxmlformats.org/officeDocument/2006/relationships/customXml" Target="../ink/ink1210.xml"/><Relationship Id="rId291" Type="http://schemas.openxmlformats.org/officeDocument/2006/relationships/image" Target="../media/image1236.png"/><Relationship Id="rId305" Type="http://schemas.openxmlformats.org/officeDocument/2006/relationships/image" Target="../media/image1243.png"/><Relationship Id="rId347" Type="http://schemas.openxmlformats.org/officeDocument/2006/relationships/image" Target="../media/image1264.png"/><Relationship Id="rId44" Type="http://schemas.openxmlformats.org/officeDocument/2006/relationships/customXml" Target="../ink/ink1113.xml"/><Relationship Id="rId86" Type="http://schemas.openxmlformats.org/officeDocument/2006/relationships/customXml" Target="../ink/ink1134.xml"/><Relationship Id="rId151" Type="http://schemas.openxmlformats.org/officeDocument/2006/relationships/image" Target="../media/image1166.png"/><Relationship Id="rId389" Type="http://schemas.openxmlformats.org/officeDocument/2006/relationships/image" Target="../media/image1285.png"/><Relationship Id="rId193" Type="http://schemas.openxmlformats.org/officeDocument/2006/relationships/image" Target="../media/image1187.png"/><Relationship Id="rId207" Type="http://schemas.openxmlformats.org/officeDocument/2006/relationships/image" Target="../media/image1194.png"/><Relationship Id="rId249" Type="http://schemas.openxmlformats.org/officeDocument/2006/relationships/image" Target="../media/image1215.png"/><Relationship Id="rId13" Type="http://schemas.openxmlformats.org/officeDocument/2006/relationships/image" Target="../media/image1097.png"/><Relationship Id="rId109" Type="http://schemas.openxmlformats.org/officeDocument/2006/relationships/image" Target="../media/image1145.png"/><Relationship Id="rId260" Type="http://schemas.openxmlformats.org/officeDocument/2006/relationships/customXml" Target="../ink/ink1221.xml"/><Relationship Id="rId316" Type="http://schemas.openxmlformats.org/officeDocument/2006/relationships/customXml" Target="../ink/ink1249.xml"/><Relationship Id="rId55" Type="http://schemas.openxmlformats.org/officeDocument/2006/relationships/image" Target="../media/image1118.png"/><Relationship Id="rId97" Type="http://schemas.openxmlformats.org/officeDocument/2006/relationships/image" Target="../media/image1139.png"/><Relationship Id="rId120" Type="http://schemas.openxmlformats.org/officeDocument/2006/relationships/customXml" Target="../ink/ink1151.xml"/><Relationship Id="rId358" Type="http://schemas.openxmlformats.org/officeDocument/2006/relationships/customXml" Target="../ink/ink1270.xml"/><Relationship Id="rId162" Type="http://schemas.openxmlformats.org/officeDocument/2006/relationships/customXml" Target="../ink/ink1172.xml"/><Relationship Id="rId218" Type="http://schemas.openxmlformats.org/officeDocument/2006/relationships/customXml" Target="../ink/ink1200.xml"/><Relationship Id="rId271" Type="http://schemas.openxmlformats.org/officeDocument/2006/relationships/image" Target="../media/image1226.png"/><Relationship Id="rId24" Type="http://schemas.openxmlformats.org/officeDocument/2006/relationships/customXml" Target="../ink/ink1103.xml"/><Relationship Id="rId66" Type="http://schemas.openxmlformats.org/officeDocument/2006/relationships/customXml" Target="../ink/ink1124.xml"/><Relationship Id="rId131" Type="http://schemas.openxmlformats.org/officeDocument/2006/relationships/image" Target="../media/image1156.png"/><Relationship Id="rId327" Type="http://schemas.openxmlformats.org/officeDocument/2006/relationships/image" Target="../media/image1254.png"/><Relationship Id="rId369" Type="http://schemas.openxmlformats.org/officeDocument/2006/relationships/image" Target="../media/image1275.png"/><Relationship Id="rId173" Type="http://schemas.openxmlformats.org/officeDocument/2006/relationships/image" Target="../media/image1177.png"/><Relationship Id="rId229" Type="http://schemas.openxmlformats.org/officeDocument/2006/relationships/image" Target="../media/image1205.png"/><Relationship Id="rId380" Type="http://schemas.openxmlformats.org/officeDocument/2006/relationships/customXml" Target="../ink/ink1281.xml"/><Relationship Id="rId240" Type="http://schemas.openxmlformats.org/officeDocument/2006/relationships/customXml" Target="../ink/ink1211.xml"/><Relationship Id="rId35" Type="http://schemas.openxmlformats.org/officeDocument/2006/relationships/image" Target="../media/image1108.png"/><Relationship Id="rId77" Type="http://schemas.openxmlformats.org/officeDocument/2006/relationships/image" Target="../media/image1129.png"/><Relationship Id="rId100" Type="http://schemas.openxmlformats.org/officeDocument/2006/relationships/customXml" Target="../ink/ink1141.xml"/><Relationship Id="rId282" Type="http://schemas.openxmlformats.org/officeDocument/2006/relationships/customXml" Target="../ink/ink1232.xml"/><Relationship Id="rId338" Type="http://schemas.openxmlformats.org/officeDocument/2006/relationships/customXml" Target="../ink/ink1260.xml"/><Relationship Id="rId8" Type="http://schemas.openxmlformats.org/officeDocument/2006/relationships/customXml" Target="../ink/ink1095.xml"/><Relationship Id="rId142" Type="http://schemas.openxmlformats.org/officeDocument/2006/relationships/customXml" Target="../ink/ink1162.xml"/><Relationship Id="rId184" Type="http://schemas.openxmlformats.org/officeDocument/2006/relationships/customXml" Target="../ink/ink1183.xml"/><Relationship Id="rId251" Type="http://schemas.openxmlformats.org/officeDocument/2006/relationships/image" Target="../media/image1216.png"/><Relationship Id="rId46" Type="http://schemas.openxmlformats.org/officeDocument/2006/relationships/customXml" Target="../ink/ink1114.xml"/><Relationship Id="rId293" Type="http://schemas.openxmlformats.org/officeDocument/2006/relationships/image" Target="../media/image1237.png"/><Relationship Id="rId307" Type="http://schemas.openxmlformats.org/officeDocument/2006/relationships/image" Target="../media/image1244.png"/><Relationship Id="rId349" Type="http://schemas.openxmlformats.org/officeDocument/2006/relationships/image" Target="../media/image1265.png"/><Relationship Id="rId88" Type="http://schemas.openxmlformats.org/officeDocument/2006/relationships/customXml" Target="../ink/ink1135.xml"/><Relationship Id="rId111" Type="http://schemas.openxmlformats.org/officeDocument/2006/relationships/image" Target="../media/image1146.png"/><Relationship Id="rId153" Type="http://schemas.openxmlformats.org/officeDocument/2006/relationships/image" Target="../media/image1167.png"/><Relationship Id="rId195" Type="http://schemas.openxmlformats.org/officeDocument/2006/relationships/image" Target="../media/image1188.png"/><Relationship Id="rId209" Type="http://schemas.openxmlformats.org/officeDocument/2006/relationships/image" Target="../media/image1195.png"/><Relationship Id="rId360" Type="http://schemas.openxmlformats.org/officeDocument/2006/relationships/customXml" Target="../ink/ink1271.xml"/><Relationship Id="rId220" Type="http://schemas.openxmlformats.org/officeDocument/2006/relationships/customXml" Target="../ink/ink1201.xml"/><Relationship Id="rId15" Type="http://schemas.openxmlformats.org/officeDocument/2006/relationships/image" Target="../media/image1098.png"/><Relationship Id="rId57" Type="http://schemas.openxmlformats.org/officeDocument/2006/relationships/image" Target="../media/image1119.png"/><Relationship Id="rId262" Type="http://schemas.openxmlformats.org/officeDocument/2006/relationships/customXml" Target="../ink/ink1222.xml"/><Relationship Id="rId318" Type="http://schemas.openxmlformats.org/officeDocument/2006/relationships/customXml" Target="../ink/ink1250.xml"/><Relationship Id="rId99" Type="http://schemas.openxmlformats.org/officeDocument/2006/relationships/image" Target="../media/image1140.png"/><Relationship Id="rId122" Type="http://schemas.openxmlformats.org/officeDocument/2006/relationships/customXml" Target="../ink/ink1152.xml"/><Relationship Id="rId164" Type="http://schemas.openxmlformats.org/officeDocument/2006/relationships/customXml" Target="../ink/ink1173.xml"/><Relationship Id="rId371" Type="http://schemas.openxmlformats.org/officeDocument/2006/relationships/image" Target="../media/image1276.png"/><Relationship Id="rId26" Type="http://schemas.openxmlformats.org/officeDocument/2006/relationships/customXml" Target="../ink/ink1104.xml"/><Relationship Id="rId231" Type="http://schemas.openxmlformats.org/officeDocument/2006/relationships/image" Target="../media/image1206.png"/><Relationship Id="rId273" Type="http://schemas.openxmlformats.org/officeDocument/2006/relationships/image" Target="../media/image1227.png"/><Relationship Id="rId329" Type="http://schemas.openxmlformats.org/officeDocument/2006/relationships/image" Target="../media/image1255.png"/><Relationship Id="rId68" Type="http://schemas.openxmlformats.org/officeDocument/2006/relationships/customXml" Target="../ink/ink1125.xml"/><Relationship Id="rId133" Type="http://schemas.openxmlformats.org/officeDocument/2006/relationships/image" Target="../media/image1157.png"/><Relationship Id="rId175" Type="http://schemas.openxmlformats.org/officeDocument/2006/relationships/image" Target="../media/image1178.png"/><Relationship Id="rId340" Type="http://schemas.openxmlformats.org/officeDocument/2006/relationships/customXml" Target="../ink/ink1261.xml"/></Relationships>
</file>

<file path=ppt/slides/_rels/slide14.xml.rels><?xml version="1.0" encoding="UTF-8" standalone="yes"?>
<Relationships xmlns="http://schemas.openxmlformats.org/package/2006/relationships"><Relationship Id="rId26" Type="http://schemas.openxmlformats.org/officeDocument/2006/relationships/customXml" Target="../ink/ink1298.xml"/><Relationship Id="rId21" Type="http://schemas.openxmlformats.org/officeDocument/2006/relationships/image" Target="../media/image1295.png"/><Relationship Id="rId42" Type="http://schemas.openxmlformats.org/officeDocument/2006/relationships/customXml" Target="../ink/ink1306.xml"/><Relationship Id="rId47" Type="http://schemas.openxmlformats.org/officeDocument/2006/relationships/image" Target="../media/image1308.png"/><Relationship Id="rId63" Type="http://schemas.openxmlformats.org/officeDocument/2006/relationships/image" Target="../media/image1316.png"/><Relationship Id="rId68" Type="http://schemas.openxmlformats.org/officeDocument/2006/relationships/customXml" Target="../ink/ink1319.xml"/><Relationship Id="rId84" Type="http://schemas.openxmlformats.org/officeDocument/2006/relationships/customXml" Target="../ink/ink1327.xml"/><Relationship Id="rId89" Type="http://schemas.openxmlformats.org/officeDocument/2006/relationships/image" Target="../media/image1329.png"/><Relationship Id="rId16" Type="http://schemas.openxmlformats.org/officeDocument/2006/relationships/customXml" Target="../ink/ink1293.xml"/><Relationship Id="rId11" Type="http://schemas.openxmlformats.org/officeDocument/2006/relationships/image" Target="../media/image1290.png"/><Relationship Id="rId32" Type="http://schemas.openxmlformats.org/officeDocument/2006/relationships/customXml" Target="../ink/ink1301.xml"/><Relationship Id="rId37" Type="http://schemas.openxmlformats.org/officeDocument/2006/relationships/image" Target="../media/image1303.png"/><Relationship Id="rId53" Type="http://schemas.openxmlformats.org/officeDocument/2006/relationships/image" Target="../media/image1311.png"/><Relationship Id="rId58" Type="http://schemas.openxmlformats.org/officeDocument/2006/relationships/customXml" Target="../ink/ink1314.xml"/><Relationship Id="rId74" Type="http://schemas.openxmlformats.org/officeDocument/2006/relationships/customXml" Target="../ink/ink1322.xml"/><Relationship Id="rId79" Type="http://schemas.openxmlformats.org/officeDocument/2006/relationships/image" Target="../media/image1324.png"/><Relationship Id="rId5" Type="http://schemas.openxmlformats.org/officeDocument/2006/relationships/image" Target="../media/image1287.png"/><Relationship Id="rId14" Type="http://schemas.openxmlformats.org/officeDocument/2006/relationships/customXml" Target="../ink/ink1292.xml"/><Relationship Id="rId22" Type="http://schemas.openxmlformats.org/officeDocument/2006/relationships/customXml" Target="../ink/ink1296.xml"/><Relationship Id="rId27" Type="http://schemas.openxmlformats.org/officeDocument/2006/relationships/image" Target="../media/image1298.png"/><Relationship Id="rId30" Type="http://schemas.openxmlformats.org/officeDocument/2006/relationships/customXml" Target="../ink/ink1300.xml"/><Relationship Id="rId35" Type="http://schemas.openxmlformats.org/officeDocument/2006/relationships/image" Target="../media/image1302.png"/><Relationship Id="rId43" Type="http://schemas.openxmlformats.org/officeDocument/2006/relationships/image" Target="../media/image1306.png"/><Relationship Id="rId48" Type="http://schemas.openxmlformats.org/officeDocument/2006/relationships/customXml" Target="../ink/ink1309.xml"/><Relationship Id="rId56" Type="http://schemas.openxmlformats.org/officeDocument/2006/relationships/customXml" Target="../ink/ink1313.xml"/><Relationship Id="rId64" Type="http://schemas.openxmlformats.org/officeDocument/2006/relationships/customXml" Target="../ink/ink1317.xml"/><Relationship Id="rId69" Type="http://schemas.openxmlformats.org/officeDocument/2006/relationships/image" Target="../media/image1319.png"/><Relationship Id="rId77" Type="http://schemas.openxmlformats.org/officeDocument/2006/relationships/image" Target="../media/image1323.png"/><Relationship Id="rId8" Type="http://schemas.openxmlformats.org/officeDocument/2006/relationships/customXml" Target="../ink/ink1289.xml"/><Relationship Id="rId51" Type="http://schemas.openxmlformats.org/officeDocument/2006/relationships/image" Target="../media/image1310.png"/><Relationship Id="rId72" Type="http://schemas.openxmlformats.org/officeDocument/2006/relationships/customXml" Target="../ink/ink1321.xml"/><Relationship Id="rId80" Type="http://schemas.openxmlformats.org/officeDocument/2006/relationships/customXml" Target="../ink/ink1325.xml"/><Relationship Id="rId85" Type="http://schemas.openxmlformats.org/officeDocument/2006/relationships/image" Target="../media/image1327.png"/><Relationship Id="rId3" Type="http://schemas.openxmlformats.org/officeDocument/2006/relationships/image" Target="../media/image1286.png"/><Relationship Id="rId12" Type="http://schemas.openxmlformats.org/officeDocument/2006/relationships/customXml" Target="../ink/ink1291.xml"/><Relationship Id="rId17" Type="http://schemas.openxmlformats.org/officeDocument/2006/relationships/image" Target="../media/image1293.png"/><Relationship Id="rId25" Type="http://schemas.openxmlformats.org/officeDocument/2006/relationships/image" Target="../media/image1297.png"/><Relationship Id="rId33" Type="http://schemas.openxmlformats.org/officeDocument/2006/relationships/image" Target="../media/image1301.png"/><Relationship Id="rId38" Type="http://schemas.openxmlformats.org/officeDocument/2006/relationships/customXml" Target="../ink/ink1304.xml"/><Relationship Id="rId46" Type="http://schemas.openxmlformats.org/officeDocument/2006/relationships/customXml" Target="../ink/ink1308.xml"/><Relationship Id="rId59" Type="http://schemas.openxmlformats.org/officeDocument/2006/relationships/image" Target="../media/image1314.png"/><Relationship Id="rId67" Type="http://schemas.openxmlformats.org/officeDocument/2006/relationships/image" Target="../media/image1318.png"/><Relationship Id="rId20" Type="http://schemas.openxmlformats.org/officeDocument/2006/relationships/customXml" Target="../ink/ink1295.xml"/><Relationship Id="rId41" Type="http://schemas.openxmlformats.org/officeDocument/2006/relationships/image" Target="../media/image1305.png"/><Relationship Id="rId54" Type="http://schemas.openxmlformats.org/officeDocument/2006/relationships/customXml" Target="../ink/ink1312.xml"/><Relationship Id="rId62" Type="http://schemas.openxmlformats.org/officeDocument/2006/relationships/customXml" Target="../ink/ink1316.xml"/><Relationship Id="rId70" Type="http://schemas.openxmlformats.org/officeDocument/2006/relationships/customXml" Target="../ink/ink1320.xml"/><Relationship Id="rId75" Type="http://schemas.openxmlformats.org/officeDocument/2006/relationships/image" Target="../media/image1322.png"/><Relationship Id="rId83" Type="http://schemas.openxmlformats.org/officeDocument/2006/relationships/image" Target="../media/image1326.png"/><Relationship Id="rId88" Type="http://schemas.openxmlformats.org/officeDocument/2006/relationships/customXml" Target="../ink/ink1329.xml"/><Relationship Id="rId1" Type="http://schemas.openxmlformats.org/officeDocument/2006/relationships/slideLayout" Target="../slideLayouts/slideLayout7.xml"/><Relationship Id="rId6" Type="http://schemas.openxmlformats.org/officeDocument/2006/relationships/customXml" Target="../ink/ink1288.xml"/><Relationship Id="rId15" Type="http://schemas.openxmlformats.org/officeDocument/2006/relationships/image" Target="../media/image1292.png"/><Relationship Id="rId23" Type="http://schemas.openxmlformats.org/officeDocument/2006/relationships/image" Target="../media/image1296.png"/><Relationship Id="rId28" Type="http://schemas.openxmlformats.org/officeDocument/2006/relationships/customXml" Target="../ink/ink1299.xml"/><Relationship Id="rId36" Type="http://schemas.openxmlformats.org/officeDocument/2006/relationships/customXml" Target="../ink/ink1303.xml"/><Relationship Id="rId49" Type="http://schemas.openxmlformats.org/officeDocument/2006/relationships/image" Target="../media/image1309.png"/><Relationship Id="rId57" Type="http://schemas.openxmlformats.org/officeDocument/2006/relationships/image" Target="../media/image1313.png"/><Relationship Id="rId10" Type="http://schemas.openxmlformats.org/officeDocument/2006/relationships/customXml" Target="../ink/ink1290.xml"/><Relationship Id="rId31" Type="http://schemas.openxmlformats.org/officeDocument/2006/relationships/image" Target="../media/image1300.png"/><Relationship Id="rId44" Type="http://schemas.openxmlformats.org/officeDocument/2006/relationships/customXml" Target="../ink/ink1307.xml"/><Relationship Id="rId52" Type="http://schemas.openxmlformats.org/officeDocument/2006/relationships/customXml" Target="../ink/ink1311.xml"/><Relationship Id="rId60" Type="http://schemas.openxmlformats.org/officeDocument/2006/relationships/customXml" Target="../ink/ink1315.xml"/><Relationship Id="rId65" Type="http://schemas.openxmlformats.org/officeDocument/2006/relationships/image" Target="../media/image1317.png"/><Relationship Id="rId73" Type="http://schemas.openxmlformats.org/officeDocument/2006/relationships/image" Target="../media/image1321.png"/><Relationship Id="rId78" Type="http://schemas.openxmlformats.org/officeDocument/2006/relationships/customXml" Target="../ink/ink1324.xml"/><Relationship Id="rId81" Type="http://schemas.openxmlformats.org/officeDocument/2006/relationships/image" Target="../media/image1325.png"/><Relationship Id="rId86" Type="http://schemas.openxmlformats.org/officeDocument/2006/relationships/customXml" Target="../ink/ink1328.xml"/><Relationship Id="rId4" Type="http://schemas.openxmlformats.org/officeDocument/2006/relationships/customXml" Target="../ink/ink1287.xml"/><Relationship Id="rId9" Type="http://schemas.openxmlformats.org/officeDocument/2006/relationships/image" Target="../media/image1289.png"/><Relationship Id="rId13" Type="http://schemas.openxmlformats.org/officeDocument/2006/relationships/image" Target="../media/image1291.png"/><Relationship Id="rId18" Type="http://schemas.openxmlformats.org/officeDocument/2006/relationships/customXml" Target="../ink/ink1294.xml"/><Relationship Id="rId39" Type="http://schemas.openxmlformats.org/officeDocument/2006/relationships/image" Target="../media/image1304.png"/><Relationship Id="rId34" Type="http://schemas.openxmlformats.org/officeDocument/2006/relationships/customXml" Target="../ink/ink1302.xml"/><Relationship Id="rId50" Type="http://schemas.openxmlformats.org/officeDocument/2006/relationships/customXml" Target="../ink/ink1310.xml"/><Relationship Id="rId55" Type="http://schemas.openxmlformats.org/officeDocument/2006/relationships/image" Target="../media/image1312.png"/><Relationship Id="rId76" Type="http://schemas.openxmlformats.org/officeDocument/2006/relationships/customXml" Target="../ink/ink1323.xml"/><Relationship Id="rId7" Type="http://schemas.openxmlformats.org/officeDocument/2006/relationships/image" Target="../media/image1288.png"/><Relationship Id="rId71" Type="http://schemas.openxmlformats.org/officeDocument/2006/relationships/image" Target="../media/image1320.png"/><Relationship Id="rId2" Type="http://schemas.openxmlformats.org/officeDocument/2006/relationships/customXml" Target="../ink/ink1286.xml"/><Relationship Id="rId29" Type="http://schemas.openxmlformats.org/officeDocument/2006/relationships/image" Target="../media/image1299.png"/><Relationship Id="rId24" Type="http://schemas.openxmlformats.org/officeDocument/2006/relationships/customXml" Target="../ink/ink1297.xml"/><Relationship Id="rId40" Type="http://schemas.openxmlformats.org/officeDocument/2006/relationships/customXml" Target="../ink/ink1305.xml"/><Relationship Id="rId45" Type="http://schemas.openxmlformats.org/officeDocument/2006/relationships/image" Target="../media/image1307.png"/><Relationship Id="rId66" Type="http://schemas.openxmlformats.org/officeDocument/2006/relationships/customXml" Target="../ink/ink1318.xml"/><Relationship Id="rId87" Type="http://schemas.openxmlformats.org/officeDocument/2006/relationships/image" Target="../media/image1328.png"/><Relationship Id="rId61" Type="http://schemas.openxmlformats.org/officeDocument/2006/relationships/image" Target="../media/image1315.png"/><Relationship Id="rId82" Type="http://schemas.openxmlformats.org/officeDocument/2006/relationships/customXml" Target="../ink/ink1326.xml"/><Relationship Id="rId19" Type="http://schemas.openxmlformats.org/officeDocument/2006/relationships/image" Target="../media/image1294.png"/></Relationships>
</file>

<file path=ppt/slides/_rels/slide15.xml.rels><?xml version="1.0" encoding="UTF-8" standalone="yes"?>
<Relationships xmlns="http://schemas.openxmlformats.org/package/2006/relationships"><Relationship Id="rId26" Type="http://schemas.openxmlformats.org/officeDocument/2006/relationships/customXml" Target="../ink/ink1342.xml"/><Relationship Id="rId21" Type="http://schemas.openxmlformats.org/officeDocument/2006/relationships/image" Target="../media/image1339.png"/><Relationship Id="rId42" Type="http://schemas.openxmlformats.org/officeDocument/2006/relationships/customXml" Target="../ink/ink1350.xml"/><Relationship Id="rId47" Type="http://schemas.openxmlformats.org/officeDocument/2006/relationships/image" Target="../media/image1352.png"/><Relationship Id="rId63" Type="http://schemas.openxmlformats.org/officeDocument/2006/relationships/image" Target="../media/image1360.png"/><Relationship Id="rId68" Type="http://schemas.openxmlformats.org/officeDocument/2006/relationships/customXml" Target="../ink/ink1363.xml"/><Relationship Id="rId84" Type="http://schemas.openxmlformats.org/officeDocument/2006/relationships/customXml" Target="../ink/ink1371.xml"/><Relationship Id="rId89" Type="http://schemas.openxmlformats.org/officeDocument/2006/relationships/image" Target="../media/image1373.png"/><Relationship Id="rId16" Type="http://schemas.openxmlformats.org/officeDocument/2006/relationships/customXml" Target="../ink/ink1337.xml"/><Relationship Id="rId107" Type="http://schemas.openxmlformats.org/officeDocument/2006/relationships/image" Target="../media/image1382.png"/><Relationship Id="rId11" Type="http://schemas.openxmlformats.org/officeDocument/2006/relationships/image" Target="../media/image1334.png"/><Relationship Id="rId32" Type="http://schemas.openxmlformats.org/officeDocument/2006/relationships/customXml" Target="../ink/ink1345.xml"/><Relationship Id="rId37" Type="http://schemas.openxmlformats.org/officeDocument/2006/relationships/image" Target="../media/image1347.png"/><Relationship Id="rId53" Type="http://schemas.openxmlformats.org/officeDocument/2006/relationships/image" Target="../media/image1355.png"/><Relationship Id="rId58" Type="http://schemas.openxmlformats.org/officeDocument/2006/relationships/customXml" Target="../ink/ink1358.xml"/><Relationship Id="rId74" Type="http://schemas.openxmlformats.org/officeDocument/2006/relationships/customXml" Target="../ink/ink1366.xml"/><Relationship Id="rId79" Type="http://schemas.openxmlformats.org/officeDocument/2006/relationships/image" Target="../media/image1368.png"/><Relationship Id="rId102" Type="http://schemas.openxmlformats.org/officeDocument/2006/relationships/customXml" Target="../ink/ink1380.xml"/><Relationship Id="rId5" Type="http://schemas.openxmlformats.org/officeDocument/2006/relationships/image" Target="../media/image1331.png"/><Relationship Id="rId90" Type="http://schemas.openxmlformats.org/officeDocument/2006/relationships/customXml" Target="../ink/ink1374.xml"/><Relationship Id="rId95" Type="http://schemas.openxmlformats.org/officeDocument/2006/relationships/image" Target="../media/image1376.png"/><Relationship Id="rId22" Type="http://schemas.openxmlformats.org/officeDocument/2006/relationships/customXml" Target="../ink/ink1340.xml"/><Relationship Id="rId27" Type="http://schemas.openxmlformats.org/officeDocument/2006/relationships/image" Target="../media/image1342.png"/><Relationship Id="rId43" Type="http://schemas.openxmlformats.org/officeDocument/2006/relationships/image" Target="../media/image1350.png"/><Relationship Id="rId48" Type="http://schemas.openxmlformats.org/officeDocument/2006/relationships/customXml" Target="../ink/ink1353.xml"/><Relationship Id="rId64" Type="http://schemas.openxmlformats.org/officeDocument/2006/relationships/customXml" Target="../ink/ink1361.xml"/><Relationship Id="rId69" Type="http://schemas.openxmlformats.org/officeDocument/2006/relationships/image" Target="../media/image1363.png"/><Relationship Id="rId80" Type="http://schemas.openxmlformats.org/officeDocument/2006/relationships/customXml" Target="../ink/ink1369.xml"/><Relationship Id="rId85" Type="http://schemas.openxmlformats.org/officeDocument/2006/relationships/image" Target="../media/image1371.png"/><Relationship Id="rId12" Type="http://schemas.openxmlformats.org/officeDocument/2006/relationships/customXml" Target="../ink/ink1335.xml"/><Relationship Id="rId17" Type="http://schemas.openxmlformats.org/officeDocument/2006/relationships/image" Target="../media/image1337.png"/><Relationship Id="rId33" Type="http://schemas.openxmlformats.org/officeDocument/2006/relationships/image" Target="../media/image1345.png"/><Relationship Id="rId38" Type="http://schemas.openxmlformats.org/officeDocument/2006/relationships/customXml" Target="../ink/ink1348.xml"/><Relationship Id="rId59" Type="http://schemas.openxmlformats.org/officeDocument/2006/relationships/image" Target="../media/image1358.png"/><Relationship Id="rId103" Type="http://schemas.openxmlformats.org/officeDocument/2006/relationships/image" Target="../media/image1380.png"/><Relationship Id="rId108" Type="http://schemas.openxmlformats.org/officeDocument/2006/relationships/customXml" Target="../ink/ink1383.xml"/><Relationship Id="rId54" Type="http://schemas.openxmlformats.org/officeDocument/2006/relationships/customXml" Target="../ink/ink1356.xml"/><Relationship Id="rId70" Type="http://schemas.openxmlformats.org/officeDocument/2006/relationships/customXml" Target="../ink/ink1364.xml"/><Relationship Id="rId75" Type="http://schemas.openxmlformats.org/officeDocument/2006/relationships/image" Target="../media/image1366.png"/><Relationship Id="rId91" Type="http://schemas.openxmlformats.org/officeDocument/2006/relationships/image" Target="../media/image1374.png"/><Relationship Id="rId96" Type="http://schemas.openxmlformats.org/officeDocument/2006/relationships/customXml" Target="../ink/ink1377.xml"/><Relationship Id="rId1" Type="http://schemas.openxmlformats.org/officeDocument/2006/relationships/slideLayout" Target="../slideLayouts/slideLayout7.xml"/><Relationship Id="rId6" Type="http://schemas.openxmlformats.org/officeDocument/2006/relationships/customXml" Target="../ink/ink1332.xml"/><Relationship Id="rId15" Type="http://schemas.openxmlformats.org/officeDocument/2006/relationships/image" Target="../media/image1336.png"/><Relationship Id="rId23" Type="http://schemas.openxmlformats.org/officeDocument/2006/relationships/image" Target="../media/image1340.png"/><Relationship Id="rId28" Type="http://schemas.openxmlformats.org/officeDocument/2006/relationships/customXml" Target="../ink/ink1343.xml"/><Relationship Id="rId36" Type="http://schemas.openxmlformats.org/officeDocument/2006/relationships/customXml" Target="../ink/ink1347.xml"/><Relationship Id="rId49" Type="http://schemas.openxmlformats.org/officeDocument/2006/relationships/image" Target="../media/image1353.png"/><Relationship Id="rId57" Type="http://schemas.openxmlformats.org/officeDocument/2006/relationships/image" Target="../media/image1357.png"/><Relationship Id="rId106" Type="http://schemas.openxmlformats.org/officeDocument/2006/relationships/customXml" Target="../ink/ink1382.xml"/><Relationship Id="rId10" Type="http://schemas.openxmlformats.org/officeDocument/2006/relationships/customXml" Target="../ink/ink1334.xml"/><Relationship Id="rId31" Type="http://schemas.openxmlformats.org/officeDocument/2006/relationships/image" Target="../media/image1344.png"/><Relationship Id="rId44" Type="http://schemas.openxmlformats.org/officeDocument/2006/relationships/customXml" Target="../ink/ink1351.xml"/><Relationship Id="rId52" Type="http://schemas.openxmlformats.org/officeDocument/2006/relationships/customXml" Target="../ink/ink1355.xml"/><Relationship Id="rId60" Type="http://schemas.openxmlformats.org/officeDocument/2006/relationships/customXml" Target="../ink/ink1359.xml"/><Relationship Id="rId65" Type="http://schemas.openxmlformats.org/officeDocument/2006/relationships/image" Target="../media/image1361.png"/><Relationship Id="rId73" Type="http://schemas.openxmlformats.org/officeDocument/2006/relationships/image" Target="../media/image1365.png"/><Relationship Id="rId78" Type="http://schemas.openxmlformats.org/officeDocument/2006/relationships/customXml" Target="../ink/ink1368.xml"/><Relationship Id="rId81" Type="http://schemas.openxmlformats.org/officeDocument/2006/relationships/image" Target="../media/image1369.png"/><Relationship Id="rId86" Type="http://schemas.openxmlformats.org/officeDocument/2006/relationships/customXml" Target="../ink/ink1372.xml"/><Relationship Id="rId94" Type="http://schemas.openxmlformats.org/officeDocument/2006/relationships/customXml" Target="../ink/ink1376.xml"/><Relationship Id="rId99" Type="http://schemas.openxmlformats.org/officeDocument/2006/relationships/image" Target="../media/image1378.png"/><Relationship Id="rId101" Type="http://schemas.openxmlformats.org/officeDocument/2006/relationships/image" Target="../media/image1379.png"/><Relationship Id="rId4" Type="http://schemas.openxmlformats.org/officeDocument/2006/relationships/customXml" Target="../ink/ink1331.xml"/><Relationship Id="rId9" Type="http://schemas.openxmlformats.org/officeDocument/2006/relationships/image" Target="../media/image1333.png"/><Relationship Id="rId13" Type="http://schemas.openxmlformats.org/officeDocument/2006/relationships/image" Target="../media/image1335.png"/><Relationship Id="rId18" Type="http://schemas.openxmlformats.org/officeDocument/2006/relationships/customXml" Target="../ink/ink1338.xml"/><Relationship Id="rId39" Type="http://schemas.openxmlformats.org/officeDocument/2006/relationships/image" Target="../media/image1348.png"/><Relationship Id="rId109" Type="http://schemas.openxmlformats.org/officeDocument/2006/relationships/image" Target="../media/image1383.png"/><Relationship Id="rId34" Type="http://schemas.openxmlformats.org/officeDocument/2006/relationships/customXml" Target="../ink/ink1346.xml"/><Relationship Id="rId50" Type="http://schemas.openxmlformats.org/officeDocument/2006/relationships/customXml" Target="../ink/ink1354.xml"/><Relationship Id="rId55" Type="http://schemas.openxmlformats.org/officeDocument/2006/relationships/image" Target="../media/image1356.png"/><Relationship Id="rId76" Type="http://schemas.openxmlformats.org/officeDocument/2006/relationships/customXml" Target="../ink/ink1367.xml"/><Relationship Id="rId97" Type="http://schemas.openxmlformats.org/officeDocument/2006/relationships/image" Target="../media/image1377.png"/><Relationship Id="rId104" Type="http://schemas.openxmlformats.org/officeDocument/2006/relationships/customXml" Target="../ink/ink1381.xml"/><Relationship Id="rId7" Type="http://schemas.openxmlformats.org/officeDocument/2006/relationships/image" Target="../media/image1332.png"/><Relationship Id="rId71" Type="http://schemas.openxmlformats.org/officeDocument/2006/relationships/image" Target="../media/image1364.png"/><Relationship Id="rId92" Type="http://schemas.openxmlformats.org/officeDocument/2006/relationships/customXml" Target="../ink/ink1375.xml"/><Relationship Id="rId2" Type="http://schemas.openxmlformats.org/officeDocument/2006/relationships/customXml" Target="../ink/ink1330.xml"/><Relationship Id="rId29" Type="http://schemas.openxmlformats.org/officeDocument/2006/relationships/image" Target="../media/image1343.png"/><Relationship Id="rId24" Type="http://schemas.openxmlformats.org/officeDocument/2006/relationships/customXml" Target="../ink/ink1341.xml"/><Relationship Id="rId40" Type="http://schemas.openxmlformats.org/officeDocument/2006/relationships/customXml" Target="../ink/ink1349.xml"/><Relationship Id="rId45" Type="http://schemas.openxmlformats.org/officeDocument/2006/relationships/image" Target="../media/image1351.png"/><Relationship Id="rId66" Type="http://schemas.openxmlformats.org/officeDocument/2006/relationships/customXml" Target="../ink/ink1362.xml"/><Relationship Id="rId87" Type="http://schemas.openxmlformats.org/officeDocument/2006/relationships/image" Target="../media/image1372.png"/><Relationship Id="rId61" Type="http://schemas.openxmlformats.org/officeDocument/2006/relationships/image" Target="../media/image1359.png"/><Relationship Id="rId82" Type="http://schemas.openxmlformats.org/officeDocument/2006/relationships/customXml" Target="../ink/ink1370.xml"/><Relationship Id="rId19" Type="http://schemas.openxmlformats.org/officeDocument/2006/relationships/image" Target="../media/image1338.png"/><Relationship Id="rId14" Type="http://schemas.openxmlformats.org/officeDocument/2006/relationships/customXml" Target="../ink/ink1336.xml"/><Relationship Id="rId30" Type="http://schemas.openxmlformats.org/officeDocument/2006/relationships/customXml" Target="../ink/ink1344.xml"/><Relationship Id="rId35" Type="http://schemas.openxmlformats.org/officeDocument/2006/relationships/image" Target="../media/image1346.png"/><Relationship Id="rId56" Type="http://schemas.openxmlformats.org/officeDocument/2006/relationships/customXml" Target="../ink/ink1357.xml"/><Relationship Id="rId77" Type="http://schemas.openxmlformats.org/officeDocument/2006/relationships/image" Target="../media/image1367.png"/><Relationship Id="rId100" Type="http://schemas.openxmlformats.org/officeDocument/2006/relationships/customXml" Target="../ink/ink1379.xml"/><Relationship Id="rId105" Type="http://schemas.openxmlformats.org/officeDocument/2006/relationships/image" Target="../media/image1381.png"/><Relationship Id="rId8" Type="http://schemas.openxmlformats.org/officeDocument/2006/relationships/customXml" Target="../ink/ink1333.xml"/><Relationship Id="rId51" Type="http://schemas.openxmlformats.org/officeDocument/2006/relationships/image" Target="../media/image1354.png"/><Relationship Id="rId72" Type="http://schemas.openxmlformats.org/officeDocument/2006/relationships/customXml" Target="../ink/ink1365.xml"/><Relationship Id="rId93" Type="http://schemas.openxmlformats.org/officeDocument/2006/relationships/image" Target="../media/image1375.png"/><Relationship Id="rId98" Type="http://schemas.openxmlformats.org/officeDocument/2006/relationships/customXml" Target="../ink/ink1378.xml"/><Relationship Id="rId3" Type="http://schemas.openxmlformats.org/officeDocument/2006/relationships/image" Target="../media/image1330.png"/><Relationship Id="rId25" Type="http://schemas.openxmlformats.org/officeDocument/2006/relationships/image" Target="../media/image1341.png"/><Relationship Id="rId46" Type="http://schemas.openxmlformats.org/officeDocument/2006/relationships/customXml" Target="../ink/ink1352.xml"/><Relationship Id="rId67" Type="http://schemas.openxmlformats.org/officeDocument/2006/relationships/image" Target="../media/image1362.png"/><Relationship Id="rId20" Type="http://schemas.openxmlformats.org/officeDocument/2006/relationships/customXml" Target="../ink/ink1339.xml"/><Relationship Id="rId41" Type="http://schemas.openxmlformats.org/officeDocument/2006/relationships/image" Target="../media/image1349.png"/><Relationship Id="rId62" Type="http://schemas.openxmlformats.org/officeDocument/2006/relationships/customXml" Target="../ink/ink1360.xml"/><Relationship Id="rId83" Type="http://schemas.openxmlformats.org/officeDocument/2006/relationships/image" Target="../media/image1370.png"/><Relationship Id="rId88" Type="http://schemas.openxmlformats.org/officeDocument/2006/relationships/customXml" Target="../ink/ink1373.xml"/></Relationships>
</file>

<file path=ppt/slides/_rels/slide16.xml.rels><?xml version="1.0" encoding="UTF-8" standalone="yes"?>
<Relationships xmlns="http://schemas.openxmlformats.org/package/2006/relationships"><Relationship Id="rId117" Type="http://schemas.openxmlformats.org/officeDocument/2006/relationships/image" Target="../media/image11490.png"/><Relationship Id="rId299" Type="http://schemas.openxmlformats.org/officeDocument/2006/relationships/customXml" Target="../ink/ink1533.xml"/><Relationship Id="rId21" Type="http://schemas.openxmlformats.org/officeDocument/2006/relationships/image" Target="../media/image11010.png"/><Relationship Id="rId63" Type="http://schemas.openxmlformats.org/officeDocument/2006/relationships/image" Target="../media/image11220.png"/><Relationship Id="rId159" Type="http://schemas.openxmlformats.org/officeDocument/2006/relationships/image" Target="../media/image11700.png"/><Relationship Id="rId324" Type="http://schemas.openxmlformats.org/officeDocument/2006/relationships/image" Target="../media/image12510.png"/><Relationship Id="rId170" Type="http://schemas.openxmlformats.org/officeDocument/2006/relationships/customXml" Target="../ink/ink1468.xml"/><Relationship Id="rId226" Type="http://schemas.openxmlformats.org/officeDocument/2006/relationships/customXml" Target="../ink/ink1496.xml"/><Relationship Id="rId268" Type="http://schemas.openxmlformats.org/officeDocument/2006/relationships/image" Target="../media/image12230.png"/><Relationship Id="rId32" Type="http://schemas.openxmlformats.org/officeDocument/2006/relationships/customXml" Target="../ink/ink1399.xml"/><Relationship Id="rId74" Type="http://schemas.openxmlformats.org/officeDocument/2006/relationships/customXml" Target="../ink/ink1420.xml"/><Relationship Id="rId128" Type="http://schemas.openxmlformats.org/officeDocument/2006/relationships/customXml" Target="../ink/ink1447.xml"/><Relationship Id="rId335" Type="http://schemas.openxmlformats.org/officeDocument/2006/relationships/customXml" Target="../ink/ink1551.xml"/><Relationship Id="rId5" Type="http://schemas.openxmlformats.org/officeDocument/2006/relationships/image" Target="../media/image10930.png"/><Relationship Id="rId181" Type="http://schemas.openxmlformats.org/officeDocument/2006/relationships/image" Target="../media/image11810.png"/><Relationship Id="rId237" Type="http://schemas.openxmlformats.org/officeDocument/2006/relationships/image" Target="../media/image12090.png"/><Relationship Id="rId279" Type="http://schemas.openxmlformats.org/officeDocument/2006/relationships/customXml" Target="../ink/ink1523.xml"/><Relationship Id="rId43" Type="http://schemas.openxmlformats.org/officeDocument/2006/relationships/image" Target="../media/image11120.png"/><Relationship Id="rId139" Type="http://schemas.openxmlformats.org/officeDocument/2006/relationships/image" Target="../media/image11600.png"/><Relationship Id="rId290" Type="http://schemas.openxmlformats.org/officeDocument/2006/relationships/image" Target="../media/image12340.png"/><Relationship Id="rId304" Type="http://schemas.openxmlformats.org/officeDocument/2006/relationships/image" Target="../media/image12410.png"/><Relationship Id="rId85" Type="http://schemas.openxmlformats.org/officeDocument/2006/relationships/image" Target="../media/image11330.png"/><Relationship Id="rId150" Type="http://schemas.openxmlformats.org/officeDocument/2006/relationships/customXml" Target="../ink/ink1458.xml"/><Relationship Id="rId192" Type="http://schemas.openxmlformats.org/officeDocument/2006/relationships/customXml" Target="../ink/ink1479.xml"/><Relationship Id="rId206" Type="http://schemas.openxmlformats.org/officeDocument/2006/relationships/customXml" Target="../ink/ink1486.xml"/><Relationship Id="rId248" Type="http://schemas.openxmlformats.org/officeDocument/2006/relationships/customXml" Target="../ink/ink1507.xml"/><Relationship Id="rId12" Type="http://schemas.openxmlformats.org/officeDocument/2006/relationships/customXml" Target="../ink/ink1389.xml"/><Relationship Id="rId108" Type="http://schemas.openxmlformats.org/officeDocument/2006/relationships/customXml" Target="../ink/ink1437.xml"/><Relationship Id="rId315" Type="http://schemas.openxmlformats.org/officeDocument/2006/relationships/customXml" Target="../ink/ink1541.xml"/><Relationship Id="rId54" Type="http://schemas.openxmlformats.org/officeDocument/2006/relationships/customXml" Target="../ink/ink1410.xml"/><Relationship Id="rId96" Type="http://schemas.openxmlformats.org/officeDocument/2006/relationships/customXml" Target="../ink/ink1431.xml"/><Relationship Id="rId161" Type="http://schemas.openxmlformats.org/officeDocument/2006/relationships/image" Target="../media/image11710.png"/><Relationship Id="rId217" Type="http://schemas.openxmlformats.org/officeDocument/2006/relationships/image" Target="../media/image11990.png"/><Relationship Id="rId259" Type="http://schemas.openxmlformats.org/officeDocument/2006/relationships/image" Target="../media/image12190.png"/><Relationship Id="rId23" Type="http://schemas.openxmlformats.org/officeDocument/2006/relationships/image" Target="../media/image11020.png"/><Relationship Id="rId119" Type="http://schemas.openxmlformats.org/officeDocument/2006/relationships/image" Target="../media/image11500.png"/><Relationship Id="rId270" Type="http://schemas.openxmlformats.org/officeDocument/2006/relationships/image" Target="../media/image12240.png"/><Relationship Id="rId326" Type="http://schemas.openxmlformats.org/officeDocument/2006/relationships/image" Target="../media/image12520.png"/><Relationship Id="rId65" Type="http://schemas.openxmlformats.org/officeDocument/2006/relationships/image" Target="../media/image11230.png"/><Relationship Id="rId130" Type="http://schemas.openxmlformats.org/officeDocument/2006/relationships/customXml" Target="../ink/ink1448.xml"/><Relationship Id="rId172" Type="http://schemas.openxmlformats.org/officeDocument/2006/relationships/customXml" Target="../ink/ink1469.xml"/><Relationship Id="rId228" Type="http://schemas.openxmlformats.org/officeDocument/2006/relationships/customXml" Target="../ink/ink1497.xml"/><Relationship Id="rId281" Type="http://schemas.openxmlformats.org/officeDocument/2006/relationships/customXml" Target="../ink/ink1524.xml"/><Relationship Id="rId337" Type="http://schemas.openxmlformats.org/officeDocument/2006/relationships/customXml" Target="../ink/ink1552.xml"/><Relationship Id="rId34" Type="http://schemas.openxmlformats.org/officeDocument/2006/relationships/customXml" Target="../ink/ink1400.xml"/><Relationship Id="rId76" Type="http://schemas.openxmlformats.org/officeDocument/2006/relationships/customXml" Target="../ink/ink1421.xml"/><Relationship Id="rId141" Type="http://schemas.openxmlformats.org/officeDocument/2006/relationships/image" Target="../media/image11610.png"/><Relationship Id="rId7" Type="http://schemas.openxmlformats.org/officeDocument/2006/relationships/image" Target="../media/image10940.png"/><Relationship Id="rId183" Type="http://schemas.openxmlformats.org/officeDocument/2006/relationships/image" Target="../media/image11820.png"/><Relationship Id="rId239" Type="http://schemas.openxmlformats.org/officeDocument/2006/relationships/image" Target="../media/image12100.png"/><Relationship Id="rId250" Type="http://schemas.openxmlformats.org/officeDocument/2006/relationships/customXml" Target="../ink/ink1508.xml"/><Relationship Id="rId292" Type="http://schemas.openxmlformats.org/officeDocument/2006/relationships/image" Target="../media/image12350.png"/><Relationship Id="rId306" Type="http://schemas.openxmlformats.org/officeDocument/2006/relationships/image" Target="../media/image12420.png"/><Relationship Id="rId45" Type="http://schemas.openxmlformats.org/officeDocument/2006/relationships/image" Target="../media/image11130.png"/><Relationship Id="rId87" Type="http://schemas.openxmlformats.org/officeDocument/2006/relationships/image" Target="../media/image11340.png"/><Relationship Id="rId110" Type="http://schemas.openxmlformats.org/officeDocument/2006/relationships/customXml" Target="../ink/ink1438.xml"/><Relationship Id="rId152" Type="http://schemas.openxmlformats.org/officeDocument/2006/relationships/customXml" Target="../ink/ink1459.xml"/><Relationship Id="rId194" Type="http://schemas.openxmlformats.org/officeDocument/2006/relationships/customXml" Target="../ink/ink1480.xml"/><Relationship Id="rId208" Type="http://schemas.openxmlformats.org/officeDocument/2006/relationships/customXml" Target="../ink/ink1487.xml"/><Relationship Id="rId240" Type="http://schemas.openxmlformats.org/officeDocument/2006/relationships/customXml" Target="../ink/ink1503.xml"/><Relationship Id="rId261" Type="http://schemas.openxmlformats.org/officeDocument/2006/relationships/customXml" Target="../ink/ink1514.xml"/><Relationship Id="rId14" Type="http://schemas.openxmlformats.org/officeDocument/2006/relationships/customXml" Target="../ink/ink1390.xml"/><Relationship Id="rId35" Type="http://schemas.openxmlformats.org/officeDocument/2006/relationships/image" Target="../media/image11080.png"/><Relationship Id="rId56" Type="http://schemas.openxmlformats.org/officeDocument/2006/relationships/customXml" Target="../ink/ink1411.xml"/><Relationship Id="rId77" Type="http://schemas.openxmlformats.org/officeDocument/2006/relationships/image" Target="../media/image11290.png"/><Relationship Id="rId100" Type="http://schemas.openxmlformats.org/officeDocument/2006/relationships/customXml" Target="../ink/ink1433.xml"/><Relationship Id="rId282" Type="http://schemas.openxmlformats.org/officeDocument/2006/relationships/image" Target="../media/image12300.png"/><Relationship Id="rId317" Type="http://schemas.openxmlformats.org/officeDocument/2006/relationships/customXml" Target="../ink/ink1542.xml"/><Relationship Id="rId338" Type="http://schemas.openxmlformats.org/officeDocument/2006/relationships/image" Target="../media/image12580.png"/><Relationship Id="rId8" Type="http://schemas.openxmlformats.org/officeDocument/2006/relationships/customXml" Target="../ink/ink1387.xml"/><Relationship Id="rId98" Type="http://schemas.openxmlformats.org/officeDocument/2006/relationships/customXml" Target="../ink/ink1432.xml"/><Relationship Id="rId121" Type="http://schemas.openxmlformats.org/officeDocument/2006/relationships/image" Target="../media/image11510.png"/><Relationship Id="rId142" Type="http://schemas.openxmlformats.org/officeDocument/2006/relationships/customXml" Target="../ink/ink1454.xml"/><Relationship Id="rId163" Type="http://schemas.openxmlformats.org/officeDocument/2006/relationships/image" Target="../media/image11720.png"/><Relationship Id="rId184" Type="http://schemas.openxmlformats.org/officeDocument/2006/relationships/customXml" Target="../ink/ink1475.xml"/><Relationship Id="rId219" Type="http://schemas.openxmlformats.org/officeDocument/2006/relationships/image" Target="../media/image12000.png"/><Relationship Id="rId230" Type="http://schemas.openxmlformats.org/officeDocument/2006/relationships/customXml" Target="../ink/ink1498.xml"/><Relationship Id="rId251" Type="http://schemas.openxmlformats.org/officeDocument/2006/relationships/image" Target="../media/image12160.png"/><Relationship Id="rId25" Type="http://schemas.openxmlformats.org/officeDocument/2006/relationships/image" Target="../media/image11030.png"/><Relationship Id="rId46" Type="http://schemas.openxmlformats.org/officeDocument/2006/relationships/customXml" Target="../ink/ink1406.xml"/><Relationship Id="rId67" Type="http://schemas.openxmlformats.org/officeDocument/2006/relationships/image" Target="../media/image11240.png"/><Relationship Id="rId272" Type="http://schemas.openxmlformats.org/officeDocument/2006/relationships/image" Target="../media/image12250.png"/><Relationship Id="rId293" Type="http://schemas.openxmlformats.org/officeDocument/2006/relationships/customXml" Target="../ink/ink1530.xml"/><Relationship Id="rId307" Type="http://schemas.openxmlformats.org/officeDocument/2006/relationships/customXml" Target="../ink/ink1537.xml"/><Relationship Id="rId328" Type="http://schemas.openxmlformats.org/officeDocument/2006/relationships/image" Target="../media/image12530.png"/><Relationship Id="rId88" Type="http://schemas.openxmlformats.org/officeDocument/2006/relationships/customXml" Target="../ink/ink1427.xml"/><Relationship Id="rId111" Type="http://schemas.openxmlformats.org/officeDocument/2006/relationships/image" Target="../media/image11460.png"/><Relationship Id="rId132" Type="http://schemas.openxmlformats.org/officeDocument/2006/relationships/customXml" Target="../ink/ink1449.xml"/><Relationship Id="rId153" Type="http://schemas.openxmlformats.org/officeDocument/2006/relationships/image" Target="../media/image11670.png"/><Relationship Id="rId174" Type="http://schemas.openxmlformats.org/officeDocument/2006/relationships/customXml" Target="../ink/ink1470.xml"/><Relationship Id="rId195" Type="http://schemas.openxmlformats.org/officeDocument/2006/relationships/image" Target="../media/image11880.png"/><Relationship Id="rId209" Type="http://schemas.openxmlformats.org/officeDocument/2006/relationships/image" Target="../media/image11950.png"/><Relationship Id="rId220" Type="http://schemas.openxmlformats.org/officeDocument/2006/relationships/customXml" Target="../ink/ink1493.xml"/><Relationship Id="rId241" Type="http://schemas.openxmlformats.org/officeDocument/2006/relationships/image" Target="../media/image12110.png"/><Relationship Id="rId15" Type="http://schemas.openxmlformats.org/officeDocument/2006/relationships/image" Target="../media/image10980.png"/><Relationship Id="rId36" Type="http://schemas.openxmlformats.org/officeDocument/2006/relationships/customXml" Target="../ink/ink1401.xml"/><Relationship Id="rId57" Type="http://schemas.openxmlformats.org/officeDocument/2006/relationships/image" Target="../media/image11190.png"/><Relationship Id="rId262" Type="http://schemas.openxmlformats.org/officeDocument/2006/relationships/image" Target="../media/image12200.png"/><Relationship Id="rId283" Type="http://schemas.openxmlformats.org/officeDocument/2006/relationships/customXml" Target="../ink/ink1525.xml"/><Relationship Id="rId318" Type="http://schemas.openxmlformats.org/officeDocument/2006/relationships/image" Target="../media/image12480.png"/><Relationship Id="rId339" Type="http://schemas.openxmlformats.org/officeDocument/2006/relationships/customXml" Target="../ink/ink1553.xml"/><Relationship Id="rId78" Type="http://schemas.openxmlformats.org/officeDocument/2006/relationships/customXml" Target="../ink/ink1422.xml"/><Relationship Id="rId99" Type="http://schemas.openxmlformats.org/officeDocument/2006/relationships/image" Target="../media/image11400.png"/><Relationship Id="rId101" Type="http://schemas.openxmlformats.org/officeDocument/2006/relationships/image" Target="../media/image11410.png"/><Relationship Id="rId122" Type="http://schemas.openxmlformats.org/officeDocument/2006/relationships/customXml" Target="../ink/ink1444.xml"/><Relationship Id="rId143" Type="http://schemas.openxmlformats.org/officeDocument/2006/relationships/image" Target="../media/image11620.png"/><Relationship Id="rId164" Type="http://schemas.openxmlformats.org/officeDocument/2006/relationships/customXml" Target="../ink/ink1465.xml"/><Relationship Id="rId185" Type="http://schemas.openxmlformats.org/officeDocument/2006/relationships/image" Target="../media/image11830.png"/><Relationship Id="rId9" Type="http://schemas.openxmlformats.org/officeDocument/2006/relationships/image" Target="../media/image10950.png"/><Relationship Id="rId210" Type="http://schemas.openxmlformats.org/officeDocument/2006/relationships/customXml" Target="../ink/ink1488.xml"/><Relationship Id="rId26" Type="http://schemas.openxmlformats.org/officeDocument/2006/relationships/customXml" Target="../ink/ink1396.xml"/><Relationship Id="rId231" Type="http://schemas.openxmlformats.org/officeDocument/2006/relationships/image" Target="../media/image12060.png"/><Relationship Id="rId252" Type="http://schemas.openxmlformats.org/officeDocument/2006/relationships/customXml" Target="../ink/ink1509.xml"/><Relationship Id="rId273" Type="http://schemas.openxmlformats.org/officeDocument/2006/relationships/customXml" Target="../ink/ink1520.xml"/><Relationship Id="rId294" Type="http://schemas.openxmlformats.org/officeDocument/2006/relationships/image" Target="../media/image12360.png"/><Relationship Id="rId308" Type="http://schemas.openxmlformats.org/officeDocument/2006/relationships/image" Target="../media/image12430.png"/><Relationship Id="rId329" Type="http://schemas.openxmlformats.org/officeDocument/2006/relationships/customXml" Target="../ink/ink1548.xml"/><Relationship Id="rId47" Type="http://schemas.openxmlformats.org/officeDocument/2006/relationships/image" Target="../media/image11140.png"/><Relationship Id="rId68" Type="http://schemas.openxmlformats.org/officeDocument/2006/relationships/customXml" Target="../ink/ink1417.xml"/><Relationship Id="rId89" Type="http://schemas.openxmlformats.org/officeDocument/2006/relationships/image" Target="../media/image11350.png"/><Relationship Id="rId112" Type="http://schemas.openxmlformats.org/officeDocument/2006/relationships/customXml" Target="../ink/ink1439.xml"/><Relationship Id="rId133" Type="http://schemas.openxmlformats.org/officeDocument/2006/relationships/image" Target="../media/image11570.png"/><Relationship Id="rId154" Type="http://schemas.openxmlformats.org/officeDocument/2006/relationships/customXml" Target="../ink/ink1460.xml"/><Relationship Id="rId175" Type="http://schemas.openxmlformats.org/officeDocument/2006/relationships/image" Target="../media/image11780.png"/><Relationship Id="rId340" Type="http://schemas.openxmlformats.org/officeDocument/2006/relationships/image" Target="../media/image1384.png"/><Relationship Id="rId196" Type="http://schemas.openxmlformats.org/officeDocument/2006/relationships/customXml" Target="../ink/ink1481.xml"/><Relationship Id="rId200" Type="http://schemas.openxmlformats.org/officeDocument/2006/relationships/customXml" Target="../ink/ink1483.xml"/><Relationship Id="rId16" Type="http://schemas.openxmlformats.org/officeDocument/2006/relationships/customXml" Target="../ink/ink1391.xml"/><Relationship Id="rId221" Type="http://schemas.openxmlformats.org/officeDocument/2006/relationships/image" Target="../media/image12010.png"/><Relationship Id="rId242" Type="http://schemas.openxmlformats.org/officeDocument/2006/relationships/customXml" Target="../ink/ink1504.xml"/><Relationship Id="rId263" Type="http://schemas.openxmlformats.org/officeDocument/2006/relationships/customXml" Target="../ink/ink1515.xml"/><Relationship Id="rId284" Type="http://schemas.openxmlformats.org/officeDocument/2006/relationships/image" Target="../media/image12310.png"/><Relationship Id="rId319" Type="http://schemas.openxmlformats.org/officeDocument/2006/relationships/customXml" Target="../ink/ink1543.xml"/><Relationship Id="rId37" Type="http://schemas.openxmlformats.org/officeDocument/2006/relationships/image" Target="../media/image11090.png"/><Relationship Id="rId58" Type="http://schemas.openxmlformats.org/officeDocument/2006/relationships/customXml" Target="../ink/ink1412.xml"/><Relationship Id="rId79" Type="http://schemas.openxmlformats.org/officeDocument/2006/relationships/image" Target="../media/image11300.png"/><Relationship Id="rId102" Type="http://schemas.openxmlformats.org/officeDocument/2006/relationships/customXml" Target="../ink/ink1434.xml"/><Relationship Id="rId123" Type="http://schemas.openxmlformats.org/officeDocument/2006/relationships/image" Target="../media/image11520.png"/><Relationship Id="rId144" Type="http://schemas.openxmlformats.org/officeDocument/2006/relationships/customXml" Target="../ink/ink1455.xml"/><Relationship Id="rId330" Type="http://schemas.openxmlformats.org/officeDocument/2006/relationships/image" Target="../media/image12540.png"/><Relationship Id="rId90" Type="http://schemas.openxmlformats.org/officeDocument/2006/relationships/customXml" Target="../ink/ink1428.xml"/><Relationship Id="rId165" Type="http://schemas.openxmlformats.org/officeDocument/2006/relationships/image" Target="../media/image11730.png"/><Relationship Id="rId186" Type="http://schemas.openxmlformats.org/officeDocument/2006/relationships/customXml" Target="../ink/ink1476.xml"/><Relationship Id="rId211" Type="http://schemas.openxmlformats.org/officeDocument/2006/relationships/image" Target="../media/image11960.png"/><Relationship Id="rId232" Type="http://schemas.openxmlformats.org/officeDocument/2006/relationships/customXml" Target="../ink/ink1499.xml"/><Relationship Id="rId253" Type="http://schemas.openxmlformats.org/officeDocument/2006/relationships/image" Target="../media/image280.png"/><Relationship Id="rId274" Type="http://schemas.openxmlformats.org/officeDocument/2006/relationships/image" Target="../media/image12260.png"/><Relationship Id="rId295" Type="http://schemas.openxmlformats.org/officeDocument/2006/relationships/customXml" Target="../ink/ink1531.xml"/><Relationship Id="rId309" Type="http://schemas.openxmlformats.org/officeDocument/2006/relationships/customXml" Target="../ink/ink1538.xml"/><Relationship Id="rId27" Type="http://schemas.openxmlformats.org/officeDocument/2006/relationships/image" Target="../media/image11040.png"/><Relationship Id="rId48" Type="http://schemas.openxmlformats.org/officeDocument/2006/relationships/customXml" Target="../ink/ink1407.xml"/><Relationship Id="rId69" Type="http://schemas.openxmlformats.org/officeDocument/2006/relationships/image" Target="../media/image11250.png"/><Relationship Id="rId113" Type="http://schemas.openxmlformats.org/officeDocument/2006/relationships/image" Target="../media/image11470.png"/><Relationship Id="rId134" Type="http://schemas.openxmlformats.org/officeDocument/2006/relationships/customXml" Target="../ink/ink1450.xml"/><Relationship Id="rId320" Type="http://schemas.openxmlformats.org/officeDocument/2006/relationships/image" Target="../media/image12490.png"/><Relationship Id="rId80" Type="http://schemas.openxmlformats.org/officeDocument/2006/relationships/customXml" Target="../ink/ink1423.xml"/><Relationship Id="rId155" Type="http://schemas.openxmlformats.org/officeDocument/2006/relationships/image" Target="../media/image11680.png"/><Relationship Id="rId176" Type="http://schemas.openxmlformats.org/officeDocument/2006/relationships/customXml" Target="../ink/ink1471.xml"/><Relationship Id="rId197" Type="http://schemas.openxmlformats.org/officeDocument/2006/relationships/image" Target="../media/image11890.png"/><Relationship Id="rId341" Type="http://schemas.openxmlformats.org/officeDocument/2006/relationships/customXml" Target="../ink/ink1554.xml"/><Relationship Id="rId201" Type="http://schemas.openxmlformats.org/officeDocument/2006/relationships/image" Target="../media/image11910.png"/><Relationship Id="rId222" Type="http://schemas.openxmlformats.org/officeDocument/2006/relationships/customXml" Target="../ink/ink1494.xml"/><Relationship Id="rId243" Type="http://schemas.openxmlformats.org/officeDocument/2006/relationships/image" Target="../media/image12120.png"/><Relationship Id="rId264" Type="http://schemas.openxmlformats.org/officeDocument/2006/relationships/image" Target="../media/image12210.png"/><Relationship Id="rId285" Type="http://schemas.openxmlformats.org/officeDocument/2006/relationships/customXml" Target="../ink/ink1526.xml"/><Relationship Id="rId17" Type="http://schemas.openxmlformats.org/officeDocument/2006/relationships/image" Target="../media/image10990.png"/><Relationship Id="rId38" Type="http://schemas.openxmlformats.org/officeDocument/2006/relationships/customXml" Target="../ink/ink1402.xml"/><Relationship Id="rId59" Type="http://schemas.openxmlformats.org/officeDocument/2006/relationships/image" Target="../media/image11200.png"/><Relationship Id="rId103" Type="http://schemas.openxmlformats.org/officeDocument/2006/relationships/image" Target="../media/image11420.png"/><Relationship Id="rId124" Type="http://schemas.openxmlformats.org/officeDocument/2006/relationships/customXml" Target="../ink/ink1445.xml"/><Relationship Id="rId310" Type="http://schemas.openxmlformats.org/officeDocument/2006/relationships/image" Target="../media/image12440.png"/><Relationship Id="rId70" Type="http://schemas.openxmlformats.org/officeDocument/2006/relationships/customXml" Target="../ink/ink1418.xml"/><Relationship Id="rId91" Type="http://schemas.openxmlformats.org/officeDocument/2006/relationships/image" Target="../media/image11360.png"/><Relationship Id="rId145" Type="http://schemas.openxmlformats.org/officeDocument/2006/relationships/image" Target="../media/image11630.png"/><Relationship Id="rId166" Type="http://schemas.openxmlformats.org/officeDocument/2006/relationships/customXml" Target="../ink/ink1466.xml"/><Relationship Id="rId187" Type="http://schemas.openxmlformats.org/officeDocument/2006/relationships/image" Target="../media/image11840.png"/><Relationship Id="rId331" Type="http://schemas.openxmlformats.org/officeDocument/2006/relationships/customXml" Target="../ink/ink1549.xml"/><Relationship Id="rId1" Type="http://schemas.openxmlformats.org/officeDocument/2006/relationships/slideLayout" Target="../slideLayouts/slideLayout7.xml"/><Relationship Id="rId212" Type="http://schemas.openxmlformats.org/officeDocument/2006/relationships/customXml" Target="../ink/ink1489.xml"/><Relationship Id="rId233" Type="http://schemas.openxmlformats.org/officeDocument/2006/relationships/image" Target="../media/image12070.png"/><Relationship Id="rId254" Type="http://schemas.openxmlformats.org/officeDocument/2006/relationships/customXml" Target="../ink/ink1510.xml"/><Relationship Id="rId28" Type="http://schemas.openxmlformats.org/officeDocument/2006/relationships/customXml" Target="../ink/ink1397.xml"/><Relationship Id="rId49" Type="http://schemas.openxmlformats.org/officeDocument/2006/relationships/image" Target="../media/image11150.png"/><Relationship Id="rId114" Type="http://schemas.openxmlformats.org/officeDocument/2006/relationships/customXml" Target="../ink/ink1440.xml"/><Relationship Id="rId275" Type="http://schemas.openxmlformats.org/officeDocument/2006/relationships/customXml" Target="../ink/ink1521.xml"/><Relationship Id="rId296" Type="http://schemas.openxmlformats.org/officeDocument/2006/relationships/image" Target="../media/image12370.png"/><Relationship Id="rId300" Type="http://schemas.openxmlformats.org/officeDocument/2006/relationships/image" Target="../media/image12390.png"/><Relationship Id="rId60" Type="http://schemas.openxmlformats.org/officeDocument/2006/relationships/customXml" Target="../ink/ink1413.xml"/><Relationship Id="rId81" Type="http://schemas.openxmlformats.org/officeDocument/2006/relationships/image" Target="../media/image11310.png"/><Relationship Id="rId135" Type="http://schemas.openxmlformats.org/officeDocument/2006/relationships/image" Target="../media/image11580.png"/><Relationship Id="rId156" Type="http://schemas.openxmlformats.org/officeDocument/2006/relationships/customXml" Target="../ink/ink1461.xml"/><Relationship Id="rId177" Type="http://schemas.openxmlformats.org/officeDocument/2006/relationships/image" Target="../media/image11790.png"/><Relationship Id="rId198" Type="http://schemas.openxmlformats.org/officeDocument/2006/relationships/customXml" Target="../ink/ink1482.xml"/><Relationship Id="rId321" Type="http://schemas.openxmlformats.org/officeDocument/2006/relationships/customXml" Target="../ink/ink1544.xml"/><Relationship Id="rId342" Type="http://schemas.openxmlformats.org/officeDocument/2006/relationships/image" Target="../media/image1385.png"/><Relationship Id="rId202" Type="http://schemas.openxmlformats.org/officeDocument/2006/relationships/customXml" Target="../ink/ink1484.xml"/><Relationship Id="rId223" Type="http://schemas.openxmlformats.org/officeDocument/2006/relationships/image" Target="../media/image12020.png"/><Relationship Id="rId244" Type="http://schemas.openxmlformats.org/officeDocument/2006/relationships/customXml" Target="../ink/ink1505.xml"/><Relationship Id="rId18" Type="http://schemas.openxmlformats.org/officeDocument/2006/relationships/customXml" Target="../ink/ink1392.xml"/><Relationship Id="rId39" Type="http://schemas.openxmlformats.org/officeDocument/2006/relationships/image" Target="../media/image11100.png"/><Relationship Id="rId265" Type="http://schemas.openxmlformats.org/officeDocument/2006/relationships/customXml" Target="../ink/ink1516.xml"/><Relationship Id="rId286" Type="http://schemas.openxmlformats.org/officeDocument/2006/relationships/image" Target="../media/image12320.png"/><Relationship Id="rId50" Type="http://schemas.openxmlformats.org/officeDocument/2006/relationships/customXml" Target="../ink/ink1408.xml"/><Relationship Id="rId104" Type="http://schemas.openxmlformats.org/officeDocument/2006/relationships/customXml" Target="../ink/ink1435.xml"/><Relationship Id="rId125" Type="http://schemas.openxmlformats.org/officeDocument/2006/relationships/image" Target="../media/image11530.png"/><Relationship Id="rId146" Type="http://schemas.openxmlformats.org/officeDocument/2006/relationships/customXml" Target="../ink/ink1456.xml"/><Relationship Id="rId167" Type="http://schemas.openxmlformats.org/officeDocument/2006/relationships/image" Target="../media/image11740.png"/><Relationship Id="rId188" Type="http://schemas.openxmlformats.org/officeDocument/2006/relationships/customXml" Target="../ink/ink1477.xml"/><Relationship Id="rId311" Type="http://schemas.openxmlformats.org/officeDocument/2006/relationships/customXml" Target="../ink/ink1539.xml"/><Relationship Id="rId332" Type="http://schemas.openxmlformats.org/officeDocument/2006/relationships/image" Target="../media/image12550.png"/><Relationship Id="rId71" Type="http://schemas.openxmlformats.org/officeDocument/2006/relationships/image" Target="../media/image11260.png"/><Relationship Id="rId92" Type="http://schemas.openxmlformats.org/officeDocument/2006/relationships/customXml" Target="../ink/ink1429.xml"/><Relationship Id="rId213" Type="http://schemas.openxmlformats.org/officeDocument/2006/relationships/image" Target="../media/image11970.png"/><Relationship Id="rId234" Type="http://schemas.openxmlformats.org/officeDocument/2006/relationships/customXml" Target="../ink/ink1500.xml"/><Relationship Id="rId2" Type="http://schemas.openxmlformats.org/officeDocument/2006/relationships/customXml" Target="../ink/ink1384.xml"/><Relationship Id="rId29" Type="http://schemas.openxmlformats.org/officeDocument/2006/relationships/image" Target="../media/image11050.png"/><Relationship Id="rId255" Type="http://schemas.openxmlformats.org/officeDocument/2006/relationships/image" Target="../media/image12170.png"/><Relationship Id="rId276" Type="http://schemas.openxmlformats.org/officeDocument/2006/relationships/image" Target="../media/image12270.png"/><Relationship Id="rId297" Type="http://schemas.openxmlformats.org/officeDocument/2006/relationships/customXml" Target="../ink/ink1532.xml"/><Relationship Id="rId40" Type="http://schemas.openxmlformats.org/officeDocument/2006/relationships/customXml" Target="../ink/ink1403.xml"/><Relationship Id="rId115" Type="http://schemas.openxmlformats.org/officeDocument/2006/relationships/image" Target="../media/image11480.png"/><Relationship Id="rId136" Type="http://schemas.openxmlformats.org/officeDocument/2006/relationships/customXml" Target="../ink/ink1451.xml"/><Relationship Id="rId157" Type="http://schemas.openxmlformats.org/officeDocument/2006/relationships/image" Target="../media/image11690.png"/><Relationship Id="rId178" Type="http://schemas.openxmlformats.org/officeDocument/2006/relationships/customXml" Target="../ink/ink1472.xml"/><Relationship Id="rId301" Type="http://schemas.openxmlformats.org/officeDocument/2006/relationships/customXml" Target="../ink/ink1534.xml"/><Relationship Id="rId322" Type="http://schemas.openxmlformats.org/officeDocument/2006/relationships/image" Target="../media/image12500.png"/><Relationship Id="rId61" Type="http://schemas.openxmlformats.org/officeDocument/2006/relationships/image" Target="../media/image11210.png"/><Relationship Id="rId82" Type="http://schemas.openxmlformats.org/officeDocument/2006/relationships/customXml" Target="../ink/ink1424.xml"/><Relationship Id="rId199" Type="http://schemas.openxmlformats.org/officeDocument/2006/relationships/image" Target="../media/image11900.png"/><Relationship Id="rId203" Type="http://schemas.openxmlformats.org/officeDocument/2006/relationships/image" Target="../media/image11920.png"/><Relationship Id="rId19" Type="http://schemas.openxmlformats.org/officeDocument/2006/relationships/image" Target="../media/image11000.png"/><Relationship Id="rId224" Type="http://schemas.openxmlformats.org/officeDocument/2006/relationships/customXml" Target="../ink/ink1495.xml"/><Relationship Id="rId245" Type="http://schemas.openxmlformats.org/officeDocument/2006/relationships/image" Target="../media/image12130.png"/><Relationship Id="rId266" Type="http://schemas.openxmlformats.org/officeDocument/2006/relationships/image" Target="../media/image12220.png"/><Relationship Id="rId287" Type="http://schemas.openxmlformats.org/officeDocument/2006/relationships/customXml" Target="../ink/ink1527.xml"/><Relationship Id="rId30" Type="http://schemas.openxmlformats.org/officeDocument/2006/relationships/customXml" Target="../ink/ink1398.xml"/><Relationship Id="rId105" Type="http://schemas.openxmlformats.org/officeDocument/2006/relationships/image" Target="../media/image11430.png"/><Relationship Id="rId126" Type="http://schemas.openxmlformats.org/officeDocument/2006/relationships/customXml" Target="../ink/ink1446.xml"/><Relationship Id="rId147" Type="http://schemas.openxmlformats.org/officeDocument/2006/relationships/image" Target="../media/image11640.png"/><Relationship Id="rId168" Type="http://schemas.openxmlformats.org/officeDocument/2006/relationships/customXml" Target="../ink/ink1467.xml"/><Relationship Id="rId312" Type="http://schemas.openxmlformats.org/officeDocument/2006/relationships/image" Target="../media/image12450.png"/><Relationship Id="rId333" Type="http://schemas.openxmlformats.org/officeDocument/2006/relationships/customXml" Target="../ink/ink1550.xml"/><Relationship Id="rId51" Type="http://schemas.openxmlformats.org/officeDocument/2006/relationships/image" Target="../media/image11160.png"/><Relationship Id="rId72" Type="http://schemas.openxmlformats.org/officeDocument/2006/relationships/customXml" Target="../ink/ink1419.xml"/><Relationship Id="rId93" Type="http://schemas.openxmlformats.org/officeDocument/2006/relationships/image" Target="../media/image11370.png"/><Relationship Id="rId189" Type="http://schemas.openxmlformats.org/officeDocument/2006/relationships/image" Target="../media/image11850.png"/><Relationship Id="rId3" Type="http://schemas.openxmlformats.org/officeDocument/2006/relationships/image" Target="../media/image10920.png"/><Relationship Id="rId214" Type="http://schemas.openxmlformats.org/officeDocument/2006/relationships/customXml" Target="../ink/ink1490.xml"/><Relationship Id="rId235" Type="http://schemas.openxmlformats.org/officeDocument/2006/relationships/image" Target="../media/image12080.png"/><Relationship Id="rId256" Type="http://schemas.openxmlformats.org/officeDocument/2006/relationships/customXml" Target="../ink/ink1511.xml"/><Relationship Id="rId277" Type="http://schemas.openxmlformats.org/officeDocument/2006/relationships/customXml" Target="../ink/ink1522.xml"/><Relationship Id="rId298" Type="http://schemas.openxmlformats.org/officeDocument/2006/relationships/image" Target="../media/image12380.png"/><Relationship Id="rId116" Type="http://schemas.openxmlformats.org/officeDocument/2006/relationships/customXml" Target="../ink/ink1441.xml"/><Relationship Id="rId137" Type="http://schemas.openxmlformats.org/officeDocument/2006/relationships/image" Target="../media/image11590.png"/><Relationship Id="rId158" Type="http://schemas.openxmlformats.org/officeDocument/2006/relationships/customXml" Target="../ink/ink1462.xml"/><Relationship Id="rId302" Type="http://schemas.openxmlformats.org/officeDocument/2006/relationships/image" Target="../media/image12400.png"/><Relationship Id="rId323" Type="http://schemas.openxmlformats.org/officeDocument/2006/relationships/customXml" Target="../ink/ink1545.xml"/><Relationship Id="rId20" Type="http://schemas.openxmlformats.org/officeDocument/2006/relationships/customXml" Target="../ink/ink1393.xml"/><Relationship Id="rId41" Type="http://schemas.openxmlformats.org/officeDocument/2006/relationships/image" Target="../media/image11110.png"/><Relationship Id="rId62" Type="http://schemas.openxmlformats.org/officeDocument/2006/relationships/customXml" Target="../ink/ink1414.xml"/><Relationship Id="rId83" Type="http://schemas.openxmlformats.org/officeDocument/2006/relationships/image" Target="../media/image11320.png"/><Relationship Id="rId179" Type="http://schemas.openxmlformats.org/officeDocument/2006/relationships/image" Target="../media/image11800.png"/><Relationship Id="rId190" Type="http://schemas.openxmlformats.org/officeDocument/2006/relationships/customXml" Target="../ink/ink1478.xml"/><Relationship Id="rId204" Type="http://schemas.openxmlformats.org/officeDocument/2006/relationships/customXml" Target="../ink/ink1485.xml"/><Relationship Id="rId225" Type="http://schemas.openxmlformats.org/officeDocument/2006/relationships/image" Target="../media/image12030.png"/><Relationship Id="rId246" Type="http://schemas.openxmlformats.org/officeDocument/2006/relationships/customXml" Target="../ink/ink1506.xml"/><Relationship Id="rId267" Type="http://schemas.openxmlformats.org/officeDocument/2006/relationships/customXml" Target="../ink/ink1517.xml"/><Relationship Id="rId288" Type="http://schemas.openxmlformats.org/officeDocument/2006/relationships/image" Target="../media/image12330.png"/><Relationship Id="rId106" Type="http://schemas.openxmlformats.org/officeDocument/2006/relationships/customXml" Target="../ink/ink1436.xml"/><Relationship Id="rId127" Type="http://schemas.openxmlformats.org/officeDocument/2006/relationships/image" Target="../media/image11540.png"/><Relationship Id="rId313" Type="http://schemas.openxmlformats.org/officeDocument/2006/relationships/customXml" Target="../ink/ink1540.xml"/><Relationship Id="rId10" Type="http://schemas.openxmlformats.org/officeDocument/2006/relationships/customXml" Target="../ink/ink1388.xml"/><Relationship Id="rId31" Type="http://schemas.openxmlformats.org/officeDocument/2006/relationships/image" Target="../media/image11060.png"/><Relationship Id="rId52" Type="http://schemas.openxmlformats.org/officeDocument/2006/relationships/customXml" Target="../ink/ink1409.xml"/><Relationship Id="rId73" Type="http://schemas.openxmlformats.org/officeDocument/2006/relationships/image" Target="../media/image11270.png"/><Relationship Id="rId94" Type="http://schemas.openxmlformats.org/officeDocument/2006/relationships/customXml" Target="../ink/ink1430.xml"/><Relationship Id="rId148" Type="http://schemas.openxmlformats.org/officeDocument/2006/relationships/customXml" Target="../ink/ink1457.xml"/><Relationship Id="rId169" Type="http://schemas.openxmlformats.org/officeDocument/2006/relationships/image" Target="../media/image11750.png"/><Relationship Id="rId334" Type="http://schemas.openxmlformats.org/officeDocument/2006/relationships/image" Target="../media/image12560.png"/><Relationship Id="rId4" Type="http://schemas.openxmlformats.org/officeDocument/2006/relationships/customXml" Target="../ink/ink1385.xml"/><Relationship Id="rId180" Type="http://schemas.openxmlformats.org/officeDocument/2006/relationships/customXml" Target="../ink/ink1473.xml"/><Relationship Id="rId215" Type="http://schemas.openxmlformats.org/officeDocument/2006/relationships/image" Target="../media/image11980.png"/><Relationship Id="rId236" Type="http://schemas.openxmlformats.org/officeDocument/2006/relationships/customXml" Target="../ink/ink1501.xml"/><Relationship Id="rId257" Type="http://schemas.openxmlformats.org/officeDocument/2006/relationships/image" Target="../media/image12180.png"/><Relationship Id="rId278" Type="http://schemas.openxmlformats.org/officeDocument/2006/relationships/image" Target="../media/image12280.png"/><Relationship Id="rId303" Type="http://schemas.openxmlformats.org/officeDocument/2006/relationships/customXml" Target="../ink/ink1535.xml"/><Relationship Id="rId42" Type="http://schemas.openxmlformats.org/officeDocument/2006/relationships/customXml" Target="../ink/ink1404.xml"/><Relationship Id="rId84" Type="http://schemas.openxmlformats.org/officeDocument/2006/relationships/customXml" Target="../ink/ink1425.xml"/><Relationship Id="rId138" Type="http://schemas.openxmlformats.org/officeDocument/2006/relationships/customXml" Target="../ink/ink1452.xml"/><Relationship Id="rId191" Type="http://schemas.openxmlformats.org/officeDocument/2006/relationships/image" Target="../media/image11860.png"/><Relationship Id="rId205" Type="http://schemas.openxmlformats.org/officeDocument/2006/relationships/image" Target="../media/image11930.png"/><Relationship Id="rId247" Type="http://schemas.openxmlformats.org/officeDocument/2006/relationships/image" Target="../media/image12140.png"/><Relationship Id="rId107" Type="http://schemas.openxmlformats.org/officeDocument/2006/relationships/image" Target="../media/image11440.png"/><Relationship Id="rId289" Type="http://schemas.openxmlformats.org/officeDocument/2006/relationships/customXml" Target="../ink/ink1528.xml"/><Relationship Id="rId11" Type="http://schemas.openxmlformats.org/officeDocument/2006/relationships/image" Target="../media/image10960.png"/><Relationship Id="rId53" Type="http://schemas.openxmlformats.org/officeDocument/2006/relationships/image" Target="../media/image11170.png"/><Relationship Id="rId149" Type="http://schemas.openxmlformats.org/officeDocument/2006/relationships/image" Target="../media/image11650.png"/><Relationship Id="rId314" Type="http://schemas.openxmlformats.org/officeDocument/2006/relationships/image" Target="../media/image12460.png"/><Relationship Id="rId95" Type="http://schemas.openxmlformats.org/officeDocument/2006/relationships/image" Target="../media/image11380.png"/><Relationship Id="rId160" Type="http://schemas.openxmlformats.org/officeDocument/2006/relationships/customXml" Target="../ink/ink1463.xml"/><Relationship Id="rId216" Type="http://schemas.openxmlformats.org/officeDocument/2006/relationships/customXml" Target="../ink/ink1491.xml"/><Relationship Id="rId258" Type="http://schemas.openxmlformats.org/officeDocument/2006/relationships/customXml" Target="../ink/ink1512.xml"/><Relationship Id="rId22" Type="http://schemas.openxmlformats.org/officeDocument/2006/relationships/customXml" Target="../ink/ink1394.xml"/><Relationship Id="rId64" Type="http://schemas.openxmlformats.org/officeDocument/2006/relationships/customXml" Target="../ink/ink1415.xml"/><Relationship Id="rId118" Type="http://schemas.openxmlformats.org/officeDocument/2006/relationships/customXml" Target="../ink/ink1442.xml"/><Relationship Id="rId325" Type="http://schemas.openxmlformats.org/officeDocument/2006/relationships/customXml" Target="../ink/ink1546.xml"/><Relationship Id="rId171" Type="http://schemas.openxmlformats.org/officeDocument/2006/relationships/image" Target="../media/image11760.png"/><Relationship Id="rId227" Type="http://schemas.openxmlformats.org/officeDocument/2006/relationships/image" Target="../media/image12040.png"/><Relationship Id="rId269" Type="http://schemas.openxmlformats.org/officeDocument/2006/relationships/customXml" Target="../ink/ink1518.xml"/><Relationship Id="rId33" Type="http://schemas.openxmlformats.org/officeDocument/2006/relationships/image" Target="../media/image11070.png"/><Relationship Id="rId129" Type="http://schemas.openxmlformats.org/officeDocument/2006/relationships/image" Target="../media/image11550.png"/><Relationship Id="rId280" Type="http://schemas.openxmlformats.org/officeDocument/2006/relationships/image" Target="../media/image12290.png"/><Relationship Id="rId336" Type="http://schemas.openxmlformats.org/officeDocument/2006/relationships/image" Target="../media/image12570.png"/><Relationship Id="rId75" Type="http://schemas.openxmlformats.org/officeDocument/2006/relationships/image" Target="../media/image11280.png"/><Relationship Id="rId140" Type="http://schemas.openxmlformats.org/officeDocument/2006/relationships/customXml" Target="../ink/ink1453.xml"/><Relationship Id="rId182" Type="http://schemas.openxmlformats.org/officeDocument/2006/relationships/customXml" Target="../ink/ink1474.xml"/><Relationship Id="rId6" Type="http://schemas.openxmlformats.org/officeDocument/2006/relationships/customXml" Target="../ink/ink1386.xml"/><Relationship Id="rId238" Type="http://schemas.openxmlformats.org/officeDocument/2006/relationships/customXml" Target="../ink/ink1502.xml"/><Relationship Id="rId291" Type="http://schemas.openxmlformats.org/officeDocument/2006/relationships/customXml" Target="../ink/ink1529.xml"/><Relationship Id="rId305" Type="http://schemas.openxmlformats.org/officeDocument/2006/relationships/customXml" Target="../ink/ink1536.xml"/><Relationship Id="rId44" Type="http://schemas.openxmlformats.org/officeDocument/2006/relationships/customXml" Target="../ink/ink1405.xml"/><Relationship Id="rId86" Type="http://schemas.openxmlformats.org/officeDocument/2006/relationships/customXml" Target="../ink/ink1426.xml"/><Relationship Id="rId151" Type="http://schemas.openxmlformats.org/officeDocument/2006/relationships/image" Target="../media/image11660.png"/><Relationship Id="rId193" Type="http://schemas.openxmlformats.org/officeDocument/2006/relationships/image" Target="../media/image11870.png"/><Relationship Id="rId207" Type="http://schemas.openxmlformats.org/officeDocument/2006/relationships/image" Target="../media/image11940.png"/><Relationship Id="rId249" Type="http://schemas.openxmlformats.org/officeDocument/2006/relationships/image" Target="../media/image12150.png"/><Relationship Id="rId13" Type="http://schemas.openxmlformats.org/officeDocument/2006/relationships/image" Target="../media/image10970.png"/><Relationship Id="rId109" Type="http://schemas.openxmlformats.org/officeDocument/2006/relationships/image" Target="../media/image11450.png"/><Relationship Id="rId260" Type="http://schemas.openxmlformats.org/officeDocument/2006/relationships/customXml" Target="../ink/ink1513.xml"/><Relationship Id="rId316" Type="http://schemas.openxmlformats.org/officeDocument/2006/relationships/image" Target="../media/image12470.png"/><Relationship Id="rId55" Type="http://schemas.openxmlformats.org/officeDocument/2006/relationships/image" Target="../media/image11180.png"/><Relationship Id="rId97" Type="http://schemas.openxmlformats.org/officeDocument/2006/relationships/image" Target="../media/image11390.png"/><Relationship Id="rId120" Type="http://schemas.openxmlformats.org/officeDocument/2006/relationships/customXml" Target="../ink/ink1443.xml"/><Relationship Id="rId162" Type="http://schemas.openxmlformats.org/officeDocument/2006/relationships/customXml" Target="../ink/ink1464.xml"/><Relationship Id="rId218" Type="http://schemas.openxmlformats.org/officeDocument/2006/relationships/customXml" Target="../ink/ink1492.xml"/><Relationship Id="rId271" Type="http://schemas.openxmlformats.org/officeDocument/2006/relationships/customXml" Target="../ink/ink1519.xml"/><Relationship Id="rId24" Type="http://schemas.openxmlformats.org/officeDocument/2006/relationships/customXml" Target="../ink/ink1395.xml"/><Relationship Id="rId66" Type="http://schemas.openxmlformats.org/officeDocument/2006/relationships/customXml" Target="../ink/ink1416.xml"/><Relationship Id="rId131" Type="http://schemas.openxmlformats.org/officeDocument/2006/relationships/image" Target="../media/image11560.png"/><Relationship Id="rId327" Type="http://schemas.openxmlformats.org/officeDocument/2006/relationships/customXml" Target="../ink/ink1547.xml"/><Relationship Id="rId173" Type="http://schemas.openxmlformats.org/officeDocument/2006/relationships/image" Target="../media/image11770.png"/><Relationship Id="rId229" Type="http://schemas.openxmlformats.org/officeDocument/2006/relationships/image" Target="../media/image12050.png"/></Relationships>
</file>

<file path=ppt/slides/_rels/slide17.xml.rels><?xml version="1.0" encoding="UTF-8" standalone="yes"?>
<Relationships xmlns="http://schemas.openxmlformats.org/package/2006/relationships"><Relationship Id="rId117" Type="http://schemas.openxmlformats.org/officeDocument/2006/relationships/image" Target="../media/image13160.png"/><Relationship Id="rId21" Type="http://schemas.openxmlformats.org/officeDocument/2006/relationships/image" Target="../media/image12680.png"/><Relationship Id="rId42" Type="http://schemas.openxmlformats.org/officeDocument/2006/relationships/customXml" Target="../ink/ink1575.xml"/><Relationship Id="rId63" Type="http://schemas.openxmlformats.org/officeDocument/2006/relationships/image" Target="../media/image12890.png"/><Relationship Id="rId84" Type="http://schemas.openxmlformats.org/officeDocument/2006/relationships/customXml" Target="../ink/ink1596.xml"/><Relationship Id="rId138" Type="http://schemas.openxmlformats.org/officeDocument/2006/relationships/customXml" Target="../ink/ink1623.xml"/><Relationship Id="rId159" Type="http://schemas.openxmlformats.org/officeDocument/2006/relationships/image" Target="../media/image13370.png"/><Relationship Id="rId170" Type="http://schemas.openxmlformats.org/officeDocument/2006/relationships/customXml" Target="../ink/ink1639.xml"/><Relationship Id="rId191" Type="http://schemas.openxmlformats.org/officeDocument/2006/relationships/image" Target="../media/image13530.png"/><Relationship Id="rId205" Type="http://schemas.openxmlformats.org/officeDocument/2006/relationships/image" Target="../media/image13600.png"/><Relationship Id="rId226" Type="http://schemas.openxmlformats.org/officeDocument/2006/relationships/customXml" Target="../ink/ink1667.xml"/><Relationship Id="rId247" Type="http://schemas.openxmlformats.org/officeDocument/2006/relationships/image" Target="../media/image1400.png"/><Relationship Id="rId107" Type="http://schemas.openxmlformats.org/officeDocument/2006/relationships/image" Target="../media/image13110.png"/><Relationship Id="rId11" Type="http://schemas.openxmlformats.org/officeDocument/2006/relationships/image" Target="../media/image12630.png"/><Relationship Id="rId32" Type="http://schemas.openxmlformats.org/officeDocument/2006/relationships/customXml" Target="../ink/ink1570.xml"/><Relationship Id="rId53" Type="http://schemas.openxmlformats.org/officeDocument/2006/relationships/image" Target="../media/image12840.png"/><Relationship Id="rId74" Type="http://schemas.openxmlformats.org/officeDocument/2006/relationships/customXml" Target="../ink/ink1591.xml"/><Relationship Id="rId128" Type="http://schemas.openxmlformats.org/officeDocument/2006/relationships/customXml" Target="../ink/ink1618.xml"/><Relationship Id="rId149" Type="http://schemas.openxmlformats.org/officeDocument/2006/relationships/image" Target="../media/image13320.png"/><Relationship Id="rId5" Type="http://schemas.openxmlformats.org/officeDocument/2006/relationships/image" Target="../media/image12600.png"/><Relationship Id="rId95" Type="http://schemas.openxmlformats.org/officeDocument/2006/relationships/image" Target="../media/image13050.png"/><Relationship Id="rId160" Type="http://schemas.openxmlformats.org/officeDocument/2006/relationships/customXml" Target="../ink/ink1634.xml"/><Relationship Id="rId181" Type="http://schemas.openxmlformats.org/officeDocument/2006/relationships/image" Target="../media/image13480.png"/><Relationship Id="rId216" Type="http://schemas.openxmlformats.org/officeDocument/2006/relationships/customXml" Target="../ink/ink1662.xml"/><Relationship Id="rId237" Type="http://schemas.openxmlformats.org/officeDocument/2006/relationships/image" Target="../media/image1395.png"/><Relationship Id="rId258" Type="http://schemas.openxmlformats.org/officeDocument/2006/relationships/customXml" Target="../ink/ink1683.xml"/><Relationship Id="rId22" Type="http://schemas.openxmlformats.org/officeDocument/2006/relationships/customXml" Target="../ink/ink1565.xml"/><Relationship Id="rId43" Type="http://schemas.openxmlformats.org/officeDocument/2006/relationships/image" Target="../media/image12790.png"/><Relationship Id="rId64" Type="http://schemas.openxmlformats.org/officeDocument/2006/relationships/customXml" Target="../ink/ink1586.xml"/><Relationship Id="rId118" Type="http://schemas.openxmlformats.org/officeDocument/2006/relationships/customXml" Target="../ink/ink1613.xml"/><Relationship Id="rId139" Type="http://schemas.openxmlformats.org/officeDocument/2006/relationships/image" Target="../media/image13270.png"/><Relationship Id="rId85" Type="http://schemas.openxmlformats.org/officeDocument/2006/relationships/image" Target="../media/image13000.png"/><Relationship Id="rId150" Type="http://schemas.openxmlformats.org/officeDocument/2006/relationships/customXml" Target="../ink/ink1629.xml"/><Relationship Id="rId171" Type="http://schemas.openxmlformats.org/officeDocument/2006/relationships/image" Target="../media/image13430.png"/><Relationship Id="rId192" Type="http://schemas.openxmlformats.org/officeDocument/2006/relationships/customXml" Target="../ink/ink1650.xml"/><Relationship Id="rId206" Type="http://schemas.openxmlformats.org/officeDocument/2006/relationships/customXml" Target="../ink/ink1657.xml"/><Relationship Id="rId227" Type="http://schemas.openxmlformats.org/officeDocument/2006/relationships/image" Target="../media/image1390.png"/><Relationship Id="rId248" Type="http://schemas.openxmlformats.org/officeDocument/2006/relationships/customXml" Target="../ink/ink1678.xml"/><Relationship Id="rId12" Type="http://schemas.openxmlformats.org/officeDocument/2006/relationships/customXml" Target="../ink/ink1560.xml"/><Relationship Id="rId33" Type="http://schemas.openxmlformats.org/officeDocument/2006/relationships/image" Target="../media/image12740.png"/><Relationship Id="rId108" Type="http://schemas.openxmlformats.org/officeDocument/2006/relationships/customXml" Target="../ink/ink1608.xml"/><Relationship Id="rId129" Type="http://schemas.openxmlformats.org/officeDocument/2006/relationships/image" Target="../media/image13220.png"/><Relationship Id="rId54" Type="http://schemas.openxmlformats.org/officeDocument/2006/relationships/customXml" Target="../ink/ink1581.xml"/><Relationship Id="rId75" Type="http://schemas.openxmlformats.org/officeDocument/2006/relationships/image" Target="../media/image12950.png"/><Relationship Id="rId96" Type="http://schemas.openxmlformats.org/officeDocument/2006/relationships/customXml" Target="../ink/ink1602.xml"/><Relationship Id="rId140" Type="http://schemas.openxmlformats.org/officeDocument/2006/relationships/customXml" Target="../ink/ink1624.xml"/><Relationship Id="rId161" Type="http://schemas.openxmlformats.org/officeDocument/2006/relationships/image" Target="../media/image13380.png"/><Relationship Id="rId182" Type="http://schemas.openxmlformats.org/officeDocument/2006/relationships/customXml" Target="../ink/ink1645.xml"/><Relationship Id="rId217" Type="http://schemas.openxmlformats.org/officeDocument/2006/relationships/image" Target="../media/image13660.png"/><Relationship Id="rId6" Type="http://schemas.openxmlformats.org/officeDocument/2006/relationships/customXml" Target="../ink/ink1557.xml"/><Relationship Id="rId238" Type="http://schemas.openxmlformats.org/officeDocument/2006/relationships/customXml" Target="../ink/ink1673.xml"/><Relationship Id="rId259" Type="http://schemas.openxmlformats.org/officeDocument/2006/relationships/image" Target="../media/image1406.png"/><Relationship Id="rId23" Type="http://schemas.openxmlformats.org/officeDocument/2006/relationships/image" Target="../media/image12690.png"/><Relationship Id="rId119" Type="http://schemas.openxmlformats.org/officeDocument/2006/relationships/image" Target="../media/image13170.png"/><Relationship Id="rId44" Type="http://schemas.openxmlformats.org/officeDocument/2006/relationships/customXml" Target="../ink/ink1576.xml"/><Relationship Id="rId65" Type="http://schemas.openxmlformats.org/officeDocument/2006/relationships/image" Target="../media/image12900.png"/><Relationship Id="rId86" Type="http://schemas.openxmlformats.org/officeDocument/2006/relationships/customXml" Target="../ink/ink1597.xml"/><Relationship Id="rId130" Type="http://schemas.openxmlformats.org/officeDocument/2006/relationships/customXml" Target="../ink/ink1619.xml"/><Relationship Id="rId151" Type="http://schemas.openxmlformats.org/officeDocument/2006/relationships/image" Target="../media/image13330.png"/><Relationship Id="rId172" Type="http://schemas.openxmlformats.org/officeDocument/2006/relationships/customXml" Target="../ink/ink1640.xml"/><Relationship Id="rId193" Type="http://schemas.openxmlformats.org/officeDocument/2006/relationships/image" Target="../media/image13540.png"/><Relationship Id="rId207" Type="http://schemas.openxmlformats.org/officeDocument/2006/relationships/image" Target="../media/image13610.png"/><Relationship Id="rId228" Type="http://schemas.openxmlformats.org/officeDocument/2006/relationships/customXml" Target="../ink/ink1668.xml"/><Relationship Id="rId249" Type="http://schemas.openxmlformats.org/officeDocument/2006/relationships/image" Target="../media/image1401.png"/><Relationship Id="rId13" Type="http://schemas.openxmlformats.org/officeDocument/2006/relationships/image" Target="../media/image12640.png"/><Relationship Id="rId109" Type="http://schemas.openxmlformats.org/officeDocument/2006/relationships/image" Target="../media/image13120.png"/><Relationship Id="rId34" Type="http://schemas.openxmlformats.org/officeDocument/2006/relationships/customXml" Target="../ink/ink1571.xml"/><Relationship Id="rId55" Type="http://schemas.openxmlformats.org/officeDocument/2006/relationships/image" Target="../media/image12850.png"/><Relationship Id="rId76" Type="http://schemas.openxmlformats.org/officeDocument/2006/relationships/customXml" Target="../ink/ink1592.xml"/><Relationship Id="rId97" Type="http://schemas.openxmlformats.org/officeDocument/2006/relationships/image" Target="../media/image13060.png"/><Relationship Id="rId120" Type="http://schemas.openxmlformats.org/officeDocument/2006/relationships/customXml" Target="../ink/ink1614.xml"/><Relationship Id="rId141" Type="http://schemas.openxmlformats.org/officeDocument/2006/relationships/image" Target="../media/image13280.png"/><Relationship Id="rId7" Type="http://schemas.openxmlformats.org/officeDocument/2006/relationships/image" Target="../media/image12610.png"/><Relationship Id="rId162" Type="http://schemas.openxmlformats.org/officeDocument/2006/relationships/customXml" Target="../ink/ink1635.xml"/><Relationship Id="rId183" Type="http://schemas.openxmlformats.org/officeDocument/2006/relationships/image" Target="../media/image13490.png"/><Relationship Id="rId218" Type="http://schemas.openxmlformats.org/officeDocument/2006/relationships/customXml" Target="../ink/ink1663.xml"/><Relationship Id="rId239" Type="http://schemas.openxmlformats.org/officeDocument/2006/relationships/image" Target="../media/image1396.png"/><Relationship Id="rId250" Type="http://schemas.openxmlformats.org/officeDocument/2006/relationships/customXml" Target="../ink/ink1679.xml"/><Relationship Id="rId24" Type="http://schemas.openxmlformats.org/officeDocument/2006/relationships/customXml" Target="../ink/ink1566.xml"/><Relationship Id="rId45" Type="http://schemas.openxmlformats.org/officeDocument/2006/relationships/image" Target="../media/image12800.png"/><Relationship Id="rId66" Type="http://schemas.openxmlformats.org/officeDocument/2006/relationships/customXml" Target="../ink/ink1587.xml"/><Relationship Id="rId87" Type="http://schemas.openxmlformats.org/officeDocument/2006/relationships/image" Target="../media/image13010.png"/><Relationship Id="rId110" Type="http://schemas.openxmlformats.org/officeDocument/2006/relationships/customXml" Target="../ink/ink1609.xml"/><Relationship Id="rId131" Type="http://schemas.openxmlformats.org/officeDocument/2006/relationships/image" Target="../media/image13230.png"/><Relationship Id="rId152" Type="http://schemas.openxmlformats.org/officeDocument/2006/relationships/customXml" Target="../ink/ink1630.xml"/><Relationship Id="rId173" Type="http://schemas.openxmlformats.org/officeDocument/2006/relationships/image" Target="../media/image13440.png"/><Relationship Id="rId194" Type="http://schemas.openxmlformats.org/officeDocument/2006/relationships/customXml" Target="../ink/ink1651.xml"/><Relationship Id="rId208" Type="http://schemas.openxmlformats.org/officeDocument/2006/relationships/customXml" Target="../ink/ink1658.xml"/><Relationship Id="rId229" Type="http://schemas.openxmlformats.org/officeDocument/2006/relationships/image" Target="../media/image1391.png"/><Relationship Id="rId240" Type="http://schemas.openxmlformats.org/officeDocument/2006/relationships/customXml" Target="../ink/ink1674.xml"/><Relationship Id="rId14" Type="http://schemas.openxmlformats.org/officeDocument/2006/relationships/customXml" Target="../ink/ink1561.xml"/><Relationship Id="rId35" Type="http://schemas.openxmlformats.org/officeDocument/2006/relationships/image" Target="../media/image12750.png"/><Relationship Id="rId56" Type="http://schemas.openxmlformats.org/officeDocument/2006/relationships/customXml" Target="../ink/ink1582.xml"/><Relationship Id="rId77" Type="http://schemas.openxmlformats.org/officeDocument/2006/relationships/image" Target="../media/image12960.png"/><Relationship Id="rId100" Type="http://schemas.openxmlformats.org/officeDocument/2006/relationships/customXml" Target="../ink/ink1604.xml"/><Relationship Id="rId8" Type="http://schemas.openxmlformats.org/officeDocument/2006/relationships/customXml" Target="../ink/ink1558.xml"/><Relationship Id="rId98" Type="http://schemas.openxmlformats.org/officeDocument/2006/relationships/customXml" Target="../ink/ink1603.xml"/><Relationship Id="rId121" Type="http://schemas.openxmlformats.org/officeDocument/2006/relationships/image" Target="../media/image13180.png"/><Relationship Id="rId142" Type="http://schemas.openxmlformats.org/officeDocument/2006/relationships/customXml" Target="../ink/ink1625.xml"/><Relationship Id="rId163" Type="http://schemas.openxmlformats.org/officeDocument/2006/relationships/image" Target="../media/image13390.png"/><Relationship Id="rId184" Type="http://schemas.openxmlformats.org/officeDocument/2006/relationships/customXml" Target="../ink/ink1646.xml"/><Relationship Id="rId219" Type="http://schemas.openxmlformats.org/officeDocument/2006/relationships/image" Target="../media/image1386.png"/><Relationship Id="rId230" Type="http://schemas.openxmlformats.org/officeDocument/2006/relationships/customXml" Target="../ink/ink1669.xml"/><Relationship Id="rId251" Type="http://schemas.openxmlformats.org/officeDocument/2006/relationships/image" Target="../media/image1402.png"/><Relationship Id="rId25" Type="http://schemas.openxmlformats.org/officeDocument/2006/relationships/image" Target="../media/image12700.png"/><Relationship Id="rId46" Type="http://schemas.openxmlformats.org/officeDocument/2006/relationships/customXml" Target="../ink/ink1577.xml"/><Relationship Id="rId67" Type="http://schemas.openxmlformats.org/officeDocument/2006/relationships/image" Target="../media/image12910.png"/><Relationship Id="rId88" Type="http://schemas.openxmlformats.org/officeDocument/2006/relationships/customXml" Target="../ink/ink1598.xml"/><Relationship Id="rId111" Type="http://schemas.openxmlformats.org/officeDocument/2006/relationships/image" Target="../media/image13130.png"/><Relationship Id="rId132" Type="http://schemas.openxmlformats.org/officeDocument/2006/relationships/customXml" Target="../ink/ink1620.xml"/><Relationship Id="rId153" Type="http://schemas.openxmlformats.org/officeDocument/2006/relationships/image" Target="../media/image13340.png"/><Relationship Id="rId174" Type="http://schemas.openxmlformats.org/officeDocument/2006/relationships/customXml" Target="../ink/ink1641.xml"/><Relationship Id="rId195" Type="http://schemas.openxmlformats.org/officeDocument/2006/relationships/image" Target="../media/image13550.png"/><Relationship Id="rId209" Type="http://schemas.openxmlformats.org/officeDocument/2006/relationships/image" Target="../media/image13620.png"/><Relationship Id="rId220" Type="http://schemas.openxmlformats.org/officeDocument/2006/relationships/customXml" Target="../ink/ink1664.xml"/><Relationship Id="rId241" Type="http://schemas.openxmlformats.org/officeDocument/2006/relationships/image" Target="../media/image1397.png"/><Relationship Id="rId15" Type="http://schemas.openxmlformats.org/officeDocument/2006/relationships/image" Target="../media/image12650.png"/><Relationship Id="rId36" Type="http://schemas.openxmlformats.org/officeDocument/2006/relationships/customXml" Target="../ink/ink1572.xml"/><Relationship Id="rId57" Type="http://schemas.openxmlformats.org/officeDocument/2006/relationships/image" Target="../media/image12860.png"/><Relationship Id="rId78" Type="http://schemas.openxmlformats.org/officeDocument/2006/relationships/customXml" Target="../ink/ink1593.xml"/><Relationship Id="rId99" Type="http://schemas.openxmlformats.org/officeDocument/2006/relationships/image" Target="../media/image13070.png"/><Relationship Id="rId101" Type="http://schemas.openxmlformats.org/officeDocument/2006/relationships/image" Target="../media/image13080.png"/><Relationship Id="rId122" Type="http://schemas.openxmlformats.org/officeDocument/2006/relationships/customXml" Target="../ink/ink1615.xml"/><Relationship Id="rId143" Type="http://schemas.openxmlformats.org/officeDocument/2006/relationships/image" Target="../media/image13290.png"/><Relationship Id="rId164" Type="http://schemas.openxmlformats.org/officeDocument/2006/relationships/customXml" Target="../ink/ink1636.xml"/><Relationship Id="rId185" Type="http://schemas.openxmlformats.org/officeDocument/2006/relationships/image" Target="../media/image13500.png"/><Relationship Id="rId9" Type="http://schemas.openxmlformats.org/officeDocument/2006/relationships/image" Target="../media/image12620.png"/><Relationship Id="rId210" Type="http://schemas.openxmlformats.org/officeDocument/2006/relationships/customXml" Target="../ink/ink1659.xml"/><Relationship Id="rId26" Type="http://schemas.openxmlformats.org/officeDocument/2006/relationships/customXml" Target="../ink/ink1567.xml"/><Relationship Id="rId231" Type="http://schemas.openxmlformats.org/officeDocument/2006/relationships/image" Target="../media/image1392.png"/><Relationship Id="rId252" Type="http://schemas.openxmlformats.org/officeDocument/2006/relationships/customXml" Target="../ink/ink1680.xml"/><Relationship Id="rId47" Type="http://schemas.openxmlformats.org/officeDocument/2006/relationships/image" Target="../media/image12810.png"/><Relationship Id="rId68" Type="http://schemas.openxmlformats.org/officeDocument/2006/relationships/customXml" Target="../ink/ink1588.xml"/><Relationship Id="rId89" Type="http://schemas.openxmlformats.org/officeDocument/2006/relationships/image" Target="../media/image13020.png"/><Relationship Id="rId112" Type="http://schemas.openxmlformats.org/officeDocument/2006/relationships/customXml" Target="../ink/ink1610.xml"/><Relationship Id="rId133" Type="http://schemas.openxmlformats.org/officeDocument/2006/relationships/image" Target="../media/image13240.png"/><Relationship Id="rId154" Type="http://schemas.openxmlformats.org/officeDocument/2006/relationships/customXml" Target="../ink/ink1631.xml"/><Relationship Id="rId175" Type="http://schemas.openxmlformats.org/officeDocument/2006/relationships/image" Target="../media/image13450.png"/><Relationship Id="rId196" Type="http://schemas.openxmlformats.org/officeDocument/2006/relationships/customXml" Target="../ink/ink1652.xml"/><Relationship Id="rId200" Type="http://schemas.openxmlformats.org/officeDocument/2006/relationships/customXml" Target="../ink/ink1654.xml"/><Relationship Id="rId16" Type="http://schemas.openxmlformats.org/officeDocument/2006/relationships/customXml" Target="../ink/ink1562.xml"/><Relationship Id="rId221" Type="http://schemas.openxmlformats.org/officeDocument/2006/relationships/image" Target="../media/image1387.png"/><Relationship Id="rId242" Type="http://schemas.openxmlformats.org/officeDocument/2006/relationships/customXml" Target="../ink/ink1675.xml"/><Relationship Id="rId37" Type="http://schemas.openxmlformats.org/officeDocument/2006/relationships/image" Target="../media/image12760.png"/><Relationship Id="rId58" Type="http://schemas.openxmlformats.org/officeDocument/2006/relationships/customXml" Target="../ink/ink1583.xml"/><Relationship Id="rId79" Type="http://schemas.openxmlformats.org/officeDocument/2006/relationships/image" Target="../media/image12970.png"/><Relationship Id="rId102" Type="http://schemas.openxmlformats.org/officeDocument/2006/relationships/customXml" Target="../ink/ink1605.xml"/><Relationship Id="rId123" Type="http://schemas.openxmlformats.org/officeDocument/2006/relationships/image" Target="../media/image13190.png"/><Relationship Id="rId144" Type="http://schemas.openxmlformats.org/officeDocument/2006/relationships/customXml" Target="../ink/ink1626.xml"/><Relationship Id="rId90" Type="http://schemas.openxmlformats.org/officeDocument/2006/relationships/customXml" Target="../ink/ink1599.xml"/><Relationship Id="rId165" Type="http://schemas.openxmlformats.org/officeDocument/2006/relationships/image" Target="../media/image13400.png"/><Relationship Id="rId186" Type="http://schemas.openxmlformats.org/officeDocument/2006/relationships/customXml" Target="../ink/ink1647.xml"/><Relationship Id="rId211" Type="http://schemas.openxmlformats.org/officeDocument/2006/relationships/image" Target="../media/image13630.png"/><Relationship Id="rId232" Type="http://schemas.openxmlformats.org/officeDocument/2006/relationships/customXml" Target="../ink/ink1670.xml"/><Relationship Id="rId253" Type="http://schemas.openxmlformats.org/officeDocument/2006/relationships/image" Target="../media/image1403.png"/><Relationship Id="rId27" Type="http://schemas.openxmlformats.org/officeDocument/2006/relationships/image" Target="../media/image12710.png"/><Relationship Id="rId48" Type="http://schemas.openxmlformats.org/officeDocument/2006/relationships/customXml" Target="../ink/ink1578.xml"/><Relationship Id="rId69" Type="http://schemas.openxmlformats.org/officeDocument/2006/relationships/image" Target="../media/image12920.png"/><Relationship Id="rId113" Type="http://schemas.openxmlformats.org/officeDocument/2006/relationships/image" Target="../media/image13140.png"/><Relationship Id="rId134" Type="http://schemas.openxmlformats.org/officeDocument/2006/relationships/customXml" Target="../ink/ink1621.xml"/><Relationship Id="rId80" Type="http://schemas.openxmlformats.org/officeDocument/2006/relationships/customXml" Target="../ink/ink1594.xml"/><Relationship Id="rId155" Type="http://schemas.openxmlformats.org/officeDocument/2006/relationships/image" Target="../media/image13350.png"/><Relationship Id="rId176" Type="http://schemas.openxmlformats.org/officeDocument/2006/relationships/customXml" Target="../ink/ink1642.xml"/><Relationship Id="rId197" Type="http://schemas.openxmlformats.org/officeDocument/2006/relationships/image" Target="../media/image13560.png"/><Relationship Id="rId201" Type="http://schemas.openxmlformats.org/officeDocument/2006/relationships/image" Target="../media/image13580.png"/><Relationship Id="rId222" Type="http://schemas.openxmlformats.org/officeDocument/2006/relationships/customXml" Target="../ink/ink1665.xml"/><Relationship Id="rId243" Type="http://schemas.openxmlformats.org/officeDocument/2006/relationships/image" Target="../media/image1398.png"/><Relationship Id="rId17" Type="http://schemas.openxmlformats.org/officeDocument/2006/relationships/image" Target="../media/image12660.png"/><Relationship Id="rId38" Type="http://schemas.openxmlformats.org/officeDocument/2006/relationships/customXml" Target="../ink/ink1573.xml"/><Relationship Id="rId59" Type="http://schemas.openxmlformats.org/officeDocument/2006/relationships/image" Target="../media/image12870.png"/><Relationship Id="rId103" Type="http://schemas.openxmlformats.org/officeDocument/2006/relationships/image" Target="../media/image13090.png"/><Relationship Id="rId124" Type="http://schemas.openxmlformats.org/officeDocument/2006/relationships/customXml" Target="../ink/ink1616.xml"/><Relationship Id="rId70" Type="http://schemas.openxmlformats.org/officeDocument/2006/relationships/customXml" Target="../ink/ink1589.xml"/><Relationship Id="rId91" Type="http://schemas.openxmlformats.org/officeDocument/2006/relationships/image" Target="../media/image13030.png"/><Relationship Id="rId145" Type="http://schemas.openxmlformats.org/officeDocument/2006/relationships/image" Target="../media/image13300.png"/><Relationship Id="rId166" Type="http://schemas.openxmlformats.org/officeDocument/2006/relationships/customXml" Target="../ink/ink1637.xml"/><Relationship Id="rId187" Type="http://schemas.openxmlformats.org/officeDocument/2006/relationships/image" Target="../media/image13510.png"/><Relationship Id="rId1" Type="http://schemas.openxmlformats.org/officeDocument/2006/relationships/slideLayout" Target="../slideLayouts/slideLayout7.xml"/><Relationship Id="rId212" Type="http://schemas.openxmlformats.org/officeDocument/2006/relationships/customXml" Target="../ink/ink1660.xml"/><Relationship Id="rId233" Type="http://schemas.openxmlformats.org/officeDocument/2006/relationships/image" Target="../media/image1393.png"/><Relationship Id="rId254" Type="http://schemas.openxmlformats.org/officeDocument/2006/relationships/customXml" Target="../ink/ink1681.xml"/><Relationship Id="rId28" Type="http://schemas.openxmlformats.org/officeDocument/2006/relationships/customXml" Target="../ink/ink1568.xml"/><Relationship Id="rId49" Type="http://schemas.openxmlformats.org/officeDocument/2006/relationships/image" Target="../media/image12820.png"/><Relationship Id="rId114" Type="http://schemas.openxmlformats.org/officeDocument/2006/relationships/customXml" Target="../ink/ink1611.xml"/><Relationship Id="rId60" Type="http://schemas.openxmlformats.org/officeDocument/2006/relationships/customXml" Target="../ink/ink1584.xml"/><Relationship Id="rId81" Type="http://schemas.openxmlformats.org/officeDocument/2006/relationships/image" Target="../media/image12980.png"/><Relationship Id="rId135" Type="http://schemas.openxmlformats.org/officeDocument/2006/relationships/image" Target="../media/image13250.png"/><Relationship Id="rId156" Type="http://schemas.openxmlformats.org/officeDocument/2006/relationships/customXml" Target="../ink/ink1632.xml"/><Relationship Id="rId177" Type="http://schemas.openxmlformats.org/officeDocument/2006/relationships/image" Target="../media/image13460.png"/><Relationship Id="rId198" Type="http://schemas.openxmlformats.org/officeDocument/2006/relationships/customXml" Target="../ink/ink1653.xml"/><Relationship Id="rId202" Type="http://schemas.openxmlformats.org/officeDocument/2006/relationships/customXml" Target="../ink/ink1655.xml"/><Relationship Id="rId223" Type="http://schemas.openxmlformats.org/officeDocument/2006/relationships/image" Target="../media/image1388.png"/><Relationship Id="rId244" Type="http://schemas.openxmlformats.org/officeDocument/2006/relationships/customXml" Target="../ink/ink1676.xml"/><Relationship Id="rId18" Type="http://schemas.openxmlformats.org/officeDocument/2006/relationships/customXml" Target="../ink/ink1563.xml"/><Relationship Id="rId39" Type="http://schemas.openxmlformats.org/officeDocument/2006/relationships/image" Target="../media/image12770.png"/><Relationship Id="rId50" Type="http://schemas.openxmlformats.org/officeDocument/2006/relationships/customXml" Target="../ink/ink1579.xml"/><Relationship Id="rId104" Type="http://schemas.openxmlformats.org/officeDocument/2006/relationships/customXml" Target="../ink/ink1606.xml"/><Relationship Id="rId125" Type="http://schemas.openxmlformats.org/officeDocument/2006/relationships/image" Target="../media/image13200.png"/><Relationship Id="rId146" Type="http://schemas.openxmlformats.org/officeDocument/2006/relationships/customXml" Target="../ink/ink1627.xml"/><Relationship Id="rId167" Type="http://schemas.openxmlformats.org/officeDocument/2006/relationships/image" Target="../media/image13410.png"/><Relationship Id="rId188" Type="http://schemas.openxmlformats.org/officeDocument/2006/relationships/customXml" Target="../ink/ink1648.xml"/><Relationship Id="rId71" Type="http://schemas.openxmlformats.org/officeDocument/2006/relationships/image" Target="../media/image12930.png"/><Relationship Id="rId92" Type="http://schemas.openxmlformats.org/officeDocument/2006/relationships/customXml" Target="../ink/ink1600.xml"/><Relationship Id="rId213" Type="http://schemas.openxmlformats.org/officeDocument/2006/relationships/image" Target="../media/image13640.png"/><Relationship Id="rId234" Type="http://schemas.openxmlformats.org/officeDocument/2006/relationships/customXml" Target="../ink/ink1671.xml"/><Relationship Id="rId2" Type="http://schemas.openxmlformats.org/officeDocument/2006/relationships/customXml" Target="../ink/ink1555.xml"/><Relationship Id="rId29" Type="http://schemas.openxmlformats.org/officeDocument/2006/relationships/image" Target="../media/image12720.png"/><Relationship Id="rId255" Type="http://schemas.openxmlformats.org/officeDocument/2006/relationships/image" Target="../media/image1404.png"/><Relationship Id="rId40" Type="http://schemas.openxmlformats.org/officeDocument/2006/relationships/customXml" Target="../ink/ink1574.xml"/><Relationship Id="rId115" Type="http://schemas.openxmlformats.org/officeDocument/2006/relationships/image" Target="../media/image13150.png"/><Relationship Id="rId136" Type="http://schemas.openxmlformats.org/officeDocument/2006/relationships/customXml" Target="../ink/ink1622.xml"/><Relationship Id="rId157" Type="http://schemas.openxmlformats.org/officeDocument/2006/relationships/image" Target="../media/image13360.png"/><Relationship Id="rId178" Type="http://schemas.openxmlformats.org/officeDocument/2006/relationships/customXml" Target="../ink/ink1643.xml"/><Relationship Id="rId61" Type="http://schemas.openxmlformats.org/officeDocument/2006/relationships/image" Target="../media/image12880.png"/><Relationship Id="rId82" Type="http://schemas.openxmlformats.org/officeDocument/2006/relationships/customXml" Target="../ink/ink1595.xml"/><Relationship Id="rId199" Type="http://schemas.openxmlformats.org/officeDocument/2006/relationships/image" Target="../media/image13570.png"/><Relationship Id="rId203" Type="http://schemas.openxmlformats.org/officeDocument/2006/relationships/image" Target="../media/image13590.png"/><Relationship Id="rId19" Type="http://schemas.openxmlformats.org/officeDocument/2006/relationships/image" Target="../media/image12670.png"/><Relationship Id="rId224" Type="http://schemas.openxmlformats.org/officeDocument/2006/relationships/customXml" Target="../ink/ink1666.xml"/><Relationship Id="rId245" Type="http://schemas.openxmlformats.org/officeDocument/2006/relationships/image" Target="../media/image1399.png"/><Relationship Id="rId30" Type="http://schemas.openxmlformats.org/officeDocument/2006/relationships/customXml" Target="../ink/ink1569.xml"/><Relationship Id="rId105" Type="http://schemas.openxmlformats.org/officeDocument/2006/relationships/image" Target="../media/image13100.png"/><Relationship Id="rId126" Type="http://schemas.openxmlformats.org/officeDocument/2006/relationships/customXml" Target="../ink/ink1617.xml"/><Relationship Id="rId147" Type="http://schemas.openxmlformats.org/officeDocument/2006/relationships/image" Target="../media/image13310.png"/><Relationship Id="rId168" Type="http://schemas.openxmlformats.org/officeDocument/2006/relationships/customXml" Target="../ink/ink1638.xml"/><Relationship Id="rId51" Type="http://schemas.openxmlformats.org/officeDocument/2006/relationships/image" Target="../media/image12830.png"/><Relationship Id="rId72" Type="http://schemas.openxmlformats.org/officeDocument/2006/relationships/customXml" Target="../ink/ink1590.xml"/><Relationship Id="rId93" Type="http://schemas.openxmlformats.org/officeDocument/2006/relationships/image" Target="../media/image13040.png"/><Relationship Id="rId189" Type="http://schemas.openxmlformats.org/officeDocument/2006/relationships/image" Target="../media/image13520.png"/><Relationship Id="rId3" Type="http://schemas.openxmlformats.org/officeDocument/2006/relationships/image" Target="../media/image12590.png"/><Relationship Id="rId214" Type="http://schemas.openxmlformats.org/officeDocument/2006/relationships/customXml" Target="../ink/ink1661.xml"/><Relationship Id="rId235" Type="http://schemas.openxmlformats.org/officeDocument/2006/relationships/image" Target="../media/image1394.png"/><Relationship Id="rId256" Type="http://schemas.openxmlformats.org/officeDocument/2006/relationships/customXml" Target="../ink/ink1682.xml"/><Relationship Id="rId116" Type="http://schemas.openxmlformats.org/officeDocument/2006/relationships/customXml" Target="../ink/ink1612.xml"/><Relationship Id="rId137" Type="http://schemas.openxmlformats.org/officeDocument/2006/relationships/image" Target="../media/image13260.png"/><Relationship Id="rId158" Type="http://schemas.openxmlformats.org/officeDocument/2006/relationships/customXml" Target="../ink/ink1633.xml"/><Relationship Id="rId20" Type="http://schemas.openxmlformats.org/officeDocument/2006/relationships/customXml" Target="../ink/ink1564.xml"/><Relationship Id="rId41" Type="http://schemas.openxmlformats.org/officeDocument/2006/relationships/image" Target="../media/image12780.png"/><Relationship Id="rId62" Type="http://schemas.openxmlformats.org/officeDocument/2006/relationships/customXml" Target="../ink/ink1585.xml"/><Relationship Id="rId83" Type="http://schemas.openxmlformats.org/officeDocument/2006/relationships/image" Target="../media/image12990.png"/><Relationship Id="rId179" Type="http://schemas.openxmlformats.org/officeDocument/2006/relationships/image" Target="../media/image13470.png"/><Relationship Id="rId190" Type="http://schemas.openxmlformats.org/officeDocument/2006/relationships/customXml" Target="../ink/ink1649.xml"/><Relationship Id="rId204" Type="http://schemas.openxmlformats.org/officeDocument/2006/relationships/customXml" Target="../ink/ink1656.xml"/><Relationship Id="rId225" Type="http://schemas.openxmlformats.org/officeDocument/2006/relationships/image" Target="../media/image1389.png"/><Relationship Id="rId246" Type="http://schemas.openxmlformats.org/officeDocument/2006/relationships/customXml" Target="../ink/ink1677.xml"/><Relationship Id="rId106" Type="http://schemas.openxmlformats.org/officeDocument/2006/relationships/customXml" Target="../ink/ink1607.xml"/><Relationship Id="rId127" Type="http://schemas.openxmlformats.org/officeDocument/2006/relationships/image" Target="../media/image13210.png"/><Relationship Id="rId10" Type="http://schemas.openxmlformats.org/officeDocument/2006/relationships/customXml" Target="../ink/ink1559.xml"/><Relationship Id="rId31" Type="http://schemas.openxmlformats.org/officeDocument/2006/relationships/image" Target="../media/image12730.png"/><Relationship Id="rId52" Type="http://schemas.openxmlformats.org/officeDocument/2006/relationships/customXml" Target="../ink/ink1580.xml"/><Relationship Id="rId73" Type="http://schemas.openxmlformats.org/officeDocument/2006/relationships/image" Target="../media/image12940.png"/><Relationship Id="rId94" Type="http://schemas.openxmlformats.org/officeDocument/2006/relationships/customXml" Target="../ink/ink1601.xml"/><Relationship Id="rId148" Type="http://schemas.openxmlformats.org/officeDocument/2006/relationships/customXml" Target="../ink/ink1628.xml"/><Relationship Id="rId169" Type="http://schemas.openxmlformats.org/officeDocument/2006/relationships/image" Target="../media/image13420.png"/><Relationship Id="rId4" Type="http://schemas.openxmlformats.org/officeDocument/2006/relationships/customXml" Target="../ink/ink1556.xml"/><Relationship Id="rId180" Type="http://schemas.openxmlformats.org/officeDocument/2006/relationships/customXml" Target="../ink/ink1644.xml"/><Relationship Id="rId215" Type="http://schemas.openxmlformats.org/officeDocument/2006/relationships/image" Target="../media/image13650.png"/><Relationship Id="rId236" Type="http://schemas.openxmlformats.org/officeDocument/2006/relationships/customXml" Target="../ink/ink1672.xml"/><Relationship Id="rId257" Type="http://schemas.openxmlformats.org/officeDocument/2006/relationships/image" Target="../media/image1405.png"/></Relationships>
</file>

<file path=ppt/slides/_rels/slide18.xml.rels><?xml version="1.0" encoding="UTF-8" standalone="yes"?>
<Relationships xmlns="http://schemas.openxmlformats.org/package/2006/relationships"><Relationship Id="rId117" Type="http://schemas.openxmlformats.org/officeDocument/2006/relationships/image" Target="../media/image1424.png"/><Relationship Id="rId21" Type="http://schemas.openxmlformats.org/officeDocument/2006/relationships/image" Target="../media/image13760.png"/><Relationship Id="rId63" Type="http://schemas.openxmlformats.org/officeDocument/2006/relationships/image" Target="../media/image13970.png"/><Relationship Id="rId159" Type="http://schemas.openxmlformats.org/officeDocument/2006/relationships/image" Target="../media/image1445.png"/><Relationship Id="rId170" Type="http://schemas.openxmlformats.org/officeDocument/2006/relationships/customXml" Target="../ink/ink1768.xml"/><Relationship Id="rId226" Type="http://schemas.openxmlformats.org/officeDocument/2006/relationships/customXml" Target="../ink/ink1796.xml"/><Relationship Id="rId268" Type="http://schemas.openxmlformats.org/officeDocument/2006/relationships/customXml" Target="../ink/ink1817.xml"/><Relationship Id="rId32" Type="http://schemas.openxmlformats.org/officeDocument/2006/relationships/customXml" Target="../ink/ink1699.xml"/><Relationship Id="rId74" Type="http://schemas.openxmlformats.org/officeDocument/2006/relationships/customXml" Target="../ink/ink1720.xml"/><Relationship Id="rId128" Type="http://schemas.openxmlformats.org/officeDocument/2006/relationships/customXml" Target="../ink/ink1747.xml"/><Relationship Id="rId5" Type="http://schemas.openxmlformats.org/officeDocument/2006/relationships/image" Target="../media/image13680.png"/><Relationship Id="rId181" Type="http://schemas.openxmlformats.org/officeDocument/2006/relationships/image" Target="../media/image1456.png"/><Relationship Id="rId237" Type="http://schemas.openxmlformats.org/officeDocument/2006/relationships/image" Target="../media/image1484.png"/><Relationship Id="rId279" Type="http://schemas.openxmlformats.org/officeDocument/2006/relationships/image" Target="../media/image1505.png"/><Relationship Id="rId43" Type="http://schemas.openxmlformats.org/officeDocument/2006/relationships/image" Target="../media/image13870.png"/><Relationship Id="rId139" Type="http://schemas.openxmlformats.org/officeDocument/2006/relationships/image" Target="../media/image1435.png"/><Relationship Id="rId290" Type="http://schemas.openxmlformats.org/officeDocument/2006/relationships/customXml" Target="../ink/ink1828.xml"/><Relationship Id="rId85" Type="http://schemas.openxmlformats.org/officeDocument/2006/relationships/image" Target="../media/image1408.png"/><Relationship Id="rId150" Type="http://schemas.openxmlformats.org/officeDocument/2006/relationships/customXml" Target="../ink/ink1758.xml"/><Relationship Id="rId192" Type="http://schemas.openxmlformats.org/officeDocument/2006/relationships/customXml" Target="../ink/ink1779.xml"/><Relationship Id="rId206" Type="http://schemas.openxmlformats.org/officeDocument/2006/relationships/customXml" Target="../ink/ink1786.xml"/><Relationship Id="rId248" Type="http://schemas.openxmlformats.org/officeDocument/2006/relationships/customXml" Target="../ink/ink1807.xml"/><Relationship Id="rId269" Type="http://schemas.openxmlformats.org/officeDocument/2006/relationships/image" Target="../media/image1500.png"/><Relationship Id="rId12" Type="http://schemas.openxmlformats.org/officeDocument/2006/relationships/customXml" Target="../ink/ink1689.xml"/><Relationship Id="rId33" Type="http://schemas.openxmlformats.org/officeDocument/2006/relationships/image" Target="../media/image13820.png"/><Relationship Id="rId108" Type="http://schemas.openxmlformats.org/officeDocument/2006/relationships/customXml" Target="../ink/ink1737.xml"/><Relationship Id="rId129" Type="http://schemas.openxmlformats.org/officeDocument/2006/relationships/image" Target="../media/image1430.png"/><Relationship Id="rId280" Type="http://schemas.openxmlformats.org/officeDocument/2006/relationships/customXml" Target="../ink/ink1823.xml"/><Relationship Id="rId54" Type="http://schemas.openxmlformats.org/officeDocument/2006/relationships/customXml" Target="../ink/ink1710.xml"/><Relationship Id="rId75" Type="http://schemas.openxmlformats.org/officeDocument/2006/relationships/image" Target="../media/image14030.png"/><Relationship Id="rId96" Type="http://schemas.openxmlformats.org/officeDocument/2006/relationships/customXml" Target="../ink/ink1731.xml"/><Relationship Id="rId140" Type="http://schemas.openxmlformats.org/officeDocument/2006/relationships/customXml" Target="../ink/ink1753.xml"/><Relationship Id="rId161" Type="http://schemas.openxmlformats.org/officeDocument/2006/relationships/image" Target="../media/image1446.png"/><Relationship Id="rId182" Type="http://schemas.openxmlformats.org/officeDocument/2006/relationships/customXml" Target="../ink/ink1774.xml"/><Relationship Id="rId217" Type="http://schemas.openxmlformats.org/officeDocument/2006/relationships/image" Target="../media/image1474.png"/><Relationship Id="rId6" Type="http://schemas.openxmlformats.org/officeDocument/2006/relationships/customXml" Target="../ink/ink1686.xml"/><Relationship Id="rId238" Type="http://schemas.openxmlformats.org/officeDocument/2006/relationships/customXml" Target="../ink/ink1802.xml"/><Relationship Id="rId259" Type="http://schemas.openxmlformats.org/officeDocument/2006/relationships/image" Target="../media/image1495.png"/><Relationship Id="rId23" Type="http://schemas.openxmlformats.org/officeDocument/2006/relationships/image" Target="../media/image13770.png"/><Relationship Id="rId119" Type="http://schemas.openxmlformats.org/officeDocument/2006/relationships/image" Target="../media/image1425.png"/><Relationship Id="rId270" Type="http://schemas.openxmlformats.org/officeDocument/2006/relationships/customXml" Target="../ink/ink1818.xml"/><Relationship Id="rId291" Type="http://schemas.openxmlformats.org/officeDocument/2006/relationships/image" Target="../media/image1511.png"/><Relationship Id="rId44" Type="http://schemas.openxmlformats.org/officeDocument/2006/relationships/customXml" Target="../ink/ink1705.xml"/><Relationship Id="rId65" Type="http://schemas.openxmlformats.org/officeDocument/2006/relationships/image" Target="../media/image13980.png"/><Relationship Id="rId86" Type="http://schemas.openxmlformats.org/officeDocument/2006/relationships/customXml" Target="../ink/ink1726.xml"/><Relationship Id="rId130" Type="http://schemas.openxmlformats.org/officeDocument/2006/relationships/customXml" Target="../ink/ink1748.xml"/><Relationship Id="rId151" Type="http://schemas.openxmlformats.org/officeDocument/2006/relationships/image" Target="../media/image1441.png"/><Relationship Id="rId172" Type="http://schemas.openxmlformats.org/officeDocument/2006/relationships/customXml" Target="../ink/ink1769.xml"/><Relationship Id="rId193" Type="http://schemas.openxmlformats.org/officeDocument/2006/relationships/image" Target="../media/image1462.png"/><Relationship Id="rId207" Type="http://schemas.openxmlformats.org/officeDocument/2006/relationships/image" Target="../media/image1469.png"/><Relationship Id="rId228" Type="http://schemas.openxmlformats.org/officeDocument/2006/relationships/customXml" Target="../ink/ink1797.xml"/><Relationship Id="rId249" Type="http://schemas.openxmlformats.org/officeDocument/2006/relationships/image" Target="../media/image1490.png"/><Relationship Id="rId13" Type="http://schemas.openxmlformats.org/officeDocument/2006/relationships/image" Target="../media/image13720.png"/><Relationship Id="rId109" Type="http://schemas.openxmlformats.org/officeDocument/2006/relationships/image" Target="../media/image1420.png"/><Relationship Id="rId260" Type="http://schemas.openxmlformats.org/officeDocument/2006/relationships/customXml" Target="../ink/ink1813.xml"/><Relationship Id="rId281" Type="http://schemas.openxmlformats.org/officeDocument/2006/relationships/image" Target="../media/image1506.png"/><Relationship Id="rId34" Type="http://schemas.openxmlformats.org/officeDocument/2006/relationships/customXml" Target="../ink/ink1700.xml"/><Relationship Id="rId55" Type="http://schemas.openxmlformats.org/officeDocument/2006/relationships/image" Target="../media/image13930.png"/><Relationship Id="rId76" Type="http://schemas.openxmlformats.org/officeDocument/2006/relationships/customXml" Target="../ink/ink1721.xml"/><Relationship Id="rId97" Type="http://schemas.openxmlformats.org/officeDocument/2006/relationships/image" Target="../media/image1414.png"/><Relationship Id="rId120" Type="http://schemas.openxmlformats.org/officeDocument/2006/relationships/customXml" Target="../ink/ink1743.xml"/><Relationship Id="rId141" Type="http://schemas.openxmlformats.org/officeDocument/2006/relationships/image" Target="../media/image1436.png"/><Relationship Id="rId7" Type="http://schemas.openxmlformats.org/officeDocument/2006/relationships/image" Target="../media/image13690.png"/><Relationship Id="rId162" Type="http://schemas.openxmlformats.org/officeDocument/2006/relationships/customXml" Target="../ink/ink1764.xml"/><Relationship Id="rId183" Type="http://schemas.openxmlformats.org/officeDocument/2006/relationships/image" Target="../media/image1457.png"/><Relationship Id="rId218" Type="http://schemas.openxmlformats.org/officeDocument/2006/relationships/customXml" Target="../ink/ink1792.xml"/><Relationship Id="rId239" Type="http://schemas.openxmlformats.org/officeDocument/2006/relationships/image" Target="../media/image1485.png"/><Relationship Id="rId250" Type="http://schemas.openxmlformats.org/officeDocument/2006/relationships/customXml" Target="../ink/ink1808.xml"/><Relationship Id="rId271" Type="http://schemas.openxmlformats.org/officeDocument/2006/relationships/image" Target="../media/image1501.png"/><Relationship Id="rId24" Type="http://schemas.openxmlformats.org/officeDocument/2006/relationships/customXml" Target="../ink/ink1695.xml"/><Relationship Id="rId45" Type="http://schemas.openxmlformats.org/officeDocument/2006/relationships/image" Target="../media/image13880.png"/><Relationship Id="rId66" Type="http://schemas.openxmlformats.org/officeDocument/2006/relationships/customXml" Target="../ink/ink1716.xml"/><Relationship Id="rId87" Type="http://schemas.openxmlformats.org/officeDocument/2006/relationships/image" Target="../media/image1409.png"/><Relationship Id="rId110" Type="http://schemas.openxmlformats.org/officeDocument/2006/relationships/customXml" Target="../ink/ink1738.xml"/><Relationship Id="rId131" Type="http://schemas.openxmlformats.org/officeDocument/2006/relationships/image" Target="../media/image1431.png"/><Relationship Id="rId152" Type="http://schemas.openxmlformats.org/officeDocument/2006/relationships/customXml" Target="../ink/ink1759.xml"/><Relationship Id="rId173" Type="http://schemas.openxmlformats.org/officeDocument/2006/relationships/image" Target="../media/image1452.png"/><Relationship Id="rId194" Type="http://schemas.openxmlformats.org/officeDocument/2006/relationships/customXml" Target="../ink/ink1780.xml"/><Relationship Id="rId208" Type="http://schemas.openxmlformats.org/officeDocument/2006/relationships/customXml" Target="../ink/ink1787.xml"/><Relationship Id="rId229" Type="http://schemas.openxmlformats.org/officeDocument/2006/relationships/image" Target="../media/image1480.png"/><Relationship Id="rId240" Type="http://schemas.openxmlformats.org/officeDocument/2006/relationships/customXml" Target="../ink/ink1803.xml"/><Relationship Id="rId261" Type="http://schemas.openxmlformats.org/officeDocument/2006/relationships/image" Target="../media/image1496.png"/><Relationship Id="rId14" Type="http://schemas.openxmlformats.org/officeDocument/2006/relationships/customXml" Target="../ink/ink1690.xml"/><Relationship Id="rId35" Type="http://schemas.openxmlformats.org/officeDocument/2006/relationships/image" Target="../media/image13830.png"/><Relationship Id="rId56" Type="http://schemas.openxmlformats.org/officeDocument/2006/relationships/customXml" Target="../ink/ink1711.xml"/><Relationship Id="rId77" Type="http://schemas.openxmlformats.org/officeDocument/2006/relationships/image" Target="../media/image14040.png"/><Relationship Id="rId100" Type="http://schemas.openxmlformats.org/officeDocument/2006/relationships/customXml" Target="../ink/ink1733.xml"/><Relationship Id="rId282" Type="http://schemas.openxmlformats.org/officeDocument/2006/relationships/customXml" Target="../ink/ink1824.xml"/><Relationship Id="rId8" Type="http://schemas.openxmlformats.org/officeDocument/2006/relationships/customXml" Target="../ink/ink1687.xml"/><Relationship Id="rId98" Type="http://schemas.openxmlformats.org/officeDocument/2006/relationships/customXml" Target="../ink/ink1732.xml"/><Relationship Id="rId121" Type="http://schemas.openxmlformats.org/officeDocument/2006/relationships/image" Target="../media/image1426.png"/><Relationship Id="rId142" Type="http://schemas.openxmlformats.org/officeDocument/2006/relationships/customXml" Target="../ink/ink1754.xml"/><Relationship Id="rId163" Type="http://schemas.openxmlformats.org/officeDocument/2006/relationships/image" Target="../media/image1447.png"/><Relationship Id="rId184" Type="http://schemas.openxmlformats.org/officeDocument/2006/relationships/customXml" Target="../ink/ink1775.xml"/><Relationship Id="rId219" Type="http://schemas.openxmlformats.org/officeDocument/2006/relationships/image" Target="../media/image1475.png"/><Relationship Id="rId230" Type="http://schemas.openxmlformats.org/officeDocument/2006/relationships/customXml" Target="../ink/ink1798.xml"/><Relationship Id="rId251" Type="http://schemas.openxmlformats.org/officeDocument/2006/relationships/image" Target="../media/image1491.png"/><Relationship Id="rId25" Type="http://schemas.openxmlformats.org/officeDocument/2006/relationships/image" Target="../media/image13780.png"/><Relationship Id="rId46" Type="http://schemas.openxmlformats.org/officeDocument/2006/relationships/customXml" Target="../ink/ink1706.xml"/><Relationship Id="rId67" Type="http://schemas.openxmlformats.org/officeDocument/2006/relationships/image" Target="../media/image13990.png"/><Relationship Id="rId272" Type="http://schemas.openxmlformats.org/officeDocument/2006/relationships/customXml" Target="../ink/ink1819.xml"/><Relationship Id="rId88" Type="http://schemas.openxmlformats.org/officeDocument/2006/relationships/customXml" Target="../ink/ink1727.xml"/><Relationship Id="rId111" Type="http://schemas.openxmlformats.org/officeDocument/2006/relationships/image" Target="../media/image1421.png"/><Relationship Id="rId132" Type="http://schemas.openxmlformats.org/officeDocument/2006/relationships/customXml" Target="../ink/ink1749.xml"/><Relationship Id="rId153" Type="http://schemas.openxmlformats.org/officeDocument/2006/relationships/image" Target="../media/image1442.png"/><Relationship Id="rId174" Type="http://schemas.openxmlformats.org/officeDocument/2006/relationships/customXml" Target="../ink/ink1770.xml"/><Relationship Id="rId195" Type="http://schemas.openxmlformats.org/officeDocument/2006/relationships/image" Target="../media/image1463.png"/><Relationship Id="rId209" Type="http://schemas.openxmlformats.org/officeDocument/2006/relationships/image" Target="../media/image1470.png"/><Relationship Id="rId220" Type="http://schemas.openxmlformats.org/officeDocument/2006/relationships/customXml" Target="../ink/ink1793.xml"/><Relationship Id="rId241" Type="http://schemas.openxmlformats.org/officeDocument/2006/relationships/image" Target="../media/image1486.png"/><Relationship Id="rId15" Type="http://schemas.openxmlformats.org/officeDocument/2006/relationships/image" Target="../media/image13730.png"/><Relationship Id="rId36" Type="http://schemas.openxmlformats.org/officeDocument/2006/relationships/customXml" Target="../ink/ink1701.xml"/><Relationship Id="rId57" Type="http://schemas.openxmlformats.org/officeDocument/2006/relationships/image" Target="../media/image13940.png"/><Relationship Id="rId262" Type="http://schemas.openxmlformats.org/officeDocument/2006/relationships/customXml" Target="../ink/ink1814.xml"/><Relationship Id="rId283" Type="http://schemas.openxmlformats.org/officeDocument/2006/relationships/image" Target="../media/image1507.png"/><Relationship Id="rId78" Type="http://schemas.openxmlformats.org/officeDocument/2006/relationships/customXml" Target="../ink/ink1722.xml"/><Relationship Id="rId99" Type="http://schemas.openxmlformats.org/officeDocument/2006/relationships/image" Target="../media/image1415.png"/><Relationship Id="rId101" Type="http://schemas.openxmlformats.org/officeDocument/2006/relationships/image" Target="../media/image1416.png"/><Relationship Id="rId122" Type="http://schemas.openxmlformats.org/officeDocument/2006/relationships/customXml" Target="../ink/ink1744.xml"/><Relationship Id="rId143" Type="http://schemas.openxmlformats.org/officeDocument/2006/relationships/image" Target="../media/image1437.png"/><Relationship Id="rId164" Type="http://schemas.openxmlformats.org/officeDocument/2006/relationships/customXml" Target="../ink/ink1765.xml"/><Relationship Id="rId185" Type="http://schemas.openxmlformats.org/officeDocument/2006/relationships/image" Target="../media/image1458.png"/><Relationship Id="rId9" Type="http://schemas.openxmlformats.org/officeDocument/2006/relationships/image" Target="../media/image13700.png"/><Relationship Id="rId210" Type="http://schemas.openxmlformats.org/officeDocument/2006/relationships/customXml" Target="../ink/ink1788.xml"/><Relationship Id="rId26" Type="http://schemas.openxmlformats.org/officeDocument/2006/relationships/customXml" Target="../ink/ink1696.xml"/><Relationship Id="rId231" Type="http://schemas.openxmlformats.org/officeDocument/2006/relationships/image" Target="../media/image1481.png"/><Relationship Id="rId252" Type="http://schemas.openxmlformats.org/officeDocument/2006/relationships/customXml" Target="../ink/ink1809.xml"/><Relationship Id="rId273" Type="http://schemas.openxmlformats.org/officeDocument/2006/relationships/image" Target="../media/image1502.png"/><Relationship Id="rId47" Type="http://schemas.openxmlformats.org/officeDocument/2006/relationships/image" Target="../media/image13890.png"/><Relationship Id="rId68" Type="http://schemas.openxmlformats.org/officeDocument/2006/relationships/customXml" Target="../ink/ink1717.xml"/><Relationship Id="rId89" Type="http://schemas.openxmlformats.org/officeDocument/2006/relationships/image" Target="../media/image1410.png"/><Relationship Id="rId112" Type="http://schemas.openxmlformats.org/officeDocument/2006/relationships/customXml" Target="../ink/ink1739.xml"/><Relationship Id="rId133" Type="http://schemas.openxmlformats.org/officeDocument/2006/relationships/image" Target="../media/image1432.png"/><Relationship Id="rId154" Type="http://schemas.openxmlformats.org/officeDocument/2006/relationships/customXml" Target="../ink/ink1760.xml"/><Relationship Id="rId175" Type="http://schemas.openxmlformats.org/officeDocument/2006/relationships/image" Target="../media/image1453.png"/><Relationship Id="rId196" Type="http://schemas.openxmlformats.org/officeDocument/2006/relationships/customXml" Target="../ink/ink1781.xml"/><Relationship Id="rId200" Type="http://schemas.openxmlformats.org/officeDocument/2006/relationships/customXml" Target="../ink/ink1783.xml"/><Relationship Id="rId16" Type="http://schemas.openxmlformats.org/officeDocument/2006/relationships/customXml" Target="../ink/ink1691.xml"/><Relationship Id="rId221" Type="http://schemas.openxmlformats.org/officeDocument/2006/relationships/image" Target="../media/image1476.png"/><Relationship Id="rId242" Type="http://schemas.openxmlformats.org/officeDocument/2006/relationships/customXml" Target="../ink/ink1804.xml"/><Relationship Id="rId263" Type="http://schemas.openxmlformats.org/officeDocument/2006/relationships/image" Target="../media/image1497.png"/><Relationship Id="rId284" Type="http://schemas.openxmlformats.org/officeDocument/2006/relationships/customXml" Target="../ink/ink1825.xml"/><Relationship Id="rId37" Type="http://schemas.openxmlformats.org/officeDocument/2006/relationships/image" Target="../media/image13840.png"/><Relationship Id="rId58" Type="http://schemas.openxmlformats.org/officeDocument/2006/relationships/customXml" Target="../ink/ink1712.xml"/><Relationship Id="rId79" Type="http://schemas.openxmlformats.org/officeDocument/2006/relationships/image" Target="../media/image14050.png"/><Relationship Id="rId102" Type="http://schemas.openxmlformats.org/officeDocument/2006/relationships/customXml" Target="../ink/ink1734.xml"/><Relationship Id="rId123" Type="http://schemas.openxmlformats.org/officeDocument/2006/relationships/image" Target="../media/image1427.png"/><Relationship Id="rId144" Type="http://schemas.openxmlformats.org/officeDocument/2006/relationships/customXml" Target="../ink/ink1755.xml"/><Relationship Id="rId90" Type="http://schemas.openxmlformats.org/officeDocument/2006/relationships/customXml" Target="../ink/ink1728.xml"/><Relationship Id="rId165" Type="http://schemas.openxmlformats.org/officeDocument/2006/relationships/image" Target="../media/image1448.png"/><Relationship Id="rId186" Type="http://schemas.openxmlformats.org/officeDocument/2006/relationships/customXml" Target="../ink/ink1776.xml"/><Relationship Id="rId211" Type="http://schemas.openxmlformats.org/officeDocument/2006/relationships/image" Target="../media/image1471.png"/><Relationship Id="rId232" Type="http://schemas.openxmlformats.org/officeDocument/2006/relationships/customXml" Target="../ink/ink1799.xml"/><Relationship Id="rId253" Type="http://schemas.openxmlformats.org/officeDocument/2006/relationships/image" Target="../media/image1492.png"/><Relationship Id="rId274" Type="http://schemas.openxmlformats.org/officeDocument/2006/relationships/customXml" Target="../ink/ink1820.xml"/><Relationship Id="rId27" Type="http://schemas.openxmlformats.org/officeDocument/2006/relationships/image" Target="../media/image13790.png"/><Relationship Id="rId48" Type="http://schemas.openxmlformats.org/officeDocument/2006/relationships/customXml" Target="../ink/ink1707.xml"/><Relationship Id="rId69" Type="http://schemas.openxmlformats.org/officeDocument/2006/relationships/image" Target="../media/image14000.png"/><Relationship Id="rId113" Type="http://schemas.openxmlformats.org/officeDocument/2006/relationships/image" Target="../media/image1422.png"/><Relationship Id="rId134" Type="http://schemas.openxmlformats.org/officeDocument/2006/relationships/customXml" Target="../ink/ink1750.xml"/><Relationship Id="rId80" Type="http://schemas.openxmlformats.org/officeDocument/2006/relationships/customXml" Target="../ink/ink1723.xml"/><Relationship Id="rId155" Type="http://schemas.openxmlformats.org/officeDocument/2006/relationships/image" Target="../media/image1443.png"/><Relationship Id="rId176" Type="http://schemas.openxmlformats.org/officeDocument/2006/relationships/customXml" Target="../ink/ink1771.xml"/><Relationship Id="rId197" Type="http://schemas.openxmlformats.org/officeDocument/2006/relationships/image" Target="../media/image1464.png"/><Relationship Id="rId201" Type="http://schemas.openxmlformats.org/officeDocument/2006/relationships/image" Target="../media/image1466.png"/><Relationship Id="rId222" Type="http://schemas.openxmlformats.org/officeDocument/2006/relationships/customXml" Target="../ink/ink1794.xml"/><Relationship Id="rId243" Type="http://schemas.openxmlformats.org/officeDocument/2006/relationships/image" Target="../media/image1487.png"/><Relationship Id="rId264" Type="http://schemas.openxmlformats.org/officeDocument/2006/relationships/customXml" Target="../ink/ink1815.xml"/><Relationship Id="rId285" Type="http://schemas.openxmlformats.org/officeDocument/2006/relationships/image" Target="../media/image1508.png"/><Relationship Id="rId17" Type="http://schemas.openxmlformats.org/officeDocument/2006/relationships/image" Target="../media/image13740.png"/><Relationship Id="rId38" Type="http://schemas.openxmlformats.org/officeDocument/2006/relationships/customXml" Target="../ink/ink1702.xml"/><Relationship Id="rId59" Type="http://schemas.openxmlformats.org/officeDocument/2006/relationships/image" Target="../media/image13950.png"/><Relationship Id="rId103" Type="http://schemas.openxmlformats.org/officeDocument/2006/relationships/image" Target="../media/image1417.png"/><Relationship Id="rId124" Type="http://schemas.openxmlformats.org/officeDocument/2006/relationships/customXml" Target="../ink/ink1745.xml"/><Relationship Id="rId70" Type="http://schemas.openxmlformats.org/officeDocument/2006/relationships/customXml" Target="../ink/ink1718.xml"/><Relationship Id="rId91" Type="http://schemas.openxmlformats.org/officeDocument/2006/relationships/image" Target="../media/image1411.png"/><Relationship Id="rId145" Type="http://schemas.openxmlformats.org/officeDocument/2006/relationships/image" Target="../media/image1438.png"/><Relationship Id="rId166" Type="http://schemas.openxmlformats.org/officeDocument/2006/relationships/customXml" Target="../ink/ink1766.xml"/><Relationship Id="rId187" Type="http://schemas.openxmlformats.org/officeDocument/2006/relationships/image" Target="../media/image1459.png"/><Relationship Id="rId1" Type="http://schemas.openxmlformats.org/officeDocument/2006/relationships/slideLayout" Target="../slideLayouts/slideLayout7.xml"/><Relationship Id="rId212" Type="http://schemas.openxmlformats.org/officeDocument/2006/relationships/customXml" Target="../ink/ink1789.xml"/><Relationship Id="rId233" Type="http://schemas.openxmlformats.org/officeDocument/2006/relationships/image" Target="../media/image1482.png"/><Relationship Id="rId254" Type="http://schemas.openxmlformats.org/officeDocument/2006/relationships/customXml" Target="../ink/ink1810.xml"/><Relationship Id="rId28" Type="http://schemas.openxmlformats.org/officeDocument/2006/relationships/customXml" Target="../ink/ink1697.xml"/><Relationship Id="rId49" Type="http://schemas.openxmlformats.org/officeDocument/2006/relationships/image" Target="../media/image13900.png"/><Relationship Id="rId114" Type="http://schemas.openxmlformats.org/officeDocument/2006/relationships/customXml" Target="../ink/ink1740.xml"/><Relationship Id="rId275" Type="http://schemas.openxmlformats.org/officeDocument/2006/relationships/image" Target="../media/image1503.png"/><Relationship Id="rId60" Type="http://schemas.openxmlformats.org/officeDocument/2006/relationships/customXml" Target="../ink/ink1713.xml"/><Relationship Id="rId81" Type="http://schemas.openxmlformats.org/officeDocument/2006/relationships/image" Target="../media/image14060.png"/><Relationship Id="rId135" Type="http://schemas.openxmlformats.org/officeDocument/2006/relationships/image" Target="../media/image1433.png"/><Relationship Id="rId156" Type="http://schemas.openxmlformats.org/officeDocument/2006/relationships/customXml" Target="../ink/ink1761.xml"/><Relationship Id="rId177" Type="http://schemas.openxmlformats.org/officeDocument/2006/relationships/image" Target="../media/image1454.png"/><Relationship Id="rId198" Type="http://schemas.openxmlformats.org/officeDocument/2006/relationships/customXml" Target="../ink/ink1782.xml"/><Relationship Id="rId202" Type="http://schemas.openxmlformats.org/officeDocument/2006/relationships/customXml" Target="../ink/ink1784.xml"/><Relationship Id="rId223" Type="http://schemas.openxmlformats.org/officeDocument/2006/relationships/image" Target="../media/image1477.png"/><Relationship Id="rId244" Type="http://schemas.openxmlformats.org/officeDocument/2006/relationships/customXml" Target="../ink/ink1805.xml"/><Relationship Id="rId18" Type="http://schemas.openxmlformats.org/officeDocument/2006/relationships/customXml" Target="../ink/ink1692.xml"/><Relationship Id="rId39" Type="http://schemas.openxmlformats.org/officeDocument/2006/relationships/image" Target="../media/image13850.png"/><Relationship Id="rId265" Type="http://schemas.openxmlformats.org/officeDocument/2006/relationships/image" Target="../media/image1498.png"/><Relationship Id="rId286" Type="http://schemas.openxmlformats.org/officeDocument/2006/relationships/customXml" Target="../ink/ink1826.xml"/><Relationship Id="rId50" Type="http://schemas.openxmlformats.org/officeDocument/2006/relationships/customXml" Target="../ink/ink1708.xml"/><Relationship Id="rId104" Type="http://schemas.openxmlformats.org/officeDocument/2006/relationships/customXml" Target="../ink/ink1735.xml"/><Relationship Id="rId125" Type="http://schemas.openxmlformats.org/officeDocument/2006/relationships/image" Target="../media/image1428.png"/><Relationship Id="rId146" Type="http://schemas.openxmlformats.org/officeDocument/2006/relationships/customXml" Target="../ink/ink1756.xml"/><Relationship Id="rId167" Type="http://schemas.openxmlformats.org/officeDocument/2006/relationships/image" Target="../media/image1449.png"/><Relationship Id="rId188" Type="http://schemas.openxmlformats.org/officeDocument/2006/relationships/customXml" Target="../ink/ink1777.xml"/><Relationship Id="rId71" Type="http://schemas.openxmlformats.org/officeDocument/2006/relationships/image" Target="../media/image14010.png"/><Relationship Id="rId92" Type="http://schemas.openxmlformats.org/officeDocument/2006/relationships/customXml" Target="../ink/ink1729.xml"/><Relationship Id="rId213" Type="http://schemas.openxmlformats.org/officeDocument/2006/relationships/image" Target="../media/image1472.png"/><Relationship Id="rId234" Type="http://schemas.openxmlformats.org/officeDocument/2006/relationships/customXml" Target="../ink/ink1800.xml"/><Relationship Id="rId2" Type="http://schemas.openxmlformats.org/officeDocument/2006/relationships/customXml" Target="../ink/ink1684.xml"/><Relationship Id="rId29" Type="http://schemas.openxmlformats.org/officeDocument/2006/relationships/image" Target="../media/image13800.png"/><Relationship Id="rId255" Type="http://schemas.openxmlformats.org/officeDocument/2006/relationships/image" Target="../media/image1493.png"/><Relationship Id="rId276" Type="http://schemas.openxmlformats.org/officeDocument/2006/relationships/customXml" Target="../ink/ink1821.xml"/><Relationship Id="rId40" Type="http://schemas.openxmlformats.org/officeDocument/2006/relationships/customXml" Target="../ink/ink1703.xml"/><Relationship Id="rId115" Type="http://schemas.openxmlformats.org/officeDocument/2006/relationships/image" Target="../media/image1423.png"/><Relationship Id="rId136" Type="http://schemas.openxmlformats.org/officeDocument/2006/relationships/customXml" Target="../ink/ink1751.xml"/><Relationship Id="rId157" Type="http://schemas.openxmlformats.org/officeDocument/2006/relationships/image" Target="../media/image1444.png"/><Relationship Id="rId178" Type="http://schemas.openxmlformats.org/officeDocument/2006/relationships/customXml" Target="../ink/ink1772.xml"/><Relationship Id="rId61" Type="http://schemas.openxmlformats.org/officeDocument/2006/relationships/image" Target="../media/image13960.png"/><Relationship Id="rId82" Type="http://schemas.openxmlformats.org/officeDocument/2006/relationships/customXml" Target="../ink/ink1724.xml"/><Relationship Id="rId199" Type="http://schemas.openxmlformats.org/officeDocument/2006/relationships/image" Target="../media/image1465.png"/><Relationship Id="rId203" Type="http://schemas.openxmlformats.org/officeDocument/2006/relationships/image" Target="../media/image1467.png"/><Relationship Id="rId19" Type="http://schemas.openxmlformats.org/officeDocument/2006/relationships/image" Target="../media/image13750.png"/><Relationship Id="rId224" Type="http://schemas.openxmlformats.org/officeDocument/2006/relationships/customXml" Target="../ink/ink1795.xml"/><Relationship Id="rId245" Type="http://schemas.openxmlformats.org/officeDocument/2006/relationships/image" Target="../media/image1488.png"/><Relationship Id="rId266" Type="http://schemas.openxmlformats.org/officeDocument/2006/relationships/customXml" Target="../ink/ink1816.xml"/><Relationship Id="rId287" Type="http://schemas.openxmlformats.org/officeDocument/2006/relationships/image" Target="../media/image1509.png"/><Relationship Id="rId30" Type="http://schemas.openxmlformats.org/officeDocument/2006/relationships/customXml" Target="../ink/ink1698.xml"/><Relationship Id="rId105" Type="http://schemas.openxmlformats.org/officeDocument/2006/relationships/image" Target="../media/image1418.png"/><Relationship Id="rId126" Type="http://schemas.openxmlformats.org/officeDocument/2006/relationships/customXml" Target="../ink/ink1746.xml"/><Relationship Id="rId147" Type="http://schemas.openxmlformats.org/officeDocument/2006/relationships/image" Target="../media/image1439.png"/><Relationship Id="rId168" Type="http://schemas.openxmlformats.org/officeDocument/2006/relationships/customXml" Target="../ink/ink1767.xml"/><Relationship Id="rId51" Type="http://schemas.openxmlformats.org/officeDocument/2006/relationships/image" Target="../media/image13910.png"/><Relationship Id="rId72" Type="http://schemas.openxmlformats.org/officeDocument/2006/relationships/customXml" Target="../ink/ink1719.xml"/><Relationship Id="rId93" Type="http://schemas.openxmlformats.org/officeDocument/2006/relationships/image" Target="../media/image1412.png"/><Relationship Id="rId189" Type="http://schemas.openxmlformats.org/officeDocument/2006/relationships/image" Target="../media/image1460.png"/><Relationship Id="rId3" Type="http://schemas.openxmlformats.org/officeDocument/2006/relationships/image" Target="../media/image13670.png"/><Relationship Id="rId214" Type="http://schemas.openxmlformats.org/officeDocument/2006/relationships/customXml" Target="../ink/ink1790.xml"/><Relationship Id="rId235" Type="http://schemas.openxmlformats.org/officeDocument/2006/relationships/image" Target="../media/image1483.png"/><Relationship Id="rId256" Type="http://schemas.openxmlformats.org/officeDocument/2006/relationships/customXml" Target="../ink/ink1811.xml"/><Relationship Id="rId277" Type="http://schemas.openxmlformats.org/officeDocument/2006/relationships/image" Target="../media/image1504.png"/><Relationship Id="rId116" Type="http://schemas.openxmlformats.org/officeDocument/2006/relationships/customXml" Target="../ink/ink1741.xml"/><Relationship Id="rId137" Type="http://schemas.openxmlformats.org/officeDocument/2006/relationships/image" Target="../media/image1434.png"/><Relationship Id="rId158" Type="http://schemas.openxmlformats.org/officeDocument/2006/relationships/customXml" Target="../ink/ink1762.xml"/><Relationship Id="rId20" Type="http://schemas.openxmlformats.org/officeDocument/2006/relationships/customXml" Target="../ink/ink1693.xml"/><Relationship Id="rId41" Type="http://schemas.openxmlformats.org/officeDocument/2006/relationships/image" Target="../media/image13860.png"/><Relationship Id="rId62" Type="http://schemas.openxmlformats.org/officeDocument/2006/relationships/customXml" Target="../ink/ink1714.xml"/><Relationship Id="rId83" Type="http://schemas.openxmlformats.org/officeDocument/2006/relationships/image" Target="../media/image1407.png"/><Relationship Id="rId179" Type="http://schemas.openxmlformats.org/officeDocument/2006/relationships/image" Target="../media/image1455.png"/><Relationship Id="rId190" Type="http://schemas.openxmlformats.org/officeDocument/2006/relationships/customXml" Target="../ink/ink1778.xml"/><Relationship Id="rId204" Type="http://schemas.openxmlformats.org/officeDocument/2006/relationships/customXml" Target="../ink/ink1785.xml"/><Relationship Id="rId225" Type="http://schemas.openxmlformats.org/officeDocument/2006/relationships/image" Target="../media/image1478.png"/><Relationship Id="rId246" Type="http://schemas.openxmlformats.org/officeDocument/2006/relationships/customXml" Target="../ink/ink1806.xml"/><Relationship Id="rId267" Type="http://schemas.openxmlformats.org/officeDocument/2006/relationships/image" Target="../media/image1499.png"/><Relationship Id="rId288" Type="http://schemas.openxmlformats.org/officeDocument/2006/relationships/customXml" Target="../ink/ink1827.xml"/><Relationship Id="rId106" Type="http://schemas.openxmlformats.org/officeDocument/2006/relationships/customXml" Target="../ink/ink1736.xml"/><Relationship Id="rId127" Type="http://schemas.openxmlformats.org/officeDocument/2006/relationships/image" Target="../media/image1429.png"/><Relationship Id="rId10" Type="http://schemas.openxmlformats.org/officeDocument/2006/relationships/customXml" Target="../ink/ink1688.xml"/><Relationship Id="rId31" Type="http://schemas.openxmlformats.org/officeDocument/2006/relationships/image" Target="../media/image13810.png"/><Relationship Id="rId52" Type="http://schemas.openxmlformats.org/officeDocument/2006/relationships/customXml" Target="../ink/ink1709.xml"/><Relationship Id="rId73" Type="http://schemas.openxmlformats.org/officeDocument/2006/relationships/image" Target="../media/image14020.png"/><Relationship Id="rId94" Type="http://schemas.openxmlformats.org/officeDocument/2006/relationships/customXml" Target="../ink/ink1730.xml"/><Relationship Id="rId148" Type="http://schemas.openxmlformats.org/officeDocument/2006/relationships/customXml" Target="../ink/ink1757.xml"/><Relationship Id="rId169" Type="http://schemas.openxmlformats.org/officeDocument/2006/relationships/image" Target="../media/image1450.png"/><Relationship Id="rId4" Type="http://schemas.openxmlformats.org/officeDocument/2006/relationships/customXml" Target="../ink/ink1685.xml"/><Relationship Id="rId180" Type="http://schemas.openxmlformats.org/officeDocument/2006/relationships/customXml" Target="../ink/ink1773.xml"/><Relationship Id="rId215" Type="http://schemas.openxmlformats.org/officeDocument/2006/relationships/image" Target="../media/image1473.png"/><Relationship Id="rId236" Type="http://schemas.openxmlformats.org/officeDocument/2006/relationships/customXml" Target="../ink/ink1801.xml"/><Relationship Id="rId257" Type="http://schemas.openxmlformats.org/officeDocument/2006/relationships/image" Target="../media/image1494.png"/><Relationship Id="rId278" Type="http://schemas.openxmlformats.org/officeDocument/2006/relationships/customXml" Target="../ink/ink1822.xml"/><Relationship Id="rId42" Type="http://schemas.openxmlformats.org/officeDocument/2006/relationships/customXml" Target="../ink/ink1704.xml"/><Relationship Id="rId84" Type="http://schemas.openxmlformats.org/officeDocument/2006/relationships/customXml" Target="../ink/ink1725.xml"/><Relationship Id="rId138" Type="http://schemas.openxmlformats.org/officeDocument/2006/relationships/customXml" Target="../ink/ink1752.xml"/><Relationship Id="rId191" Type="http://schemas.openxmlformats.org/officeDocument/2006/relationships/image" Target="../media/image1461.png"/><Relationship Id="rId205" Type="http://schemas.openxmlformats.org/officeDocument/2006/relationships/image" Target="../media/image1468.png"/><Relationship Id="rId247" Type="http://schemas.openxmlformats.org/officeDocument/2006/relationships/image" Target="../media/image1489.png"/><Relationship Id="rId107" Type="http://schemas.openxmlformats.org/officeDocument/2006/relationships/image" Target="../media/image1419.png"/><Relationship Id="rId289" Type="http://schemas.openxmlformats.org/officeDocument/2006/relationships/image" Target="../media/image1510.png"/><Relationship Id="rId11" Type="http://schemas.openxmlformats.org/officeDocument/2006/relationships/image" Target="../media/image13710.png"/><Relationship Id="rId53" Type="http://schemas.openxmlformats.org/officeDocument/2006/relationships/image" Target="../media/image13920.png"/><Relationship Id="rId149" Type="http://schemas.openxmlformats.org/officeDocument/2006/relationships/image" Target="../media/image1440.png"/><Relationship Id="rId95" Type="http://schemas.openxmlformats.org/officeDocument/2006/relationships/image" Target="../media/image1413.png"/><Relationship Id="rId160" Type="http://schemas.openxmlformats.org/officeDocument/2006/relationships/customXml" Target="../ink/ink1763.xml"/><Relationship Id="rId216" Type="http://schemas.openxmlformats.org/officeDocument/2006/relationships/customXml" Target="../ink/ink1791.xml"/><Relationship Id="rId258" Type="http://schemas.openxmlformats.org/officeDocument/2006/relationships/customXml" Target="../ink/ink1812.xml"/><Relationship Id="rId22" Type="http://schemas.openxmlformats.org/officeDocument/2006/relationships/customXml" Target="../ink/ink1694.xml"/><Relationship Id="rId64" Type="http://schemas.openxmlformats.org/officeDocument/2006/relationships/customXml" Target="../ink/ink1715.xml"/><Relationship Id="rId118" Type="http://schemas.openxmlformats.org/officeDocument/2006/relationships/customXml" Target="../ink/ink1742.xml"/><Relationship Id="rId171" Type="http://schemas.openxmlformats.org/officeDocument/2006/relationships/image" Target="../media/image1451.png"/><Relationship Id="rId227" Type="http://schemas.openxmlformats.org/officeDocument/2006/relationships/image" Target="../media/image1479.png"/></Relationships>
</file>

<file path=ppt/slides/_rels/slide19.xml.rels><?xml version="1.0" encoding="UTF-8" standalone="yes"?>
<Relationships xmlns="http://schemas.openxmlformats.org/package/2006/relationships"><Relationship Id="rId117" Type="http://schemas.openxmlformats.org/officeDocument/2006/relationships/image" Target="../media/image1556.png"/><Relationship Id="rId21" Type="http://schemas.openxmlformats.org/officeDocument/2006/relationships/image" Target="../media/image15080.png"/><Relationship Id="rId63" Type="http://schemas.openxmlformats.org/officeDocument/2006/relationships/image" Target="../media/image1529.png"/><Relationship Id="rId159" Type="http://schemas.openxmlformats.org/officeDocument/2006/relationships/image" Target="../media/image1577.png"/><Relationship Id="rId170" Type="http://schemas.openxmlformats.org/officeDocument/2006/relationships/customXml" Target="../ink/ink1913.xml"/><Relationship Id="rId191" Type="http://schemas.openxmlformats.org/officeDocument/2006/relationships/image" Target="../media/image1593.png"/><Relationship Id="rId205" Type="http://schemas.openxmlformats.org/officeDocument/2006/relationships/image" Target="../media/image1600.png"/><Relationship Id="rId226" Type="http://schemas.openxmlformats.org/officeDocument/2006/relationships/customXml" Target="../ink/ink1941.xml"/><Relationship Id="rId247" Type="http://schemas.openxmlformats.org/officeDocument/2006/relationships/image" Target="../media/image1621.png"/><Relationship Id="rId107" Type="http://schemas.openxmlformats.org/officeDocument/2006/relationships/image" Target="../media/image1551.png"/><Relationship Id="rId11" Type="http://schemas.openxmlformats.org/officeDocument/2006/relationships/image" Target="../media/image15030.png"/><Relationship Id="rId32" Type="http://schemas.openxmlformats.org/officeDocument/2006/relationships/customXml" Target="../ink/ink1844.xml"/><Relationship Id="rId53" Type="http://schemas.openxmlformats.org/officeDocument/2006/relationships/image" Target="../media/image1524.png"/><Relationship Id="rId74" Type="http://schemas.openxmlformats.org/officeDocument/2006/relationships/customXml" Target="../ink/ink1865.xml"/><Relationship Id="rId128" Type="http://schemas.openxmlformats.org/officeDocument/2006/relationships/customXml" Target="../ink/ink1892.xml"/><Relationship Id="rId149" Type="http://schemas.openxmlformats.org/officeDocument/2006/relationships/image" Target="../media/image1572.png"/><Relationship Id="rId5" Type="http://schemas.openxmlformats.org/officeDocument/2006/relationships/image" Target="../media/image15000.png"/><Relationship Id="rId95" Type="http://schemas.openxmlformats.org/officeDocument/2006/relationships/image" Target="../media/image1545.png"/><Relationship Id="rId160" Type="http://schemas.openxmlformats.org/officeDocument/2006/relationships/customXml" Target="../ink/ink1908.xml"/><Relationship Id="rId181" Type="http://schemas.openxmlformats.org/officeDocument/2006/relationships/image" Target="../media/image1588.png"/><Relationship Id="rId216" Type="http://schemas.openxmlformats.org/officeDocument/2006/relationships/customXml" Target="../ink/ink1936.xml"/><Relationship Id="rId237" Type="http://schemas.openxmlformats.org/officeDocument/2006/relationships/image" Target="../media/image1616.png"/><Relationship Id="rId258" Type="http://schemas.openxmlformats.org/officeDocument/2006/relationships/customXml" Target="../ink/ink1957.xml"/><Relationship Id="rId22" Type="http://schemas.openxmlformats.org/officeDocument/2006/relationships/customXml" Target="../ink/ink1839.xml"/><Relationship Id="rId43" Type="http://schemas.openxmlformats.org/officeDocument/2006/relationships/image" Target="../media/image1519.png"/><Relationship Id="rId64" Type="http://schemas.openxmlformats.org/officeDocument/2006/relationships/customXml" Target="../ink/ink1860.xml"/><Relationship Id="rId118" Type="http://schemas.openxmlformats.org/officeDocument/2006/relationships/customXml" Target="../ink/ink1887.xml"/><Relationship Id="rId139" Type="http://schemas.openxmlformats.org/officeDocument/2006/relationships/image" Target="../media/image1567.png"/><Relationship Id="rId85" Type="http://schemas.openxmlformats.org/officeDocument/2006/relationships/image" Target="../media/image1540.png"/><Relationship Id="rId150" Type="http://schemas.openxmlformats.org/officeDocument/2006/relationships/customXml" Target="../ink/ink1903.xml"/><Relationship Id="rId171" Type="http://schemas.openxmlformats.org/officeDocument/2006/relationships/image" Target="../media/image1583.png"/><Relationship Id="rId192" Type="http://schemas.openxmlformats.org/officeDocument/2006/relationships/customXml" Target="../ink/ink1924.xml"/><Relationship Id="rId206" Type="http://schemas.openxmlformats.org/officeDocument/2006/relationships/customXml" Target="../ink/ink1931.xml"/><Relationship Id="rId227" Type="http://schemas.openxmlformats.org/officeDocument/2006/relationships/image" Target="../media/image1611.png"/><Relationship Id="rId248" Type="http://schemas.openxmlformats.org/officeDocument/2006/relationships/customXml" Target="../ink/ink1952.xml"/><Relationship Id="rId12" Type="http://schemas.openxmlformats.org/officeDocument/2006/relationships/customXml" Target="../ink/ink1834.xml"/><Relationship Id="rId33" Type="http://schemas.openxmlformats.org/officeDocument/2006/relationships/image" Target="../media/image1514.png"/><Relationship Id="rId108" Type="http://schemas.openxmlformats.org/officeDocument/2006/relationships/customXml" Target="../ink/ink1882.xml"/><Relationship Id="rId129" Type="http://schemas.openxmlformats.org/officeDocument/2006/relationships/image" Target="../media/image1562.png"/><Relationship Id="rId54" Type="http://schemas.openxmlformats.org/officeDocument/2006/relationships/customXml" Target="../ink/ink1855.xml"/><Relationship Id="rId75" Type="http://schemas.openxmlformats.org/officeDocument/2006/relationships/image" Target="../media/image1535.png"/><Relationship Id="rId96" Type="http://schemas.openxmlformats.org/officeDocument/2006/relationships/customXml" Target="../ink/ink1876.xml"/><Relationship Id="rId140" Type="http://schemas.openxmlformats.org/officeDocument/2006/relationships/customXml" Target="../ink/ink1898.xml"/><Relationship Id="rId161" Type="http://schemas.openxmlformats.org/officeDocument/2006/relationships/image" Target="../media/image1578.png"/><Relationship Id="rId182" Type="http://schemas.openxmlformats.org/officeDocument/2006/relationships/customXml" Target="../ink/ink1919.xml"/><Relationship Id="rId217" Type="http://schemas.openxmlformats.org/officeDocument/2006/relationships/image" Target="../media/image1606.png"/><Relationship Id="rId6" Type="http://schemas.openxmlformats.org/officeDocument/2006/relationships/customXml" Target="../ink/ink1831.xml"/><Relationship Id="rId238" Type="http://schemas.openxmlformats.org/officeDocument/2006/relationships/customXml" Target="../ink/ink1947.xml"/><Relationship Id="rId259" Type="http://schemas.openxmlformats.org/officeDocument/2006/relationships/image" Target="../media/image1627.png"/><Relationship Id="rId23" Type="http://schemas.openxmlformats.org/officeDocument/2006/relationships/image" Target="../media/image15090.png"/><Relationship Id="rId119" Type="http://schemas.openxmlformats.org/officeDocument/2006/relationships/image" Target="../media/image1557.png"/><Relationship Id="rId44" Type="http://schemas.openxmlformats.org/officeDocument/2006/relationships/customXml" Target="../ink/ink1850.xml"/><Relationship Id="rId65" Type="http://schemas.openxmlformats.org/officeDocument/2006/relationships/image" Target="../media/image1530.png"/><Relationship Id="rId86" Type="http://schemas.openxmlformats.org/officeDocument/2006/relationships/customXml" Target="../ink/ink1871.xml"/><Relationship Id="rId130" Type="http://schemas.openxmlformats.org/officeDocument/2006/relationships/customXml" Target="../ink/ink1893.xml"/><Relationship Id="rId151" Type="http://schemas.openxmlformats.org/officeDocument/2006/relationships/image" Target="../media/image1573.png"/><Relationship Id="rId172" Type="http://schemas.openxmlformats.org/officeDocument/2006/relationships/customXml" Target="../ink/ink1914.xml"/><Relationship Id="rId193" Type="http://schemas.openxmlformats.org/officeDocument/2006/relationships/image" Target="../media/image1594.png"/><Relationship Id="rId207" Type="http://schemas.openxmlformats.org/officeDocument/2006/relationships/image" Target="../media/image1601.png"/><Relationship Id="rId228" Type="http://schemas.openxmlformats.org/officeDocument/2006/relationships/customXml" Target="../ink/ink1942.xml"/><Relationship Id="rId249" Type="http://schemas.openxmlformats.org/officeDocument/2006/relationships/image" Target="../media/image1622.png"/><Relationship Id="rId13" Type="http://schemas.openxmlformats.org/officeDocument/2006/relationships/image" Target="../media/image15040.png"/><Relationship Id="rId109" Type="http://schemas.openxmlformats.org/officeDocument/2006/relationships/image" Target="../media/image1552.png"/><Relationship Id="rId260" Type="http://schemas.openxmlformats.org/officeDocument/2006/relationships/customXml" Target="../ink/ink1958.xml"/><Relationship Id="rId34" Type="http://schemas.openxmlformats.org/officeDocument/2006/relationships/customXml" Target="../ink/ink1845.xml"/><Relationship Id="rId55" Type="http://schemas.openxmlformats.org/officeDocument/2006/relationships/image" Target="../media/image1525.png"/><Relationship Id="rId76" Type="http://schemas.openxmlformats.org/officeDocument/2006/relationships/customXml" Target="../ink/ink1866.xml"/><Relationship Id="rId97" Type="http://schemas.openxmlformats.org/officeDocument/2006/relationships/image" Target="../media/image1546.png"/><Relationship Id="rId120" Type="http://schemas.openxmlformats.org/officeDocument/2006/relationships/customXml" Target="../ink/ink1888.xml"/><Relationship Id="rId141" Type="http://schemas.openxmlformats.org/officeDocument/2006/relationships/image" Target="../media/image1568.png"/><Relationship Id="rId7" Type="http://schemas.openxmlformats.org/officeDocument/2006/relationships/image" Target="../media/image15010.png"/><Relationship Id="rId162" Type="http://schemas.openxmlformats.org/officeDocument/2006/relationships/customXml" Target="../ink/ink1909.xml"/><Relationship Id="rId183" Type="http://schemas.openxmlformats.org/officeDocument/2006/relationships/image" Target="../media/image1589.png"/><Relationship Id="rId218" Type="http://schemas.openxmlformats.org/officeDocument/2006/relationships/customXml" Target="../ink/ink1937.xml"/><Relationship Id="rId239" Type="http://schemas.openxmlformats.org/officeDocument/2006/relationships/image" Target="../media/image1617.png"/><Relationship Id="rId250" Type="http://schemas.openxmlformats.org/officeDocument/2006/relationships/customXml" Target="../ink/ink1953.xml"/><Relationship Id="rId24" Type="http://schemas.openxmlformats.org/officeDocument/2006/relationships/customXml" Target="../ink/ink1840.xml"/><Relationship Id="rId45" Type="http://schemas.openxmlformats.org/officeDocument/2006/relationships/image" Target="../media/image1520.png"/><Relationship Id="rId66" Type="http://schemas.openxmlformats.org/officeDocument/2006/relationships/customXml" Target="../ink/ink1861.xml"/><Relationship Id="rId87" Type="http://schemas.openxmlformats.org/officeDocument/2006/relationships/image" Target="../media/image1541.png"/><Relationship Id="rId110" Type="http://schemas.openxmlformats.org/officeDocument/2006/relationships/customXml" Target="../ink/ink1883.xml"/><Relationship Id="rId131" Type="http://schemas.openxmlformats.org/officeDocument/2006/relationships/image" Target="../media/image1563.png"/><Relationship Id="rId152" Type="http://schemas.openxmlformats.org/officeDocument/2006/relationships/customXml" Target="../ink/ink1904.xml"/><Relationship Id="rId173" Type="http://schemas.openxmlformats.org/officeDocument/2006/relationships/image" Target="../media/image1584.png"/><Relationship Id="rId194" Type="http://schemas.openxmlformats.org/officeDocument/2006/relationships/customXml" Target="../ink/ink1925.xml"/><Relationship Id="rId208" Type="http://schemas.openxmlformats.org/officeDocument/2006/relationships/customXml" Target="../ink/ink1932.xml"/><Relationship Id="rId229" Type="http://schemas.openxmlformats.org/officeDocument/2006/relationships/image" Target="../media/image1612.png"/><Relationship Id="rId240" Type="http://schemas.openxmlformats.org/officeDocument/2006/relationships/customXml" Target="../ink/ink1948.xml"/><Relationship Id="rId261" Type="http://schemas.openxmlformats.org/officeDocument/2006/relationships/image" Target="../media/image1628.png"/><Relationship Id="rId14" Type="http://schemas.openxmlformats.org/officeDocument/2006/relationships/customXml" Target="../ink/ink1835.xml"/><Relationship Id="rId35" Type="http://schemas.openxmlformats.org/officeDocument/2006/relationships/image" Target="../media/image1515.png"/><Relationship Id="rId56" Type="http://schemas.openxmlformats.org/officeDocument/2006/relationships/customXml" Target="../ink/ink1856.xml"/><Relationship Id="rId77" Type="http://schemas.openxmlformats.org/officeDocument/2006/relationships/image" Target="../media/image1536.png"/><Relationship Id="rId100" Type="http://schemas.openxmlformats.org/officeDocument/2006/relationships/customXml" Target="../ink/ink1878.xml"/><Relationship Id="rId8" Type="http://schemas.openxmlformats.org/officeDocument/2006/relationships/customXml" Target="../ink/ink1832.xml"/><Relationship Id="rId98" Type="http://schemas.openxmlformats.org/officeDocument/2006/relationships/customXml" Target="../ink/ink1877.xml"/><Relationship Id="rId121" Type="http://schemas.openxmlformats.org/officeDocument/2006/relationships/image" Target="../media/image1558.png"/><Relationship Id="rId142" Type="http://schemas.openxmlformats.org/officeDocument/2006/relationships/customXml" Target="../ink/ink1899.xml"/><Relationship Id="rId163" Type="http://schemas.openxmlformats.org/officeDocument/2006/relationships/image" Target="../media/image1579.png"/><Relationship Id="rId184" Type="http://schemas.openxmlformats.org/officeDocument/2006/relationships/customXml" Target="../ink/ink1920.xml"/><Relationship Id="rId219" Type="http://schemas.openxmlformats.org/officeDocument/2006/relationships/image" Target="../media/image1607.png"/><Relationship Id="rId230" Type="http://schemas.openxmlformats.org/officeDocument/2006/relationships/customXml" Target="../ink/ink1943.xml"/><Relationship Id="rId251" Type="http://schemas.openxmlformats.org/officeDocument/2006/relationships/image" Target="../media/image1623.png"/><Relationship Id="rId25" Type="http://schemas.openxmlformats.org/officeDocument/2006/relationships/image" Target="../media/image15100.png"/><Relationship Id="rId46" Type="http://schemas.openxmlformats.org/officeDocument/2006/relationships/customXml" Target="../ink/ink1851.xml"/><Relationship Id="rId67" Type="http://schemas.openxmlformats.org/officeDocument/2006/relationships/image" Target="../media/image1531.png"/><Relationship Id="rId88" Type="http://schemas.openxmlformats.org/officeDocument/2006/relationships/customXml" Target="../ink/ink1872.xml"/><Relationship Id="rId111" Type="http://schemas.openxmlformats.org/officeDocument/2006/relationships/image" Target="../media/image1553.png"/><Relationship Id="rId132" Type="http://schemas.openxmlformats.org/officeDocument/2006/relationships/customXml" Target="../ink/ink1894.xml"/><Relationship Id="rId153" Type="http://schemas.openxmlformats.org/officeDocument/2006/relationships/image" Target="../media/image1574.png"/><Relationship Id="rId174" Type="http://schemas.openxmlformats.org/officeDocument/2006/relationships/customXml" Target="../ink/ink1915.xml"/><Relationship Id="rId195" Type="http://schemas.openxmlformats.org/officeDocument/2006/relationships/image" Target="../media/image1595.png"/><Relationship Id="rId209" Type="http://schemas.openxmlformats.org/officeDocument/2006/relationships/image" Target="../media/image1602.png"/><Relationship Id="rId220" Type="http://schemas.openxmlformats.org/officeDocument/2006/relationships/customXml" Target="../ink/ink1938.xml"/><Relationship Id="rId241" Type="http://schemas.openxmlformats.org/officeDocument/2006/relationships/image" Target="../media/image1618.png"/><Relationship Id="rId15" Type="http://schemas.openxmlformats.org/officeDocument/2006/relationships/image" Target="../media/image15050.png"/><Relationship Id="rId36" Type="http://schemas.openxmlformats.org/officeDocument/2006/relationships/customXml" Target="../ink/ink1846.xml"/><Relationship Id="rId57" Type="http://schemas.openxmlformats.org/officeDocument/2006/relationships/image" Target="../media/image1526.png"/><Relationship Id="rId262" Type="http://schemas.openxmlformats.org/officeDocument/2006/relationships/customXml" Target="../ink/ink1959.xml"/><Relationship Id="rId78" Type="http://schemas.openxmlformats.org/officeDocument/2006/relationships/customXml" Target="../ink/ink1867.xml"/><Relationship Id="rId99" Type="http://schemas.openxmlformats.org/officeDocument/2006/relationships/image" Target="../media/image1547.png"/><Relationship Id="rId101" Type="http://schemas.openxmlformats.org/officeDocument/2006/relationships/image" Target="../media/image1548.png"/><Relationship Id="rId122" Type="http://schemas.openxmlformats.org/officeDocument/2006/relationships/customXml" Target="../ink/ink1889.xml"/><Relationship Id="rId143" Type="http://schemas.openxmlformats.org/officeDocument/2006/relationships/image" Target="../media/image1569.png"/><Relationship Id="rId164" Type="http://schemas.openxmlformats.org/officeDocument/2006/relationships/customXml" Target="../ink/ink1910.xml"/><Relationship Id="rId185" Type="http://schemas.openxmlformats.org/officeDocument/2006/relationships/image" Target="../media/image1590.png"/><Relationship Id="rId9" Type="http://schemas.openxmlformats.org/officeDocument/2006/relationships/image" Target="../media/image15020.png"/><Relationship Id="rId210" Type="http://schemas.openxmlformats.org/officeDocument/2006/relationships/customXml" Target="../ink/ink1933.xml"/><Relationship Id="rId26" Type="http://schemas.openxmlformats.org/officeDocument/2006/relationships/customXml" Target="../ink/ink1841.xml"/><Relationship Id="rId231" Type="http://schemas.openxmlformats.org/officeDocument/2006/relationships/image" Target="../media/image1613.png"/><Relationship Id="rId252" Type="http://schemas.openxmlformats.org/officeDocument/2006/relationships/customXml" Target="../ink/ink1954.xml"/><Relationship Id="rId47" Type="http://schemas.openxmlformats.org/officeDocument/2006/relationships/image" Target="../media/image1521.png"/><Relationship Id="rId68" Type="http://schemas.openxmlformats.org/officeDocument/2006/relationships/customXml" Target="../ink/ink1862.xml"/><Relationship Id="rId89" Type="http://schemas.openxmlformats.org/officeDocument/2006/relationships/image" Target="../media/image1542.png"/><Relationship Id="rId112" Type="http://schemas.openxmlformats.org/officeDocument/2006/relationships/customXml" Target="../ink/ink1884.xml"/><Relationship Id="rId133" Type="http://schemas.openxmlformats.org/officeDocument/2006/relationships/image" Target="../media/image1564.png"/><Relationship Id="rId154" Type="http://schemas.openxmlformats.org/officeDocument/2006/relationships/customXml" Target="../ink/ink1905.xml"/><Relationship Id="rId175" Type="http://schemas.openxmlformats.org/officeDocument/2006/relationships/image" Target="../media/image1585.png"/><Relationship Id="rId196" Type="http://schemas.openxmlformats.org/officeDocument/2006/relationships/customXml" Target="../ink/ink1926.xml"/><Relationship Id="rId200" Type="http://schemas.openxmlformats.org/officeDocument/2006/relationships/customXml" Target="../ink/ink1928.xml"/><Relationship Id="rId16" Type="http://schemas.openxmlformats.org/officeDocument/2006/relationships/customXml" Target="../ink/ink1836.xml"/><Relationship Id="rId221" Type="http://schemas.openxmlformats.org/officeDocument/2006/relationships/image" Target="../media/image1608.png"/><Relationship Id="rId242" Type="http://schemas.openxmlformats.org/officeDocument/2006/relationships/customXml" Target="../ink/ink1949.xml"/><Relationship Id="rId263" Type="http://schemas.openxmlformats.org/officeDocument/2006/relationships/image" Target="../media/image1629.png"/><Relationship Id="rId37" Type="http://schemas.openxmlformats.org/officeDocument/2006/relationships/image" Target="../media/image1516.png"/><Relationship Id="rId58" Type="http://schemas.openxmlformats.org/officeDocument/2006/relationships/customXml" Target="../ink/ink1857.xml"/><Relationship Id="rId79" Type="http://schemas.openxmlformats.org/officeDocument/2006/relationships/image" Target="../media/image1537.png"/><Relationship Id="rId102" Type="http://schemas.openxmlformats.org/officeDocument/2006/relationships/customXml" Target="../ink/ink1879.xml"/><Relationship Id="rId123" Type="http://schemas.openxmlformats.org/officeDocument/2006/relationships/image" Target="../media/image1559.png"/><Relationship Id="rId144" Type="http://schemas.openxmlformats.org/officeDocument/2006/relationships/customXml" Target="../ink/ink1900.xml"/><Relationship Id="rId90" Type="http://schemas.openxmlformats.org/officeDocument/2006/relationships/customXml" Target="../ink/ink1873.xml"/><Relationship Id="rId165" Type="http://schemas.openxmlformats.org/officeDocument/2006/relationships/image" Target="../media/image1580.png"/><Relationship Id="rId186" Type="http://schemas.openxmlformats.org/officeDocument/2006/relationships/customXml" Target="../ink/ink1921.xml"/><Relationship Id="rId211" Type="http://schemas.openxmlformats.org/officeDocument/2006/relationships/image" Target="../media/image1603.png"/><Relationship Id="rId232" Type="http://schemas.openxmlformats.org/officeDocument/2006/relationships/customXml" Target="../ink/ink1944.xml"/><Relationship Id="rId253" Type="http://schemas.openxmlformats.org/officeDocument/2006/relationships/image" Target="../media/image1624.png"/><Relationship Id="rId27" Type="http://schemas.openxmlformats.org/officeDocument/2006/relationships/image" Target="../media/image15110.png"/><Relationship Id="rId48" Type="http://schemas.openxmlformats.org/officeDocument/2006/relationships/customXml" Target="../ink/ink1852.xml"/><Relationship Id="rId69" Type="http://schemas.openxmlformats.org/officeDocument/2006/relationships/image" Target="../media/image1532.png"/><Relationship Id="rId113" Type="http://schemas.openxmlformats.org/officeDocument/2006/relationships/image" Target="../media/image1554.png"/><Relationship Id="rId134" Type="http://schemas.openxmlformats.org/officeDocument/2006/relationships/customXml" Target="../ink/ink1895.xml"/><Relationship Id="rId80" Type="http://schemas.openxmlformats.org/officeDocument/2006/relationships/customXml" Target="../ink/ink1868.xml"/><Relationship Id="rId155" Type="http://schemas.openxmlformats.org/officeDocument/2006/relationships/image" Target="../media/image1575.png"/><Relationship Id="rId176" Type="http://schemas.openxmlformats.org/officeDocument/2006/relationships/customXml" Target="../ink/ink1916.xml"/><Relationship Id="rId197" Type="http://schemas.openxmlformats.org/officeDocument/2006/relationships/image" Target="../media/image1596.png"/><Relationship Id="rId201" Type="http://schemas.openxmlformats.org/officeDocument/2006/relationships/image" Target="../media/image1598.png"/><Relationship Id="rId222" Type="http://schemas.openxmlformats.org/officeDocument/2006/relationships/customXml" Target="../ink/ink1939.xml"/><Relationship Id="rId243" Type="http://schemas.openxmlformats.org/officeDocument/2006/relationships/image" Target="../media/image1619.png"/><Relationship Id="rId17" Type="http://schemas.openxmlformats.org/officeDocument/2006/relationships/image" Target="../media/image15060.png"/><Relationship Id="rId38" Type="http://schemas.openxmlformats.org/officeDocument/2006/relationships/customXml" Target="../ink/ink1847.xml"/><Relationship Id="rId59" Type="http://schemas.openxmlformats.org/officeDocument/2006/relationships/image" Target="../media/image1527.png"/><Relationship Id="rId103" Type="http://schemas.openxmlformats.org/officeDocument/2006/relationships/image" Target="../media/image1549.png"/><Relationship Id="rId124" Type="http://schemas.openxmlformats.org/officeDocument/2006/relationships/customXml" Target="../ink/ink1890.xml"/><Relationship Id="rId70" Type="http://schemas.openxmlformats.org/officeDocument/2006/relationships/customXml" Target="../ink/ink1863.xml"/><Relationship Id="rId91" Type="http://schemas.openxmlformats.org/officeDocument/2006/relationships/image" Target="../media/image1543.png"/><Relationship Id="rId145" Type="http://schemas.openxmlformats.org/officeDocument/2006/relationships/image" Target="../media/image1570.png"/><Relationship Id="rId166" Type="http://schemas.openxmlformats.org/officeDocument/2006/relationships/customXml" Target="../ink/ink1911.xml"/><Relationship Id="rId187" Type="http://schemas.openxmlformats.org/officeDocument/2006/relationships/image" Target="../media/image1591.png"/><Relationship Id="rId1" Type="http://schemas.openxmlformats.org/officeDocument/2006/relationships/slideLayout" Target="../slideLayouts/slideLayout7.xml"/><Relationship Id="rId212" Type="http://schemas.openxmlformats.org/officeDocument/2006/relationships/customXml" Target="../ink/ink1934.xml"/><Relationship Id="rId233" Type="http://schemas.openxmlformats.org/officeDocument/2006/relationships/image" Target="../media/image1614.png"/><Relationship Id="rId254" Type="http://schemas.openxmlformats.org/officeDocument/2006/relationships/customXml" Target="../ink/ink1955.xml"/><Relationship Id="rId28" Type="http://schemas.openxmlformats.org/officeDocument/2006/relationships/customXml" Target="../ink/ink1842.xml"/><Relationship Id="rId49" Type="http://schemas.openxmlformats.org/officeDocument/2006/relationships/image" Target="../media/image1522.png"/><Relationship Id="rId114" Type="http://schemas.openxmlformats.org/officeDocument/2006/relationships/customXml" Target="../ink/ink1885.xml"/><Relationship Id="rId60" Type="http://schemas.openxmlformats.org/officeDocument/2006/relationships/customXml" Target="../ink/ink1858.xml"/><Relationship Id="rId81" Type="http://schemas.openxmlformats.org/officeDocument/2006/relationships/image" Target="../media/image1538.png"/><Relationship Id="rId135" Type="http://schemas.openxmlformats.org/officeDocument/2006/relationships/image" Target="../media/image1565.png"/><Relationship Id="rId156" Type="http://schemas.openxmlformats.org/officeDocument/2006/relationships/customXml" Target="../ink/ink1906.xml"/><Relationship Id="rId177" Type="http://schemas.openxmlformats.org/officeDocument/2006/relationships/image" Target="../media/image1586.png"/><Relationship Id="rId198" Type="http://schemas.openxmlformats.org/officeDocument/2006/relationships/customXml" Target="../ink/ink1927.xml"/><Relationship Id="rId202" Type="http://schemas.openxmlformats.org/officeDocument/2006/relationships/customXml" Target="../ink/ink1929.xml"/><Relationship Id="rId223" Type="http://schemas.openxmlformats.org/officeDocument/2006/relationships/image" Target="../media/image1609.png"/><Relationship Id="rId244" Type="http://schemas.openxmlformats.org/officeDocument/2006/relationships/customXml" Target="../ink/ink1950.xml"/><Relationship Id="rId18" Type="http://schemas.openxmlformats.org/officeDocument/2006/relationships/customXml" Target="../ink/ink1837.xml"/><Relationship Id="rId39" Type="http://schemas.openxmlformats.org/officeDocument/2006/relationships/image" Target="../media/image1517.png"/><Relationship Id="rId50" Type="http://schemas.openxmlformats.org/officeDocument/2006/relationships/customXml" Target="../ink/ink1853.xml"/><Relationship Id="rId104" Type="http://schemas.openxmlformats.org/officeDocument/2006/relationships/customXml" Target="../ink/ink1880.xml"/><Relationship Id="rId125" Type="http://schemas.openxmlformats.org/officeDocument/2006/relationships/image" Target="../media/image1560.png"/><Relationship Id="rId146" Type="http://schemas.openxmlformats.org/officeDocument/2006/relationships/customXml" Target="../ink/ink1901.xml"/><Relationship Id="rId167" Type="http://schemas.openxmlformats.org/officeDocument/2006/relationships/image" Target="../media/image1581.png"/><Relationship Id="rId188" Type="http://schemas.openxmlformats.org/officeDocument/2006/relationships/customXml" Target="../ink/ink1922.xml"/><Relationship Id="rId71" Type="http://schemas.openxmlformats.org/officeDocument/2006/relationships/image" Target="../media/image1533.png"/><Relationship Id="rId92" Type="http://schemas.openxmlformats.org/officeDocument/2006/relationships/customXml" Target="../ink/ink1874.xml"/><Relationship Id="rId213" Type="http://schemas.openxmlformats.org/officeDocument/2006/relationships/image" Target="../media/image1604.png"/><Relationship Id="rId234" Type="http://schemas.openxmlformats.org/officeDocument/2006/relationships/customXml" Target="../ink/ink1945.xml"/><Relationship Id="rId2" Type="http://schemas.openxmlformats.org/officeDocument/2006/relationships/customXml" Target="../ink/ink1829.xml"/><Relationship Id="rId29" Type="http://schemas.openxmlformats.org/officeDocument/2006/relationships/image" Target="../media/image1512.png"/><Relationship Id="rId255" Type="http://schemas.openxmlformats.org/officeDocument/2006/relationships/image" Target="../media/image1625.png"/><Relationship Id="rId40" Type="http://schemas.openxmlformats.org/officeDocument/2006/relationships/customXml" Target="../ink/ink1848.xml"/><Relationship Id="rId115" Type="http://schemas.openxmlformats.org/officeDocument/2006/relationships/image" Target="../media/image1555.png"/><Relationship Id="rId136" Type="http://schemas.openxmlformats.org/officeDocument/2006/relationships/customXml" Target="../ink/ink1896.xml"/><Relationship Id="rId157" Type="http://schemas.openxmlformats.org/officeDocument/2006/relationships/image" Target="../media/image1576.png"/><Relationship Id="rId178" Type="http://schemas.openxmlformats.org/officeDocument/2006/relationships/customXml" Target="../ink/ink1917.xml"/><Relationship Id="rId61" Type="http://schemas.openxmlformats.org/officeDocument/2006/relationships/image" Target="../media/image1528.png"/><Relationship Id="rId82" Type="http://schemas.openxmlformats.org/officeDocument/2006/relationships/customXml" Target="../ink/ink1869.xml"/><Relationship Id="rId199" Type="http://schemas.openxmlformats.org/officeDocument/2006/relationships/image" Target="../media/image1597.png"/><Relationship Id="rId203" Type="http://schemas.openxmlformats.org/officeDocument/2006/relationships/image" Target="../media/image1599.png"/><Relationship Id="rId19" Type="http://schemas.openxmlformats.org/officeDocument/2006/relationships/image" Target="../media/image15070.png"/><Relationship Id="rId224" Type="http://schemas.openxmlformats.org/officeDocument/2006/relationships/customXml" Target="../ink/ink1940.xml"/><Relationship Id="rId245" Type="http://schemas.openxmlformats.org/officeDocument/2006/relationships/image" Target="../media/image1620.png"/><Relationship Id="rId30" Type="http://schemas.openxmlformats.org/officeDocument/2006/relationships/customXml" Target="../ink/ink1843.xml"/><Relationship Id="rId105" Type="http://schemas.openxmlformats.org/officeDocument/2006/relationships/image" Target="../media/image1550.png"/><Relationship Id="rId126" Type="http://schemas.openxmlformats.org/officeDocument/2006/relationships/customXml" Target="../ink/ink1891.xml"/><Relationship Id="rId147" Type="http://schemas.openxmlformats.org/officeDocument/2006/relationships/image" Target="../media/image1571.png"/><Relationship Id="rId168" Type="http://schemas.openxmlformats.org/officeDocument/2006/relationships/customXml" Target="../ink/ink1912.xml"/><Relationship Id="rId51" Type="http://schemas.openxmlformats.org/officeDocument/2006/relationships/image" Target="../media/image1523.png"/><Relationship Id="rId72" Type="http://schemas.openxmlformats.org/officeDocument/2006/relationships/customXml" Target="../ink/ink1864.xml"/><Relationship Id="rId93" Type="http://schemas.openxmlformats.org/officeDocument/2006/relationships/image" Target="../media/image1544.png"/><Relationship Id="rId189" Type="http://schemas.openxmlformats.org/officeDocument/2006/relationships/image" Target="../media/image1592.png"/><Relationship Id="rId3" Type="http://schemas.openxmlformats.org/officeDocument/2006/relationships/image" Target="../media/image14990.png"/><Relationship Id="rId214" Type="http://schemas.openxmlformats.org/officeDocument/2006/relationships/customXml" Target="../ink/ink1935.xml"/><Relationship Id="rId235" Type="http://schemas.openxmlformats.org/officeDocument/2006/relationships/image" Target="../media/image1615.png"/><Relationship Id="rId256" Type="http://schemas.openxmlformats.org/officeDocument/2006/relationships/customXml" Target="../ink/ink1956.xml"/><Relationship Id="rId116" Type="http://schemas.openxmlformats.org/officeDocument/2006/relationships/customXml" Target="../ink/ink1886.xml"/><Relationship Id="rId137" Type="http://schemas.openxmlformats.org/officeDocument/2006/relationships/image" Target="../media/image1566.png"/><Relationship Id="rId158" Type="http://schemas.openxmlformats.org/officeDocument/2006/relationships/customXml" Target="../ink/ink1907.xml"/><Relationship Id="rId20" Type="http://schemas.openxmlformats.org/officeDocument/2006/relationships/customXml" Target="../ink/ink1838.xml"/><Relationship Id="rId41" Type="http://schemas.openxmlformats.org/officeDocument/2006/relationships/image" Target="../media/image1518.png"/><Relationship Id="rId62" Type="http://schemas.openxmlformats.org/officeDocument/2006/relationships/customXml" Target="../ink/ink1859.xml"/><Relationship Id="rId83" Type="http://schemas.openxmlformats.org/officeDocument/2006/relationships/image" Target="../media/image1539.png"/><Relationship Id="rId179" Type="http://schemas.openxmlformats.org/officeDocument/2006/relationships/image" Target="../media/image1587.png"/><Relationship Id="rId190" Type="http://schemas.openxmlformats.org/officeDocument/2006/relationships/customXml" Target="../ink/ink1923.xml"/><Relationship Id="rId204" Type="http://schemas.openxmlformats.org/officeDocument/2006/relationships/customXml" Target="../ink/ink1930.xml"/><Relationship Id="rId225" Type="http://schemas.openxmlformats.org/officeDocument/2006/relationships/image" Target="../media/image1610.png"/><Relationship Id="rId246" Type="http://schemas.openxmlformats.org/officeDocument/2006/relationships/customXml" Target="../ink/ink1951.xml"/><Relationship Id="rId106" Type="http://schemas.openxmlformats.org/officeDocument/2006/relationships/customXml" Target="../ink/ink1881.xml"/><Relationship Id="rId127" Type="http://schemas.openxmlformats.org/officeDocument/2006/relationships/image" Target="../media/image1561.png"/><Relationship Id="rId10" Type="http://schemas.openxmlformats.org/officeDocument/2006/relationships/customXml" Target="../ink/ink1833.xml"/><Relationship Id="rId31" Type="http://schemas.openxmlformats.org/officeDocument/2006/relationships/image" Target="../media/image1513.png"/><Relationship Id="rId52" Type="http://schemas.openxmlformats.org/officeDocument/2006/relationships/customXml" Target="../ink/ink1854.xml"/><Relationship Id="rId73" Type="http://schemas.openxmlformats.org/officeDocument/2006/relationships/image" Target="../media/image1534.png"/><Relationship Id="rId94" Type="http://schemas.openxmlformats.org/officeDocument/2006/relationships/customXml" Target="../ink/ink1875.xml"/><Relationship Id="rId148" Type="http://schemas.openxmlformats.org/officeDocument/2006/relationships/customXml" Target="../ink/ink1902.xml"/><Relationship Id="rId169" Type="http://schemas.openxmlformats.org/officeDocument/2006/relationships/image" Target="../media/image1582.png"/><Relationship Id="rId4" Type="http://schemas.openxmlformats.org/officeDocument/2006/relationships/customXml" Target="../ink/ink1830.xml"/><Relationship Id="rId180" Type="http://schemas.openxmlformats.org/officeDocument/2006/relationships/customXml" Target="../ink/ink1918.xml"/><Relationship Id="rId215" Type="http://schemas.openxmlformats.org/officeDocument/2006/relationships/image" Target="../media/image1605.png"/><Relationship Id="rId236" Type="http://schemas.openxmlformats.org/officeDocument/2006/relationships/customXml" Target="../ink/ink1946.xml"/><Relationship Id="rId257" Type="http://schemas.openxmlformats.org/officeDocument/2006/relationships/image" Target="../media/image1626.png"/><Relationship Id="rId42" Type="http://schemas.openxmlformats.org/officeDocument/2006/relationships/customXml" Target="../ink/ink1849.xml"/><Relationship Id="rId84" Type="http://schemas.openxmlformats.org/officeDocument/2006/relationships/customXml" Target="../ink/ink1870.xml"/><Relationship Id="rId138" Type="http://schemas.openxmlformats.org/officeDocument/2006/relationships/customXml" Target="../ink/ink1897.xml"/></Relationships>
</file>

<file path=ppt/slides/_rels/slide20.xml.rels><?xml version="1.0" encoding="UTF-8" standalone="yes"?>
<Relationships xmlns="http://schemas.openxmlformats.org/package/2006/relationships"><Relationship Id="rId117" Type="http://schemas.openxmlformats.org/officeDocument/2006/relationships/image" Target="../media/image1687.png"/><Relationship Id="rId21" Type="http://schemas.openxmlformats.org/officeDocument/2006/relationships/image" Target="../media/image1639.png"/><Relationship Id="rId63" Type="http://schemas.openxmlformats.org/officeDocument/2006/relationships/image" Target="../media/image1660.png"/><Relationship Id="rId159" Type="http://schemas.openxmlformats.org/officeDocument/2006/relationships/image" Target="../media/image1708.png"/><Relationship Id="rId170" Type="http://schemas.openxmlformats.org/officeDocument/2006/relationships/customXml" Target="../ink/ink2044.xml"/><Relationship Id="rId226" Type="http://schemas.openxmlformats.org/officeDocument/2006/relationships/customXml" Target="../ink/ink2072.xml"/><Relationship Id="rId268" Type="http://schemas.openxmlformats.org/officeDocument/2006/relationships/customXml" Target="../ink/ink2093.xml"/><Relationship Id="rId32" Type="http://schemas.openxmlformats.org/officeDocument/2006/relationships/customXml" Target="../ink/ink1975.xml"/><Relationship Id="rId74" Type="http://schemas.openxmlformats.org/officeDocument/2006/relationships/customXml" Target="../ink/ink1996.xml"/><Relationship Id="rId128" Type="http://schemas.openxmlformats.org/officeDocument/2006/relationships/customXml" Target="../ink/ink2023.xml"/><Relationship Id="rId5" Type="http://schemas.openxmlformats.org/officeDocument/2006/relationships/image" Target="../media/image1631.png"/><Relationship Id="rId181" Type="http://schemas.openxmlformats.org/officeDocument/2006/relationships/image" Target="../media/image1719.png"/><Relationship Id="rId237" Type="http://schemas.openxmlformats.org/officeDocument/2006/relationships/image" Target="../media/image1747.png"/><Relationship Id="rId258" Type="http://schemas.openxmlformats.org/officeDocument/2006/relationships/customXml" Target="../ink/ink2088.xml"/><Relationship Id="rId279" Type="http://schemas.openxmlformats.org/officeDocument/2006/relationships/image" Target="../media/image1768.png"/><Relationship Id="rId22" Type="http://schemas.openxmlformats.org/officeDocument/2006/relationships/customXml" Target="../ink/ink1970.xml"/><Relationship Id="rId43" Type="http://schemas.openxmlformats.org/officeDocument/2006/relationships/image" Target="../media/image1650.png"/><Relationship Id="rId64" Type="http://schemas.openxmlformats.org/officeDocument/2006/relationships/customXml" Target="../ink/ink1991.xml"/><Relationship Id="rId118" Type="http://schemas.openxmlformats.org/officeDocument/2006/relationships/customXml" Target="../ink/ink2018.xml"/><Relationship Id="rId139" Type="http://schemas.openxmlformats.org/officeDocument/2006/relationships/image" Target="../media/image1698.png"/><Relationship Id="rId85" Type="http://schemas.openxmlformats.org/officeDocument/2006/relationships/image" Target="../media/image1671.png"/><Relationship Id="rId150" Type="http://schemas.openxmlformats.org/officeDocument/2006/relationships/customXml" Target="../ink/ink2034.xml"/><Relationship Id="rId171" Type="http://schemas.openxmlformats.org/officeDocument/2006/relationships/image" Target="../media/image1714.png"/><Relationship Id="rId192" Type="http://schemas.openxmlformats.org/officeDocument/2006/relationships/customXml" Target="../ink/ink2055.xml"/><Relationship Id="rId206" Type="http://schemas.openxmlformats.org/officeDocument/2006/relationships/customXml" Target="../ink/ink2062.xml"/><Relationship Id="rId227" Type="http://schemas.openxmlformats.org/officeDocument/2006/relationships/image" Target="../media/image1742.png"/><Relationship Id="rId248" Type="http://schemas.openxmlformats.org/officeDocument/2006/relationships/customXml" Target="../ink/ink2083.xml"/><Relationship Id="rId269" Type="http://schemas.openxmlformats.org/officeDocument/2006/relationships/image" Target="../media/image1763.png"/><Relationship Id="rId12" Type="http://schemas.openxmlformats.org/officeDocument/2006/relationships/customXml" Target="../ink/ink1965.xml"/><Relationship Id="rId33" Type="http://schemas.openxmlformats.org/officeDocument/2006/relationships/image" Target="../media/image1645.png"/><Relationship Id="rId108" Type="http://schemas.openxmlformats.org/officeDocument/2006/relationships/customXml" Target="../ink/ink2013.xml"/><Relationship Id="rId129" Type="http://schemas.openxmlformats.org/officeDocument/2006/relationships/image" Target="../media/image1693.png"/><Relationship Id="rId54" Type="http://schemas.openxmlformats.org/officeDocument/2006/relationships/customXml" Target="../ink/ink1986.xml"/><Relationship Id="rId75" Type="http://schemas.openxmlformats.org/officeDocument/2006/relationships/image" Target="../media/image1666.png"/><Relationship Id="rId96" Type="http://schemas.openxmlformats.org/officeDocument/2006/relationships/customXml" Target="../ink/ink2007.xml"/><Relationship Id="rId140" Type="http://schemas.openxmlformats.org/officeDocument/2006/relationships/customXml" Target="../ink/ink2029.xml"/><Relationship Id="rId161" Type="http://schemas.openxmlformats.org/officeDocument/2006/relationships/image" Target="../media/image1709.png"/><Relationship Id="rId182" Type="http://schemas.openxmlformats.org/officeDocument/2006/relationships/customXml" Target="../ink/ink2050.xml"/><Relationship Id="rId217" Type="http://schemas.openxmlformats.org/officeDocument/2006/relationships/image" Target="../media/image1737.png"/><Relationship Id="rId6" Type="http://schemas.openxmlformats.org/officeDocument/2006/relationships/customXml" Target="../ink/ink1962.xml"/><Relationship Id="rId238" Type="http://schemas.openxmlformats.org/officeDocument/2006/relationships/customXml" Target="../ink/ink2078.xml"/><Relationship Id="rId259" Type="http://schemas.openxmlformats.org/officeDocument/2006/relationships/image" Target="../media/image1758.png"/><Relationship Id="rId23" Type="http://schemas.openxmlformats.org/officeDocument/2006/relationships/image" Target="../media/image1640.png"/><Relationship Id="rId119" Type="http://schemas.openxmlformats.org/officeDocument/2006/relationships/image" Target="../media/image1688.png"/><Relationship Id="rId270" Type="http://schemas.openxmlformats.org/officeDocument/2006/relationships/customXml" Target="../ink/ink2094.xml"/><Relationship Id="rId44" Type="http://schemas.openxmlformats.org/officeDocument/2006/relationships/customXml" Target="../ink/ink1981.xml"/><Relationship Id="rId65" Type="http://schemas.openxmlformats.org/officeDocument/2006/relationships/image" Target="../media/image1661.png"/><Relationship Id="rId86" Type="http://schemas.openxmlformats.org/officeDocument/2006/relationships/customXml" Target="../ink/ink2002.xml"/><Relationship Id="rId130" Type="http://schemas.openxmlformats.org/officeDocument/2006/relationships/customXml" Target="../ink/ink2024.xml"/><Relationship Id="rId151" Type="http://schemas.openxmlformats.org/officeDocument/2006/relationships/image" Target="../media/image1704.png"/><Relationship Id="rId172" Type="http://schemas.openxmlformats.org/officeDocument/2006/relationships/customXml" Target="../ink/ink2045.xml"/><Relationship Id="rId193" Type="http://schemas.openxmlformats.org/officeDocument/2006/relationships/image" Target="../media/image1725.png"/><Relationship Id="rId207" Type="http://schemas.openxmlformats.org/officeDocument/2006/relationships/image" Target="../media/image1732.png"/><Relationship Id="rId228" Type="http://schemas.openxmlformats.org/officeDocument/2006/relationships/customXml" Target="../ink/ink2073.xml"/><Relationship Id="rId249" Type="http://schemas.openxmlformats.org/officeDocument/2006/relationships/image" Target="../media/image1753.png"/><Relationship Id="rId13" Type="http://schemas.openxmlformats.org/officeDocument/2006/relationships/image" Target="../media/image1635.png"/><Relationship Id="rId109" Type="http://schemas.openxmlformats.org/officeDocument/2006/relationships/image" Target="../media/image1683.png"/><Relationship Id="rId260" Type="http://schemas.openxmlformats.org/officeDocument/2006/relationships/customXml" Target="../ink/ink2089.xml"/><Relationship Id="rId34" Type="http://schemas.openxmlformats.org/officeDocument/2006/relationships/customXml" Target="../ink/ink1976.xml"/><Relationship Id="rId55" Type="http://schemas.openxmlformats.org/officeDocument/2006/relationships/image" Target="../media/image1656.png"/><Relationship Id="rId76" Type="http://schemas.openxmlformats.org/officeDocument/2006/relationships/customXml" Target="../ink/ink1997.xml"/><Relationship Id="rId97" Type="http://schemas.openxmlformats.org/officeDocument/2006/relationships/image" Target="../media/image1677.png"/><Relationship Id="rId120" Type="http://schemas.openxmlformats.org/officeDocument/2006/relationships/customXml" Target="../ink/ink2019.xml"/><Relationship Id="rId141" Type="http://schemas.openxmlformats.org/officeDocument/2006/relationships/image" Target="../media/image1699.png"/><Relationship Id="rId7" Type="http://schemas.openxmlformats.org/officeDocument/2006/relationships/image" Target="../media/image1632.png"/><Relationship Id="rId162" Type="http://schemas.openxmlformats.org/officeDocument/2006/relationships/customXml" Target="../ink/ink2040.xml"/><Relationship Id="rId183" Type="http://schemas.openxmlformats.org/officeDocument/2006/relationships/image" Target="../media/image1720.png"/><Relationship Id="rId218" Type="http://schemas.openxmlformats.org/officeDocument/2006/relationships/customXml" Target="../ink/ink2068.xml"/><Relationship Id="rId239" Type="http://schemas.openxmlformats.org/officeDocument/2006/relationships/image" Target="../media/image1748.png"/><Relationship Id="rId250" Type="http://schemas.openxmlformats.org/officeDocument/2006/relationships/customXml" Target="../ink/ink2084.xml"/><Relationship Id="rId271" Type="http://schemas.openxmlformats.org/officeDocument/2006/relationships/image" Target="../media/image1764.png"/><Relationship Id="rId24" Type="http://schemas.openxmlformats.org/officeDocument/2006/relationships/customXml" Target="../ink/ink1971.xml"/><Relationship Id="rId45" Type="http://schemas.openxmlformats.org/officeDocument/2006/relationships/image" Target="../media/image1651.png"/><Relationship Id="rId66" Type="http://schemas.openxmlformats.org/officeDocument/2006/relationships/customXml" Target="../ink/ink1992.xml"/><Relationship Id="rId87" Type="http://schemas.openxmlformats.org/officeDocument/2006/relationships/image" Target="../media/image1672.png"/><Relationship Id="rId110" Type="http://schemas.openxmlformats.org/officeDocument/2006/relationships/customXml" Target="../ink/ink2014.xml"/><Relationship Id="rId131" Type="http://schemas.openxmlformats.org/officeDocument/2006/relationships/image" Target="../media/image1694.png"/><Relationship Id="rId152" Type="http://schemas.openxmlformats.org/officeDocument/2006/relationships/customXml" Target="../ink/ink2035.xml"/><Relationship Id="rId173" Type="http://schemas.openxmlformats.org/officeDocument/2006/relationships/image" Target="../media/image1715.png"/><Relationship Id="rId194" Type="http://schemas.openxmlformats.org/officeDocument/2006/relationships/customXml" Target="../ink/ink2056.xml"/><Relationship Id="rId208" Type="http://schemas.openxmlformats.org/officeDocument/2006/relationships/customXml" Target="../ink/ink2063.xml"/><Relationship Id="rId229" Type="http://schemas.openxmlformats.org/officeDocument/2006/relationships/image" Target="../media/image1743.png"/><Relationship Id="rId240" Type="http://schemas.openxmlformats.org/officeDocument/2006/relationships/customXml" Target="../ink/ink2079.xml"/><Relationship Id="rId261" Type="http://schemas.openxmlformats.org/officeDocument/2006/relationships/image" Target="../media/image1759.png"/><Relationship Id="rId14" Type="http://schemas.openxmlformats.org/officeDocument/2006/relationships/customXml" Target="../ink/ink1966.xml"/><Relationship Id="rId35" Type="http://schemas.openxmlformats.org/officeDocument/2006/relationships/image" Target="../media/image1646.png"/><Relationship Id="rId56" Type="http://schemas.openxmlformats.org/officeDocument/2006/relationships/customXml" Target="../ink/ink1987.xml"/><Relationship Id="rId77" Type="http://schemas.openxmlformats.org/officeDocument/2006/relationships/image" Target="../media/image1667.png"/><Relationship Id="rId100" Type="http://schemas.openxmlformats.org/officeDocument/2006/relationships/customXml" Target="../ink/ink2009.xml"/><Relationship Id="rId8" Type="http://schemas.openxmlformats.org/officeDocument/2006/relationships/customXml" Target="../ink/ink1963.xml"/><Relationship Id="rId98" Type="http://schemas.openxmlformats.org/officeDocument/2006/relationships/customXml" Target="../ink/ink2008.xml"/><Relationship Id="rId121" Type="http://schemas.openxmlformats.org/officeDocument/2006/relationships/image" Target="../media/image1689.png"/><Relationship Id="rId142" Type="http://schemas.openxmlformats.org/officeDocument/2006/relationships/customXml" Target="../ink/ink2030.xml"/><Relationship Id="rId163" Type="http://schemas.openxmlformats.org/officeDocument/2006/relationships/image" Target="../media/image1710.png"/><Relationship Id="rId184" Type="http://schemas.openxmlformats.org/officeDocument/2006/relationships/customXml" Target="../ink/ink2051.xml"/><Relationship Id="rId219" Type="http://schemas.openxmlformats.org/officeDocument/2006/relationships/image" Target="../media/image1738.png"/><Relationship Id="rId230" Type="http://schemas.openxmlformats.org/officeDocument/2006/relationships/customXml" Target="../ink/ink2074.xml"/><Relationship Id="rId251" Type="http://schemas.openxmlformats.org/officeDocument/2006/relationships/image" Target="../media/image1754.png"/><Relationship Id="rId25" Type="http://schemas.openxmlformats.org/officeDocument/2006/relationships/image" Target="../media/image1641.png"/><Relationship Id="rId46" Type="http://schemas.openxmlformats.org/officeDocument/2006/relationships/customXml" Target="../ink/ink1982.xml"/><Relationship Id="rId67" Type="http://schemas.openxmlformats.org/officeDocument/2006/relationships/image" Target="../media/image1662.png"/><Relationship Id="rId272" Type="http://schemas.openxmlformats.org/officeDocument/2006/relationships/customXml" Target="../ink/ink2095.xml"/><Relationship Id="rId88" Type="http://schemas.openxmlformats.org/officeDocument/2006/relationships/customXml" Target="../ink/ink2003.xml"/><Relationship Id="rId111" Type="http://schemas.openxmlformats.org/officeDocument/2006/relationships/image" Target="../media/image1684.png"/><Relationship Id="rId132" Type="http://schemas.openxmlformats.org/officeDocument/2006/relationships/customXml" Target="../ink/ink2025.xml"/><Relationship Id="rId153" Type="http://schemas.openxmlformats.org/officeDocument/2006/relationships/image" Target="../media/image1705.png"/><Relationship Id="rId174" Type="http://schemas.openxmlformats.org/officeDocument/2006/relationships/customXml" Target="../ink/ink2046.xml"/><Relationship Id="rId195" Type="http://schemas.openxmlformats.org/officeDocument/2006/relationships/image" Target="../media/image1726.png"/><Relationship Id="rId209" Type="http://schemas.openxmlformats.org/officeDocument/2006/relationships/image" Target="../media/image1733.png"/><Relationship Id="rId220" Type="http://schemas.openxmlformats.org/officeDocument/2006/relationships/customXml" Target="../ink/ink2069.xml"/><Relationship Id="rId241" Type="http://schemas.openxmlformats.org/officeDocument/2006/relationships/image" Target="../media/image1749.png"/><Relationship Id="rId15" Type="http://schemas.openxmlformats.org/officeDocument/2006/relationships/image" Target="../media/image1636.png"/><Relationship Id="rId36" Type="http://schemas.openxmlformats.org/officeDocument/2006/relationships/customXml" Target="../ink/ink1977.xml"/><Relationship Id="rId57" Type="http://schemas.openxmlformats.org/officeDocument/2006/relationships/image" Target="../media/image1657.png"/><Relationship Id="rId262" Type="http://schemas.openxmlformats.org/officeDocument/2006/relationships/customXml" Target="../ink/ink2090.xml"/><Relationship Id="rId78" Type="http://schemas.openxmlformats.org/officeDocument/2006/relationships/customXml" Target="../ink/ink1998.xml"/><Relationship Id="rId99" Type="http://schemas.openxmlformats.org/officeDocument/2006/relationships/image" Target="../media/image1678.png"/><Relationship Id="rId101" Type="http://schemas.openxmlformats.org/officeDocument/2006/relationships/image" Target="../media/image1679.png"/><Relationship Id="rId122" Type="http://schemas.openxmlformats.org/officeDocument/2006/relationships/customXml" Target="../ink/ink2020.xml"/><Relationship Id="rId143" Type="http://schemas.openxmlformats.org/officeDocument/2006/relationships/image" Target="../media/image1700.png"/><Relationship Id="rId164" Type="http://schemas.openxmlformats.org/officeDocument/2006/relationships/customXml" Target="../ink/ink2041.xml"/><Relationship Id="rId185" Type="http://schemas.openxmlformats.org/officeDocument/2006/relationships/image" Target="../media/image1721.png"/><Relationship Id="rId9" Type="http://schemas.openxmlformats.org/officeDocument/2006/relationships/image" Target="../media/image1633.png"/><Relationship Id="rId210" Type="http://schemas.openxmlformats.org/officeDocument/2006/relationships/customXml" Target="../ink/ink2064.xml"/><Relationship Id="rId26" Type="http://schemas.openxmlformats.org/officeDocument/2006/relationships/customXml" Target="../ink/ink1972.xml"/><Relationship Id="rId231" Type="http://schemas.openxmlformats.org/officeDocument/2006/relationships/image" Target="../media/image1744.png"/><Relationship Id="rId252" Type="http://schemas.openxmlformats.org/officeDocument/2006/relationships/customXml" Target="../ink/ink2085.xml"/><Relationship Id="rId273" Type="http://schemas.openxmlformats.org/officeDocument/2006/relationships/image" Target="../media/image1765.png"/><Relationship Id="rId47" Type="http://schemas.openxmlformats.org/officeDocument/2006/relationships/image" Target="../media/image1652.png"/><Relationship Id="rId68" Type="http://schemas.openxmlformats.org/officeDocument/2006/relationships/customXml" Target="../ink/ink1993.xml"/><Relationship Id="rId89" Type="http://schemas.openxmlformats.org/officeDocument/2006/relationships/image" Target="../media/image1673.png"/><Relationship Id="rId112" Type="http://schemas.openxmlformats.org/officeDocument/2006/relationships/customXml" Target="../ink/ink2015.xml"/><Relationship Id="rId133" Type="http://schemas.openxmlformats.org/officeDocument/2006/relationships/image" Target="../media/image1695.png"/><Relationship Id="rId154" Type="http://schemas.openxmlformats.org/officeDocument/2006/relationships/customXml" Target="../ink/ink2036.xml"/><Relationship Id="rId175" Type="http://schemas.openxmlformats.org/officeDocument/2006/relationships/image" Target="../media/image1716.png"/><Relationship Id="rId196" Type="http://schemas.openxmlformats.org/officeDocument/2006/relationships/customXml" Target="../ink/ink2057.xml"/><Relationship Id="rId200" Type="http://schemas.openxmlformats.org/officeDocument/2006/relationships/customXml" Target="../ink/ink2059.xml"/><Relationship Id="rId16" Type="http://schemas.openxmlformats.org/officeDocument/2006/relationships/customXml" Target="../ink/ink1967.xml"/><Relationship Id="rId221" Type="http://schemas.openxmlformats.org/officeDocument/2006/relationships/image" Target="../media/image1739.png"/><Relationship Id="rId242" Type="http://schemas.openxmlformats.org/officeDocument/2006/relationships/customXml" Target="../ink/ink2080.xml"/><Relationship Id="rId263" Type="http://schemas.openxmlformats.org/officeDocument/2006/relationships/image" Target="../media/image1760.png"/><Relationship Id="rId37" Type="http://schemas.openxmlformats.org/officeDocument/2006/relationships/image" Target="../media/image1647.png"/><Relationship Id="rId58" Type="http://schemas.openxmlformats.org/officeDocument/2006/relationships/customXml" Target="../ink/ink1988.xml"/><Relationship Id="rId79" Type="http://schemas.openxmlformats.org/officeDocument/2006/relationships/image" Target="../media/image1668.png"/><Relationship Id="rId102" Type="http://schemas.openxmlformats.org/officeDocument/2006/relationships/customXml" Target="../ink/ink2010.xml"/><Relationship Id="rId123" Type="http://schemas.openxmlformats.org/officeDocument/2006/relationships/image" Target="../media/image1690.png"/><Relationship Id="rId144" Type="http://schemas.openxmlformats.org/officeDocument/2006/relationships/customXml" Target="../ink/ink2031.xml"/><Relationship Id="rId90" Type="http://schemas.openxmlformats.org/officeDocument/2006/relationships/customXml" Target="../ink/ink2004.xml"/><Relationship Id="rId165" Type="http://schemas.openxmlformats.org/officeDocument/2006/relationships/image" Target="../media/image1711.png"/><Relationship Id="rId186" Type="http://schemas.openxmlformats.org/officeDocument/2006/relationships/customXml" Target="../ink/ink2052.xml"/><Relationship Id="rId211" Type="http://schemas.openxmlformats.org/officeDocument/2006/relationships/image" Target="../media/image1734.png"/><Relationship Id="rId232" Type="http://schemas.openxmlformats.org/officeDocument/2006/relationships/customXml" Target="../ink/ink2075.xml"/><Relationship Id="rId253" Type="http://schemas.openxmlformats.org/officeDocument/2006/relationships/image" Target="../media/image1755.png"/><Relationship Id="rId274" Type="http://schemas.openxmlformats.org/officeDocument/2006/relationships/customXml" Target="../ink/ink2096.xml"/><Relationship Id="rId27" Type="http://schemas.openxmlformats.org/officeDocument/2006/relationships/image" Target="../media/image1642.png"/><Relationship Id="rId48" Type="http://schemas.openxmlformats.org/officeDocument/2006/relationships/customXml" Target="../ink/ink1983.xml"/><Relationship Id="rId69" Type="http://schemas.openxmlformats.org/officeDocument/2006/relationships/image" Target="../media/image1663.png"/><Relationship Id="rId113" Type="http://schemas.openxmlformats.org/officeDocument/2006/relationships/image" Target="../media/image1685.png"/><Relationship Id="rId134" Type="http://schemas.openxmlformats.org/officeDocument/2006/relationships/customXml" Target="../ink/ink2026.xml"/><Relationship Id="rId80" Type="http://schemas.openxmlformats.org/officeDocument/2006/relationships/customXml" Target="../ink/ink1999.xml"/><Relationship Id="rId155" Type="http://schemas.openxmlformats.org/officeDocument/2006/relationships/image" Target="../media/image1706.png"/><Relationship Id="rId176" Type="http://schemas.openxmlformats.org/officeDocument/2006/relationships/customXml" Target="../ink/ink2047.xml"/><Relationship Id="rId197" Type="http://schemas.openxmlformats.org/officeDocument/2006/relationships/image" Target="../media/image1727.png"/><Relationship Id="rId201" Type="http://schemas.openxmlformats.org/officeDocument/2006/relationships/image" Target="../media/image1729.png"/><Relationship Id="rId222" Type="http://schemas.openxmlformats.org/officeDocument/2006/relationships/customXml" Target="../ink/ink2070.xml"/><Relationship Id="rId243" Type="http://schemas.openxmlformats.org/officeDocument/2006/relationships/image" Target="../media/image1750.png"/><Relationship Id="rId264" Type="http://schemas.openxmlformats.org/officeDocument/2006/relationships/customXml" Target="../ink/ink2091.xml"/><Relationship Id="rId17" Type="http://schemas.openxmlformats.org/officeDocument/2006/relationships/image" Target="../media/image1637.png"/><Relationship Id="rId38" Type="http://schemas.openxmlformats.org/officeDocument/2006/relationships/customXml" Target="../ink/ink1978.xml"/><Relationship Id="rId59" Type="http://schemas.openxmlformats.org/officeDocument/2006/relationships/image" Target="../media/image1658.png"/><Relationship Id="rId103" Type="http://schemas.openxmlformats.org/officeDocument/2006/relationships/image" Target="../media/image1680.png"/><Relationship Id="rId124" Type="http://schemas.openxmlformats.org/officeDocument/2006/relationships/customXml" Target="../ink/ink2021.xml"/><Relationship Id="rId70" Type="http://schemas.openxmlformats.org/officeDocument/2006/relationships/customXml" Target="../ink/ink1994.xml"/><Relationship Id="rId91" Type="http://schemas.openxmlformats.org/officeDocument/2006/relationships/image" Target="../media/image1674.png"/><Relationship Id="rId145" Type="http://schemas.openxmlformats.org/officeDocument/2006/relationships/image" Target="../media/image1701.png"/><Relationship Id="rId166" Type="http://schemas.openxmlformats.org/officeDocument/2006/relationships/customXml" Target="../ink/ink2042.xml"/><Relationship Id="rId187" Type="http://schemas.openxmlformats.org/officeDocument/2006/relationships/image" Target="../media/image1722.png"/><Relationship Id="rId1" Type="http://schemas.openxmlformats.org/officeDocument/2006/relationships/slideLayout" Target="../slideLayouts/slideLayout7.xml"/><Relationship Id="rId212" Type="http://schemas.openxmlformats.org/officeDocument/2006/relationships/customXml" Target="../ink/ink2065.xml"/><Relationship Id="rId233" Type="http://schemas.openxmlformats.org/officeDocument/2006/relationships/image" Target="../media/image1745.png"/><Relationship Id="rId254" Type="http://schemas.openxmlformats.org/officeDocument/2006/relationships/customXml" Target="../ink/ink2086.xml"/><Relationship Id="rId28" Type="http://schemas.openxmlformats.org/officeDocument/2006/relationships/customXml" Target="../ink/ink1973.xml"/><Relationship Id="rId49" Type="http://schemas.openxmlformats.org/officeDocument/2006/relationships/image" Target="../media/image1653.png"/><Relationship Id="rId114" Type="http://schemas.openxmlformats.org/officeDocument/2006/relationships/customXml" Target="../ink/ink2016.xml"/><Relationship Id="rId275" Type="http://schemas.openxmlformats.org/officeDocument/2006/relationships/image" Target="../media/image1766.png"/><Relationship Id="rId60" Type="http://schemas.openxmlformats.org/officeDocument/2006/relationships/customXml" Target="../ink/ink1989.xml"/><Relationship Id="rId81" Type="http://schemas.openxmlformats.org/officeDocument/2006/relationships/image" Target="../media/image1669.png"/><Relationship Id="rId135" Type="http://schemas.openxmlformats.org/officeDocument/2006/relationships/image" Target="../media/image1696.png"/><Relationship Id="rId156" Type="http://schemas.openxmlformats.org/officeDocument/2006/relationships/customXml" Target="../ink/ink2037.xml"/><Relationship Id="rId177" Type="http://schemas.openxmlformats.org/officeDocument/2006/relationships/image" Target="../media/image1717.png"/><Relationship Id="rId198" Type="http://schemas.openxmlformats.org/officeDocument/2006/relationships/customXml" Target="../ink/ink2058.xml"/><Relationship Id="rId202" Type="http://schemas.openxmlformats.org/officeDocument/2006/relationships/customXml" Target="../ink/ink2060.xml"/><Relationship Id="rId223" Type="http://schemas.openxmlformats.org/officeDocument/2006/relationships/image" Target="../media/image1740.png"/><Relationship Id="rId244" Type="http://schemas.openxmlformats.org/officeDocument/2006/relationships/customXml" Target="../ink/ink2081.xml"/><Relationship Id="rId18" Type="http://schemas.openxmlformats.org/officeDocument/2006/relationships/customXml" Target="../ink/ink1968.xml"/><Relationship Id="rId39" Type="http://schemas.openxmlformats.org/officeDocument/2006/relationships/image" Target="../media/image1648.png"/><Relationship Id="rId265" Type="http://schemas.openxmlformats.org/officeDocument/2006/relationships/image" Target="../media/image1761.png"/><Relationship Id="rId50" Type="http://schemas.openxmlformats.org/officeDocument/2006/relationships/customXml" Target="../ink/ink1984.xml"/><Relationship Id="rId104" Type="http://schemas.openxmlformats.org/officeDocument/2006/relationships/customXml" Target="../ink/ink2011.xml"/><Relationship Id="rId125" Type="http://schemas.openxmlformats.org/officeDocument/2006/relationships/image" Target="../media/image1691.png"/><Relationship Id="rId146" Type="http://schemas.openxmlformats.org/officeDocument/2006/relationships/customXml" Target="../ink/ink2032.xml"/><Relationship Id="rId167" Type="http://schemas.openxmlformats.org/officeDocument/2006/relationships/image" Target="../media/image1712.png"/><Relationship Id="rId188" Type="http://schemas.openxmlformats.org/officeDocument/2006/relationships/customXml" Target="../ink/ink2053.xml"/><Relationship Id="rId71" Type="http://schemas.openxmlformats.org/officeDocument/2006/relationships/image" Target="../media/image1664.png"/><Relationship Id="rId92" Type="http://schemas.openxmlformats.org/officeDocument/2006/relationships/customXml" Target="../ink/ink2005.xml"/><Relationship Id="rId213" Type="http://schemas.openxmlformats.org/officeDocument/2006/relationships/image" Target="../media/image1735.png"/><Relationship Id="rId234" Type="http://schemas.openxmlformats.org/officeDocument/2006/relationships/customXml" Target="../ink/ink2076.xml"/><Relationship Id="rId2" Type="http://schemas.openxmlformats.org/officeDocument/2006/relationships/customXml" Target="../ink/ink1960.xml"/><Relationship Id="rId29" Type="http://schemas.openxmlformats.org/officeDocument/2006/relationships/image" Target="../media/image1643.png"/><Relationship Id="rId255" Type="http://schemas.openxmlformats.org/officeDocument/2006/relationships/image" Target="../media/image1756.png"/><Relationship Id="rId276" Type="http://schemas.openxmlformats.org/officeDocument/2006/relationships/customXml" Target="../ink/ink2097.xml"/><Relationship Id="rId40" Type="http://schemas.openxmlformats.org/officeDocument/2006/relationships/customXml" Target="../ink/ink1979.xml"/><Relationship Id="rId115" Type="http://schemas.openxmlformats.org/officeDocument/2006/relationships/image" Target="../media/image1686.png"/><Relationship Id="rId136" Type="http://schemas.openxmlformats.org/officeDocument/2006/relationships/customXml" Target="../ink/ink2027.xml"/><Relationship Id="rId157" Type="http://schemas.openxmlformats.org/officeDocument/2006/relationships/image" Target="../media/image1707.png"/><Relationship Id="rId178" Type="http://schemas.openxmlformats.org/officeDocument/2006/relationships/customXml" Target="../ink/ink2048.xml"/><Relationship Id="rId61" Type="http://schemas.openxmlformats.org/officeDocument/2006/relationships/image" Target="../media/image1659.png"/><Relationship Id="rId82" Type="http://schemas.openxmlformats.org/officeDocument/2006/relationships/customXml" Target="../ink/ink2000.xml"/><Relationship Id="rId199" Type="http://schemas.openxmlformats.org/officeDocument/2006/relationships/image" Target="../media/image1728.png"/><Relationship Id="rId203" Type="http://schemas.openxmlformats.org/officeDocument/2006/relationships/image" Target="../media/image1730.png"/><Relationship Id="rId19" Type="http://schemas.openxmlformats.org/officeDocument/2006/relationships/image" Target="../media/image1638.png"/><Relationship Id="rId224" Type="http://schemas.openxmlformats.org/officeDocument/2006/relationships/customXml" Target="../ink/ink2071.xml"/><Relationship Id="rId245" Type="http://schemas.openxmlformats.org/officeDocument/2006/relationships/image" Target="../media/image1751.png"/><Relationship Id="rId266" Type="http://schemas.openxmlformats.org/officeDocument/2006/relationships/customXml" Target="../ink/ink2092.xml"/><Relationship Id="rId30" Type="http://schemas.openxmlformats.org/officeDocument/2006/relationships/customXml" Target="../ink/ink1974.xml"/><Relationship Id="rId105" Type="http://schemas.openxmlformats.org/officeDocument/2006/relationships/image" Target="../media/image1681.png"/><Relationship Id="rId126" Type="http://schemas.openxmlformats.org/officeDocument/2006/relationships/customXml" Target="../ink/ink2022.xml"/><Relationship Id="rId147" Type="http://schemas.openxmlformats.org/officeDocument/2006/relationships/image" Target="../media/image1702.png"/><Relationship Id="rId168" Type="http://schemas.openxmlformats.org/officeDocument/2006/relationships/customXml" Target="../ink/ink2043.xml"/><Relationship Id="rId51" Type="http://schemas.openxmlformats.org/officeDocument/2006/relationships/image" Target="../media/image1654.png"/><Relationship Id="rId72" Type="http://schemas.openxmlformats.org/officeDocument/2006/relationships/customXml" Target="../ink/ink1995.xml"/><Relationship Id="rId93" Type="http://schemas.openxmlformats.org/officeDocument/2006/relationships/image" Target="../media/image1675.png"/><Relationship Id="rId189" Type="http://schemas.openxmlformats.org/officeDocument/2006/relationships/image" Target="../media/image1723.png"/><Relationship Id="rId3" Type="http://schemas.openxmlformats.org/officeDocument/2006/relationships/image" Target="../media/image1630.png"/><Relationship Id="rId214" Type="http://schemas.openxmlformats.org/officeDocument/2006/relationships/customXml" Target="../ink/ink2066.xml"/><Relationship Id="rId235" Type="http://schemas.openxmlformats.org/officeDocument/2006/relationships/image" Target="../media/image1746.png"/><Relationship Id="rId256" Type="http://schemas.openxmlformats.org/officeDocument/2006/relationships/customXml" Target="../ink/ink2087.xml"/><Relationship Id="rId277" Type="http://schemas.openxmlformats.org/officeDocument/2006/relationships/image" Target="../media/image1767.png"/><Relationship Id="rId116" Type="http://schemas.openxmlformats.org/officeDocument/2006/relationships/customXml" Target="../ink/ink2017.xml"/><Relationship Id="rId137" Type="http://schemas.openxmlformats.org/officeDocument/2006/relationships/image" Target="../media/image1697.png"/><Relationship Id="rId158" Type="http://schemas.openxmlformats.org/officeDocument/2006/relationships/customXml" Target="../ink/ink2038.xml"/><Relationship Id="rId20" Type="http://schemas.openxmlformats.org/officeDocument/2006/relationships/customXml" Target="../ink/ink1969.xml"/><Relationship Id="rId41" Type="http://schemas.openxmlformats.org/officeDocument/2006/relationships/image" Target="../media/image1649.png"/><Relationship Id="rId62" Type="http://schemas.openxmlformats.org/officeDocument/2006/relationships/customXml" Target="../ink/ink1990.xml"/><Relationship Id="rId83" Type="http://schemas.openxmlformats.org/officeDocument/2006/relationships/image" Target="../media/image1670.png"/><Relationship Id="rId179" Type="http://schemas.openxmlformats.org/officeDocument/2006/relationships/image" Target="../media/image1718.png"/><Relationship Id="rId190" Type="http://schemas.openxmlformats.org/officeDocument/2006/relationships/customXml" Target="../ink/ink2054.xml"/><Relationship Id="rId204" Type="http://schemas.openxmlformats.org/officeDocument/2006/relationships/customXml" Target="../ink/ink2061.xml"/><Relationship Id="rId225" Type="http://schemas.openxmlformats.org/officeDocument/2006/relationships/image" Target="../media/image1741.png"/><Relationship Id="rId246" Type="http://schemas.openxmlformats.org/officeDocument/2006/relationships/customXml" Target="../ink/ink2082.xml"/><Relationship Id="rId267" Type="http://schemas.openxmlformats.org/officeDocument/2006/relationships/image" Target="../media/image1762.png"/><Relationship Id="rId106" Type="http://schemas.openxmlformats.org/officeDocument/2006/relationships/customXml" Target="../ink/ink2012.xml"/><Relationship Id="rId127" Type="http://schemas.openxmlformats.org/officeDocument/2006/relationships/image" Target="../media/image1692.png"/><Relationship Id="rId10" Type="http://schemas.openxmlformats.org/officeDocument/2006/relationships/customXml" Target="../ink/ink1964.xml"/><Relationship Id="rId31" Type="http://schemas.openxmlformats.org/officeDocument/2006/relationships/image" Target="../media/image1644.png"/><Relationship Id="rId52" Type="http://schemas.openxmlformats.org/officeDocument/2006/relationships/customXml" Target="../ink/ink1985.xml"/><Relationship Id="rId73" Type="http://schemas.openxmlformats.org/officeDocument/2006/relationships/image" Target="../media/image1665.png"/><Relationship Id="rId94" Type="http://schemas.openxmlformats.org/officeDocument/2006/relationships/customXml" Target="../ink/ink2006.xml"/><Relationship Id="rId148" Type="http://schemas.openxmlformats.org/officeDocument/2006/relationships/customXml" Target="../ink/ink2033.xml"/><Relationship Id="rId169" Type="http://schemas.openxmlformats.org/officeDocument/2006/relationships/image" Target="../media/image1713.png"/><Relationship Id="rId4" Type="http://schemas.openxmlformats.org/officeDocument/2006/relationships/customXml" Target="../ink/ink1961.xml"/><Relationship Id="rId180" Type="http://schemas.openxmlformats.org/officeDocument/2006/relationships/customXml" Target="../ink/ink2049.xml"/><Relationship Id="rId215" Type="http://schemas.openxmlformats.org/officeDocument/2006/relationships/image" Target="../media/image1736.png"/><Relationship Id="rId236" Type="http://schemas.openxmlformats.org/officeDocument/2006/relationships/customXml" Target="../ink/ink2077.xml"/><Relationship Id="rId257" Type="http://schemas.openxmlformats.org/officeDocument/2006/relationships/image" Target="../media/image1757.png"/><Relationship Id="rId278" Type="http://schemas.openxmlformats.org/officeDocument/2006/relationships/customXml" Target="../ink/ink2098.xml"/><Relationship Id="rId42" Type="http://schemas.openxmlformats.org/officeDocument/2006/relationships/customXml" Target="../ink/ink1980.xml"/><Relationship Id="rId84" Type="http://schemas.openxmlformats.org/officeDocument/2006/relationships/customXml" Target="../ink/ink2001.xml"/><Relationship Id="rId138" Type="http://schemas.openxmlformats.org/officeDocument/2006/relationships/customXml" Target="../ink/ink2028.xml"/><Relationship Id="rId191" Type="http://schemas.openxmlformats.org/officeDocument/2006/relationships/image" Target="../media/image1724.png"/><Relationship Id="rId205" Type="http://schemas.openxmlformats.org/officeDocument/2006/relationships/image" Target="../media/image1731.png"/><Relationship Id="rId247" Type="http://schemas.openxmlformats.org/officeDocument/2006/relationships/image" Target="../media/image1752.png"/><Relationship Id="rId107" Type="http://schemas.openxmlformats.org/officeDocument/2006/relationships/image" Target="../media/image1682.png"/><Relationship Id="rId11" Type="http://schemas.openxmlformats.org/officeDocument/2006/relationships/image" Target="../media/image1634.png"/><Relationship Id="rId53" Type="http://schemas.openxmlformats.org/officeDocument/2006/relationships/image" Target="../media/image1655.png"/><Relationship Id="rId149" Type="http://schemas.openxmlformats.org/officeDocument/2006/relationships/image" Target="../media/image1703.png"/><Relationship Id="rId95" Type="http://schemas.openxmlformats.org/officeDocument/2006/relationships/image" Target="../media/image1676.png"/><Relationship Id="rId160" Type="http://schemas.openxmlformats.org/officeDocument/2006/relationships/customXml" Target="../ink/ink2039.xml"/><Relationship Id="rId216" Type="http://schemas.openxmlformats.org/officeDocument/2006/relationships/customXml" Target="../ink/ink2067.xml"/></Relationships>
</file>

<file path=ppt/slides/_rels/slide21.xml.rels><?xml version="1.0" encoding="UTF-8" standalone="yes"?>
<Relationships xmlns="http://schemas.openxmlformats.org/package/2006/relationships"><Relationship Id="rId117" Type="http://schemas.openxmlformats.org/officeDocument/2006/relationships/image" Target="../media/image1820.png"/><Relationship Id="rId21" Type="http://schemas.openxmlformats.org/officeDocument/2006/relationships/image" Target="../media/image1772.png"/><Relationship Id="rId42" Type="http://schemas.openxmlformats.org/officeDocument/2006/relationships/customXml" Target="../ink/ink2119.xml"/><Relationship Id="rId63" Type="http://schemas.openxmlformats.org/officeDocument/2006/relationships/image" Target="../media/image1793.png"/><Relationship Id="rId84" Type="http://schemas.openxmlformats.org/officeDocument/2006/relationships/customXml" Target="../ink/ink2140.xml"/><Relationship Id="rId138" Type="http://schemas.openxmlformats.org/officeDocument/2006/relationships/customXml" Target="../ink/ink2167.xml"/><Relationship Id="rId159" Type="http://schemas.openxmlformats.org/officeDocument/2006/relationships/image" Target="../media/image1841.png"/><Relationship Id="rId170" Type="http://schemas.openxmlformats.org/officeDocument/2006/relationships/customXml" Target="../ink/ink2183.xml"/><Relationship Id="rId191" Type="http://schemas.openxmlformats.org/officeDocument/2006/relationships/image" Target="../media/image1857.png"/><Relationship Id="rId205" Type="http://schemas.openxmlformats.org/officeDocument/2006/relationships/image" Target="../media/image1864.png"/><Relationship Id="rId226" Type="http://schemas.openxmlformats.org/officeDocument/2006/relationships/customXml" Target="../ink/ink2211.xml"/><Relationship Id="rId107" Type="http://schemas.openxmlformats.org/officeDocument/2006/relationships/image" Target="../media/image1815.png"/><Relationship Id="rId11" Type="http://schemas.openxmlformats.org/officeDocument/2006/relationships/image" Target="../media/image17670.png"/><Relationship Id="rId32" Type="http://schemas.openxmlformats.org/officeDocument/2006/relationships/customXml" Target="../ink/ink2114.xml"/><Relationship Id="rId53" Type="http://schemas.openxmlformats.org/officeDocument/2006/relationships/image" Target="../media/image1788.png"/><Relationship Id="rId74" Type="http://schemas.openxmlformats.org/officeDocument/2006/relationships/customXml" Target="../ink/ink2135.xml"/><Relationship Id="rId128" Type="http://schemas.openxmlformats.org/officeDocument/2006/relationships/customXml" Target="../ink/ink2162.xml"/><Relationship Id="rId149" Type="http://schemas.openxmlformats.org/officeDocument/2006/relationships/image" Target="../media/image1836.png"/><Relationship Id="rId5" Type="http://schemas.openxmlformats.org/officeDocument/2006/relationships/image" Target="../media/image17640.png"/><Relationship Id="rId95" Type="http://schemas.openxmlformats.org/officeDocument/2006/relationships/image" Target="../media/image1809.png"/><Relationship Id="rId160" Type="http://schemas.openxmlformats.org/officeDocument/2006/relationships/customXml" Target="../ink/ink2178.xml"/><Relationship Id="rId181" Type="http://schemas.openxmlformats.org/officeDocument/2006/relationships/image" Target="../media/image1852.png"/><Relationship Id="rId216" Type="http://schemas.openxmlformats.org/officeDocument/2006/relationships/customXml" Target="../ink/ink2206.xml"/><Relationship Id="rId22" Type="http://schemas.openxmlformats.org/officeDocument/2006/relationships/customXml" Target="../ink/ink2109.xml"/><Relationship Id="rId43" Type="http://schemas.openxmlformats.org/officeDocument/2006/relationships/image" Target="../media/image1783.png"/><Relationship Id="rId64" Type="http://schemas.openxmlformats.org/officeDocument/2006/relationships/customXml" Target="../ink/ink2130.xml"/><Relationship Id="rId118" Type="http://schemas.openxmlformats.org/officeDocument/2006/relationships/customXml" Target="../ink/ink2157.xml"/><Relationship Id="rId139" Type="http://schemas.openxmlformats.org/officeDocument/2006/relationships/image" Target="../media/image1831.png"/><Relationship Id="rId85" Type="http://schemas.openxmlformats.org/officeDocument/2006/relationships/image" Target="../media/image1804.png"/><Relationship Id="rId150" Type="http://schemas.openxmlformats.org/officeDocument/2006/relationships/customXml" Target="../ink/ink2173.xml"/><Relationship Id="rId171" Type="http://schemas.openxmlformats.org/officeDocument/2006/relationships/image" Target="../media/image1847.png"/><Relationship Id="rId192" Type="http://schemas.openxmlformats.org/officeDocument/2006/relationships/customXml" Target="../ink/ink2194.xml"/><Relationship Id="rId206" Type="http://schemas.openxmlformats.org/officeDocument/2006/relationships/customXml" Target="../ink/ink2201.xml"/><Relationship Id="rId227" Type="http://schemas.openxmlformats.org/officeDocument/2006/relationships/image" Target="../media/image1875.png"/><Relationship Id="rId12" Type="http://schemas.openxmlformats.org/officeDocument/2006/relationships/customXml" Target="../ink/ink2104.xml"/><Relationship Id="rId33" Type="http://schemas.openxmlformats.org/officeDocument/2006/relationships/image" Target="../media/image1778.png"/><Relationship Id="rId108" Type="http://schemas.openxmlformats.org/officeDocument/2006/relationships/customXml" Target="../ink/ink2152.xml"/><Relationship Id="rId129" Type="http://schemas.openxmlformats.org/officeDocument/2006/relationships/image" Target="../media/image1826.png"/><Relationship Id="rId54" Type="http://schemas.openxmlformats.org/officeDocument/2006/relationships/customXml" Target="../ink/ink2125.xml"/><Relationship Id="rId75" Type="http://schemas.openxmlformats.org/officeDocument/2006/relationships/image" Target="../media/image1799.png"/><Relationship Id="rId96" Type="http://schemas.openxmlformats.org/officeDocument/2006/relationships/customXml" Target="../ink/ink2146.xml"/><Relationship Id="rId140" Type="http://schemas.openxmlformats.org/officeDocument/2006/relationships/customXml" Target="../ink/ink2168.xml"/><Relationship Id="rId161" Type="http://schemas.openxmlformats.org/officeDocument/2006/relationships/image" Target="../media/image1842.png"/><Relationship Id="rId182" Type="http://schemas.openxmlformats.org/officeDocument/2006/relationships/customXml" Target="../ink/ink2189.xml"/><Relationship Id="rId217" Type="http://schemas.openxmlformats.org/officeDocument/2006/relationships/image" Target="../media/image1870.png"/><Relationship Id="rId6" Type="http://schemas.openxmlformats.org/officeDocument/2006/relationships/customXml" Target="../ink/ink2101.xml"/><Relationship Id="rId23" Type="http://schemas.openxmlformats.org/officeDocument/2006/relationships/image" Target="../media/image1773.png"/><Relationship Id="rId119" Type="http://schemas.openxmlformats.org/officeDocument/2006/relationships/image" Target="../media/image1821.png"/><Relationship Id="rId44" Type="http://schemas.openxmlformats.org/officeDocument/2006/relationships/customXml" Target="../ink/ink2120.xml"/><Relationship Id="rId65" Type="http://schemas.openxmlformats.org/officeDocument/2006/relationships/image" Target="../media/image1794.png"/><Relationship Id="rId86" Type="http://schemas.openxmlformats.org/officeDocument/2006/relationships/customXml" Target="../ink/ink2141.xml"/><Relationship Id="rId130" Type="http://schemas.openxmlformats.org/officeDocument/2006/relationships/customXml" Target="../ink/ink2163.xml"/><Relationship Id="rId151" Type="http://schemas.openxmlformats.org/officeDocument/2006/relationships/image" Target="../media/image1837.png"/><Relationship Id="rId172" Type="http://schemas.openxmlformats.org/officeDocument/2006/relationships/customXml" Target="../ink/ink2184.xml"/><Relationship Id="rId193" Type="http://schemas.openxmlformats.org/officeDocument/2006/relationships/image" Target="../media/image1858.png"/><Relationship Id="rId207" Type="http://schemas.openxmlformats.org/officeDocument/2006/relationships/image" Target="../media/image1865.png"/><Relationship Id="rId228" Type="http://schemas.openxmlformats.org/officeDocument/2006/relationships/customXml" Target="../ink/ink2212.xml"/><Relationship Id="rId13" Type="http://schemas.openxmlformats.org/officeDocument/2006/relationships/image" Target="../media/image17680.png"/><Relationship Id="rId109" Type="http://schemas.openxmlformats.org/officeDocument/2006/relationships/image" Target="../media/image1816.png"/><Relationship Id="rId34" Type="http://schemas.openxmlformats.org/officeDocument/2006/relationships/customXml" Target="../ink/ink2115.xml"/><Relationship Id="rId55" Type="http://schemas.openxmlformats.org/officeDocument/2006/relationships/image" Target="../media/image1789.png"/><Relationship Id="rId76" Type="http://schemas.openxmlformats.org/officeDocument/2006/relationships/customXml" Target="../ink/ink2136.xml"/><Relationship Id="rId97" Type="http://schemas.openxmlformats.org/officeDocument/2006/relationships/image" Target="../media/image1810.png"/><Relationship Id="rId120" Type="http://schemas.openxmlformats.org/officeDocument/2006/relationships/customXml" Target="../ink/ink2158.xml"/><Relationship Id="rId141" Type="http://schemas.openxmlformats.org/officeDocument/2006/relationships/image" Target="../media/image1832.png"/><Relationship Id="rId7" Type="http://schemas.openxmlformats.org/officeDocument/2006/relationships/image" Target="../media/image17650.png"/><Relationship Id="rId162" Type="http://schemas.openxmlformats.org/officeDocument/2006/relationships/customXml" Target="../ink/ink2179.xml"/><Relationship Id="rId183" Type="http://schemas.openxmlformats.org/officeDocument/2006/relationships/image" Target="../media/image1853.png"/><Relationship Id="rId218" Type="http://schemas.openxmlformats.org/officeDocument/2006/relationships/customXml" Target="../ink/ink2207.xml"/><Relationship Id="rId24" Type="http://schemas.openxmlformats.org/officeDocument/2006/relationships/customXml" Target="../ink/ink2110.xml"/><Relationship Id="rId45" Type="http://schemas.openxmlformats.org/officeDocument/2006/relationships/image" Target="../media/image1784.png"/><Relationship Id="rId66" Type="http://schemas.openxmlformats.org/officeDocument/2006/relationships/customXml" Target="../ink/ink2131.xml"/><Relationship Id="rId87" Type="http://schemas.openxmlformats.org/officeDocument/2006/relationships/image" Target="../media/image1805.png"/><Relationship Id="rId110" Type="http://schemas.openxmlformats.org/officeDocument/2006/relationships/customXml" Target="../ink/ink2153.xml"/><Relationship Id="rId131" Type="http://schemas.openxmlformats.org/officeDocument/2006/relationships/image" Target="../media/image1827.png"/><Relationship Id="rId152" Type="http://schemas.openxmlformats.org/officeDocument/2006/relationships/customXml" Target="../ink/ink2174.xml"/><Relationship Id="rId173" Type="http://schemas.openxmlformats.org/officeDocument/2006/relationships/image" Target="../media/image1848.png"/><Relationship Id="rId194" Type="http://schemas.openxmlformats.org/officeDocument/2006/relationships/customXml" Target="../ink/ink2195.xml"/><Relationship Id="rId208" Type="http://schemas.openxmlformats.org/officeDocument/2006/relationships/customXml" Target="../ink/ink2202.xml"/><Relationship Id="rId229" Type="http://schemas.openxmlformats.org/officeDocument/2006/relationships/image" Target="../media/image1876.png"/><Relationship Id="rId14" Type="http://schemas.openxmlformats.org/officeDocument/2006/relationships/customXml" Target="../ink/ink2105.xml"/><Relationship Id="rId35" Type="http://schemas.openxmlformats.org/officeDocument/2006/relationships/image" Target="../media/image1779.png"/><Relationship Id="rId56" Type="http://schemas.openxmlformats.org/officeDocument/2006/relationships/customXml" Target="../ink/ink2126.xml"/><Relationship Id="rId77" Type="http://schemas.openxmlformats.org/officeDocument/2006/relationships/image" Target="../media/image1800.png"/><Relationship Id="rId100" Type="http://schemas.openxmlformats.org/officeDocument/2006/relationships/customXml" Target="../ink/ink2148.xml"/><Relationship Id="rId8" Type="http://schemas.openxmlformats.org/officeDocument/2006/relationships/customXml" Target="../ink/ink2102.xml"/><Relationship Id="rId98" Type="http://schemas.openxmlformats.org/officeDocument/2006/relationships/customXml" Target="../ink/ink2147.xml"/><Relationship Id="rId121" Type="http://schemas.openxmlformats.org/officeDocument/2006/relationships/image" Target="../media/image1822.png"/><Relationship Id="rId142" Type="http://schemas.openxmlformats.org/officeDocument/2006/relationships/customXml" Target="../ink/ink2169.xml"/><Relationship Id="rId163" Type="http://schemas.openxmlformats.org/officeDocument/2006/relationships/image" Target="../media/image1843.png"/><Relationship Id="rId184" Type="http://schemas.openxmlformats.org/officeDocument/2006/relationships/customXml" Target="../ink/ink2190.xml"/><Relationship Id="rId219" Type="http://schemas.openxmlformats.org/officeDocument/2006/relationships/image" Target="../media/image1871.png"/><Relationship Id="rId230" Type="http://schemas.openxmlformats.org/officeDocument/2006/relationships/customXml" Target="../ink/ink2213.xml"/><Relationship Id="rId25" Type="http://schemas.openxmlformats.org/officeDocument/2006/relationships/image" Target="../media/image1774.png"/><Relationship Id="rId46" Type="http://schemas.openxmlformats.org/officeDocument/2006/relationships/customXml" Target="../ink/ink2121.xml"/><Relationship Id="rId67" Type="http://schemas.openxmlformats.org/officeDocument/2006/relationships/image" Target="../media/image1795.png"/><Relationship Id="rId20" Type="http://schemas.openxmlformats.org/officeDocument/2006/relationships/customXml" Target="../ink/ink2108.xml"/><Relationship Id="rId41" Type="http://schemas.openxmlformats.org/officeDocument/2006/relationships/image" Target="../media/image1782.png"/><Relationship Id="rId62" Type="http://schemas.openxmlformats.org/officeDocument/2006/relationships/customXml" Target="../ink/ink2129.xml"/><Relationship Id="rId83" Type="http://schemas.openxmlformats.org/officeDocument/2006/relationships/image" Target="../media/image1803.png"/><Relationship Id="rId88" Type="http://schemas.openxmlformats.org/officeDocument/2006/relationships/customXml" Target="../ink/ink2142.xml"/><Relationship Id="rId111" Type="http://schemas.openxmlformats.org/officeDocument/2006/relationships/image" Target="../media/image1817.png"/><Relationship Id="rId132" Type="http://schemas.openxmlformats.org/officeDocument/2006/relationships/customXml" Target="../ink/ink2164.xml"/><Relationship Id="rId153" Type="http://schemas.openxmlformats.org/officeDocument/2006/relationships/image" Target="../media/image1838.png"/><Relationship Id="rId174" Type="http://schemas.openxmlformats.org/officeDocument/2006/relationships/customXml" Target="../ink/ink2185.xml"/><Relationship Id="rId179" Type="http://schemas.openxmlformats.org/officeDocument/2006/relationships/image" Target="../media/image1851.png"/><Relationship Id="rId195" Type="http://schemas.openxmlformats.org/officeDocument/2006/relationships/image" Target="../media/image1859.png"/><Relationship Id="rId209" Type="http://schemas.openxmlformats.org/officeDocument/2006/relationships/image" Target="../media/image1866.png"/><Relationship Id="rId190" Type="http://schemas.openxmlformats.org/officeDocument/2006/relationships/customXml" Target="../ink/ink2193.xml"/><Relationship Id="rId204" Type="http://schemas.openxmlformats.org/officeDocument/2006/relationships/customXml" Target="../ink/ink2200.xml"/><Relationship Id="rId220" Type="http://schemas.openxmlformats.org/officeDocument/2006/relationships/customXml" Target="../ink/ink2208.xml"/><Relationship Id="rId225" Type="http://schemas.openxmlformats.org/officeDocument/2006/relationships/image" Target="../media/image1874.png"/><Relationship Id="rId15" Type="http://schemas.openxmlformats.org/officeDocument/2006/relationships/image" Target="../media/image1769.png"/><Relationship Id="rId36" Type="http://schemas.openxmlformats.org/officeDocument/2006/relationships/customXml" Target="../ink/ink2116.xml"/><Relationship Id="rId57" Type="http://schemas.openxmlformats.org/officeDocument/2006/relationships/image" Target="../media/image1790.png"/><Relationship Id="rId106" Type="http://schemas.openxmlformats.org/officeDocument/2006/relationships/customXml" Target="../ink/ink2151.xml"/><Relationship Id="rId127" Type="http://schemas.openxmlformats.org/officeDocument/2006/relationships/image" Target="../media/image1825.png"/><Relationship Id="rId10" Type="http://schemas.openxmlformats.org/officeDocument/2006/relationships/customXml" Target="../ink/ink2103.xml"/><Relationship Id="rId31" Type="http://schemas.openxmlformats.org/officeDocument/2006/relationships/image" Target="../media/image1777.png"/><Relationship Id="rId52" Type="http://schemas.openxmlformats.org/officeDocument/2006/relationships/customXml" Target="../ink/ink2124.xml"/><Relationship Id="rId73" Type="http://schemas.openxmlformats.org/officeDocument/2006/relationships/image" Target="../media/image1798.png"/><Relationship Id="rId78" Type="http://schemas.openxmlformats.org/officeDocument/2006/relationships/customXml" Target="../ink/ink2137.xml"/><Relationship Id="rId94" Type="http://schemas.openxmlformats.org/officeDocument/2006/relationships/customXml" Target="../ink/ink2145.xml"/><Relationship Id="rId99" Type="http://schemas.openxmlformats.org/officeDocument/2006/relationships/image" Target="../media/image1811.png"/><Relationship Id="rId101" Type="http://schemas.openxmlformats.org/officeDocument/2006/relationships/image" Target="../media/image1812.png"/><Relationship Id="rId122" Type="http://schemas.openxmlformats.org/officeDocument/2006/relationships/customXml" Target="../ink/ink2159.xml"/><Relationship Id="rId143" Type="http://schemas.openxmlformats.org/officeDocument/2006/relationships/image" Target="../media/image1833.png"/><Relationship Id="rId148" Type="http://schemas.openxmlformats.org/officeDocument/2006/relationships/customXml" Target="../ink/ink2172.xml"/><Relationship Id="rId164" Type="http://schemas.openxmlformats.org/officeDocument/2006/relationships/customXml" Target="../ink/ink2180.xml"/><Relationship Id="rId169" Type="http://schemas.openxmlformats.org/officeDocument/2006/relationships/image" Target="../media/image1846.png"/><Relationship Id="rId185" Type="http://schemas.openxmlformats.org/officeDocument/2006/relationships/image" Target="../media/image1854.png"/><Relationship Id="rId4" Type="http://schemas.openxmlformats.org/officeDocument/2006/relationships/customXml" Target="../ink/ink2100.xml"/><Relationship Id="rId9" Type="http://schemas.openxmlformats.org/officeDocument/2006/relationships/image" Target="../media/image17660.png"/><Relationship Id="rId180" Type="http://schemas.openxmlformats.org/officeDocument/2006/relationships/customXml" Target="../ink/ink2188.xml"/><Relationship Id="rId210" Type="http://schemas.openxmlformats.org/officeDocument/2006/relationships/customXml" Target="../ink/ink2203.xml"/><Relationship Id="rId215" Type="http://schemas.openxmlformats.org/officeDocument/2006/relationships/image" Target="../media/image1869.png"/><Relationship Id="rId26" Type="http://schemas.openxmlformats.org/officeDocument/2006/relationships/customXml" Target="../ink/ink2111.xml"/><Relationship Id="rId231" Type="http://schemas.openxmlformats.org/officeDocument/2006/relationships/image" Target="../media/image1877.png"/><Relationship Id="rId47" Type="http://schemas.openxmlformats.org/officeDocument/2006/relationships/image" Target="../media/image1785.png"/><Relationship Id="rId68" Type="http://schemas.openxmlformats.org/officeDocument/2006/relationships/customXml" Target="../ink/ink2132.xml"/><Relationship Id="rId89" Type="http://schemas.openxmlformats.org/officeDocument/2006/relationships/image" Target="../media/image1806.png"/><Relationship Id="rId112" Type="http://schemas.openxmlformats.org/officeDocument/2006/relationships/customXml" Target="../ink/ink2154.xml"/><Relationship Id="rId133" Type="http://schemas.openxmlformats.org/officeDocument/2006/relationships/image" Target="../media/image1828.png"/><Relationship Id="rId154" Type="http://schemas.openxmlformats.org/officeDocument/2006/relationships/customXml" Target="../ink/ink2175.xml"/><Relationship Id="rId175" Type="http://schemas.openxmlformats.org/officeDocument/2006/relationships/image" Target="../media/image1849.png"/><Relationship Id="rId196" Type="http://schemas.openxmlformats.org/officeDocument/2006/relationships/customXml" Target="../ink/ink2196.xml"/><Relationship Id="rId200" Type="http://schemas.openxmlformats.org/officeDocument/2006/relationships/customXml" Target="../ink/ink2198.xml"/><Relationship Id="rId16" Type="http://schemas.openxmlformats.org/officeDocument/2006/relationships/customXml" Target="../ink/ink2106.xml"/><Relationship Id="rId221" Type="http://schemas.openxmlformats.org/officeDocument/2006/relationships/image" Target="../media/image1872.png"/><Relationship Id="rId37" Type="http://schemas.openxmlformats.org/officeDocument/2006/relationships/image" Target="../media/image1780.png"/><Relationship Id="rId58" Type="http://schemas.openxmlformats.org/officeDocument/2006/relationships/customXml" Target="../ink/ink2127.xml"/><Relationship Id="rId79" Type="http://schemas.openxmlformats.org/officeDocument/2006/relationships/image" Target="../media/image1801.png"/><Relationship Id="rId102" Type="http://schemas.openxmlformats.org/officeDocument/2006/relationships/customXml" Target="../ink/ink2149.xml"/><Relationship Id="rId123" Type="http://schemas.openxmlformats.org/officeDocument/2006/relationships/image" Target="../media/image1823.png"/><Relationship Id="rId144" Type="http://schemas.openxmlformats.org/officeDocument/2006/relationships/customXml" Target="../ink/ink2170.xml"/><Relationship Id="rId90" Type="http://schemas.openxmlformats.org/officeDocument/2006/relationships/customXml" Target="../ink/ink2143.xml"/><Relationship Id="rId165" Type="http://schemas.openxmlformats.org/officeDocument/2006/relationships/image" Target="../media/image1844.png"/><Relationship Id="rId186" Type="http://schemas.openxmlformats.org/officeDocument/2006/relationships/customXml" Target="../ink/ink2191.xml"/><Relationship Id="rId211" Type="http://schemas.openxmlformats.org/officeDocument/2006/relationships/image" Target="../media/image1867.png"/><Relationship Id="rId232" Type="http://schemas.openxmlformats.org/officeDocument/2006/relationships/customXml" Target="../ink/ink2214.xml"/><Relationship Id="rId27" Type="http://schemas.openxmlformats.org/officeDocument/2006/relationships/image" Target="../media/image1775.png"/><Relationship Id="rId48" Type="http://schemas.openxmlformats.org/officeDocument/2006/relationships/customXml" Target="../ink/ink2122.xml"/><Relationship Id="rId69" Type="http://schemas.openxmlformats.org/officeDocument/2006/relationships/image" Target="../media/image1796.png"/><Relationship Id="rId113" Type="http://schemas.openxmlformats.org/officeDocument/2006/relationships/image" Target="../media/image1818.png"/><Relationship Id="rId134" Type="http://schemas.openxmlformats.org/officeDocument/2006/relationships/customXml" Target="../ink/ink2165.xml"/><Relationship Id="rId80" Type="http://schemas.openxmlformats.org/officeDocument/2006/relationships/customXml" Target="../ink/ink2138.xml"/><Relationship Id="rId155" Type="http://schemas.openxmlformats.org/officeDocument/2006/relationships/image" Target="../media/image1839.png"/><Relationship Id="rId176" Type="http://schemas.openxmlformats.org/officeDocument/2006/relationships/customXml" Target="../ink/ink2186.xml"/><Relationship Id="rId197" Type="http://schemas.openxmlformats.org/officeDocument/2006/relationships/image" Target="../media/image1860.png"/><Relationship Id="rId201" Type="http://schemas.openxmlformats.org/officeDocument/2006/relationships/image" Target="../media/image1862.png"/><Relationship Id="rId222" Type="http://schemas.openxmlformats.org/officeDocument/2006/relationships/customXml" Target="../ink/ink2209.xml"/><Relationship Id="rId17" Type="http://schemas.openxmlformats.org/officeDocument/2006/relationships/image" Target="../media/image1770.png"/><Relationship Id="rId38" Type="http://schemas.openxmlformats.org/officeDocument/2006/relationships/customXml" Target="../ink/ink2117.xml"/><Relationship Id="rId59" Type="http://schemas.openxmlformats.org/officeDocument/2006/relationships/image" Target="../media/image1791.png"/><Relationship Id="rId103" Type="http://schemas.openxmlformats.org/officeDocument/2006/relationships/image" Target="../media/image1813.png"/><Relationship Id="rId124" Type="http://schemas.openxmlformats.org/officeDocument/2006/relationships/customXml" Target="../ink/ink2160.xml"/><Relationship Id="rId70" Type="http://schemas.openxmlformats.org/officeDocument/2006/relationships/customXml" Target="../ink/ink2133.xml"/><Relationship Id="rId91" Type="http://schemas.openxmlformats.org/officeDocument/2006/relationships/image" Target="../media/image1807.png"/><Relationship Id="rId145" Type="http://schemas.openxmlformats.org/officeDocument/2006/relationships/image" Target="../media/image1834.png"/><Relationship Id="rId166" Type="http://schemas.openxmlformats.org/officeDocument/2006/relationships/customXml" Target="../ink/ink2181.xml"/><Relationship Id="rId187" Type="http://schemas.openxmlformats.org/officeDocument/2006/relationships/image" Target="../media/image1855.png"/><Relationship Id="rId1" Type="http://schemas.openxmlformats.org/officeDocument/2006/relationships/slideLayout" Target="../slideLayouts/slideLayout7.xml"/><Relationship Id="rId212" Type="http://schemas.openxmlformats.org/officeDocument/2006/relationships/customXml" Target="../ink/ink2204.xml"/><Relationship Id="rId233" Type="http://schemas.openxmlformats.org/officeDocument/2006/relationships/image" Target="../media/image1878.png"/><Relationship Id="rId28" Type="http://schemas.openxmlformats.org/officeDocument/2006/relationships/customXml" Target="../ink/ink2112.xml"/><Relationship Id="rId49" Type="http://schemas.openxmlformats.org/officeDocument/2006/relationships/image" Target="../media/image1786.png"/><Relationship Id="rId114" Type="http://schemas.openxmlformats.org/officeDocument/2006/relationships/customXml" Target="../ink/ink2155.xml"/><Relationship Id="rId60" Type="http://schemas.openxmlformats.org/officeDocument/2006/relationships/customXml" Target="../ink/ink2128.xml"/><Relationship Id="rId81" Type="http://schemas.openxmlformats.org/officeDocument/2006/relationships/image" Target="../media/image1802.png"/><Relationship Id="rId135" Type="http://schemas.openxmlformats.org/officeDocument/2006/relationships/image" Target="../media/image1829.png"/><Relationship Id="rId156" Type="http://schemas.openxmlformats.org/officeDocument/2006/relationships/customXml" Target="../ink/ink2176.xml"/><Relationship Id="rId177" Type="http://schemas.openxmlformats.org/officeDocument/2006/relationships/image" Target="../media/image1850.png"/><Relationship Id="rId198" Type="http://schemas.openxmlformats.org/officeDocument/2006/relationships/customXml" Target="../ink/ink2197.xml"/><Relationship Id="rId202" Type="http://schemas.openxmlformats.org/officeDocument/2006/relationships/customXml" Target="../ink/ink2199.xml"/><Relationship Id="rId223" Type="http://schemas.openxmlformats.org/officeDocument/2006/relationships/image" Target="../media/image1873.png"/><Relationship Id="rId18" Type="http://schemas.openxmlformats.org/officeDocument/2006/relationships/customXml" Target="../ink/ink2107.xml"/><Relationship Id="rId39" Type="http://schemas.openxmlformats.org/officeDocument/2006/relationships/image" Target="../media/image1781.png"/><Relationship Id="rId50" Type="http://schemas.openxmlformats.org/officeDocument/2006/relationships/customXml" Target="../ink/ink2123.xml"/><Relationship Id="rId104" Type="http://schemas.openxmlformats.org/officeDocument/2006/relationships/customXml" Target="../ink/ink2150.xml"/><Relationship Id="rId125" Type="http://schemas.openxmlformats.org/officeDocument/2006/relationships/image" Target="../media/image1824.png"/><Relationship Id="rId146" Type="http://schemas.openxmlformats.org/officeDocument/2006/relationships/customXml" Target="../ink/ink2171.xml"/><Relationship Id="rId167" Type="http://schemas.openxmlformats.org/officeDocument/2006/relationships/image" Target="../media/image1845.png"/><Relationship Id="rId188" Type="http://schemas.openxmlformats.org/officeDocument/2006/relationships/customXml" Target="../ink/ink2192.xml"/><Relationship Id="rId71" Type="http://schemas.openxmlformats.org/officeDocument/2006/relationships/image" Target="../media/image1797.png"/><Relationship Id="rId92" Type="http://schemas.openxmlformats.org/officeDocument/2006/relationships/customXml" Target="../ink/ink2144.xml"/><Relationship Id="rId213" Type="http://schemas.openxmlformats.org/officeDocument/2006/relationships/image" Target="../media/image1868.png"/><Relationship Id="rId234" Type="http://schemas.openxmlformats.org/officeDocument/2006/relationships/customXml" Target="../ink/ink2215.xml"/><Relationship Id="rId2" Type="http://schemas.openxmlformats.org/officeDocument/2006/relationships/customXml" Target="../ink/ink2099.xml"/><Relationship Id="rId29" Type="http://schemas.openxmlformats.org/officeDocument/2006/relationships/image" Target="../media/image1776.png"/><Relationship Id="rId40" Type="http://schemas.openxmlformats.org/officeDocument/2006/relationships/customXml" Target="../ink/ink2118.xml"/><Relationship Id="rId115" Type="http://schemas.openxmlformats.org/officeDocument/2006/relationships/image" Target="../media/image1819.png"/><Relationship Id="rId136" Type="http://schemas.openxmlformats.org/officeDocument/2006/relationships/customXml" Target="../ink/ink2166.xml"/><Relationship Id="rId157" Type="http://schemas.openxmlformats.org/officeDocument/2006/relationships/image" Target="../media/image1840.png"/><Relationship Id="rId178" Type="http://schemas.openxmlformats.org/officeDocument/2006/relationships/customXml" Target="../ink/ink2187.xml"/><Relationship Id="rId61" Type="http://schemas.openxmlformats.org/officeDocument/2006/relationships/image" Target="../media/image1792.png"/><Relationship Id="rId82" Type="http://schemas.openxmlformats.org/officeDocument/2006/relationships/customXml" Target="../ink/ink2139.xml"/><Relationship Id="rId199" Type="http://schemas.openxmlformats.org/officeDocument/2006/relationships/image" Target="../media/image1861.png"/><Relationship Id="rId203" Type="http://schemas.openxmlformats.org/officeDocument/2006/relationships/image" Target="../media/image1863.png"/><Relationship Id="rId19" Type="http://schemas.openxmlformats.org/officeDocument/2006/relationships/image" Target="../media/image1771.png"/><Relationship Id="rId224" Type="http://schemas.openxmlformats.org/officeDocument/2006/relationships/customXml" Target="../ink/ink2210.xml"/><Relationship Id="rId30" Type="http://schemas.openxmlformats.org/officeDocument/2006/relationships/customXml" Target="../ink/ink2113.xml"/><Relationship Id="rId105" Type="http://schemas.openxmlformats.org/officeDocument/2006/relationships/image" Target="../media/image1814.png"/><Relationship Id="rId126" Type="http://schemas.openxmlformats.org/officeDocument/2006/relationships/customXml" Target="../ink/ink2161.xml"/><Relationship Id="rId147" Type="http://schemas.openxmlformats.org/officeDocument/2006/relationships/image" Target="../media/image1835.png"/><Relationship Id="rId168" Type="http://schemas.openxmlformats.org/officeDocument/2006/relationships/customXml" Target="../ink/ink2182.xml"/><Relationship Id="rId51" Type="http://schemas.openxmlformats.org/officeDocument/2006/relationships/image" Target="../media/image1787.png"/><Relationship Id="rId72" Type="http://schemas.openxmlformats.org/officeDocument/2006/relationships/customXml" Target="../ink/ink2134.xml"/><Relationship Id="rId93" Type="http://schemas.openxmlformats.org/officeDocument/2006/relationships/image" Target="../media/image1808.png"/><Relationship Id="rId189" Type="http://schemas.openxmlformats.org/officeDocument/2006/relationships/image" Target="../media/image1856.png"/><Relationship Id="rId3" Type="http://schemas.openxmlformats.org/officeDocument/2006/relationships/image" Target="../media/image17630.png"/><Relationship Id="rId214" Type="http://schemas.openxmlformats.org/officeDocument/2006/relationships/customXml" Target="../ink/ink2205.xml"/><Relationship Id="rId235" Type="http://schemas.openxmlformats.org/officeDocument/2006/relationships/image" Target="../media/image1879.png"/><Relationship Id="rId116" Type="http://schemas.openxmlformats.org/officeDocument/2006/relationships/customXml" Target="../ink/ink2156.xml"/><Relationship Id="rId137" Type="http://schemas.openxmlformats.org/officeDocument/2006/relationships/image" Target="../media/image1830.png"/><Relationship Id="rId158" Type="http://schemas.openxmlformats.org/officeDocument/2006/relationships/customXml" Target="../ink/ink2177.xml"/></Relationships>
</file>

<file path=ppt/slides/_rels/slide22.xml.rels><?xml version="1.0" encoding="UTF-8" standalone="yes"?>
<Relationships xmlns="http://schemas.openxmlformats.org/package/2006/relationships"><Relationship Id="rId117" Type="http://schemas.openxmlformats.org/officeDocument/2006/relationships/image" Target="../media/image1928.png"/><Relationship Id="rId21" Type="http://schemas.openxmlformats.org/officeDocument/2006/relationships/image" Target="../media/image1880.png"/><Relationship Id="rId42" Type="http://schemas.openxmlformats.org/officeDocument/2006/relationships/customXml" Target="../ink/ink2236.xml"/><Relationship Id="rId63" Type="http://schemas.openxmlformats.org/officeDocument/2006/relationships/image" Target="../media/image1901.png"/><Relationship Id="rId84" Type="http://schemas.openxmlformats.org/officeDocument/2006/relationships/customXml" Target="../ink/ink2257.xml"/><Relationship Id="rId138" Type="http://schemas.openxmlformats.org/officeDocument/2006/relationships/customXml" Target="../ink/ink2284.xml"/><Relationship Id="rId159" Type="http://schemas.openxmlformats.org/officeDocument/2006/relationships/image" Target="../media/image1949.png"/><Relationship Id="rId170" Type="http://schemas.openxmlformats.org/officeDocument/2006/relationships/customXml" Target="../ink/ink2300.xml"/><Relationship Id="rId191" Type="http://schemas.openxmlformats.org/officeDocument/2006/relationships/image" Target="../media/image1965.png"/><Relationship Id="rId205" Type="http://schemas.openxmlformats.org/officeDocument/2006/relationships/image" Target="../media/image1972.png"/><Relationship Id="rId226" Type="http://schemas.openxmlformats.org/officeDocument/2006/relationships/customXml" Target="../ink/ink2328.xml"/><Relationship Id="rId247" Type="http://schemas.openxmlformats.org/officeDocument/2006/relationships/image" Target="../media/image1993.png"/><Relationship Id="rId107" Type="http://schemas.openxmlformats.org/officeDocument/2006/relationships/image" Target="../media/image1923.png"/><Relationship Id="rId11" Type="http://schemas.openxmlformats.org/officeDocument/2006/relationships/image" Target="../media/image18750.png"/><Relationship Id="rId32" Type="http://schemas.openxmlformats.org/officeDocument/2006/relationships/customXml" Target="../ink/ink2231.xml"/><Relationship Id="rId53" Type="http://schemas.openxmlformats.org/officeDocument/2006/relationships/image" Target="../media/image1896.png"/><Relationship Id="rId74" Type="http://schemas.openxmlformats.org/officeDocument/2006/relationships/customXml" Target="../ink/ink2252.xml"/><Relationship Id="rId128" Type="http://schemas.openxmlformats.org/officeDocument/2006/relationships/customXml" Target="../ink/ink2279.xml"/><Relationship Id="rId149" Type="http://schemas.openxmlformats.org/officeDocument/2006/relationships/image" Target="../media/image1944.png"/><Relationship Id="rId5" Type="http://schemas.openxmlformats.org/officeDocument/2006/relationships/image" Target="../media/image18720.png"/><Relationship Id="rId95" Type="http://schemas.openxmlformats.org/officeDocument/2006/relationships/image" Target="../media/image1917.png"/><Relationship Id="rId160" Type="http://schemas.openxmlformats.org/officeDocument/2006/relationships/customXml" Target="../ink/ink2295.xml"/><Relationship Id="rId181" Type="http://schemas.openxmlformats.org/officeDocument/2006/relationships/image" Target="../media/image1960.png"/><Relationship Id="rId216" Type="http://schemas.openxmlformats.org/officeDocument/2006/relationships/customXml" Target="../ink/ink2323.xml"/><Relationship Id="rId237" Type="http://schemas.openxmlformats.org/officeDocument/2006/relationships/image" Target="../media/image1988.png"/><Relationship Id="rId22" Type="http://schemas.openxmlformats.org/officeDocument/2006/relationships/customXml" Target="../ink/ink2226.xml"/><Relationship Id="rId43" Type="http://schemas.openxmlformats.org/officeDocument/2006/relationships/image" Target="../media/image1891.png"/><Relationship Id="rId64" Type="http://schemas.openxmlformats.org/officeDocument/2006/relationships/customXml" Target="../ink/ink2247.xml"/><Relationship Id="rId118" Type="http://schemas.openxmlformats.org/officeDocument/2006/relationships/customXml" Target="../ink/ink2274.xml"/><Relationship Id="rId139" Type="http://schemas.openxmlformats.org/officeDocument/2006/relationships/image" Target="../media/image1939.png"/><Relationship Id="rId85" Type="http://schemas.openxmlformats.org/officeDocument/2006/relationships/image" Target="../media/image1912.png"/><Relationship Id="rId150" Type="http://schemas.openxmlformats.org/officeDocument/2006/relationships/customXml" Target="../ink/ink2290.xml"/><Relationship Id="rId171" Type="http://schemas.openxmlformats.org/officeDocument/2006/relationships/image" Target="../media/image1955.png"/><Relationship Id="rId192" Type="http://schemas.openxmlformats.org/officeDocument/2006/relationships/customXml" Target="../ink/ink2311.xml"/><Relationship Id="rId206" Type="http://schemas.openxmlformats.org/officeDocument/2006/relationships/customXml" Target="../ink/ink2318.xml"/><Relationship Id="rId227" Type="http://schemas.openxmlformats.org/officeDocument/2006/relationships/image" Target="../media/image1983.png"/><Relationship Id="rId248" Type="http://schemas.openxmlformats.org/officeDocument/2006/relationships/customXml" Target="../ink/ink2339.xml"/><Relationship Id="rId12" Type="http://schemas.openxmlformats.org/officeDocument/2006/relationships/customXml" Target="../ink/ink2221.xml"/><Relationship Id="rId33" Type="http://schemas.openxmlformats.org/officeDocument/2006/relationships/image" Target="../media/image1886.png"/><Relationship Id="rId108" Type="http://schemas.openxmlformats.org/officeDocument/2006/relationships/customXml" Target="../ink/ink2269.xml"/><Relationship Id="rId129" Type="http://schemas.openxmlformats.org/officeDocument/2006/relationships/image" Target="../media/image1934.png"/><Relationship Id="rId54" Type="http://schemas.openxmlformats.org/officeDocument/2006/relationships/customXml" Target="../ink/ink2242.xml"/><Relationship Id="rId75" Type="http://schemas.openxmlformats.org/officeDocument/2006/relationships/image" Target="../media/image1907.png"/><Relationship Id="rId96" Type="http://schemas.openxmlformats.org/officeDocument/2006/relationships/customXml" Target="../ink/ink2263.xml"/><Relationship Id="rId140" Type="http://schemas.openxmlformats.org/officeDocument/2006/relationships/customXml" Target="../ink/ink2285.xml"/><Relationship Id="rId161" Type="http://schemas.openxmlformats.org/officeDocument/2006/relationships/image" Target="../media/image1950.png"/><Relationship Id="rId182" Type="http://schemas.openxmlformats.org/officeDocument/2006/relationships/customXml" Target="../ink/ink2306.xml"/><Relationship Id="rId217" Type="http://schemas.openxmlformats.org/officeDocument/2006/relationships/image" Target="../media/image1978.png"/><Relationship Id="rId6" Type="http://schemas.openxmlformats.org/officeDocument/2006/relationships/customXml" Target="../ink/ink2218.xml"/><Relationship Id="rId238" Type="http://schemas.openxmlformats.org/officeDocument/2006/relationships/customXml" Target="../ink/ink2334.xml"/><Relationship Id="rId23" Type="http://schemas.openxmlformats.org/officeDocument/2006/relationships/image" Target="../media/image1881.png"/><Relationship Id="rId119" Type="http://schemas.openxmlformats.org/officeDocument/2006/relationships/image" Target="../media/image1929.png"/><Relationship Id="rId44" Type="http://schemas.openxmlformats.org/officeDocument/2006/relationships/customXml" Target="../ink/ink2237.xml"/><Relationship Id="rId65" Type="http://schemas.openxmlformats.org/officeDocument/2006/relationships/image" Target="../media/image1902.png"/><Relationship Id="rId86" Type="http://schemas.openxmlformats.org/officeDocument/2006/relationships/customXml" Target="../ink/ink2258.xml"/><Relationship Id="rId130" Type="http://schemas.openxmlformats.org/officeDocument/2006/relationships/customXml" Target="../ink/ink2280.xml"/><Relationship Id="rId151" Type="http://schemas.openxmlformats.org/officeDocument/2006/relationships/image" Target="../media/image1945.png"/><Relationship Id="rId172" Type="http://schemas.openxmlformats.org/officeDocument/2006/relationships/customXml" Target="../ink/ink2301.xml"/><Relationship Id="rId193" Type="http://schemas.openxmlformats.org/officeDocument/2006/relationships/image" Target="../media/image1966.png"/><Relationship Id="rId207" Type="http://schemas.openxmlformats.org/officeDocument/2006/relationships/image" Target="../media/image1973.png"/><Relationship Id="rId228" Type="http://schemas.openxmlformats.org/officeDocument/2006/relationships/customXml" Target="../ink/ink2329.xml"/><Relationship Id="rId249" Type="http://schemas.openxmlformats.org/officeDocument/2006/relationships/image" Target="../media/image1994.png"/><Relationship Id="rId13" Type="http://schemas.openxmlformats.org/officeDocument/2006/relationships/image" Target="../media/image18760.png"/><Relationship Id="rId109" Type="http://schemas.openxmlformats.org/officeDocument/2006/relationships/image" Target="../media/image1924.png"/><Relationship Id="rId34" Type="http://schemas.openxmlformats.org/officeDocument/2006/relationships/customXml" Target="../ink/ink2232.xml"/><Relationship Id="rId55" Type="http://schemas.openxmlformats.org/officeDocument/2006/relationships/image" Target="../media/image1897.png"/><Relationship Id="rId76" Type="http://schemas.openxmlformats.org/officeDocument/2006/relationships/customXml" Target="../ink/ink2253.xml"/><Relationship Id="rId97" Type="http://schemas.openxmlformats.org/officeDocument/2006/relationships/image" Target="../media/image1918.png"/><Relationship Id="rId120" Type="http://schemas.openxmlformats.org/officeDocument/2006/relationships/customXml" Target="../ink/ink2275.xml"/><Relationship Id="rId141" Type="http://schemas.openxmlformats.org/officeDocument/2006/relationships/image" Target="../media/image1940.png"/><Relationship Id="rId7" Type="http://schemas.openxmlformats.org/officeDocument/2006/relationships/image" Target="../media/image18730.png"/><Relationship Id="rId162" Type="http://schemas.openxmlformats.org/officeDocument/2006/relationships/customXml" Target="../ink/ink2296.xml"/><Relationship Id="rId183" Type="http://schemas.openxmlformats.org/officeDocument/2006/relationships/image" Target="../media/image1961.png"/><Relationship Id="rId218" Type="http://schemas.openxmlformats.org/officeDocument/2006/relationships/customXml" Target="../ink/ink2324.xml"/><Relationship Id="rId239" Type="http://schemas.openxmlformats.org/officeDocument/2006/relationships/image" Target="../media/image1989.png"/><Relationship Id="rId250" Type="http://schemas.openxmlformats.org/officeDocument/2006/relationships/customXml" Target="../ink/ink2340.xml"/><Relationship Id="rId24" Type="http://schemas.openxmlformats.org/officeDocument/2006/relationships/customXml" Target="../ink/ink2227.xml"/><Relationship Id="rId45" Type="http://schemas.openxmlformats.org/officeDocument/2006/relationships/image" Target="../media/image1892.png"/><Relationship Id="rId66" Type="http://schemas.openxmlformats.org/officeDocument/2006/relationships/customXml" Target="../ink/ink2248.xml"/><Relationship Id="rId87" Type="http://schemas.openxmlformats.org/officeDocument/2006/relationships/image" Target="../media/image1913.png"/><Relationship Id="rId110" Type="http://schemas.openxmlformats.org/officeDocument/2006/relationships/customXml" Target="../ink/ink2270.xml"/><Relationship Id="rId131" Type="http://schemas.openxmlformats.org/officeDocument/2006/relationships/image" Target="../media/image1935.png"/><Relationship Id="rId152" Type="http://schemas.openxmlformats.org/officeDocument/2006/relationships/customXml" Target="../ink/ink2291.xml"/><Relationship Id="rId173" Type="http://schemas.openxmlformats.org/officeDocument/2006/relationships/image" Target="../media/image1956.png"/><Relationship Id="rId194" Type="http://schemas.openxmlformats.org/officeDocument/2006/relationships/customXml" Target="../ink/ink2312.xml"/><Relationship Id="rId208" Type="http://schemas.openxmlformats.org/officeDocument/2006/relationships/customXml" Target="../ink/ink2319.xml"/><Relationship Id="rId229" Type="http://schemas.openxmlformats.org/officeDocument/2006/relationships/image" Target="../media/image1984.png"/><Relationship Id="rId240" Type="http://schemas.openxmlformats.org/officeDocument/2006/relationships/customXml" Target="../ink/ink2335.xml"/><Relationship Id="rId14" Type="http://schemas.openxmlformats.org/officeDocument/2006/relationships/customXml" Target="../ink/ink2222.xml"/><Relationship Id="rId35" Type="http://schemas.openxmlformats.org/officeDocument/2006/relationships/image" Target="../media/image1887.png"/><Relationship Id="rId56" Type="http://schemas.openxmlformats.org/officeDocument/2006/relationships/customXml" Target="../ink/ink2243.xml"/><Relationship Id="rId77" Type="http://schemas.openxmlformats.org/officeDocument/2006/relationships/image" Target="../media/image1908.png"/><Relationship Id="rId100" Type="http://schemas.openxmlformats.org/officeDocument/2006/relationships/customXml" Target="../ink/ink2265.xml"/><Relationship Id="rId8" Type="http://schemas.openxmlformats.org/officeDocument/2006/relationships/customXml" Target="../ink/ink2219.xml"/><Relationship Id="rId98" Type="http://schemas.openxmlformats.org/officeDocument/2006/relationships/customXml" Target="../ink/ink2264.xml"/><Relationship Id="rId121" Type="http://schemas.openxmlformats.org/officeDocument/2006/relationships/image" Target="../media/image1930.png"/><Relationship Id="rId142" Type="http://schemas.openxmlformats.org/officeDocument/2006/relationships/customXml" Target="../ink/ink2286.xml"/><Relationship Id="rId163" Type="http://schemas.openxmlformats.org/officeDocument/2006/relationships/image" Target="../media/image1951.png"/><Relationship Id="rId184" Type="http://schemas.openxmlformats.org/officeDocument/2006/relationships/customXml" Target="../ink/ink2307.xml"/><Relationship Id="rId219" Type="http://schemas.openxmlformats.org/officeDocument/2006/relationships/image" Target="../media/image1979.png"/><Relationship Id="rId230" Type="http://schemas.openxmlformats.org/officeDocument/2006/relationships/customXml" Target="../ink/ink2330.xml"/><Relationship Id="rId251" Type="http://schemas.openxmlformats.org/officeDocument/2006/relationships/image" Target="../media/image1995.png"/><Relationship Id="rId25" Type="http://schemas.openxmlformats.org/officeDocument/2006/relationships/image" Target="../media/image1882.png"/><Relationship Id="rId46" Type="http://schemas.openxmlformats.org/officeDocument/2006/relationships/customXml" Target="../ink/ink2238.xml"/><Relationship Id="rId67" Type="http://schemas.openxmlformats.org/officeDocument/2006/relationships/image" Target="../media/image1903.png"/><Relationship Id="rId88" Type="http://schemas.openxmlformats.org/officeDocument/2006/relationships/customXml" Target="../ink/ink2259.xml"/><Relationship Id="rId111" Type="http://schemas.openxmlformats.org/officeDocument/2006/relationships/image" Target="../media/image1925.png"/><Relationship Id="rId132" Type="http://schemas.openxmlformats.org/officeDocument/2006/relationships/customXml" Target="../ink/ink2281.xml"/><Relationship Id="rId153" Type="http://schemas.openxmlformats.org/officeDocument/2006/relationships/image" Target="../media/image1946.png"/><Relationship Id="rId174" Type="http://schemas.openxmlformats.org/officeDocument/2006/relationships/customXml" Target="../ink/ink2302.xml"/><Relationship Id="rId195" Type="http://schemas.openxmlformats.org/officeDocument/2006/relationships/image" Target="../media/image1967.png"/><Relationship Id="rId209" Type="http://schemas.openxmlformats.org/officeDocument/2006/relationships/image" Target="../media/image1974.png"/><Relationship Id="rId220" Type="http://schemas.openxmlformats.org/officeDocument/2006/relationships/customXml" Target="../ink/ink2325.xml"/><Relationship Id="rId241" Type="http://schemas.openxmlformats.org/officeDocument/2006/relationships/image" Target="../media/image1990.png"/><Relationship Id="rId15" Type="http://schemas.openxmlformats.org/officeDocument/2006/relationships/image" Target="../media/image18770.png"/><Relationship Id="rId36" Type="http://schemas.openxmlformats.org/officeDocument/2006/relationships/customXml" Target="../ink/ink2233.xml"/><Relationship Id="rId57" Type="http://schemas.openxmlformats.org/officeDocument/2006/relationships/image" Target="../media/image1898.png"/><Relationship Id="rId78" Type="http://schemas.openxmlformats.org/officeDocument/2006/relationships/customXml" Target="../ink/ink2254.xml"/><Relationship Id="rId99" Type="http://schemas.openxmlformats.org/officeDocument/2006/relationships/image" Target="../media/image1919.png"/><Relationship Id="rId101" Type="http://schemas.openxmlformats.org/officeDocument/2006/relationships/image" Target="../media/image1920.png"/><Relationship Id="rId122" Type="http://schemas.openxmlformats.org/officeDocument/2006/relationships/customXml" Target="../ink/ink2276.xml"/><Relationship Id="rId143" Type="http://schemas.openxmlformats.org/officeDocument/2006/relationships/image" Target="../media/image1941.png"/><Relationship Id="rId164" Type="http://schemas.openxmlformats.org/officeDocument/2006/relationships/customXml" Target="../ink/ink2297.xml"/><Relationship Id="rId185" Type="http://schemas.openxmlformats.org/officeDocument/2006/relationships/image" Target="../media/image1962.png"/><Relationship Id="rId9" Type="http://schemas.openxmlformats.org/officeDocument/2006/relationships/image" Target="../media/image18740.png"/><Relationship Id="rId210" Type="http://schemas.openxmlformats.org/officeDocument/2006/relationships/customXml" Target="../ink/ink2320.xml"/><Relationship Id="rId26" Type="http://schemas.openxmlformats.org/officeDocument/2006/relationships/customXml" Target="../ink/ink2228.xml"/><Relationship Id="rId231" Type="http://schemas.openxmlformats.org/officeDocument/2006/relationships/image" Target="../media/image1985.png"/><Relationship Id="rId252" Type="http://schemas.openxmlformats.org/officeDocument/2006/relationships/customXml" Target="../ink/ink2341.xml"/><Relationship Id="rId47" Type="http://schemas.openxmlformats.org/officeDocument/2006/relationships/image" Target="../media/image1893.png"/><Relationship Id="rId68" Type="http://schemas.openxmlformats.org/officeDocument/2006/relationships/customXml" Target="../ink/ink2249.xml"/><Relationship Id="rId89" Type="http://schemas.openxmlformats.org/officeDocument/2006/relationships/image" Target="../media/image1914.png"/><Relationship Id="rId112" Type="http://schemas.openxmlformats.org/officeDocument/2006/relationships/customXml" Target="../ink/ink2271.xml"/><Relationship Id="rId133" Type="http://schemas.openxmlformats.org/officeDocument/2006/relationships/image" Target="../media/image1936.png"/><Relationship Id="rId154" Type="http://schemas.openxmlformats.org/officeDocument/2006/relationships/customXml" Target="../ink/ink2292.xml"/><Relationship Id="rId175" Type="http://schemas.openxmlformats.org/officeDocument/2006/relationships/image" Target="../media/image1957.png"/><Relationship Id="rId196" Type="http://schemas.openxmlformats.org/officeDocument/2006/relationships/customXml" Target="../ink/ink2313.xml"/><Relationship Id="rId200" Type="http://schemas.openxmlformats.org/officeDocument/2006/relationships/customXml" Target="../ink/ink2315.xml"/><Relationship Id="rId16" Type="http://schemas.openxmlformats.org/officeDocument/2006/relationships/customXml" Target="../ink/ink2223.xml"/><Relationship Id="rId221" Type="http://schemas.openxmlformats.org/officeDocument/2006/relationships/image" Target="../media/image1980.png"/><Relationship Id="rId242" Type="http://schemas.openxmlformats.org/officeDocument/2006/relationships/customXml" Target="../ink/ink2336.xml"/><Relationship Id="rId37" Type="http://schemas.openxmlformats.org/officeDocument/2006/relationships/image" Target="../media/image1888.png"/><Relationship Id="rId58" Type="http://schemas.openxmlformats.org/officeDocument/2006/relationships/customXml" Target="../ink/ink2244.xml"/><Relationship Id="rId79" Type="http://schemas.openxmlformats.org/officeDocument/2006/relationships/image" Target="../media/image1909.png"/><Relationship Id="rId102" Type="http://schemas.openxmlformats.org/officeDocument/2006/relationships/customXml" Target="../ink/ink2266.xml"/><Relationship Id="rId123" Type="http://schemas.openxmlformats.org/officeDocument/2006/relationships/image" Target="../media/image1931.png"/><Relationship Id="rId144" Type="http://schemas.openxmlformats.org/officeDocument/2006/relationships/customXml" Target="../ink/ink2287.xml"/><Relationship Id="rId90" Type="http://schemas.openxmlformats.org/officeDocument/2006/relationships/customXml" Target="../ink/ink2260.xml"/><Relationship Id="rId165" Type="http://schemas.openxmlformats.org/officeDocument/2006/relationships/image" Target="../media/image1952.png"/><Relationship Id="rId186" Type="http://schemas.openxmlformats.org/officeDocument/2006/relationships/customXml" Target="../ink/ink2308.xml"/><Relationship Id="rId211" Type="http://schemas.openxmlformats.org/officeDocument/2006/relationships/image" Target="../media/image1975.png"/><Relationship Id="rId232" Type="http://schemas.openxmlformats.org/officeDocument/2006/relationships/customXml" Target="../ink/ink2331.xml"/><Relationship Id="rId253" Type="http://schemas.openxmlformats.org/officeDocument/2006/relationships/image" Target="../media/image1996.png"/><Relationship Id="rId27" Type="http://schemas.openxmlformats.org/officeDocument/2006/relationships/image" Target="../media/image1883.png"/><Relationship Id="rId48" Type="http://schemas.openxmlformats.org/officeDocument/2006/relationships/customXml" Target="../ink/ink2239.xml"/><Relationship Id="rId69" Type="http://schemas.openxmlformats.org/officeDocument/2006/relationships/image" Target="../media/image1904.png"/><Relationship Id="rId113" Type="http://schemas.openxmlformats.org/officeDocument/2006/relationships/image" Target="../media/image1926.png"/><Relationship Id="rId134" Type="http://schemas.openxmlformats.org/officeDocument/2006/relationships/customXml" Target="../ink/ink2282.xml"/><Relationship Id="rId80" Type="http://schemas.openxmlformats.org/officeDocument/2006/relationships/customXml" Target="../ink/ink2255.xml"/><Relationship Id="rId155" Type="http://schemas.openxmlformats.org/officeDocument/2006/relationships/image" Target="../media/image1947.png"/><Relationship Id="rId176" Type="http://schemas.openxmlformats.org/officeDocument/2006/relationships/customXml" Target="../ink/ink2303.xml"/><Relationship Id="rId197" Type="http://schemas.openxmlformats.org/officeDocument/2006/relationships/image" Target="../media/image1968.png"/><Relationship Id="rId201" Type="http://schemas.openxmlformats.org/officeDocument/2006/relationships/image" Target="../media/image1970.png"/><Relationship Id="rId222" Type="http://schemas.openxmlformats.org/officeDocument/2006/relationships/customXml" Target="../ink/ink2326.xml"/><Relationship Id="rId243" Type="http://schemas.openxmlformats.org/officeDocument/2006/relationships/image" Target="../media/image1991.png"/><Relationship Id="rId17" Type="http://schemas.openxmlformats.org/officeDocument/2006/relationships/image" Target="../media/image18780.png"/><Relationship Id="rId38" Type="http://schemas.openxmlformats.org/officeDocument/2006/relationships/customXml" Target="../ink/ink2234.xml"/><Relationship Id="rId59" Type="http://schemas.openxmlformats.org/officeDocument/2006/relationships/image" Target="../media/image1899.png"/><Relationship Id="rId103" Type="http://schemas.openxmlformats.org/officeDocument/2006/relationships/image" Target="../media/image1921.png"/><Relationship Id="rId124" Type="http://schemas.openxmlformats.org/officeDocument/2006/relationships/customXml" Target="../ink/ink2277.xml"/><Relationship Id="rId70" Type="http://schemas.openxmlformats.org/officeDocument/2006/relationships/customXml" Target="../ink/ink2250.xml"/><Relationship Id="rId91" Type="http://schemas.openxmlformats.org/officeDocument/2006/relationships/image" Target="../media/image1915.png"/><Relationship Id="rId145" Type="http://schemas.openxmlformats.org/officeDocument/2006/relationships/image" Target="../media/image1942.png"/><Relationship Id="rId166" Type="http://schemas.openxmlformats.org/officeDocument/2006/relationships/customXml" Target="../ink/ink2298.xml"/><Relationship Id="rId187" Type="http://schemas.openxmlformats.org/officeDocument/2006/relationships/image" Target="../media/image1963.png"/><Relationship Id="rId1" Type="http://schemas.openxmlformats.org/officeDocument/2006/relationships/slideLayout" Target="../slideLayouts/slideLayout7.xml"/><Relationship Id="rId212" Type="http://schemas.openxmlformats.org/officeDocument/2006/relationships/customXml" Target="../ink/ink2321.xml"/><Relationship Id="rId233" Type="http://schemas.openxmlformats.org/officeDocument/2006/relationships/image" Target="../media/image1986.png"/><Relationship Id="rId28" Type="http://schemas.openxmlformats.org/officeDocument/2006/relationships/customXml" Target="../ink/ink2229.xml"/><Relationship Id="rId49" Type="http://schemas.openxmlformats.org/officeDocument/2006/relationships/image" Target="../media/image1894.png"/><Relationship Id="rId114" Type="http://schemas.openxmlformats.org/officeDocument/2006/relationships/customXml" Target="../ink/ink2272.xml"/><Relationship Id="rId60" Type="http://schemas.openxmlformats.org/officeDocument/2006/relationships/customXml" Target="../ink/ink2245.xml"/><Relationship Id="rId81" Type="http://schemas.openxmlformats.org/officeDocument/2006/relationships/image" Target="../media/image1910.png"/><Relationship Id="rId135" Type="http://schemas.openxmlformats.org/officeDocument/2006/relationships/image" Target="../media/image1937.png"/><Relationship Id="rId156" Type="http://schemas.openxmlformats.org/officeDocument/2006/relationships/customXml" Target="../ink/ink2293.xml"/><Relationship Id="rId177" Type="http://schemas.openxmlformats.org/officeDocument/2006/relationships/image" Target="../media/image1958.png"/><Relationship Id="rId198" Type="http://schemas.openxmlformats.org/officeDocument/2006/relationships/customXml" Target="../ink/ink2314.xml"/><Relationship Id="rId202" Type="http://schemas.openxmlformats.org/officeDocument/2006/relationships/customXml" Target="../ink/ink2316.xml"/><Relationship Id="rId223" Type="http://schemas.openxmlformats.org/officeDocument/2006/relationships/image" Target="../media/image1981.png"/><Relationship Id="rId244" Type="http://schemas.openxmlformats.org/officeDocument/2006/relationships/customXml" Target="../ink/ink2337.xml"/><Relationship Id="rId18" Type="http://schemas.openxmlformats.org/officeDocument/2006/relationships/customXml" Target="../ink/ink2224.xml"/><Relationship Id="rId39" Type="http://schemas.openxmlformats.org/officeDocument/2006/relationships/image" Target="../media/image1889.png"/><Relationship Id="rId50" Type="http://schemas.openxmlformats.org/officeDocument/2006/relationships/customXml" Target="../ink/ink2240.xml"/><Relationship Id="rId104" Type="http://schemas.openxmlformats.org/officeDocument/2006/relationships/customXml" Target="../ink/ink2267.xml"/><Relationship Id="rId125" Type="http://schemas.openxmlformats.org/officeDocument/2006/relationships/image" Target="../media/image1932.png"/><Relationship Id="rId146" Type="http://schemas.openxmlformats.org/officeDocument/2006/relationships/customXml" Target="../ink/ink2288.xml"/><Relationship Id="rId167" Type="http://schemas.openxmlformats.org/officeDocument/2006/relationships/image" Target="../media/image1953.png"/><Relationship Id="rId188" Type="http://schemas.openxmlformats.org/officeDocument/2006/relationships/customXml" Target="../ink/ink2309.xml"/><Relationship Id="rId71" Type="http://schemas.openxmlformats.org/officeDocument/2006/relationships/image" Target="../media/image1905.png"/><Relationship Id="rId92" Type="http://schemas.openxmlformats.org/officeDocument/2006/relationships/customXml" Target="../ink/ink2261.xml"/><Relationship Id="rId213" Type="http://schemas.openxmlformats.org/officeDocument/2006/relationships/image" Target="../media/image1976.png"/><Relationship Id="rId234" Type="http://schemas.openxmlformats.org/officeDocument/2006/relationships/customXml" Target="../ink/ink2332.xml"/><Relationship Id="rId2" Type="http://schemas.openxmlformats.org/officeDocument/2006/relationships/customXml" Target="../ink/ink2216.xml"/><Relationship Id="rId29" Type="http://schemas.openxmlformats.org/officeDocument/2006/relationships/image" Target="../media/image1884.png"/><Relationship Id="rId40" Type="http://schemas.openxmlformats.org/officeDocument/2006/relationships/customXml" Target="../ink/ink2235.xml"/><Relationship Id="rId115" Type="http://schemas.openxmlformats.org/officeDocument/2006/relationships/image" Target="../media/image1927.png"/><Relationship Id="rId136" Type="http://schemas.openxmlformats.org/officeDocument/2006/relationships/customXml" Target="../ink/ink2283.xml"/><Relationship Id="rId157" Type="http://schemas.openxmlformats.org/officeDocument/2006/relationships/image" Target="../media/image1948.png"/><Relationship Id="rId178" Type="http://schemas.openxmlformats.org/officeDocument/2006/relationships/customXml" Target="../ink/ink2304.xml"/><Relationship Id="rId61" Type="http://schemas.openxmlformats.org/officeDocument/2006/relationships/image" Target="../media/image1900.png"/><Relationship Id="rId82" Type="http://schemas.openxmlformats.org/officeDocument/2006/relationships/customXml" Target="../ink/ink2256.xml"/><Relationship Id="rId199" Type="http://schemas.openxmlformats.org/officeDocument/2006/relationships/image" Target="../media/image1969.png"/><Relationship Id="rId203" Type="http://schemas.openxmlformats.org/officeDocument/2006/relationships/image" Target="../media/image1971.png"/><Relationship Id="rId19" Type="http://schemas.openxmlformats.org/officeDocument/2006/relationships/image" Target="../media/image18790.png"/><Relationship Id="rId224" Type="http://schemas.openxmlformats.org/officeDocument/2006/relationships/customXml" Target="../ink/ink2327.xml"/><Relationship Id="rId245" Type="http://schemas.openxmlformats.org/officeDocument/2006/relationships/image" Target="../media/image1992.png"/><Relationship Id="rId30" Type="http://schemas.openxmlformats.org/officeDocument/2006/relationships/customXml" Target="../ink/ink2230.xml"/><Relationship Id="rId105" Type="http://schemas.openxmlformats.org/officeDocument/2006/relationships/image" Target="../media/image1922.png"/><Relationship Id="rId126" Type="http://schemas.openxmlformats.org/officeDocument/2006/relationships/customXml" Target="../ink/ink2278.xml"/><Relationship Id="rId147" Type="http://schemas.openxmlformats.org/officeDocument/2006/relationships/image" Target="../media/image1943.png"/><Relationship Id="rId168" Type="http://schemas.openxmlformats.org/officeDocument/2006/relationships/customXml" Target="../ink/ink2299.xml"/><Relationship Id="rId51" Type="http://schemas.openxmlformats.org/officeDocument/2006/relationships/image" Target="../media/image1895.png"/><Relationship Id="rId72" Type="http://schemas.openxmlformats.org/officeDocument/2006/relationships/customXml" Target="../ink/ink2251.xml"/><Relationship Id="rId93" Type="http://schemas.openxmlformats.org/officeDocument/2006/relationships/image" Target="../media/image1916.png"/><Relationship Id="rId189" Type="http://schemas.openxmlformats.org/officeDocument/2006/relationships/image" Target="../media/image1964.png"/><Relationship Id="rId3" Type="http://schemas.openxmlformats.org/officeDocument/2006/relationships/image" Target="../media/image18710.png"/><Relationship Id="rId214" Type="http://schemas.openxmlformats.org/officeDocument/2006/relationships/customXml" Target="../ink/ink2322.xml"/><Relationship Id="rId235" Type="http://schemas.openxmlformats.org/officeDocument/2006/relationships/image" Target="../media/image1987.png"/><Relationship Id="rId116" Type="http://schemas.openxmlformats.org/officeDocument/2006/relationships/customXml" Target="../ink/ink2273.xml"/><Relationship Id="rId137" Type="http://schemas.openxmlformats.org/officeDocument/2006/relationships/image" Target="../media/image1938.png"/><Relationship Id="rId158" Type="http://schemas.openxmlformats.org/officeDocument/2006/relationships/customXml" Target="../ink/ink2294.xml"/><Relationship Id="rId20" Type="http://schemas.openxmlformats.org/officeDocument/2006/relationships/customXml" Target="../ink/ink2225.xml"/><Relationship Id="rId41" Type="http://schemas.openxmlformats.org/officeDocument/2006/relationships/image" Target="../media/image1890.png"/><Relationship Id="rId62" Type="http://schemas.openxmlformats.org/officeDocument/2006/relationships/customXml" Target="../ink/ink2246.xml"/><Relationship Id="rId83" Type="http://schemas.openxmlformats.org/officeDocument/2006/relationships/image" Target="../media/image1911.png"/><Relationship Id="rId179" Type="http://schemas.openxmlformats.org/officeDocument/2006/relationships/image" Target="../media/image1959.png"/><Relationship Id="rId190" Type="http://schemas.openxmlformats.org/officeDocument/2006/relationships/customXml" Target="../ink/ink2310.xml"/><Relationship Id="rId204" Type="http://schemas.openxmlformats.org/officeDocument/2006/relationships/customXml" Target="../ink/ink2317.xml"/><Relationship Id="rId225" Type="http://schemas.openxmlformats.org/officeDocument/2006/relationships/image" Target="../media/image1982.png"/><Relationship Id="rId246" Type="http://schemas.openxmlformats.org/officeDocument/2006/relationships/customXml" Target="../ink/ink2338.xml"/><Relationship Id="rId106" Type="http://schemas.openxmlformats.org/officeDocument/2006/relationships/customXml" Target="../ink/ink2268.xml"/><Relationship Id="rId127" Type="http://schemas.openxmlformats.org/officeDocument/2006/relationships/image" Target="../media/image1933.png"/><Relationship Id="rId10" Type="http://schemas.openxmlformats.org/officeDocument/2006/relationships/customXml" Target="../ink/ink2220.xml"/><Relationship Id="rId31" Type="http://schemas.openxmlformats.org/officeDocument/2006/relationships/image" Target="../media/image1885.png"/><Relationship Id="rId52" Type="http://schemas.openxmlformats.org/officeDocument/2006/relationships/customXml" Target="../ink/ink2241.xml"/><Relationship Id="rId73" Type="http://schemas.openxmlformats.org/officeDocument/2006/relationships/image" Target="../media/image1906.png"/><Relationship Id="rId94" Type="http://schemas.openxmlformats.org/officeDocument/2006/relationships/customXml" Target="../ink/ink2262.xml"/><Relationship Id="rId148" Type="http://schemas.openxmlformats.org/officeDocument/2006/relationships/customXml" Target="../ink/ink2289.xml"/><Relationship Id="rId169" Type="http://schemas.openxmlformats.org/officeDocument/2006/relationships/image" Target="../media/image1954.png"/><Relationship Id="rId4" Type="http://schemas.openxmlformats.org/officeDocument/2006/relationships/customXml" Target="../ink/ink2217.xml"/><Relationship Id="rId180" Type="http://schemas.openxmlformats.org/officeDocument/2006/relationships/customXml" Target="../ink/ink2305.xml"/><Relationship Id="rId215" Type="http://schemas.openxmlformats.org/officeDocument/2006/relationships/image" Target="../media/image1977.png"/><Relationship Id="rId236" Type="http://schemas.openxmlformats.org/officeDocument/2006/relationships/customXml" Target="../ink/ink2333.xml"/></Relationships>
</file>

<file path=ppt/slides/_rels/slide23.xml.rels><?xml version="1.0" encoding="UTF-8" standalone="yes"?>
<Relationships xmlns="http://schemas.openxmlformats.org/package/2006/relationships"><Relationship Id="rId26" Type="http://schemas.openxmlformats.org/officeDocument/2006/relationships/customXml" Target="../ink/ink2354.xml"/><Relationship Id="rId21" Type="http://schemas.openxmlformats.org/officeDocument/2006/relationships/image" Target="../media/image19940.png"/><Relationship Id="rId42" Type="http://schemas.openxmlformats.org/officeDocument/2006/relationships/customXml" Target="../ink/ink2362.xml"/><Relationship Id="rId47" Type="http://schemas.openxmlformats.org/officeDocument/2006/relationships/image" Target="../media/image2007.png"/><Relationship Id="rId63" Type="http://schemas.openxmlformats.org/officeDocument/2006/relationships/image" Target="../media/image2015.png"/><Relationship Id="rId68" Type="http://schemas.openxmlformats.org/officeDocument/2006/relationships/customXml" Target="../ink/ink2375.xml"/><Relationship Id="rId84" Type="http://schemas.openxmlformats.org/officeDocument/2006/relationships/customXml" Target="../ink/ink2383.xml"/><Relationship Id="rId89" Type="http://schemas.openxmlformats.org/officeDocument/2006/relationships/image" Target="../media/image2028.png"/><Relationship Id="rId16" Type="http://schemas.openxmlformats.org/officeDocument/2006/relationships/customXml" Target="../ink/ink2349.xml"/><Relationship Id="rId11" Type="http://schemas.openxmlformats.org/officeDocument/2006/relationships/image" Target="../media/image19890.png"/><Relationship Id="rId32" Type="http://schemas.openxmlformats.org/officeDocument/2006/relationships/customXml" Target="../ink/ink2357.xml"/><Relationship Id="rId37" Type="http://schemas.openxmlformats.org/officeDocument/2006/relationships/image" Target="../media/image2002.png"/><Relationship Id="rId53" Type="http://schemas.openxmlformats.org/officeDocument/2006/relationships/image" Target="../media/image2010.png"/><Relationship Id="rId58" Type="http://schemas.openxmlformats.org/officeDocument/2006/relationships/customXml" Target="../ink/ink2370.xml"/><Relationship Id="rId74" Type="http://schemas.openxmlformats.org/officeDocument/2006/relationships/customXml" Target="../ink/ink2378.xml"/><Relationship Id="rId79" Type="http://schemas.openxmlformats.org/officeDocument/2006/relationships/image" Target="../media/image2023.png"/><Relationship Id="rId5" Type="http://schemas.openxmlformats.org/officeDocument/2006/relationships/image" Target="../media/image19860.png"/><Relationship Id="rId90" Type="http://schemas.openxmlformats.org/officeDocument/2006/relationships/customXml" Target="../ink/ink2386.xml"/><Relationship Id="rId14" Type="http://schemas.openxmlformats.org/officeDocument/2006/relationships/customXml" Target="../ink/ink2348.xml"/><Relationship Id="rId22" Type="http://schemas.openxmlformats.org/officeDocument/2006/relationships/customXml" Target="../ink/ink2352.xml"/><Relationship Id="rId27" Type="http://schemas.openxmlformats.org/officeDocument/2006/relationships/image" Target="../media/image1997.png"/><Relationship Id="rId30" Type="http://schemas.openxmlformats.org/officeDocument/2006/relationships/customXml" Target="../ink/ink2356.xml"/><Relationship Id="rId35" Type="http://schemas.openxmlformats.org/officeDocument/2006/relationships/image" Target="../media/image2001.png"/><Relationship Id="rId43" Type="http://schemas.openxmlformats.org/officeDocument/2006/relationships/image" Target="../media/image2005.png"/><Relationship Id="rId48" Type="http://schemas.openxmlformats.org/officeDocument/2006/relationships/customXml" Target="../ink/ink2365.xml"/><Relationship Id="rId56" Type="http://schemas.openxmlformats.org/officeDocument/2006/relationships/customXml" Target="../ink/ink2369.xml"/><Relationship Id="rId64" Type="http://schemas.openxmlformats.org/officeDocument/2006/relationships/customXml" Target="../ink/ink2373.xml"/><Relationship Id="rId69" Type="http://schemas.openxmlformats.org/officeDocument/2006/relationships/image" Target="../media/image2018.png"/><Relationship Id="rId77" Type="http://schemas.openxmlformats.org/officeDocument/2006/relationships/image" Target="../media/image2022.png"/><Relationship Id="rId8" Type="http://schemas.openxmlformats.org/officeDocument/2006/relationships/customXml" Target="../ink/ink2345.xml"/><Relationship Id="rId51" Type="http://schemas.openxmlformats.org/officeDocument/2006/relationships/image" Target="../media/image2009.png"/><Relationship Id="rId72" Type="http://schemas.openxmlformats.org/officeDocument/2006/relationships/customXml" Target="../ink/ink2377.xml"/><Relationship Id="rId80" Type="http://schemas.openxmlformats.org/officeDocument/2006/relationships/customXml" Target="../ink/ink2381.xml"/><Relationship Id="rId85" Type="http://schemas.openxmlformats.org/officeDocument/2006/relationships/image" Target="../media/image2026.png"/><Relationship Id="rId3" Type="http://schemas.openxmlformats.org/officeDocument/2006/relationships/image" Target="../media/image19850.png"/><Relationship Id="rId12" Type="http://schemas.openxmlformats.org/officeDocument/2006/relationships/customXml" Target="../ink/ink2347.xml"/><Relationship Id="rId17" Type="http://schemas.openxmlformats.org/officeDocument/2006/relationships/image" Target="../media/image19920.png"/><Relationship Id="rId25" Type="http://schemas.openxmlformats.org/officeDocument/2006/relationships/image" Target="../media/image19960.png"/><Relationship Id="rId33" Type="http://schemas.openxmlformats.org/officeDocument/2006/relationships/image" Target="../media/image2000.png"/><Relationship Id="rId38" Type="http://schemas.openxmlformats.org/officeDocument/2006/relationships/customXml" Target="../ink/ink2360.xml"/><Relationship Id="rId46" Type="http://schemas.openxmlformats.org/officeDocument/2006/relationships/customXml" Target="../ink/ink2364.xml"/><Relationship Id="rId59" Type="http://schemas.openxmlformats.org/officeDocument/2006/relationships/image" Target="../media/image2013.png"/><Relationship Id="rId67" Type="http://schemas.openxmlformats.org/officeDocument/2006/relationships/image" Target="../media/image2017.png"/><Relationship Id="rId20" Type="http://schemas.openxmlformats.org/officeDocument/2006/relationships/customXml" Target="../ink/ink2351.xml"/><Relationship Id="rId41" Type="http://schemas.openxmlformats.org/officeDocument/2006/relationships/image" Target="../media/image2004.png"/><Relationship Id="rId54" Type="http://schemas.openxmlformats.org/officeDocument/2006/relationships/customXml" Target="../ink/ink2368.xml"/><Relationship Id="rId62" Type="http://schemas.openxmlformats.org/officeDocument/2006/relationships/customXml" Target="../ink/ink2372.xml"/><Relationship Id="rId70" Type="http://schemas.openxmlformats.org/officeDocument/2006/relationships/customXml" Target="../ink/ink2376.xml"/><Relationship Id="rId75" Type="http://schemas.openxmlformats.org/officeDocument/2006/relationships/image" Target="../media/image2021.png"/><Relationship Id="rId83" Type="http://schemas.openxmlformats.org/officeDocument/2006/relationships/image" Target="../media/image2025.png"/><Relationship Id="rId88" Type="http://schemas.openxmlformats.org/officeDocument/2006/relationships/customXml" Target="../ink/ink2385.xml"/><Relationship Id="rId91" Type="http://schemas.openxmlformats.org/officeDocument/2006/relationships/image" Target="../media/image2029.png"/><Relationship Id="rId1" Type="http://schemas.openxmlformats.org/officeDocument/2006/relationships/slideLayout" Target="../slideLayouts/slideLayout7.xml"/><Relationship Id="rId6" Type="http://schemas.openxmlformats.org/officeDocument/2006/relationships/customXml" Target="../ink/ink2344.xml"/><Relationship Id="rId15" Type="http://schemas.openxmlformats.org/officeDocument/2006/relationships/image" Target="../media/image19910.png"/><Relationship Id="rId23" Type="http://schemas.openxmlformats.org/officeDocument/2006/relationships/image" Target="../media/image19950.png"/><Relationship Id="rId28" Type="http://schemas.openxmlformats.org/officeDocument/2006/relationships/customXml" Target="../ink/ink2355.xml"/><Relationship Id="rId36" Type="http://schemas.openxmlformats.org/officeDocument/2006/relationships/customXml" Target="../ink/ink2359.xml"/><Relationship Id="rId49" Type="http://schemas.openxmlformats.org/officeDocument/2006/relationships/image" Target="../media/image2008.png"/><Relationship Id="rId57" Type="http://schemas.openxmlformats.org/officeDocument/2006/relationships/image" Target="../media/image2012.png"/><Relationship Id="rId10" Type="http://schemas.openxmlformats.org/officeDocument/2006/relationships/customXml" Target="../ink/ink2346.xml"/><Relationship Id="rId31" Type="http://schemas.openxmlformats.org/officeDocument/2006/relationships/image" Target="../media/image1999.png"/><Relationship Id="rId44" Type="http://schemas.openxmlformats.org/officeDocument/2006/relationships/customXml" Target="../ink/ink2363.xml"/><Relationship Id="rId52" Type="http://schemas.openxmlformats.org/officeDocument/2006/relationships/customXml" Target="../ink/ink2367.xml"/><Relationship Id="rId60" Type="http://schemas.openxmlformats.org/officeDocument/2006/relationships/customXml" Target="../ink/ink2371.xml"/><Relationship Id="rId65" Type="http://schemas.openxmlformats.org/officeDocument/2006/relationships/image" Target="../media/image2016.png"/><Relationship Id="rId73" Type="http://schemas.openxmlformats.org/officeDocument/2006/relationships/image" Target="../media/image2020.png"/><Relationship Id="rId78" Type="http://schemas.openxmlformats.org/officeDocument/2006/relationships/customXml" Target="../ink/ink2380.xml"/><Relationship Id="rId81" Type="http://schemas.openxmlformats.org/officeDocument/2006/relationships/image" Target="../media/image2024.png"/><Relationship Id="rId86" Type="http://schemas.openxmlformats.org/officeDocument/2006/relationships/customXml" Target="../ink/ink2384.xml"/><Relationship Id="rId4" Type="http://schemas.openxmlformats.org/officeDocument/2006/relationships/customXml" Target="../ink/ink2343.xml"/><Relationship Id="rId9" Type="http://schemas.openxmlformats.org/officeDocument/2006/relationships/image" Target="../media/image19880.png"/><Relationship Id="rId13" Type="http://schemas.openxmlformats.org/officeDocument/2006/relationships/image" Target="../media/image19900.png"/><Relationship Id="rId18" Type="http://schemas.openxmlformats.org/officeDocument/2006/relationships/customXml" Target="../ink/ink2350.xml"/><Relationship Id="rId39" Type="http://schemas.openxmlformats.org/officeDocument/2006/relationships/image" Target="../media/image2003.png"/><Relationship Id="rId34" Type="http://schemas.openxmlformats.org/officeDocument/2006/relationships/customXml" Target="../ink/ink2358.xml"/><Relationship Id="rId50" Type="http://schemas.openxmlformats.org/officeDocument/2006/relationships/customXml" Target="../ink/ink2366.xml"/><Relationship Id="rId55" Type="http://schemas.openxmlformats.org/officeDocument/2006/relationships/image" Target="../media/image2011.png"/><Relationship Id="rId76" Type="http://schemas.openxmlformats.org/officeDocument/2006/relationships/customXml" Target="../ink/ink2379.xml"/><Relationship Id="rId7" Type="http://schemas.openxmlformats.org/officeDocument/2006/relationships/image" Target="../media/image19870.png"/><Relationship Id="rId71" Type="http://schemas.openxmlformats.org/officeDocument/2006/relationships/image" Target="../media/image2019.png"/><Relationship Id="rId2" Type="http://schemas.openxmlformats.org/officeDocument/2006/relationships/customXml" Target="../ink/ink2342.xml"/><Relationship Id="rId29" Type="http://schemas.openxmlformats.org/officeDocument/2006/relationships/image" Target="../media/image1998.png"/><Relationship Id="rId24" Type="http://schemas.openxmlformats.org/officeDocument/2006/relationships/customXml" Target="../ink/ink2353.xml"/><Relationship Id="rId40" Type="http://schemas.openxmlformats.org/officeDocument/2006/relationships/customXml" Target="../ink/ink2361.xml"/><Relationship Id="rId45" Type="http://schemas.openxmlformats.org/officeDocument/2006/relationships/image" Target="../media/image2006.png"/><Relationship Id="rId66" Type="http://schemas.openxmlformats.org/officeDocument/2006/relationships/customXml" Target="../ink/ink2374.xml"/><Relationship Id="rId87" Type="http://schemas.openxmlformats.org/officeDocument/2006/relationships/image" Target="../media/image2027.png"/><Relationship Id="rId61" Type="http://schemas.openxmlformats.org/officeDocument/2006/relationships/image" Target="../media/image2014.png"/><Relationship Id="rId82" Type="http://schemas.openxmlformats.org/officeDocument/2006/relationships/customXml" Target="../ink/ink2382.xml"/><Relationship Id="rId19" Type="http://schemas.openxmlformats.org/officeDocument/2006/relationships/image" Target="../media/image19930.png"/></Relationships>
</file>

<file path=ppt/slides/_rels/slide24.xml.rels><?xml version="1.0" encoding="UTF-8" standalone="yes"?>
<Relationships xmlns="http://schemas.openxmlformats.org/package/2006/relationships"><Relationship Id="rId117" Type="http://schemas.openxmlformats.org/officeDocument/2006/relationships/image" Target="../media/image2087.png"/><Relationship Id="rId21" Type="http://schemas.openxmlformats.org/officeDocument/2006/relationships/image" Target="../media/image2039.png"/><Relationship Id="rId63" Type="http://schemas.openxmlformats.org/officeDocument/2006/relationships/image" Target="../media/image2060.png"/><Relationship Id="rId159" Type="http://schemas.openxmlformats.org/officeDocument/2006/relationships/image" Target="../media/image2108.png"/><Relationship Id="rId170" Type="http://schemas.openxmlformats.org/officeDocument/2006/relationships/customXml" Target="../ink/ink2471.xml"/><Relationship Id="rId226" Type="http://schemas.openxmlformats.org/officeDocument/2006/relationships/customXml" Target="../ink/ink2499.xml"/><Relationship Id="rId268" Type="http://schemas.openxmlformats.org/officeDocument/2006/relationships/customXml" Target="../ink/ink2520.xml"/><Relationship Id="rId32" Type="http://schemas.openxmlformats.org/officeDocument/2006/relationships/customXml" Target="../ink/ink2402.xml"/><Relationship Id="rId74" Type="http://schemas.openxmlformats.org/officeDocument/2006/relationships/customXml" Target="../ink/ink2423.xml"/><Relationship Id="rId128" Type="http://schemas.openxmlformats.org/officeDocument/2006/relationships/customXml" Target="../ink/ink2450.xml"/><Relationship Id="rId5" Type="http://schemas.openxmlformats.org/officeDocument/2006/relationships/image" Target="../media/image2031.png"/><Relationship Id="rId181" Type="http://schemas.openxmlformats.org/officeDocument/2006/relationships/image" Target="../media/image2119.png"/><Relationship Id="rId237" Type="http://schemas.openxmlformats.org/officeDocument/2006/relationships/image" Target="../media/image2147.png"/><Relationship Id="rId279" Type="http://schemas.openxmlformats.org/officeDocument/2006/relationships/image" Target="../media/image2168.png"/><Relationship Id="rId43" Type="http://schemas.openxmlformats.org/officeDocument/2006/relationships/image" Target="../media/image2050.png"/><Relationship Id="rId139" Type="http://schemas.openxmlformats.org/officeDocument/2006/relationships/image" Target="../media/image2098.png"/><Relationship Id="rId290" Type="http://schemas.openxmlformats.org/officeDocument/2006/relationships/customXml" Target="../ink/ink2531.xml"/><Relationship Id="rId85" Type="http://schemas.openxmlformats.org/officeDocument/2006/relationships/image" Target="../media/image2071.png"/><Relationship Id="rId150" Type="http://schemas.openxmlformats.org/officeDocument/2006/relationships/customXml" Target="../ink/ink2461.xml"/><Relationship Id="rId192" Type="http://schemas.openxmlformats.org/officeDocument/2006/relationships/customXml" Target="../ink/ink2482.xml"/><Relationship Id="rId206" Type="http://schemas.openxmlformats.org/officeDocument/2006/relationships/customXml" Target="../ink/ink2489.xml"/><Relationship Id="rId248" Type="http://schemas.openxmlformats.org/officeDocument/2006/relationships/customXml" Target="../ink/ink2510.xml"/><Relationship Id="rId12" Type="http://schemas.openxmlformats.org/officeDocument/2006/relationships/customXml" Target="../ink/ink2392.xml"/><Relationship Id="rId108" Type="http://schemas.openxmlformats.org/officeDocument/2006/relationships/customXml" Target="../ink/ink2440.xml"/><Relationship Id="rId54" Type="http://schemas.openxmlformats.org/officeDocument/2006/relationships/customXml" Target="../ink/ink2413.xml"/><Relationship Id="rId75" Type="http://schemas.openxmlformats.org/officeDocument/2006/relationships/image" Target="../media/image2066.png"/><Relationship Id="rId96" Type="http://schemas.openxmlformats.org/officeDocument/2006/relationships/customXml" Target="../ink/ink2434.xml"/><Relationship Id="rId140" Type="http://schemas.openxmlformats.org/officeDocument/2006/relationships/customXml" Target="../ink/ink2456.xml"/><Relationship Id="rId161" Type="http://schemas.openxmlformats.org/officeDocument/2006/relationships/image" Target="../media/image2109.png"/><Relationship Id="rId182" Type="http://schemas.openxmlformats.org/officeDocument/2006/relationships/customXml" Target="../ink/ink2477.xml"/><Relationship Id="rId217" Type="http://schemas.openxmlformats.org/officeDocument/2006/relationships/image" Target="../media/image2137.png"/><Relationship Id="rId6" Type="http://schemas.openxmlformats.org/officeDocument/2006/relationships/customXml" Target="../ink/ink2389.xml"/><Relationship Id="rId238" Type="http://schemas.openxmlformats.org/officeDocument/2006/relationships/customXml" Target="../ink/ink2505.xml"/><Relationship Id="rId259" Type="http://schemas.openxmlformats.org/officeDocument/2006/relationships/image" Target="../media/image2158.png"/><Relationship Id="rId23" Type="http://schemas.openxmlformats.org/officeDocument/2006/relationships/image" Target="../media/image2040.png"/><Relationship Id="rId119" Type="http://schemas.openxmlformats.org/officeDocument/2006/relationships/image" Target="../media/image2088.png"/><Relationship Id="rId270" Type="http://schemas.openxmlformats.org/officeDocument/2006/relationships/customXml" Target="../ink/ink2521.xml"/><Relationship Id="rId291" Type="http://schemas.openxmlformats.org/officeDocument/2006/relationships/image" Target="../media/image2174.png"/><Relationship Id="rId44" Type="http://schemas.openxmlformats.org/officeDocument/2006/relationships/customXml" Target="../ink/ink2408.xml"/><Relationship Id="rId65" Type="http://schemas.openxmlformats.org/officeDocument/2006/relationships/image" Target="../media/image2061.png"/><Relationship Id="rId86" Type="http://schemas.openxmlformats.org/officeDocument/2006/relationships/customXml" Target="../ink/ink2429.xml"/><Relationship Id="rId130" Type="http://schemas.openxmlformats.org/officeDocument/2006/relationships/customXml" Target="../ink/ink2451.xml"/><Relationship Id="rId151" Type="http://schemas.openxmlformats.org/officeDocument/2006/relationships/image" Target="../media/image2104.png"/><Relationship Id="rId172" Type="http://schemas.openxmlformats.org/officeDocument/2006/relationships/customXml" Target="../ink/ink2472.xml"/><Relationship Id="rId193" Type="http://schemas.openxmlformats.org/officeDocument/2006/relationships/image" Target="../media/image2125.png"/><Relationship Id="rId207" Type="http://schemas.openxmlformats.org/officeDocument/2006/relationships/image" Target="../media/image2132.png"/><Relationship Id="rId228" Type="http://schemas.openxmlformats.org/officeDocument/2006/relationships/customXml" Target="../ink/ink2500.xml"/><Relationship Id="rId249" Type="http://schemas.openxmlformats.org/officeDocument/2006/relationships/image" Target="../media/image2153.png"/><Relationship Id="rId13" Type="http://schemas.openxmlformats.org/officeDocument/2006/relationships/image" Target="../media/image2035.png"/><Relationship Id="rId109" Type="http://schemas.openxmlformats.org/officeDocument/2006/relationships/image" Target="../media/image2083.png"/><Relationship Id="rId260" Type="http://schemas.openxmlformats.org/officeDocument/2006/relationships/customXml" Target="../ink/ink2516.xml"/><Relationship Id="rId281" Type="http://schemas.openxmlformats.org/officeDocument/2006/relationships/image" Target="../media/image2169.png"/><Relationship Id="rId34" Type="http://schemas.openxmlformats.org/officeDocument/2006/relationships/customXml" Target="../ink/ink2403.xml"/><Relationship Id="rId55" Type="http://schemas.openxmlformats.org/officeDocument/2006/relationships/image" Target="../media/image2056.png"/><Relationship Id="rId76" Type="http://schemas.openxmlformats.org/officeDocument/2006/relationships/customXml" Target="../ink/ink2424.xml"/><Relationship Id="rId97" Type="http://schemas.openxmlformats.org/officeDocument/2006/relationships/image" Target="../media/image2077.png"/><Relationship Id="rId120" Type="http://schemas.openxmlformats.org/officeDocument/2006/relationships/customXml" Target="../ink/ink2446.xml"/><Relationship Id="rId141" Type="http://schemas.openxmlformats.org/officeDocument/2006/relationships/image" Target="../media/image2099.png"/><Relationship Id="rId7" Type="http://schemas.openxmlformats.org/officeDocument/2006/relationships/image" Target="../media/image2032.png"/><Relationship Id="rId162" Type="http://schemas.openxmlformats.org/officeDocument/2006/relationships/customXml" Target="../ink/ink2467.xml"/><Relationship Id="rId183" Type="http://schemas.openxmlformats.org/officeDocument/2006/relationships/image" Target="../media/image2120.png"/><Relationship Id="rId218" Type="http://schemas.openxmlformats.org/officeDocument/2006/relationships/customXml" Target="../ink/ink2495.xml"/><Relationship Id="rId239" Type="http://schemas.openxmlformats.org/officeDocument/2006/relationships/image" Target="../media/image2148.png"/><Relationship Id="rId250" Type="http://schemas.openxmlformats.org/officeDocument/2006/relationships/customXml" Target="../ink/ink2511.xml"/><Relationship Id="rId271" Type="http://schemas.openxmlformats.org/officeDocument/2006/relationships/image" Target="../media/image2164.png"/><Relationship Id="rId292" Type="http://schemas.openxmlformats.org/officeDocument/2006/relationships/customXml" Target="../ink/ink2532.xml"/><Relationship Id="rId24" Type="http://schemas.openxmlformats.org/officeDocument/2006/relationships/customXml" Target="../ink/ink2398.xml"/><Relationship Id="rId45" Type="http://schemas.openxmlformats.org/officeDocument/2006/relationships/image" Target="../media/image2051.png"/><Relationship Id="rId66" Type="http://schemas.openxmlformats.org/officeDocument/2006/relationships/customXml" Target="../ink/ink2419.xml"/><Relationship Id="rId87" Type="http://schemas.openxmlformats.org/officeDocument/2006/relationships/image" Target="../media/image2072.png"/><Relationship Id="rId110" Type="http://schemas.openxmlformats.org/officeDocument/2006/relationships/customXml" Target="../ink/ink2441.xml"/><Relationship Id="rId131" Type="http://schemas.openxmlformats.org/officeDocument/2006/relationships/image" Target="../media/image2094.png"/><Relationship Id="rId152" Type="http://schemas.openxmlformats.org/officeDocument/2006/relationships/customXml" Target="../ink/ink2462.xml"/><Relationship Id="rId173" Type="http://schemas.openxmlformats.org/officeDocument/2006/relationships/image" Target="../media/image2115.png"/><Relationship Id="rId194" Type="http://schemas.openxmlformats.org/officeDocument/2006/relationships/customXml" Target="../ink/ink2483.xml"/><Relationship Id="rId208" Type="http://schemas.openxmlformats.org/officeDocument/2006/relationships/customXml" Target="../ink/ink2490.xml"/><Relationship Id="rId229" Type="http://schemas.openxmlformats.org/officeDocument/2006/relationships/image" Target="../media/image2143.png"/><Relationship Id="rId240" Type="http://schemas.openxmlformats.org/officeDocument/2006/relationships/customXml" Target="../ink/ink2506.xml"/><Relationship Id="rId261" Type="http://schemas.openxmlformats.org/officeDocument/2006/relationships/image" Target="../media/image2159.png"/><Relationship Id="rId14" Type="http://schemas.openxmlformats.org/officeDocument/2006/relationships/customXml" Target="../ink/ink2393.xml"/><Relationship Id="rId35" Type="http://schemas.openxmlformats.org/officeDocument/2006/relationships/image" Target="../media/image2046.png"/><Relationship Id="rId56" Type="http://schemas.openxmlformats.org/officeDocument/2006/relationships/customXml" Target="../ink/ink2414.xml"/><Relationship Id="rId77" Type="http://schemas.openxmlformats.org/officeDocument/2006/relationships/image" Target="../media/image2067.png"/><Relationship Id="rId100" Type="http://schemas.openxmlformats.org/officeDocument/2006/relationships/customXml" Target="../ink/ink2436.xml"/><Relationship Id="rId282" Type="http://schemas.openxmlformats.org/officeDocument/2006/relationships/customXml" Target="../ink/ink2527.xml"/><Relationship Id="rId8" Type="http://schemas.openxmlformats.org/officeDocument/2006/relationships/customXml" Target="../ink/ink2390.xml"/><Relationship Id="rId98" Type="http://schemas.openxmlformats.org/officeDocument/2006/relationships/customXml" Target="../ink/ink2435.xml"/><Relationship Id="rId121" Type="http://schemas.openxmlformats.org/officeDocument/2006/relationships/image" Target="../media/image2089.png"/><Relationship Id="rId142" Type="http://schemas.openxmlformats.org/officeDocument/2006/relationships/customXml" Target="../ink/ink2457.xml"/><Relationship Id="rId163" Type="http://schemas.openxmlformats.org/officeDocument/2006/relationships/image" Target="../media/image2110.png"/><Relationship Id="rId184" Type="http://schemas.openxmlformats.org/officeDocument/2006/relationships/customXml" Target="../ink/ink2478.xml"/><Relationship Id="rId219" Type="http://schemas.openxmlformats.org/officeDocument/2006/relationships/image" Target="../media/image2138.png"/><Relationship Id="rId230" Type="http://schemas.openxmlformats.org/officeDocument/2006/relationships/customXml" Target="../ink/ink2501.xml"/><Relationship Id="rId251" Type="http://schemas.openxmlformats.org/officeDocument/2006/relationships/image" Target="../media/image2154.png"/><Relationship Id="rId25" Type="http://schemas.openxmlformats.org/officeDocument/2006/relationships/image" Target="../media/image2041.png"/><Relationship Id="rId46" Type="http://schemas.openxmlformats.org/officeDocument/2006/relationships/customXml" Target="../ink/ink2409.xml"/><Relationship Id="rId67" Type="http://schemas.openxmlformats.org/officeDocument/2006/relationships/image" Target="../media/image2062.png"/><Relationship Id="rId272" Type="http://schemas.openxmlformats.org/officeDocument/2006/relationships/customXml" Target="../ink/ink2522.xml"/><Relationship Id="rId293" Type="http://schemas.openxmlformats.org/officeDocument/2006/relationships/image" Target="../media/image2175.png"/><Relationship Id="rId88" Type="http://schemas.openxmlformats.org/officeDocument/2006/relationships/customXml" Target="../ink/ink2430.xml"/><Relationship Id="rId111" Type="http://schemas.openxmlformats.org/officeDocument/2006/relationships/image" Target="../media/image2084.png"/><Relationship Id="rId132" Type="http://schemas.openxmlformats.org/officeDocument/2006/relationships/customXml" Target="../ink/ink2452.xml"/><Relationship Id="rId153" Type="http://schemas.openxmlformats.org/officeDocument/2006/relationships/image" Target="../media/image2105.png"/><Relationship Id="rId174" Type="http://schemas.openxmlformats.org/officeDocument/2006/relationships/customXml" Target="../ink/ink2473.xml"/><Relationship Id="rId195" Type="http://schemas.openxmlformats.org/officeDocument/2006/relationships/image" Target="../media/image2126.png"/><Relationship Id="rId209" Type="http://schemas.openxmlformats.org/officeDocument/2006/relationships/image" Target="../media/image2133.png"/><Relationship Id="rId220" Type="http://schemas.openxmlformats.org/officeDocument/2006/relationships/customXml" Target="../ink/ink2496.xml"/><Relationship Id="rId241" Type="http://schemas.openxmlformats.org/officeDocument/2006/relationships/image" Target="../media/image2149.png"/><Relationship Id="rId15" Type="http://schemas.openxmlformats.org/officeDocument/2006/relationships/image" Target="../media/image2036.png"/><Relationship Id="rId36" Type="http://schemas.openxmlformats.org/officeDocument/2006/relationships/customXml" Target="../ink/ink2404.xml"/><Relationship Id="rId57" Type="http://schemas.openxmlformats.org/officeDocument/2006/relationships/image" Target="../media/image2057.png"/><Relationship Id="rId262" Type="http://schemas.openxmlformats.org/officeDocument/2006/relationships/customXml" Target="../ink/ink2517.xml"/><Relationship Id="rId283" Type="http://schemas.openxmlformats.org/officeDocument/2006/relationships/image" Target="../media/image2170.png"/><Relationship Id="rId78" Type="http://schemas.openxmlformats.org/officeDocument/2006/relationships/customXml" Target="../ink/ink2425.xml"/><Relationship Id="rId99" Type="http://schemas.openxmlformats.org/officeDocument/2006/relationships/image" Target="../media/image2078.png"/><Relationship Id="rId101" Type="http://schemas.openxmlformats.org/officeDocument/2006/relationships/image" Target="../media/image2079.png"/><Relationship Id="rId122" Type="http://schemas.openxmlformats.org/officeDocument/2006/relationships/customXml" Target="../ink/ink2447.xml"/><Relationship Id="rId143" Type="http://schemas.openxmlformats.org/officeDocument/2006/relationships/image" Target="../media/image2100.png"/><Relationship Id="rId164" Type="http://schemas.openxmlformats.org/officeDocument/2006/relationships/customXml" Target="../ink/ink2468.xml"/><Relationship Id="rId185" Type="http://schemas.openxmlformats.org/officeDocument/2006/relationships/image" Target="../media/image2121.png"/><Relationship Id="rId9" Type="http://schemas.openxmlformats.org/officeDocument/2006/relationships/image" Target="../media/image2033.png"/><Relationship Id="rId210" Type="http://schemas.openxmlformats.org/officeDocument/2006/relationships/customXml" Target="../ink/ink2491.xml"/><Relationship Id="rId26" Type="http://schemas.openxmlformats.org/officeDocument/2006/relationships/customXml" Target="../ink/ink2399.xml"/><Relationship Id="rId231" Type="http://schemas.openxmlformats.org/officeDocument/2006/relationships/image" Target="../media/image2144.png"/><Relationship Id="rId252" Type="http://schemas.openxmlformats.org/officeDocument/2006/relationships/customXml" Target="../ink/ink2512.xml"/><Relationship Id="rId273" Type="http://schemas.openxmlformats.org/officeDocument/2006/relationships/image" Target="../media/image2165.png"/><Relationship Id="rId294" Type="http://schemas.openxmlformats.org/officeDocument/2006/relationships/customXml" Target="../ink/ink2533.xml"/><Relationship Id="rId47" Type="http://schemas.openxmlformats.org/officeDocument/2006/relationships/image" Target="../media/image2052.png"/><Relationship Id="rId68" Type="http://schemas.openxmlformats.org/officeDocument/2006/relationships/customXml" Target="../ink/ink2420.xml"/><Relationship Id="rId89" Type="http://schemas.openxmlformats.org/officeDocument/2006/relationships/image" Target="../media/image2073.png"/><Relationship Id="rId112" Type="http://schemas.openxmlformats.org/officeDocument/2006/relationships/customXml" Target="../ink/ink2442.xml"/><Relationship Id="rId133" Type="http://schemas.openxmlformats.org/officeDocument/2006/relationships/image" Target="../media/image2095.png"/><Relationship Id="rId154" Type="http://schemas.openxmlformats.org/officeDocument/2006/relationships/customXml" Target="../ink/ink2463.xml"/><Relationship Id="rId175" Type="http://schemas.openxmlformats.org/officeDocument/2006/relationships/image" Target="../media/image2116.png"/><Relationship Id="rId196" Type="http://schemas.openxmlformats.org/officeDocument/2006/relationships/customXml" Target="../ink/ink2484.xml"/><Relationship Id="rId200" Type="http://schemas.openxmlformats.org/officeDocument/2006/relationships/customXml" Target="../ink/ink2486.xml"/><Relationship Id="rId16" Type="http://schemas.openxmlformats.org/officeDocument/2006/relationships/customXml" Target="../ink/ink2394.xml"/><Relationship Id="rId221" Type="http://schemas.openxmlformats.org/officeDocument/2006/relationships/image" Target="../media/image2139.png"/><Relationship Id="rId242" Type="http://schemas.openxmlformats.org/officeDocument/2006/relationships/customXml" Target="../ink/ink2507.xml"/><Relationship Id="rId263" Type="http://schemas.openxmlformats.org/officeDocument/2006/relationships/image" Target="../media/image2160.png"/><Relationship Id="rId284" Type="http://schemas.openxmlformats.org/officeDocument/2006/relationships/customXml" Target="../ink/ink2528.xml"/><Relationship Id="rId37" Type="http://schemas.openxmlformats.org/officeDocument/2006/relationships/image" Target="../media/image2047.png"/><Relationship Id="rId58" Type="http://schemas.openxmlformats.org/officeDocument/2006/relationships/customXml" Target="../ink/ink2415.xml"/><Relationship Id="rId79" Type="http://schemas.openxmlformats.org/officeDocument/2006/relationships/image" Target="../media/image2068.png"/><Relationship Id="rId102" Type="http://schemas.openxmlformats.org/officeDocument/2006/relationships/customXml" Target="../ink/ink2437.xml"/><Relationship Id="rId123" Type="http://schemas.openxmlformats.org/officeDocument/2006/relationships/image" Target="../media/image2090.png"/><Relationship Id="rId144" Type="http://schemas.openxmlformats.org/officeDocument/2006/relationships/customXml" Target="../ink/ink2458.xml"/><Relationship Id="rId90" Type="http://schemas.openxmlformats.org/officeDocument/2006/relationships/customXml" Target="../ink/ink2431.xml"/><Relationship Id="rId165" Type="http://schemas.openxmlformats.org/officeDocument/2006/relationships/image" Target="../media/image2111.png"/><Relationship Id="rId186" Type="http://schemas.openxmlformats.org/officeDocument/2006/relationships/customXml" Target="../ink/ink2479.xml"/><Relationship Id="rId211" Type="http://schemas.openxmlformats.org/officeDocument/2006/relationships/image" Target="../media/image2134.png"/><Relationship Id="rId232" Type="http://schemas.openxmlformats.org/officeDocument/2006/relationships/customXml" Target="../ink/ink2502.xml"/><Relationship Id="rId253" Type="http://schemas.openxmlformats.org/officeDocument/2006/relationships/image" Target="../media/image2155.png"/><Relationship Id="rId274" Type="http://schemas.openxmlformats.org/officeDocument/2006/relationships/customXml" Target="../ink/ink2523.xml"/><Relationship Id="rId295" Type="http://schemas.openxmlformats.org/officeDocument/2006/relationships/image" Target="../media/image2176.png"/><Relationship Id="rId27" Type="http://schemas.openxmlformats.org/officeDocument/2006/relationships/image" Target="../media/image2042.png"/><Relationship Id="rId48" Type="http://schemas.openxmlformats.org/officeDocument/2006/relationships/customXml" Target="../ink/ink2410.xml"/><Relationship Id="rId69" Type="http://schemas.openxmlformats.org/officeDocument/2006/relationships/image" Target="../media/image2063.png"/><Relationship Id="rId113" Type="http://schemas.openxmlformats.org/officeDocument/2006/relationships/image" Target="../media/image2085.png"/><Relationship Id="rId134" Type="http://schemas.openxmlformats.org/officeDocument/2006/relationships/customXml" Target="../ink/ink2453.xml"/><Relationship Id="rId80" Type="http://schemas.openxmlformats.org/officeDocument/2006/relationships/customXml" Target="../ink/ink2426.xml"/><Relationship Id="rId155" Type="http://schemas.openxmlformats.org/officeDocument/2006/relationships/image" Target="../media/image2106.png"/><Relationship Id="rId176" Type="http://schemas.openxmlformats.org/officeDocument/2006/relationships/customXml" Target="../ink/ink2474.xml"/><Relationship Id="rId197" Type="http://schemas.openxmlformats.org/officeDocument/2006/relationships/image" Target="../media/image2127.png"/><Relationship Id="rId201" Type="http://schemas.openxmlformats.org/officeDocument/2006/relationships/image" Target="../media/image2129.png"/><Relationship Id="rId222" Type="http://schemas.openxmlformats.org/officeDocument/2006/relationships/customXml" Target="../ink/ink2497.xml"/><Relationship Id="rId243" Type="http://schemas.openxmlformats.org/officeDocument/2006/relationships/image" Target="../media/image2150.png"/><Relationship Id="rId264" Type="http://schemas.openxmlformats.org/officeDocument/2006/relationships/customXml" Target="../ink/ink2518.xml"/><Relationship Id="rId285" Type="http://schemas.openxmlformats.org/officeDocument/2006/relationships/image" Target="../media/image2171.png"/><Relationship Id="rId17" Type="http://schemas.openxmlformats.org/officeDocument/2006/relationships/image" Target="../media/image2037.png"/><Relationship Id="rId38" Type="http://schemas.openxmlformats.org/officeDocument/2006/relationships/customXml" Target="../ink/ink2405.xml"/><Relationship Id="rId59" Type="http://schemas.openxmlformats.org/officeDocument/2006/relationships/image" Target="../media/image2058.png"/><Relationship Id="rId103" Type="http://schemas.openxmlformats.org/officeDocument/2006/relationships/image" Target="../media/image2080.png"/><Relationship Id="rId124" Type="http://schemas.openxmlformats.org/officeDocument/2006/relationships/customXml" Target="../ink/ink2448.xml"/><Relationship Id="rId70" Type="http://schemas.openxmlformats.org/officeDocument/2006/relationships/customXml" Target="../ink/ink2421.xml"/><Relationship Id="rId91" Type="http://schemas.openxmlformats.org/officeDocument/2006/relationships/image" Target="../media/image2074.png"/><Relationship Id="rId145" Type="http://schemas.openxmlformats.org/officeDocument/2006/relationships/image" Target="../media/image2101.png"/><Relationship Id="rId166" Type="http://schemas.openxmlformats.org/officeDocument/2006/relationships/customXml" Target="../ink/ink2469.xml"/><Relationship Id="rId187" Type="http://schemas.openxmlformats.org/officeDocument/2006/relationships/image" Target="../media/image2122.png"/><Relationship Id="rId1" Type="http://schemas.openxmlformats.org/officeDocument/2006/relationships/slideLayout" Target="../slideLayouts/slideLayout7.xml"/><Relationship Id="rId212" Type="http://schemas.openxmlformats.org/officeDocument/2006/relationships/customXml" Target="../ink/ink2492.xml"/><Relationship Id="rId233" Type="http://schemas.openxmlformats.org/officeDocument/2006/relationships/image" Target="../media/image2145.png"/><Relationship Id="rId254" Type="http://schemas.openxmlformats.org/officeDocument/2006/relationships/customXml" Target="../ink/ink2513.xml"/><Relationship Id="rId28" Type="http://schemas.openxmlformats.org/officeDocument/2006/relationships/customXml" Target="../ink/ink2400.xml"/><Relationship Id="rId49" Type="http://schemas.openxmlformats.org/officeDocument/2006/relationships/image" Target="../media/image2053.png"/><Relationship Id="rId114" Type="http://schemas.openxmlformats.org/officeDocument/2006/relationships/customXml" Target="../ink/ink2443.xml"/><Relationship Id="rId275" Type="http://schemas.openxmlformats.org/officeDocument/2006/relationships/image" Target="../media/image2166.png"/><Relationship Id="rId296" Type="http://schemas.openxmlformats.org/officeDocument/2006/relationships/customXml" Target="../ink/ink2534.xml"/><Relationship Id="rId60" Type="http://schemas.openxmlformats.org/officeDocument/2006/relationships/customXml" Target="../ink/ink2416.xml"/><Relationship Id="rId81" Type="http://schemas.openxmlformats.org/officeDocument/2006/relationships/image" Target="../media/image2069.png"/><Relationship Id="rId135" Type="http://schemas.openxmlformats.org/officeDocument/2006/relationships/image" Target="../media/image2096.png"/><Relationship Id="rId156" Type="http://schemas.openxmlformats.org/officeDocument/2006/relationships/customXml" Target="../ink/ink2464.xml"/><Relationship Id="rId177" Type="http://schemas.openxmlformats.org/officeDocument/2006/relationships/image" Target="../media/image2117.png"/><Relationship Id="rId198" Type="http://schemas.openxmlformats.org/officeDocument/2006/relationships/customXml" Target="../ink/ink2485.xml"/><Relationship Id="rId202" Type="http://schemas.openxmlformats.org/officeDocument/2006/relationships/customXml" Target="../ink/ink2487.xml"/><Relationship Id="rId223" Type="http://schemas.openxmlformats.org/officeDocument/2006/relationships/image" Target="../media/image2140.png"/><Relationship Id="rId244" Type="http://schemas.openxmlformats.org/officeDocument/2006/relationships/customXml" Target="../ink/ink2508.xml"/><Relationship Id="rId18" Type="http://schemas.openxmlformats.org/officeDocument/2006/relationships/customXml" Target="../ink/ink2395.xml"/><Relationship Id="rId39" Type="http://schemas.openxmlformats.org/officeDocument/2006/relationships/image" Target="../media/image2048.png"/><Relationship Id="rId265" Type="http://schemas.openxmlformats.org/officeDocument/2006/relationships/image" Target="../media/image2161.png"/><Relationship Id="rId286" Type="http://schemas.openxmlformats.org/officeDocument/2006/relationships/customXml" Target="../ink/ink2529.xml"/><Relationship Id="rId50" Type="http://schemas.openxmlformats.org/officeDocument/2006/relationships/customXml" Target="../ink/ink2411.xml"/><Relationship Id="rId104" Type="http://schemas.openxmlformats.org/officeDocument/2006/relationships/customXml" Target="../ink/ink2438.xml"/><Relationship Id="rId125" Type="http://schemas.openxmlformats.org/officeDocument/2006/relationships/image" Target="../media/image2091.png"/><Relationship Id="rId146" Type="http://schemas.openxmlformats.org/officeDocument/2006/relationships/customXml" Target="../ink/ink2459.xml"/><Relationship Id="rId167" Type="http://schemas.openxmlformats.org/officeDocument/2006/relationships/image" Target="../media/image2112.png"/><Relationship Id="rId188" Type="http://schemas.openxmlformats.org/officeDocument/2006/relationships/customXml" Target="../ink/ink2480.xml"/><Relationship Id="rId71" Type="http://schemas.openxmlformats.org/officeDocument/2006/relationships/image" Target="../media/image2064.png"/><Relationship Id="rId92" Type="http://schemas.openxmlformats.org/officeDocument/2006/relationships/customXml" Target="../ink/ink2432.xml"/><Relationship Id="rId213" Type="http://schemas.openxmlformats.org/officeDocument/2006/relationships/image" Target="../media/image2135.png"/><Relationship Id="rId234" Type="http://schemas.openxmlformats.org/officeDocument/2006/relationships/customXml" Target="../ink/ink2503.xml"/><Relationship Id="rId2" Type="http://schemas.openxmlformats.org/officeDocument/2006/relationships/customXml" Target="../ink/ink2387.xml"/><Relationship Id="rId29" Type="http://schemas.openxmlformats.org/officeDocument/2006/relationships/image" Target="../media/image2043.png"/><Relationship Id="rId255" Type="http://schemas.openxmlformats.org/officeDocument/2006/relationships/image" Target="../media/image2156.png"/><Relationship Id="rId276" Type="http://schemas.openxmlformats.org/officeDocument/2006/relationships/customXml" Target="../ink/ink2524.xml"/><Relationship Id="rId297" Type="http://schemas.openxmlformats.org/officeDocument/2006/relationships/image" Target="../media/image2177.png"/><Relationship Id="rId40" Type="http://schemas.openxmlformats.org/officeDocument/2006/relationships/customXml" Target="../ink/ink2406.xml"/><Relationship Id="rId115" Type="http://schemas.openxmlformats.org/officeDocument/2006/relationships/image" Target="../media/image2086.png"/><Relationship Id="rId136" Type="http://schemas.openxmlformats.org/officeDocument/2006/relationships/customXml" Target="../ink/ink2454.xml"/><Relationship Id="rId157" Type="http://schemas.openxmlformats.org/officeDocument/2006/relationships/image" Target="../media/image2107.png"/><Relationship Id="rId178" Type="http://schemas.openxmlformats.org/officeDocument/2006/relationships/customXml" Target="../ink/ink2475.xml"/><Relationship Id="rId61" Type="http://schemas.openxmlformats.org/officeDocument/2006/relationships/image" Target="../media/image2059.png"/><Relationship Id="rId82" Type="http://schemas.openxmlformats.org/officeDocument/2006/relationships/customXml" Target="../ink/ink2427.xml"/><Relationship Id="rId199" Type="http://schemas.openxmlformats.org/officeDocument/2006/relationships/image" Target="../media/image2128.png"/><Relationship Id="rId203" Type="http://schemas.openxmlformats.org/officeDocument/2006/relationships/image" Target="../media/image2130.png"/><Relationship Id="rId19" Type="http://schemas.openxmlformats.org/officeDocument/2006/relationships/image" Target="../media/image2038.png"/><Relationship Id="rId224" Type="http://schemas.openxmlformats.org/officeDocument/2006/relationships/customXml" Target="../ink/ink2498.xml"/><Relationship Id="rId245" Type="http://schemas.openxmlformats.org/officeDocument/2006/relationships/image" Target="../media/image2151.png"/><Relationship Id="rId266" Type="http://schemas.openxmlformats.org/officeDocument/2006/relationships/customXml" Target="../ink/ink2519.xml"/><Relationship Id="rId287" Type="http://schemas.openxmlformats.org/officeDocument/2006/relationships/image" Target="../media/image2172.png"/><Relationship Id="rId30" Type="http://schemas.openxmlformats.org/officeDocument/2006/relationships/customXml" Target="../ink/ink2401.xml"/><Relationship Id="rId105" Type="http://schemas.openxmlformats.org/officeDocument/2006/relationships/image" Target="../media/image2081.png"/><Relationship Id="rId126" Type="http://schemas.openxmlformats.org/officeDocument/2006/relationships/customXml" Target="../ink/ink2449.xml"/><Relationship Id="rId147" Type="http://schemas.openxmlformats.org/officeDocument/2006/relationships/image" Target="../media/image2102.png"/><Relationship Id="rId168" Type="http://schemas.openxmlformats.org/officeDocument/2006/relationships/customXml" Target="../ink/ink2470.xml"/><Relationship Id="rId51" Type="http://schemas.openxmlformats.org/officeDocument/2006/relationships/image" Target="../media/image2054.png"/><Relationship Id="rId72" Type="http://schemas.openxmlformats.org/officeDocument/2006/relationships/customXml" Target="../ink/ink2422.xml"/><Relationship Id="rId93" Type="http://schemas.openxmlformats.org/officeDocument/2006/relationships/image" Target="../media/image2075.png"/><Relationship Id="rId189" Type="http://schemas.openxmlformats.org/officeDocument/2006/relationships/image" Target="../media/image2123.png"/><Relationship Id="rId3" Type="http://schemas.openxmlformats.org/officeDocument/2006/relationships/image" Target="../media/image2030.png"/><Relationship Id="rId214" Type="http://schemas.openxmlformats.org/officeDocument/2006/relationships/customXml" Target="../ink/ink2493.xml"/><Relationship Id="rId235" Type="http://schemas.openxmlformats.org/officeDocument/2006/relationships/image" Target="../media/image2146.png"/><Relationship Id="rId256" Type="http://schemas.openxmlformats.org/officeDocument/2006/relationships/customXml" Target="../ink/ink2514.xml"/><Relationship Id="rId277" Type="http://schemas.openxmlformats.org/officeDocument/2006/relationships/image" Target="../media/image2167.png"/><Relationship Id="rId116" Type="http://schemas.openxmlformats.org/officeDocument/2006/relationships/customXml" Target="../ink/ink2444.xml"/><Relationship Id="rId137" Type="http://schemas.openxmlformats.org/officeDocument/2006/relationships/image" Target="../media/image2097.png"/><Relationship Id="rId158" Type="http://schemas.openxmlformats.org/officeDocument/2006/relationships/customXml" Target="../ink/ink2465.xml"/><Relationship Id="rId20" Type="http://schemas.openxmlformats.org/officeDocument/2006/relationships/customXml" Target="../ink/ink2396.xml"/><Relationship Id="rId41" Type="http://schemas.openxmlformats.org/officeDocument/2006/relationships/image" Target="../media/image2049.png"/><Relationship Id="rId62" Type="http://schemas.openxmlformats.org/officeDocument/2006/relationships/customXml" Target="../ink/ink2417.xml"/><Relationship Id="rId83" Type="http://schemas.openxmlformats.org/officeDocument/2006/relationships/image" Target="../media/image2070.png"/><Relationship Id="rId179" Type="http://schemas.openxmlformats.org/officeDocument/2006/relationships/image" Target="../media/image2118.png"/><Relationship Id="rId190" Type="http://schemas.openxmlformats.org/officeDocument/2006/relationships/customXml" Target="../ink/ink2481.xml"/><Relationship Id="rId204" Type="http://schemas.openxmlformats.org/officeDocument/2006/relationships/customXml" Target="../ink/ink2488.xml"/><Relationship Id="rId225" Type="http://schemas.openxmlformats.org/officeDocument/2006/relationships/image" Target="../media/image2141.png"/><Relationship Id="rId246" Type="http://schemas.openxmlformats.org/officeDocument/2006/relationships/customXml" Target="../ink/ink2509.xml"/><Relationship Id="rId267" Type="http://schemas.openxmlformats.org/officeDocument/2006/relationships/image" Target="../media/image2162.png"/><Relationship Id="rId288" Type="http://schemas.openxmlformats.org/officeDocument/2006/relationships/customXml" Target="../ink/ink2530.xml"/><Relationship Id="rId106" Type="http://schemas.openxmlformats.org/officeDocument/2006/relationships/customXml" Target="../ink/ink2439.xml"/><Relationship Id="rId127" Type="http://schemas.openxmlformats.org/officeDocument/2006/relationships/image" Target="../media/image2092.png"/><Relationship Id="rId10" Type="http://schemas.openxmlformats.org/officeDocument/2006/relationships/customXml" Target="../ink/ink2391.xml"/><Relationship Id="rId31" Type="http://schemas.openxmlformats.org/officeDocument/2006/relationships/image" Target="../media/image2044.png"/><Relationship Id="rId52" Type="http://schemas.openxmlformats.org/officeDocument/2006/relationships/customXml" Target="../ink/ink2412.xml"/><Relationship Id="rId73" Type="http://schemas.openxmlformats.org/officeDocument/2006/relationships/image" Target="../media/image2065.png"/><Relationship Id="rId94" Type="http://schemas.openxmlformats.org/officeDocument/2006/relationships/customXml" Target="../ink/ink2433.xml"/><Relationship Id="rId148" Type="http://schemas.openxmlformats.org/officeDocument/2006/relationships/customXml" Target="../ink/ink2460.xml"/><Relationship Id="rId169" Type="http://schemas.openxmlformats.org/officeDocument/2006/relationships/image" Target="../media/image2113.png"/><Relationship Id="rId4" Type="http://schemas.openxmlformats.org/officeDocument/2006/relationships/customXml" Target="../ink/ink2388.xml"/><Relationship Id="rId180" Type="http://schemas.openxmlformats.org/officeDocument/2006/relationships/customXml" Target="../ink/ink2476.xml"/><Relationship Id="rId215" Type="http://schemas.openxmlformats.org/officeDocument/2006/relationships/image" Target="../media/image2136.png"/><Relationship Id="rId236" Type="http://schemas.openxmlformats.org/officeDocument/2006/relationships/customXml" Target="../ink/ink2504.xml"/><Relationship Id="rId257" Type="http://schemas.openxmlformats.org/officeDocument/2006/relationships/image" Target="../media/image2157.png"/><Relationship Id="rId278" Type="http://schemas.openxmlformats.org/officeDocument/2006/relationships/customXml" Target="../ink/ink2525.xml"/><Relationship Id="rId42" Type="http://schemas.openxmlformats.org/officeDocument/2006/relationships/customXml" Target="../ink/ink2407.xml"/><Relationship Id="rId84" Type="http://schemas.openxmlformats.org/officeDocument/2006/relationships/customXml" Target="../ink/ink2428.xml"/><Relationship Id="rId138" Type="http://schemas.openxmlformats.org/officeDocument/2006/relationships/customXml" Target="../ink/ink2455.xml"/><Relationship Id="rId191" Type="http://schemas.openxmlformats.org/officeDocument/2006/relationships/image" Target="../media/image2124.png"/><Relationship Id="rId205" Type="http://schemas.openxmlformats.org/officeDocument/2006/relationships/image" Target="../media/image2131.png"/><Relationship Id="rId247" Type="http://schemas.openxmlformats.org/officeDocument/2006/relationships/image" Target="../media/image2152.png"/><Relationship Id="rId107" Type="http://schemas.openxmlformats.org/officeDocument/2006/relationships/image" Target="../media/image2082.png"/><Relationship Id="rId289" Type="http://schemas.openxmlformats.org/officeDocument/2006/relationships/image" Target="../media/image2173.png"/><Relationship Id="rId11" Type="http://schemas.openxmlformats.org/officeDocument/2006/relationships/image" Target="../media/image2034.png"/><Relationship Id="rId53" Type="http://schemas.openxmlformats.org/officeDocument/2006/relationships/image" Target="../media/image2055.png"/><Relationship Id="rId149" Type="http://schemas.openxmlformats.org/officeDocument/2006/relationships/image" Target="../media/image2103.png"/><Relationship Id="rId95" Type="http://schemas.openxmlformats.org/officeDocument/2006/relationships/image" Target="../media/image2076.png"/><Relationship Id="rId160" Type="http://schemas.openxmlformats.org/officeDocument/2006/relationships/customXml" Target="../ink/ink2466.xml"/><Relationship Id="rId216" Type="http://schemas.openxmlformats.org/officeDocument/2006/relationships/customXml" Target="../ink/ink2494.xml"/><Relationship Id="rId258" Type="http://schemas.openxmlformats.org/officeDocument/2006/relationships/customXml" Target="../ink/ink2515.xml"/><Relationship Id="rId22" Type="http://schemas.openxmlformats.org/officeDocument/2006/relationships/customXml" Target="../ink/ink2397.xml"/><Relationship Id="rId64" Type="http://schemas.openxmlformats.org/officeDocument/2006/relationships/customXml" Target="../ink/ink2418.xml"/><Relationship Id="rId118" Type="http://schemas.openxmlformats.org/officeDocument/2006/relationships/customXml" Target="../ink/ink2445.xml"/><Relationship Id="rId171" Type="http://schemas.openxmlformats.org/officeDocument/2006/relationships/image" Target="../media/image2114.png"/><Relationship Id="rId227" Type="http://schemas.openxmlformats.org/officeDocument/2006/relationships/image" Target="../media/image2142.png"/><Relationship Id="rId269" Type="http://schemas.openxmlformats.org/officeDocument/2006/relationships/image" Target="../media/image2163.png"/><Relationship Id="rId33" Type="http://schemas.openxmlformats.org/officeDocument/2006/relationships/image" Target="../media/image2045.png"/><Relationship Id="rId129" Type="http://schemas.openxmlformats.org/officeDocument/2006/relationships/image" Target="../media/image2093.png"/><Relationship Id="rId280" Type="http://schemas.openxmlformats.org/officeDocument/2006/relationships/customXml" Target="../ink/ink2526.xml"/></Relationships>
</file>

<file path=ppt/slides/_rels/slide25.xml.rels><?xml version="1.0" encoding="UTF-8" standalone="yes"?>
<Relationships xmlns="http://schemas.openxmlformats.org/package/2006/relationships"><Relationship Id="rId26" Type="http://schemas.openxmlformats.org/officeDocument/2006/relationships/customXml" Target="../ink/ink2547.xml"/><Relationship Id="rId21" Type="http://schemas.openxmlformats.org/officeDocument/2006/relationships/image" Target="../media/image2187.png"/><Relationship Id="rId42" Type="http://schemas.openxmlformats.org/officeDocument/2006/relationships/customXml" Target="../ink/ink2555.xml"/><Relationship Id="rId47" Type="http://schemas.openxmlformats.org/officeDocument/2006/relationships/image" Target="../media/image2200.png"/><Relationship Id="rId63" Type="http://schemas.openxmlformats.org/officeDocument/2006/relationships/image" Target="../media/image2208.png"/><Relationship Id="rId68" Type="http://schemas.openxmlformats.org/officeDocument/2006/relationships/customXml" Target="../ink/ink2568.xml"/><Relationship Id="rId16" Type="http://schemas.openxmlformats.org/officeDocument/2006/relationships/customXml" Target="../ink/ink2542.xml"/><Relationship Id="rId11" Type="http://schemas.openxmlformats.org/officeDocument/2006/relationships/image" Target="../media/image2182.png"/><Relationship Id="rId32" Type="http://schemas.openxmlformats.org/officeDocument/2006/relationships/customXml" Target="../ink/ink2550.xml"/><Relationship Id="rId37" Type="http://schemas.openxmlformats.org/officeDocument/2006/relationships/image" Target="../media/image2195.png"/><Relationship Id="rId53" Type="http://schemas.openxmlformats.org/officeDocument/2006/relationships/image" Target="../media/image2203.png"/><Relationship Id="rId58" Type="http://schemas.openxmlformats.org/officeDocument/2006/relationships/customXml" Target="../ink/ink2563.xml"/><Relationship Id="rId74" Type="http://schemas.openxmlformats.org/officeDocument/2006/relationships/customXml" Target="../ink/ink2571.xml"/><Relationship Id="rId79" Type="http://schemas.openxmlformats.org/officeDocument/2006/relationships/image" Target="../media/image2216.png"/><Relationship Id="rId5" Type="http://schemas.openxmlformats.org/officeDocument/2006/relationships/image" Target="../media/image2179.png"/><Relationship Id="rId61" Type="http://schemas.openxmlformats.org/officeDocument/2006/relationships/image" Target="../media/image2207.png"/><Relationship Id="rId82" Type="http://schemas.openxmlformats.org/officeDocument/2006/relationships/customXml" Target="../ink/ink2575.xml"/><Relationship Id="rId19" Type="http://schemas.openxmlformats.org/officeDocument/2006/relationships/image" Target="../media/image2186.png"/><Relationship Id="rId14" Type="http://schemas.openxmlformats.org/officeDocument/2006/relationships/customXml" Target="../ink/ink2541.xml"/><Relationship Id="rId22" Type="http://schemas.openxmlformats.org/officeDocument/2006/relationships/customXml" Target="../ink/ink2545.xml"/><Relationship Id="rId27" Type="http://schemas.openxmlformats.org/officeDocument/2006/relationships/image" Target="../media/image2190.png"/><Relationship Id="rId30" Type="http://schemas.openxmlformats.org/officeDocument/2006/relationships/customXml" Target="../ink/ink2549.xml"/><Relationship Id="rId35" Type="http://schemas.openxmlformats.org/officeDocument/2006/relationships/image" Target="../media/image2194.png"/><Relationship Id="rId43" Type="http://schemas.openxmlformats.org/officeDocument/2006/relationships/image" Target="../media/image2198.png"/><Relationship Id="rId48" Type="http://schemas.openxmlformats.org/officeDocument/2006/relationships/customXml" Target="../ink/ink2558.xml"/><Relationship Id="rId56" Type="http://schemas.openxmlformats.org/officeDocument/2006/relationships/customXml" Target="../ink/ink2562.xml"/><Relationship Id="rId64" Type="http://schemas.openxmlformats.org/officeDocument/2006/relationships/customXml" Target="../ink/ink2566.xml"/><Relationship Id="rId69" Type="http://schemas.openxmlformats.org/officeDocument/2006/relationships/image" Target="../media/image2211.png"/><Relationship Id="rId77" Type="http://schemas.openxmlformats.org/officeDocument/2006/relationships/image" Target="../media/image2215.png"/><Relationship Id="rId8" Type="http://schemas.openxmlformats.org/officeDocument/2006/relationships/customXml" Target="../ink/ink2538.xml"/><Relationship Id="rId51" Type="http://schemas.openxmlformats.org/officeDocument/2006/relationships/image" Target="../media/image2202.png"/><Relationship Id="rId72" Type="http://schemas.openxmlformats.org/officeDocument/2006/relationships/customXml" Target="../ink/ink2570.xml"/><Relationship Id="rId80" Type="http://schemas.openxmlformats.org/officeDocument/2006/relationships/customXml" Target="../ink/ink2574.xml"/><Relationship Id="rId3" Type="http://schemas.openxmlformats.org/officeDocument/2006/relationships/image" Target="../media/image2178.png"/><Relationship Id="rId12" Type="http://schemas.openxmlformats.org/officeDocument/2006/relationships/customXml" Target="../ink/ink2540.xml"/><Relationship Id="rId17" Type="http://schemas.openxmlformats.org/officeDocument/2006/relationships/image" Target="../media/image2185.png"/><Relationship Id="rId25" Type="http://schemas.openxmlformats.org/officeDocument/2006/relationships/image" Target="../media/image2189.png"/><Relationship Id="rId33" Type="http://schemas.openxmlformats.org/officeDocument/2006/relationships/image" Target="../media/image2193.png"/><Relationship Id="rId38" Type="http://schemas.openxmlformats.org/officeDocument/2006/relationships/customXml" Target="../ink/ink2553.xml"/><Relationship Id="rId46" Type="http://schemas.openxmlformats.org/officeDocument/2006/relationships/customXml" Target="../ink/ink2557.xml"/><Relationship Id="rId59" Type="http://schemas.openxmlformats.org/officeDocument/2006/relationships/image" Target="../media/image2206.png"/><Relationship Id="rId67" Type="http://schemas.openxmlformats.org/officeDocument/2006/relationships/image" Target="../media/image2210.png"/><Relationship Id="rId20" Type="http://schemas.openxmlformats.org/officeDocument/2006/relationships/customXml" Target="../ink/ink2544.xml"/><Relationship Id="rId41" Type="http://schemas.openxmlformats.org/officeDocument/2006/relationships/image" Target="../media/image2197.png"/><Relationship Id="rId54" Type="http://schemas.openxmlformats.org/officeDocument/2006/relationships/customXml" Target="../ink/ink2561.xml"/><Relationship Id="rId62" Type="http://schemas.openxmlformats.org/officeDocument/2006/relationships/customXml" Target="../ink/ink2565.xml"/><Relationship Id="rId70" Type="http://schemas.openxmlformats.org/officeDocument/2006/relationships/customXml" Target="../ink/ink2569.xml"/><Relationship Id="rId75" Type="http://schemas.openxmlformats.org/officeDocument/2006/relationships/image" Target="../media/image2214.png"/><Relationship Id="rId83" Type="http://schemas.openxmlformats.org/officeDocument/2006/relationships/image" Target="../media/image2218.png"/><Relationship Id="rId1" Type="http://schemas.openxmlformats.org/officeDocument/2006/relationships/slideLayout" Target="../slideLayouts/slideLayout7.xml"/><Relationship Id="rId6" Type="http://schemas.openxmlformats.org/officeDocument/2006/relationships/customXml" Target="../ink/ink2537.xml"/><Relationship Id="rId15" Type="http://schemas.openxmlformats.org/officeDocument/2006/relationships/image" Target="../media/image2184.png"/><Relationship Id="rId23" Type="http://schemas.openxmlformats.org/officeDocument/2006/relationships/image" Target="../media/image2188.png"/><Relationship Id="rId28" Type="http://schemas.openxmlformats.org/officeDocument/2006/relationships/customXml" Target="../ink/ink2548.xml"/><Relationship Id="rId36" Type="http://schemas.openxmlformats.org/officeDocument/2006/relationships/customXml" Target="../ink/ink2552.xml"/><Relationship Id="rId49" Type="http://schemas.openxmlformats.org/officeDocument/2006/relationships/image" Target="../media/image2201.png"/><Relationship Id="rId57" Type="http://schemas.openxmlformats.org/officeDocument/2006/relationships/image" Target="../media/image2205.png"/><Relationship Id="rId10" Type="http://schemas.openxmlformats.org/officeDocument/2006/relationships/customXml" Target="../ink/ink2539.xml"/><Relationship Id="rId31" Type="http://schemas.openxmlformats.org/officeDocument/2006/relationships/image" Target="../media/image2192.png"/><Relationship Id="rId44" Type="http://schemas.openxmlformats.org/officeDocument/2006/relationships/customXml" Target="../ink/ink2556.xml"/><Relationship Id="rId52" Type="http://schemas.openxmlformats.org/officeDocument/2006/relationships/customXml" Target="../ink/ink2560.xml"/><Relationship Id="rId60" Type="http://schemas.openxmlformats.org/officeDocument/2006/relationships/customXml" Target="../ink/ink2564.xml"/><Relationship Id="rId65" Type="http://schemas.openxmlformats.org/officeDocument/2006/relationships/image" Target="../media/image2209.png"/><Relationship Id="rId73" Type="http://schemas.openxmlformats.org/officeDocument/2006/relationships/image" Target="../media/image2213.png"/><Relationship Id="rId78" Type="http://schemas.openxmlformats.org/officeDocument/2006/relationships/customXml" Target="../ink/ink2573.xml"/><Relationship Id="rId81" Type="http://schemas.openxmlformats.org/officeDocument/2006/relationships/image" Target="../media/image2217.png"/><Relationship Id="rId4" Type="http://schemas.openxmlformats.org/officeDocument/2006/relationships/customXml" Target="../ink/ink2536.xml"/><Relationship Id="rId9" Type="http://schemas.openxmlformats.org/officeDocument/2006/relationships/image" Target="../media/image2181.png"/><Relationship Id="rId13" Type="http://schemas.openxmlformats.org/officeDocument/2006/relationships/image" Target="../media/image2183.png"/><Relationship Id="rId18" Type="http://schemas.openxmlformats.org/officeDocument/2006/relationships/customXml" Target="../ink/ink2543.xml"/><Relationship Id="rId39" Type="http://schemas.openxmlformats.org/officeDocument/2006/relationships/image" Target="../media/image2196.png"/><Relationship Id="rId34" Type="http://schemas.openxmlformats.org/officeDocument/2006/relationships/customXml" Target="../ink/ink2551.xml"/><Relationship Id="rId50" Type="http://schemas.openxmlformats.org/officeDocument/2006/relationships/customXml" Target="../ink/ink2559.xml"/><Relationship Id="rId55" Type="http://schemas.openxmlformats.org/officeDocument/2006/relationships/image" Target="../media/image2204.png"/><Relationship Id="rId76" Type="http://schemas.openxmlformats.org/officeDocument/2006/relationships/customXml" Target="../ink/ink2572.xml"/><Relationship Id="rId7" Type="http://schemas.openxmlformats.org/officeDocument/2006/relationships/image" Target="../media/image2180.png"/><Relationship Id="rId71" Type="http://schemas.openxmlformats.org/officeDocument/2006/relationships/image" Target="../media/image2212.png"/><Relationship Id="rId2" Type="http://schemas.openxmlformats.org/officeDocument/2006/relationships/customXml" Target="../ink/ink2535.xml"/><Relationship Id="rId29" Type="http://schemas.openxmlformats.org/officeDocument/2006/relationships/image" Target="../media/image2191.png"/><Relationship Id="rId24" Type="http://schemas.openxmlformats.org/officeDocument/2006/relationships/customXml" Target="../ink/ink2546.xml"/><Relationship Id="rId40" Type="http://schemas.openxmlformats.org/officeDocument/2006/relationships/customXml" Target="../ink/ink2554.xml"/><Relationship Id="rId45" Type="http://schemas.openxmlformats.org/officeDocument/2006/relationships/image" Target="../media/image2199.png"/><Relationship Id="rId66" Type="http://schemas.openxmlformats.org/officeDocument/2006/relationships/customXml" Target="../ink/ink2567.xml"/></Relationships>
</file>

<file path=ppt/slides/_rels/slide26.xml.rels><?xml version="1.0" encoding="UTF-8" standalone="yes"?>
<Relationships xmlns="http://schemas.openxmlformats.org/package/2006/relationships"><Relationship Id="rId117" Type="http://schemas.openxmlformats.org/officeDocument/2006/relationships/image" Target="../media/image2276.png"/><Relationship Id="rId21" Type="http://schemas.openxmlformats.org/officeDocument/2006/relationships/image" Target="../media/image2228.png"/><Relationship Id="rId63" Type="http://schemas.openxmlformats.org/officeDocument/2006/relationships/image" Target="../media/image2249.png"/><Relationship Id="rId159" Type="http://schemas.openxmlformats.org/officeDocument/2006/relationships/image" Target="../media/image2297.png"/><Relationship Id="rId170" Type="http://schemas.openxmlformats.org/officeDocument/2006/relationships/customXml" Target="../ink/ink2660.xml"/><Relationship Id="rId226" Type="http://schemas.openxmlformats.org/officeDocument/2006/relationships/customXml" Target="../ink/ink2688.xml"/><Relationship Id="rId268" Type="http://schemas.openxmlformats.org/officeDocument/2006/relationships/customXml" Target="../ink/ink2709.xml"/><Relationship Id="rId32" Type="http://schemas.openxmlformats.org/officeDocument/2006/relationships/customXml" Target="../ink/ink2591.xml"/><Relationship Id="rId74" Type="http://schemas.openxmlformats.org/officeDocument/2006/relationships/customXml" Target="../ink/ink2612.xml"/><Relationship Id="rId128" Type="http://schemas.openxmlformats.org/officeDocument/2006/relationships/customXml" Target="../ink/ink2639.xml"/><Relationship Id="rId5" Type="http://schemas.openxmlformats.org/officeDocument/2006/relationships/image" Target="../media/image2220.png"/><Relationship Id="rId181" Type="http://schemas.openxmlformats.org/officeDocument/2006/relationships/image" Target="../media/image2308.png"/><Relationship Id="rId237" Type="http://schemas.openxmlformats.org/officeDocument/2006/relationships/image" Target="../media/image2336.png"/><Relationship Id="rId258" Type="http://schemas.openxmlformats.org/officeDocument/2006/relationships/customXml" Target="../ink/ink2704.xml"/><Relationship Id="rId22" Type="http://schemas.openxmlformats.org/officeDocument/2006/relationships/customXml" Target="../ink/ink2586.xml"/><Relationship Id="rId43" Type="http://schemas.openxmlformats.org/officeDocument/2006/relationships/image" Target="../media/image2239.png"/><Relationship Id="rId64" Type="http://schemas.openxmlformats.org/officeDocument/2006/relationships/customXml" Target="../ink/ink2607.xml"/><Relationship Id="rId118" Type="http://schemas.openxmlformats.org/officeDocument/2006/relationships/customXml" Target="../ink/ink2634.xml"/><Relationship Id="rId139" Type="http://schemas.openxmlformats.org/officeDocument/2006/relationships/image" Target="../media/image2287.png"/><Relationship Id="rId85" Type="http://schemas.openxmlformats.org/officeDocument/2006/relationships/image" Target="../media/image2260.png"/><Relationship Id="rId150" Type="http://schemas.openxmlformats.org/officeDocument/2006/relationships/customXml" Target="../ink/ink2650.xml"/><Relationship Id="rId171" Type="http://schemas.openxmlformats.org/officeDocument/2006/relationships/image" Target="../media/image2303.png"/><Relationship Id="rId192" Type="http://schemas.openxmlformats.org/officeDocument/2006/relationships/customXml" Target="../ink/ink2671.xml"/><Relationship Id="rId206" Type="http://schemas.openxmlformats.org/officeDocument/2006/relationships/customXml" Target="../ink/ink2678.xml"/><Relationship Id="rId227" Type="http://schemas.openxmlformats.org/officeDocument/2006/relationships/image" Target="../media/image2331.png"/><Relationship Id="rId248" Type="http://schemas.openxmlformats.org/officeDocument/2006/relationships/customXml" Target="../ink/ink2699.xml"/><Relationship Id="rId269" Type="http://schemas.openxmlformats.org/officeDocument/2006/relationships/image" Target="../media/image2352.png"/><Relationship Id="rId12" Type="http://schemas.openxmlformats.org/officeDocument/2006/relationships/customXml" Target="../ink/ink2581.xml"/><Relationship Id="rId33" Type="http://schemas.openxmlformats.org/officeDocument/2006/relationships/image" Target="../media/image2234.png"/><Relationship Id="rId108" Type="http://schemas.openxmlformats.org/officeDocument/2006/relationships/customXml" Target="../ink/ink2629.xml"/><Relationship Id="rId129" Type="http://schemas.openxmlformats.org/officeDocument/2006/relationships/image" Target="../media/image2282.png"/><Relationship Id="rId54" Type="http://schemas.openxmlformats.org/officeDocument/2006/relationships/customXml" Target="../ink/ink2602.xml"/><Relationship Id="rId75" Type="http://schemas.openxmlformats.org/officeDocument/2006/relationships/image" Target="../media/image2255.png"/><Relationship Id="rId96" Type="http://schemas.openxmlformats.org/officeDocument/2006/relationships/customXml" Target="../ink/ink2623.xml"/><Relationship Id="rId140" Type="http://schemas.openxmlformats.org/officeDocument/2006/relationships/customXml" Target="../ink/ink2645.xml"/><Relationship Id="rId161" Type="http://schemas.openxmlformats.org/officeDocument/2006/relationships/image" Target="../media/image2298.png"/><Relationship Id="rId182" Type="http://schemas.openxmlformats.org/officeDocument/2006/relationships/customXml" Target="../ink/ink2666.xml"/><Relationship Id="rId217" Type="http://schemas.openxmlformats.org/officeDocument/2006/relationships/image" Target="../media/image2326.png"/><Relationship Id="rId6" Type="http://schemas.openxmlformats.org/officeDocument/2006/relationships/customXml" Target="../ink/ink2578.xml"/><Relationship Id="rId238" Type="http://schemas.openxmlformats.org/officeDocument/2006/relationships/customXml" Target="../ink/ink2694.xml"/><Relationship Id="rId259" Type="http://schemas.openxmlformats.org/officeDocument/2006/relationships/image" Target="../media/image2347.png"/><Relationship Id="rId23" Type="http://schemas.openxmlformats.org/officeDocument/2006/relationships/image" Target="../media/image2229.png"/><Relationship Id="rId119" Type="http://schemas.openxmlformats.org/officeDocument/2006/relationships/image" Target="../media/image2277.png"/><Relationship Id="rId270" Type="http://schemas.openxmlformats.org/officeDocument/2006/relationships/customXml" Target="../ink/ink2710.xml"/><Relationship Id="rId44" Type="http://schemas.openxmlformats.org/officeDocument/2006/relationships/customXml" Target="../ink/ink2597.xml"/><Relationship Id="rId65" Type="http://schemas.openxmlformats.org/officeDocument/2006/relationships/image" Target="../media/image2250.png"/><Relationship Id="rId86" Type="http://schemas.openxmlformats.org/officeDocument/2006/relationships/customXml" Target="../ink/ink2618.xml"/><Relationship Id="rId130" Type="http://schemas.openxmlformats.org/officeDocument/2006/relationships/customXml" Target="../ink/ink2640.xml"/><Relationship Id="rId151" Type="http://schemas.openxmlformats.org/officeDocument/2006/relationships/image" Target="../media/image2293.png"/><Relationship Id="rId172" Type="http://schemas.openxmlformats.org/officeDocument/2006/relationships/customXml" Target="../ink/ink2661.xml"/><Relationship Id="rId193" Type="http://schemas.openxmlformats.org/officeDocument/2006/relationships/image" Target="../media/image2314.png"/><Relationship Id="rId207" Type="http://schemas.openxmlformats.org/officeDocument/2006/relationships/image" Target="../media/image2321.png"/><Relationship Id="rId228" Type="http://schemas.openxmlformats.org/officeDocument/2006/relationships/customXml" Target="../ink/ink2689.xml"/><Relationship Id="rId249" Type="http://schemas.openxmlformats.org/officeDocument/2006/relationships/image" Target="../media/image2342.png"/><Relationship Id="rId13" Type="http://schemas.openxmlformats.org/officeDocument/2006/relationships/image" Target="../media/image2224.png"/><Relationship Id="rId109" Type="http://schemas.openxmlformats.org/officeDocument/2006/relationships/image" Target="../media/image2272.png"/><Relationship Id="rId260" Type="http://schemas.openxmlformats.org/officeDocument/2006/relationships/customXml" Target="../ink/ink2705.xml"/><Relationship Id="rId34" Type="http://schemas.openxmlformats.org/officeDocument/2006/relationships/customXml" Target="../ink/ink2592.xml"/><Relationship Id="rId55" Type="http://schemas.openxmlformats.org/officeDocument/2006/relationships/image" Target="../media/image2245.png"/><Relationship Id="rId76" Type="http://schemas.openxmlformats.org/officeDocument/2006/relationships/customXml" Target="../ink/ink2613.xml"/><Relationship Id="rId97" Type="http://schemas.openxmlformats.org/officeDocument/2006/relationships/image" Target="../media/image2266.png"/><Relationship Id="rId120" Type="http://schemas.openxmlformats.org/officeDocument/2006/relationships/customXml" Target="../ink/ink2635.xml"/><Relationship Id="rId141" Type="http://schemas.openxmlformats.org/officeDocument/2006/relationships/image" Target="../media/image2288.png"/><Relationship Id="rId7" Type="http://schemas.openxmlformats.org/officeDocument/2006/relationships/image" Target="../media/image2221.png"/><Relationship Id="rId162" Type="http://schemas.openxmlformats.org/officeDocument/2006/relationships/customXml" Target="../ink/ink2656.xml"/><Relationship Id="rId183" Type="http://schemas.openxmlformats.org/officeDocument/2006/relationships/image" Target="../media/image2309.png"/><Relationship Id="rId218" Type="http://schemas.openxmlformats.org/officeDocument/2006/relationships/customXml" Target="../ink/ink2684.xml"/><Relationship Id="rId239" Type="http://schemas.openxmlformats.org/officeDocument/2006/relationships/image" Target="../media/image2337.png"/><Relationship Id="rId250" Type="http://schemas.openxmlformats.org/officeDocument/2006/relationships/customXml" Target="../ink/ink2700.xml"/><Relationship Id="rId271" Type="http://schemas.openxmlformats.org/officeDocument/2006/relationships/image" Target="../media/image2353.png"/><Relationship Id="rId24" Type="http://schemas.openxmlformats.org/officeDocument/2006/relationships/customXml" Target="../ink/ink2587.xml"/><Relationship Id="rId45" Type="http://schemas.openxmlformats.org/officeDocument/2006/relationships/image" Target="../media/image2240.png"/><Relationship Id="rId66" Type="http://schemas.openxmlformats.org/officeDocument/2006/relationships/customXml" Target="../ink/ink2608.xml"/><Relationship Id="rId87" Type="http://schemas.openxmlformats.org/officeDocument/2006/relationships/image" Target="../media/image2261.png"/><Relationship Id="rId110" Type="http://schemas.openxmlformats.org/officeDocument/2006/relationships/customXml" Target="../ink/ink2630.xml"/><Relationship Id="rId131" Type="http://schemas.openxmlformats.org/officeDocument/2006/relationships/image" Target="../media/image2283.png"/><Relationship Id="rId152" Type="http://schemas.openxmlformats.org/officeDocument/2006/relationships/customXml" Target="../ink/ink2651.xml"/><Relationship Id="rId173" Type="http://schemas.openxmlformats.org/officeDocument/2006/relationships/image" Target="../media/image2304.png"/><Relationship Id="rId194" Type="http://schemas.openxmlformats.org/officeDocument/2006/relationships/customXml" Target="../ink/ink2672.xml"/><Relationship Id="rId208" Type="http://schemas.openxmlformats.org/officeDocument/2006/relationships/customXml" Target="../ink/ink2679.xml"/><Relationship Id="rId229" Type="http://schemas.openxmlformats.org/officeDocument/2006/relationships/image" Target="../media/image2332.png"/><Relationship Id="rId240" Type="http://schemas.openxmlformats.org/officeDocument/2006/relationships/customXml" Target="../ink/ink2695.xml"/><Relationship Id="rId261" Type="http://schemas.openxmlformats.org/officeDocument/2006/relationships/image" Target="../media/image2348.png"/><Relationship Id="rId14" Type="http://schemas.openxmlformats.org/officeDocument/2006/relationships/customXml" Target="../ink/ink2582.xml"/><Relationship Id="rId35" Type="http://schemas.openxmlformats.org/officeDocument/2006/relationships/image" Target="../media/image2235.png"/><Relationship Id="rId56" Type="http://schemas.openxmlformats.org/officeDocument/2006/relationships/customXml" Target="../ink/ink2603.xml"/><Relationship Id="rId77" Type="http://schemas.openxmlformats.org/officeDocument/2006/relationships/image" Target="../media/image2256.png"/><Relationship Id="rId100" Type="http://schemas.openxmlformats.org/officeDocument/2006/relationships/customXml" Target="../ink/ink2625.xml"/><Relationship Id="rId8" Type="http://schemas.openxmlformats.org/officeDocument/2006/relationships/customXml" Target="../ink/ink2579.xml"/><Relationship Id="rId98" Type="http://schemas.openxmlformats.org/officeDocument/2006/relationships/customXml" Target="../ink/ink2624.xml"/><Relationship Id="rId121" Type="http://schemas.openxmlformats.org/officeDocument/2006/relationships/image" Target="../media/image2278.png"/><Relationship Id="rId142" Type="http://schemas.openxmlformats.org/officeDocument/2006/relationships/customXml" Target="../ink/ink2646.xml"/><Relationship Id="rId163" Type="http://schemas.openxmlformats.org/officeDocument/2006/relationships/image" Target="../media/image2299.png"/><Relationship Id="rId184" Type="http://schemas.openxmlformats.org/officeDocument/2006/relationships/customXml" Target="../ink/ink2667.xml"/><Relationship Id="rId219" Type="http://schemas.openxmlformats.org/officeDocument/2006/relationships/image" Target="../media/image2327.png"/><Relationship Id="rId230" Type="http://schemas.openxmlformats.org/officeDocument/2006/relationships/customXml" Target="../ink/ink2690.xml"/><Relationship Id="rId251" Type="http://schemas.openxmlformats.org/officeDocument/2006/relationships/image" Target="../media/image2343.png"/><Relationship Id="rId25" Type="http://schemas.openxmlformats.org/officeDocument/2006/relationships/image" Target="../media/image2230.png"/><Relationship Id="rId46" Type="http://schemas.openxmlformats.org/officeDocument/2006/relationships/customXml" Target="../ink/ink2598.xml"/><Relationship Id="rId67" Type="http://schemas.openxmlformats.org/officeDocument/2006/relationships/image" Target="../media/image2251.png"/><Relationship Id="rId272" Type="http://schemas.openxmlformats.org/officeDocument/2006/relationships/customXml" Target="../ink/ink2711.xml"/><Relationship Id="rId88" Type="http://schemas.openxmlformats.org/officeDocument/2006/relationships/customXml" Target="../ink/ink2619.xml"/><Relationship Id="rId111" Type="http://schemas.openxmlformats.org/officeDocument/2006/relationships/image" Target="../media/image2273.png"/><Relationship Id="rId132" Type="http://schemas.openxmlformats.org/officeDocument/2006/relationships/customXml" Target="../ink/ink2641.xml"/><Relationship Id="rId153" Type="http://schemas.openxmlformats.org/officeDocument/2006/relationships/image" Target="../media/image2294.png"/><Relationship Id="rId174" Type="http://schemas.openxmlformats.org/officeDocument/2006/relationships/customXml" Target="../ink/ink2662.xml"/><Relationship Id="rId195" Type="http://schemas.openxmlformats.org/officeDocument/2006/relationships/image" Target="../media/image2315.png"/><Relationship Id="rId209" Type="http://schemas.openxmlformats.org/officeDocument/2006/relationships/image" Target="../media/image2322.png"/><Relationship Id="rId220" Type="http://schemas.openxmlformats.org/officeDocument/2006/relationships/customXml" Target="../ink/ink2685.xml"/><Relationship Id="rId241" Type="http://schemas.openxmlformats.org/officeDocument/2006/relationships/image" Target="../media/image2338.png"/><Relationship Id="rId15" Type="http://schemas.openxmlformats.org/officeDocument/2006/relationships/image" Target="../media/image2225.png"/><Relationship Id="rId36" Type="http://schemas.openxmlformats.org/officeDocument/2006/relationships/customXml" Target="../ink/ink2593.xml"/><Relationship Id="rId57" Type="http://schemas.openxmlformats.org/officeDocument/2006/relationships/image" Target="../media/image2246.png"/><Relationship Id="rId262" Type="http://schemas.openxmlformats.org/officeDocument/2006/relationships/customXml" Target="../ink/ink2706.xml"/><Relationship Id="rId78" Type="http://schemas.openxmlformats.org/officeDocument/2006/relationships/customXml" Target="../ink/ink2614.xml"/><Relationship Id="rId99" Type="http://schemas.openxmlformats.org/officeDocument/2006/relationships/image" Target="../media/image2267.png"/><Relationship Id="rId101" Type="http://schemas.openxmlformats.org/officeDocument/2006/relationships/image" Target="../media/image2268.png"/><Relationship Id="rId122" Type="http://schemas.openxmlformats.org/officeDocument/2006/relationships/customXml" Target="../ink/ink2636.xml"/><Relationship Id="rId143" Type="http://schemas.openxmlformats.org/officeDocument/2006/relationships/image" Target="../media/image2289.png"/><Relationship Id="rId164" Type="http://schemas.openxmlformats.org/officeDocument/2006/relationships/customXml" Target="../ink/ink2657.xml"/><Relationship Id="rId185" Type="http://schemas.openxmlformats.org/officeDocument/2006/relationships/image" Target="../media/image2310.png"/><Relationship Id="rId9" Type="http://schemas.openxmlformats.org/officeDocument/2006/relationships/image" Target="../media/image2222.png"/><Relationship Id="rId210" Type="http://schemas.openxmlformats.org/officeDocument/2006/relationships/customXml" Target="../ink/ink2680.xml"/><Relationship Id="rId26" Type="http://schemas.openxmlformats.org/officeDocument/2006/relationships/customXml" Target="../ink/ink2588.xml"/><Relationship Id="rId231" Type="http://schemas.openxmlformats.org/officeDocument/2006/relationships/image" Target="../media/image2333.png"/><Relationship Id="rId252" Type="http://schemas.openxmlformats.org/officeDocument/2006/relationships/customXml" Target="../ink/ink2701.xml"/><Relationship Id="rId273" Type="http://schemas.openxmlformats.org/officeDocument/2006/relationships/image" Target="../media/image2354.png"/><Relationship Id="rId47" Type="http://schemas.openxmlformats.org/officeDocument/2006/relationships/image" Target="../media/image2241.png"/><Relationship Id="rId68" Type="http://schemas.openxmlformats.org/officeDocument/2006/relationships/customXml" Target="../ink/ink2609.xml"/><Relationship Id="rId89" Type="http://schemas.openxmlformats.org/officeDocument/2006/relationships/image" Target="../media/image2262.png"/><Relationship Id="rId112" Type="http://schemas.openxmlformats.org/officeDocument/2006/relationships/customXml" Target="../ink/ink2631.xml"/><Relationship Id="rId133" Type="http://schemas.openxmlformats.org/officeDocument/2006/relationships/image" Target="../media/image2284.png"/><Relationship Id="rId154" Type="http://schemas.openxmlformats.org/officeDocument/2006/relationships/customXml" Target="../ink/ink2652.xml"/><Relationship Id="rId175" Type="http://schemas.openxmlformats.org/officeDocument/2006/relationships/image" Target="../media/image2305.png"/><Relationship Id="rId196" Type="http://schemas.openxmlformats.org/officeDocument/2006/relationships/customXml" Target="../ink/ink2673.xml"/><Relationship Id="rId200" Type="http://schemas.openxmlformats.org/officeDocument/2006/relationships/customXml" Target="../ink/ink2675.xml"/><Relationship Id="rId16" Type="http://schemas.openxmlformats.org/officeDocument/2006/relationships/customXml" Target="../ink/ink2583.xml"/><Relationship Id="rId221" Type="http://schemas.openxmlformats.org/officeDocument/2006/relationships/image" Target="../media/image2328.png"/><Relationship Id="rId242" Type="http://schemas.openxmlformats.org/officeDocument/2006/relationships/customXml" Target="../ink/ink2696.xml"/><Relationship Id="rId263" Type="http://schemas.openxmlformats.org/officeDocument/2006/relationships/image" Target="../media/image2349.png"/><Relationship Id="rId37" Type="http://schemas.openxmlformats.org/officeDocument/2006/relationships/image" Target="../media/image2236.png"/><Relationship Id="rId58" Type="http://schemas.openxmlformats.org/officeDocument/2006/relationships/customXml" Target="../ink/ink2604.xml"/><Relationship Id="rId79" Type="http://schemas.openxmlformats.org/officeDocument/2006/relationships/image" Target="../media/image2257.png"/><Relationship Id="rId102" Type="http://schemas.openxmlformats.org/officeDocument/2006/relationships/customXml" Target="../ink/ink2626.xml"/><Relationship Id="rId123" Type="http://schemas.openxmlformats.org/officeDocument/2006/relationships/image" Target="../media/image2279.png"/><Relationship Id="rId144" Type="http://schemas.openxmlformats.org/officeDocument/2006/relationships/customXml" Target="../ink/ink2647.xml"/><Relationship Id="rId90" Type="http://schemas.openxmlformats.org/officeDocument/2006/relationships/customXml" Target="../ink/ink2620.xml"/><Relationship Id="rId165" Type="http://schemas.openxmlformats.org/officeDocument/2006/relationships/image" Target="../media/image2300.png"/><Relationship Id="rId186" Type="http://schemas.openxmlformats.org/officeDocument/2006/relationships/customXml" Target="../ink/ink2668.xml"/><Relationship Id="rId211" Type="http://schemas.openxmlformats.org/officeDocument/2006/relationships/image" Target="../media/image2323.png"/><Relationship Id="rId232" Type="http://schemas.openxmlformats.org/officeDocument/2006/relationships/customXml" Target="../ink/ink2691.xml"/><Relationship Id="rId253" Type="http://schemas.openxmlformats.org/officeDocument/2006/relationships/image" Target="../media/image2344.png"/><Relationship Id="rId274" Type="http://schemas.openxmlformats.org/officeDocument/2006/relationships/customXml" Target="../ink/ink2712.xml"/><Relationship Id="rId27" Type="http://schemas.openxmlformats.org/officeDocument/2006/relationships/image" Target="../media/image2231.png"/><Relationship Id="rId48" Type="http://schemas.openxmlformats.org/officeDocument/2006/relationships/customXml" Target="../ink/ink2599.xml"/><Relationship Id="rId69" Type="http://schemas.openxmlformats.org/officeDocument/2006/relationships/image" Target="../media/image2252.png"/><Relationship Id="rId113" Type="http://schemas.openxmlformats.org/officeDocument/2006/relationships/image" Target="../media/image2274.png"/><Relationship Id="rId134" Type="http://schemas.openxmlformats.org/officeDocument/2006/relationships/customXml" Target="../ink/ink2642.xml"/><Relationship Id="rId80" Type="http://schemas.openxmlformats.org/officeDocument/2006/relationships/customXml" Target="../ink/ink2615.xml"/><Relationship Id="rId155" Type="http://schemas.openxmlformats.org/officeDocument/2006/relationships/image" Target="../media/image2295.png"/><Relationship Id="rId176" Type="http://schemas.openxmlformats.org/officeDocument/2006/relationships/customXml" Target="../ink/ink2663.xml"/><Relationship Id="rId197" Type="http://schemas.openxmlformats.org/officeDocument/2006/relationships/image" Target="../media/image2316.png"/><Relationship Id="rId201" Type="http://schemas.openxmlformats.org/officeDocument/2006/relationships/image" Target="../media/image2318.png"/><Relationship Id="rId222" Type="http://schemas.openxmlformats.org/officeDocument/2006/relationships/customXml" Target="../ink/ink2686.xml"/><Relationship Id="rId243" Type="http://schemas.openxmlformats.org/officeDocument/2006/relationships/image" Target="../media/image2339.png"/><Relationship Id="rId264" Type="http://schemas.openxmlformats.org/officeDocument/2006/relationships/customXml" Target="../ink/ink2707.xml"/><Relationship Id="rId17" Type="http://schemas.openxmlformats.org/officeDocument/2006/relationships/image" Target="../media/image2226.png"/><Relationship Id="rId38" Type="http://schemas.openxmlformats.org/officeDocument/2006/relationships/customXml" Target="../ink/ink2594.xml"/><Relationship Id="rId59" Type="http://schemas.openxmlformats.org/officeDocument/2006/relationships/image" Target="../media/image2247.png"/><Relationship Id="rId103" Type="http://schemas.openxmlformats.org/officeDocument/2006/relationships/image" Target="../media/image2269.png"/><Relationship Id="rId124" Type="http://schemas.openxmlformats.org/officeDocument/2006/relationships/customXml" Target="../ink/ink2637.xml"/><Relationship Id="rId70" Type="http://schemas.openxmlformats.org/officeDocument/2006/relationships/customXml" Target="../ink/ink2610.xml"/><Relationship Id="rId91" Type="http://schemas.openxmlformats.org/officeDocument/2006/relationships/image" Target="../media/image2263.png"/><Relationship Id="rId145" Type="http://schemas.openxmlformats.org/officeDocument/2006/relationships/image" Target="../media/image2290.png"/><Relationship Id="rId166" Type="http://schemas.openxmlformats.org/officeDocument/2006/relationships/customXml" Target="../ink/ink2658.xml"/><Relationship Id="rId187" Type="http://schemas.openxmlformats.org/officeDocument/2006/relationships/image" Target="../media/image2311.png"/><Relationship Id="rId1" Type="http://schemas.openxmlformats.org/officeDocument/2006/relationships/slideLayout" Target="../slideLayouts/slideLayout7.xml"/><Relationship Id="rId212" Type="http://schemas.openxmlformats.org/officeDocument/2006/relationships/customXml" Target="../ink/ink2681.xml"/><Relationship Id="rId233" Type="http://schemas.openxmlformats.org/officeDocument/2006/relationships/image" Target="../media/image2334.png"/><Relationship Id="rId254" Type="http://schemas.openxmlformats.org/officeDocument/2006/relationships/customXml" Target="../ink/ink2702.xml"/><Relationship Id="rId28" Type="http://schemas.openxmlformats.org/officeDocument/2006/relationships/customXml" Target="../ink/ink2589.xml"/><Relationship Id="rId49" Type="http://schemas.openxmlformats.org/officeDocument/2006/relationships/image" Target="../media/image2242.png"/><Relationship Id="rId114" Type="http://schemas.openxmlformats.org/officeDocument/2006/relationships/customXml" Target="../ink/ink2632.xml"/><Relationship Id="rId275" Type="http://schemas.openxmlformats.org/officeDocument/2006/relationships/image" Target="../media/image2355.png"/><Relationship Id="rId60" Type="http://schemas.openxmlformats.org/officeDocument/2006/relationships/customXml" Target="../ink/ink2605.xml"/><Relationship Id="rId81" Type="http://schemas.openxmlformats.org/officeDocument/2006/relationships/image" Target="../media/image2258.png"/><Relationship Id="rId135" Type="http://schemas.openxmlformats.org/officeDocument/2006/relationships/image" Target="../media/image2285.png"/><Relationship Id="rId156" Type="http://schemas.openxmlformats.org/officeDocument/2006/relationships/customXml" Target="../ink/ink2653.xml"/><Relationship Id="rId177" Type="http://schemas.openxmlformats.org/officeDocument/2006/relationships/image" Target="../media/image2306.png"/><Relationship Id="rId198" Type="http://schemas.openxmlformats.org/officeDocument/2006/relationships/customXml" Target="../ink/ink2674.xml"/><Relationship Id="rId202" Type="http://schemas.openxmlformats.org/officeDocument/2006/relationships/customXml" Target="../ink/ink2676.xml"/><Relationship Id="rId223" Type="http://schemas.openxmlformats.org/officeDocument/2006/relationships/image" Target="../media/image2329.png"/><Relationship Id="rId244" Type="http://schemas.openxmlformats.org/officeDocument/2006/relationships/customXml" Target="../ink/ink2697.xml"/><Relationship Id="rId18" Type="http://schemas.openxmlformats.org/officeDocument/2006/relationships/customXml" Target="../ink/ink2584.xml"/><Relationship Id="rId39" Type="http://schemas.openxmlformats.org/officeDocument/2006/relationships/image" Target="../media/image2237.png"/><Relationship Id="rId265" Type="http://schemas.openxmlformats.org/officeDocument/2006/relationships/image" Target="../media/image2350.png"/><Relationship Id="rId50" Type="http://schemas.openxmlformats.org/officeDocument/2006/relationships/customXml" Target="../ink/ink2600.xml"/><Relationship Id="rId104" Type="http://schemas.openxmlformats.org/officeDocument/2006/relationships/customXml" Target="../ink/ink2627.xml"/><Relationship Id="rId125" Type="http://schemas.openxmlformats.org/officeDocument/2006/relationships/image" Target="../media/image2280.png"/><Relationship Id="rId146" Type="http://schemas.openxmlformats.org/officeDocument/2006/relationships/customXml" Target="../ink/ink2648.xml"/><Relationship Id="rId167" Type="http://schemas.openxmlformats.org/officeDocument/2006/relationships/image" Target="../media/image2301.png"/><Relationship Id="rId188" Type="http://schemas.openxmlformats.org/officeDocument/2006/relationships/customXml" Target="../ink/ink2669.xml"/><Relationship Id="rId71" Type="http://schemas.openxmlformats.org/officeDocument/2006/relationships/image" Target="../media/image2253.png"/><Relationship Id="rId92" Type="http://schemas.openxmlformats.org/officeDocument/2006/relationships/customXml" Target="../ink/ink2621.xml"/><Relationship Id="rId213" Type="http://schemas.openxmlformats.org/officeDocument/2006/relationships/image" Target="../media/image2324.png"/><Relationship Id="rId234" Type="http://schemas.openxmlformats.org/officeDocument/2006/relationships/customXml" Target="../ink/ink2692.xml"/><Relationship Id="rId2" Type="http://schemas.openxmlformats.org/officeDocument/2006/relationships/customXml" Target="../ink/ink2576.xml"/><Relationship Id="rId29" Type="http://schemas.openxmlformats.org/officeDocument/2006/relationships/image" Target="../media/image2232.png"/><Relationship Id="rId255" Type="http://schemas.openxmlformats.org/officeDocument/2006/relationships/image" Target="../media/image2345.png"/><Relationship Id="rId276" Type="http://schemas.openxmlformats.org/officeDocument/2006/relationships/customXml" Target="../ink/ink2713.xml"/><Relationship Id="rId40" Type="http://schemas.openxmlformats.org/officeDocument/2006/relationships/customXml" Target="../ink/ink2595.xml"/><Relationship Id="rId115" Type="http://schemas.openxmlformats.org/officeDocument/2006/relationships/image" Target="../media/image2275.png"/><Relationship Id="rId136" Type="http://schemas.openxmlformats.org/officeDocument/2006/relationships/customXml" Target="../ink/ink2643.xml"/><Relationship Id="rId157" Type="http://schemas.openxmlformats.org/officeDocument/2006/relationships/image" Target="../media/image2296.png"/><Relationship Id="rId178" Type="http://schemas.openxmlformats.org/officeDocument/2006/relationships/customXml" Target="../ink/ink2664.xml"/><Relationship Id="rId61" Type="http://schemas.openxmlformats.org/officeDocument/2006/relationships/image" Target="../media/image2248.png"/><Relationship Id="rId82" Type="http://schemas.openxmlformats.org/officeDocument/2006/relationships/customXml" Target="../ink/ink2616.xml"/><Relationship Id="rId199" Type="http://schemas.openxmlformats.org/officeDocument/2006/relationships/image" Target="../media/image2317.png"/><Relationship Id="rId203" Type="http://schemas.openxmlformats.org/officeDocument/2006/relationships/image" Target="../media/image2319.png"/><Relationship Id="rId19" Type="http://schemas.openxmlformats.org/officeDocument/2006/relationships/image" Target="../media/image2227.png"/><Relationship Id="rId224" Type="http://schemas.openxmlformats.org/officeDocument/2006/relationships/customXml" Target="../ink/ink2687.xml"/><Relationship Id="rId245" Type="http://schemas.openxmlformats.org/officeDocument/2006/relationships/image" Target="../media/image2340.png"/><Relationship Id="rId266" Type="http://schemas.openxmlformats.org/officeDocument/2006/relationships/customXml" Target="../ink/ink2708.xml"/><Relationship Id="rId30" Type="http://schemas.openxmlformats.org/officeDocument/2006/relationships/customXml" Target="../ink/ink2590.xml"/><Relationship Id="rId105" Type="http://schemas.openxmlformats.org/officeDocument/2006/relationships/image" Target="../media/image2270.png"/><Relationship Id="rId126" Type="http://schemas.openxmlformats.org/officeDocument/2006/relationships/customXml" Target="../ink/ink2638.xml"/><Relationship Id="rId147" Type="http://schemas.openxmlformats.org/officeDocument/2006/relationships/image" Target="../media/image2291.png"/><Relationship Id="rId168" Type="http://schemas.openxmlformats.org/officeDocument/2006/relationships/customXml" Target="../ink/ink2659.xml"/><Relationship Id="rId51" Type="http://schemas.openxmlformats.org/officeDocument/2006/relationships/image" Target="../media/image2243.png"/><Relationship Id="rId72" Type="http://schemas.openxmlformats.org/officeDocument/2006/relationships/customXml" Target="../ink/ink2611.xml"/><Relationship Id="rId93" Type="http://schemas.openxmlformats.org/officeDocument/2006/relationships/image" Target="../media/image2264.png"/><Relationship Id="rId189" Type="http://schemas.openxmlformats.org/officeDocument/2006/relationships/image" Target="../media/image2312.png"/><Relationship Id="rId3" Type="http://schemas.openxmlformats.org/officeDocument/2006/relationships/image" Target="../media/image2219.png"/><Relationship Id="rId214" Type="http://schemas.openxmlformats.org/officeDocument/2006/relationships/customXml" Target="../ink/ink2682.xml"/><Relationship Id="rId235" Type="http://schemas.openxmlformats.org/officeDocument/2006/relationships/image" Target="../media/image2335.png"/><Relationship Id="rId256" Type="http://schemas.openxmlformats.org/officeDocument/2006/relationships/customXml" Target="../ink/ink2703.xml"/><Relationship Id="rId277" Type="http://schemas.openxmlformats.org/officeDocument/2006/relationships/image" Target="../media/image2356.png"/><Relationship Id="rId116" Type="http://schemas.openxmlformats.org/officeDocument/2006/relationships/customXml" Target="../ink/ink2633.xml"/><Relationship Id="rId137" Type="http://schemas.openxmlformats.org/officeDocument/2006/relationships/image" Target="../media/image2286.png"/><Relationship Id="rId158" Type="http://schemas.openxmlformats.org/officeDocument/2006/relationships/customXml" Target="../ink/ink2654.xml"/><Relationship Id="rId20" Type="http://schemas.openxmlformats.org/officeDocument/2006/relationships/customXml" Target="../ink/ink2585.xml"/><Relationship Id="rId41" Type="http://schemas.openxmlformats.org/officeDocument/2006/relationships/image" Target="../media/image2238.png"/><Relationship Id="rId62" Type="http://schemas.openxmlformats.org/officeDocument/2006/relationships/customXml" Target="../ink/ink2606.xml"/><Relationship Id="rId83" Type="http://schemas.openxmlformats.org/officeDocument/2006/relationships/image" Target="../media/image2259.png"/><Relationship Id="rId179" Type="http://schemas.openxmlformats.org/officeDocument/2006/relationships/image" Target="../media/image2307.png"/><Relationship Id="rId190" Type="http://schemas.openxmlformats.org/officeDocument/2006/relationships/customXml" Target="../ink/ink2670.xml"/><Relationship Id="rId204" Type="http://schemas.openxmlformats.org/officeDocument/2006/relationships/customXml" Target="../ink/ink2677.xml"/><Relationship Id="rId225" Type="http://schemas.openxmlformats.org/officeDocument/2006/relationships/image" Target="../media/image2330.png"/><Relationship Id="rId246" Type="http://schemas.openxmlformats.org/officeDocument/2006/relationships/customXml" Target="../ink/ink2698.xml"/><Relationship Id="rId267" Type="http://schemas.openxmlformats.org/officeDocument/2006/relationships/image" Target="../media/image2351.png"/><Relationship Id="rId106" Type="http://schemas.openxmlformats.org/officeDocument/2006/relationships/customXml" Target="../ink/ink2628.xml"/><Relationship Id="rId127" Type="http://schemas.openxmlformats.org/officeDocument/2006/relationships/image" Target="../media/image2281.png"/><Relationship Id="rId10" Type="http://schemas.openxmlformats.org/officeDocument/2006/relationships/customXml" Target="../ink/ink2580.xml"/><Relationship Id="rId31" Type="http://schemas.openxmlformats.org/officeDocument/2006/relationships/image" Target="../media/image2233.png"/><Relationship Id="rId52" Type="http://schemas.openxmlformats.org/officeDocument/2006/relationships/customXml" Target="../ink/ink2601.xml"/><Relationship Id="rId73" Type="http://schemas.openxmlformats.org/officeDocument/2006/relationships/image" Target="../media/image2254.png"/><Relationship Id="rId94" Type="http://schemas.openxmlformats.org/officeDocument/2006/relationships/customXml" Target="../ink/ink2622.xml"/><Relationship Id="rId148" Type="http://schemas.openxmlformats.org/officeDocument/2006/relationships/customXml" Target="../ink/ink2649.xml"/><Relationship Id="rId169" Type="http://schemas.openxmlformats.org/officeDocument/2006/relationships/image" Target="../media/image2302.png"/><Relationship Id="rId4" Type="http://schemas.openxmlformats.org/officeDocument/2006/relationships/customXml" Target="../ink/ink2577.xml"/><Relationship Id="rId180" Type="http://schemas.openxmlformats.org/officeDocument/2006/relationships/customXml" Target="../ink/ink2665.xml"/><Relationship Id="rId215" Type="http://schemas.openxmlformats.org/officeDocument/2006/relationships/image" Target="../media/image2325.png"/><Relationship Id="rId236" Type="http://schemas.openxmlformats.org/officeDocument/2006/relationships/customXml" Target="../ink/ink2693.xml"/><Relationship Id="rId257" Type="http://schemas.openxmlformats.org/officeDocument/2006/relationships/image" Target="../media/image2346.png"/><Relationship Id="rId42" Type="http://schemas.openxmlformats.org/officeDocument/2006/relationships/customXml" Target="../ink/ink2596.xml"/><Relationship Id="rId84" Type="http://schemas.openxmlformats.org/officeDocument/2006/relationships/customXml" Target="../ink/ink2617.xml"/><Relationship Id="rId138" Type="http://schemas.openxmlformats.org/officeDocument/2006/relationships/customXml" Target="../ink/ink2644.xml"/><Relationship Id="rId191" Type="http://schemas.openxmlformats.org/officeDocument/2006/relationships/image" Target="../media/image2313.png"/><Relationship Id="rId205" Type="http://schemas.openxmlformats.org/officeDocument/2006/relationships/image" Target="../media/image2320.png"/><Relationship Id="rId247" Type="http://schemas.openxmlformats.org/officeDocument/2006/relationships/image" Target="../media/image2341.png"/><Relationship Id="rId107" Type="http://schemas.openxmlformats.org/officeDocument/2006/relationships/image" Target="../media/image2271.png"/><Relationship Id="rId11" Type="http://schemas.openxmlformats.org/officeDocument/2006/relationships/image" Target="../media/image2223.png"/><Relationship Id="rId53" Type="http://schemas.openxmlformats.org/officeDocument/2006/relationships/image" Target="../media/image2244.png"/><Relationship Id="rId149" Type="http://schemas.openxmlformats.org/officeDocument/2006/relationships/image" Target="../media/image2292.png"/><Relationship Id="rId95" Type="http://schemas.openxmlformats.org/officeDocument/2006/relationships/image" Target="../media/image2265.png"/><Relationship Id="rId160" Type="http://schemas.openxmlformats.org/officeDocument/2006/relationships/customXml" Target="../ink/ink2655.xml"/><Relationship Id="rId216" Type="http://schemas.openxmlformats.org/officeDocument/2006/relationships/customXml" Target="../ink/ink2683.xml"/></Relationships>
</file>

<file path=ppt/slides/_rels/slide27.xml.rels><?xml version="1.0" encoding="UTF-8" standalone="yes"?>
<Relationships xmlns="http://schemas.openxmlformats.org/package/2006/relationships"><Relationship Id="rId117" Type="http://schemas.openxmlformats.org/officeDocument/2006/relationships/image" Target="../media/image2414.png"/><Relationship Id="rId21" Type="http://schemas.openxmlformats.org/officeDocument/2006/relationships/image" Target="../media/image2366.png"/><Relationship Id="rId63" Type="http://schemas.openxmlformats.org/officeDocument/2006/relationships/image" Target="../media/image2387.png"/><Relationship Id="rId159" Type="http://schemas.openxmlformats.org/officeDocument/2006/relationships/image" Target="../media/image2435.png"/><Relationship Id="rId170" Type="http://schemas.openxmlformats.org/officeDocument/2006/relationships/customXml" Target="../ink/ink2798.xml"/><Relationship Id="rId226" Type="http://schemas.openxmlformats.org/officeDocument/2006/relationships/customXml" Target="../ink/ink2826.xml"/><Relationship Id="rId268" Type="http://schemas.openxmlformats.org/officeDocument/2006/relationships/customXml" Target="../ink/ink2847.xml"/><Relationship Id="rId32" Type="http://schemas.openxmlformats.org/officeDocument/2006/relationships/customXml" Target="../ink/ink2729.xml"/><Relationship Id="rId74" Type="http://schemas.openxmlformats.org/officeDocument/2006/relationships/customXml" Target="../ink/ink2750.xml"/><Relationship Id="rId128" Type="http://schemas.openxmlformats.org/officeDocument/2006/relationships/customXml" Target="../ink/ink2777.xml"/><Relationship Id="rId5" Type="http://schemas.openxmlformats.org/officeDocument/2006/relationships/image" Target="../media/image2358.png"/><Relationship Id="rId181" Type="http://schemas.openxmlformats.org/officeDocument/2006/relationships/image" Target="../media/image2446.png"/><Relationship Id="rId237" Type="http://schemas.openxmlformats.org/officeDocument/2006/relationships/image" Target="../media/image2474.png"/><Relationship Id="rId279" Type="http://schemas.openxmlformats.org/officeDocument/2006/relationships/image" Target="../media/image2495.png"/><Relationship Id="rId43" Type="http://schemas.openxmlformats.org/officeDocument/2006/relationships/image" Target="../media/image2377.png"/><Relationship Id="rId139" Type="http://schemas.openxmlformats.org/officeDocument/2006/relationships/image" Target="../media/image2425.png"/><Relationship Id="rId85" Type="http://schemas.openxmlformats.org/officeDocument/2006/relationships/image" Target="../media/image2398.png"/><Relationship Id="rId150" Type="http://schemas.openxmlformats.org/officeDocument/2006/relationships/customXml" Target="../ink/ink2788.xml"/><Relationship Id="rId171" Type="http://schemas.openxmlformats.org/officeDocument/2006/relationships/image" Target="../media/image2441.png"/><Relationship Id="rId192" Type="http://schemas.openxmlformats.org/officeDocument/2006/relationships/customXml" Target="../ink/ink2809.xml"/><Relationship Id="rId206" Type="http://schemas.openxmlformats.org/officeDocument/2006/relationships/customXml" Target="../ink/ink2816.xml"/><Relationship Id="rId227" Type="http://schemas.openxmlformats.org/officeDocument/2006/relationships/image" Target="../media/image2469.png"/><Relationship Id="rId248" Type="http://schemas.openxmlformats.org/officeDocument/2006/relationships/customXml" Target="../ink/ink2837.xml"/><Relationship Id="rId269" Type="http://schemas.openxmlformats.org/officeDocument/2006/relationships/image" Target="../media/image2490.png"/><Relationship Id="rId12" Type="http://schemas.openxmlformats.org/officeDocument/2006/relationships/customXml" Target="../ink/ink2719.xml"/><Relationship Id="rId33" Type="http://schemas.openxmlformats.org/officeDocument/2006/relationships/image" Target="../media/image2372.png"/><Relationship Id="rId108" Type="http://schemas.openxmlformats.org/officeDocument/2006/relationships/customXml" Target="../ink/ink2767.xml"/><Relationship Id="rId129" Type="http://schemas.openxmlformats.org/officeDocument/2006/relationships/image" Target="../media/image2420.png"/><Relationship Id="rId280" Type="http://schemas.openxmlformats.org/officeDocument/2006/relationships/customXml" Target="../ink/ink2853.xml"/><Relationship Id="rId54" Type="http://schemas.openxmlformats.org/officeDocument/2006/relationships/customXml" Target="../ink/ink2740.xml"/><Relationship Id="rId75" Type="http://schemas.openxmlformats.org/officeDocument/2006/relationships/image" Target="../media/image2393.png"/><Relationship Id="rId96" Type="http://schemas.openxmlformats.org/officeDocument/2006/relationships/customXml" Target="../ink/ink2761.xml"/><Relationship Id="rId140" Type="http://schemas.openxmlformats.org/officeDocument/2006/relationships/customXml" Target="../ink/ink2783.xml"/><Relationship Id="rId161" Type="http://schemas.openxmlformats.org/officeDocument/2006/relationships/image" Target="../media/image2436.png"/><Relationship Id="rId182" Type="http://schemas.openxmlformats.org/officeDocument/2006/relationships/customXml" Target="../ink/ink2804.xml"/><Relationship Id="rId217" Type="http://schemas.openxmlformats.org/officeDocument/2006/relationships/image" Target="../media/image2464.png"/><Relationship Id="rId6" Type="http://schemas.openxmlformats.org/officeDocument/2006/relationships/customXml" Target="../ink/ink2716.xml"/><Relationship Id="rId238" Type="http://schemas.openxmlformats.org/officeDocument/2006/relationships/customXml" Target="../ink/ink2832.xml"/><Relationship Id="rId259" Type="http://schemas.openxmlformats.org/officeDocument/2006/relationships/image" Target="../media/image2485.png"/><Relationship Id="rId23" Type="http://schemas.openxmlformats.org/officeDocument/2006/relationships/image" Target="../media/image2367.png"/><Relationship Id="rId119" Type="http://schemas.openxmlformats.org/officeDocument/2006/relationships/image" Target="../media/image2415.png"/><Relationship Id="rId270" Type="http://schemas.openxmlformats.org/officeDocument/2006/relationships/customXml" Target="../ink/ink2848.xml"/><Relationship Id="rId44" Type="http://schemas.openxmlformats.org/officeDocument/2006/relationships/customXml" Target="../ink/ink2735.xml"/><Relationship Id="rId65" Type="http://schemas.openxmlformats.org/officeDocument/2006/relationships/image" Target="../media/image2388.png"/><Relationship Id="rId86" Type="http://schemas.openxmlformats.org/officeDocument/2006/relationships/customXml" Target="../ink/ink2756.xml"/><Relationship Id="rId130" Type="http://schemas.openxmlformats.org/officeDocument/2006/relationships/customXml" Target="../ink/ink2778.xml"/><Relationship Id="rId151" Type="http://schemas.openxmlformats.org/officeDocument/2006/relationships/image" Target="../media/image2431.png"/><Relationship Id="rId172" Type="http://schemas.openxmlformats.org/officeDocument/2006/relationships/customXml" Target="../ink/ink2799.xml"/><Relationship Id="rId193" Type="http://schemas.openxmlformats.org/officeDocument/2006/relationships/image" Target="../media/image2452.png"/><Relationship Id="rId207" Type="http://schemas.openxmlformats.org/officeDocument/2006/relationships/image" Target="../media/image2459.png"/><Relationship Id="rId228" Type="http://schemas.openxmlformats.org/officeDocument/2006/relationships/customXml" Target="../ink/ink2827.xml"/><Relationship Id="rId249" Type="http://schemas.openxmlformats.org/officeDocument/2006/relationships/image" Target="../media/image2480.png"/><Relationship Id="rId13" Type="http://schemas.openxmlformats.org/officeDocument/2006/relationships/image" Target="../media/image2362.png"/><Relationship Id="rId109" Type="http://schemas.openxmlformats.org/officeDocument/2006/relationships/image" Target="../media/image2410.png"/><Relationship Id="rId260" Type="http://schemas.openxmlformats.org/officeDocument/2006/relationships/customXml" Target="../ink/ink2843.xml"/><Relationship Id="rId281" Type="http://schemas.openxmlformats.org/officeDocument/2006/relationships/image" Target="../media/image2496.png"/><Relationship Id="rId34" Type="http://schemas.openxmlformats.org/officeDocument/2006/relationships/customXml" Target="../ink/ink2730.xml"/><Relationship Id="rId55" Type="http://schemas.openxmlformats.org/officeDocument/2006/relationships/image" Target="../media/image2383.png"/><Relationship Id="rId76" Type="http://schemas.openxmlformats.org/officeDocument/2006/relationships/customXml" Target="../ink/ink2751.xml"/><Relationship Id="rId97" Type="http://schemas.openxmlformats.org/officeDocument/2006/relationships/image" Target="../media/image2404.png"/><Relationship Id="rId120" Type="http://schemas.openxmlformats.org/officeDocument/2006/relationships/customXml" Target="../ink/ink2773.xml"/><Relationship Id="rId141" Type="http://schemas.openxmlformats.org/officeDocument/2006/relationships/image" Target="../media/image2426.png"/><Relationship Id="rId7" Type="http://schemas.openxmlformats.org/officeDocument/2006/relationships/image" Target="../media/image2359.png"/><Relationship Id="rId162" Type="http://schemas.openxmlformats.org/officeDocument/2006/relationships/customXml" Target="../ink/ink2794.xml"/><Relationship Id="rId183" Type="http://schemas.openxmlformats.org/officeDocument/2006/relationships/image" Target="../media/image2447.png"/><Relationship Id="rId218" Type="http://schemas.openxmlformats.org/officeDocument/2006/relationships/customXml" Target="../ink/ink2822.xml"/><Relationship Id="rId239" Type="http://schemas.openxmlformats.org/officeDocument/2006/relationships/image" Target="../media/image2475.png"/><Relationship Id="rId250" Type="http://schemas.openxmlformats.org/officeDocument/2006/relationships/customXml" Target="../ink/ink2838.xml"/><Relationship Id="rId271" Type="http://schemas.openxmlformats.org/officeDocument/2006/relationships/image" Target="../media/image2491.png"/><Relationship Id="rId24" Type="http://schemas.openxmlformats.org/officeDocument/2006/relationships/customXml" Target="../ink/ink2725.xml"/><Relationship Id="rId45" Type="http://schemas.openxmlformats.org/officeDocument/2006/relationships/image" Target="../media/image2378.png"/><Relationship Id="rId66" Type="http://schemas.openxmlformats.org/officeDocument/2006/relationships/customXml" Target="../ink/ink2746.xml"/><Relationship Id="rId87" Type="http://schemas.openxmlformats.org/officeDocument/2006/relationships/image" Target="../media/image2399.png"/><Relationship Id="rId110" Type="http://schemas.openxmlformats.org/officeDocument/2006/relationships/customXml" Target="../ink/ink2768.xml"/><Relationship Id="rId131" Type="http://schemas.openxmlformats.org/officeDocument/2006/relationships/image" Target="../media/image2421.png"/><Relationship Id="rId152" Type="http://schemas.openxmlformats.org/officeDocument/2006/relationships/customXml" Target="../ink/ink2789.xml"/><Relationship Id="rId173" Type="http://schemas.openxmlformats.org/officeDocument/2006/relationships/image" Target="../media/image2442.png"/><Relationship Id="rId194" Type="http://schemas.openxmlformats.org/officeDocument/2006/relationships/customXml" Target="../ink/ink2810.xml"/><Relationship Id="rId208" Type="http://schemas.openxmlformats.org/officeDocument/2006/relationships/customXml" Target="../ink/ink2817.xml"/><Relationship Id="rId229" Type="http://schemas.openxmlformats.org/officeDocument/2006/relationships/image" Target="../media/image2470.png"/><Relationship Id="rId240" Type="http://schemas.openxmlformats.org/officeDocument/2006/relationships/customXml" Target="../ink/ink2833.xml"/><Relationship Id="rId261" Type="http://schemas.openxmlformats.org/officeDocument/2006/relationships/image" Target="../media/image2486.png"/><Relationship Id="rId14" Type="http://schemas.openxmlformats.org/officeDocument/2006/relationships/customXml" Target="../ink/ink2720.xml"/><Relationship Id="rId35" Type="http://schemas.openxmlformats.org/officeDocument/2006/relationships/image" Target="../media/image2373.png"/><Relationship Id="rId56" Type="http://schemas.openxmlformats.org/officeDocument/2006/relationships/customXml" Target="../ink/ink2741.xml"/><Relationship Id="rId77" Type="http://schemas.openxmlformats.org/officeDocument/2006/relationships/image" Target="../media/image2394.png"/><Relationship Id="rId100" Type="http://schemas.openxmlformats.org/officeDocument/2006/relationships/customXml" Target="../ink/ink2763.xml"/><Relationship Id="rId282" Type="http://schemas.openxmlformats.org/officeDocument/2006/relationships/customXml" Target="../ink/ink2854.xml"/><Relationship Id="rId8" Type="http://schemas.openxmlformats.org/officeDocument/2006/relationships/customXml" Target="../ink/ink2717.xml"/><Relationship Id="rId98" Type="http://schemas.openxmlformats.org/officeDocument/2006/relationships/customXml" Target="../ink/ink2762.xml"/><Relationship Id="rId121" Type="http://schemas.openxmlformats.org/officeDocument/2006/relationships/image" Target="../media/image2416.png"/><Relationship Id="rId142" Type="http://schemas.openxmlformats.org/officeDocument/2006/relationships/customXml" Target="../ink/ink2784.xml"/><Relationship Id="rId163" Type="http://schemas.openxmlformats.org/officeDocument/2006/relationships/image" Target="../media/image2437.png"/><Relationship Id="rId184" Type="http://schemas.openxmlformats.org/officeDocument/2006/relationships/customXml" Target="../ink/ink2805.xml"/><Relationship Id="rId219" Type="http://schemas.openxmlformats.org/officeDocument/2006/relationships/image" Target="../media/image2465.png"/><Relationship Id="rId230" Type="http://schemas.openxmlformats.org/officeDocument/2006/relationships/customXml" Target="../ink/ink2828.xml"/><Relationship Id="rId251" Type="http://schemas.openxmlformats.org/officeDocument/2006/relationships/image" Target="../media/image2481.png"/><Relationship Id="rId25" Type="http://schemas.openxmlformats.org/officeDocument/2006/relationships/image" Target="../media/image2368.png"/><Relationship Id="rId46" Type="http://schemas.openxmlformats.org/officeDocument/2006/relationships/customXml" Target="../ink/ink2736.xml"/><Relationship Id="rId67" Type="http://schemas.openxmlformats.org/officeDocument/2006/relationships/image" Target="../media/image2389.png"/><Relationship Id="rId272" Type="http://schemas.openxmlformats.org/officeDocument/2006/relationships/customXml" Target="../ink/ink2849.xml"/><Relationship Id="rId88" Type="http://schemas.openxmlformats.org/officeDocument/2006/relationships/customXml" Target="../ink/ink2757.xml"/><Relationship Id="rId111" Type="http://schemas.openxmlformats.org/officeDocument/2006/relationships/image" Target="../media/image2411.png"/><Relationship Id="rId132" Type="http://schemas.openxmlformats.org/officeDocument/2006/relationships/customXml" Target="../ink/ink2779.xml"/><Relationship Id="rId153" Type="http://schemas.openxmlformats.org/officeDocument/2006/relationships/image" Target="../media/image2432.png"/><Relationship Id="rId174" Type="http://schemas.openxmlformats.org/officeDocument/2006/relationships/customXml" Target="../ink/ink2800.xml"/><Relationship Id="rId195" Type="http://schemas.openxmlformats.org/officeDocument/2006/relationships/image" Target="../media/image2453.png"/><Relationship Id="rId209" Type="http://schemas.openxmlformats.org/officeDocument/2006/relationships/image" Target="../media/image2460.png"/><Relationship Id="rId220" Type="http://schemas.openxmlformats.org/officeDocument/2006/relationships/customXml" Target="../ink/ink2823.xml"/><Relationship Id="rId241" Type="http://schemas.openxmlformats.org/officeDocument/2006/relationships/image" Target="../media/image2476.png"/><Relationship Id="rId15" Type="http://schemas.openxmlformats.org/officeDocument/2006/relationships/image" Target="../media/image2363.png"/><Relationship Id="rId36" Type="http://schemas.openxmlformats.org/officeDocument/2006/relationships/customXml" Target="../ink/ink2731.xml"/><Relationship Id="rId57" Type="http://schemas.openxmlformats.org/officeDocument/2006/relationships/image" Target="../media/image2384.png"/><Relationship Id="rId262" Type="http://schemas.openxmlformats.org/officeDocument/2006/relationships/customXml" Target="../ink/ink2844.xml"/><Relationship Id="rId283" Type="http://schemas.openxmlformats.org/officeDocument/2006/relationships/image" Target="../media/image2497.png"/><Relationship Id="rId78" Type="http://schemas.openxmlformats.org/officeDocument/2006/relationships/customXml" Target="../ink/ink2752.xml"/><Relationship Id="rId99" Type="http://schemas.openxmlformats.org/officeDocument/2006/relationships/image" Target="../media/image2405.png"/><Relationship Id="rId101" Type="http://schemas.openxmlformats.org/officeDocument/2006/relationships/image" Target="../media/image2406.png"/><Relationship Id="rId122" Type="http://schemas.openxmlformats.org/officeDocument/2006/relationships/customXml" Target="../ink/ink2774.xml"/><Relationship Id="rId143" Type="http://schemas.openxmlformats.org/officeDocument/2006/relationships/image" Target="../media/image2427.png"/><Relationship Id="rId164" Type="http://schemas.openxmlformats.org/officeDocument/2006/relationships/customXml" Target="../ink/ink2795.xml"/><Relationship Id="rId185" Type="http://schemas.openxmlformats.org/officeDocument/2006/relationships/image" Target="../media/image2448.png"/><Relationship Id="rId9" Type="http://schemas.openxmlformats.org/officeDocument/2006/relationships/image" Target="../media/image2360.png"/><Relationship Id="rId210" Type="http://schemas.openxmlformats.org/officeDocument/2006/relationships/customXml" Target="../ink/ink2818.xml"/><Relationship Id="rId26" Type="http://schemas.openxmlformats.org/officeDocument/2006/relationships/customXml" Target="../ink/ink2726.xml"/><Relationship Id="rId231" Type="http://schemas.openxmlformats.org/officeDocument/2006/relationships/image" Target="../media/image2471.png"/><Relationship Id="rId252" Type="http://schemas.openxmlformats.org/officeDocument/2006/relationships/customXml" Target="../ink/ink2839.xml"/><Relationship Id="rId273" Type="http://schemas.openxmlformats.org/officeDocument/2006/relationships/image" Target="../media/image2492.png"/><Relationship Id="rId47" Type="http://schemas.openxmlformats.org/officeDocument/2006/relationships/image" Target="../media/image2379.png"/><Relationship Id="rId68" Type="http://schemas.openxmlformats.org/officeDocument/2006/relationships/customXml" Target="../ink/ink2747.xml"/><Relationship Id="rId89" Type="http://schemas.openxmlformats.org/officeDocument/2006/relationships/image" Target="../media/image2400.png"/><Relationship Id="rId112" Type="http://schemas.openxmlformats.org/officeDocument/2006/relationships/customXml" Target="../ink/ink2769.xml"/><Relationship Id="rId133" Type="http://schemas.openxmlformats.org/officeDocument/2006/relationships/image" Target="../media/image2422.png"/><Relationship Id="rId154" Type="http://schemas.openxmlformats.org/officeDocument/2006/relationships/customXml" Target="../ink/ink2790.xml"/><Relationship Id="rId175" Type="http://schemas.openxmlformats.org/officeDocument/2006/relationships/image" Target="../media/image2443.png"/><Relationship Id="rId196" Type="http://schemas.openxmlformats.org/officeDocument/2006/relationships/customXml" Target="../ink/ink2811.xml"/><Relationship Id="rId200" Type="http://schemas.openxmlformats.org/officeDocument/2006/relationships/customXml" Target="../ink/ink2813.xml"/><Relationship Id="rId16" Type="http://schemas.openxmlformats.org/officeDocument/2006/relationships/customXml" Target="../ink/ink2721.xml"/><Relationship Id="rId221" Type="http://schemas.openxmlformats.org/officeDocument/2006/relationships/image" Target="../media/image2466.png"/><Relationship Id="rId242" Type="http://schemas.openxmlformats.org/officeDocument/2006/relationships/customXml" Target="../ink/ink2834.xml"/><Relationship Id="rId263" Type="http://schemas.openxmlformats.org/officeDocument/2006/relationships/image" Target="../media/image2487.png"/><Relationship Id="rId284" Type="http://schemas.openxmlformats.org/officeDocument/2006/relationships/customXml" Target="../ink/ink2855.xml"/><Relationship Id="rId37" Type="http://schemas.openxmlformats.org/officeDocument/2006/relationships/image" Target="../media/image2374.png"/><Relationship Id="rId58" Type="http://schemas.openxmlformats.org/officeDocument/2006/relationships/customXml" Target="../ink/ink2742.xml"/><Relationship Id="rId79" Type="http://schemas.openxmlformats.org/officeDocument/2006/relationships/image" Target="../media/image2395.png"/><Relationship Id="rId102" Type="http://schemas.openxmlformats.org/officeDocument/2006/relationships/customXml" Target="../ink/ink2764.xml"/><Relationship Id="rId123" Type="http://schemas.openxmlformats.org/officeDocument/2006/relationships/image" Target="../media/image2417.png"/><Relationship Id="rId144" Type="http://schemas.openxmlformats.org/officeDocument/2006/relationships/customXml" Target="../ink/ink2785.xml"/><Relationship Id="rId90" Type="http://schemas.openxmlformats.org/officeDocument/2006/relationships/customXml" Target="../ink/ink2758.xml"/><Relationship Id="rId165" Type="http://schemas.openxmlformats.org/officeDocument/2006/relationships/image" Target="../media/image2438.png"/><Relationship Id="rId186" Type="http://schemas.openxmlformats.org/officeDocument/2006/relationships/customXml" Target="../ink/ink2806.xml"/><Relationship Id="rId211" Type="http://schemas.openxmlformats.org/officeDocument/2006/relationships/image" Target="../media/image2461.png"/><Relationship Id="rId232" Type="http://schemas.openxmlformats.org/officeDocument/2006/relationships/customXml" Target="../ink/ink2829.xml"/><Relationship Id="rId253" Type="http://schemas.openxmlformats.org/officeDocument/2006/relationships/image" Target="../media/image2482.png"/><Relationship Id="rId274" Type="http://schemas.openxmlformats.org/officeDocument/2006/relationships/customXml" Target="../ink/ink2850.xml"/><Relationship Id="rId27" Type="http://schemas.openxmlformats.org/officeDocument/2006/relationships/image" Target="../media/image2369.png"/><Relationship Id="rId48" Type="http://schemas.openxmlformats.org/officeDocument/2006/relationships/customXml" Target="../ink/ink2737.xml"/><Relationship Id="rId69" Type="http://schemas.openxmlformats.org/officeDocument/2006/relationships/image" Target="../media/image2390.png"/><Relationship Id="rId113" Type="http://schemas.openxmlformats.org/officeDocument/2006/relationships/image" Target="../media/image2412.png"/><Relationship Id="rId134" Type="http://schemas.openxmlformats.org/officeDocument/2006/relationships/customXml" Target="../ink/ink2780.xml"/><Relationship Id="rId80" Type="http://schemas.openxmlformats.org/officeDocument/2006/relationships/customXml" Target="../ink/ink2753.xml"/><Relationship Id="rId155" Type="http://schemas.openxmlformats.org/officeDocument/2006/relationships/image" Target="../media/image2433.png"/><Relationship Id="rId176" Type="http://schemas.openxmlformats.org/officeDocument/2006/relationships/customXml" Target="../ink/ink2801.xml"/><Relationship Id="rId197" Type="http://schemas.openxmlformats.org/officeDocument/2006/relationships/image" Target="../media/image2454.png"/><Relationship Id="rId201" Type="http://schemas.openxmlformats.org/officeDocument/2006/relationships/image" Target="../media/image2456.png"/><Relationship Id="rId222" Type="http://schemas.openxmlformats.org/officeDocument/2006/relationships/customXml" Target="../ink/ink2824.xml"/><Relationship Id="rId243" Type="http://schemas.openxmlformats.org/officeDocument/2006/relationships/image" Target="../media/image2477.png"/><Relationship Id="rId264" Type="http://schemas.openxmlformats.org/officeDocument/2006/relationships/customXml" Target="../ink/ink2845.xml"/><Relationship Id="rId285" Type="http://schemas.openxmlformats.org/officeDocument/2006/relationships/image" Target="../media/image2498.png"/><Relationship Id="rId17" Type="http://schemas.openxmlformats.org/officeDocument/2006/relationships/image" Target="../media/image2364.png"/><Relationship Id="rId38" Type="http://schemas.openxmlformats.org/officeDocument/2006/relationships/customXml" Target="../ink/ink2732.xml"/><Relationship Id="rId59" Type="http://schemas.openxmlformats.org/officeDocument/2006/relationships/image" Target="../media/image2385.png"/><Relationship Id="rId103" Type="http://schemas.openxmlformats.org/officeDocument/2006/relationships/image" Target="../media/image2407.png"/><Relationship Id="rId124" Type="http://schemas.openxmlformats.org/officeDocument/2006/relationships/customXml" Target="../ink/ink2775.xml"/><Relationship Id="rId70" Type="http://schemas.openxmlformats.org/officeDocument/2006/relationships/customXml" Target="../ink/ink2748.xml"/><Relationship Id="rId91" Type="http://schemas.openxmlformats.org/officeDocument/2006/relationships/image" Target="../media/image2401.png"/><Relationship Id="rId145" Type="http://schemas.openxmlformats.org/officeDocument/2006/relationships/image" Target="../media/image2428.png"/><Relationship Id="rId166" Type="http://schemas.openxmlformats.org/officeDocument/2006/relationships/customXml" Target="../ink/ink2796.xml"/><Relationship Id="rId187" Type="http://schemas.openxmlformats.org/officeDocument/2006/relationships/image" Target="../media/image2449.png"/><Relationship Id="rId1" Type="http://schemas.openxmlformats.org/officeDocument/2006/relationships/slideLayout" Target="../slideLayouts/slideLayout7.xml"/><Relationship Id="rId212" Type="http://schemas.openxmlformats.org/officeDocument/2006/relationships/customXml" Target="../ink/ink2819.xml"/><Relationship Id="rId233" Type="http://schemas.openxmlformats.org/officeDocument/2006/relationships/image" Target="../media/image2472.png"/><Relationship Id="rId254" Type="http://schemas.openxmlformats.org/officeDocument/2006/relationships/customXml" Target="../ink/ink2840.xml"/><Relationship Id="rId28" Type="http://schemas.openxmlformats.org/officeDocument/2006/relationships/customXml" Target="../ink/ink2727.xml"/><Relationship Id="rId49" Type="http://schemas.openxmlformats.org/officeDocument/2006/relationships/image" Target="../media/image2380.png"/><Relationship Id="rId114" Type="http://schemas.openxmlformats.org/officeDocument/2006/relationships/customXml" Target="../ink/ink2770.xml"/><Relationship Id="rId275" Type="http://schemas.openxmlformats.org/officeDocument/2006/relationships/image" Target="../media/image2493.png"/><Relationship Id="rId60" Type="http://schemas.openxmlformats.org/officeDocument/2006/relationships/customXml" Target="../ink/ink2743.xml"/><Relationship Id="rId81" Type="http://schemas.openxmlformats.org/officeDocument/2006/relationships/image" Target="../media/image2396.png"/><Relationship Id="rId135" Type="http://schemas.openxmlformats.org/officeDocument/2006/relationships/image" Target="../media/image2423.png"/><Relationship Id="rId156" Type="http://schemas.openxmlformats.org/officeDocument/2006/relationships/customXml" Target="../ink/ink2791.xml"/><Relationship Id="rId177" Type="http://schemas.openxmlformats.org/officeDocument/2006/relationships/image" Target="../media/image2444.png"/><Relationship Id="rId198" Type="http://schemas.openxmlformats.org/officeDocument/2006/relationships/customXml" Target="../ink/ink2812.xml"/><Relationship Id="rId202" Type="http://schemas.openxmlformats.org/officeDocument/2006/relationships/customXml" Target="../ink/ink2814.xml"/><Relationship Id="rId223" Type="http://schemas.openxmlformats.org/officeDocument/2006/relationships/image" Target="../media/image2467.png"/><Relationship Id="rId244" Type="http://schemas.openxmlformats.org/officeDocument/2006/relationships/customXml" Target="../ink/ink2835.xml"/><Relationship Id="rId18" Type="http://schemas.openxmlformats.org/officeDocument/2006/relationships/customXml" Target="../ink/ink2722.xml"/><Relationship Id="rId39" Type="http://schemas.openxmlformats.org/officeDocument/2006/relationships/image" Target="../media/image2375.png"/><Relationship Id="rId265" Type="http://schemas.openxmlformats.org/officeDocument/2006/relationships/image" Target="../media/image2488.png"/><Relationship Id="rId50" Type="http://schemas.openxmlformats.org/officeDocument/2006/relationships/customXml" Target="../ink/ink2738.xml"/><Relationship Id="rId104" Type="http://schemas.openxmlformats.org/officeDocument/2006/relationships/customXml" Target="../ink/ink2765.xml"/><Relationship Id="rId125" Type="http://schemas.openxmlformats.org/officeDocument/2006/relationships/image" Target="../media/image2418.png"/><Relationship Id="rId146" Type="http://schemas.openxmlformats.org/officeDocument/2006/relationships/customXml" Target="../ink/ink2786.xml"/><Relationship Id="rId167" Type="http://schemas.openxmlformats.org/officeDocument/2006/relationships/image" Target="../media/image2439.png"/><Relationship Id="rId188" Type="http://schemas.openxmlformats.org/officeDocument/2006/relationships/customXml" Target="../ink/ink2807.xml"/><Relationship Id="rId71" Type="http://schemas.openxmlformats.org/officeDocument/2006/relationships/image" Target="../media/image2391.png"/><Relationship Id="rId92" Type="http://schemas.openxmlformats.org/officeDocument/2006/relationships/customXml" Target="../ink/ink2759.xml"/><Relationship Id="rId213" Type="http://schemas.openxmlformats.org/officeDocument/2006/relationships/image" Target="../media/image2462.png"/><Relationship Id="rId234" Type="http://schemas.openxmlformats.org/officeDocument/2006/relationships/customXml" Target="../ink/ink2830.xml"/><Relationship Id="rId2" Type="http://schemas.openxmlformats.org/officeDocument/2006/relationships/customXml" Target="../ink/ink2714.xml"/><Relationship Id="rId29" Type="http://schemas.openxmlformats.org/officeDocument/2006/relationships/image" Target="../media/image2370.png"/><Relationship Id="rId255" Type="http://schemas.openxmlformats.org/officeDocument/2006/relationships/image" Target="../media/image2483.png"/><Relationship Id="rId276" Type="http://schemas.openxmlformats.org/officeDocument/2006/relationships/customXml" Target="../ink/ink2851.xml"/><Relationship Id="rId40" Type="http://schemas.openxmlformats.org/officeDocument/2006/relationships/customXml" Target="../ink/ink2733.xml"/><Relationship Id="rId115" Type="http://schemas.openxmlformats.org/officeDocument/2006/relationships/image" Target="../media/image2413.png"/><Relationship Id="rId136" Type="http://schemas.openxmlformats.org/officeDocument/2006/relationships/customXml" Target="../ink/ink2781.xml"/><Relationship Id="rId157" Type="http://schemas.openxmlformats.org/officeDocument/2006/relationships/image" Target="../media/image2434.png"/><Relationship Id="rId178" Type="http://schemas.openxmlformats.org/officeDocument/2006/relationships/customXml" Target="../ink/ink2802.xml"/><Relationship Id="rId61" Type="http://schemas.openxmlformats.org/officeDocument/2006/relationships/image" Target="../media/image2386.png"/><Relationship Id="rId82" Type="http://schemas.openxmlformats.org/officeDocument/2006/relationships/customXml" Target="../ink/ink2754.xml"/><Relationship Id="rId199" Type="http://schemas.openxmlformats.org/officeDocument/2006/relationships/image" Target="../media/image2455.png"/><Relationship Id="rId203" Type="http://schemas.openxmlformats.org/officeDocument/2006/relationships/image" Target="../media/image2457.png"/><Relationship Id="rId19" Type="http://schemas.openxmlformats.org/officeDocument/2006/relationships/image" Target="../media/image2365.png"/><Relationship Id="rId224" Type="http://schemas.openxmlformats.org/officeDocument/2006/relationships/customXml" Target="../ink/ink2825.xml"/><Relationship Id="rId245" Type="http://schemas.openxmlformats.org/officeDocument/2006/relationships/image" Target="../media/image2478.png"/><Relationship Id="rId266" Type="http://schemas.openxmlformats.org/officeDocument/2006/relationships/customXml" Target="../ink/ink2846.xml"/><Relationship Id="rId30" Type="http://schemas.openxmlformats.org/officeDocument/2006/relationships/customXml" Target="../ink/ink2728.xml"/><Relationship Id="rId105" Type="http://schemas.openxmlformats.org/officeDocument/2006/relationships/image" Target="../media/image2408.png"/><Relationship Id="rId126" Type="http://schemas.openxmlformats.org/officeDocument/2006/relationships/customXml" Target="../ink/ink2776.xml"/><Relationship Id="rId147" Type="http://schemas.openxmlformats.org/officeDocument/2006/relationships/image" Target="../media/image2429.png"/><Relationship Id="rId168" Type="http://schemas.openxmlformats.org/officeDocument/2006/relationships/customXml" Target="../ink/ink2797.xml"/><Relationship Id="rId51" Type="http://schemas.openxmlformats.org/officeDocument/2006/relationships/image" Target="../media/image2381.png"/><Relationship Id="rId72" Type="http://schemas.openxmlformats.org/officeDocument/2006/relationships/customXml" Target="../ink/ink2749.xml"/><Relationship Id="rId93" Type="http://schemas.openxmlformats.org/officeDocument/2006/relationships/image" Target="../media/image2402.png"/><Relationship Id="rId189" Type="http://schemas.openxmlformats.org/officeDocument/2006/relationships/image" Target="../media/image2450.png"/><Relationship Id="rId3" Type="http://schemas.openxmlformats.org/officeDocument/2006/relationships/image" Target="../media/image2357.png"/><Relationship Id="rId214" Type="http://schemas.openxmlformats.org/officeDocument/2006/relationships/customXml" Target="../ink/ink2820.xml"/><Relationship Id="rId235" Type="http://schemas.openxmlformats.org/officeDocument/2006/relationships/image" Target="../media/image2473.png"/><Relationship Id="rId256" Type="http://schemas.openxmlformats.org/officeDocument/2006/relationships/customXml" Target="../ink/ink2841.xml"/><Relationship Id="rId277" Type="http://schemas.openxmlformats.org/officeDocument/2006/relationships/image" Target="../media/image2494.png"/><Relationship Id="rId116" Type="http://schemas.openxmlformats.org/officeDocument/2006/relationships/customXml" Target="../ink/ink2771.xml"/><Relationship Id="rId137" Type="http://schemas.openxmlformats.org/officeDocument/2006/relationships/image" Target="../media/image2424.png"/><Relationship Id="rId158" Type="http://schemas.openxmlformats.org/officeDocument/2006/relationships/customXml" Target="../ink/ink2792.xml"/><Relationship Id="rId20" Type="http://schemas.openxmlformats.org/officeDocument/2006/relationships/customXml" Target="../ink/ink2723.xml"/><Relationship Id="rId41" Type="http://schemas.openxmlformats.org/officeDocument/2006/relationships/image" Target="../media/image2376.png"/><Relationship Id="rId62" Type="http://schemas.openxmlformats.org/officeDocument/2006/relationships/customXml" Target="../ink/ink2744.xml"/><Relationship Id="rId83" Type="http://schemas.openxmlformats.org/officeDocument/2006/relationships/image" Target="../media/image2397.png"/><Relationship Id="rId179" Type="http://schemas.openxmlformats.org/officeDocument/2006/relationships/image" Target="../media/image2445.png"/><Relationship Id="rId190" Type="http://schemas.openxmlformats.org/officeDocument/2006/relationships/customXml" Target="../ink/ink2808.xml"/><Relationship Id="rId204" Type="http://schemas.openxmlformats.org/officeDocument/2006/relationships/customXml" Target="../ink/ink2815.xml"/><Relationship Id="rId225" Type="http://schemas.openxmlformats.org/officeDocument/2006/relationships/image" Target="../media/image2468.png"/><Relationship Id="rId246" Type="http://schemas.openxmlformats.org/officeDocument/2006/relationships/customXml" Target="../ink/ink2836.xml"/><Relationship Id="rId267" Type="http://schemas.openxmlformats.org/officeDocument/2006/relationships/image" Target="../media/image2489.png"/><Relationship Id="rId106" Type="http://schemas.openxmlformats.org/officeDocument/2006/relationships/customXml" Target="../ink/ink2766.xml"/><Relationship Id="rId127" Type="http://schemas.openxmlformats.org/officeDocument/2006/relationships/image" Target="../media/image2419.png"/><Relationship Id="rId10" Type="http://schemas.openxmlformats.org/officeDocument/2006/relationships/customXml" Target="../ink/ink2718.xml"/><Relationship Id="rId31" Type="http://schemas.openxmlformats.org/officeDocument/2006/relationships/image" Target="../media/image2371.png"/><Relationship Id="rId52" Type="http://schemas.openxmlformats.org/officeDocument/2006/relationships/customXml" Target="../ink/ink2739.xml"/><Relationship Id="rId73" Type="http://schemas.openxmlformats.org/officeDocument/2006/relationships/image" Target="../media/image2392.png"/><Relationship Id="rId94" Type="http://schemas.openxmlformats.org/officeDocument/2006/relationships/customXml" Target="../ink/ink2760.xml"/><Relationship Id="rId148" Type="http://schemas.openxmlformats.org/officeDocument/2006/relationships/customXml" Target="../ink/ink2787.xml"/><Relationship Id="rId169" Type="http://schemas.openxmlformats.org/officeDocument/2006/relationships/image" Target="../media/image2440.png"/><Relationship Id="rId4" Type="http://schemas.openxmlformats.org/officeDocument/2006/relationships/customXml" Target="../ink/ink2715.xml"/><Relationship Id="rId180" Type="http://schemas.openxmlformats.org/officeDocument/2006/relationships/customXml" Target="../ink/ink2803.xml"/><Relationship Id="rId215" Type="http://schemas.openxmlformats.org/officeDocument/2006/relationships/image" Target="../media/image2463.png"/><Relationship Id="rId236" Type="http://schemas.openxmlformats.org/officeDocument/2006/relationships/customXml" Target="../ink/ink2831.xml"/><Relationship Id="rId257" Type="http://schemas.openxmlformats.org/officeDocument/2006/relationships/image" Target="../media/image2484.png"/><Relationship Id="rId278" Type="http://schemas.openxmlformats.org/officeDocument/2006/relationships/customXml" Target="../ink/ink2852.xml"/><Relationship Id="rId42" Type="http://schemas.openxmlformats.org/officeDocument/2006/relationships/customXml" Target="../ink/ink2734.xml"/><Relationship Id="rId84" Type="http://schemas.openxmlformats.org/officeDocument/2006/relationships/customXml" Target="../ink/ink2755.xml"/><Relationship Id="rId138" Type="http://schemas.openxmlformats.org/officeDocument/2006/relationships/customXml" Target="../ink/ink2782.xml"/><Relationship Id="rId191" Type="http://schemas.openxmlformats.org/officeDocument/2006/relationships/image" Target="../media/image2451.png"/><Relationship Id="rId205" Type="http://schemas.openxmlformats.org/officeDocument/2006/relationships/image" Target="../media/image2458.png"/><Relationship Id="rId247" Type="http://schemas.openxmlformats.org/officeDocument/2006/relationships/image" Target="../media/image2479.png"/><Relationship Id="rId107" Type="http://schemas.openxmlformats.org/officeDocument/2006/relationships/image" Target="../media/image2409.png"/><Relationship Id="rId11" Type="http://schemas.openxmlformats.org/officeDocument/2006/relationships/image" Target="../media/image2361.png"/><Relationship Id="rId53" Type="http://schemas.openxmlformats.org/officeDocument/2006/relationships/image" Target="../media/image2382.png"/><Relationship Id="rId149" Type="http://schemas.openxmlformats.org/officeDocument/2006/relationships/image" Target="../media/image2430.png"/><Relationship Id="rId95" Type="http://schemas.openxmlformats.org/officeDocument/2006/relationships/image" Target="../media/image2403.png"/><Relationship Id="rId160" Type="http://schemas.openxmlformats.org/officeDocument/2006/relationships/customXml" Target="../ink/ink2793.xml"/><Relationship Id="rId216" Type="http://schemas.openxmlformats.org/officeDocument/2006/relationships/customXml" Target="../ink/ink2821.xml"/><Relationship Id="rId258" Type="http://schemas.openxmlformats.org/officeDocument/2006/relationships/customXml" Target="../ink/ink2842.xml"/><Relationship Id="rId22" Type="http://schemas.openxmlformats.org/officeDocument/2006/relationships/customXml" Target="../ink/ink2724.xml"/><Relationship Id="rId64" Type="http://schemas.openxmlformats.org/officeDocument/2006/relationships/customXml" Target="../ink/ink2745.xml"/><Relationship Id="rId118" Type="http://schemas.openxmlformats.org/officeDocument/2006/relationships/customXml" Target="../ink/ink2772.xml"/></Relationships>
</file>

<file path=ppt/slides/_rels/slide28.xml.rels><?xml version="1.0" encoding="UTF-8" standalone="yes"?>
<Relationships xmlns="http://schemas.openxmlformats.org/package/2006/relationships"><Relationship Id="rId117" Type="http://schemas.openxmlformats.org/officeDocument/2006/relationships/image" Target="../media/image2556.png"/><Relationship Id="rId21" Type="http://schemas.openxmlformats.org/officeDocument/2006/relationships/image" Target="../media/image2508.png"/><Relationship Id="rId42" Type="http://schemas.openxmlformats.org/officeDocument/2006/relationships/customXml" Target="../ink/ink2876.xml"/><Relationship Id="rId63" Type="http://schemas.openxmlformats.org/officeDocument/2006/relationships/image" Target="../media/image2529.png"/><Relationship Id="rId84" Type="http://schemas.openxmlformats.org/officeDocument/2006/relationships/customXml" Target="../ink/ink2897.xml"/><Relationship Id="rId138" Type="http://schemas.openxmlformats.org/officeDocument/2006/relationships/customXml" Target="../ink/ink2924.xml"/><Relationship Id="rId159" Type="http://schemas.openxmlformats.org/officeDocument/2006/relationships/image" Target="../media/image2576.png"/><Relationship Id="rId170" Type="http://schemas.openxmlformats.org/officeDocument/2006/relationships/customXml" Target="../ink/ink2940.xml"/><Relationship Id="rId191" Type="http://schemas.openxmlformats.org/officeDocument/2006/relationships/image" Target="../media/image2592.png"/><Relationship Id="rId205" Type="http://schemas.openxmlformats.org/officeDocument/2006/relationships/image" Target="../media/image2599.png"/><Relationship Id="rId226" Type="http://schemas.openxmlformats.org/officeDocument/2006/relationships/customXml" Target="../ink/ink2968.xml"/><Relationship Id="rId247" Type="http://schemas.openxmlformats.org/officeDocument/2006/relationships/image" Target="../media/image2620.png"/><Relationship Id="rId107" Type="http://schemas.openxmlformats.org/officeDocument/2006/relationships/image" Target="../media/image2551.png"/><Relationship Id="rId11" Type="http://schemas.openxmlformats.org/officeDocument/2006/relationships/image" Target="../media/image2503.png"/><Relationship Id="rId32" Type="http://schemas.openxmlformats.org/officeDocument/2006/relationships/customXml" Target="../ink/ink2871.xml"/><Relationship Id="rId53" Type="http://schemas.openxmlformats.org/officeDocument/2006/relationships/image" Target="../media/image2524.png"/><Relationship Id="rId74" Type="http://schemas.openxmlformats.org/officeDocument/2006/relationships/customXml" Target="../ink/ink2892.xml"/><Relationship Id="rId128" Type="http://schemas.openxmlformats.org/officeDocument/2006/relationships/customXml" Target="../ink/ink2919.xml"/><Relationship Id="rId149" Type="http://schemas.openxmlformats.org/officeDocument/2006/relationships/image" Target="../media/image2571.png"/><Relationship Id="rId5" Type="http://schemas.openxmlformats.org/officeDocument/2006/relationships/image" Target="../media/image2500.png"/><Relationship Id="rId95" Type="http://schemas.openxmlformats.org/officeDocument/2006/relationships/image" Target="../media/image2545.png"/><Relationship Id="rId160" Type="http://schemas.openxmlformats.org/officeDocument/2006/relationships/customXml" Target="../ink/ink2935.xml"/><Relationship Id="rId181" Type="http://schemas.openxmlformats.org/officeDocument/2006/relationships/image" Target="../media/image2587.png"/><Relationship Id="rId216" Type="http://schemas.openxmlformats.org/officeDocument/2006/relationships/customXml" Target="../ink/ink2963.xml"/><Relationship Id="rId237" Type="http://schemas.openxmlformats.org/officeDocument/2006/relationships/image" Target="../media/image2615.png"/><Relationship Id="rId22" Type="http://schemas.openxmlformats.org/officeDocument/2006/relationships/customXml" Target="../ink/ink2866.xml"/><Relationship Id="rId43" Type="http://schemas.openxmlformats.org/officeDocument/2006/relationships/image" Target="../media/image2519.png"/><Relationship Id="rId64" Type="http://schemas.openxmlformats.org/officeDocument/2006/relationships/customXml" Target="../ink/ink2887.xml"/><Relationship Id="rId118" Type="http://schemas.openxmlformats.org/officeDocument/2006/relationships/customXml" Target="../ink/ink2914.xml"/><Relationship Id="rId139" Type="http://schemas.openxmlformats.org/officeDocument/2006/relationships/image" Target="../media/image2566.png"/><Relationship Id="rId85" Type="http://schemas.openxmlformats.org/officeDocument/2006/relationships/image" Target="../media/image2540.png"/><Relationship Id="rId150" Type="http://schemas.openxmlformats.org/officeDocument/2006/relationships/customXml" Target="../ink/ink2930.xml"/><Relationship Id="rId171" Type="http://schemas.openxmlformats.org/officeDocument/2006/relationships/image" Target="../media/image2582.png"/><Relationship Id="rId192" Type="http://schemas.openxmlformats.org/officeDocument/2006/relationships/customXml" Target="../ink/ink2951.xml"/><Relationship Id="rId206" Type="http://schemas.openxmlformats.org/officeDocument/2006/relationships/customXml" Target="../ink/ink2958.xml"/><Relationship Id="rId227" Type="http://schemas.openxmlformats.org/officeDocument/2006/relationships/image" Target="../media/image2610.png"/><Relationship Id="rId248" Type="http://schemas.openxmlformats.org/officeDocument/2006/relationships/customXml" Target="../ink/ink2979.xml"/><Relationship Id="rId12" Type="http://schemas.openxmlformats.org/officeDocument/2006/relationships/customXml" Target="../ink/ink2861.xml"/><Relationship Id="rId33" Type="http://schemas.openxmlformats.org/officeDocument/2006/relationships/image" Target="../media/image2514.png"/><Relationship Id="rId108" Type="http://schemas.openxmlformats.org/officeDocument/2006/relationships/customXml" Target="../ink/ink2909.xml"/><Relationship Id="rId129" Type="http://schemas.openxmlformats.org/officeDocument/2006/relationships/image" Target="../media/image2561.png"/><Relationship Id="rId54" Type="http://schemas.openxmlformats.org/officeDocument/2006/relationships/customXml" Target="../ink/ink2882.xml"/><Relationship Id="rId75" Type="http://schemas.openxmlformats.org/officeDocument/2006/relationships/image" Target="../media/image2535.png"/><Relationship Id="rId96" Type="http://schemas.openxmlformats.org/officeDocument/2006/relationships/customXml" Target="../ink/ink2903.xml"/><Relationship Id="rId140" Type="http://schemas.openxmlformats.org/officeDocument/2006/relationships/customXml" Target="../ink/ink2925.xml"/><Relationship Id="rId161" Type="http://schemas.openxmlformats.org/officeDocument/2006/relationships/image" Target="../media/image2577.png"/><Relationship Id="rId182" Type="http://schemas.openxmlformats.org/officeDocument/2006/relationships/customXml" Target="../ink/ink2946.xml"/><Relationship Id="rId217" Type="http://schemas.openxmlformats.org/officeDocument/2006/relationships/image" Target="../media/image2605.png"/><Relationship Id="rId6" Type="http://schemas.openxmlformats.org/officeDocument/2006/relationships/customXml" Target="../ink/ink2858.xml"/><Relationship Id="rId238" Type="http://schemas.openxmlformats.org/officeDocument/2006/relationships/customXml" Target="../ink/ink2974.xml"/><Relationship Id="rId23" Type="http://schemas.openxmlformats.org/officeDocument/2006/relationships/image" Target="../media/image2509.png"/><Relationship Id="rId119" Type="http://schemas.openxmlformats.org/officeDocument/2006/relationships/image" Target="../media/image2557.png"/><Relationship Id="rId44" Type="http://schemas.openxmlformats.org/officeDocument/2006/relationships/customXml" Target="../ink/ink2877.xml"/><Relationship Id="rId65" Type="http://schemas.openxmlformats.org/officeDocument/2006/relationships/image" Target="../media/image2530.png"/><Relationship Id="rId86" Type="http://schemas.openxmlformats.org/officeDocument/2006/relationships/customXml" Target="../ink/ink2898.xml"/><Relationship Id="rId130" Type="http://schemas.openxmlformats.org/officeDocument/2006/relationships/customXml" Target="../ink/ink2920.xml"/><Relationship Id="rId151" Type="http://schemas.openxmlformats.org/officeDocument/2006/relationships/image" Target="../media/image2572.png"/><Relationship Id="rId172" Type="http://schemas.openxmlformats.org/officeDocument/2006/relationships/customXml" Target="../ink/ink2941.xml"/><Relationship Id="rId193" Type="http://schemas.openxmlformats.org/officeDocument/2006/relationships/image" Target="../media/image2593.png"/><Relationship Id="rId207" Type="http://schemas.openxmlformats.org/officeDocument/2006/relationships/image" Target="../media/image2600.png"/><Relationship Id="rId228" Type="http://schemas.openxmlformats.org/officeDocument/2006/relationships/customXml" Target="../ink/ink2969.xml"/><Relationship Id="rId249" Type="http://schemas.openxmlformats.org/officeDocument/2006/relationships/image" Target="../media/image2621.png"/><Relationship Id="rId13" Type="http://schemas.openxmlformats.org/officeDocument/2006/relationships/image" Target="../media/image2504.png"/><Relationship Id="rId109" Type="http://schemas.openxmlformats.org/officeDocument/2006/relationships/image" Target="../media/image2552.png"/><Relationship Id="rId34" Type="http://schemas.openxmlformats.org/officeDocument/2006/relationships/customXml" Target="../ink/ink2872.xml"/><Relationship Id="rId55" Type="http://schemas.openxmlformats.org/officeDocument/2006/relationships/image" Target="../media/image2525.png"/><Relationship Id="rId76" Type="http://schemas.openxmlformats.org/officeDocument/2006/relationships/customXml" Target="../ink/ink2893.xml"/><Relationship Id="rId97" Type="http://schemas.openxmlformats.org/officeDocument/2006/relationships/image" Target="../media/image2546.png"/><Relationship Id="rId120" Type="http://schemas.openxmlformats.org/officeDocument/2006/relationships/customXml" Target="../ink/ink2915.xml"/><Relationship Id="rId141" Type="http://schemas.openxmlformats.org/officeDocument/2006/relationships/image" Target="../media/image2567.png"/><Relationship Id="rId7" Type="http://schemas.openxmlformats.org/officeDocument/2006/relationships/image" Target="../media/image2501.png"/><Relationship Id="rId162" Type="http://schemas.openxmlformats.org/officeDocument/2006/relationships/customXml" Target="../ink/ink2936.xml"/><Relationship Id="rId183" Type="http://schemas.openxmlformats.org/officeDocument/2006/relationships/image" Target="../media/image2588.png"/><Relationship Id="rId218" Type="http://schemas.openxmlformats.org/officeDocument/2006/relationships/customXml" Target="../ink/ink2964.xml"/><Relationship Id="rId239" Type="http://schemas.openxmlformats.org/officeDocument/2006/relationships/image" Target="../media/image2616.png"/><Relationship Id="rId250" Type="http://schemas.openxmlformats.org/officeDocument/2006/relationships/customXml" Target="../ink/ink2980.xml"/><Relationship Id="rId24" Type="http://schemas.openxmlformats.org/officeDocument/2006/relationships/customXml" Target="../ink/ink2867.xml"/><Relationship Id="rId45" Type="http://schemas.openxmlformats.org/officeDocument/2006/relationships/image" Target="../media/image2520.png"/><Relationship Id="rId66" Type="http://schemas.openxmlformats.org/officeDocument/2006/relationships/customXml" Target="../ink/ink2888.xml"/><Relationship Id="rId87" Type="http://schemas.openxmlformats.org/officeDocument/2006/relationships/image" Target="../media/image2541.png"/><Relationship Id="rId110" Type="http://schemas.openxmlformats.org/officeDocument/2006/relationships/customXml" Target="../ink/ink2910.xml"/><Relationship Id="rId131" Type="http://schemas.openxmlformats.org/officeDocument/2006/relationships/image" Target="../media/image2562.png"/><Relationship Id="rId152" Type="http://schemas.openxmlformats.org/officeDocument/2006/relationships/customXml" Target="../ink/ink2931.xml"/><Relationship Id="rId173" Type="http://schemas.openxmlformats.org/officeDocument/2006/relationships/image" Target="../media/image2583.png"/><Relationship Id="rId194" Type="http://schemas.openxmlformats.org/officeDocument/2006/relationships/customXml" Target="../ink/ink2952.xml"/><Relationship Id="rId208" Type="http://schemas.openxmlformats.org/officeDocument/2006/relationships/customXml" Target="../ink/ink2959.xml"/><Relationship Id="rId229" Type="http://schemas.openxmlformats.org/officeDocument/2006/relationships/image" Target="../media/image2611.png"/><Relationship Id="rId240" Type="http://schemas.openxmlformats.org/officeDocument/2006/relationships/customXml" Target="../ink/ink2975.xml"/><Relationship Id="rId14" Type="http://schemas.openxmlformats.org/officeDocument/2006/relationships/customXml" Target="../ink/ink2862.xml"/><Relationship Id="rId35" Type="http://schemas.openxmlformats.org/officeDocument/2006/relationships/image" Target="../media/image2515.png"/><Relationship Id="rId56" Type="http://schemas.openxmlformats.org/officeDocument/2006/relationships/customXml" Target="../ink/ink2883.xml"/><Relationship Id="rId77" Type="http://schemas.openxmlformats.org/officeDocument/2006/relationships/image" Target="../media/image2536.png"/><Relationship Id="rId100" Type="http://schemas.openxmlformats.org/officeDocument/2006/relationships/customXml" Target="../ink/ink2905.xml"/><Relationship Id="rId8" Type="http://schemas.openxmlformats.org/officeDocument/2006/relationships/customXml" Target="../ink/ink2859.xml"/><Relationship Id="rId98" Type="http://schemas.openxmlformats.org/officeDocument/2006/relationships/customXml" Target="../ink/ink2904.xml"/><Relationship Id="rId121" Type="http://schemas.openxmlformats.org/officeDocument/2006/relationships/image" Target="../media/image2558.png"/><Relationship Id="rId142" Type="http://schemas.openxmlformats.org/officeDocument/2006/relationships/customXml" Target="../ink/ink2926.xml"/><Relationship Id="rId163" Type="http://schemas.openxmlformats.org/officeDocument/2006/relationships/image" Target="../media/image2578.png"/><Relationship Id="rId184" Type="http://schemas.openxmlformats.org/officeDocument/2006/relationships/customXml" Target="../ink/ink2947.xml"/><Relationship Id="rId219" Type="http://schemas.openxmlformats.org/officeDocument/2006/relationships/image" Target="../media/image2606.png"/><Relationship Id="rId230" Type="http://schemas.openxmlformats.org/officeDocument/2006/relationships/customXml" Target="../ink/ink2970.xml"/><Relationship Id="rId251" Type="http://schemas.openxmlformats.org/officeDocument/2006/relationships/image" Target="../media/image2622.png"/><Relationship Id="rId25" Type="http://schemas.openxmlformats.org/officeDocument/2006/relationships/image" Target="../media/image2510.png"/><Relationship Id="rId46" Type="http://schemas.openxmlformats.org/officeDocument/2006/relationships/customXml" Target="../ink/ink2878.xml"/><Relationship Id="rId67" Type="http://schemas.openxmlformats.org/officeDocument/2006/relationships/image" Target="../media/image2531.png"/><Relationship Id="rId88" Type="http://schemas.openxmlformats.org/officeDocument/2006/relationships/customXml" Target="../ink/ink2899.xml"/><Relationship Id="rId111" Type="http://schemas.openxmlformats.org/officeDocument/2006/relationships/image" Target="../media/image2553.png"/><Relationship Id="rId132" Type="http://schemas.openxmlformats.org/officeDocument/2006/relationships/customXml" Target="../ink/ink2921.xml"/><Relationship Id="rId153" Type="http://schemas.openxmlformats.org/officeDocument/2006/relationships/image" Target="../media/image2573.png"/><Relationship Id="rId174" Type="http://schemas.openxmlformats.org/officeDocument/2006/relationships/customXml" Target="../ink/ink2942.xml"/><Relationship Id="rId195" Type="http://schemas.openxmlformats.org/officeDocument/2006/relationships/image" Target="../media/image2594.png"/><Relationship Id="rId209" Type="http://schemas.openxmlformats.org/officeDocument/2006/relationships/image" Target="../media/image2601.png"/><Relationship Id="rId220" Type="http://schemas.openxmlformats.org/officeDocument/2006/relationships/customXml" Target="../ink/ink2965.xml"/><Relationship Id="rId241" Type="http://schemas.openxmlformats.org/officeDocument/2006/relationships/image" Target="../media/image2617.png"/><Relationship Id="rId15" Type="http://schemas.openxmlformats.org/officeDocument/2006/relationships/image" Target="../media/image2505.png"/><Relationship Id="rId36" Type="http://schemas.openxmlformats.org/officeDocument/2006/relationships/customXml" Target="../ink/ink2873.xml"/><Relationship Id="rId57" Type="http://schemas.openxmlformats.org/officeDocument/2006/relationships/image" Target="../media/image2526.png"/><Relationship Id="rId78" Type="http://schemas.openxmlformats.org/officeDocument/2006/relationships/customXml" Target="../ink/ink2894.xml"/><Relationship Id="rId99" Type="http://schemas.openxmlformats.org/officeDocument/2006/relationships/image" Target="../media/image2547.png"/><Relationship Id="rId101" Type="http://schemas.openxmlformats.org/officeDocument/2006/relationships/image" Target="../media/image2548.png"/><Relationship Id="rId122" Type="http://schemas.openxmlformats.org/officeDocument/2006/relationships/customXml" Target="../ink/ink2916.xml"/><Relationship Id="rId143" Type="http://schemas.openxmlformats.org/officeDocument/2006/relationships/image" Target="../media/image2568.png"/><Relationship Id="rId164" Type="http://schemas.openxmlformats.org/officeDocument/2006/relationships/customXml" Target="../ink/ink2937.xml"/><Relationship Id="rId185" Type="http://schemas.openxmlformats.org/officeDocument/2006/relationships/image" Target="../media/image2589.png"/><Relationship Id="rId4" Type="http://schemas.openxmlformats.org/officeDocument/2006/relationships/customXml" Target="../ink/ink2857.xml"/><Relationship Id="rId9" Type="http://schemas.openxmlformats.org/officeDocument/2006/relationships/image" Target="../media/image2502.png"/><Relationship Id="rId180" Type="http://schemas.openxmlformats.org/officeDocument/2006/relationships/customXml" Target="../ink/ink2945.xml"/><Relationship Id="rId210" Type="http://schemas.openxmlformats.org/officeDocument/2006/relationships/customXml" Target="../ink/ink2960.xml"/><Relationship Id="rId215" Type="http://schemas.openxmlformats.org/officeDocument/2006/relationships/image" Target="../media/image2604.png"/><Relationship Id="rId236" Type="http://schemas.openxmlformats.org/officeDocument/2006/relationships/customXml" Target="../ink/ink2973.xml"/><Relationship Id="rId26" Type="http://schemas.openxmlformats.org/officeDocument/2006/relationships/customXml" Target="../ink/ink2868.xml"/><Relationship Id="rId231" Type="http://schemas.openxmlformats.org/officeDocument/2006/relationships/image" Target="../media/image2612.png"/><Relationship Id="rId47" Type="http://schemas.openxmlformats.org/officeDocument/2006/relationships/image" Target="../media/image2521.png"/><Relationship Id="rId68" Type="http://schemas.openxmlformats.org/officeDocument/2006/relationships/customXml" Target="../ink/ink2889.xml"/><Relationship Id="rId89" Type="http://schemas.openxmlformats.org/officeDocument/2006/relationships/image" Target="../media/image2542.png"/><Relationship Id="rId112" Type="http://schemas.openxmlformats.org/officeDocument/2006/relationships/customXml" Target="../ink/ink2911.xml"/><Relationship Id="rId133" Type="http://schemas.openxmlformats.org/officeDocument/2006/relationships/image" Target="../media/image2563.png"/><Relationship Id="rId154" Type="http://schemas.openxmlformats.org/officeDocument/2006/relationships/customXml" Target="../ink/ink2932.xml"/><Relationship Id="rId175" Type="http://schemas.openxmlformats.org/officeDocument/2006/relationships/image" Target="../media/image2584.png"/><Relationship Id="rId196" Type="http://schemas.openxmlformats.org/officeDocument/2006/relationships/customXml" Target="../ink/ink2953.xml"/><Relationship Id="rId200" Type="http://schemas.openxmlformats.org/officeDocument/2006/relationships/customXml" Target="../ink/ink2955.xml"/><Relationship Id="rId16" Type="http://schemas.openxmlformats.org/officeDocument/2006/relationships/customXml" Target="../ink/ink2863.xml"/><Relationship Id="rId221" Type="http://schemas.openxmlformats.org/officeDocument/2006/relationships/image" Target="../media/image2607.png"/><Relationship Id="rId242" Type="http://schemas.openxmlformats.org/officeDocument/2006/relationships/customXml" Target="../ink/ink2976.xml"/><Relationship Id="rId37" Type="http://schemas.openxmlformats.org/officeDocument/2006/relationships/image" Target="../media/image2516.png"/><Relationship Id="rId58" Type="http://schemas.openxmlformats.org/officeDocument/2006/relationships/customXml" Target="../ink/ink2884.xml"/><Relationship Id="rId79" Type="http://schemas.openxmlformats.org/officeDocument/2006/relationships/image" Target="../media/image2537.png"/><Relationship Id="rId102" Type="http://schemas.openxmlformats.org/officeDocument/2006/relationships/customXml" Target="../ink/ink2906.xml"/><Relationship Id="rId123" Type="http://schemas.openxmlformats.org/officeDocument/2006/relationships/image" Target="../media/image2559.png"/><Relationship Id="rId144" Type="http://schemas.openxmlformats.org/officeDocument/2006/relationships/customXml" Target="../ink/ink2927.xml"/><Relationship Id="rId90" Type="http://schemas.openxmlformats.org/officeDocument/2006/relationships/customXml" Target="../ink/ink2900.xml"/><Relationship Id="rId165" Type="http://schemas.openxmlformats.org/officeDocument/2006/relationships/image" Target="../media/image2579.png"/><Relationship Id="rId186" Type="http://schemas.openxmlformats.org/officeDocument/2006/relationships/customXml" Target="../ink/ink2948.xml"/><Relationship Id="rId211" Type="http://schemas.openxmlformats.org/officeDocument/2006/relationships/image" Target="../media/image2602.png"/><Relationship Id="rId232" Type="http://schemas.openxmlformats.org/officeDocument/2006/relationships/customXml" Target="../ink/ink2971.xml"/><Relationship Id="rId27" Type="http://schemas.openxmlformats.org/officeDocument/2006/relationships/image" Target="../media/image2511.png"/><Relationship Id="rId48" Type="http://schemas.openxmlformats.org/officeDocument/2006/relationships/customXml" Target="../ink/ink2879.xml"/><Relationship Id="rId69" Type="http://schemas.openxmlformats.org/officeDocument/2006/relationships/image" Target="../media/image2532.png"/><Relationship Id="rId113" Type="http://schemas.openxmlformats.org/officeDocument/2006/relationships/image" Target="../media/image2554.png"/><Relationship Id="rId134" Type="http://schemas.openxmlformats.org/officeDocument/2006/relationships/customXml" Target="../ink/ink2922.xml"/><Relationship Id="rId80" Type="http://schemas.openxmlformats.org/officeDocument/2006/relationships/customXml" Target="../ink/ink2895.xml"/><Relationship Id="rId155" Type="http://schemas.openxmlformats.org/officeDocument/2006/relationships/image" Target="../media/image2574.png"/><Relationship Id="rId176" Type="http://schemas.openxmlformats.org/officeDocument/2006/relationships/customXml" Target="../ink/ink2943.xml"/><Relationship Id="rId197" Type="http://schemas.openxmlformats.org/officeDocument/2006/relationships/image" Target="../media/image2595.png"/><Relationship Id="rId201" Type="http://schemas.openxmlformats.org/officeDocument/2006/relationships/image" Target="../media/image2597.png"/><Relationship Id="rId222" Type="http://schemas.openxmlformats.org/officeDocument/2006/relationships/customXml" Target="../ink/ink2966.xml"/><Relationship Id="rId243" Type="http://schemas.openxmlformats.org/officeDocument/2006/relationships/image" Target="../media/image2618.png"/><Relationship Id="rId17" Type="http://schemas.openxmlformats.org/officeDocument/2006/relationships/image" Target="../media/image2506.png"/><Relationship Id="rId38" Type="http://schemas.openxmlformats.org/officeDocument/2006/relationships/customXml" Target="../ink/ink2874.xml"/><Relationship Id="rId59" Type="http://schemas.openxmlformats.org/officeDocument/2006/relationships/image" Target="../media/image2527.png"/><Relationship Id="rId103" Type="http://schemas.openxmlformats.org/officeDocument/2006/relationships/image" Target="../media/image2549.png"/><Relationship Id="rId124" Type="http://schemas.openxmlformats.org/officeDocument/2006/relationships/customXml" Target="../ink/ink2917.xml"/><Relationship Id="rId70" Type="http://schemas.openxmlformats.org/officeDocument/2006/relationships/customXml" Target="../ink/ink2890.xml"/><Relationship Id="rId91" Type="http://schemas.openxmlformats.org/officeDocument/2006/relationships/image" Target="../media/image2543.png"/><Relationship Id="rId145" Type="http://schemas.openxmlformats.org/officeDocument/2006/relationships/image" Target="../media/image2569.png"/><Relationship Id="rId166" Type="http://schemas.openxmlformats.org/officeDocument/2006/relationships/customXml" Target="../ink/ink2938.xml"/><Relationship Id="rId187" Type="http://schemas.openxmlformats.org/officeDocument/2006/relationships/image" Target="../media/image2590.png"/><Relationship Id="rId1" Type="http://schemas.openxmlformats.org/officeDocument/2006/relationships/slideLayout" Target="../slideLayouts/slideLayout7.xml"/><Relationship Id="rId212" Type="http://schemas.openxmlformats.org/officeDocument/2006/relationships/customXml" Target="../ink/ink2961.xml"/><Relationship Id="rId233" Type="http://schemas.openxmlformats.org/officeDocument/2006/relationships/image" Target="../media/image2613.png"/><Relationship Id="rId28" Type="http://schemas.openxmlformats.org/officeDocument/2006/relationships/customXml" Target="../ink/ink2869.xml"/><Relationship Id="rId49" Type="http://schemas.openxmlformats.org/officeDocument/2006/relationships/image" Target="../media/image2522.png"/><Relationship Id="rId114" Type="http://schemas.openxmlformats.org/officeDocument/2006/relationships/customXml" Target="../ink/ink2912.xml"/><Relationship Id="rId60" Type="http://schemas.openxmlformats.org/officeDocument/2006/relationships/customXml" Target="../ink/ink2885.xml"/><Relationship Id="rId81" Type="http://schemas.openxmlformats.org/officeDocument/2006/relationships/image" Target="../media/image2538.png"/><Relationship Id="rId135" Type="http://schemas.openxmlformats.org/officeDocument/2006/relationships/image" Target="../media/image2564.png"/><Relationship Id="rId156" Type="http://schemas.openxmlformats.org/officeDocument/2006/relationships/customXml" Target="../ink/ink2933.xml"/><Relationship Id="rId177" Type="http://schemas.openxmlformats.org/officeDocument/2006/relationships/image" Target="../media/image2585.png"/><Relationship Id="rId198" Type="http://schemas.openxmlformats.org/officeDocument/2006/relationships/customXml" Target="../ink/ink2954.xml"/><Relationship Id="rId202" Type="http://schemas.openxmlformats.org/officeDocument/2006/relationships/customXml" Target="../ink/ink2956.xml"/><Relationship Id="rId223" Type="http://schemas.openxmlformats.org/officeDocument/2006/relationships/image" Target="../media/image2608.png"/><Relationship Id="rId244" Type="http://schemas.openxmlformats.org/officeDocument/2006/relationships/customXml" Target="../ink/ink2977.xml"/><Relationship Id="rId18" Type="http://schemas.openxmlformats.org/officeDocument/2006/relationships/customXml" Target="../ink/ink2864.xml"/><Relationship Id="rId39" Type="http://schemas.openxmlformats.org/officeDocument/2006/relationships/image" Target="../media/image2517.png"/><Relationship Id="rId50" Type="http://schemas.openxmlformats.org/officeDocument/2006/relationships/customXml" Target="../ink/ink2880.xml"/><Relationship Id="rId104" Type="http://schemas.openxmlformats.org/officeDocument/2006/relationships/customXml" Target="../ink/ink2907.xml"/><Relationship Id="rId125" Type="http://schemas.openxmlformats.org/officeDocument/2006/relationships/image" Target="../media/image2378.png"/><Relationship Id="rId146" Type="http://schemas.openxmlformats.org/officeDocument/2006/relationships/customXml" Target="../ink/ink2928.xml"/><Relationship Id="rId167" Type="http://schemas.openxmlformats.org/officeDocument/2006/relationships/image" Target="../media/image2580.png"/><Relationship Id="rId188" Type="http://schemas.openxmlformats.org/officeDocument/2006/relationships/customXml" Target="../ink/ink2949.xml"/><Relationship Id="rId71" Type="http://schemas.openxmlformats.org/officeDocument/2006/relationships/image" Target="../media/image2533.png"/><Relationship Id="rId92" Type="http://schemas.openxmlformats.org/officeDocument/2006/relationships/customXml" Target="../ink/ink2901.xml"/><Relationship Id="rId213" Type="http://schemas.openxmlformats.org/officeDocument/2006/relationships/image" Target="../media/image2603.png"/><Relationship Id="rId234" Type="http://schemas.openxmlformats.org/officeDocument/2006/relationships/customXml" Target="../ink/ink2972.xml"/><Relationship Id="rId2" Type="http://schemas.openxmlformats.org/officeDocument/2006/relationships/customXml" Target="../ink/ink2856.xml"/><Relationship Id="rId29" Type="http://schemas.openxmlformats.org/officeDocument/2006/relationships/image" Target="../media/image2512.png"/><Relationship Id="rId40" Type="http://schemas.openxmlformats.org/officeDocument/2006/relationships/customXml" Target="../ink/ink2875.xml"/><Relationship Id="rId115" Type="http://schemas.openxmlformats.org/officeDocument/2006/relationships/image" Target="../media/image2555.png"/><Relationship Id="rId136" Type="http://schemas.openxmlformats.org/officeDocument/2006/relationships/customXml" Target="../ink/ink2923.xml"/><Relationship Id="rId157" Type="http://schemas.openxmlformats.org/officeDocument/2006/relationships/image" Target="../media/image2575.png"/><Relationship Id="rId178" Type="http://schemas.openxmlformats.org/officeDocument/2006/relationships/customXml" Target="../ink/ink2944.xml"/><Relationship Id="rId61" Type="http://schemas.openxmlformats.org/officeDocument/2006/relationships/image" Target="../media/image2528.png"/><Relationship Id="rId82" Type="http://schemas.openxmlformats.org/officeDocument/2006/relationships/customXml" Target="../ink/ink2896.xml"/><Relationship Id="rId199" Type="http://schemas.openxmlformats.org/officeDocument/2006/relationships/image" Target="../media/image2596.png"/><Relationship Id="rId203" Type="http://schemas.openxmlformats.org/officeDocument/2006/relationships/image" Target="../media/image2598.png"/><Relationship Id="rId19" Type="http://schemas.openxmlformats.org/officeDocument/2006/relationships/image" Target="../media/image2507.png"/><Relationship Id="rId224" Type="http://schemas.openxmlformats.org/officeDocument/2006/relationships/customXml" Target="../ink/ink2967.xml"/><Relationship Id="rId245" Type="http://schemas.openxmlformats.org/officeDocument/2006/relationships/image" Target="../media/image2619.png"/><Relationship Id="rId30" Type="http://schemas.openxmlformats.org/officeDocument/2006/relationships/customXml" Target="../ink/ink2870.xml"/><Relationship Id="rId105" Type="http://schemas.openxmlformats.org/officeDocument/2006/relationships/image" Target="../media/image2550.png"/><Relationship Id="rId126" Type="http://schemas.openxmlformats.org/officeDocument/2006/relationships/customXml" Target="../ink/ink2918.xml"/><Relationship Id="rId147" Type="http://schemas.openxmlformats.org/officeDocument/2006/relationships/image" Target="../media/image2570.png"/><Relationship Id="rId168" Type="http://schemas.openxmlformats.org/officeDocument/2006/relationships/customXml" Target="../ink/ink2939.xml"/><Relationship Id="rId51" Type="http://schemas.openxmlformats.org/officeDocument/2006/relationships/image" Target="../media/image2523.png"/><Relationship Id="rId72" Type="http://schemas.openxmlformats.org/officeDocument/2006/relationships/customXml" Target="../ink/ink2891.xml"/><Relationship Id="rId93" Type="http://schemas.openxmlformats.org/officeDocument/2006/relationships/image" Target="../media/image2544.png"/><Relationship Id="rId189" Type="http://schemas.openxmlformats.org/officeDocument/2006/relationships/image" Target="../media/image2591.png"/><Relationship Id="rId3" Type="http://schemas.openxmlformats.org/officeDocument/2006/relationships/image" Target="../media/image2499.png"/><Relationship Id="rId214" Type="http://schemas.openxmlformats.org/officeDocument/2006/relationships/customXml" Target="../ink/ink2962.xml"/><Relationship Id="rId235" Type="http://schemas.openxmlformats.org/officeDocument/2006/relationships/image" Target="../media/image2614.png"/><Relationship Id="rId116" Type="http://schemas.openxmlformats.org/officeDocument/2006/relationships/customXml" Target="../ink/ink2913.xml"/><Relationship Id="rId137" Type="http://schemas.openxmlformats.org/officeDocument/2006/relationships/image" Target="../media/image2565.png"/><Relationship Id="rId158" Type="http://schemas.openxmlformats.org/officeDocument/2006/relationships/customXml" Target="../ink/ink2934.xml"/><Relationship Id="rId20" Type="http://schemas.openxmlformats.org/officeDocument/2006/relationships/customXml" Target="../ink/ink2865.xml"/><Relationship Id="rId41" Type="http://schemas.openxmlformats.org/officeDocument/2006/relationships/image" Target="../media/image2518.png"/><Relationship Id="rId62" Type="http://schemas.openxmlformats.org/officeDocument/2006/relationships/customXml" Target="../ink/ink2886.xml"/><Relationship Id="rId83" Type="http://schemas.openxmlformats.org/officeDocument/2006/relationships/image" Target="../media/image2539.png"/><Relationship Id="rId179" Type="http://schemas.openxmlformats.org/officeDocument/2006/relationships/image" Target="../media/image2586.png"/><Relationship Id="rId190" Type="http://schemas.openxmlformats.org/officeDocument/2006/relationships/customXml" Target="../ink/ink2950.xml"/><Relationship Id="rId204" Type="http://schemas.openxmlformats.org/officeDocument/2006/relationships/customXml" Target="../ink/ink2957.xml"/><Relationship Id="rId225" Type="http://schemas.openxmlformats.org/officeDocument/2006/relationships/image" Target="../media/image2609.png"/><Relationship Id="rId246" Type="http://schemas.openxmlformats.org/officeDocument/2006/relationships/customXml" Target="../ink/ink2978.xml"/><Relationship Id="rId106" Type="http://schemas.openxmlformats.org/officeDocument/2006/relationships/customXml" Target="../ink/ink2908.xml"/><Relationship Id="rId127" Type="http://schemas.openxmlformats.org/officeDocument/2006/relationships/image" Target="../media/image2560.png"/><Relationship Id="rId10" Type="http://schemas.openxmlformats.org/officeDocument/2006/relationships/customXml" Target="../ink/ink2860.xml"/><Relationship Id="rId31" Type="http://schemas.openxmlformats.org/officeDocument/2006/relationships/image" Target="../media/image2513.png"/><Relationship Id="rId52" Type="http://schemas.openxmlformats.org/officeDocument/2006/relationships/customXml" Target="../ink/ink2881.xml"/><Relationship Id="rId73" Type="http://schemas.openxmlformats.org/officeDocument/2006/relationships/image" Target="../media/image2534.png"/><Relationship Id="rId94" Type="http://schemas.openxmlformats.org/officeDocument/2006/relationships/customXml" Target="../ink/ink2902.xml"/><Relationship Id="rId148" Type="http://schemas.openxmlformats.org/officeDocument/2006/relationships/customXml" Target="../ink/ink2929.xml"/><Relationship Id="rId169" Type="http://schemas.openxmlformats.org/officeDocument/2006/relationships/image" Target="../media/image2581.png"/></Relationships>
</file>

<file path=ppt/slides/_rels/slide29.xml.rels><?xml version="1.0" encoding="UTF-8" standalone="yes"?>
<Relationships xmlns="http://schemas.openxmlformats.org/package/2006/relationships"><Relationship Id="rId117" Type="http://schemas.openxmlformats.org/officeDocument/2006/relationships/image" Target="../media/image2680.png"/><Relationship Id="rId21" Type="http://schemas.openxmlformats.org/officeDocument/2006/relationships/image" Target="../media/image2632.png"/><Relationship Id="rId42" Type="http://schemas.openxmlformats.org/officeDocument/2006/relationships/customXml" Target="../ink/ink3001.xml"/><Relationship Id="rId63" Type="http://schemas.openxmlformats.org/officeDocument/2006/relationships/image" Target="../media/image2653.png"/><Relationship Id="rId84" Type="http://schemas.openxmlformats.org/officeDocument/2006/relationships/customXml" Target="../ink/ink3022.xml"/><Relationship Id="rId138" Type="http://schemas.openxmlformats.org/officeDocument/2006/relationships/customXml" Target="../ink/ink3049.xml"/><Relationship Id="rId159" Type="http://schemas.openxmlformats.org/officeDocument/2006/relationships/image" Target="../media/image2701.png"/><Relationship Id="rId170" Type="http://schemas.openxmlformats.org/officeDocument/2006/relationships/customXml" Target="../ink/ink3065.xml"/><Relationship Id="rId191" Type="http://schemas.openxmlformats.org/officeDocument/2006/relationships/image" Target="../media/image2717.png"/><Relationship Id="rId205" Type="http://schemas.openxmlformats.org/officeDocument/2006/relationships/image" Target="../media/image2724.png"/><Relationship Id="rId226" Type="http://schemas.openxmlformats.org/officeDocument/2006/relationships/customXml" Target="../ink/ink3093.xml"/><Relationship Id="rId247" Type="http://schemas.openxmlformats.org/officeDocument/2006/relationships/image" Target="../media/image2745.png"/><Relationship Id="rId107" Type="http://schemas.openxmlformats.org/officeDocument/2006/relationships/image" Target="../media/image2675.png"/><Relationship Id="rId11" Type="http://schemas.openxmlformats.org/officeDocument/2006/relationships/image" Target="../media/image2627.png"/><Relationship Id="rId32" Type="http://schemas.openxmlformats.org/officeDocument/2006/relationships/customXml" Target="../ink/ink2996.xml"/><Relationship Id="rId53" Type="http://schemas.openxmlformats.org/officeDocument/2006/relationships/image" Target="../media/image2648.png"/><Relationship Id="rId74" Type="http://schemas.openxmlformats.org/officeDocument/2006/relationships/customXml" Target="../ink/ink3017.xml"/><Relationship Id="rId128" Type="http://schemas.openxmlformats.org/officeDocument/2006/relationships/customXml" Target="../ink/ink3044.xml"/><Relationship Id="rId149" Type="http://schemas.openxmlformats.org/officeDocument/2006/relationships/image" Target="../media/image2696.png"/><Relationship Id="rId5" Type="http://schemas.openxmlformats.org/officeDocument/2006/relationships/image" Target="../media/image2624.png"/><Relationship Id="rId95" Type="http://schemas.openxmlformats.org/officeDocument/2006/relationships/image" Target="../media/image2669.png"/><Relationship Id="rId160" Type="http://schemas.openxmlformats.org/officeDocument/2006/relationships/customXml" Target="../ink/ink3060.xml"/><Relationship Id="rId181" Type="http://schemas.openxmlformats.org/officeDocument/2006/relationships/image" Target="../media/image2712.png"/><Relationship Id="rId216" Type="http://schemas.openxmlformats.org/officeDocument/2006/relationships/customXml" Target="../ink/ink3088.xml"/><Relationship Id="rId237" Type="http://schemas.openxmlformats.org/officeDocument/2006/relationships/image" Target="../media/image2740.png"/><Relationship Id="rId22" Type="http://schemas.openxmlformats.org/officeDocument/2006/relationships/customXml" Target="../ink/ink2991.xml"/><Relationship Id="rId43" Type="http://schemas.openxmlformats.org/officeDocument/2006/relationships/image" Target="../media/image2643.png"/><Relationship Id="rId64" Type="http://schemas.openxmlformats.org/officeDocument/2006/relationships/customXml" Target="../ink/ink3012.xml"/><Relationship Id="rId118" Type="http://schemas.openxmlformats.org/officeDocument/2006/relationships/customXml" Target="../ink/ink3039.xml"/><Relationship Id="rId139" Type="http://schemas.openxmlformats.org/officeDocument/2006/relationships/image" Target="../media/image2691.png"/><Relationship Id="rId85" Type="http://schemas.openxmlformats.org/officeDocument/2006/relationships/image" Target="../media/image2664.png"/><Relationship Id="rId150" Type="http://schemas.openxmlformats.org/officeDocument/2006/relationships/customXml" Target="../ink/ink3055.xml"/><Relationship Id="rId171" Type="http://schemas.openxmlformats.org/officeDocument/2006/relationships/image" Target="../media/image2707.png"/><Relationship Id="rId192" Type="http://schemas.openxmlformats.org/officeDocument/2006/relationships/customXml" Target="../ink/ink3076.xml"/><Relationship Id="rId206" Type="http://schemas.openxmlformats.org/officeDocument/2006/relationships/customXml" Target="../ink/ink3083.xml"/><Relationship Id="rId227" Type="http://schemas.openxmlformats.org/officeDocument/2006/relationships/image" Target="../media/image2735.png"/><Relationship Id="rId12" Type="http://schemas.openxmlformats.org/officeDocument/2006/relationships/customXml" Target="../ink/ink2986.xml"/><Relationship Id="rId33" Type="http://schemas.openxmlformats.org/officeDocument/2006/relationships/image" Target="../media/image2638.png"/><Relationship Id="rId108" Type="http://schemas.openxmlformats.org/officeDocument/2006/relationships/customXml" Target="../ink/ink3034.xml"/><Relationship Id="rId129" Type="http://schemas.openxmlformats.org/officeDocument/2006/relationships/image" Target="../media/image2686.png"/><Relationship Id="rId54" Type="http://schemas.openxmlformats.org/officeDocument/2006/relationships/customXml" Target="../ink/ink3007.xml"/><Relationship Id="rId75" Type="http://schemas.openxmlformats.org/officeDocument/2006/relationships/image" Target="../media/image2659.png"/><Relationship Id="rId96" Type="http://schemas.openxmlformats.org/officeDocument/2006/relationships/customXml" Target="../ink/ink3028.xml"/><Relationship Id="rId140" Type="http://schemas.openxmlformats.org/officeDocument/2006/relationships/customXml" Target="../ink/ink3050.xml"/><Relationship Id="rId161" Type="http://schemas.openxmlformats.org/officeDocument/2006/relationships/image" Target="../media/image2702.png"/><Relationship Id="rId182" Type="http://schemas.openxmlformats.org/officeDocument/2006/relationships/customXml" Target="../ink/ink3071.xml"/><Relationship Id="rId217" Type="http://schemas.openxmlformats.org/officeDocument/2006/relationships/image" Target="../media/image2730.png"/><Relationship Id="rId6" Type="http://schemas.openxmlformats.org/officeDocument/2006/relationships/customXml" Target="../ink/ink2983.xml"/><Relationship Id="rId238" Type="http://schemas.openxmlformats.org/officeDocument/2006/relationships/customXml" Target="../ink/ink3099.xml"/><Relationship Id="rId23" Type="http://schemas.openxmlformats.org/officeDocument/2006/relationships/image" Target="../media/image2633.png"/><Relationship Id="rId119" Type="http://schemas.openxmlformats.org/officeDocument/2006/relationships/image" Target="../media/image2681.png"/><Relationship Id="rId44" Type="http://schemas.openxmlformats.org/officeDocument/2006/relationships/customXml" Target="../ink/ink3002.xml"/><Relationship Id="rId65" Type="http://schemas.openxmlformats.org/officeDocument/2006/relationships/image" Target="../media/image2654.png"/><Relationship Id="rId86" Type="http://schemas.openxmlformats.org/officeDocument/2006/relationships/customXml" Target="../ink/ink3023.xml"/><Relationship Id="rId130" Type="http://schemas.openxmlformats.org/officeDocument/2006/relationships/customXml" Target="../ink/ink3045.xml"/><Relationship Id="rId151" Type="http://schemas.openxmlformats.org/officeDocument/2006/relationships/image" Target="../media/image2697.png"/><Relationship Id="rId172" Type="http://schemas.openxmlformats.org/officeDocument/2006/relationships/customXml" Target="../ink/ink3066.xml"/><Relationship Id="rId193" Type="http://schemas.openxmlformats.org/officeDocument/2006/relationships/image" Target="../media/image2718.png"/><Relationship Id="rId207" Type="http://schemas.openxmlformats.org/officeDocument/2006/relationships/image" Target="../media/image2725.png"/><Relationship Id="rId228" Type="http://schemas.openxmlformats.org/officeDocument/2006/relationships/customXml" Target="../ink/ink3094.xml"/><Relationship Id="rId13" Type="http://schemas.openxmlformats.org/officeDocument/2006/relationships/image" Target="../media/image2628.png"/><Relationship Id="rId109" Type="http://schemas.openxmlformats.org/officeDocument/2006/relationships/image" Target="../media/image2676.png"/><Relationship Id="rId34" Type="http://schemas.openxmlformats.org/officeDocument/2006/relationships/customXml" Target="../ink/ink2997.xml"/><Relationship Id="rId55" Type="http://schemas.openxmlformats.org/officeDocument/2006/relationships/image" Target="../media/image2649.png"/><Relationship Id="rId76" Type="http://schemas.openxmlformats.org/officeDocument/2006/relationships/customXml" Target="../ink/ink3018.xml"/><Relationship Id="rId97" Type="http://schemas.openxmlformats.org/officeDocument/2006/relationships/image" Target="../media/image2670.png"/><Relationship Id="rId120" Type="http://schemas.openxmlformats.org/officeDocument/2006/relationships/customXml" Target="../ink/ink3040.xml"/><Relationship Id="rId141" Type="http://schemas.openxmlformats.org/officeDocument/2006/relationships/image" Target="../media/image2692.png"/><Relationship Id="rId7" Type="http://schemas.openxmlformats.org/officeDocument/2006/relationships/image" Target="../media/image2625.png"/><Relationship Id="rId162" Type="http://schemas.openxmlformats.org/officeDocument/2006/relationships/customXml" Target="../ink/ink3061.xml"/><Relationship Id="rId183" Type="http://schemas.openxmlformats.org/officeDocument/2006/relationships/image" Target="../media/image2713.png"/><Relationship Id="rId218" Type="http://schemas.openxmlformats.org/officeDocument/2006/relationships/customXml" Target="../ink/ink3089.xml"/><Relationship Id="rId239" Type="http://schemas.openxmlformats.org/officeDocument/2006/relationships/image" Target="../media/image2741.png"/><Relationship Id="rId24" Type="http://schemas.openxmlformats.org/officeDocument/2006/relationships/customXml" Target="../ink/ink2992.xml"/><Relationship Id="rId45" Type="http://schemas.openxmlformats.org/officeDocument/2006/relationships/image" Target="../media/image2644.png"/><Relationship Id="rId66" Type="http://schemas.openxmlformats.org/officeDocument/2006/relationships/customXml" Target="../ink/ink3013.xml"/><Relationship Id="rId87" Type="http://schemas.openxmlformats.org/officeDocument/2006/relationships/image" Target="../media/image2665.png"/><Relationship Id="rId110" Type="http://schemas.openxmlformats.org/officeDocument/2006/relationships/customXml" Target="../ink/ink3035.xml"/><Relationship Id="rId131" Type="http://schemas.openxmlformats.org/officeDocument/2006/relationships/image" Target="../media/image2687.png"/><Relationship Id="rId152" Type="http://schemas.openxmlformats.org/officeDocument/2006/relationships/customXml" Target="../ink/ink3056.xml"/><Relationship Id="rId173" Type="http://schemas.openxmlformats.org/officeDocument/2006/relationships/image" Target="../media/image2708.png"/><Relationship Id="rId194" Type="http://schemas.openxmlformats.org/officeDocument/2006/relationships/customXml" Target="../ink/ink3077.xml"/><Relationship Id="rId208" Type="http://schemas.openxmlformats.org/officeDocument/2006/relationships/customXml" Target="../ink/ink3084.xml"/><Relationship Id="rId229" Type="http://schemas.openxmlformats.org/officeDocument/2006/relationships/image" Target="../media/image2736.png"/><Relationship Id="rId240" Type="http://schemas.openxmlformats.org/officeDocument/2006/relationships/customXml" Target="../ink/ink3100.xml"/><Relationship Id="rId14" Type="http://schemas.openxmlformats.org/officeDocument/2006/relationships/customXml" Target="../ink/ink2987.xml"/><Relationship Id="rId35" Type="http://schemas.openxmlformats.org/officeDocument/2006/relationships/image" Target="../media/image2639.png"/><Relationship Id="rId56" Type="http://schemas.openxmlformats.org/officeDocument/2006/relationships/customXml" Target="../ink/ink3008.xml"/><Relationship Id="rId77" Type="http://schemas.openxmlformats.org/officeDocument/2006/relationships/image" Target="../media/image2660.png"/><Relationship Id="rId100" Type="http://schemas.openxmlformats.org/officeDocument/2006/relationships/customXml" Target="../ink/ink3030.xml"/><Relationship Id="rId8" Type="http://schemas.openxmlformats.org/officeDocument/2006/relationships/customXml" Target="../ink/ink2984.xml"/><Relationship Id="rId98" Type="http://schemas.openxmlformats.org/officeDocument/2006/relationships/customXml" Target="../ink/ink3029.xml"/><Relationship Id="rId121" Type="http://schemas.openxmlformats.org/officeDocument/2006/relationships/image" Target="../media/image2682.png"/><Relationship Id="rId142" Type="http://schemas.openxmlformats.org/officeDocument/2006/relationships/customXml" Target="../ink/ink3051.xml"/><Relationship Id="rId163" Type="http://schemas.openxmlformats.org/officeDocument/2006/relationships/image" Target="../media/image2703.png"/><Relationship Id="rId184" Type="http://schemas.openxmlformats.org/officeDocument/2006/relationships/customXml" Target="../ink/ink3072.xml"/><Relationship Id="rId219" Type="http://schemas.openxmlformats.org/officeDocument/2006/relationships/image" Target="../media/image2731.png"/><Relationship Id="rId230" Type="http://schemas.openxmlformats.org/officeDocument/2006/relationships/customXml" Target="../ink/ink3095.xml"/><Relationship Id="rId25" Type="http://schemas.openxmlformats.org/officeDocument/2006/relationships/image" Target="../media/image2634.png"/><Relationship Id="rId46" Type="http://schemas.openxmlformats.org/officeDocument/2006/relationships/customXml" Target="../ink/ink3003.xml"/><Relationship Id="rId67" Type="http://schemas.openxmlformats.org/officeDocument/2006/relationships/image" Target="../media/image2655.png"/><Relationship Id="rId88" Type="http://schemas.openxmlformats.org/officeDocument/2006/relationships/customXml" Target="../ink/ink3024.xml"/><Relationship Id="rId111" Type="http://schemas.openxmlformats.org/officeDocument/2006/relationships/image" Target="../media/image2677.png"/><Relationship Id="rId132" Type="http://schemas.openxmlformats.org/officeDocument/2006/relationships/customXml" Target="../ink/ink3046.xml"/><Relationship Id="rId153" Type="http://schemas.openxmlformats.org/officeDocument/2006/relationships/image" Target="../media/image2698.png"/><Relationship Id="rId174" Type="http://schemas.openxmlformats.org/officeDocument/2006/relationships/customXml" Target="../ink/ink3067.xml"/><Relationship Id="rId195" Type="http://schemas.openxmlformats.org/officeDocument/2006/relationships/image" Target="../media/image2719.png"/><Relationship Id="rId209" Type="http://schemas.openxmlformats.org/officeDocument/2006/relationships/image" Target="../media/image2726.png"/><Relationship Id="rId220" Type="http://schemas.openxmlformats.org/officeDocument/2006/relationships/customXml" Target="../ink/ink3090.xml"/><Relationship Id="rId241" Type="http://schemas.openxmlformats.org/officeDocument/2006/relationships/image" Target="../media/image2742.png"/><Relationship Id="rId15" Type="http://schemas.openxmlformats.org/officeDocument/2006/relationships/image" Target="../media/image2629.png"/><Relationship Id="rId36" Type="http://schemas.openxmlformats.org/officeDocument/2006/relationships/customXml" Target="../ink/ink2998.xml"/><Relationship Id="rId57" Type="http://schemas.openxmlformats.org/officeDocument/2006/relationships/image" Target="../media/image2650.png"/><Relationship Id="rId10" Type="http://schemas.openxmlformats.org/officeDocument/2006/relationships/customXml" Target="../ink/ink2985.xml"/><Relationship Id="rId31" Type="http://schemas.openxmlformats.org/officeDocument/2006/relationships/image" Target="../media/image2637.png"/><Relationship Id="rId52" Type="http://schemas.openxmlformats.org/officeDocument/2006/relationships/customXml" Target="../ink/ink3006.xml"/><Relationship Id="rId73" Type="http://schemas.openxmlformats.org/officeDocument/2006/relationships/image" Target="../media/image2658.png"/><Relationship Id="rId78" Type="http://schemas.openxmlformats.org/officeDocument/2006/relationships/customXml" Target="../ink/ink3019.xml"/><Relationship Id="rId94" Type="http://schemas.openxmlformats.org/officeDocument/2006/relationships/customXml" Target="../ink/ink3027.xml"/><Relationship Id="rId99" Type="http://schemas.openxmlformats.org/officeDocument/2006/relationships/image" Target="../media/image2671.png"/><Relationship Id="rId101" Type="http://schemas.openxmlformats.org/officeDocument/2006/relationships/image" Target="../media/image2672.png"/><Relationship Id="rId122" Type="http://schemas.openxmlformats.org/officeDocument/2006/relationships/customXml" Target="../ink/ink3041.xml"/><Relationship Id="rId143" Type="http://schemas.openxmlformats.org/officeDocument/2006/relationships/image" Target="../media/image2693.png"/><Relationship Id="rId148" Type="http://schemas.openxmlformats.org/officeDocument/2006/relationships/customXml" Target="../ink/ink3054.xml"/><Relationship Id="rId164" Type="http://schemas.openxmlformats.org/officeDocument/2006/relationships/customXml" Target="../ink/ink3062.xml"/><Relationship Id="rId169" Type="http://schemas.openxmlformats.org/officeDocument/2006/relationships/image" Target="../media/image2706.png"/><Relationship Id="rId185" Type="http://schemas.openxmlformats.org/officeDocument/2006/relationships/image" Target="../media/image2714.png"/><Relationship Id="rId4" Type="http://schemas.openxmlformats.org/officeDocument/2006/relationships/customXml" Target="../ink/ink2982.xml"/><Relationship Id="rId9" Type="http://schemas.openxmlformats.org/officeDocument/2006/relationships/image" Target="../media/image2626.png"/><Relationship Id="rId180" Type="http://schemas.openxmlformats.org/officeDocument/2006/relationships/customXml" Target="../ink/ink3070.xml"/><Relationship Id="rId210" Type="http://schemas.openxmlformats.org/officeDocument/2006/relationships/customXml" Target="../ink/ink3085.xml"/><Relationship Id="rId215" Type="http://schemas.openxmlformats.org/officeDocument/2006/relationships/image" Target="../media/image2729.png"/><Relationship Id="rId236" Type="http://schemas.openxmlformats.org/officeDocument/2006/relationships/customXml" Target="../ink/ink3098.xml"/><Relationship Id="rId26" Type="http://schemas.openxmlformats.org/officeDocument/2006/relationships/customXml" Target="../ink/ink2993.xml"/><Relationship Id="rId231" Type="http://schemas.openxmlformats.org/officeDocument/2006/relationships/image" Target="../media/image2737.png"/><Relationship Id="rId47" Type="http://schemas.openxmlformats.org/officeDocument/2006/relationships/image" Target="../media/image2645.png"/><Relationship Id="rId68" Type="http://schemas.openxmlformats.org/officeDocument/2006/relationships/customXml" Target="../ink/ink3014.xml"/><Relationship Id="rId89" Type="http://schemas.openxmlformats.org/officeDocument/2006/relationships/image" Target="../media/image2666.png"/><Relationship Id="rId112" Type="http://schemas.openxmlformats.org/officeDocument/2006/relationships/customXml" Target="../ink/ink3036.xml"/><Relationship Id="rId133" Type="http://schemas.openxmlformats.org/officeDocument/2006/relationships/image" Target="../media/image2688.png"/><Relationship Id="rId154" Type="http://schemas.openxmlformats.org/officeDocument/2006/relationships/customXml" Target="../ink/ink3057.xml"/><Relationship Id="rId175" Type="http://schemas.openxmlformats.org/officeDocument/2006/relationships/image" Target="../media/image2709.png"/><Relationship Id="rId196" Type="http://schemas.openxmlformats.org/officeDocument/2006/relationships/customXml" Target="../ink/ink3078.xml"/><Relationship Id="rId200" Type="http://schemas.openxmlformats.org/officeDocument/2006/relationships/customXml" Target="../ink/ink3080.xml"/><Relationship Id="rId16" Type="http://schemas.openxmlformats.org/officeDocument/2006/relationships/customXml" Target="../ink/ink2988.xml"/><Relationship Id="rId221" Type="http://schemas.openxmlformats.org/officeDocument/2006/relationships/image" Target="../media/image2732.png"/><Relationship Id="rId242" Type="http://schemas.openxmlformats.org/officeDocument/2006/relationships/customXml" Target="../ink/ink3101.xml"/><Relationship Id="rId37" Type="http://schemas.openxmlformats.org/officeDocument/2006/relationships/image" Target="../media/image2640.png"/><Relationship Id="rId58" Type="http://schemas.openxmlformats.org/officeDocument/2006/relationships/customXml" Target="../ink/ink3009.xml"/><Relationship Id="rId79" Type="http://schemas.openxmlformats.org/officeDocument/2006/relationships/image" Target="../media/image2661.png"/><Relationship Id="rId102" Type="http://schemas.openxmlformats.org/officeDocument/2006/relationships/customXml" Target="../ink/ink3031.xml"/><Relationship Id="rId123" Type="http://schemas.openxmlformats.org/officeDocument/2006/relationships/image" Target="../media/image2683.png"/><Relationship Id="rId144" Type="http://schemas.openxmlformats.org/officeDocument/2006/relationships/customXml" Target="../ink/ink3052.xml"/><Relationship Id="rId90" Type="http://schemas.openxmlformats.org/officeDocument/2006/relationships/customXml" Target="../ink/ink3025.xml"/><Relationship Id="rId165" Type="http://schemas.openxmlformats.org/officeDocument/2006/relationships/image" Target="../media/image2704.png"/><Relationship Id="rId186" Type="http://schemas.openxmlformats.org/officeDocument/2006/relationships/customXml" Target="../ink/ink3073.xml"/><Relationship Id="rId211" Type="http://schemas.openxmlformats.org/officeDocument/2006/relationships/image" Target="../media/image2727.png"/><Relationship Id="rId232" Type="http://schemas.openxmlformats.org/officeDocument/2006/relationships/customXml" Target="../ink/ink3096.xml"/><Relationship Id="rId27" Type="http://schemas.openxmlformats.org/officeDocument/2006/relationships/image" Target="../media/image2635.png"/><Relationship Id="rId48" Type="http://schemas.openxmlformats.org/officeDocument/2006/relationships/customXml" Target="../ink/ink3004.xml"/><Relationship Id="rId69" Type="http://schemas.openxmlformats.org/officeDocument/2006/relationships/image" Target="../media/image2656.png"/><Relationship Id="rId113" Type="http://schemas.openxmlformats.org/officeDocument/2006/relationships/image" Target="../media/image2678.png"/><Relationship Id="rId134" Type="http://schemas.openxmlformats.org/officeDocument/2006/relationships/customXml" Target="../ink/ink3047.xml"/><Relationship Id="rId80" Type="http://schemas.openxmlformats.org/officeDocument/2006/relationships/customXml" Target="../ink/ink3020.xml"/><Relationship Id="rId155" Type="http://schemas.openxmlformats.org/officeDocument/2006/relationships/image" Target="../media/image2699.png"/><Relationship Id="rId176" Type="http://schemas.openxmlformats.org/officeDocument/2006/relationships/customXml" Target="../ink/ink3068.xml"/><Relationship Id="rId197" Type="http://schemas.openxmlformats.org/officeDocument/2006/relationships/image" Target="../media/image2720.png"/><Relationship Id="rId201" Type="http://schemas.openxmlformats.org/officeDocument/2006/relationships/image" Target="../media/image2722.png"/><Relationship Id="rId222" Type="http://schemas.openxmlformats.org/officeDocument/2006/relationships/customXml" Target="../ink/ink3091.xml"/><Relationship Id="rId243" Type="http://schemas.openxmlformats.org/officeDocument/2006/relationships/image" Target="../media/image2743.png"/><Relationship Id="rId17" Type="http://schemas.openxmlformats.org/officeDocument/2006/relationships/image" Target="../media/image2630.png"/><Relationship Id="rId38" Type="http://schemas.openxmlformats.org/officeDocument/2006/relationships/customXml" Target="../ink/ink2999.xml"/><Relationship Id="rId59" Type="http://schemas.openxmlformats.org/officeDocument/2006/relationships/image" Target="../media/image2651.png"/><Relationship Id="rId103" Type="http://schemas.openxmlformats.org/officeDocument/2006/relationships/image" Target="../media/image2673.png"/><Relationship Id="rId124" Type="http://schemas.openxmlformats.org/officeDocument/2006/relationships/customXml" Target="../ink/ink3042.xml"/><Relationship Id="rId70" Type="http://schemas.openxmlformats.org/officeDocument/2006/relationships/customXml" Target="../ink/ink3015.xml"/><Relationship Id="rId91" Type="http://schemas.openxmlformats.org/officeDocument/2006/relationships/image" Target="../media/image2667.png"/><Relationship Id="rId145" Type="http://schemas.openxmlformats.org/officeDocument/2006/relationships/image" Target="../media/image2694.png"/><Relationship Id="rId166" Type="http://schemas.openxmlformats.org/officeDocument/2006/relationships/customXml" Target="../ink/ink3063.xml"/><Relationship Id="rId187" Type="http://schemas.openxmlformats.org/officeDocument/2006/relationships/image" Target="../media/image2715.png"/><Relationship Id="rId1" Type="http://schemas.openxmlformats.org/officeDocument/2006/relationships/slideLayout" Target="../slideLayouts/slideLayout7.xml"/><Relationship Id="rId212" Type="http://schemas.openxmlformats.org/officeDocument/2006/relationships/customXml" Target="../ink/ink3086.xml"/><Relationship Id="rId233" Type="http://schemas.openxmlformats.org/officeDocument/2006/relationships/image" Target="../media/image2738.png"/><Relationship Id="rId28" Type="http://schemas.openxmlformats.org/officeDocument/2006/relationships/customXml" Target="../ink/ink2994.xml"/><Relationship Id="rId49" Type="http://schemas.openxmlformats.org/officeDocument/2006/relationships/image" Target="../media/image2646.png"/><Relationship Id="rId114" Type="http://schemas.openxmlformats.org/officeDocument/2006/relationships/customXml" Target="../ink/ink3037.xml"/><Relationship Id="rId60" Type="http://schemas.openxmlformats.org/officeDocument/2006/relationships/customXml" Target="../ink/ink3010.xml"/><Relationship Id="rId81" Type="http://schemas.openxmlformats.org/officeDocument/2006/relationships/image" Target="../media/image2662.png"/><Relationship Id="rId135" Type="http://schemas.openxmlformats.org/officeDocument/2006/relationships/image" Target="../media/image2689.png"/><Relationship Id="rId156" Type="http://schemas.openxmlformats.org/officeDocument/2006/relationships/customXml" Target="../ink/ink3058.xml"/><Relationship Id="rId177" Type="http://schemas.openxmlformats.org/officeDocument/2006/relationships/image" Target="../media/image2710.png"/><Relationship Id="rId198" Type="http://schemas.openxmlformats.org/officeDocument/2006/relationships/customXml" Target="../ink/ink3079.xml"/><Relationship Id="rId202" Type="http://schemas.openxmlformats.org/officeDocument/2006/relationships/customXml" Target="../ink/ink3081.xml"/><Relationship Id="rId223" Type="http://schemas.openxmlformats.org/officeDocument/2006/relationships/image" Target="../media/image2733.png"/><Relationship Id="rId244" Type="http://schemas.openxmlformats.org/officeDocument/2006/relationships/customXml" Target="../ink/ink3102.xml"/><Relationship Id="rId18" Type="http://schemas.openxmlformats.org/officeDocument/2006/relationships/customXml" Target="../ink/ink2989.xml"/><Relationship Id="rId39" Type="http://schemas.openxmlformats.org/officeDocument/2006/relationships/image" Target="../media/image2641.png"/><Relationship Id="rId50" Type="http://schemas.openxmlformats.org/officeDocument/2006/relationships/customXml" Target="../ink/ink3005.xml"/><Relationship Id="rId104" Type="http://schemas.openxmlformats.org/officeDocument/2006/relationships/customXml" Target="../ink/ink3032.xml"/><Relationship Id="rId125" Type="http://schemas.openxmlformats.org/officeDocument/2006/relationships/image" Target="../media/image2684.png"/><Relationship Id="rId146" Type="http://schemas.openxmlformats.org/officeDocument/2006/relationships/customXml" Target="../ink/ink3053.xml"/><Relationship Id="rId167" Type="http://schemas.openxmlformats.org/officeDocument/2006/relationships/image" Target="../media/image2705.png"/><Relationship Id="rId188" Type="http://schemas.openxmlformats.org/officeDocument/2006/relationships/customXml" Target="../ink/ink3074.xml"/><Relationship Id="rId71" Type="http://schemas.openxmlformats.org/officeDocument/2006/relationships/image" Target="../media/image2657.png"/><Relationship Id="rId92" Type="http://schemas.openxmlformats.org/officeDocument/2006/relationships/customXml" Target="../ink/ink3026.xml"/><Relationship Id="rId213" Type="http://schemas.openxmlformats.org/officeDocument/2006/relationships/image" Target="../media/image2728.png"/><Relationship Id="rId234" Type="http://schemas.openxmlformats.org/officeDocument/2006/relationships/customXml" Target="../ink/ink3097.xml"/><Relationship Id="rId2" Type="http://schemas.openxmlformats.org/officeDocument/2006/relationships/customXml" Target="../ink/ink2981.xml"/><Relationship Id="rId29" Type="http://schemas.openxmlformats.org/officeDocument/2006/relationships/image" Target="../media/image2636.png"/><Relationship Id="rId40" Type="http://schemas.openxmlformats.org/officeDocument/2006/relationships/customXml" Target="../ink/ink3000.xml"/><Relationship Id="rId115" Type="http://schemas.openxmlformats.org/officeDocument/2006/relationships/image" Target="../media/image2679.png"/><Relationship Id="rId136" Type="http://schemas.openxmlformats.org/officeDocument/2006/relationships/customXml" Target="../ink/ink3048.xml"/><Relationship Id="rId157" Type="http://schemas.openxmlformats.org/officeDocument/2006/relationships/image" Target="../media/image2700.png"/><Relationship Id="rId178" Type="http://schemas.openxmlformats.org/officeDocument/2006/relationships/customXml" Target="../ink/ink3069.xml"/><Relationship Id="rId61" Type="http://schemas.openxmlformats.org/officeDocument/2006/relationships/image" Target="../media/image2652.png"/><Relationship Id="rId82" Type="http://schemas.openxmlformats.org/officeDocument/2006/relationships/customXml" Target="../ink/ink3021.xml"/><Relationship Id="rId199" Type="http://schemas.openxmlformats.org/officeDocument/2006/relationships/image" Target="../media/image2721.png"/><Relationship Id="rId203" Type="http://schemas.openxmlformats.org/officeDocument/2006/relationships/image" Target="../media/image2723.png"/><Relationship Id="rId19" Type="http://schemas.openxmlformats.org/officeDocument/2006/relationships/image" Target="../media/image2631.png"/><Relationship Id="rId224" Type="http://schemas.openxmlformats.org/officeDocument/2006/relationships/customXml" Target="../ink/ink3092.xml"/><Relationship Id="rId245" Type="http://schemas.openxmlformats.org/officeDocument/2006/relationships/image" Target="../media/image2744.png"/><Relationship Id="rId30" Type="http://schemas.openxmlformats.org/officeDocument/2006/relationships/customXml" Target="../ink/ink2995.xml"/><Relationship Id="rId105" Type="http://schemas.openxmlformats.org/officeDocument/2006/relationships/image" Target="../media/image2674.png"/><Relationship Id="rId126" Type="http://schemas.openxmlformats.org/officeDocument/2006/relationships/customXml" Target="../ink/ink3043.xml"/><Relationship Id="rId147" Type="http://schemas.openxmlformats.org/officeDocument/2006/relationships/image" Target="../media/image2695.png"/><Relationship Id="rId168" Type="http://schemas.openxmlformats.org/officeDocument/2006/relationships/customXml" Target="../ink/ink3064.xml"/><Relationship Id="rId51" Type="http://schemas.openxmlformats.org/officeDocument/2006/relationships/image" Target="../media/image2647.png"/><Relationship Id="rId72" Type="http://schemas.openxmlformats.org/officeDocument/2006/relationships/customXml" Target="../ink/ink3016.xml"/><Relationship Id="rId93" Type="http://schemas.openxmlformats.org/officeDocument/2006/relationships/image" Target="../media/image2668.png"/><Relationship Id="rId189" Type="http://schemas.openxmlformats.org/officeDocument/2006/relationships/image" Target="../media/image2716.png"/><Relationship Id="rId3" Type="http://schemas.openxmlformats.org/officeDocument/2006/relationships/image" Target="../media/image2623.png"/><Relationship Id="rId214" Type="http://schemas.openxmlformats.org/officeDocument/2006/relationships/customXml" Target="../ink/ink3087.xml"/><Relationship Id="rId235" Type="http://schemas.openxmlformats.org/officeDocument/2006/relationships/image" Target="../media/image2739.png"/><Relationship Id="rId116" Type="http://schemas.openxmlformats.org/officeDocument/2006/relationships/customXml" Target="../ink/ink3038.xml"/><Relationship Id="rId137" Type="http://schemas.openxmlformats.org/officeDocument/2006/relationships/image" Target="../media/image2690.png"/><Relationship Id="rId158" Type="http://schemas.openxmlformats.org/officeDocument/2006/relationships/customXml" Target="../ink/ink3059.xml"/><Relationship Id="rId20" Type="http://schemas.openxmlformats.org/officeDocument/2006/relationships/customXml" Target="../ink/ink2990.xml"/><Relationship Id="rId41" Type="http://schemas.openxmlformats.org/officeDocument/2006/relationships/image" Target="../media/image2642.png"/><Relationship Id="rId62" Type="http://schemas.openxmlformats.org/officeDocument/2006/relationships/customXml" Target="../ink/ink3011.xml"/><Relationship Id="rId83" Type="http://schemas.openxmlformats.org/officeDocument/2006/relationships/image" Target="../media/image2663.png"/><Relationship Id="rId179" Type="http://schemas.openxmlformats.org/officeDocument/2006/relationships/image" Target="../media/image2711.png"/><Relationship Id="rId190" Type="http://schemas.openxmlformats.org/officeDocument/2006/relationships/customXml" Target="../ink/ink3075.xml"/><Relationship Id="rId204" Type="http://schemas.openxmlformats.org/officeDocument/2006/relationships/customXml" Target="../ink/ink3082.xml"/><Relationship Id="rId225" Type="http://schemas.openxmlformats.org/officeDocument/2006/relationships/image" Target="../media/image2734.png"/><Relationship Id="rId246" Type="http://schemas.openxmlformats.org/officeDocument/2006/relationships/customXml" Target="../ink/ink3103.xml"/><Relationship Id="rId106" Type="http://schemas.openxmlformats.org/officeDocument/2006/relationships/customXml" Target="../ink/ink3033.xml"/><Relationship Id="rId127" Type="http://schemas.openxmlformats.org/officeDocument/2006/relationships/image" Target="../media/image268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3602A27-60BE-A291-E84C-6BFE1EBEBA39}"/>
              </a:ext>
            </a:extLst>
          </p:cNvPr>
          <p:cNvGrpSpPr/>
          <p:nvPr/>
        </p:nvGrpSpPr>
        <p:grpSpPr>
          <a:xfrm>
            <a:off x="945825" y="432015"/>
            <a:ext cx="3979440" cy="1103400"/>
            <a:chOff x="945825" y="432015"/>
            <a:chExt cx="3979440" cy="11034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2979B9D-FAFB-D8B2-9318-0F71002EB959}"/>
                    </a:ext>
                  </a:extLst>
                </p14:cNvPr>
                <p14:cNvContentPartPr/>
                <p14:nvPr/>
              </p14:nvContentPartPr>
              <p14:xfrm>
                <a:off x="945825" y="497895"/>
                <a:ext cx="525960" cy="705960"/>
              </p14:xfrm>
            </p:contentPart>
          </mc:Choice>
          <mc:Fallback xmlns="">
            <p:pic>
              <p:nvPicPr>
                <p:cNvPr id="2" name="Ink 1">
                  <a:extLst>
                    <a:ext uri="{FF2B5EF4-FFF2-40B4-BE49-F238E27FC236}">
                      <a16:creationId xmlns:a16="http://schemas.microsoft.com/office/drawing/2014/main" id="{22979B9D-FAFB-D8B2-9318-0F71002EB959}"/>
                    </a:ext>
                  </a:extLst>
                </p:cNvPr>
                <p:cNvPicPr/>
                <p:nvPr/>
              </p:nvPicPr>
              <p:blipFill>
                <a:blip r:embed="rId3"/>
                <a:stretch>
                  <a:fillRect/>
                </a:stretch>
              </p:blipFill>
              <p:spPr>
                <a:xfrm>
                  <a:off x="939705" y="491775"/>
                  <a:ext cx="538200" cy="718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0F1E2D7-2084-B382-089A-005EF072130A}"/>
                    </a:ext>
                  </a:extLst>
                </p14:cNvPr>
                <p14:cNvContentPartPr/>
                <p14:nvPr/>
              </p14:nvContentPartPr>
              <p14:xfrm>
                <a:off x="1617585" y="766455"/>
                <a:ext cx="230760" cy="311400"/>
              </p14:xfrm>
            </p:contentPart>
          </mc:Choice>
          <mc:Fallback xmlns="">
            <p:pic>
              <p:nvPicPr>
                <p:cNvPr id="3" name="Ink 2">
                  <a:extLst>
                    <a:ext uri="{FF2B5EF4-FFF2-40B4-BE49-F238E27FC236}">
                      <a16:creationId xmlns:a16="http://schemas.microsoft.com/office/drawing/2014/main" id="{20F1E2D7-2084-B382-089A-005EF072130A}"/>
                    </a:ext>
                  </a:extLst>
                </p:cNvPr>
                <p:cNvPicPr/>
                <p:nvPr/>
              </p:nvPicPr>
              <p:blipFill>
                <a:blip r:embed="rId5"/>
                <a:stretch>
                  <a:fillRect/>
                </a:stretch>
              </p:blipFill>
              <p:spPr>
                <a:xfrm>
                  <a:off x="1611465" y="760335"/>
                  <a:ext cx="24300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9442DCE1-F22C-DE78-B37E-AA4A2B09B372}"/>
                    </a:ext>
                  </a:extLst>
                </p14:cNvPr>
                <p14:cNvContentPartPr/>
                <p14:nvPr/>
              </p14:nvContentPartPr>
              <p14:xfrm>
                <a:off x="1953825" y="794895"/>
                <a:ext cx="228600" cy="218880"/>
              </p14:xfrm>
            </p:contentPart>
          </mc:Choice>
          <mc:Fallback xmlns="">
            <p:pic>
              <p:nvPicPr>
                <p:cNvPr id="4" name="Ink 3">
                  <a:extLst>
                    <a:ext uri="{FF2B5EF4-FFF2-40B4-BE49-F238E27FC236}">
                      <a16:creationId xmlns:a16="http://schemas.microsoft.com/office/drawing/2014/main" id="{9442DCE1-F22C-DE78-B37E-AA4A2B09B372}"/>
                    </a:ext>
                  </a:extLst>
                </p:cNvPr>
                <p:cNvPicPr/>
                <p:nvPr/>
              </p:nvPicPr>
              <p:blipFill>
                <a:blip r:embed="rId7"/>
                <a:stretch>
                  <a:fillRect/>
                </a:stretch>
              </p:blipFill>
              <p:spPr>
                <a:xfrm>
                  <a:off x="1947705" y="788775"/>
                  <a:ext cx="2408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5CD229FC-BC2C-DBDA-078C-90291A356DD0}"/>
                    </a:ext>
                  </a:extLst>
                </p14:cNvPr>
                <p14:cNvContentPartPr/>
                <p14:nvPr/>
              </p14:nvContentPartPr>
              <p14:xfrm>
                <a:off x="2188545" y="753135"/>
                <a:ext cx="187920" cy="229680"/>
              </p14:xfrm>
            </p:contentPart>
          </mc:Choice>
          <mc:Fallback xmlns="">
            <p:pic>
              <p:nvPicPr>
                <p:cNvPr id="5" name="Ink 4">
                  <a:extLst>
                    <a:ext uri="{FF2B5EF4-FFF2-40B4-BE49-F238E27FC236}">
                      <a16:creationId xmlns:a16="http://schemas.microsoft.com/office/drawing/2014/main" id="{5CD229FC-BC2C-DBDA-078C-90291A356DD0}"/>
                    </a:ext>
                  </a:extLst>
                </p:cNvPr>
                <p:cNvPicPr/>
                <p:nvPr/>
              </p:nvPicPr>
              <p:blipFill>
                <a:blip r:embed="rId9"/>
                <a:stretch>
                  <a:fillRect/>
                </a:stretch>
              </p:blipFill>
              <p:spPr>
                <a:xfrm>
                  <a:off x="2182425" y="747015"/>
                  <a:ext cx="20016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6DF1EDCF-2368-7995-F45F-BC5719D4C8D6}"/>
                    </a:ext>
                  </a:extLst>
                </p14:cNvPr>
                <p14:cNvContentPartPr/>
                <p14:nvPr/>
              </p14:nvContentPartPr>
              <p14:xfrm>
                <a:off x="2587425" y="432015"/>
                <a:ext cx="472680" cy="1103400"/>
              </p14:xfrm>
            </p:contentPart>
          </mc:Choice>
          <mc:Fallback xmlns="">
            <p:pic>
              <p:nvPicPr>
                <p:cNvPr id="6" name="Ink 5">
                  <a:extLst>
                    <a:ext uri="{FF2B5EF4-FFF2-40B4-BE49-F238E27FC236}">
                      <a16:creationId xmlns:a16="http://schemas.microsoft.com/office/drawing/2014/main" id="{6DF1EDCF-2368-7995-F45F-BC5719D4C8D6}"/>
                    </a:ext>
                  </a:extLst>
                </p:cNvPr>
                <p:cNvPicPr/>
                <p:nvPr/>
              </p:nvPicPr>
              <p:blipFill>
                <a:blip r:embed="rId11"/>
                <a:stretch>
                  <a:fillRect/>
                </a:stretch>
              </p:blipFill>
              <p:spPr>
                <a:xfrm>
                  <a:off x="2581305" y="425895"/>
                  <a:ext cx="484920" cy="1115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BFE65298-E6E9-C0F1-5565-74E11F781BBF}"/>
                    </a:ext>
                  </a:extLst>
                </p14:cNvPr>
                <p14:cNvContentPartPr/>
                <p14:nvPr/>
              </p14:nvContentPartPr>
              <p14:xfrm>
                <a:off x="3018345" y="548295"/>
                <a:ext cx="51840" cy="27000"/>
              </p14:xfrm>
            </p:contentPart>
          </mc:Choice>
          <mc:Fallback xmlns="">
            <p:pic>
              <p:nvPicPr>
                <p:cNvPr id="7" name="Ink 6">
                  <a:extLst>
                    <a:ext uri="{FF2B5EF4-FFF2-40B4-BE49-F238E27FC236}">
                      <a16:creationId xmlns:a16="http://schemas.microsoft.com/office/drawing/2014/main" id="{BFE65298-E6E9-C0F1-5565-74E11F781BBF}"/>
                    </a:ext>
                  </a:extLst>
                </p:cNvPr>
                <p:cNvPicPr/>
                <p:nvPr/>
              </p:nvPicPr>
              <p:blipFill>
                <a:blip r:embed="rId13"/>
                <a:stretch>
                  <a:fillRect/>
                </a:stretch>
              </p:blipFill>
              <p:spPr>
                <a:xfrm>
                  <a:off x="3012225" y="542175"/>
                  <a:ext cx="640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4EBD3D52-5C29-27DB-E706-11CC9F6805B8}"/>
                    </a:ext>
                  </a:extLst>
                </p14:cNvPr>
                <p14:cNvContentPartPr/>
                <p14:nvPr/>
              </p14:nvContentPartPr>
              <p14:xfrm>
                <a:off x="3369345" y="589695"/>
                <a:ext cx="48240" cy="453960"/>
              </p14:xfrm>
            </p:contentPart>
          </mc:Choice>
          <mc:Fallback xmlns="">
            <p:pic>
              <p:nvPicPr>
                <p:cNvPr id="8" name="Ink 7">
                  <a:extLst>
                    <a:ext uri="{FF2B5EF4-FFF2-40B4-BE49-F238E27FC236}">
                      <a16:creationId xmlns:a16="http://schemas.microsoft.com/office/drawing/2014/main" id="{4EBD3D52-5C29-27DB-E706-11CC9F6805B8}"/>
                    </a:ext>
                  </a:extLst>
                </p:cNvPr>
                <p:cNvPicPr/>
                <p:nvPr/>
              </p:nvPicPr>
              <p:blipFill>
                <a:blip r:embed="rId15"/>
                <a:stretch>
                  <a:fillRect/>
                </a:stretch>
              </p:blipFill>
              <p:spPr>
                <a:xfrm>
                  <a:off x="3363225" y="583575"/>
                  <a:ext cx="60480" cy="466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B9322F82-143C-7C73-9ADC-09D8281E3B60}"/>
                    </a:ext>
                  </a:extLst>
                </p14:cNvPr>
                <p14:cNvContentPartPr/>
                <p14:nvPr/>
              </p14:nvContentPartPr>
              <p14:xfrm>
                <a:off x="3209505" y="798495"/>
                <a:ext cx="521280" cy="116640"/>
              </p14:xfrm>
            </p:contentPart>
          </mc:Choice>
          <mc:Fallback xmlns="">
            <p:pic>
              <p:nvPicPr>
                <p:cNvPr id="9" name="Ink 8">
                  <a:extLst>
                    <a:ext uri="{FF2B5EF4-FFF2-40B4-BE49-F238E27FC236}">
                      <a16:creationId xmlns:a16="http://schemas.microsoft.com/office/drawing/2014/main" id="{B9322F82-143C-7C73-9ADC-09D8281E3B60}"/>
                    </a:ext>
                  </a:extLst>
                </p:cNvPr>
                <p:cNvPicPr/>
                <p:nvPr/>
              </p:nvPicPr>
              <p:blipFill>
                <a:blip r:embed="rId17"/>
                <a:stretch>
                  <a:fillRect/>
                </a:stretch>
              </p:blipFill>
              <p:spPr>
                <a:xfrm>
                  <a:off x="3203385" y="792375"/>
                  <a:ext cx="5335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2F2FA124-DDFB-32E1-3C5F-86B48061376B}"/>
                    </a:ext>
                  </a:extLst>
                </p14:cNvPr>
                <p14:cNvContentPartPr/>
                <p14:nvPr/>
              </p14:nvContentPartPr>
              <p14:xfrm>
                <a:off x="3721425" y="575295"/>
                <a:ext cx="88200" cy="422280"/>
              </p14:xfrm>
            </p:contentPart>
          </mc:Choice>
          <mc:Fallback xmlns="">
            <p:pic>
              <p:nvPicPr>
                <p:cNvPr id="10" name="Ink 9">
                  <a:extLst>
                    <a:ext uri="{FF2B5EF4-FFF2-40B4-BE49-F238E27FC236}">
                      <a16:creationId xmlns:a16="http://schemas.microsoft.com/office/drawing/2014/main" id="{2F2FA124-DDFB-32E1-3C5F-86B48061376B}"/>
                    </a:ext>
                  </a:extLst>
                </p:cNvPr>
                <p:cNvPicPr/>
                <p:nvPr/>
              </p:nvPicPr>
              <p:blipFill>
                <a:blip r:embed="rId19"/>
                <a:stretch>
                  <a:fillRect/>
                </a:stretch>
              </p:blipFill>
              <p:spPr>
                <a:xfrm>
                  <a:off x="3715305" y="569175"/>
                  <a:ext cx="100440" cy="434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1D7BA55D-AB8A-BA70-4F9A-ABC1932121BD}"/>
                    </a:ext>
                  </a:extLst>
                </p14:cNvPr>
                <p14:cNvContentPartPr/>
                <p14:nvPr/>
              </p14:nvContentPartPr>
              <p14:xfrm>
                <a:off x="3609825" y="812175"/>
                <a:ext cx="392760" cy="116280"/>
              </p14:xfrm>
            </p:contentPart>
          </mc:Choice>
          <mc:Fallback xmlns="">
            <p:pic>
              <p:nvPicPr>
                <p:cNvPr id="11" name="Ink 10">
                  <a:extLst>
                    <a:ext uri="{FF2B5EF4-FFF2-40B4-BE49-F238E27FC236}">
                      <a16:creationId xmlns:a16="http://schemas.microsoft.com/office/drawing/2014/main" id="{1D7BA55D-AB8A-BA70-4F9A-ABC1932121BD}"/>
                    </a:ext>
                  </a:extLst>
                </p:cNvPr>
                <p:cNvPicPr/>
                <p:nvPr/>
              </p:nvPicPr>
              <p:blipFill>
                <a:blip r:embed="rId21"/>
                <a:stretch>
                  <a:fillRect/>
                </a:stretch>
              </p:blipFill>
              <p:spPr>
                <a:xfrm>
                  <a:off x="3603705" y="806055"/>
                  <a:ext cx="4050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2DFF4794-0A2F-D69C-2252-77948A29F9C8}"/>
                    </a:ext>
                  </a:extLst>
                </p14:cNvPr>
                <p14:cNvContentPartPr/>
                <p14:nvPr/>
              </p14:nvContentPartPr>
              <p14:xfrm>
                <a:off x="4029945" y="664575"/>
                <a:ext cx="37080" cy="25920"/>
              </p14:xfrm>
            </p:contentPart>
          </mc:Choice>
          <mc:Fallback xmlns="">
            <p:pic>
              <p:nvPicPr>
                <p:cNvPr id="12" name="Ink 11">
                  <a:extLst>
                    <a:ext uri="{FF2B5EF4-FFF2-40B4-BE49-F238E27FC236}">
                      <a16:creationId xmlns:a16="http://schemas.microsoft.com/office/drawing/2014/main" id="{2DFF4794-0A2F-D69C-2252-77948A29F9C8}"/>
                    </a:ext>
                  </a:extLst>
                </p:cNvPr>
                <p:cNvPicPr/>
                <p:nvPr/>
              </p:nvPicPr>
              <p:blipFill>
                <a:blip r:embed="rId23"/>
                <a:stretch>
                  <a:fillRect/>
                </a:stretch>
              </p:blipFill>
              <p:spPr>
                <a:xfrm>
                  <a:off x="4023825" y="658455"/>
                  <a:ext cx="493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45BD22A1-256D-903C-694A-1CC58DE8F5B8}"/>
                    </a:ext>
                  </a:extLst>
                </p14:cNvPr>
                <p14:cNvContentPartPr/>
                <p14:nvPr/>
              </p14:nvContentPartPr>
              <p14:xfrm>
                <a:off x="4131105" y="736575"/>
                <a:ext cx="794160" cy="697320"/>
              </p14:xfrm>
            </p:contentPart>
          </mc:Choice>
          <mc:Fallback xmlns="">
            <p:pic>
              <p:nvPicPr>
                <p:cNvPr id="13" name="Ink 12">
                  <a:extLst>
                    <a:ext uri="{FF2B5EF4-FFF2-40B4-BE49-F238E27FC236}">
                      <a16:creationId xmlns:a16="http://schemas.microsoft.com/office/drawing/2014/main" id="{45BD22A1-256D-903C-694A-1CC58DE8F5B8}"/>
                    </a:ext>
                  </a:extLst>
                </p:cNvPr>
                <p:cNvPicPr/>
                <p:nvPr/>
              </p:nvPicPr>
              <p:blipFill>
                <a:blip r:embed="rId25"/>
                <a:stretch>
                  <a:fillRect/>
                </a:stretch>
              </p:blipFill>
              <p:spPr>
                <a:xfrm>
                  <a:off x="4124985" y="730455"/>
                  <a:ext cx="806400" cy="709560"/>
                </a:xfrm>
                <a:prstGeom prst="rect">
                  <a:avLst/>
                </a:prstGeom>
              </p:spPr>
            </p:pic>
          </mc:Fallback>
        </mc:AlternateContent>
      </p:grpSp>
      <p:grpSp>
        <p:nvGrpSpPr>
          <p:cNvPr id="31" name="Group 30">
            <a:extLst>
              <a:ext uri="{FF2B5EF4-FFF2-40B4-BE49-F238E27FC236}">
                <a16:creationId xmlns:a16="http://schemas.microsoft.com/office/drawing/2014/main" id="{E5DC0B72-AC44-0DE8-907A-2E98E8BF7641}"/>
              </a:ext>
            </a:extLst>
          </p:cNvPr>
          <p:cNvGrpSpPr/>
          <p:nvPr/>
        </p:nvGrpSpPr>
        <p:grpSpPr>
          <a:xfrm>
            <a:off x="5602785" y="431655"/>
            <a:ext cx="1031400" cy="657000"/>
            <a:chOff x="5602785" y="431655"/>
            <a:chExt cx="1031400" cy="657000"/>
          </a:xfrm>
        </p:grpSpPr>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64687413-41C5-272F-7E87-B1B4380BC2D3}"/>
                    </a:ext>
                  </a:extLst>
                </p14:cNvPr>
                <p14:cNvContentPartPr/>
                <p14:nvPr/>
              </p14:nvContentPartPr>
              <p14:xfrm>
                <a:off x="5627985" y="436695"/>
                <a:ext cx="262080" cy="651960"/>
              </p14:xfrm>
            </p:contentPart>
          </mc:Choice>
          <mc:Fallback xmlns="">
            <p:pic>
              <p:nvPicPr>
                <p:cNvPr id="15" name="Ink 14">
                  <a:extLst>
                    <a:ext uri="{FF2B5EF4-FFF2-40B4-BE49-F238E27FC236}">
                      <a16:creationId xmlns:a16="http://schemas.microsoft.com/office/drawing/2014/main" id="{64687413-41C5-272F-7E87-B1B4380BC2D3}"/>
                    </a:ext>
                  </a:extLst>
                </p:cNvPr>
                <p:cNvPicPr/>
                <p:nvPr/>
              </p:nvPicPr>
              <p:blipFill>
                <a:blip r:embed="rId27"/>
                <a:stretch>
                  <a:fillRect/>
                </a:stretch>
              </p:blipFill>
              <p:spPr>
                <a:xfrm>
                  <a:off x="5621865" y="430575"/>
                  <a:ext cx="274320" cy="664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3C93F126-3E6C-2390-FAE5-06BC29D20BA6}"/>
                    </a:ext>
                  </a:extLst>
                </p14:cNvPr>
                <p14:cNvContentPartPr/>
                <p14:nvPr/>
              </p14:nvContentPartPr>
              <p14:xfrm>
                <a:off x="5602785" y="657375"/>
                <a:ext cx="368280" cy="107280"/>
              </p14:xfrm>
            </p:contentPart>
          </mc:Choice>
          <mc:Fallback xmlns="">
            <p:pic>
              <p:nvPicPr>
                <p:cNvPr id="16" name="Ink 15">
                  <a:extLst>
                    <a:ext uri="{FF2B5EF4-FFF2-40B4-BE49-F238E27FC236}">
                      <a16:creationId xmlns:a16="http://schemas.microsoft.com/office/drawing/2014/main" id="{3C93F126-3E6C-2390-FAE5-06BC29D20BA6}"/>
                    </a:ext>
                  </a:extLst>
                </p:cNvPr>
                <p:cNvPicPr/>
                <p:nvPr/>
              </p:nvPicPr>
              <p:blipFill>
                <a:blip r:embed="rId29"/>
                <a:stretch>
                  <a:fillRect/>
                </a:stretch>
              </p:blipFill>
              <p:spPr>
                <a:xfrm>
                  <a:off x="5596665" y="651255"/>
                  <a:ext cx="38052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C768FCE3-1500-E283-62FB-2080178801DD}"/>
                    </a:ext>
                  </a:extLst>
                </p14:cNvPr>
                <p14:cNvContentPartPr/>
                <p14:nvPr/>
              </p14:nvContentPartPr>
              <p14:xfrm>
                <a:off x="6110385" y="431655"/>
                <a:ext cx="523800" cy="371880"/>
              </p14:xfrm>
            </p:contentPart>
          </mc:Choice>
          <mc:Fallback xmlns="">
            <p:pic>
              <p:nvPicPr>
                <p:cNvPr id="18" name="Ink 17">
                  <a:extLst>
                    <a:ext uri="{FF2B5EF4-FFF2-40B4-BE49-F238E27FC236}">
                      <a16:creationId xmlns:a16="http://schemas.microsoft.com/office/drawing/2014/main" id="{C768FCE3-1500-E283-62FB-2080178801DD}"/>
                    </a:ext>
                  </a:extLst>
                </p:cNvPr>
                <p:cNvPicPr/>
                <p:nvPr/>
              </p:nvPicPr>
              <p:blipFill>
                <a:blip r:embed="rId31"/>
                <a:stretch>
                  <a:fillRect/>
                </a:stretch>
              </p:blipFill>
              <p:spPr>
                <a:xfrm>
                  <a:off x="6104265" y="425535"/>
                  <a:ext cx="536040" cy="384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32" name="Ink 31">
                <a:extLst>
                  <a:ext uri="{FF2B5EF4-FFF2-40B4-BE49-F238E27FC236}">
                    <a16:creationId xmlns:a16="http://schemas.microsoft.com/office/drawing/2014/main" id="{A789D087-89CA-9DD9-0ED1-737DC23F7C08}"/>
                  </a:ext>
                </a:extLst>
              </p14:cNvPr>
              <p14:cNvContentPartPr/>
              <p14:nvPr/>
            </p14:nvContentPartPr>
            <p14:xfrm>
              <a:off x="3275025" y="1304655"/>
              <a:ext cx="254880" cy="755280"/>
            </p14:xfrm>
          </p:contentPart>
        </mc:Choice>
        <mc:Fallback xmlns="">
          <p:pic>
            <p:nvPicPr>
              <p:cNvPr id="32" name="Ink 31">
                <a:extLst>
                  <a:ext uri="{FF2B5EF4-FFF2-40B4-BE49-F238E27FC236}">
                    <a16:creationId xmlns:a16="http://schemas.microsoft.com/office/drawing/2014/main" id="{A789D087-89CA-9DD9-0ED1-737DC23F7C08}"/>
                  </a:ext>
                </a:extLst>
              </p:cNvPr>
              <p:cNvPicPr/>
              <p:nvPr/>
            </p:nvPicPr>
            <p:blipFill>
              <a:blip r:embed="rId33"/>
              <a:stretch>
                <a:fillRect/>
              </a:stretch>
            </p:blipFill>
            <p:spPr>
              <a:xfrm>
                <a:off x="3268905" y="1298535"/>
                <a:ext cx="267120" cy="767520"/>
              </a:xfrm>
              <a:prstGeom prst="rect">
                <a:avLst/>
              </a:prstGeom>
            </p:spPr>
          </p:pic>
        </mc:Fallback>
      </mc:AlternateContent>
      <p:grpSp>
        <p:nvGrpSpPr>
          <p:cNvPr id="53" name="Group 52">
            <a:extLst>
              <a:ext uri="{FF2B5EF4-FFF2-40B4-BE49-F238E27FC236}">
                <a16:creationId xmlns:a16="http://schemas.microsoft.com/office/drawing/2014/main" id="{900FAFCF-FBCA-49D2-8618-29B6CBE7350E}"/>
              </a:ext>
            </a:extLst>
          </p:cNvPr>
          <p:cNvGrpSpPr/>
          <p:nvPr/>
        </p:nvGrpSpPr>
        <p:grpSpPr>
          <a:xfrm>
            <a:off x="3849945" y="1234455"/>
            <a:ext cx="1432800" cy="688320"/>
            <a:chOff x="3849945" y="1234455"/>
            <a:chExt cx="1432800" cy="688320"/>
          </a:xfrm>
        </p:grpSpPr>
        <mc:AlternateContent xmlns:mc="http://schemas.openxmlformats.org/markup-compatibility/2006" xmlns:p14="http://schemas.microsoft.com/office/powerpoint/2010/main">
          <mc:Choice Requires="p14">
            <p:contentPart p14:bwMode="auto" r:id="rId34">
              <p14:nvContentPartPr>
                <p14:cNvPr id="33" name="Ink 32">
                  <a:extLst>
                    <a:ext uri="{FF2B5EF4-FFF2-40B4-BE49-F238E27FC236}">
                      <a16:creationId xmlns:a16="http://schemas.microsoft.com/office/drawing/2014/main" id="{0C2C31BC-59C7-017F-0EE6-90397EF8785D}"/>
                    </a:ext>
                  </a:extLst>
                </p14:cNvPr>
                <p14:cNvContentPartPr/>
                <p14:nvPr/>
              </p14:nvContentPartPr>
              <p14:xfrm>
                <a:off x="3877305" y="1319055"/>
                <a:ext cx="143280" cy="450000"/>
              </p14:xfrm>
            </p:contentPart>
          </mc:Choice>
          <mc:Fallback xmlns="">
            <p:pic>
              <p:nvPicPr>
                <p:cNvPr id="33" name="Ink 32">
                  <a:extLst>
                    <a:ext uri="{FF2B5EF4-FFF2-40B4-BE49-F238E27FC236}">
                      <a16:creationId xmlns:a16="http://schemas.microsoft.com/office/drawing/2014/main" id="{0C2C31BC-59C7-017F-0EE6-90397EF8785D}"/>
                    </a:ext>
                  </a:extLst>
                </p:cNvPr>
                <p:cNvPicPr/>
                <p:nvPr/>
              </p:nvPicPr>
              <p:blipFill>
                <a:blip r:embed="rId35"/>
                <a:stretch>
                  <a:fillRect/>
                </a:stretch>
              </p:blipFill>
              <p:spPr>
                <a:xfrm>
                  <a:off x="3871185" y="1312935"/>
                  <a:ext cx="155520" cy="462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4" name="Ink 33">
                  <a:extLst>
                    <a:ext uri="{FF2B5EF4-FFF2-40B4-BE49-F238E27FC236}">
                      <a16:creationId xmlns:a16="http://schemas.microsoft.com/office/drawing/2014/main" id="{FE29B32A-B1D8-AD92-4905-C3609D89A826}"/>
                    </a:ext>
                  </a:extLst>
                </p14:cNvPr>
                <p14:cNvContentPartPr/>
                <p14:nvPr/>
              </p14:nvContentPartPr>
              <p14:xfrm>
                <a:off x="3849945" y="1234455"/>
                <a:ext cx="527040" cy="688320"/>
              </p14:xfrm>
            </p:contentPart>
          </mc:Choice>
          <mc:Fallback xmlns="">
            <p:pic>
              <p:nvPicPr>
                <p:cNvPr id="34" name="Ink 33">
                  <a:extLst>
                    <a:ext uri="{FF2B5EF4-FFF2-40B4-BE49-F238E27FC236}">
                      <a16:creationId xmlns:a16="http://schemas.microsoft.com/office/drawing/2014/main" id="{FE29B32A-B1D8-AD92-4905-C3609D89A826}"/>
                    </a:ext>
                  </a:extLst>
                </p:cNvPr>
                <p:cNvPicPr/>
                <p:nvPr/>
              </p:nvPicPr>
              <p:blipFill>
                <a:blip r:embed="rId37"/>
                <a:stretch>
                  <a:fillRect/>
                </a:stretch>
              </p:blipFill>
              <p:spPr>
                <a:xfrm>
                  <a:off x="3843825" y="1228335"/>
                  <a:ext cx="539280" cy="700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5" name="Ink 34">
                  <a:extLst>
                    <a:ext uri="{FF2B5EF4-FFF2-40B4-BE49-F238E27FC236}">
                      <a16:creationId xmlns:a16="http://schemas.microsoft.com/office/drawing/2014/main" id="{EB1EE555-62FF-DADC-F350-F5937A98D4C8}"/>
                    </a:ext>
                  </a:extLst>
                </p14:cNvPr>
                <p14:cNvContentPartPr/>
                <p14:nvPr/>
              </p14:nvContentPartPr>
              <p14:xfrm>
                <a:off x="4506585" y="1681935"/>
                <a:ext cx="39240" cy="131040"/>
              </p14:xfrm>
            </p:contentPart>
          </mc:Choice>
          <mc:Fallback xmlns="">
            <p:pic>
              <p:nvPicPr>
                <p:cNvPr id="35" name="Ink 34">
                  <a:extLst>
                    <a:ext uri="{FF2B5EF4-FFF2-40B4-BE49-F238E27FC236}">
                      <a16:creationId xmlns:a16="http://schemas.microsoft.com/office/drawing/2014/main" id="{EB1EE555-62FF-DADC-F350-F5937A98D4C8}"/>
                    </a:ext>
                  </a:extLst>
                </p:cNvPr>
                <p:cNvPicPr/>
                <p:nvPr/>
              </p:nvPicPr>
              <p:blipFill>
                <a:blip r:embed="rId39"/>
                <a:stretch>
                  <a:fillRect/>
                </a:stretch>
              </p:blipFill>
              <p:spPr>
                <a:xfrm>
                  <a:off x="4500465" y="1675815"/>
                  <a:ext cx="514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6" name="Ink 35">
                  <a:extLst>
                    <a:ext uri="{FF2B5EF4-FFF2-40B4-BE49-F238E27FC236}">
                      <a16:creationId xmlns:a16="http://schemas.microsoft.com/office/drawing/2014/main" id="{3B36F4C1-043F-06B4-98A6-2A4546A7CB18}"/>
                    </a:ext>
                  </a:extLst>
                </p14:cNvPr>
                <p14:cNvContentPartPr/>
                <p14:nvPr/>
              </p14:nvContentPartPr>
              <p14:xfrm>
                <a:off x="4537545" y="1464855"/>
                <a:ext cx="28800" cy="18720"/>
              </p14:xfrm>
            </p:contentPart>
          </mc:Choice>
          <mc:Fallback xmlns="">
            <p:pic>
              <p:nvPicPr>
                <p:cNvPr id="36" name="Ink 35">
                  <a:extLst>
                    <a:ext uri="{FF2B5EF4-FFF2-40B4-BE49-F238E27FC236}">
                      <a16:creationId xmlns:a16="http://schemas.microsoft.com/office/drawing/2014/main" id="{3B36F4C1-043F-06B4-98A6-2A4546A7CB18}"/>
                    </a:ext>
                  </a:extLst>
                </p:cNvPr>
                <p:cNvPicPr/>
                <p:nvPr/>
              </p:nvPicPr>
              <p:blipFill>
                <a:blip r:embed="rId41"/>
                <a:stretch>
                  <a:fillRect/>
                </a:stretch>
              </p:blipFill>
              <p:spPr>
                <a:xfrm>
                  <a:off x="4531425" y="1458735"/>
                  <a:ext cx="410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7" name="Ink 36">
                  <a:extLst>
                    <a:ext uri="{FF2B5EF4-FFF2-40B4-BE49-F238E27FC236}">
                      <a16:creationId xmlns:a16="http://schemas.microsoft.com/office/drawing/2014/main" id="{D7A81B42-0E2B-4067-4CC1-4542C2129EF3}"/>
                    </a:ext>
                  </a:extLst>
                </p14:cNvPr>
                <p14:cNvContentPartPr/>
                <p14:nvPr/>
              </p14:nvContentPartPr>
              <p14:xfrm>
                <a:off x="4781985" y="1562775"/>
                <a:ext cx="500760" cy="276120"/>
              </p14:xfrm>
            </p:contentPart>
          </mc:Choice>
          <mc:Fallback xmlns="">
            <p:pic>
              <p:nvPicPr>
                <p:cNvPr id="37" name="Ink 36">
                  <a:extLst>
                    <a:ext uri="{FF2B5EF4-FFF2-40B4-BE49-F238E27FC236}">
                      <a16:creationId xmlns:a16="http://schemas.microsoft.com/office/drawing/2014/main" id="{D7A81B42-0E2B-4067-4CC1-4542C2129EF3}"/>
                    </a:ext>
                  </a:extLst>
                </p:cNvPr>
                <p:cNvPicPr/>
                <p:nvPr/>
              </p:nvPicPr>
              <p:blipFill>
                <a:blip r:embed="rId43"/>
                <a:stretch>
                  <a:fillRect/>
                </a:stretch>
              </p:blipFill>
              <p:spPr>
                <a:xfrm>
                  <a:off x="4775865" y="1556655"/>
                  <a:ext cx="513000" cy="288360"/>
                </a:xfrm>
                <a:prstGeom prst="rect">
                  <a:avLst/>
                </a:prstGeom>
              </p:spPr>
            </p:pic>
          </mc:Fallback>
        </mc:AlternateContent>
      </p:grpSp>
      <p:grpSp>
        <p:nvGrpSpPr>
          <p:cNvPr id="52" name="Group 51">
            <a:extLst>
              <a:ext uri="{FF2B5EF4-FFF2-40B4-BE49-F238E27FC236}">
                <a16:creationId xmlns:a16="http://schemas.microsoft.com/office/drawing/2014/main" id="{1E6B7E9D-1DCA-2D1F-CF73-8CC1B0F6263E}"/>
              </a:ext>
            </a:extLst>
          </p:cNvPr>
          <p:cNvGrpSpPr/>
          <p:nvPr/>
        </p:nvGrpSpPr>
        <p:grpSpPr>
          <a:xfrm>
            <a:off x="6413145" y="1271535"/>
            <a:ext cx="284760" cy="507600"/>
            <a:chOff x="6413145" y="1271535"/>
            <a:chExt cx="284760" cy="507600"/>
          </a:xfrm>
        </p:grpSpPr>
        <mc:AlternateContent xmlns:mc="http://schemas.openxmlformats.org/markup-compatibility/2006" xmlns:p14="http://schemas.microsoft.com/office/powerpoint/2010/main">
          <mc:Choice Requires="p14">
            <p:contentPart p14:bwMode="auto" r:id="rId44">
              <p14:nvContentPartPr>
                <p14:cNvPr id="38" name="Ink 37">
                  <a:extLst>
                    <a:ext uri="{FF2B5EF4-FFF2-40B4-BE49-F238E27FC236}">
                      <a16:creationId xmlns:a16="http://schemas.microsoft.com/office/drawing/2014/main" id="{C0E9A1DF-24D5-83DD-6826-628E0181DCF9}"/>
                    </a:ext>
                  </a:extLst>
                </p14:cNvPr>
                <p14:cNvContentPartPr/>
                <p14:nvPr/>
              </p14:nvContentPartPr>
              <p14:xfrm>
                <a:off x="6413145" y="1271535"/>
                <a:ext cx="284760" cy="424440"/>
              </p14:xfrm>
            </p:contentPart>
          </mc:Choice>
          <mc:Fallback xmlns="">
            <p:pic>
              <p:nvPicPr>
                <p:cNvPr id="38" name="Ink 37">
                  <a:extLst>
                    <a:ext uri="{FF2B5EF4-FFF2-40B4-BE49-F238E27FC236}">
                      <a16:creationId xmlns:a16="http://schemas.microsoft.com/office/drawing/2014/main" id="{C0E9A1DF-24D5-83DD-6826-628E0181DCF9}"/>
                    </a:ext>
                  </a:extLst>
                </p:cNvPr>
                <p:cNvPicPr/>
                <p:nvPr/>
              </p:nvPicPr>
              <p:blipFill>
                <a:blip r:embed="rId45"/>
                <a:stretch>
                  <a:fillRect/>
                </a:stretch>
              </p:blipFill>
              <p:spPr>
                <a:xfrm>
                  <a:off x="6407025" y="1265415"/>
                  <a:ext cx="297000" cy="436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9" name="Ink 38">
                  <a:extLst>
                    <a:ext uri="{FF2B5EF4-FFF2-40B4-BE49-F238E27FC236}">
                      <a16:creationId xmlns:a16="http://schemas.microsoft.com/office/drawing/2014/main" id="{A3C0C31C-B70A-FFF9-88E7-6C57E844E2AB}"/>
                    </a:ext>
                  </a:extLst>
                </p14:cNvPr>
                <p14:cNvContentPartPr/>
                <p14:nvPr/>
              </p14:nvContentPartPr>
              <p14:xfrm>
                <a:off x="6443025" y="1419855"/>
                <a:ext cx="39240" cy="359280"/>
              </p14:xfrm>
            </p:contentPart>
          </mc:Choice>
          <mc:Fallback xmlns="">
            <p:pic>
              <p:nvPicPr>
                <p:cNvPr id="39" name="Ink 38">
                  <a:extLst>
                    <a:ext uri="{FF2B5EF4-FFF2-40B4-BE49-F238E27FC236}">
                      <a16:creationId xmlns:a16="http://schemas.microsoft.com/office/drawing/2014/main" id="{A3C0C31C-B70A-FFF9-88E7-6C57E844E2AB}"/>
                    </a:ext>
                  </a:extLst>
                </p:cNvPr>
                <p:cNvPicPr/>
                <p:nvPr/>
              </p:nvPicPr>
              <p:blipFill>
                <a:blip r:embed="rId47"/>
                <a:stretch>
                  <a:fillRect/>
                </a:stretch>
              </p:blipFill>
              <p:spPr>
                <a:xfrm>
                  <a:off x="6436905" y="1413735"/>
                  <a:ext cx="51480" cy="371520"/>
                </a:xfrm>
                <a:prstGeom prst="rect">
                  <a:avLst/>
                </a:prstGeom>
              </p:spPr>
            </p:pic>
          </mc:Fallback>
        </mc:AlternateContent>
      </p:grpSp>
      <p:grpSp>
        <p:nvGrpSpPr>
          <p:cNvPr id="51" name="Group 50">
            <a:extLst>
              <a:ext uri="{FF2B5EF4-FFF2-40B4-BE49-F238E27FC236}">
                <a16:creationId xmlns:a16="http://schemas.microsoft.com/office/drawing/2014/main" id="{C8660CCB-A65A-1591-96BC-16B1F8EB7069}"/>
              </a:ext>
            </a:extLst>
          </p:cNvPr>
          <p:cNvGrpSpPr/>
          <p:nvPr/>
        </p:nvGrpSpPr>
        <p:grpSpPr>
          <a:xfrm>
            <a:off x="7297665" y="85335"/>
            <a:ext cx="3884400" cy="1716480"/>
            <a:chOff x="7297665" y="85335"/>
            <a:chExt cx="3884400" cy="1716480"/>
          </a:xfrm>
        </p:grpSpPr>
        <mc:AlternateContent xmlns:mc="http://schemas.openxmlformats.org/markup-compatibility/2006" xmlns:p14="http://schemas.microsoft.com/office/powerpoint/2010/main">
          <mc:Choice Requires="p14">
            <p:contentPart p14:bwMode="auto" r:id="rId48">
              <p14:nvContentPartPr>
                <p14:cNvPr id="19" name="Ink 18">
                  <a:extLst>
                    <a:ext uri="{FF2B5EF4-FFF2-40B4-BE49-F238E27FC236}">
                      <a16:creationId xmlns:a16="http://schemas.microsoft.com/office/drawing/2014/main" id="{AA987147-F41C-DC58-4C8D-0CBD192E7CFC}"/>
                    </a:ext>
                  </a:extLst>
                </p14:cNvPr>
                <p14:cNvContentPartPr/>
                <p14:nvPr/>
              </p14:nvContentPartPr>
              <p14:xfrm>
                <a:off x="7297665" y="346695"/>
                <a:ext cx="254520" cy="412920"/>
              </p14:xfrm>
            </p:contentPart>
          </mc:Choice>
          <mc:Fallback xmlns="">
            <p:pic>
              <p:nvPicPr>
                <p:cNvPr id="19" name="Ink 18">
                  <a:extLst>
                    <a:ext uri="{FF2B5EF4-FFF2-40B4-BE49-F238E27FC236}">
                      <a16:creationId xmlns:a16="http://schemas.microsoft.com/office/drawing/2014/main" id="{AA987147-F41C-DC58-4C8D-0CBD192E7CFC}"/>
                    </a:ext>
                  </a:extLst>
                </p:cNvPr>
                <p:cNvPicPr/>
                <p:nvPr/>
              </p:nvPicPr>
              <p:blipFill>
                <a:blip r:embed="rId49"/>
                <a:stretch>
                  <a:fillRect/>
                </a:stretch>
              </p:blipFill>
              <p:spPr>
                <a:xfrm>
                  <a:off x="7291545" y="340575"/>
                  <a:ext cx="26676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0" name="Ink 19">
                  <a:extLst>
                    <a:ext uri="{FF2B5EF4-FFF2-40B4-BE49-F238E27FC236}">
                      <a16:creationId xmlns:a16="http://schemas.microsoft.com/office/drawing/2014/main" id="{7AD2DDDE-1739-B256-77BE-4ACF6134025C}"/>
                    </a:ext>
                  </a:extLst>
                </p14:cNvPr>
                <p14:cNvContentPartPr/>
                <p14:nvPr/>
              </p14:nvContentPartPr>
              <p14:xfrm>
                <a:off x="7738305" y="483495"/>
                <a:ext cx="248040" cy="234000"/>
              </p14:xfrm>
            </p:contentPart>
          </mc:Choice>
          <mc:Fallback xmlns="">
            <p:pic>
              <p:nvPicPr>
                <p:cNvPr id="20" name="Ink 19">
                  <a:extLst>
                    <a:ext uri="{FF2B5EF4-FFF2-40B4-BE49-F238E27FC236}">
                      <a16:creationId xmlns:a16="http://schemas.microsoft.com/office/drawing/2014/main" id="{7AD2DDDE-1739-B256-77BE-4ACF6134025C}"/>
                    </a:ext>
                  </a:extLst>
                </p:cNvPr>
                <p:cNvPicPr/>
                <p:nvPr/>
              </p:nvPicPr>
              <p:blipFill>
                <a:blip r:embed="rId51"/>
                <a:stretch>
                  <a:fillRect/>
                </a:stretch>
              </p:blipFill>
              <p:spPr>
                <a:xfrm>
                  <a:off x="7732185" y="477375"/>
                  <a:ext cx="26028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1" name="Ink 20">
                  <a:extLst>
                    <a:ext uri="{FF2B5EF4-FFF2-40B4-BE49-F238E27FC236}">
                      <a16:creationId xmlns:a16="http://schemas.microsoft.com/office/drawing/2014/main" id="{2BA02D09-4483-D653-7FF5-C650D9A9FE62}"/>
                    </a:ext>
                  </a:extLst>
                </p14:cNvPr>
                <p14:cNvContentPartPr/>
                <p14:nvPr/>
              </p14:nvContentPartPr>
              <p14:xfrm>
                <a:off x="8107665" y="241575"/>
                <a:ext cx="805680" cy="461160"/>
              </p14:xfrm>
            </p:contentPart>
          </mc:Choice>
          <mc:Fallback xmlns="">
            <p:pic>
              <p:nvPicPr>
                <p:cNvPr id="21" name="Ink 20">
                  <a:extLst>
                    <a:ext uri="{FF2B5EF4-FFF2-40B4-BE49-F238E27FC236}">
                      <a16:creationId xmlns:a16="http://schemas.microsoft.com/office/drawing/2014/main" id="{2BA02D09-4483-D653-7FF5-C650D9A9FE62}"/>
                    </a:ext>
                  </a:extLst>
                </p:cNvPr>
                <p:cNvPicPr/>
                <p:nvPr/>
              </p:nvPicPr>
              <p:blipFill>
                <a:blip r:embed="rId53"/>
                <a:stretch>
                  <a:fillRect/>
                </a:stretch>
              </p:blipFill>
              <p:spPr>
                <a:xfrm>
                  <a:off x="8101545" y="235455"/>
                  <a:ext cx="81792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2" name="Ink 21">
                  <a:extLst>
                    <a:ext uri="{FF2B5EF4-FFF2-40B4-BE49-F238E27FC236}">
                      <a16:creationId xmlns:a16="http://schemas.microsoft.com/office/drawing/2014/main" id="{C4CF4BA4-CB11-7C3B-C4FF-5899267B12F6}"/>
                    </a:ext>
                  </a:extLst>
                </p14:cNvPr>
                <p14:cNvContentPartPr/>
                <p14:nvPr/>
              </p14:nvContentPartPr>
              <p14:xfrm>
                <a:off x="8881305" y="85335"/>
                <a:ext cx="425160" cy="1048680"/>
              </p14:xfrm>
            </p:contentPart>
          </mc:Choice>
          <mc:Fallback xmlns="">
            <p:pic>
              <p:nvPicPr>
                <p:cNvPr id="22" name="Ink 21">
                  <a:extLst>
                    <a:ext uri="{FF2B5EF4-FFF2-40B4-BE49-F238E27FC236}">
                      <a16:creationId xmlns:a16="http://schemas.microsoft.com/office/drawing/2014/main" id="{C4CF4BA4-CB11-7C3B-C4FF-5899267B12F6}"/>
                    </a:ext>
                  </a:extLst>
                </p:cNvPr>
                <p:cNvPicPr/>
                <p:nvPr/>
              </p:nvPicPr>
              <p:blipFill>
                <a:blip r:embed="rId55"/>
                <a:stretch>
                  <a:fillRect/>
                </a:stretch>
              </p:blipFill>
              <p:spPr>
                <a:xfrm>
                  <a:off x="8875185" y="79215"/>
                  <a:ext cx="437400" cy="1060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3" name="Ink 22">
                  <a:extLst>
                    <a:ext uri="{FF2B5EF4-FFF2-40B4-BE49-F238E27FC236}">
                      <a16:creationId xmlns:a16="http://schemas.microsoft.com/office/drawing/2014/main" id="{6C237408-B116-ED06-6886-F21F0741F2BA}"/>
                    </a:ext>
                  </a:extLst>
                </p14:cNvPr>
                <p14:cNvContentPartPr/>
                <p14:nvPr/>
              </p14:nvContentPartPr>
              <p14:xfrm>
                <a:off x="9349665" y="360375"/>
                <a:ext cx="91800" cy="38520"/>
              </p14:xfrm>
            </p:contentPart>
          </mc:Choice>
          <mc:Fallback xmlns="">
            <p:pic>
              <p:nvPicPr>
                <p:cNvPr id="23" name="Ink 22">
                  <a:extLst>
                    <a:ext uri="{FF2B5EF4-FFF2-40B4-BE49-F238E27FC236}">
                      <a16:creationId xmlns:a16="http://schemas.microsoft.com/office/drawing/2014/main" id="{6C237408-B116-ED06-6886-F21F0741F2BA}"/>
                    </a:ext>
                  </a:extLst>
                </p:cNvPr>
                <p:cNvPicPr/>
                <p:nvPr/>
              </p:nvPicPr>
              <p:blipFill>
                <a:blip r:embed="rId57"/>
                <a:stretch>
                  <a:fillRect/>
                </a:stretch>
              </p:blipFill>
              <p:spPr>
                <a:xfrm>
                  <a:off x="9343545" y="354255"/>
                  <a:ext cx="10404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4" name="Ink 23">
                  <a:extLst>
                    <a:ext uri="{FF2B5EF4-FFF2-40B4-BE49-F238E27FC236}">
                      <a16:creationId xmlns:a16="http://schemas.microsoft.com/office/drawing/2014/main" id="{8118D13E-2A0B-AE07-4F08-7C5E9E31A3F0}"/>
                    </a:ext>
                  </a:extLst>
                </p14:cNvPr>
                <p14:cNvContentPartPr/>
                <p14:nvPr/>
              </p14:nvContentPartPr>
              <p14:xfrm>
                <a:off x="9621465" y="340575"/>
                <a:ext cx="87120" cy="370800"/>
              </p14:xfrm>
            </p:contentPart>
          </mc:Choice>
          <mc:Fallback xmlns="">
            <p:pic>
              <p:nvPicPr>
                <p:cNvPr id="24" name="Ink 23">
                  <a:extLst>
                    <a:ext uri="{FF2B5EF4-FFF2-40B4-BE49-F238E27FC236}">
                      <a16:creationId xmlns:a16="http://schemas.microsoft.com/office/drawing/2014/main" id="{8118D13E-2A0B-AE07-4F08-7C5E9E31A3F0}"/>
                    </a:ext>
                  </a:extLst>
                </p:cNvPr>
                <p:cNvPicPr/>
                <p:nvPr/>
              </p:nvPicPr>
              <p:blipFill>
                <a:blip r:embed="rId59"/>
                <a:stretch>
                  <a:fillRect/>
                </a:stretch>
              </p:blipFill>
              <p:spPr>
                <a:xfrm>
                  <a:off x="9615345" y="334455"/>
                  <a:ext cx="9936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5" name="Ink 24">
                  <a:extLst>
                    <a:ext uri="{FF2B5EF4-FFF2-40B4-BE49-F238E27FC236}">
                      <a16:creationId xmlns:a16="http://schemas.microsoft.com/office/drawing/2014/main" id="{BCA7FC29-0DB6-0AF3-6863-927BD2E87452}"/>
                    </a:ext>
                  </a:extLst>
                </p14:cNvPr>
                <p14:cNvContentPartPr/>
                <p14:nvPr/>
              </p14:nvContentPartPr>
              <p14:xfrm>
                <a:off x="9479625" y="430935"/>
                <a:ext cx="506160" cy="151920"/>
              </p14:xfrm>
            </p:contentPart>
          </mc:Choice>
          <mc:Fallback xmlns="">
            <p:pic>
              <p:nvPicPr>
                <p:cNvPr id="25" name="Ink 24">
                  <a:extLst>
                    <a:ext uri="{FF2B5EF4-FFF2-40B4-BE49-F238E27FC236}">
                      <a16:creationId xmlns:a16="http://schemas.microsoft.com/office/drawing/2014/main" id="{BCA7FC29-0DB6-0AF3-6863-927BD2E87452}"/>
                    </a:ext>
                  </a:extLst>
                </p:cNvPr>
                <p:cNvPicPr/>
                <p:nvPr/>
              </p:nvPicPr>
              <p:blipFill>
                <a:blip r:embed="rId61"/>
                <a:stretch>
                  <a:fillRect/>
                </a:stretch>
              </p:blipFill>
              <p:spPr>
                <a:xfrm>
                  <a:off x="9473505" y="424815"/>
                  <a:ext cx="5184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6" name="Ink 25">
                  <a:extLst>
                    <a:ext uri="{FF2B5EF4-FFF2-40B4-BE49-F238E27FC236}">
                      <a16:creationId xmlns:a16="http://schemas.microsoft.com/office/drawing/2014/main" id="{1EA592CC-4069-EC8C-92DC-8B0E39D1BD75}"/>
                    </a:ext>
                  </a:extLst>
                </p14:cNvPr>
                <p14:cNvContentPartPr/>
                <p14:nvPr/>
              </p14:nvContentPartPr>
              <p14:xfrm>
                <a:off x="9893625" y="367575"/>
                <a:ext cx="103320" cy="395280"/>
              </p14:xfrm>
            </p:contentPart>
          </mc:Choice>
          <mc:Fallback xmlns="">
            <p:pic>
              <p:nvPicPr>
                <p:cNvPr id="26" name="Ink 25">
                  <a:extLst>
                    <a:ext uri="{FF2B5EF4-FFF2-40B4-BE49-F238E27FC236}">
                      <a16:creationId xmlns:a16="http://schemas.microsoft.com/office/drawing/2014/main" id="{1EA592CC-4069-EC8C-92DC-8B0E39D1BD75}"/>
                    </a:ext>
                  </a:extLst>
                </p:cNvPr>
                <p:cNvPicPr/>
                <p:nvPr/>
              </p:nvPicPr>
              <p:blipFill>
                <a:blip r:embed="rId63"/>
                <a:stretch>
                  <a:fillRect/>
                </a:stretch>
              </p:blipFill>
              <p:spPr>
                <a:xfrm>
                  <a:off x="9887505" y="361455"/>
                  <a:ext cx="11556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7" name="Ink 26">
                  <a:extLst>
                    <a:ext uri="{FF2B5EF4-FFF2-40B4-BE49-F238E27FC236}">
                      <a16:creationId xmlns:a16="http://schemas.microsoft.com/office/drawing/2014/main" id="{C55D2C13-FF8F-58AC-A248-9BD8CD414486}"/>
                    </a:ext>
                  </a:extLst>
                </p14:cNvPr>
                <p14:cNvContentPartPr/>
                <p14:nvPr/>
              </p14:nvContentPartPr>
              <p14:xfrm>
                <a:off x="9851505" y="582495"/>
                <a:ext cx="333720" cy="99000"/>
              </p14:xfrm>
            </p:contentPart>
          </mc:Choice>
          <mc:Fallback xmlns="">
            <p:pic>
              <p:nvPicPr>
                <p:cNvPr id="27" name="Ink 26">
                  <a:extLst>
                    <a:ext uri="{FF2B5EF4-FFF2-40B4-BE49-F238E27FC236}">
                      <a16:creationId xmlns:a16="http://schemas.microsoft.com/office/drawing/2014/main" id="{C55D2C13-FF8F-58AC-A248-9BD8CD414486}"/>
                    </a:ext>
                  </a:extLst>
                </p:cNvPr>
                <p:cNvPicPr/>
                <p:nvPr/>
              </p:nvPicPr>
              <p:blipFill>
                <a:blip r:embed="rId65"/>
                <a:stretch>
                  <a:fillRect/>
                </a:stretch>
              </p:blipFill>
              <p:spPr>
                <a:xfrm>
                  <a:off x="9845385" y="576375"/>
                  <a:ext cx="34596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8" name="Ink 27">
                  <a:extLst>
                    <a:ext uri="{FF2B5EF4-FFF2-40B4-BE49-F238E27FC236}">
                      <a16:creationId xmlns:a16="http://schemas.microsoft.com/office/drawing/2014/main" id="{B33CDC55-D0C0-6BF2-B485-878F755CB29C}"/>
                    </a:ext>
                  </a:extLst>
                </p14:cNvPr>
                <p14:cNvContentPartPr/>
                <p14:nvPr/>
              </p14:nvContentPartPr>
              <p14:xfrm>
                <a:off x="10212585" y="407535"/>
                <a:ext cx="56520" cy="28080"/>
              </p14:xfrm>
            </p:contentPart>
          </mc:Choice>
          <mc:Fallback xmlns="">
            <p:pic>
              <p:nvPicPr>
                <p:cNvPr id="28" name="Ink 27">
                  <a:extLst>
                    <a:ext uri="{FF2B5EF4-FFF2-40B4-BE49-F238E27FC236}">
                      <a16:creationId xmlns:a16="http://schemas.microsoft.com/office/drawing/2014/main" id="{B33CDC55-D0C0-6BF2-B485-878F755CB29C}"/>
                    </a:ext>
                  </a:extLst>
                </p:cNvPr>
                <p:cNvPicPr/>
                <p:nvPr/>
              </p:nvPicPr>
              <p:blipFill>
                <a:blip r:embed="rId67"/>
                <a:stretch>
                  <a:fillRect/>
                </a:stretch>
              </p:blipFill>
              <p:spPr>
                <a:xfrm>
                  <a:off x="10206465" y="401415"/>
                  <a:ext cx="687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9" name="Ink 28">
                  <a:extLst>
                    <a:ext uri="{FF2B5EF4-FFF2-40B4-BE49-F238E27FC236}">
                      <a16:creationId xmlns:a16="http://schemas.microsoft.com/office/drawing/2014/main" id="{0D3A5B17-22CB-9856-6D86-AFA239AF6D71}"/>
                    </a:ext>
                  </a:extLst>
                </p14:cNvPr>
                <p14:cNvContentPartPr/>
                <p14:nvPr/>
              </p14:nvContentPartPr>
              <p14:xfrm>
                <a:off x="10326705" y="528855"/>
                <a:ext cx="855360" cy="1027440"/>
              </p14:xfrm>
            </p:contentPart>
          </mc:Choice>
          <mc:Fallback xmlns="">
            <p:pic>
              <p:nvPicPr>
                <p:cNvPr id="29" name="Ink 28">
                  <a:extLst>
                    <a:ext uri="{FF2B5EF4-FFF2-40B4-BE49-F238E27FC236}">
                      <a16:creationId xmlns:a16="http://schemas.microsoft.com/office/drawing/2014/main" id="{0D3A5B17-22CB-9856-6D86-AFA239AF6D71}"/>
                    </a:ext>
                  </a:extLst>
                </p:cNvPr>
                <p:cNvPicPr/>
                <p:nvPr/>
              </p:nvPicPr>
              <p:blipFill>
                <a:blip r:embed="rId69"/>
                <a:stretch>
                  <a:fillRect/>
                </a:stretch>
              </p:blipFill>
              <p:spPr>
                <a:xfrm>
                  <a:off x="10320585" y="522735"/>
                  <a:ext cx="867600" cy="1039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Ink 39">
                  <a:extLst>
                    <a:ext uri="{FF2B5EF4-FFF2-40B4-BE49-F238E27FC236}">
                      <a16:creationId xmlns:a16="http://schemas.microsoft.com/office/drawing/2014/main" id="{E576A6A0-DA5B-3F01-A6D9-596315E97DBA}"/>
                    </a:ext>
                  </a:extLst>
                </p14:cNvPr>
                <p14:cNvContentPartPr/>
                <p14:nvPr/>
              </p14:nvContentPartPr>
              <p14:xfrm>
                <a:off x="7523025" y="1162455"/>
                <a:ext cx="566280" cy="529920"/>
              </p14:xfrm>
            </p:contentPart>
          </mc:Choice>
          <mc:Fallback xmlns="">
            <p:pic>
              <p:nvPicPr>
                <p:cNvPr id="40" name="Ink 39">
                  <a:extLst>
                    <a:ext uri="{FF2B5EF4-FFF2-40B4-BE49-F238E27FC236}">
                      <a16:creationId xmlns:a16="http://schemas.microsoft.com/office/drawing/2014/main" id="{E576A6A0-DA5B-3F01-A6D9-596315E97DBA}"/>
                    </a:ext>
                  </a:extLst>
                </p:cNvPr>
                <p:cNvPicPr/>
                <p:nvPr/>
              </p:nvPicPr>
              <p:blipFill>
                <a:blip r:embed="rId71"/>
                <a:stretch>
                  <a:fillRect/>
                </a:stretch>
              </p:blipFill>
              <p:spPr>
                <a:xfrm>
                  <a:off x="7516905" y="1156335"/>
                  <a:ext cx="578520" cy="542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Ink 40">
                  <a:extLst>
                    <a:ext uri="{FF2B5EF4-FFF2-40B4-BE49-F238E27FC236}">
                      <a16:creationId xmlns:a16="http://schemas.microsoft.com/office/drawing/2014/main" id="{42E376E2-B21B-7477-65A0-732B500B3253}"/>
                    </a:ext>
                  </a:extLst>
                </p14:cNvPr>
                <p14:cNvContentPartPr/>
                <p14:nvPr/>
              </p14:nvContentPartPr>
              <p14:xfrm>
                <a:off x="8204145" y="1403655"/>
                <a:ext cx="218520" cy="201600"/>
              </p14:xfrm>
            </p:contentPart>
          </mc:Choice>
          <mc:Fallback xmlns="">
            <p:pic>
              <p:nvPicPr>
                <p:cNvPr id="41" name="Ink 40">
                  <a:extLst>
                    <a:ext uri="{FF2B5EF4-FFF2-40B4-BE49-F238E27FC236}">
                      <a16:creationId xmlns:a16="http://schemas.microsoft.com/office/drawing/2014/main" id="{42E376E2-B21B-7477-65A0-732B500B3253}"/>
                    </a:ext>
                  </a:extLst>
                </p:cNvPr>
                <p:cNvPicPr/>
                <p:nvPr/>
              </p:nvPicPr>
              <p:blipFill>
                <a:blip r:embed="rId73"/>
                <a:stretch>
                  <a:fillRect/>
                </a:stretch>
              </p:blipFill>
              <p:spPr>
                <a:xfrm>
                  <a:off x="8198025" y="1397535"/>
                  <a:ext cx="23076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Ink 41">
                  <a:extLst>
                    <a:ext uri="{FF2B5EF4-FFF2-40B4-BE49-F238E27FC236}">
                      <a16:creationId xmlns:a16="http://schemas.microsoft.com/office/drawing/2014/main" id="{79051B6A-A8A2-3DB7-07B4-BFB1562525ED}"/>
                    </a:ext>
                  </a:extLst>
                </p14:cNvPr>
                <p14:cNvContentPartPr/>
                <p14:nvPr/>
              </p14:nvContentPartPr>
              <p14:xfrm>
                <a:off x="8515185" y="1352895"/>
                <a:ext cx="249480" cy="289800"/>
              </p14:xfrm>
            </p:contentPart>
          </mc:Choice>
          <mc:Fallback xmlns="">
            <p:pic>
              <p:nvPicPr>
                <p:cNvPr id="42" name="Ink 41">
                  <a:extLst>
                    <a:ext uri="{FF2B5EF4-FFF2-40B4-BE49-F238E27FC236}">
                      <a16:creationId xmlns:a16="http://schemas.microsoft.com/office/drawing/2014/main" id="{79051B6A-A8A2-3DB7-07B4-BFB1562525ED}"/>
                    </a:ext>
                  </a:extLst>
                </p:cNvPr>
                <p:cNvPicPr/>
                <p:nvPr/>
              </p:nvPicPr>
              <p:blipFill>
                <a:blip r:embed="rId75"/>
                <a:stretch>
                  <a:fillRect/>
                </a:stretch>
              </p:blipFill>
              <p:spPr>
                <a:xfrm>
                  <a:off x="8509065" y="1346775"/>
                  <a:ext cx="26172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Ink 42">
                  <a:extLst>
                    <a:ext uri="{FF2B5EF4-FFF2-40B4-BE49-F238E27FC236}">
                      <a16:creationId xmlns:a16="http://schemas.microsoft.com/office/drawing/2014/main" id="{CFEEFD5C-12C5-6803-82B1-2E5404004390}"/>
                    </a:ext>
                  </a:extLst>
                </p14:cNvPr>
                <p14:cNvContentPartPr/>
                <p14:nvPr/>
              </p14:nvContentPartPr>
              <p14:xfrm>
                <a:off x="8837385" y="1463055"/>
                <a:ext cx="9360" cy="123840"/>
              </p14:xfrm>
            </p:contentPart>
          </mc:Choice>
          <mc:Fallback xmlns="">
            <p:pic>
              <p:nvPicPr>
                <p:cNvPr id="43" name="Ink 42">
                  <a:extLst>
                    <a:ext uri="{FF2B5EF4-FFF2-40B4-BE49-F238E27FC236}">
                      <a16:creationId xmlns:a16="http://schemas.microsoft.com/office/drawing/2014/main" id="{CFEEFD5C-12C5-6803-82B1-2E5404004390}"/>
                    </a:ext>
                  </a:extLst>
                </p:cNvPr>
                <p:cNvPicPr/>
                <p:nvPr/>
              </p:nvPicPr>
              <p:blipFill>
                <a:blip r:embed="rId77"/>
                <a:stretch>
                  <a:fillRect/>
                </a:stretch>
              </p:blipFill>
              <p:spPr>
                <a:xfrm>
                  <a:off x="8831265" y="1456935"/>
                  <a:ext cx="216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4" name="Ink 43">
                  <a:extLst>
                    <a:ext uri="{FF2B5EF4-FFF2-40B4-BE49-F238E27FC236}">
                      <a16:creationId xmlns:a16="http://schemas.microsoft.com/office/drawing/2014/main" id="{54348844-50F0-9BD3-C50B-0EA4DB88C441}"/>
                    </a:ext>
                  </a:extLst>
                </p14:cNvPr>
                <p14:cNvContentPartPr/>
                <p14:nvPr/>
              </p14:nvContentPartPr>
              <p14:xfrm>
                <a:off x="8933505" y="1206735"/>
                <a:ext cx="21960" cy="52920"/>
              </p14:xfrm>
            </p:contentPart>
          </mc:Choice>
          <mc:Fallback xmlns="">
            <p:pic>
              <p:nvPicPr>
                <p:cNvPr id="44" name="Ink 43">
                  <a:extLst>
                    <a:ext uri="{FF2B5EF4-FFF2-40B4-BE49-F238E27FC236}">
                      <a16:creationId xmlns:a16="http://schemas.microsoft.com/office/drawing/2014/main" id="{54348844-50F0-9BD3-C50B-0EA4DB88C441}"/>
                    </a:ext>
                  </a:extLst>
                </p:cNvPr>
                <p:cNvPicPr/>
                <p:nvPr/>
              </p:nvPicPr>
              <p:blipFill>
                <a:blip r:embed="rId79"/>
                <a:stretch>
                  <a:fillRect/>
                </a:stretch>
              </p:blipFill>
              <p:spPr>
                <a:xfrm>
                  <a:off x="8927385" y="1200615"/>
                  <a:ext cx="342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5" name="Ink 44">
                  <a:extLst>
                    <a:ext uri="{FF2B5EF4-FFF2-40B4-BE49-F238E27FC236}">
                      <a16:creationId xmlns:a16="http://schemas.microsoft.com/office/drawing/2014/main" id="{FF9E6753-D5FD-94AE-CDE4-ACD332EE7125}"/>
                    </a:ext>
                  </a:extLst>
                </p14:cNvPr>
                <p14:cNvContentPartPr/>
                <p14:nvPr/>
              </p14:nvContentPartPr>
              <p14:xfrm>
                <a:off x="9033225" y="1409415"/>
                <a:ext cx="168120" cy="145440"/>
              </p14:xfrm>
            </p:contentPart>
          </mc:Choice>
          <mc:Fallback xmlns="">
            <p:pic>
              <p:nvPicPr>
                <p:cNvPr id="45" name="Ink 44">
                  <a:extLst>
                    <a:ext uri="{FF2B5EF4-FFF2-40B4-BE49-F238E27FC236}">
                      <a16:creationId xmlns:a16="http://schemas.microsoft.com/office/drawing/2014/main" id="{FF9E6753-D5FD-94AE-CDE4-ACD332EE7125}"/>
                    </a:ext>
                  </a:extLst>
                </p:cNvPr>
                <p:cNvPicPr/>
                <p:nvPr/>
              </p:nvPicPr>
              <p:blipFill>
                <a:blip r:embed="rId81"/>
                <a:stretch>
                  <a:fillRect/>
                </a:stretch>
              </p:blipFill>
              <p:spPr>
                <a:xfrm>
                  <a:off x="9027105" y="1403295"/>
                  <a:ext cx="1803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6" name="Ink 45">
                  <a:extLst>
                    <a:ext uri="{FF2B5EF4-FFF2-40B4-BE49-F238E27FC236}">
                      <a16:creationId xmlns:a16="http://schemas.microsoft.com/office/drawing/2014/main" id="{470EEDE9-DE83-041A-68E8-79081E75707E}"/>
                    </a:ext>
                  </a:extLst>
                </p14:cNvPr>
                <p14:cNvContentPartPr/>
                <p14:nvPr/>
              </p14:nvContentPartPr>
              <p14:xfrm>
                <a:off x="9395385" y="1400055"/>
                <a:ext cx="131760" cy="217440"/>
              </p14:xfrm>
            </p:contentPart>
          </mc:Choice>
          <mc:Fallback xmlns="">
            <p:pic>
              <p:nvPicPr>
                <p:cNvPr id="46" name="Ink 45">
                  <a:extLst>
                    <a:ext uri="{FF2B5EF4-FFF2-40B4-BE49-F238E27FC236}">
                      <a16:creationId xmlns:a16="http://schemas.microsoft.com/office/drawing/2014/main" id="{470EEDE9-DE83-041A-68E8-79081E75707E}"/>
                    </a:ext>
                  </a:extLst>
                </p:cNvPr>
                <p:cNvPicPr/>
                <p:nvPr/>
              </p:nvPicPr>
              <p:blipFill>
                <a:blip r:embed="rId83"/>
                <a:stretch>
                  <a:fillRect/>
                </a:stretch>
              </p:blipFill>
              <p:spPr>
                <a:xfrm>
                  <a:off x="9389265" y="1393935"/>
                  <a:ext cx="14400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7" name="Ink 46">
                  <a:extLst>
                    <a:ext uri="{FF2B5EF4-FFF2-40B4-BE49-F238E27FC236}">
                      <a16:creationId xmlns:a16="http://schemas.microsoft.com/office/drawing/2014/main" id="{485AAFF6-3137-83CB-A1F1-0A0C6EC70DB9}"/>
                    </a:ext>
                  </a:extLst>
                </p14:cNvPr>
                <p14:cNvContentPartPr/>
                <p14:nvPr/>
              </p14:nvContentPartPr>
              <p14:xfrm>
                <a:off x="9757545" y="1313655"/>
                <a:ext cx="192600" cy="352440"/>
              </p14:xfrm>
            </p:contentPart>
          </mc:Choice>
          <mc:Fallback xmlns="">
            <p:pic>
              <p:nvPicPr>
                <p:cNvPr id="47" name="Ink 46">
                  <a:extLst>
                    <a:ext uri="{FF2B5EF4-FFF2-40B4-BE49-F238E27FC236}">
                      <a16:creationId xmlns:a16="http://schemas.microsoft.com/office/drawing/2014/main" id="{485AAFF6-3137-83CB-A1F1-0A0C6EC70DB9}"/>
                    </a:ext>
                  </a:extLst>
                </p:cNvPr>
                <p:cNvPicPr/>
                <p:nvPr/>
              </p:nvPicPr>
              <p:blipFill>
                <a:blip r:embed="rId85"/>
                <a:stretch>
                  <a:fillRect/>
                </a:stretch>
              </p:blipFill>
              <p:spPr>
                <a:xfrm>
                  <a:off x="9751425" y="1307535"/>
                  <a:ext cx="20484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8" name="Ink 47">
                  <a:extLst>
                    <a:ext uri="{FF2B5EF4-FFF2-40B4-BE49-F238E27FC236}">
                      <a16:creationId xmlns:a16="http://schemas.microsoft.com/office/drawing/2014/main" id="{1C0E95BC-EAA6-09A9-4D31-E0E400D41452}"/>
                    </a:ext>
                  </a:extLst>
                </p14:cNvPr>
                <p14:cNvContentPartPr/>
                <p14:nvPr/>
              </p14:nvContentPartPr>
              <p14:xfrm>
                <a:off x="10135185" y="1393935"/>
                <a:ext cx="159120" cy="188280"/>
              </p14:xfrm>
            </p:contentPart>
          </mc:Choice>
          <mc:Fallback xmlns="">
            <p:pic>
              <p:nvPicPr>
                <p:cNvPr id="48" name="Ink 47">
                  <a:extLst>
                    <a:ext uri="{FF2B5EF4-FFF2-40B4-BE49-F238E27FC236}">
                      <a16:creationId xmlns:a16="http://schemas.microsoft.com/office/drawing/2014/main" id="{1C0E95BC-EAA6-09A9-4D31-E0E400D41452}"/>
                    </a:ext>
                  </a:extLst>
                </p:cNvPr>
                <p:cNvPicPr/>
                <p:nvPr/>
              </p:nvPicPr>
              <p:blipFill>
                <a:blip r:embed="rId87"/>
                <a:stretch>
                  <a:fillRect/>
                </a:stretch>
              </p:blipFill>
              <p:spPr>
                <a:xfrm>
                  <a:off x="10129065" y="1387815"/>
                  <a:ext cx="17136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9" name="Ink 48">
                  <a:extLst>
                    <a:ext uri="{FF2B5EF4-FFF2-40B4-BE49-F238E27FC236}">
                      <a16:creationId xmlns:a16="http://schemas.microsoft.com/office/drawing/2014/main" id="{B12128C9-9447-590D-1CA3-C54C1D42A255}"/>
                    </a:ext>
                  </a:extLst>
                </p14:cNvPr>
                <p14:cNvContentPartPr/>
                <p14:nvPr/>
              </p14:nvContentPartPr>
              <p14:xfrm>
                <a:off x="10279905" y="1139055"/>
                <a:ext cx="197280" cy="662760"/>
              </p14:xfrm>
            </p:contentPart>
          </mc:Choice>
          <mc:Fallback xmlns="">
            <p:pic>
              <p:nvPicPr>
                <p:cNvPr id="49" name="Ink 48">
                  <a:extLst>
                    <a:ext uri="{FF2B5EF4-FFF2-40B4-BE49-F238E27FC236}">
                      <a16:creationId xmlns:a16="http://schemas.microsoft.com/office/drawing/2014/main" id="{B12128C9-9447-590D-1CA3-C54C1D42A255}"/>
                    </a:ext>
                  </a:extLst>
                </p:cNvPr>
                <p:cNvPicPr/>
                <p:nvPr/>
              </p:nvPicPr>
              <p:blipFill>
                <a:blip r:embed="rId89"/>
                <a:stretch>
                  <a:fillRect/>
                </a:stretch>
              </p:blipFill>
              <p:spPr>
                <a:xfrm>
                  <a:off x="10273785" y="1132935"/>
                  <a:ext cx="209520" cy="675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0" name="Ink 49">
                  <a:extLst>
                    <a:ext uri="{FF2B5EF4-FFF2-40B4-BE49-F238E27FC236}">
                      <a16:creationId xmlns:a16="http://schemas.microsoft.com/office/drawing/2014/main" id="{3F61B223-43C5-1ABE-AA7C-98839AF8F1F6}"/>
                    </a:ext>
                  </a:extLst>
                </p14:cNvPr>
                <p14:cNvContentPartPr/>
                <p14:nvPr/>
              </p14:nvContentPartPr>
              <p14:xfrm>
                <a:off x="10467465" y="1622535"/>
                <a:ext cx="64440" cy="16920"/>
              </p14:xfrm>
            </p:contentPart>
          </mc:Choice>
          <mc:Fallback xmlns="">
            <p:pic>
              <p:nvPicPr>
                <p:cNvPr id="50" name="Ink 49">
                  <a:extLst>
                    <a:ext uri="{FF2B5EF4-FFF2-40B4-BE49-F238E27FC236}">
                      <a16:creationId xmlns:a16="http://schemas.microsoft.com/office/drawing/2014/main" id="{3F61B223-43C5-1ABE-AA7C-98839AF8F1F6}"/>
                    </a:ext>
                  </a:extLst>
                </p:cNvPr>
                <p:cNvPicPr/>
                <p:nvPr/>
              </p:nvPicPr>
              <p:blipFill>
                <a:blip r:embed="rId91"/>
                <a:stretch>
                  <a:fillRect/>
                </a:stretch>
              </p:blipFill>
              <p:spPr>
                <a:xfrm>
                  <a:off x="10461345" y="1616415"/>
                  <a:ext cx="76680" cy="29160"/>
                </a:xfrm>
                <a:prstGeom prst="rect">
                  <a:avLst/>
                </a:prstGeom>
              </p:spPr>
            </p:pic>
          </mc:Fallback>
        </mc:AlternateContent>
      </p:grpSp>
      <p:grpSp>
        <p:nvGrpSpPr>
          <p:cNvPr id="76" name="Group 75">
            <a:extLst>
              <a:ext uri="{FF2B5EF4-FFF2-40B4-BE49-F238E27FC236}">
                <a16:creationId xmlns:a16="http://schemas.microsoft.com/office/drawing/2014/main" id="{7A2C7964-8394-C6E5-17C2-7BB9387DB51E}"/>
              </a:ext>
            </a:extLst>
          </p:cNvPr>
          <p:cNvGrpSpPr/>
          <p:nvPr/>
        </p:nvGrpSpPr>
        <p:grpSpPr>
          <a:xfrm>
            <a:off x="5346465" y="2285295"/>
            <a:ext cx="2431800" cy="561600"/>
            <a:chOff x="5346465" y="2285295"/>
            <a:chExt cx="2431800" cy="561600"/>
          </a:xfrm>
        </p:grpSpPr>
        <mc:AlternateContent xmlns:mc="http://schemas.openxmlformats.org/markup-compatibility/2006" xmlns:p14="http://schemas.microsoft.com/office/powerpoint/2010/main">
          <mc:Choice Requires="p14">
            <p:contentPart p14:bwMode="auto" r:id="rId92">
              <p14:nvContentPartPr>
                <p14:cNvPr id="67" name="Ink 66">
                  <a:extLst>
                    <a:ext uri="{FF2B5EF4-FFF2-40B4-BE49-F238E27FC236}">
                      <a16:creationId xmlns:a16="http://schemas.microsoft.com/office/drawing/2014/main" id="{9CEEA214-0A84-27D4-F632-79C7C36B064E}"/>
                    </a:ext>
                  </a:extLst>
                </p14:cNvPr>
                <p14:cNvContentPartPr/>
                <p14:nvPr/>
              </p14:nvContentPartPr>
              <p14:xfrm>
                <a:off x="5346465" y="2389695"/>
                <a:ext cx="748080" cy="457200"/>
              </p14:xfrm>
            </p:contentPart>
          </mc:Choice>
          <mc:Fallback xmlns="">
            <p:pic>
              <p:nvPicPr>
                <p:cNvPr id="67" name="Ink 66">
                  <a:extLst>
                    <a:ext uri="{FF2B5EF4-FFF2-40B4-BE49-F238E27FC236}">
                      <a16:creationId xmlns:a16="http://schemas.microsoft.com/office/drawing/2014/main" id="{9CEEA214-0A84-27D4-F632-79C7C36B064E}"/>
                    </a:ext>
                  </a:extLst>
                </p:cNvPr>
                <p:cNvPicPr/>
                <p:nvPr/>
              </p:nvPicPr>
              <p:blipFill>
                <a:blip r:embed="rId93"/>
                <a:stretch>
                  <a:fillRect/>
                </a:stretch>
              </p:blipFill>
              <p:spPr>
                <a:xfrm>
                  <a:off x="5340345" y="2383575"/>
                  <a:ext cx="760320"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27D1375C-3D56-EC0C-AB58-7BCED99897E8}"/>
                    </a:ext>
                  </a:extLst>
                </p14:cNvPr>
                <p14:cNvContentPartPr/>
                <p14:nvPr/>
              </p14:nvContentPartPr>
              <p14:xfrm>
                <a:off x="6446265" y="2402295"/>
                <a:ext cx="15120" cy="246240"/>
              </p14:xfrm>
            </p:contentPart>
          </mc:Choice>
          <mc:Fallback xmlns="">
            <p:pic>
              <p:nvPicPr>
                <p:cNvPr id="68" name="Ink 67">
                  <a:extLst>
                    <a:ext uri="{FF2B5EF4-FFF2-40B4-BE49-F238E27FC236}">
                      <a16:creationId xmlns:a16="http://schemas.microsoft.com/office/drawing/2014/main" id="{27D1375C-3D56-EC0C-AB58-7BCED99897E8}"/>
                    </a:ext>
                  </a:extLst>
                </p:cNvPr>
                <p:cNvPicPr/>
                <p:nvPr/>
              </p:nvPicPr>
              <p:blipFill>
                <a:blip r:embed="rId95"/>
                <a:stretch>
                  <a:fillRect/>
                </a:stretch>
              </p:blipFill>
              <p:spPr>
                <a:xfrm>
                  <a:off x="6440145" y="2396175"/>
                  <a:ext cx="273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9" name="Ink 68">
                  <a:extLst>
                    <a:ext uri="{FF2B5EF4-FFF2-40B4-BE49-F238E27FC236}">
                      <a16:creationId xmlns:a16="http://schemas.microsoft.com/office/drawing/2014/main" id="{707494AE-E46E-56CC-F3DF-678F13728B5B}"/>
                    </a:ext>
                  </a:extLst>
                </p14:cNvPr>
                <p14:cNvContentPartPr/>
                <p14:nvPr/>
              </p14:nvContentPartPr>
              <p14:xfrm>
                <a:off x="6340065" y="2549535"/>
                <a:ext cx="417600" cy="102960"/>
              </p14:xfrm>
            </p:contentPart>
          </mc:Choice>
          <mc:Fallback xmlns="">
            <p:pic>
              <p:nvPicPr>
                <p:cNvPr id="69" name="Ink 68">
                  <a:extLst>
                    <a:ext uri="{FF2B5EF4-FFF2-40B4-BE49-F238E27FC236}">
                      <a16:creationId xmlns:a16="http://schemas.microsoft.com/office/drawing/2014/main" id="{707494AE-E46E-56CC-F3DF-678F13728B5B}"/>
                    </a:ext>
                  </a:extLst>
                </p:cNvPr>
                <p:cNvPicPr/>
                <p:nvPr/>
              </p:nvPicPr>
              <p:blipFill>
                <a:blip r:embed="rId97"/>
                <a:stretch>
                  <a:fillRect/>
                </a:stretch>
              </p:blipFill>
              <p:spPr>
                <a:xfrm>
                  <a:off x="6333945" y="2543415"/>
                  <a:ext cx="42984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0" name="Ink 69">
                  <a:extLst>
                    <a:ext uri="{FF2B5EF4-FFF2-40B4-BE49-F238E27FC236}">
                      <a16:creationId xmlns:a16="http://schemas.microsoft.com/office/drawing/2014/main" id="{A7EC9BE3-670A-73BB-F30D-76D81452CDDC}"/>
                    </a:ext>
                  </a:extLst>
                </p14:cNvPr>
                <p14:cNvContentPartPr/>
                <p14:nvPr/>
              </p14:nvContentPartPr>
              <p14:xfrm>
                <a:off x="6822465" y="2529735"/>
                <a:ext cx="188280" cy="201960"/>
              </p14:xfrm>
            </p:contentPart>
          </mc:Choice>
          <mc:Fallback xmlns="">
            <p:pic>
              <p:nvPicPr>
                <p:cNvPr id="70" name="Ink 69">
                  <a:extLst>
                    <a:ext uri="{FF2B5EF4-FFF2-40B4-BE49-F238E27FC236}">
                      <a16:creationId xmlns:a16="http://schemas.microsoft.com/office/drawing/2014/main" id="{A7EC9BE3-670A-73BB-F30D-76D81452CDDC}"/>
                    </a:ext>
                  </a:extLst>
                </p:cNvPr>
                <p:cNvPicPr/>
                <p:nvPr/>
              </p:nvPicPr>
              <p:blipFill>
                <a:blip r:embed="rId99"/>
                <a:stretch>
                  <a:fillRect/>
                </a:stretch>
              </p:blipFill>
              <p:spPr>
                <a:xfrm>
                  <a:off x="6816345" y="2523615"/>
                  <a:ext cx="20052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1" name="Ink 70">
                  <a:extLst>
                    <a:ext uri="{FF2B5EF4-FFF2-40B4-BE49-F238E27FC236}">
                      <a16:creationId xmlns:a16="http://schemas.microsoft.com/office/drawing/2014/main" id="{C0C0674F-CAA7-1C68-00EE-E2117F442ABB}"/>
                    </a:ext>
                  </a:extLst>
                </p14:cNvPr>
                <p14:cNvContentPartPr/>
                <p14:nvPr/>
              </p14:nvContentPartPr>
              <p14:xfrm>
                <a:off x="7133145" y="2285295"/>
                <a:ext cx="534600" cy="427320"/>
              </p14:xfrm>
            </p:contentPart>
          </mc:Choice>
          <mc:Fallback xmlns="">
            <p:pic>
              <p:nvPicPr>
                <p:cNvPr id="71" name="Ink 70">
                  <a:extLst>
                    <a:ext uri="{FF2B5EF4-FFF2-40B4-BE49-F238E27FC236}">
                      <a16:creationId xmlns:a16="http://schemas.microsoft.com/office/drawing/2014/main" id="{C0C0674F-CAA7-1C68-00EE-E2117F442ABB}"/>
                    </a:ext>
                  </a:extLst>
                </p:cNvPr>
                <p:cNvPicPr/>
                <p:nvPr/>
              </p:nvPicPr>
              <p:blipFill>
                <a:blip r:embed="rId101"/>
                <a:stretch>
                  <a:fillRect/>
                </a:stretch>
              </p:blipFill>
              <p:spPr>
                <a:xfrm>
                  <a:off x="7127025" y="2279175"/>
                  <a:ext cx="54684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2" name="Ink 71">
                  <a:extLst>
                    <a:ext uri="{FF2B5EF4-FFF2-40B4-BE49-F238E27FC236}">
                      <a16:creationId xmlns:a16="http://schemas.microsoft.com/office/drawing/2014/main" id="{107B0B98-25E1-B749-DA91-E916EFEC7620}"/>
                    </a:ext>
                  </a:extLst>
                </p14:cNvPr>
                <p14:cNvContentPartPr/>
                <p14:nvPr/>
              </p14:nvContentPartPr>
              <p14:xfrm>
                <a:off x="7463625" y="2405175"/>
                <a:ext cx="314640" cy="7560"/>
              </p14:xfrm>
            </p:contentPart>
          </mc:Choice>
          <mc:Fallback xmlns="">
            <p:pic>
              <p:nvPicPr>
                <p:cNvPr id="72" name="Ink 71">
                  <a:extLst>
                    <a:ext uri="{FF2B5EF4-FFF2-40B4-BE49-F238E27FC236}">
                      <a16:creationId xmlns:a16="http://schemas.microsoft.com/office/drawing/2014/main" id="{107B0B98-25E1-B749-DA91-E916EFEC7620}"/>
                    </a:ext>
                  </a:extLst>
                </p:cNvPr>
                <p:cNvPicPr/>
                <p:nvPr/>
              </p:nvPicPr>
              <p:blipFill>
                <a:blip r:embed="rId103"/>
                <a:stretch>
                  <a:fillRect/>
                </a:stretch>
              </p:blipFill>
              <p:spPr>
                <a:xfrm>
                  <a:off x="7457505" y="2399055"/>
                  <a:ext cx="326880" cy="19800"/>
                </a:xfrm>
                <a:prstGeom prst="rect">
                  <a:avLst/>
                </a:prstGeom>
              </p:spPr>
            </p:pic>
          </mc:Fallback>
        </mc:AlternateContent>
      </p:grpSp>
      <p:grpSp>
        <p:nvGrpSpPr>
          <p:cNvPr id="77" name="Group 76">
            <a:extLst>
              <a:ext uri="{FF2B5EF4-FFF2-40B4-BE49-F238E27FC236}">
                <a16:creationId xmlns:a16="http://schemas.microsoft.com/office/drawing/2014/main" id="{06683CAF-7012-D1AD-881D-57B1AD071DFD}"/>
              </a:ext>
            </a:extLst>
          </p:cNvPr>
          <p:cNvGrpSpPr/>
          <p:nvPr/>
        </p:nvGrpSpPr>
        <p:grpSpPr>
          <a:xfrm>
            <a:off x="500505" y="2427495"/>
            <a:ext cx="4252320" cy="2081880"/>
            <a:chOff x="500505" y="2427495"/>
            <a:chExt cx="4252320" cy="2081880"/>
          </a:xfrm>
        </p:grpSpPr>
        <mc:AlternateContent xmlns:mc="http://schemas.openxmlformats.org/markup-compatibility/2006" xmlns:p14="http://schemas.microsoft.com/office/powerpoint/2010/main">
          <mc:Choice Requires="p14">
            <p:contentPart p14:bwMode="auto" r:id="rId104">
              <p14:nvContentPartPr>
                <p14:cNvPr id="54" name="Ink 53">
                  <a:extLst>
                    <a:ext uri="{FF2B5EF4-FFF2-40B4-BE49-F238E27FC236}">
                      <a16:creationId xmlns:a16="http://schemas.microsoft.com/office/drawing/2014/main" id="{9EDB18EF-727B-6FAE-A58E-DA6DA04D0B0C}"/>
                    </a:ext>
                  </a:extLst>
                </p14:cNvPr>
                <p14:cNvContentPartPr/>
                <p14:nvPr/>
              </p14:nvContentPartPr>
              <p14:xfrm>
                <a:off x="881025" y="2649975"/>
                <a:ext cx="10800" cy="13680"/>
              </p14:xfrm>
            </p:contentPart>
          </mc:Choice>
          <mc:Fallback xmlns="">
            <p:pic>
              <p:nvPicPr>
                <p:cNvPr id="54" name="Ink 53">
                  <a:extLst>
                    <a:ext uri="{FF2B5EF4-FFF2-40B4-BE49-F238E27FC236}">
                      <a16:creationId xmlns:a16="http://schemas.microsoft.com/office/drawing/2014/main" id="{9EDB18EF-727B-6FAE-A58E-DA6DA04D0B0C}"/>
                    </a:ext>
                  </a:extLst>
                </p:cNvPr>
                <p:cNvPicPr/>
                <p:nvPr/>
              </p:nvPicPr>
              <p:blipFill>
                <a:blip r:embed="rId105"/>
                <a:stretch>
                  <a:fillRect/>
                </a:stretch>
              </p:blipFill>
              <p:spPr>
                <a:xfrm>
                  <a:off x="874905" y="2643855"/>
                  <a:ext cx="230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5" name="Ink 54">
                  <a:extLst>
                    <a:ext uri="{FF2B5EF4-FFF2-40B4-BE49-F238E27FC236}">
                      <a16:creationId xmlns:a16="http://schemas.microsoft.com/office/drawing/2014/main" id="{757A76DA-4EC8-890D-E143-84A5A95BB301}"/>
                    </a:ext>
                  </a:extLst>
                </p14:cNvPr>
                <p14:cNvContentPartPr/>
                <p14:nvPr/>
              </p14:nvContentPartPr>
              <p14:xfrm>
                <a:off x="858345" y="2601015"/>
                <a:ext cx="37080" cy="234720"/>
              </p14:xfrm>
            </p:contentPart>
          </mc:Choice>
          <mc:Fallback xmlns="">
            <p:pic>
              <p:nvPicPr>
                <p:cNvPr id="55" name="Ink 54">
                  <a:extLst>
                    <a:ext uri="{FF2B5EF4-FFF2-40B4-BE49-F238E27FC236}">
                      <a16:creationId xmlns:a16="http://schemas.microsoft.com/office/drawing/2014/main" id="{757A76DA-4EC8-890D-E143-84A5A95BB301}"/>
                    </a:ext>
                  </a:extLst>
                </p:cNvPr>
                <p:cNvPicPr/>
                <p:nvPr/>
              </p:nvPicPr>
              <p:blipFill>
                <a:blip r:embed="rId107"/>
                <a:stretch>
                  <a:fillRect/>
                </a:stretch>
              </p:blipFill>
              <p:spPr>
                <a:xfrm>
                  <a:off x="852225" y="2594895"/>
                  <a:ext cx="4932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Ink 55">
                  <a:extLst>
                    <a:ext uri="{FF2B5EF4-FFF2-40B4-BE49-F238E27FC236}">
                      <a16:creationId xmlns:a16="http://schemas.microsoft.com/office/drawing/2014/main" id="{5CCCC178-598F-9A20-3985-E284AC38A6A4}"/>
                    </a:ext>
                  </a:extLst>
                </p14:cNvPr>
                <p14:cNvContentPartPr/>
                <p14:nvPr/>
              </p14:nvContentPartPr>
              <p14:xfrm>
                <a:off x="586185" y="2427495"/>
                <a:ext cx="651960" cy="611640"/>
              </p14:xfrm>
            </p:contentPart>
          </mc:Choice>
          <mc:Fallback xmlns="">
            <p:pic>
              <p:nvPicPr>
                <p:cNvPr id="56" name="Ink 55">
                  <a:extLst>
                    <a:ext uri="{FF2B5EF4-FFF2-40B4-BE49-F238E27FC236}">
                      <a16:creationId xmlns:a16="http://schemas.microsoft.com/office/drawing/2014/main" id="{5CCCC178-598F-9A20-3985-E284AC38A6A4}"/>
                    </a:ext>
                  </a:extLst>
                </p:cNvPr>
                <p:cNvPicPr/>
                <p:nvPr/>
              </p:nvPicPr>
              <p:blipFill>
                <a:blip r:embed="rId109"/>
                <a:stretch>
                  <a:fillRect/>
                </a:stretch>
              </p:blipFill>
              <p:spPr>
                <a:xfrm>
                  <a:off x="580065" y="2421375"/>
                  <a:ext cx="66420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7" name="Ink 56">
                  <a:extLst>
                    <a:ext uri="{FF2B5EF4-FFF2-40B4-BE49-F238E27FC236}">
                      <a16:creationId xmlns:a16="http://schemas.microsoft.com/office/drawing/2014/main" id="{274BFA45-A96F-8757-AB32-CEE3303E39A6}"/>
                    </a:ext>
                  </a:extLst>
                </p14:cNvPr>
                <p14:cNvContentPartPr/>
                <p14:nvPr/>
              </p14:nvContentPartPr>
              <p14:xfrm>
                <a:off x="1580505" y="2516415"/>
                <a:ext cx="710280" cy="88920"/>
              </p14:xfrm>
            </p:contentPart>
          </mc:Choice>
          <mc:Fallback xmlns="">
            <p:pic>
              <p:nvPicPr>
                <p:cNvPr id="57" name="Ink 56">
                  <a:extLst>
                    <a:ext uri="{FF2B5EF4-FFF2-40B4-BE49-F238E27FC236}">
                      <a16:creationId xmlns:a16="http://schemas.microsoft.com/office/drawing/2014/main" id="{274BFA45-A96F-8757-AB32-CEE3303E39A6}"/>
                    </a:ext>
                  </a:extLst>
                </p:cNvPr>
                <p:cNvPicPr/>
                <p:nvPr/>
              </p:nvPicPr>
              <p:blipFill>
                <a:blip r:embed="rId111"/>
                <a:stretch>
                  <a:fillRect/>
                </a:stretch>
              </p:blipFill>
              <p:spPr>
                <a:xfrm>
                  <a:off x="1574385" y="2510295"/>
                  <a:ext cx="7225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8" name="Ink 57">
                  <a:extLst>
                    <a:ext uri="{FF2B5EF4-FFF2-40B4-BE49-F238E27FC236}">
                      <a16:creationId xmlns:a16="http://schemas.microsoft.com/office/drawing/2014/main" id="{A6712958-A6DC-67C3-8FDE-DC27834257C7}"/>
                    </a:ext>
                  </a:extLst>
                </p14:cNvPr>
                <p14:cNvContentPartPr/>
                <p14:nvPr/>
              </p14:nvContentPartPr>
              <p14:xfrm>
                <a:off x="1977945" y="2590935"/>
                <a:ext cx="59040" cy="341280"/>
              </p14:xfrm>
            </p:contentPart>
          </mc:Choice>
          <mc:Fallback xmlns="">
            <p:pic>
              <p:nvPicPr>
                <p:cNvPr id="58" name="Ink 57">
                  <a:extLst>
                    <a:ext uri="{FF2B5EF4-FFF2-40B4-BE49-F238E27FC236}">
                      <a16:creationId xmlns:a16="http://schemas.microsoft.com/office/drawing/2014/main" id="{A6712958-A6DC-67C3-8FDE-DC27834257C7}"/>
                    </a:ext>
                  </a:extLst>
                </p:cNvPr>
                <p:cNvPicPr/>
                <p:nvPr/>
              </p:nvPicPr>
              <p:blipFill>
                <a:blip r:embed="rId113"/>
                <a:stretch>
                  <a:fillRect/>
                </a:stretch>
              </p:blipFill>
              <p:spPr>
                <a:xfrm>
                  <a:off x="1971825" y="2584815"/>
                  <a:ext cx="7128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9" name="Ink 58">
                  <a:extLst>
                    <a:ext uri="{FF2B5EF4-FFF2-40B4-BE49-F238E27FC236}">
                      <a16:creationId xmlns:a16="http://schemas.microsoft.com/office/drawing/2014/main" id="{E9605DBA-21A0-8590-28AC-5075C00C1938}"/>
                    </a:ext>
                  </a:extLst>
                </p14:cNvPr>
                <p14:cNvContentPartPr/>
                <p14:nvPr/>
              </p14:nvContentPartPr>
              <p14:xfrm>
                <a:off x="2158665" y="2703615"/>
                <a:ext cx="394920" cy="264600"/>
              </p14:xfrm>
            </p:contentPart>
          </mc:Choice>
          <mc:Fallback xmlns="">
            <p:pic>
              <p:nvPicPr>
                <p:cNvPr id="59" name="Ink 58">
                  <a:extLst>
                    <a:ext uri="{FF2B5EF4-FFF2-40B4-BE49-F238E27FC236}">
                      <a16:creationId xmlns:a16="http://schemas.microsoft.com/office/drawing/2014/main" id="{E9605DBA-21A0-8590-28AC-5075C00C1938}"/>
                    </a:ext>
                  </a:extLst>
                </p:cNvPr>
                <p:cNvPicPr/>
                <p:nvPr/>
              </p:nvPicPr>
              <p:blipFill>
                <a:blip r:embed="rId115"/>
                <a:stretch>
                  <a:fillRect/>
                </a:stretch>
              </p:blipFill>
              <p:spPr>
                <a:xfrm>
                  <a:off x="2152545" y="2697495"/>
                  <a:ext cx="40716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0" name="Ink 59">
                  <a:extLst>
                    <a:ext uri="{FF2B5EF4-FFF2-40B4-BE49-F238E27FC236}">
                      <a16:creationId xmlns:a16="http://schemas.microsoft.com/office/drawing/2014/main" id="{E69DA8A3-B4C3-E436-D8ED-E2194873B53B}"/>
                    </a:ext>
                  </a:extLst>
                </p14:cNvPr>
                <p14:cNvContentPartPr/>
                <p14:nvPr/>
              </p14:nvContentPartPr>
              <p14:xfrm>
                <a:off x="2593545" y="2718015"/>
                <a:ext cx="594360" cy="207720"/>
              </p14:xfrm>
            </p:contentPart>
          </mc:Choice>
          <mc:Fallback xmlns="">
            <p:pic>
              <p:nvPicPr>
                <p:cNvPr id="60" name="Ink 59">
                  <a:extLst>
                    <a:ext uri="{FF2B5EF4-FFF2-40B4-BE49-F238E27FC236}">
                      <a16:creationId xmlns:a16="http://schemas.microsoft.com/office/drawing/2014/main" id="{E69DA8A3-B4C3-E436-D8ED-E2194873B53B}"/>
                    </a:ext>
                  </a:extLst>
                </p:cNvPr>
                <p:cNvPicPr/>
                <p:nvPr/>
              </p:nvPicPr>
              <p:blipFill>
                <a:blip r:embed="rId117"/>
                <a:stretch>
                  <a:fillRect/>
                </a:stretch>
              </p:blipFill>
              <p:spPr>
                <a:xfrm>
                  <a:off x="2587425" y="2711895"/>
                  <a:ext cx="6066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1" name="Ink 60">
                  <a:extLst>
                    <a:ext uri="{FF2B5EF4-FFF2-40B4-BE49-F238E27FC236}">
                      <a16:creationId xmlns:a16="http://schemas.microsoft.com/office/drawing/2014/main" id="{75908472-0996-CE5D-5D42-C1B81EF78CE7}"/>
                    </a:ext>
                  </a:extLst>
                </p14:cNvPr>
                <p14:cNvContentPartPr/>
                <p14:nvPr/>
              </p14:nvContentPartPr>
              <p14:xfrm>
                <a:off x="3204825" y="2564655"/>
                <a:ext cx="42480" cy="18720"/>
              </p14:xfrm>
            </p:contentPart>
          </mc:Choice>
          <mc:Fallback xmlns="">
            <p:pic>
              <p:nvPicPr>
                <p:cNvPr id="61" name="Ink 60">
                  <a:extLst>
                    <a:ext uri="{FF2B5EF4-FFF2-40B4-BE49-F238E27FC236}">
                      <a16:creationId xmlns:a16="http://schemas.microsoft.com/office/drawing/2014/main" id="{75908472-0996-CE5D-5D42-C1B81EF78CE7}"/>
                    </a:ext>
                  </a:extLst>
                </p:cNvPr>
                <p:cNvPicPr/>
                <p:nvPr/>
              </p:nvPicPr>
              <p:blipFill>
                <a:blip r:embed="rId119"/>
                <a:stretch>
                  <a:fillRect/>
                </a:stretch>
              </p:blipFill>
              <p:spPr>
                <a:xfrm>
                  <a:off x="3198705" y="2558535"/>
                  <a:ext cx="54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4" name="Ink 63">
                  <a:extLst>
                    <a:ext uri="{FF2B5EF4-FFF2-40B4-BE49-F238E27FC236}">
                      <a16:creationId xmlns:a16="http://schemas.microsoft.com/office/drawing/2014/main" id="{15CFC369-90F8-C10F-4B4D-7C207DA1B6D5}"/>
                    </a:ext>
                  </a:extLst>
                </p14:cNvPr>
                <p14:cNvContentPartPr/>
                <p14:nvPr/>
              </p14:nvContentPartPr>
              <p14:xfrm>
                <a:off x="3275745" y="2703255"/>
                <a:ext cx="621000" cy="160560"/>
              </p14:xfrm>
            </p:contentPart>
          </mc:Choice>
          <mc:Fallback xmlns="">
            <p:pic>
              <p:nvPicPr>
                <p:cNvPr id="64" name="Ink 63">
                  <a:extLst>
                    <a:ext uri="{FF2B5EF4-FFF2-40B4-BE49-F238E27FC236}">
                      <a16:creationId xmlns:a16="http://schemas.microsoft.com/office/drawing/2014/main" id="{15CFC369-90F8-C10F-4B4D-7C207DA1B6D5}"/>
                    </a:ext>
                  </a:extLst>
                </p:cNvPr>
                <p:cNvPicPr/>
                <p:nvPr/>
              </p:nvPicPr>
              <p:blipFill>
                <a:blip r:embed="rId121"/>
                <a:stretch>
                  <a:fillRect/>
                </a:stretch>
              </p:blipFill>
              <p:spPr>
                <a:xfrm>
                  <a:off x="3269625" y="2697135"/>
                  <a:ext cx="6332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5" name="Ink 64">
                  <a:extLst>
                    <a:ext uri="{FF2B5EF4-FFF2-40B4-BE49-F238E27FC236}">
                      <a16:creationId xmlns:a16="http://schemas.microsoft.com/office/drawing/2014/main" id="{D747D52F-8A8A-4C2A-B393-D392F4430A33}"/>
                    </a:ext>
                  </a:extLst>
                </p14:cNvPr>
                <p14:cNvContentPartPr/>
                <p14:nvPr/>
              </p14:nvContentPartPr>
              <p14:xfrm>
                <a:off x="3885945" y="2504895"/>
                <a:ext cx="47160" cy="47520"/>
              </p14:xfrm>
            </p:contentPart>
          </mc:Choice>
          <mc:Fallback xmlns="">
            <p:pic>
              <p:nvPicPr>
                <p:cNvPr id="65" name="Ink 64">
                  <a:extLst>
                    <a:ext uri="{FF2B5EF4-FFF2-40B4-BE49-F238E27FC236}">
                      <a16:creationId xmlns:a16="http://schemas.microsoft.com/office/drawing/2014/main" id="{D747D52F-8A8A-4C2A-B393-D392F4430A33}"/>
                    </a:ext>
                  </a:extLst>
                </p:cNvPr>
                <p:cNvPicPr/>
                <p:nvPr/>
              </p:nvPicPr>
              <p:blipFill>
                <a:blip r:embed="rId123"/>
                <a:stretch>
                  <a:fillRect/>
                </a:stretch>
              </p:blipFill>
              <p:spPr>
                <a:xfrm>
                  <a:off x="3879825" y="2498775"/>
                  <a:ext cx="594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6" name="Ink 65">
                  <a:extLst>
                    <a:ext uri="{FF2B5EF4-FFF2-40B4-BE49-F238E27FC236}">
                      <a16:creationId xmlns:a16="http://schemas.microsoft.com/office/drawing/2014/main" id="{8E158058-A4A2-8825-33C0-70F326100488}"/>
                    </a:ext>
                  </a:extLst>
                </p14:cNvPr>
                <p14:cNvContentPartPr/>
                <p14:nvPr/>
              </p14:nvContentPartPr>
              <p14:xfrm>
                <a:off x="4040385" y="2656095"/>
                <a:ext cx="712440" cy="965160"/>
              </p14:xfrm>
            </p:contentPart>
          </mc:Choice>
          <mc:Fallback xmlns="">
            <p:pic>
              <p:nvPicPr>
                <p:cNvPr id="66" name="Ink 65">
                  <a:extLst>
                    <a:ext uri="{FF2B5EF4-FFF2-40B4-BE49-F238E27FC236}">
                      <a16:creationId xmlns:a16="http://schemas.microsoft.com/office/drawing/2014/main" id="{8E158058-A4A2-8825-33C0-70F326100488}"/>
                    </a:ext>
                  </a:extLst>
                </p:cNvPr>
                <p:cNvPicPr/>
                <p:nvPr/>
              </p:nvPicPr>
              <p:blipFill>
                <a:blip r:embed="rId125"/>
                <a:stretch>
                  <a:fillRect/>
                </a:stretch>
              </p:blipFill>
              <p:spPr>
                <a:xfrm>
                  <a:off x="4034265" y="2649975"/>
                  <a:ext cx="724680" cy="9774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3" name="Ink 72">
                  <a:extLst>
                    <a:ext uri="{FF2B5EF4-FFF2-40B4-BE49-F238E27FC236}">
                      <a16:creationId xmlns:a16="http://schemas.microsoft.com/office/drawing/2014/main" id="{785A5C99-FD0D-30B6-529B-6C348E917CB3}"/>
                    </a:ext>
                  </a:extLst>
                </p14:cNvPr>
                <p14:cNvContentPartPr/>
                <p14:nvPr/>
              </p14:nvContentPartPr>
              <p14:xfrm>
                <a:off x="667905" y="3843375"/>
                <a:ext cx="425160" cy="311040"/>
              </p14:xfrm>
            </p:contentPart>
          </mc:Choice>
          <mc:Fallback xmlns="">
            <p:pic>
              <p:nvPicPr>
                <p:cNvPr id="73" name="Ink 72">
                  <a:extLst>
                    <a:ext uri="{FF2B5EF4-FFF2-40B4-BE49-F238E27FC236}">
                      <a16:creationId xmlns:a16="http://schemas.microsoft.com/office/drawing/2014/main" id="{785A5C99-FD0D-30B6-529B-6C348E917CB3}"/>
                    </a:ext>
                  </a:extLst>
                </p:cNvPr>
                <p:cNvPicPr/>
                <p:nvPr/>
              </p:nvPicPr>
              <p:blipFill>
                <a:blip r:embed="rId127"/>
                <a:stretch>
                  <a:fillRect/>
                </a:stretch>
              </p:blipFill>
              <p:spPr>
                <a:xfrm>
                  <a:off x="661785" y="3837255"/>
                  <a:ext cx="43740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4" name="Ink 73">
                  <a:extLst>
                    <a:ext uri="{FF2B5EF4-FFF2-40B4-BE49-F238E27FC236}">
                      <a16:creationId xmlns:a16="http://schemas.microsoft.com/office/drawing/2014/main" id="{DDAEFEE8-DD73-76F1-942D-B7410581F2C6}"/>
                    </a:ext>
                  </a:extLst>
                </p14:cNvPr>
                <p14:cNvContentPartPr/>
                <p14:nvPr/>
              </p14:nvContentPartPr>
              <p14:xfrm>
                <a:off x="500505" y="3699015"/>
                <a:ext cx="894960" cy="810360"/>
              </p14:xfrm>
            </p:contentPart>
          </mc:Choice>
          <mc:Fallback xmlns="">
            <p:pic>
              <p:nvPicPr>
                <p:cNvPr id="74" name="Ink 73">
                  <a:extLst>
                    <a:ext uri="{FF2B5EF4-FFF2-40B4-BE49-F238E27FC236}">
                      <a16:creationId xmlns:a16="http://schemas.microsoft.com/office/drawing/2014/main" id="{DDAEFEE8-DD73-76F1-942D-B7410581F2C6}"/>
                    </a:ext>
                  </a:extLst>
                </p:cNvPr>
                <p:cNvPicPr/>
                <p:nvPr/>
              </p:nvPicPr>
              <p:blipFill>
                <a:blip r:embed="rId129"/>
                <a:stretch>
                  <a:fillRect/>
                </a:stretch>
              </p:blipFill>
              <p:spPr>
                <a:xfrm>
                  <a:off x="494385" y="3692895"/>
                  <a:ext cx="907200" cy="822600"/>
                </a:xfrm>
                <a:prstGeom prst="rect">
                  <a:avLst/>
                </a:prstGeom>
              </p:spPr>
            </p:pic>
          </mc:Fallback>
        </mc:AlternateContent>
      </p:grpSp>
      <p:grpSp>
        <p:nvGrpSpPr>
          <p:cNvPr id="83" name="Group 82">
            <a:extLst>
              <a:ext uri="{FF2B5EF4-FFF2-40B4-BE49-F238E27FC236}">
                <a16:creationId xmlns:a16="http://schemas.microsoft.com/office/drawing/2014/main" id="{4265528B-142A-25E4-9666-688DCC257F20}"/>
              </a:ext>
            </a:extLst>
          </p:cNvPr>
          <p:cNvGrpSpPr/>
          <p:nvPr/>
        </p:nvGrpSpPr>
        <p:grpSpPr>
          <a:xfrm>
            <a:off x="1834305" y="3606495"/>
            <a:ext cx="2214360" cy="398880"/>
            <a:chOff x="1834305" y="3606495"/>
            <a:chExt cx="2214360" cy="398880"/>
          </a:xfrm>
        </p:grpSpPr>
        <mc:AlternateContent xmlns:mc="http://schemas.openxmlformats.org/markup-compatibility/2006" xmlns:p14="http://schemas.microsoft.com/office/powerpoint/2010/main">
          <mc:Choice Requires="p14">
            <p:contentPart p14:bwMode="auto" r:id="rId130">
              <p14:nvContentPartPr>
                <p14:cNvPr id="78" name="Ink 77">
                  <a:extLst>
                    <a:ext uri="{FF2B5EF4-FFF2-40B4-BE49-F238E27FC236}">
                      <a16:creationId xmlns:a16="http://schemas.microsoft.com/office/drawing/2014/main" id="{2F8E4D82-8BBF-A293-7150-C4D084E9B357}"/>
                    </a:ext>
                  </a:extLst>
                </p14:cNvPr>
                <p14:cNvContentPartPr/>
                <p14:nvPr/>
              </p14:nvContentPartPr>
              <p14:xfrm>
                <a:off x="1834305" y="3619455"/>
                <a:ext cx="1116360" cy="158760"/>
              </p14:xfrm>
            </p:contentPart>
          </mc:Choice>
          <mc:Fallback xmlns="">
            <p:pic>
              <p:nvPicPr>
                <p:cNvPr id="78" name="Ink 77">
                  <a:extLst>
                    <a:ext uri="{FF2B5EF4-FFF2-40B4-BE49-F238E27FC236}">
                      <a16:creationId xmlns:a16="http://schemas.microsoft.com/office/drawing/2014/main" id="{2F8E4D82-8BBF-A293-7150-C4D084E9B357}"/>
                    </a:ext>
                  </a:extLst>
                </p:cNvPr>
                <p:cNvPicPr/>
                <p:nvPr/>
              </p:nvPicPr>
              <p:blipFill>
                <a:blip r:embed="rId131"/>
                <a:stretch>
                  <a:fillRect/>
                </a:stretch>
              </p:blipFill>
              <p:spPr>
                <a:xfrm>
                  <a:off x="1828185" y="3613335"/>
                  <a:ext cx="11286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9" name="Ink 78">
                  <a:extLst>
                    <a:ext uri="{FF2B5EF4-FFF2-40B4-BE49-F238E27FC236}">
                      <a16:creationId xmlns:a16="http://schemas.microsoft.com/office/drawing/2014/main" id="{332F3700-BE1B-D9C5-792C-9B6BF0DC0BB6}"/>
                    </a:ext>
                  </a:extLst>
                </p14:cNvPr>
                <p14:cNvContentPartPr/>
                <p14:nvPr/>
              </p14:nvContentPartPr>
              <p14:xfrm>
                <a:off x="2619105" y="3648975"/>
                <a:ext cx="46440" cy="323280"/>
              </p14:xfrm>
            </p:contentPart>
          </mc:Choice>
          <mc:Fallback xmlns="">
            <p:pic>
              <p:nvPicPr>
                <p:cNvPr id="79" name="Ink 78">
                  <a:extLst>
                    <a:ext uri="{FF2B5EF4-FFF2-40B4-BE49-F238E27FC236}">
                      <a16:creationId xmlns:a16="http://schemas.microsoft.com/office/drawing/2014/main" id="{332F3700-BE1B-D9C5-792C-9B6BF0DC0BB6}"/>
                    </a:ext>
                  </a:extLst>
                </p:cNvPr>
                <p:cNvPicPr/>
                <p:nvPr/>
              </p:nvPicPr>
              <p:blipFill>
                <a:blip r:embed="rId133"/>
                <a:stretch>
                  <a:fillRect/>
                </a:stretch>
              </p:blipFill>
              <p:spPr>
                <a:xfrm>
                  <a:off x="2612985" y="3642855"/>
                  <a:ext cx="5868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0" name="Ink 79">
                  <a:extLst>
                    <a:ext uri="{FF2B5EF4-FFF2-40B4-BE49-F238E27FC236}">
                      <a16:creationId xmlns:a16="http://schemas.microsoft.com/office/drawing/2014/main" id="{0A848CCB-E5D5-CC2C-2458-B23820239F87}"/>
                    </a:ext>
                  </a:extLst>
                </p14:cNvPr>
                <p14:cNvContentPartPr/>
                <p14:nvPr/>
              </p14:nvContentPartPr>
              <p14:xfrm>
                <a:off x="3023025" y="3688215"/>
                <a:ext cx="512280" cy="317160"/>
              </p14:xfrm>
            </p:contentPart>
          </mc:Choice>
          <mc:Fallback xmlns="">
            <p:pic>
              <p:nvPicPr>
                <p:cNvPr id="80" name="Ink 79">
                  <a:extLst>
                    <a:ext uri="{FF2B5EF4-FFF2-40B4-BE49-F238E27FC236}">
                      <a16:creationId xmlns:a16="http://schemas.microsoft.com/office/drawing/2014/main" id="{0A848CCB-E5D5-CC2C-2458-B23820239F87}"/>
                    </a:ext>
                  </a:extLst>
                </p:cNvPr>
                <p:cNvPicPr/>
                <p:nvPr/>
              </p:nvPicPr>
              <p:blipFill>
                <a:blip r:embed="rId135"/>
                <a:stretch>
                  <a:fillRect/>
                </a:stretch>
              </p:blipFill>
              <p:spPr>
                <a:xfrm>
                  <a:off x="3016905" y="3682095"/>
                  <a:ext cx="52452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1" name="Ink 80">
                  <a:extLst>
                    <a:ext uri="{FF2B5EF4-FFF2-40B4-BE49-F238E27FC236}">
                      <a16:creationId xmlns:a16="http://schemas.microsoft.com/office/drawing/2014/main" id="{3729B6AC-5E18-FB53-7A92-73B00AAF7D62}"/>
                    </a:ext>
                  </a:extLst>
                </p14:cNvPr>
                <p14:cNvContentPartPr/>
                <p14:nvPr/>
              </p14:nvContentPartPr>
              <p14:xfrm>
                <a:off x="3709185" y="3606495"/>
                <a:ext cx="60480" cy="283320"/>
              </p14:xfrm>
            </p:contentPart>
          </mc:Choice>
          <mc:Fallback xmlns="">
            <p:pic>
              <p:nvPicPr>
                <p:cNvPr id="81" name="Ink 80">
                  <a:extLst>
                    <a:ext uri="{FF2B5EF4-FFF2-40B4-BE49-F238E27FC236}">
                      <a16:creationId xmlns:a16="http://schemas.microsoft.com/office/drawing/2014/main" id="{3729B6AC-5E18-FB53-7A92-73B00AAF7D62}"/>
                    </a:ext>
                  </a:extLst>
                </p:cNvPr>
                <p:cNvPicPr/>
                <p:nvPr/>
              </p:nvPicPr>
              <p:blipFill>
                <a:blip r:embed="rId137"/>
                <a:stretch>
                  <a:fillRect/>
                </a:stretch>
              </p:blipFill>
              <p:spPr>
                <a:xfrm>
                  <a:off x="3703065" y="3600375"/>
                  <a:ext cx="7272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2" name="Ink 81">
                  <a:extLst>
                    <a:ext uri="{FF2B5EF4-FFF2-40B4-BE49-F238E27FC236}">
                      <a16:creationId xmlns:a16="http://schemas.microsoft.com/office/drawing/2014/main" id="{A756A94E-DB28-E982-3119-925FB4819EF4}"/>
                    </a:ext>
                  </a:extLst>
                </p14:cNvPr>
                <p14:cNvContentPartPr/>
                <p14:nvPr/>
              </p14:nvContentPartPr>
              <p14:xfrm>
                <a:off x="3729345" y="3760215"/>
                <a:ext cx="319320" cy="54720"/>
              </p14:xfrm>
            </p:contentPart>
          </mc:Choice>
          <mc:Fallback xmlns="">
            <p:pic>
              <p:nvPicPr>
                <p:cNvPr id="82" name="Ink 81">
                  <a:extLst>
                    <a:ext uri="{FF2B5EF4-FFF2-40B4-BE49-F238E27FC236}">
                      <a16:creationId xmlns:a16="http://schemas.microsoft.com/office/drawing/2014/main" id="{A756A94E-DB28-E982-3119-925FB4819EF4}"/>
                    </a:ext>
                  </a:extLst>
                </p:cNvPr>
                <p:cNvPicPr/>
                <p:nvPr/>
              </p:nvPicPr>
              <p:blipFill>
                <a:blip r:embed="rId139"/>
                <a:stretch>
                  <a:fillRect/>
                </a:stretch>
              </p:blipFill>
              <p:spPr>
                <a:xfrm>
                  <a:off x="3723225" y="3754095"/>
                  <a:ext cx="331560" cy="66960"/>
                </a:xfrm>
                <a:prstGeom prst="rect">
                  <a:avLst/>
                </a:prstGeom>
              </p:spPr>
            </p:pic>
          </mc:Fallback>
        </mc:AlternateContent>
      </p:grpSp>
      <p:grpSp>
        <p:nvGrpSpPr>
          <p:cNvPr id="92" name="Group 91">
            <a:extLst>
              <a:ext uri="{FF2B5EF4-FFF2-40B4-BE49-F238E27FC236}">
                <a16:creationId xmlns:a16="http://schemas.microsoft.com/office/drawing/2014/main" id="{5E82EDA9-5184-FDA0-9BA2-5C4A6B39975D}"/>
              </a:ext>
            </a:extLst>
          </p:cNvPr>
          <p:cNvGrpSpPr/>
          <p:nvPr/>
        </p:nvGrpSpPr>
        <p:grpSpPr>
          <a:xfrm>
            <a:off x="5605665" y="3129495"/>
            <a:ext cx="2855160" cy="591120"/>
            <a:chOff x="5605665" y="3129495"/>
            <a:chExt cx="2855160" cy="591120"/>
          </a:xfrm>
        </p:grpSpPr>
        <mc:AlternateContent xmlns:mc="http://schemas.openxmlformats.org/markup-compatibility/2006" xmlns:p14="http://schemas.microsoft.com/office/powerpoint/2010/main">
          <mc:Choice Requires="p14">
            <p:contentPart p14:bwMode="auto" r:id="rId140">
              <p14:nvContentPartPr>
                <p14:cNvPr id="84" name="Ink 83">
                  <a:extLst>
                    <a:ext uri="{FF2B5EF4-FFF2-40B4-BE49-F238E27FC236}">
                      <a16:creationId xmlns:a16="http://schemas.microsoft.com/office/drawing/2014/main" id="{0810891B-9855-4C91-32F1-109ED7BE3ED8}"/>
                    </a:ext>
                  </a:extLst>
                </p14:cNvPr>
                <p14:cNvContentPartPr/>
                <p14:nvPr/>
              </p14:nvContentPartPr>
              <p14:xfrm>
                <a:off x="5605665" y="3270975"/>
                <a:ext cx="1167840" cy="449640"/>
              </p14:xfrm>
            </p:contentPart>
          </mc:Choice>
          <mc:Fallback xmlns="">
            <p:pic>
              <p:nvPicPr>
                <p:cNvPr id="84" name="Ink 83">
                  <a:extLst>
                    <a:ext uri="{FF2B5EF4-FFF2-40B4-BE49-F238E27FC236}">
                      <a16:creationId xmlns:a16="http://schemas.microsoft.com/office/drawing/2014/main" id="{0810891B-9855-4C91-32F1-109ED7BE3ED8}"/>
                    </a:ext>
                  </a:extLst>
                </p:cNvPr>
                <p:cNvPicPr/>
                <p:nvPr/>
              </p:nvPicPr>
              <p:blipFill>
                <a:blip r:embed="rId141"/>
                <a:stretch>
                  <a:fillRect/>
                </a:stretch>
              </p:blipFill>
              <p:spPr>
                <a:xfrm>
                  <a:off x="5599545" y="3264855"/>
                  <a:ext cx="118008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Ink 84">
                  <a:extLst>
                    <a:ext uri="{FF2B5EF4-FFF2-40B4-BE49-F238E27FC236}">
                      <a16:creationId xmlns:a16="http://schemas.microsoft.com/office/drawing/2014/main" id="{3EFB2D61-2EBF-5B56-9AFA-2E0BD3C099D3}"/>
                    </a:ext>
                  </a:extLst>
                </p14:cNvPr>
                <p14:cNvContentPartPr/>
                <p14:nvPr/>
              </p14:nvContentPartPr>
              <p14:xfrm>
                <a:off x="6666945" y="3375375"/>
                <a:ext cx="484920" cy="180360"/>
              </p14:xfrm>
            </p:contentPart>
          </mc:Choice>
          <mc:Fallback xmlns="">
            <p:pic>
              <p:nvPicPr>
                <p:cNvPr id="85" name="Ink 84">
                  <a:extLst>
                    <a:ext uri="{FF2B5EF4-FFF2-40B4-BE49-F238E27FC236}">
                      <a16:creationId xmlns:a16="http://schemas.microsoft.com/office/drawing/2014/main" id="{3EFB2D61-2EBF-5B56-9AFA-2E0BD3C099D3}"/>
                    </a:ext>
                  </a:extLst>
                </p:cNvPr>
                <p:cNvPicPr/>
                <p:nvPr/>
              </p:nvPicPr>
              <p:blipFill>
                <a:blip r:embed="rId143"/>
                <a:stretch>
                  <a:fillRect/>
                </a:stretch>
              </p:blipFill>
              <p:spPr>
                <a:xfrm>
                  <a:off x="6660825" y="3369255"/>
                  <a:ext cx="4971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6" name="Ink 85">
                  <a:extLst>
                    <a:ext uri="{FF2B5EF4-FFF2-40B4-BE49-F238E27FC236}">
                      <a16:creationId xmlns:a16="http://schemas.microsoft.com/office/drawing/2014/main" id="{65B60DE0-3C78-F2AF-0E20-07D1443CEB13}"/>
                    </a:ext>
                  </a:extLst>
                </p14:cNvPr>
                <p14:cNvContentPartPr/>
                <p14:nvPr/>
              </p14:nvContentPartPr>
              <p14:xfrm>
                <a:off x="7324305" y="3287895"/>
                <a:ext cx="204840" cy="267480"/>
              </p14:xfrm>
            </p:contentPart>
          </mc:Choice>
          <mc:Fallback xmlns="">
            <p:pic>
              <p:nvPicPr>
                <p:cNvPr id="86" name="Ink 85">
                  <a:extLst>
                    <a:ext uri="{FF2B5EF4-FFF2-40B4-BE49-F238E27FC236}">
                      <a16:creationId xmlns:a16="http://schemas.microsoft.com/office/drawing/2014/main" id="{65B60DE0-3C78-F2AF-0E20-07D1443CEB13}"/>
                    </a:ext>
                  </a:extLst>
                </p:cNvPr>
                <p:cNvPicPr/>
                <p:nvPr/>
              </p:nvPicPr>
              <p:blipFill>
                <a:blip r:embed="rId145"/>
                <a:stretch>
                  <a:fillRect/>
                </a:stretch>
              </p:blipFill>
              <p:spPr>
                <a:xfrm>
                  <a:off x="7318185" y="3281775"/>
                  <a:ext cx="21708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7" name="Ink 86">
                  <a:extLst>
                    <a:ext uri="{FF2B5EF4-FFF2-40B4-BE49-F238E27FC236}">
                      <a16:creationId xmlns:a16="http://schemas.microsoft.com/office/drawing/2014/main" id="{6BA85173-14FB-F541-4742-94630756E9E7}"/>
                    </a:ext>
                  </a:extLst>
                </p14:cNvPr>
                <p14:cNvContentPartPr/>
                <p14:nvPr/>
              </p14:nvContentPartPr>
              <p14:xfrm>
                <a:off x="7789425" y="3129495"/>
                <a:ext cx="516240" cy="372240"/>
              </p14:xfrm>
            </p:contentPart>
          </mc:Choice>
          <mc:Fallback xmlns="">
            <p:pic>
              <p:nvPicPr>
                <p:cNvPr id="87" name="Ink 86">
                  <a:extLst>
                    <a:ext uri="{FF2B5EF4-FFF2-40B4-BE49-F238E27FC236}">
                      <a16:creationId xmlns:a16="http://schemas.microsoft.com/office/drawing/2014/main" id="{6BA85173-14FB-F541-4742-94630756E9E7}"/>
                    </a:ext>
                  </a:extLst>
                </p:cNvPr>
                <p:cNvPicPr/>
                <p:nvPr/>
              </p:nvPicPr>
              <p:blipFill>
                <a:blip r:embed="rId147"/>
                <a:stretch>
                  <a:fillRect/>
                </a:stretch>
              </p:blipFill>
              <p:spPr>
                <a:xfrm>
                  <a:off x="7783305" y="3123375"/>
                  <a:ext cx="52848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8" name="Ink 87">
                  <a:extLst>
                    <a:ext uri="{FF2B5EF4-FFF2-40B4-BE49-F238E27FC236}">
                      <a16:creationId xmlns:a16="http://schemas.microsoft.com/office/drawing/2014/main" id="{1A341B07-D476-79CB-54C6-8A45183052A4}"/>
                    </a:ext>
                  </a:extLst>
                </p14:cNvPr>
                <p14:cNvContentPartPr/>
                <p14:nvPr/>
              </p14:nvContentPartPr>
              <p14:xfrm>
                <a:off x="8110545" y="3270255"/>
                <a:ext cx="350280" cy="33120"/>
              </p14:xfrm>
            </p:contentPart>
          </mc:Choice>
          <mc:Fallback xmlns="">
            <p:pic>
              <p:nvPicPr>
                <p:cNvPr id="88" name="Ink 87">
                  <a:extLst>
                    <a:ext uri="{FF2B5EF4-FFF2-40B4-BE49-F238E27FC236}">
                      <a16:creationId xmlns:a16="http://schemas.microsoft.com/office/drawing/2014/main" id="{1A341B07-D476-79CB-54C6-8A45183052A4}"/>
                    </a:ext>
                  </a:extLst>
                </p:cNvPr>
                <p:cNvPicPr/>
                <p:nvPr/>
              </p:nvPicPr>
              <p:blipFill>
                <a:blip r:embed="rId149"/>
                <a:stretch>
                  <a:fillRect/>
                </a:stretch>
              </p:blipFill>
              <p:spPr>
                <a:xfrm>
                  <a:off x="8104425" y="3264135"/>
                  <a:ext cx="362520" cy="45360"/>
                </a:xfrm>
                <a:prstGeom prst="rect">
                  <a:avLst/>
                </a:prstGeom>
              </p:spPr>
            </p:pic>
          </mc:Fallback>
        </mc:AlternateContent>
      </p:grpSp>
      <p:grpSp>
        <p:nvGrpSpPr>
          <p:cNvPr id="91" name="Group 90">
            <a:extLst>
              <a:ext uri="{FF2B5EF4-FFF2-40B4-BE49-F238E27FC236}">
                <a16:creationId xmlns:a16="http://schemas.microsoft.com/office/drawing/2014/main" id="{918B9DA0-ECF0-44B0-855A-813C80061D52}"/>
              </a:ext>
            </a:extLst>
          </p:cNvPr>
          <p:cNvGrpSpPr/>
          <p:nvPr/>
        </p:nvGrpSpPr>
        <p:grpSpPr>
          <a:xfrm>
            <a:off x="527865" y="4624215"/>
            <a:ext cx="970920" cy="768600"/>
            <a:chOff x="527865" y="4624215"/>
            <a:chExt cx="970920" cy="768600"/>
          </a:xfrm>
        </p:grpSpPr>
        <mc:AlternateContent xmlns:mc="http://schemas.openxmlformats.org/markup-compatibility/2006" xmlns:p14="http://schemas.microsoft.com/office/powerpoint/2010/main">
          <mc:Choice Requires="p14">
            <p:contentPart p14:bwMode="auto" r:id="rId150">
              <p14:nvContentPartPr>
                <p14:cNvPr id="89" name="Ink 88">
                  <a:extLst>
                    <a:ext uri="{FF2B5EF4-FFF2-40B4-BE49-F238E27FC236}">
                      <a16:creationId xmlns:a16="http://schemas.microsoft.com/office/drawing/2014/main" id="{1F952CAA-C0CE-DB64-2132-3A2A1E745DBF}"/>
                    </a:ext>
                  </a:extLst>
                </p14:cNvPr>
                <p14:cNvContentPartPr/>
                <p14:nvPr/>
              </p14:nvContentPartPr>
              <p14:xfrm>
                <a:off x="908385" y="4799175"/>
                <a:ext cx="245520" cy="400320"/>
              </p14:xfrm>
            </p:contentPart>
          </mc:Choice>
          <mc:Fallback xmlns="">
            <p:pic>
              <p:nvPicPr>
                <p:cNvPr id="89" name="Ink 88">
                  <a:extLst>
                    <a:ext uri="{FF2B5EF4-FFF2-40B4-BE49-F238E27FC236}">
                      <a16:creationId xmlns:a16="http://schemas.microsoft.com/office/drawing/2014/main" id="{1F952CAA-C0CE-DB64-2132-3A2A1E745DBF}"/>
                    </a:ext>
                  </a:extLst>
                </p:cNvPr>
                <p:cNvPicPr/>
                <p:nvPr/>
              </p:nvPicPr>
              <p:blipFill>
                <a:blip r:embed="rId151"/>
                <a:stretch>
                  <a:fillRect/>
                </a:stretch>
              </p:blipFill>
              <p:spPr>
                <a:xfrm>
                  <a:off x="902265" y="4793055"/>
                  <a:ext cx="2577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0" name="Ink 89">
                  <a:extLst>
                    <a:ext uri="{FF2B5EF4-FFF2-40B4-BE49-F238E27FC236}">
                      <a16:creationId xmlns:a16="http://schemas.microsoft.com/office/drawing/2014/main" id="{2D5E7146-EC8E-2CED-4D60-5EEE42BBAF26}"/>
                    </a:ext>
                  </a:extLst>
                </p14:cNvPr>
                <p14:cNvContentPartPr/>
                <p14:nvPr/>
              </p14:nvContentPartPr>
              <p14:xfrm>
                <a:off x="527865" y="4624215"/>
                <a:ext cx="970920" cy="768600"/>
              </p14:xfrm>
            </p:contentPart>
          </mc:Choice>
          <mc:Fallback xmlns="">
            <p:pic>
              <p:nvPicPr>
                <p:cNvPr id="90" name="Ink 89">
                  <a:extLst>
                    <a:ext uri="{FF2B5EF4-FFF2-40B4-BE49-F238E27FC236}">
                      <a16:creationId xmlns:a16="http://schemas.microsoft.com/office/drawing/2014/main" id="{2D5E7146-EC8E-2CED-4D60-5EEE42BBAF26}"/>
                    </a:ext>
                  </a:extLst>
                </p:cNvPr>
                <p:cNvPicPr/>
                <p:nvPr/>
              </p:nvPicPr>
              <p:blipFill>
                <a:blip r:embed="rId153"/>
                <a:stretch>
                  <a:fillRect/>
                </a:stretch>
              </p:blipFill>
              <p:spPr>
                <a:xfrm>
                  <a:off x="521745" y="4618095"/>
                  <a:ext cx="983160" cy="780840"/>
                </a:xfrm>
                <a:prstGeom prst="rect">
                  <a:avLst/>
                </a:prstGeom>
              </p:spPr>
            </p:pic>
          </mc:Fallback>
        </mc:AlternateContent>
      </p:grpSp>
      <p:grpSp>
        <p:nvGrpSpPr>
          <p:cNvPr id="103" name="Group 102">
            <a:extLst>
              <a:ext uri="{FF2B5EF4-FFF2-40B4-BE49-F238E27FC236}">
                <a16:creationId xmlns:a16="http://schemas.microsoft.com/office/drawing/2014/main" id="{C36F3A73-E753-605B-5CDE-88B9B3B6ED96}"/>
              </a:ext>
            </a:extLst>
          </p:cNvPr>
          <p:cNvGrpSpPr/>
          <p:nvPr/>
        </p:nvGrpSpPr>
        <p:grpSpPr>
          <a:xfrm>
            <a:off x="2198985" y="4475175"/>
            <a:ext cx="3829320" cy="756720"/>
            <a:chOff x="2198985" y="4475175"/>
            <a:chExt cx="3829320" cy="756720"/>
          </a:xfrm>
        </p:grpSpPr>
        <mc:AlternateContent xmlns:mc="http://schemas.openxmlformats.org/markup-compatibility/2006" xmlns:p14="http://schemas.microsoft.com/office/powerpoint/2010/main">
          <mc:Choice Requires="p14">
            <p:contentPart p14:bwMode="auto" r:id="rId154">
              <p14:nvContentPartPr>
                <p14:cNvPr id="93" name="Ink 92">
                  <a:extLst>
                    <a:ext uri="{FF2B5EF4-FFF2-40B4-BE49-F238E27FC236}">
                      <a16:creationId xmlns:a16="http://schemas.microsoft.com/office/drawing/2014/main" id="{E571FB95-7971-1346-1E95-1F491B1C2F6F}"/>
                    </a:ext>
                  </a:extLst>
                </p14:cNvPr>
                <p14:cNvContentPartPr/>
                <p14:nvPr/>
              </p14:nvContentPartPr>
              <p14:xfrm>
                <a:off x="2198985" y="4644735"/>
                <a:ext cx="622080" cy="587160"/>
              </p14:xfrm>
            </p:contentPart>
          </mc:Choice>
          <mc:Fallback xmlns="">
            <p:pic>
              <p:nvPicPr>
                <p:cNvPr id="93" name="Ink 92">
                  <a:extLst>
                    <a:ext uri="{FF2B5EF4-FFF2-40B4-BE49-F238E27FC236}">
                      <a16:creationId xmlns:a16="http://schemas.microsoft.com/office/drawing/2014/main" id="{E571FB95-7971-1346-1E95-1F491B1C2F6F}"/>
                    </a:ext>
                  </a:extLst>
                </p:cNvPr>
                <p:cNvPicPr/>
                <p:nvPr/>
              </p:nvPicPr>
              <p:blipFill>
                <a:blip r:embed="rId155"/>
                <a:stretch>
                  <a:fillRect/>
                </a:stretch>
              </p:blipFill>
              <p:spPr>
                <a:xfrm>
                  <a:off x="2192865" y="4638615"/>
                  <a:ext cx="634320" cy="5994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4" name="Ink 93">
                  <a:extLst>
                    <a:ext uri="{FF2B5EF4-FFF2-40B4-BE49-F238E27FC236}">
                      <a16:creationId xmlns:a16="http://schemas.microsoft.com/office/drawing/2014/main" id="{D21D9047-DB26-8233-6C71-60515276827E}"/>
                    </a:ext>
                  </a:extLst>
                </p14:cNvPr>
                <p14:cNvContentPartPr/>
                <p14:nvPr/>
              </p14:nvContentPartPr>
              <p14:xfrm>
                <a:off x="3023385" y="4593255"/>
                <a:ext cx="916200" cy="480600"/>
              </p14:xfrm>
            </p:contentPart>
          </mc:Choice>
          <mc:Fallback xmlns="">
            <p:pic>
              <p:nvPicPr>
                <p:cNvPr id="94" name="Ink 93">
                  <a:extLst>
                    <a:ext uri="{FF2B5EF4-FFF2-40B4-BE49-F238E27FC236}">
                      <a16:creationId xmlns:a16="http://schemas.microsoft.com/office/drawing/2014/main" id="{D21D9047-DB26-8233-6C71-60515276827E}"/>
                    </a:ext>
                  </a:extLst>
                </p:cNvPr>
                <p:cNvPicPr/>
                <p:nvPr/>
              </p:nvPicPr>
              <p:blipFill>
                <a:blip r:embed="rId157"/>
                <a:stretch>
                  <a:fillRect/>
                </a:stretch>
              </p:blipFill>
              <p:spPr>
                <a:xfrm>
                  <a:off x="3017265" y="4587135"/>
                  <a:ext cx="928440" cy="4928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5" name="Ink 94">
                  <a:extLst>
                    <a:ext uri="{FF2B5EF4-FFF2-40B4-BE49-F238E27FC236}">
                      <a16:creationId xmlns:a16="http://schemas.microsoft.com/office/drawing/2014/main" id="{047B6972-8629-76C9-C483-DCC7D9CA309D}"/>
                    </a:ext>
                  </a:extLst>
                </p14:cNvPr>
                <p14:cNvContentPartPr/>
                <p14:nvPr/>
              </p14:nvContentPartPr>
              <p14:xfrm>
                <a:off x="4015185" y="4601535"/>
                <a:ext cx="27720" cy="61200"/>
              </p14:xfrm>
            </p:contentPart>
          </mc:Choice>
          <mc:Fallback xmlns="">
            <p:pic>
              <p:nvPicPr>
                <p:cNvPr id="95" name="Ink 94">
                  <a:extLst>
                    <a:ext uri="{FF2B5EF4-FFF2-40B4-BE49-F238E27FC236}">
                      <a16:creationId xmlns:a16="http://schemas.microsoft.com/office/drawing/2014/main" id="{047B6972-8629-76C9-C483-DCC7D9CA309D}"/>
                    </a:ext>
                  </a:extLst>
                </p:cNvPr>
                <p:cNvPicPr/>
                <p:nvPr/>
              </p:nvPicPr>
              <p:blipFill>
                <a:blip r:embed="rId159"/>
                <a:stretch>
                  <a:fillRect/>
                </a:stretch>
              </p:blipFill>
              <p:spPr>
                <a:xfrm>
                  <a:off x="4009065" y="4595415"/>
                  <a:ext cx="3996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25C876A7-9536-0262-40EA-94F7CADEEC4E}"/>
                    </a:ext>
                  </a:extLst>
                </p14:cNvPr>
                <p14:cNvContentPartPr/>
                <p14:nvPr/>
              </p14:nvContentPartPr>
              <p14:xfrm>
                <a:off x="4174665" y="4637535"/>
                <a:ext cx="684360" cy="369720"/>
              </p14:xfrm>
            </p:contentPart>
          </mc:Choice>
          <mc:Fallback xmlns="">
            <p:pic>
              <p:nvPicPr>
                <p:cNvPr id="97" name="Ink 96">
                  <a:extLst>
                    <a:ext uri="{FF2B5EF4-FFF2-40B4-BE49-F238E27FC236}">
                      <a16:creationId xmlns:a16="http://schemas.microsoft.com/office/drawing/2014/main" id="{25C876A7-9536-0262-40EA-94F7CADEEC4E}"/>
                    </a:ext>
                  </a:extLst>
                </p:cNvPr>
                <p:cNvPicPr/>
                <p:nvPr/>
              </p:nvPicPr>
              <p:blipFill>
                <a:blip r:embed="rId161"/>
                <a:stretch>
                  <a:fillRect/>
                </a:stretch>
              </p:blipFill>
              <p:spPr>
                <a:xfrm>
                  <a:off x="4168545" y="4631415"/>
                  <a:ext cx="69660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8" name="Ink 97">
                  <a:extLst>
                    <a:ext uri="{FF2B5EF4-FFF2-40B4-BE49-F238E27FC236}">
                      <a16:creationId xmlns:a16="http://schemas.microsoft.com/office/drawing/2014/main" id="{126A3916-F7CF-84E1-9EF9-A07E2D3B01EC}"/>
                    </a:ext>
                  </a:extLst>
                </p14:cNvPr>
                <p14:cNvContentPartPr/>
                <p14:nvPr/>
              </p14:nvContentPartPr>
              <p14:xfrm>
                <a:off x="5234145" y="4491375"/>
                <a:ext cx="43560" cy="296640"/>
              </p14:xfrm>
            </p:contentPart>
          </mc:Choice>
          <mc:Fallback xmlns="">
            <p:pic>
              <p:nvPicPr>
                <p:cNvPr id="98" name="Ink 97">
                  <a:extLst>
                    <a:ext uri="{FF2B5EF4-FFF2-40B4-BE49-F238E27FC236}">
                      <a16:creationId xmlns:a16="http://schemas.microsoft.com/office/drawing/2014/main" id="{126A3916-F7CF-84E1-9EF9-A07E2D3B01EC}"/>
                    </a:ext>
                  </a:extLst>
                </p:cNvPr>
                <p:cNvPicPr/>
                <p:nvPr/>
              </p:nvPicPr>
              <p:blipFill>
                <a:blip r:embed="rId163"/>
                <a:stretch>
                  <a:fillRect/>
                </a:stretch>
              </p:blipFill>
              <p:spPr>
                <a:xfrm>
                  <a:off x="5228025" y="4485255"/>
                  <a:ext cx="5580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D1AB8A27-054E-1D86-4A54-CF54F527AF0E}"/>
                    </a:ext>
                  </a:extLst>
                </p14:cNvPr>
                <p14:cNvContentPartPr/>
                <p14:nvPr/>
              </p14:nvContentPartPr>
              <p14:xfrm>
                <a:off x="5128305" y="4685055"/>
                <a:ext cx="255240" cy="143280"/>
              </p14:xfrm>
            </p:contentPart>
          </mc:Choice>
          <mc:Fallback xmlns="">
            <p:pic>
              <p:nvPicPr>
                <p:cNvPr id="99" name="Ink 98">
                  <a:extLst>
                    <a:ext uri="{FF2B5EF4-FFF2-40B4-BE49-F238E27FC236}">
                      <a16:creationId xmlns:a16="http://schemas.microsoft.com/office/drawing/2014/main" id="{D1AB8A27-054E-1D86-4A54-CF54F527AF0E}"/>
                    </a:ext>
                  </a:extLst>
                </p:cNvPr>
                <p:cNvPicPr/>
                <p:nvPr/>
              </p:nvPicPr>
              <p:blipFill>
                <a:blip r:embed="rId165"/>
                <a:stretch>
                  <a:fillRect/>
                </a:stretch>
              </p:blipFill>
              <p:spPr>
                <a:xfrm>
                  <a:off x="5122185" y="4678935"/>
                  <a:ext cx="2674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F3B8C5E2-516F-77AB-BDA6-303E0C786E1E}"/>
                    </a:ext>
                  </a:extLst>
                </p14:cNvPr>
                <p14:cNvContentPartPr/>
                <p14:nvPr/>
              </p14:nvContentPartPr>
              <p14:xfrm>
                <a:off x="5482905" y="4475175"/>
                <a:ext cx="96480" cy="69120"/>
              </p14:xfrm>
            </p:contentPart>
          </mc:Choice>
          <mc:Fallback xmlns="">
            <p:pic>
              <p:nvPicPr>
                <p:cNvPr id="100" name="Ink 99">
                  <a:extLst>
                    <a:ext uri="{FF2B5EF4-FFF2-40B4-BE49-F238E27FC236}">
                      <a16:creationId xmlns:a16="http://schemas.microsoft.com/office/drawing/2014/main" id="{F3B8C5E2-516F-77AB-BDA6-303E0C786E1E}"/>
                    </a:ext>
                  </a:extLst>
                </p:cNvPr>
                <p:cNvPicPr/>
                <p:nvPr/>
              </p:nvPicPr>
              <p:blipFill>
                <a:blip r:embed="rId167"/>
                <a:stretch>
                  <a:fillRect/>
                </a:stretch>
              </p:blipFill>
              <p:spPr>
                <a:xfrm>
                  <a:off x="5476785" y="4469055"/>
                  <a:ext cx="1087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0788AEFF-78CF-8A76-8FA8-9C4DD73CDF4F}"/>
                    </a:ext>
                  </a:extLst>
                </p14:cNvPr>
                <p14:cNvContentPartPr/>
                <p14:nvPr/>
              </p14:nvContentPartPr>
              <p14:xfrm>
                <a:off x="5537625" y="4644375"/>
                <a:ext cx="194040" cy="207000"/>
              </p14:xfrm>
            </p:contentPart>
          </mc:Choice>
          <mc:Fallback xmlns="">
            <p:pic>
              <p:nvPicPr>
                <p:cNvPr id="101" name="Ink 100">
                  <a:extLst>
                    <a:ext uri="{FF2B5EF4-FFF2-40B4-BE49-F238E27FC236}">
                      <a16:creationId xmlns:a16="http://schemas.microsoft.com/office/drawing/2014/main" id="{0788AEFF-78CF-8A76-8FA8-9C4DD73CDF4F}"/>
                    </a:ext>
                  </a:extLst>
                </p:cNvPr>
                <p:cNvPicPr/>
                <p:nvPr/>
              </p:nvPicPr>
              <p:blipFill>
                <a:blip r:embed="rId169"/>
                <a:stretch>
                  <a:fillRect/>
                </a:stretch>
              </p:blipFill>
              <p:spPr>
                <a:xfrm>
                  <a:off x="5531505" y="4638255"/>
                  <a:ext cx="20628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2" name="Ink 101">
                  <a:extLst>
                    <a:ext uri="{FF2B5EF4-FFF2-40B4-BE49-F238E27FC236}">
                      <a16:creationId xmlns:a16="http://schemas.microsoft.com/office/drawing/2014/main" id="{74F67B5C-3194-F643-C4F2-0128EE08DE74}"/>
                    </a:ext>
                  </a:extLst>
                </p14:cNvPr>
                <p14:cNvContentPartPr/>
                <p14:nvPr/>
              </p14:nvContentPartPr>
              <p14:xfrm>
                <a:off x="5754705" y="4661655"/>
                <a:ext cx="273600" cy="172440"/>
              </p14:xfrm>
            </p:contentPart>
          </mc:Choice>
          <mc:Fallback xmlns="">
            <p:pic>
              <p:nvPicPr>
                <p:cNvPr id="102" name="Ink 101">
                  <a:extLst>
                    <a:ext uri="{FF2B5EF4-FFF2-40B4-BE49-F238E27FC236}">
                      <a16:creationId xmlns:a16="http://schemas.microsoft.com/office/drawing/2014/main" id="{74F67B5C-3194-F643-C4F2-0128EE08DE74}"/>
                    </a:ext>
                  </a:extLst>
                </p:cNvPr>
                <p:cNvPicPr/>
                <p:nvPr/>
              </p:nvPicPr>
              <p:blipFill>
                <a:blip r:embed="rId171"/>
                <a:stretch>
                  <a:fillRect/>
                </a:stretch>
              </p:blipFill>
              <p:spPr>
                <a:xfrm>
                  <a:off x="5748585" y="4655535"/>
                  <a:ext cx="285840" cy="184680"/>
                </a:xfrm>
                <a:prstGeom prst="rect">
                  <a:avLst/>
                </a:prstGeom>
              </p:spPr>
            </p:pic>
          </mc:Fallback>
        </mc:AlternateContent>
      </p:grpSp>
      <p:grpSp>
        <p:nvGrpSpPr>
          <p:cNvPr id="113" name="Group 112">
            <a:extLst>
              <a:ext uri="{FF2B5EF4-FFF2-40B4-BE49-F238E27FC236}">
                <a16:creationId xmlns:a16="http://schemas.microsoft.com/office/drawing/2014/main" id="{87951D40-F7E4-89A9-6F92-B3993D105710}"/>
              </a:ext>
            </a:extLst>
          </p:cNvPr>
          <p:cNvGrpSpPr/>
          <p:nvPr/>
        </p:nvGrpSpPr>
        <p:grpSpPr>
          <a:xfrm>
            <a:off x="6611865" y="4433415"/>
            <a:ext cx="3105000" cy="597240"/>
            <a:chOff x="6611865" y="4433415"/>
            <a:chExt cx="3105000" cy="597240"/>
          </a:xfrm>
        </p:grpSpPr>
        <mc:AlternateContent xmlns:mc="http://schemas.openxmlformats.org/markup-compatibility/2006" xmlns:p14="http://schemas.microsoft.com/office/powerpoint/2010/main">
          <mc:Choice Requires="p14">
            <p:contentPart p14:bwMode="auto" r:id="rId172">
              <p14:nvContentPartPr>
                <p14:cNvPr id="104" name="Ink 103">
                  <a:extLst>
                    <a:ext uri="{FF2B5EF4-FFF2-40B4-BE49-F238E27FC236}">
                      <a16:creationId xmlns:a16="http://schemas.microsoft.com/office/drawing/2014/main" id="{03FF4333-8EF0-D41A-30F6-88DA98C516E1}"/>
                    </a:ext>
                  </a:extLst>
                </p14:cNvPr>
                <p14:cNvContentPartPr/>
                <p14:nvPr/>
              </p14:nvContentPartPr>
              <p14:xfrm>
                <a:off x="6611865" y="4439895"/>
                <a:ext cx="1284840" cy="590760"/>
              </p14:xfrm>
            </p:contentPart>
          </mc:Choice>
          <mc:Fallback xmlns="">
            <p:pic>
              <p:nvPicPr>
                <p:cNvPr id="104" name="Ink 103">
                  <a:extLst>
                    <a:ext uri="{FF2B5EF4-FFF2-40B4-BE49-F238E27FC236}">
                      <a16:creationId xmlns:a16="http://schemas.microsoft.com/office/drawing/2014/main" id="{03FF4333-8EF0-D41A-30F6-88DA98C516E1}"/>
                    </a:ext>
                  </a:extLst>
                </p:cNvPr>
                <p:cNvPicPr/>
                <p:nvPr/>
              </p:nvPicPr>
              <p:blipFill>
                <a:blip r:embed="rId173"/>
                <a:stretch>
                  <a:fillRect/>
                </a:stretch>
              </p:blipFill>
              <p:spPr>
                <a:xfrm>
                  <a:off x="6605745" y="4433775"/>
                  <a:ext cx="1297080" cy="6030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5" name="Ink 104">
                  <a:extLst>
                    <a:ext uri="{FF2B5EF4-FFF2-40B4-BE49-F238E27FC236}">
                      <a16:creationId xmlns:a16="http://schemas.microsoft.com/office/drawing/2014/main" id="{6439BA79-BF29-F841-26AF-14439B353A34}"/>
                    </a:ext>
                  </a:extLst>
                </p14:cNvPr>
                <p14:cNvContentPartPr/>
                <p14:nvPr/>
              </p14:nvContentPartPr>
              <p14:xfrm>
                <a:off x="8244105" y="4559415"/>
                <a:ext cx="81360" cy="154800"/>
              </p14:xfrm>
            </p:contentPart>
          </mc:Choice>
          <mc:Fallback xmlns="">
            <p:pic>
              <p:nvPicPr>
                <p:cNvPr id="105" name="Ink 104">
                  <a:extLst>
                    <a:ext uri="{FF2B5EF4-FFF2-40B4-BE49-F238E27FC236}">
                      <a16:creationId xmlns:a16="http://schemas.microsoft.com/office/drawing/2014/main" id="{6439BA79-BF29-F841-26AF-14439B353A34}"/>
                    </a:ext>
                  </a:extLst>
                </p:cNvPr>
                <p:cNvPicPr/>
                <p:nvPr/>
              </p:nvPicPr>
              <p:blipFill>
                <a:blip r:embed="rId175"/>
                <a:stretch>
                  <a:fillRect/>
                </a:stretch>
              </p:blipFill>
              <p:spPr>
                <a:xfrm>
                  <a:off x="8237985" y="4553295"/>
                  <a:ext cx="9360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6" name="Ink 105">
                  <a:extLst>
                    <a:ext uri="{FF2B5EF4-FFF2-40B4-BE49-F238E27FC236}">
                      <a16:creationId xmlns:a16="http://schemas.microsoft.com/office/drawing/2014/main" id="{427DCD5A-DC3A-794E-DD45-BF4AE739C4BC}"/>
                    </a:ext>
                  </a:extLst>
                </p14:cNvPr>
                <p14:cNvContentPartPr/>
                <p14:nvPr/>
              </p14:nvContentPartPr>
              <p14:xfrm>
                <a:off x="8083185" y="4629255"/>
                <a:ext cx="465480" cy="185760"/>
              </p14:xfrm>
            </p:contentPart>
          </mc:Choice>
          <mc:Fallback xmlns="">
            <p:pic>
              <p:nvPicPr>
                <p:cNvPr id="106" name="Ink 105">
                  <a:extLst>
                    <a:ext uri="{FF2B5EF4-FFF2-40B4-BE49-F238E27FC236}">
                      <a16:creationId xmlns:a16="http://schemas.microsoft.com/office/drawing/2014/main" id="{427DCD5A-DC3A-794E-DD45-BF4AE739C4BC}"/>
                    </a:ext>
                  </a:extLst>
                </p:cNvPr>
                <p:cNvPicPr/>
                <p:nvPr/>
              </p:nvPicPr>
              <p:blipFill>
                <a:blip r:embed="rId177"/>
                <a:stretch>
                  <a:fillRect/>
                </a:stretch>
              </p:blipFill>
              <p:spPr>
                <a:xfrm>
                  <a:off x="8077065" y="4623135"/>
                  <a:ext cx="4777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7" name="Ink 106">
                  <a:extLst>
                    <a:ext uri="{FF2B5EF4-FFF2-40B4-BE49-F238E27FC236}">
                      <a16:creationId xmlns:a16="http://schemas.microsoft.com/office/drawing/2014/main" id="{C7823A64-672D-3B80-A5FC-579E64BAEB38}"/>
                    </a:ext>
                  </a:extLst>
                </p14:cNvPr>
                <p14:cNvContentPartPr/>
                <p14:nvPr/>
              </p14:nvContentPartPr>
              <p14:xfrm>
                <a:off x="8720745" y="4500735"/>
                <a:ext cx="253080" cy="271080"/>
              </p14:xfrm>
            </p:contentPart>
          </mc:Choice>
          <mc:Fallback xmlns="">
            <p:pic>
              <p:nvPicPr>
                <p:cNvPr id="107" name="Ink 106">
                  <a:extLst>
                    <a:ext uri="{FF2B5EF4-FFF2-40B4-BE49-F238E27FC236}">
                      <a16:creationId xmlns:a16="http://schemas.microsoft.com/office/drawing/2014/main" id="{C7823A64-672D-3B80-A5FC-579E64BAEB38}"/>
                    </a:ext>
                  </a:extLst>
                </p:cNvPr>
                <p:cNvPicPr/>
                <p:nvPr/>
              </p:nvPicPr>
              <p:blipFill>
                <a:blip r:embed="rId179"/>
                <a:stretch>
                  <a:fillRect/>
                </a:stretch>
              </p:blipFill>
              <p:spPr>
                <a:xfrm>
                  <a:off x="8714625" y="4494615"/>
                  <a:ext cx="26532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8" name="Ink 107">
                  <a:extLst>
                    <a:ext uri="{FF2B5EF4-FFF2-40B4-BE49-F238E27FC236}">
                      <a16:creationId xmlns:a16="http://schemas.microsoft.com/office/drawing/2014/main" id="{A3AB28EC-69CD-9692-A9D8-F26CEDFC11FC}"/>
                    </a:ext>
                  </a:extLst>
                </p14:cNvPr>
                <p14:cNvContentPartPr/>
                <p14:nvPr/>
              </p14:nvContentPartPr>
              <p14:xfrm>
                <a:off x="9059505" y="4433415"/>
                <a:ext cx="451440" cy="319680"/>
              </p14:xfrm>
            </p:contentPart>
          </mc:Choice>
          <mc:Fallback xmlns="">
            <p:pic>
              <p:nvPicPr>
                <p:cNvPr id="108" name="Ink 107">
                  <a:extLst>
                    <a:ext uri="{FF2B5EF4-FFF2-40B4-BE49-F238E27FC236}">
                      <a16:creationId xmlns:a16="http://schemas.microsoft.com/office/drawing/2014/main" id="{A3AB28EC-69CD-9692-A9D8-F26CEDFC11FC}"/>
                    </a:ext>
                  </a:extLst>
                </p:cNvPr>
                <p:cNvPicPr/>
                <p:nvPr/>
              </p:nvPicPr>
              <p:blipFill>
                <a:blip r:embed="rId181"/>
                <a:stretch>
                  <a:fillRect/>
                </a:stretch>
              </p:blipFill>
              <p:spPr>
                <a:xfrm>
                  <a:off x="9053385" y="4427295"/>
                  <a:ext cx="46368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9" name="Ink 108">
                  <a:extLst>
                    <a:ext uri="{FF2B5EF4-FFF2-40B4-BE49-F238E27FC236}">
                      <a16:creationId xmlns:a16="http://schemas.microsoft.com/office/drawing/2014/main" id="{AA0900FE-FF08-8171-B415-66511E0DA8F3}"/>
                    </a:ext>
                  </a:extLst>
                </p14:cNvPr>
                <p14:cNvContentPartPr/>
                <p14:nvPr/>
              </p14:nvContentPartPr>
              <p14:xfrm>
                <a:off x="9453705" y="4523415"/>
                <a:ext cx="263160" cy="18720"/>
              </p14:xfrm>
            </p:contentPart>
          </mc:Choice>
          <mc:Fallback xmlns="">
            <p:pic>
              <p:nvPicPr>
                <p:cNvPr id="109" name="Ink 108">
                  <a:extLst>
                    <a:ext uri="{FF2B5EF4-FFF2-40B4-BE49-F238E27FC236}">
                      <a16:creationId xmlns:a16="http://schemas.microsoft.com/office/drawing/2014/main" id="{AA0900FE-FF08-8171-B415-66511E0DA8F3}"/>
                    </a:ext>
                  </a:extLst>
                </p:cNvPr>
                <p:cNvPicPr/>
                <p:nvPr/>
              </p:nvPicPr>
              <p:blipFill>
                <a:blip r:embed="rId183"/>
                <a:stretch>
                  <a:fillRect/>
                </a:stretch>
              </p:blipFill>
              <p:spPr>
                <a:xfrm>
                  <a:off x="9447585" y="4517295"/>
                  <a:ext cx="275400" cy="30960"/>
                </a:xfrm>
                <a:prstGeom prst="rect">
                  <a:avLst/>
                </a:prstGeom>
              </p:spPr>
            </p:pic>
          </mc:Fallback>
        </mc:AlternateContent>
      </p:grpSp>
      <p:grpSp>
        <p:nvGrpSpPr>
          <p:cNvPr id="112" name="Group 111">
            <a:extLst>
              <a:ext uri="{FF2B5EF4-FFF2-40B4-BE49-F238E27FC236}">
                <a16:creationId xmlns:a16="http://schemas.microsoft.com/office/drawing/2014/main" id="{4F032E1A-FC0F-E120-4BCA-87AEB46CF62F}"/>
              </a:ext>
            </a:extLst>
          </p:cNvPr>
          <p:cNvGrpSpPr/>
          <p:nvPr/>
        </p:nvGrpSpPr>
        <p:grpSpPr>
          <a:xfrm>
            <a:off x="8693385" y="2085135"/>
            <a:ext cx="849960" cy="1307160"/>
            <a:chOff x="8693385" y="2085135"/>
            <a:chExt cx="849960" cy="1307160"/>
          </a:xfrm>
        </p:grpSpPr>
        <mc:AlternateContent xmlns:mc="http://schemas.openxmlformats.org/markup-compatibility/2006" xmlns:p14="http://schemas.microsoft.com/office/powerpoint/2010/main">
          <mc:Choice Requires="p14">
            <p:contentPart p14:bwMode="auto" r:id="rId184">
              <p14:nvContentPartPr>
                <p14:cNvPr id="110" name="Ink 109">
                  <a:extLst>
                    <a:ext uri="{FF2B5EF4-FFF2-40B4-BE49-F238E27FC236}">
                      <a16:creationId xmlns:a16="http://schemas.microsoft.com/office/drawing/2014/main" id="{F5C1BD53-9921-BEFA-1EC0-F904E71878DD}"/>
                    </a:ext>
                  </a:extLst>
                </p14:cNvPr>
                <p14:cNvContentPartPr/>
                <p14:nvPr/>
              </p14:nvContentPartPr>
              <p14:xfrm>
                <a:off x="8693385" y="2085135"/>
                <a:ext cx="614160" cy="1307160"/>
              </p14:xfrm>
            </p:contentPart>
          </mc:Choice>
          <mc:Fallback xmlns="">
            <p:pic>
              <p:nvPicPr>
                <p:cNvPr id="110" name="Ink 109">
                  <a:extLst>
                    <a:ext uri="{FF2B5EF4-FFF2-40B4-BE49-F238E27FC236}">
                      <a16:creationId xmlns:a16="http://schemas.microsoft.com/office/drawing/2014/main" id="{F5C1BD53-9921-BEFA-1EC0-F904E71878DD}"/>
                    </a:ext>
                  </a:extLst>
                </p:cNvPr>
                <p:cNvPicPr/>
                <p:nvPr/>
              </p:nvPicPr>
              <p:blipFill>
                <a:blip r:embed="rId185"/>
                <a:stretch>
                  <a:fillRect/>
                </a:stretch>
              </p:blipFill>
              <p:spPr>
                <a:xfrm>
                  <a:off x="8687265" y="2079015"/>
                  <a:ext cx="626400" cy="13194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1" name="Ink 110">
                  <a:extLst>
                    <a:ext uri="{FF2B5EF4-FFF2-40B4-BE49-F238E27FC236}">
                      <a16:creationId xmlns:a16="http://schemas.microsoft.com/office/drawing/2014/main" id="{643CDAC6-F9B9-D5B5-634A-9B952ADCCEA5}"/>
                    </a:ext>
                  </a:extLst>
                </p14:cNvPr>
                <p14:cNvContentPartPr/>
                <p14:nvPr/>
              </p14:nvContentPartPr>
              <p14:xfrm>
                <a:off x="9505185" y="3202575"/>
                <a:ext cx="38160" cy="39600"/>
              </p14:xfrm>
            </p:contentPart>
          </mc:Choice>
          <mc:Fallback xmlns="">
            <p:pic>
              <p:nvPicPr>
                <p:cNvPr id="111" name="Ink 110">
                  <a:extLst>
                    <a:ext uri="{FF2B5EF4-FFF2-40B4-BE49-F238E27FC236}">
                      <a16:creationId xmlns:a16="http://schemas.microsoft.com/office/drawing/2014/main" id="{643CDAC6-F9B9-D5B5-634A-9B952ADCCEA5}"/>
                    </a:ext>
                  </a:extLst>
                </p:cNvPr>
                <p:cNvPicPr/>
                <p:nvPr/>
              </p:nvPicPr>
              <p:blipFill>
                <a:blip r:embed="rId187"/>
                <a:stretch>
                  <a:fillRect/>
                </a:stretch>
              </p:blipFill>
              <p:spPr>
                <a:xfrm>
                  <a:off x="9499065" y="3196455"/>
                  <a:ext cx="50400" cy="51840"/>
                </a:xfrm>
                <a:prstGeom prst="rect">
                  <a:avLst/>
                </a:prstGeom>
              </p:spPr>
            </p:pic>
          </mc:Fallback>
        </mc:AlternateContent>
      </p:grpSp>
    </p:spTree>
    <p:extLst>
      <p:ext uri="{BB962C8B-B14F-4D97-AF65-F5344CB8AC3E}">
        <p14:creationId xmlns:p14="http://schemas.microsoft.com/office/powerpoint/2010/main" val="298945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18939CB5-8CFC-D9D8-EE9C-A671A9677C74}"/>
              </a:ext>
            </a:extLst>
          </p:cNvPr>
          <p:cNvGrpSpPr/>
          <p:nvPr/>
        </p:nvGrpSpPr>
        <p:grpSpPr>
          <a:xfrm>
            <a:off x="139425" y="204855"/>
            <a:ext cx="6694920" cy="2561400"/>
            <a:chOff x="139425" y="204855"/>
            <a:chExt cx="6694920" cy="25614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FC7274BD-6853-1C0A-FFE1-AC7D28A75AF4}"/>
                    </a:ext>
                  </a:extLst>
                </p14:cNvPr>
                <p14:cNvContentPartPr/>
                <p14:nvPr/>
              </p14:nvContentPartPr>
              <p14:xfrm>
                <a:off x="391065" y="342735"/>
                <a:ext cx="34560" cy="229680"/>
              </p14:xfrm>
            </p:contentPart>
          </mc:Choice>
          <mc:Fallback xmlns="">
            <p:pic>
              <p:nvPicPr>
                <p:cNvPr id="2" name="Ink 1">
                  <a:extLst>
                    <a:ext uri="{FF2B5EF4-FFF2-40B4-BE49-F238E27FC236}">
                      <a16:creationId xmlns:a16="http://schemas.microsoft.com/office/drawing/2014/main" id="{FC7274BD-6853-1C0A-FFE1-AC7D28A75AF4}"/>
                    </a:ext>
                  </a:extLst>
                </p:cNvPr>
                <p:cNvPicPr/>
                <p:nvPr/>
              </p:nvPicPr>
              <p:blipFill>
                <a:blip r:embed="rId3"/>
                <a:stretch>
                  <a:fillRect/>
                </a:stretch>
              </p:blipFill>
              <p:spPr>
                <a:xfrm>
                  <a:off x="384945" y="336615"/>
                  <a:ext cx="4680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E4A44E3-3CA1-8F19-21A2-31298D9EA4FB}"/>
                    </a:ext>
                  </a:extLst>
                </p14:cNvPr>
                <p14:cNvContentPartPr/>
                <p14:nvPr/>
              </p14:nvContentPartPr>
              <p14:xfrm>
                <a:off x="332745" y="204855"/>
                <a:ext cx="514800" cy="481680"/>
              </p14:xfrm>
            </p:contentPart>
          </mc:Choice>
          <mc:Fallback xmlns="">
            <p:pic>
              <p:nvPicPr>
                <p:cNvPr id="3" name="Ink 2">
                  <a:extLst>
                    <a:ext uri="{FF2B5EF4-FFF2-40B4-BE49-F238E27FC236}">
                      <a16:creationId xmlns:a16="http://schemas.microsoft.com/office/drawing/2014/main" id="{CE4A44E3-3CA1-8F19-21A2-31298D9EA4FB}"/>
                    </a:ext>
                  </a:extLst>
                </p:cNvPr>
                <p:cNvPicPr/>
                <p:nvPr/>
              </p:nvPicPr>
              <p:blipFill>
                <a:blip r:embed="rId5"/>
                <a:stretch>
                  <a:fillRect/>
                </a:stretch>
              </p:blipFill>
              <p:spPr>
                <a:xfrm>
                  <a:off x="326625" y="198735"/>
                  <a:ext cx="527040" cy="493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A28EE8EF-9DBF-417B-A92B-66D9E4E94AAB}"/>
                    </a:ext>
                  </a:extLst>
                </p14:cNvPr>
                <p14:cNvContentPartPr/>
                <p14:nvPr/>
              </p14:nvContentPartPr>
              <p14:xfrm>
                <a:off x="972465" y="487815"/>
                <a:ext cx="298800" cy="135000"/>
              </p14:xfrm>
            </p:contentPart>
          </mc:Choice>
          <mc:Fallback xmlns="">
            <p:pic>
              <p:nvPicPr>
                <p:cNvPr id="4" name="Ink 3">
                  <a:extLst>
                    <a:ext uri="{FF2B5EF4-FFF2-40B4-BE49-F238E27FC236}">
                      <a16:creationId xmlns:a16="http://schemas.microsoft.com/office/drawing/2014/main" id="{A28EE8EF-9DBF-417B-A92B-66D9E4E94AAB}"/>
                    </a:ext>
                  </a:extLst>
                </p:cNvPr>
                <p:cNvPicPr/>
                <p:nvPr/>
              </p:nvPicPr>
              <p:blipFill>
                <a:blip r:embed="rId7"/>
                <a:stretch>
                  <a:fillRect/>
                </a:stretch>
              </p:blipFill>
              <p:spPr>
                <a:xfrm>
                  <a:off x="966345" y="481695"/>
                  <a:ext cx="31104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229E58B7-8B6A-09F1-BC24-BC86ADA03EEA}"/>
                    </a:ext>
                  </a:extLst>
                </p14:cNvPr>
                <p14:cNvContentPartPr/>
                <p14:nvPr/>
              </p14:nvContentPartPr>
              <p14:xfrm>
                <a:off x="1476465" y="327255"/>
                <a:ext cx="22320" cy="165960"/>
              </p14:xfrm>
            </p:contentPart>
          </mc:Choice>
          <mc:Fallback xmlns="">
            <p:pic>
              <p:nvPicPr>
                <p:cNvPr id="5" name="Ink 4">
                  <a:extLst>
                    <a:ext uri="{FF2B5EF4-FFF2-40B4-BE49-F238E27FC236}">
                      <a16:creationId xmlns:a16="http://schemas.microsoft.com/office/drawing/2014/main" id="{229E58B7-8B6A-09F1-BC24-BC86ADA03EEA}"/>
                    </a:ext>
                  </a:extLst>
                </p:cNvPr>
                <p:cNvPicPr/>
                <p:nvPr/>
              </p:nvPicPr>
              <p:blipFill>
                <a:blip r:embed="rId9"/>
                <a:stretch>
                  <a:fillRect/>
                </a:stretch>
              </p:blipFill>
              <p:spPr>
                <a:xfrm>
                  <a:off x="1470345" y="321135"/>
                  <a:ext cx="345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C871A3D1-1593-B011-0C7C-9D7534E2C502}"/>
                    </a:ext>
                  </a:extLst>
                </p14:cNvPr>
                <p14:cNvContentPartPr/>
                <p14:nvPr/>
              </p14:nvContentPartPr>
              <p14:xfrm>
                <a:off x="1357665" y="351015"/>
                <a:ext cx="945720" cy="218160"/>
              </p14:xfrm>
            </p:contentPart>
          </mc:Choice>
          <mc:Fallback xmlns="">
            <p:pic>
              <p:nvPicPr>
                <p:cNvPr id="6" name="Ink 5">
                  <a:extLst>
                    <a:ext uri="{FF2B5EF4-FFF2-40B4-BE49-F238E27FC236}">
                      <a16:creationId xmlns:a16="http://schemas.microsoft.com/office/drawing/2014/main" id="{C871A3D1-1593-B011-0C7C-9D7534E2C502}"/>
                    </a:ext>
                  </a:extLst>
                </p:cNvPr>
                <p:cNvPicPr/>
                <p:nvPr/>
              </p:nvPicPr>
              <p:blipFill>
                <a:blip r:embed="rId11"/>
                <a:stretch>
                  <a:fillRect/>
                </a:stretch>
              </p:blipFill>
              <p:spPr>
                <a:xfrm>
                  <a:off x="1351545" y="344895"/>
                  <a:ext cx="95796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99BD2B7D-327E-82B4-1319-3466DAB16DE7}"/>
                    </a:ext>
                  </a:extLst>
                </p14:cNvPr>
                <p14:cNvContentPartPr/>
                <p14:nvPr/>
              </p14:nvContentPartPr>
              <p14:xfrm>
                <a:off x="2141745" y="407535"/>
                <a:ext cx="236880" cy="46800"/>
              </p14:xfrm>
            </p:contentPart>
          </mc:Choice>
          <mc:Fallback xmlns="">
            <p:pic>
              <p:nvPicPr>
                <p:cNvPr id="7" name="Ink 6">
                  <a:extLst>
                    <a:ext uri="{FF2B5EF4-FFF2-40B4-BE49-F238E27FC236}">
                      <a16:creationId xmlns:a16="http://schemas.microsoft.com/office/drawing/2014/main" id="{99BD2B7D-327E-82B4-1319-3466DAB16DE7}"/>
                    </a:ext>
                  </a:extLst>
                </p:cNvPr>
                <p:cNvPicPr/>
                <p:nvPr/>
              </p:nvPicPr>
              <p:blipFill>
                <a:blip r:embed="rId13"/>
                <a:stretch>
                  <a:fillRect/>
                </a:stretch>
              </p:blipFill>
              <p:spPr>
                <a:xfrm>
                  <a:off x="2135625" y="401415"/>
                  <a:ext cx="2491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16397D56-8C6D-A63E-1B4B-FF022E842258}"/>
                    </a:ext>
                  </a:extLst>
                </p14:cNvPr>
                <p14:cNvContentPartPr/>
                <p14:nvPr/>
              </p14:nvContentPartPr>
              <p14:xfrm>
                <a:off x="1980465" y="272895"/>
                <a:ext cx="694440" cy="299880"/>
              </p14:xfrm>
            </p:contentPart>
          </mc:Choice>
          <mc:Fallback xmlns="">
            <p:pic>
              <p:nvPicPr>
                <p:cNvPr id="8" name="Ink 7">
                  <a:extLst>
                    <a:ext uri="{FF2B5EF4-FFF2-40B4-BE49-F238E27FC236}">
                      <a16:creationId xmlns:a16="http://schemas.microsoft.com/office/drawing/2014/main" id="{16397D56-8C6D-A63E-1B4B-FF022E842258}"/>
                    </a:ext>
                  </a:extLst>
                </p:cNvPr>
                <p:cNvPicPr/>
                <p:nvPr/>
              </p:nvPicPr>
              <p:blipFill>
                <a:blip r:embed="rId15"/>
                <a:stretch>
                  <a:fillRect/>
                </a:stretch>
              </p:blipFill>
              <p:spPr>
                <a:xfrm>
                  <a:off x="1974345" y="266775"/>
                  <a:ext cx="70668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3FB82CA-6D80-3F83-0B6E-8409FFA892A2}"/>
                    </a:ext>
                  </a:extLst>
                </p14:cNvPr>
                <p14:cNvContentPartPr/>
                <p14:nvPr/>
              </p14:nvContentPartPr>
              <p14:xfrm>
                <a:off x="2643585" y="281175"/>
                <a:ext cx="537480" cy="108360"/>
              </p14:xfrm>
            </p:contentPart>
          </mc:Choice>
          <mc:Fallback xmlns="">
            <p:pic>
              <p:nvPicPr>
                <p:cNvPr id="9" name="Ink 8">
                  <a:extLst>
                    <a:ext uri="{FF2B5EF4-FFF2-40B4-BE49-F238E27FC236}">
                      <a16:creationId xmlns:a16="http://schemas.microsoft.com/office/drawing/2014/main" id="{F3FB82CA-6D80-3F83-0B6E-8409FFA892A2}"/>
                    </a:ext>
                  </a:extLst>
                </p:cNvPr>
                <p:cNvPicPr/>
                <p:nvPr/>
              </p:nvPicPr>
              <p:blipFill>
                <a:blip r:embed="rId17"/>
                <a:stretch>
                  <a:fillRect/>
                </a:stretch>
              </p:blipFill>
              <p:spPr>
                <a:xfrm>
                  <a:off x="2637465" y="275055"/>
                  <a:ext cx="5497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FA757535-4BFA-6C25-591B-4A3720352811}"/>
                    </a:ext>
                  </a:extLst>
                </p14:cNvPr>
                <p14:cNvContentPartPr/>
                <p14:nvPr/>
              </p14:nvContentPartPr>
              <p14:xfrm>
                <a:off x="761145" y="867615"/>
                <a:ext cx="109800" cy="343440"/>
              </p14:xfrm>
            </p:contentPart>
          </mc:Choice>
          <mc:Fallback xmlns="">
            <p:pic>
              <p:nvPicPr>
                <p:cNvPr id="10" name="Ink 9">
                  <a:extLst>
                    <a:ext uri="{FF2B5EF4-FFF2-40B4-BE49-F238E27FC236}">
                      <a16:creationId xmlns:a16="http://schemas.microsoft.com/office/drawing/2014/main" id="{FA757535-4BFA-6C25-591B-4A3720352811}"/>
                    </a:ext>
                  </a:extLst>
                </p:cNvPr>
                <p:cNvPicPr/>
                <p:nvPr/>
              </p:nvPicPr>
              <p:blipFill>
                <a:blip r:embed="rId19"/>
                <a:stretch>
                  <a:fillRect/>
                </a:stretch>
              </p:blipFill>
              <p:spPr>
                <a:xfrm>
                  <a:off x="755025" y="861495"/>
                  <a:ext cx="12204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A4DAA8DE-AA9D-8A7E-FAD7-36298F1BFDDD}"/>
                    </a:ext>
                  </a:extLst>
                </p14:cNvPr>
                <p14:cNvContentPartPr/>
                <p14:nvPr/>
              </p14:nvContentPartPr>
              <p14:xfrm>
                <a:off x="1217985" y="795615"/>
                <a:ext cx="1137600" cy="425520"/>
              </p14:xfrm>
            </p:contentPart>
          </mc:Choice>
          <mc:Fallback xmlns="">
            <p:pic>
              <p:nvPicPr>
                <p:cNvPr id="11" name="Ink 10">
                  <a:extLst>
                    <a:ext uri="{FF2B5EF4-FFF2-40B4-BE49-F238E27FC236}">
                      <a16:creationId xmlns:a16="http://schemas.microsoft.com/office/drawing/2014/main" id="{A4DAA8DE-AA9D-8A7E-FAD7-36298F1BFDDD}"/>
                    </a:ext>
                  </a:extLst>
                </p:cNvPr>
                <p:cNvPicPr/>
                <p:nvPr/>
              </p:nvPicPr>
              <p:blipFill>
                <a:blip r:embed="rId21"/>
                <a:stretch>
                  <a:fillRect/>
                </a:stretch>
              </p:blipFill>
              <p:spPr>
                <a:xfrm>
                  <a:off x="1211865" y="789495"/>
                  <a:ext cx="1149840" cy="437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96F429C3-181A-6CBD-2956-E968EF190B17}"/>
                    </a:ext>
                  </a:extLst>
                </p14:cNvPr>
                <p14:cNvContentPartPr/>
                <p14:nvPr/>
              </p14:nvContentPartPr>
              <p14:xfrm>
                <a:off x="1989825" y="812895"/>
                <a:ext cx="355680" cy="315000"/>
              </p14:xfrm>
            </p:contentPart>
          </mc:Choice>
          <mc:Fallback xmlns="">
            <p:pic>
              <p:nvPicPr>
                <p:cNvPr id="14" name="Ink 13">
                  <a:extLst>
                    <a:ext uri="{FF2B5EF4-FFF2-40B4-BE49-F238E27FC236}">
                      <a16:creationId xmlns:a16="http://schemas.microsoft.com/office/drawing/2014/main" id="{96F429C3-181A-6CBD-2956-E968EF190B17}"/>
                    </a:ext>
                  </a:extLst>
                </p:cNvPr>
                <p:cNvPicPr/>
                <p:nvPr/>
              </p:nvPicPr>
              <p:blipFill>
                <a:blip r:embed="rId23"/>
                <a:stretch>
                  <a:fillRect/>
                </a:stretch>
              </p:blipFill>
              <p:spPr>
                <a:xfrm>
                  <a:off x="1983705" y="806775"/>
                  <a:ext cx="36792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F7121377-7C1D-9DAD-FEC3-9AA8D36ADA94}"/>
                    </a:ext>
                  </a:extLst>
                </p14:cNvPr>
                <p14:cNvContentPartPr/>
                <p14:nvPr/>
              </p14:nvContentPartPr>
              <p14:xfrm>
                <a:off x="2830065" y="414735"/>
                <a:ext cx="313560" cy="1412640"/>
              </p14:xfrm>
            </p:contentPart>
          </mc:Choice>
          <mc:Fallback xmlns="">
            <p:pic>
              <p:nvPicPr>
                <p:cNvPr id="16" name="Ink 15">
                  <a:extLst>
                    <a:ext uri="{FF2B5EF4-FFF2-40B4-BE49-F238E27FC236}">
                      <a16:creationId xmlns:a16="http://schemas.microsoft.com/office/drawing/2014/main" id="{F7121377-7C1D-9DAD-FEC3-9AA8D36ADA94}"/>
                    </a:ext>
                  </a:extLst>
                </p:cNvPr>
                <p:cNvPicPr/>
                <p:nvPr/>
              </p:nvPicPr>
              <p:blipFill>
                <a:blip r:embed="rId25"/>
                <a:stretch>
                  <a:fillRect/>
                </a:stretch>
              </p:blipFill>
              <p:spPr>
                <a:xfrm>
                  <a:off x="2823945" y="408615"/>
                  <a:ext cx="325800" cy="1424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D919862C-95F5-9230-8E1E-B7CA6FD48AB2}"/>
                    </a:ext>
                  </a:extLst>
                </p14:cNvPr>
                <p14:cNvContentPartPr/>
                <p14:nvPr/>
              </p14:nvContentPartPr>
              <p14:xfrm>
                <a:off x="3127065" y="443535"/>
                <a:ext cx="1305360" cy="81720"/>
              </p14:xfrm>
            </p:contentPart>
          </mc:Choice>
          <mc:Fallback xmlns="">
            <p:pic>
              <p:nvPicPr>
                <p:cNvPr id="17" name="Ink 16">
                  <a:extLst>
                    <a:ext uri="{FF2B5EF4-FFF2-40B4-BE49-F238E27FC236}">
                      <a16:creationId xmlns:a16="http://schemas.microsoft.com/office/drawing/2014/main" id="{D919862C-95F5-9230-8E1E-B7CA6FD48AB2}"/>
                    </a:ext>
                  </a:extLst>
                </p:cNvPr>
                <p:cNvPicPr/>
                <p:nvPr/>
              </p:nvPicPr>
              <p:blipFill>
                <a:blip r:embed="rId27"/>
                <a:stretch>
                  <a:fillRect/>
                </a:stretch>
              </p:blipFill>
              <p:spPr>
                <a:xfrm>
                  <a:off x="3120945" y="437415"/>
                  <a:ext cx="13176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B2375337-C924-B902-2898-94178D3BEF8F}"/>
                    </a:ext>
                  </a:extLst>
                </p14:cNvPr>
                <p14:cNvContentPartPr/>
                <p14:nvPr/>
              </p14:nvContentPartPr>
              <p14:xfrm>
                <a:off x="2833665" y="1717215"/>
                <a:ext cx="1881720" cy="88920"/>
              </p14:xfrm>
            </p:contentPart>
          </mc:Choice>
          <mc:Fallback xmlns="">
            <p:pic>
              <p:nvPicPr>
                <p:cNvPr id="18" name="Ink 17">
                  <a:extLst>
                    <a:ext uri="{FF2B5EF4-FFF2-40B4-BE49-F238E27FC236}">
                      <a16:creationId xmlns:a16="http://schemas.microsoft.com/office/drawing/2014/main" id="{B2375337-C924-B902-2898-94178D3BEF8F}"/>
                    </a:ext>
                  </a:extLst>
                </p:cNvPr>
                <p:cNvPicPr/>
                <p:nvPr/>
              </p:nvPicPr>
              <p:blipFill>
                <a:blip r:embed="rId29"/>
                <a:stretch>
                  <a:fillRect/>
                </a:stretch>
              </p:blipFill>
              <p:spPr>
                <a:xfrm>
                  <a:off x="2827545" y="1711095"/>
                  <a:ext cx="189396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516834D7-F002-7F65-C414-8AAFF0C281A0}"/>
                    </a:ext>
                  </a:extLst>
                </p14:cNvPr>
                <p14:cNvContentPartPr/>
                <p14:nvPr/>
              </p14:nvContentPartPr>
              <p14:xfrm>
                <a:off x="4324785" y="405375"/>
                <a:ext cx="650880" cy="57960"/>
              </p14:xfrm>
            </p:contentPart>
          </mc:Choice>
          <mc:Fallback xmlns="">
            <p:pic>
              <p:nvPicPr>
                <p:cNvPr id="19" name="Ink 18">
                  <a:extLst>
                    <a:ext uri="{FF2B5EF4-FFF2-40B4-BE49-F238E27FC236}">
                      <a16:creationId xmlns:a16="http://schemas.microsoft.com/office/drawing/2014/main" id="{516834D7-F002-7F65-C414-8AAFF0C281A0}"/>
                    </a:ext>
                  </a:extLst>
                </p:cNvPr>
                <p:cNvPicPr/>
                <p:nvPr/>
              </p:nvPicPr>
              <p:blipFill>
                <a:blip r:embed="rId31"/>
                <a:stretch>
                  <a:fillRect/>
                </a:stretch>
              </p:blipFill>
              <p:spPr>
                <a:xfrm>
                  <a:off x="4318665" y="399255"/>
                  <a:ext cx="6631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E427755F-556E-42AE-A387-26B77CF50489}"/>
                    </a:ext>
                  </a:extLst>
                </p14:cNvPr>
                <p14:cNvContentPartPr/>
                <p14:nvPr/>
              </p14:nvContentPartPr>
              <p14:xfrm>
                <a:off x="4707105" y="409695"/>
                <a:ext cx="41040" cy="209160"/>
              </p14:xfrm>
            </p:contentPart>
          </mc:Choice>
          <mc:Fallback xmlns="">
            <p:pic>
              <p:nvPicPr>
                <p:cNvPr id="20" name="Ink 19">
                  <a:extLst>
                    <a:ext uri="{FF2B5EF4-FFF2-40B4-BE49-F238E27FC236}">
                      <a16:creationId xmlns:a16="http://schemas.microsoft.com/office/drawing/2014/main" id="{E427755F-556E-42AE-A387-26B77CF50489}"/>
                    </a:ext>
                  </a:extLst>
                </p:cNvPr>
                <p:cNvPicPr/>
                <p:nvPr/>
              </p:nvPicPr>
              <p:blipFill>
                <a:blip r:embed="rId33"/>
                <a:stretch>
                  <a:fillRect/>
                </a:stretch>
              </p:blipFill>
              <p:spPr>
                <a:xfrm>
                  <a:off x="4700985" y="403575"/>
                  <a:ext cx="532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FDE3A949-D403-925E-7700-C33F199E3A96}"/>
                    </a:ext>
                  </a:extLst>
                </p14:cNvPr>
                <p14:cNvContentPartPr/>
                <p14:nvPr/>
              </p14:nvContentPartPr>
              <p14:xfrm>
                <a:off x="4841745" y="522735"/>
                <a:ext cx="331920" cy="246240"/>
              </p14:xfrm>
            </p:contentPart>
          </mc:Choice>
          <mc:Fallback xmlns="">
            <p:pic>
              <p:nvPicPr>
                <p:cNvPr id="21" name="Ink 20">
                  <a:extLst>
                    <a:ext uri="{FF2B5EF4-FFF2-40B4-BE49-F238E27FC236}">
                      <a16:creationId xmlns:a16="http://schemas.microsoft.com/office/drawing/2014/main" id="{FDE3A949-D403-925E-7700-C33F199E3A96}"/>
                    </a:ext>
                  </a:extLst>
                </p:cNvPr>
                <p:cNvPicPr/>
                <p:nvPr/>
              </p:nvPicPr>
              <p:blipFill>
                <a:blip r:embed="rId35"/>
                <a:stretch>
                  <a:fillRect/>
                </a:stretch>
              </p:blipFill>
              <p:spPr>
                <a:xfrm>
                  <a:off x="4835625" y="516615"/>
                  <a:ext cx="3441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5AD6612E-92D2-816F-F013-EE932FD362C7}"/>
                    </a:ext>
                  </a:extLst>
                </p14:cNvPr>
                <p14:cNvContentPartPr/>
                <p14:nvPr/>
              </p14:nvContentPartPr>
              <p14:xfrm>
                <a:off x="5244945" y="510495"/>
                <a:ext cx="370440" cy="142200"/>
              </p14:xfrm>
            </p:contentPart>
          </mc:Choice>
          <mc:Fallback xmlns="">
            <p:pic>
              <p:nvPicPr>
                <p:cNvPr id="22" name="Ink 21">
                  <a:extLst>
                    <a:ext uri="{FF2B5EF4-FFF2-40B4-BE49-F238E27FC236}">
                      <a16:creationId xmlns:a16="http://schemas.microsoft.com/office/drawing/2014/main" id="{5AD6612E-92D2-816F-F013-EE932FD362C7}"/>
                    </a:ext>
                  </a:extLst>
                </p:cNvPr>
                <p:cNvPicPr/>
                <p:nvPr/>
              </p:nvPicPr>
              <p:blipFill>
                <a:blip r:embed="rId37"/>
                <a:stretch>
                  <a:fillRect/>
                </a:stretch>
              </p:blipFill>
              <p:spPr>
                <a:xfrm>
                  <a:off x="5238825" y="504375"/>
                  <a:ext cx="3826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1C188AD3-E701-C3AA-E5CE-8ADA6D08283E}"/>
                    </a:ext>
                  </a:extLst>
                </p14:cNvPr>
                <p14:cNvContentPartPr/>
                <p14:nvPr/>
              </p14:nvContentPartPr>
              <p14:xfrm>
                <a:off x="5727345" y="323295"/>
                <a:ext cx="40320" cy="31320"/>
              </p14:xfrm>
            </p:contentPart>
          </mc:Choice>
          <mc:Fallback xmlns="">
            <p:pic>
              <p:nvPicPr>
                <p:cNvPr id="23" name="Ink 22">
                  <a:extLst>
                    <a:ext uri="{FF2B5EF4-FFF2-40B4-BE49-F238E27FC236}">
                      <a16:creationId xmlns:a16="http://schemas.microsoft.com/office/drawing/2014/main" id="{1C188AD3-E701-C3AA-E5CE-8ADA6D08283E}"/>
                    </a:ext>
                  </a:extLst>
                </p:cNvPr>
                <p:cNvPicPr/>
                <p:nvPr/>
              </p:nvPicPr>
              <p:blipFill>
                <a:blip r:embed="rId39"/>
                <a:stretch>
                  <a:fillRect/>
                </a:stretch>
              </p:blipFill>
              <p:spPr>
                <a:xfrm>
                  <a:off x="5721225" y="317175"/>
                  <a:ext cx="52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C50177F9-A3CF-D14A-E9EC-E980FFEB71FB}"/>
                    </a:ext>
                  </a:extLst>
                </p14:cNvPr>
                <p14:cNvContentPartPr/>
                <p14:nvPr/>
              </p14:nvContentPartPr>
              <p14:xfrm>
                <a:off x="5761545" y="501135"/>
                <a:ext cx="293040" cy="201240"/>
              </p14:xfrm>
            </p:contentPart>
          </mc:Choice>
          <mc:Fallback xmlns="">
            <p:pic>
              <p:nvPicPr>
                <p:cNvPr id="24" name="Ink 23">
                  <a:extLst>
                    <a:ext uri="{FF2B5EF4-FFF2-40B4-BE49-F238E27FC236}">
                      <a16:creationId xmlns:a16="http://schemas.microsoft.com/office/drawing/2014/main" id="{C50177F9-A3CF-D14A-E9EC-E980FFEB71FB}"/>
                    </a:ext>
                  </a:extLst>
                </p:cNvPr>
                <p:cNvPicPr/>
                <p:nvPr/>
              </p:nvPicPr>
              <p:blipFill>
                <a:blip r:embed="rId41"/>
                <a:stretch>
                  <a:fillRect/>
                </a:stretch>
              </p:blipFill>
              <p:spPr>
                <a:xfrm>
                  <a:off x="5755425" y="495015"/>
                  <a:ext cx="30528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68301140-8D15-8300-79B5-0BD8B1660CE4}"/>
                    </a:ext>
                  </a:extLst>
                </p14:cNvPr>
                <p14:cNvContentPartPr/>
                <p14:nvPr/>
              </p14:nvContentPartPr>
              <p14:xfrm>
                <a:off x="6052785" y="461535"/>
                <a:ext cx="13320" cy="141840"/>
              </p14:xfrm>
            </p:contentPart>
          </mc:Choice>
          <mc:Fallback xmlns="">
            <p:pic>
              <p:nvPicPr>
                <p:cNvPr id="25" name="Ink 24">
                  <a:extLst>
                    <a:ext uri="{FF2B5EF4-FFF2-40B4-BE49-F238E27FC236}">
                      <a16:creationId xmlns:a16="http://schemas.microsoft.com/office/drawing/2014/main" id="{68301140-8D15-8300-79B5-0BD8B1660CE4}"/>
                    </a:ext>
                  </a:extLst>
                </p:cNvPr>
                <p:cNvPicPr/>
                <p:nvPr/>
              </p:nvPicPr>
              <p:blipFill>
                <a:blip r:embed="rId43"/>
                <a:stretch>
                  <a:fillRect/>
                </a:stretch>
              </p:blipFill>
              <p:spPr>
                <a:xfrm>
                  <a:off x="6046665" y="455415"/>
                  <a:ext cx="255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BCA6AF13-F42C-76A6-E931-AA5CBF25D9C5}"/>
                    </a:ext>
                  </a:extLst>
                </p14:cNvPr>
                <p14:cNvContentPartPr/>
                <p14:nvPr/>
              </p14:nvContentPartPr>
              <p14:xfrm>
                <a:off x="6227025" y="307815"/>
                <a:ext cx="32400" cy="35280"/>
              </p14:xfrm>
            </p:contentPart>
          </mc:Choice>
          <mc:Fallback xmlns="">
            <p:pic>
              <p:nvPicPr>
                <p:cNvPr id="26" name="Ink 25">
                  <a:extLst>
                    <a:ext uri="{FF2B5EF4-FFF2-40B4-BE49-F238E27FC236}">
                      <a16:creationId xmlns:a16="http://schemas.microsoft.com/office/drawing/2014/main" id="{BCA6AF13-F42C-76A6-E931-AA5CBF25D9C5}"/>
                    </a:ext>
                  </a:extLst>
                </p:cNvPr>
                <p:cNvPicPr/>
                <p:nvPr/>
              </p:nvPicPr>
              <p:blipFill>
                <a:blip r:embed="rId45"/>
                <a:stretch>
                  <a:fillRect/>
                </a:stretch>
              </p:blipFill>
              <p:spPr>
                <a:xfrm>
                  <a:off x="6220905" y="301695"/>
                  <a:ext cx="446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6DEB8919-18AF-1765-BD1D-B540CB7EA825}"/>
                    </a:ext>
                  </a:extLst>
                </p14:cNvPr>
                <p14:cNvContentPartPr/>
                <p14:nvPr/>
              </p14:nvContentPartPr>
              <p14:xfrm>
                <a:off x="6292185" y="445695"/>
                <a:ext cx="542160" cy="543240"/>
              </p14:xfrm>
            </p:contentPart>
          </mc:Choice>
          <mc:Fallback xmlns="">
            <p:pic>
              <p:nvPicPr>
                <p:cNvPr id="27" name="Ink 26">
                  <a:extLst>
                    <a:ext uri="{FF2B5EF4-FFF2-40B4-BE49-F238E27FC236}">
                      <a16:creationId xmlns:a16="http://schemas.microsoft.com/office/drawing/2014/main" id="{6DEB8919-18AF-1765-BD1D-B540CB7EA825}"/>
                    </a:ext>
                  </a:extLst>
                </p:cNvPr>
                <p:cNvPicPr/>
                <p:nvPr/>
              </p:nvPicPr>
              <p:blipFill>
                <a:blip r:embed="rId47"/>
                <a:stretch>
                  <a:fillRect/>
                </a:stretch>
              </p:blipFill>
              <p:spPr>
                <a:xfrm>
                  <a:off x="6286065" y="439575"/>
                  <a:ext cx="55440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DE59C562-F1DF-14A9-2812-1464F23C7864}"/>
                    </a:ext>
                  </a:extLst>
                </p14:cNvPr>
                <p14:cNvContentPartPr/>
                <p14:nvPr/>
              </p14:nvContentPartPr>
              <p14:xfrm>
                <a:off x="4779825" y="1424175"/>
                <a:ext cx="595800" cy="77400"/>
              </p14:xfrm>
            </p:contentPart>
          </mc:Choice>
          <mc:Fallback xmlns="">
            <p:pic>
              <p:nvPicPr>
                <p:cNvPr id="29" name="Ink 28">
                  <a:extLst>
                    <a:ext uri="{FF2B5EF4-FFF2-40B4-BE49-F238E27FC236}">
                      <a16:creationId xmlns:a16="http://schemas.microsoft.com/office/drawing/2014/main" id="{DE59C562-F1DF-14A9-2812-1464F23C7864}"/>
                    </a:ext>
                  </a:extLst>
                </p:cNvPr>
                <p:cNvPicPr/>
                <p:nvPr/>
              </p:nvPicPr>
              <p:blipFill>
                <a:blip r:embed="rId49"/>
                <a:stretch>
                  <a:fillRect/>
                </a:stretch>
              </p:blipFill>
              <p:spPr>
                <a:xfrm>
                  <a:off x="4773705" y="1418055"/>
                  <a:ext cx="6080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A5DF18DB-2FF3-2CA2-E34D-A246EB818526}"/>
                    </a:ext>
                  </a:extLst>
                </p14:cNvPr>
                <p14:cNvContentPartPr/>
                <p14:nvPr/>
              </p14:nvContentPartPr>
              <p14:xfrm>
                <a:off x="5054145" y="1533975"/>
                <a:ext cx="107640" cy="257400"/>
              </p14:xfrm>
            </p:contentPart>
          </mc:Choice>
          <mc:Fallback xmlns="">
            <p:pic>
              <p:nvPicPr>
                <p:cNvPr id="30" name="Ink 29">
                  <a:extLst>
                    <a:ext uri="{FF2B5EF4-FFF2-40B4-BE49-F238E27FC236}">
                      <a16:creationId xmlns:a16="http://schemas.microsoft.com/office/drawing/2014/main" id="{A5DF18DB-2FF3-2CA2-E34D-A246EB818526}"/>
                    </a:ext>
                  </a:extLst>
                </p:cNvPr>
                <p:cNvPicPr/>
                <p:nvPr/>
              </p:nvPicPr>
              <p:blipFill>
                <a:blip r:embed="rId51"/>
                <a:stretch>
                  <a:fillRect/>
                </a:stretch>
              </p:blipFill>
              <p:spPr>
                <a:xfrm>
                  <a:off x="5048025" y="1527855"/>
                  <a:ext cx="1198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F9A8ECF6-C2E2-B70A-03F0-342FFA743313}"/>
                    </a:ext>
                  </a:extLst>
                </p14:cNvPr>
                <p14:cNvContentPartPr/>
                <p14:nvPr/>
              </p14:nvContentPartPr>
              <p14:xfrm>
                <a:off x="5476065" y="1568175"/>
                <a:ext cx="445680" cy="308880"/>
              </p14:xfrm>
            </p:contentPart>
          </mc:Choice>
          <mc:Fallback xmlns="">
            <p:pic>
              <p:nvPicPr>
                <p:cNvPr id="31" name="Ink 30">
                  <a:extLst>
                    <a:ext uri="{FF2B5EF4-FFF2-40B4-BE49-F238E27FC236}">
                      <a16:creationId xmlns:a16="http://schemas.microsoft.com/office/drawing/2014/main" id="{F9A8ECF6-C2E2-B70A-03F0-342FFA743313}"/>
                    </a:ext>
                  </a:extLst>
                </p:cNvPr>
                <p:cNvPicPr/>
                <p:nvPr/>
              </p:nvPicPr>
              <p:blipFill>
                <a:blip r:embed="rId53"/>
                <a:stretch>
                  <a:fillRect/>
                </a:stretch>
              </p:blipFill>
              <p:spPr>
                <a:xfrm>
                  <a:off x="5469945" y="1562055"/>
                  <a:ext cx="45792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EF60AD11-4695-4DF0-D1BF-EB42AD522304}"/>
                    </a:ext>
                  </a:extLst>
                </p14:cNvPr>
                <p14:cNvContentPartPr/>
                <p14:nvPr/>
              </p14:nvContentPartPr>
              <p14:xfrm>
                <a:off x="6081585" y="1392135"/>
                <a:ext cx="72360" cy="372600"/>
              </p14:xfrm>
            </p:contentPart>
          </mc:Choice>
          <mc:Fallback xmlns="">
            <p:pic>
              <p:nvPicPr>
                <p:cNvPr id="32" name="Ink 31">
                  <a:extLst>
                    <a:ext uri="{FF2B5EF4-FFF2-40B4-BE49-F238E27FC236}">
                      <a16:creationId xmlns:a16="http://schemas.microsoft.com/office/drawing/2014/main" id="{EF60AD11-4695-4DF0-D1BF-EB42AD522304}"/>
                    </a:ext>
                  </a:extLst>
                </p:cNvPr>
                <p:cNvPicPr/>
                <p:nvPr/>
              </p:nvPicPr>
              <p:blipFill>
                <a:blip r:embed="rId55"/>
                <a:stretch>
                  <a:fillRect/>
                </a:stretch>
              </p:blipFill>
              <p:spPr>
                <a:xfrm>
                  <a:off x="6075465" y="1386015"/>
                  <a:ext cx="8460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Ink 32">
                  <a:extLst>
                    <a:ext uri="{FF2B5EF4-FFF2-40B4-BE49-F238E27FC236}">
                      <a16:creationId xmlns:a16="http://schemas.microsoft.com/office/drawing/2014/main" id="{A0023C35-A29D-3A0B-4749-48D5716AD79D}"/>
                    </a:ext>
                  </a:extLst>
                </p14:cNvPr>
                <p14:cNvContentPartPr/>
                <p14:nvPr/>
              </p14:nvContentPartPr>
              <p14:xfrm>
                <a:off x="5921745" y="1596615"/>
                <a:ext cx="415440" cy="123840"/>
              </p14:xfrm>
            </p:contentPart>
          </mc:Choice>
          <mc:Fallback xmlns="">
            <p:pic>
              <p:nvPicPr>
                <p:cNvPr id="33" name="Ink 32">
                  <a:extLst>
                    <a:ext uri="{FF2B5EF4-FFF2-40B4-BE49-F238E27FC236}">
                      <a16:creationId xmlns:a16="http://schemas.microsoft.com/office/drawing/2014/main" id="{A0023C35-A29D-3A0B-4749-48D5716AD79D}"/>
                    </a:ext>
                  </a:extLst>
                </p:cNvPr>
                <p:cNvPicPr/>
                <p:nvPr/>
              </p:nvPicPr>
              <p:blipFill>
                <a:blip r:embed="rId57"/>
                <a:stretch>
                  <a:fillRect/>
                </a:stretch>
              </p:blipFill>
              <p:spPr>
                <a:xfrm>
                  <a:off x="5915625" y="1590495"/>
                  <a:ext cx="42768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D8B269EC-5AF0-619B-FD30-9F2433E6DF7B}"/>
                    </a:ext>
                  </a:extLst>
                </p14:cNvPr>
                <p14:cNvContentPartPr/>
                <p14:nvPr/>
              </p14:nvContentPartPr>
              <p14:xfrm>
                <a:off x="139425" y="2251095"/>
                <a:ext cx="471240" cy="354960"/>
              </p14:xfrm>
            </p:contentPart>
          </mc:Choice>
          <mc:Fallback xmlns="">
            <p:pic>
              <p:nvPicPr>
                <p:cNvPr id="35" name="Ink 34">
                  <a:extLst>
                    <a:ext uri="{FF2B5EF4-FFF2-40B4-BE49-F238E27FC236}">
                      <a16:creationId xmlns:a16="http://schemas.microsoft.com/office/drawing/2014/main" id="{D8B269EC-5AF0-619B-FD30-9F2433E6DF7B}"/>
                    </a:ext>
                  </a:extLst>
                </p:cNvPr>
                <p:cNvPicPr/>
                <p:nvPr/>
              </p:nvPicPr>
              <p:blipFill>
                <a:blip r:embed="rId59"/>
                <a:stretch>
                  <a:fillRect/>
                </a:stretch>
              </p:blipFill>
              <p:spPr>
                <a:xfrm>
                  <a:off x="133305" y="2244975"/>
                  <a:ext cx="48348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F767A69E-ABE8-D76B-E908-476022CB5AAE}"/>
                    </a:ext>
                  </a:extLst>
                </p14:cNvPr>
                <p14:cNvContentPartPr/>
                <p14:nvPr/>
              </p14:nvContentPartPr>
              <p14:xfrm>
                <a:off x="361185" y="2237775"/>
                <a:ext cx="539640" cy="222840"/>
              </p14:xfrm>
            </p:contentPart>
          </mc:Choice>
          <mc:Fallback xmlns="">
            <p:pic>
              <p:nvPicPr>
                <p:cNvPr id="36" name="Ink 35">
                  <a:extLst>
                    <a:ext uri="{FF2B5EF4-FFF2-40B4-BE49-F238E27FC236}">
                      <a16:creationId xmlns:a16="http://schemas.microsoft.com/office/drawing/2014/main" id="{F767A69E-ABE8-D76B-E908-476022CB5AAE}"/>
                    </a:ext>
                  </a:extLst>
                </p:cNvPr>
                <p:cNvPicPr/>
                <p:nvPr/>
              </p:nvPicPr>
              <p:blipFill>
                <a:blip r:embed="rId61"/>
                <a:stretch>
                  <a:fillRect/>
                </a:stretch>
              </p:blipFill>
              <p:spPr>
                <a:xfrm>
                  <a:off x="355065" y="2231655"/>
                  <a:ext cx="55188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AC5CCAB6-5A4B-04B7-C538-A1B6408C0092}"/>
                    </a:ext>
                  </a:extLst>
                </p14:cNvPr>
                <p14:cNvContentPartPr/>
                <p14:nvPr/>
              </p14:nvContentPartPr>
              <p14:xfrm>
                <a:off x="1037625" y="2036895"/>
                <a:ext cx="234720" cy="167040"/>
              </p14:xfrm>
            </p:contentPart>
          </mc:Choice>
          <mc:Fallback xmlns="">
            <p:pic>
              <p:nvPicPr>
                <p:cNvPr id="37" name="Ink 36">
                  <a:extLst>
                    <a:ext uri="{FF2B5EF4-FFF2-40B4-BE49-F238E27FC236}">
                      <a16:creationId xmlns:a16="http://schemas.microsoft.com/office/drawing/2014/main" id="{AC5CCAB6-5A4B-04B7-C538-A1B6408C0092}"/>
                    </a:ext>
                  </a:extLst>
                </p:cNvPr>
                <p:cNvPicPr/>
                <p:nvPr/>
              </p:nvPicPr>
              <p:blipFill>
                <a:blip r:embed="rId63"/>
                <a:stretch>
                  <a:fillRect/>
                </a:stretch>
              </p:blipFill>
              <p:spPr>
                <a:xfrm>
                  <a:off x="1031505" y="2030775"/>
                  <a:ext cx="24696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BF6B546B-6764-50FD-B0D5-C6CB5AF64318}"/>
                    </a:ext>
                  </a:extLst>
                </p14:cNvPr>
                <p14:cNvContentPartPr/>
                <p14:nvPr/>
              </p14:nvContentPartPr>
              <p14:xfrm>
                <a:off x="1340385" y="1745295"/>
                <a:ext cx="272520" cy="357120"/>
              </p14:xfrm>
            </p:contentPart>
          </mc:Choice>
          <mc:Fallback xmlns="">
            <p:pic>
              <p:nvPicPr>
                <p:cNvPr id="38" name="Ink 37">
                  <a:extLst>
                    <a:ext uri="{FF2B5EF4-FFF2-40B4-BE49-F238E27FC236}">
                      <a16:creationId xmlns:a16="http://schemas.microsoft.com/office/drawing/2014/main" id="{BF6B546B-6764-50FD-B0D5-C6CB5AF64318}"/>
                    </a:ext>
                  </a:extLst>
                </p:cNvPr>
                <p:cNvPicPr/>
                <p:nvPr/>
              </p:nvPicPr>
              <p:blipFill>
                <a:blip r:embed="rId65"/>
                <a:stretch>
                  <a:fillRect/>
                </a:stretch>
              </p:blipFill>
              <p:spPr>
                <a:xfrm>
                  <a:off x="1334265" y="1739175"/>
                  <a:ext cx="28476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8EB6F738-02D5-9064-633D-8472E2EB3705}"/>
                    </a:ext>
                  </a:extLst>
                </p14:cNvPr>
                <p14:cNvContentPartPr/>
                <p14:nvPr/>
              </p14:nvContentPartPr>
              <p14:xfrm>
                <a:off x="1565745" y="1697055"/>
                <a:ext cx="289440" cy="270360"/>
              </p14:xfrm>
            </p:contentPart>
          </mc:Choice>
          <mc:Fallback xmlns="">
            <p:pic>
              <p:nvPicPr>
                <p:cNvPr id="39" name="Ink 38">
                  <a:extLst>
                    <a:ext uri="{FF2B5EF4-FFF2-40B4-BE49-F238E27FC236}">
                      <a16:creationId xmlns:a16="http://schemas.microsoft.com/office/drawing/2014/main" id="{8EB6F738-02D5-9064-633D-8472E2EB3705}"/>
                    </a:ext>
                  </a:extLst>
                </p:cNvPr>
                <p:cNvPicPr/>
                <p:nvPr/>
              </p:nvPicPr>
              <p:blipFill>
                <a:blip r:embed="rId67"/>
                <a:stretch>
                  <a:fillRect/>
                </a:stretch>
              </p:blipFill>
              <p:spPr>
                <a:xfrm>
                  <a:off x="1559625" y="1690935"/>
                  <a:ext cx="30168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451AA393-F2FD-032F-6BE8-6A64247BB669}"/>
                    </a:ext>
                  </a:extLst>
                </p14:cNvPr>
                <p14:cNvContentPartPr/>
                <p14:nvPr/>
              </p14:nvContentPartPr>
              <p14:xfrm>
                <a:off x="284865" y="1301775"/>
                <a:ext cx="2015640" cy="1464480"/>
              </p14:xfrm>
            </p:contentPart>
          </mc:Choice>
          <mc:Fallback xmlns="">
            <p:pic>
              <p:nvPicPr>
                <p:cNvPr id="40" name="Ink 39">
                  <a:extLst>
                    <a:ext uri="{FF2B5EF4-FFF2-40B4-BE49-F238E27FC236}">
                      <a16:creationId xmlns:a16="http://schemas.microsoft.com/office/drawing/2014/main" id="{451AA393-F2FD-032F-6BE8-6A64247BB669}"/>
                    </a:ext>
                  </a:extLst>
                </p:cNvPr>
                <p:cNvPicPr/>
                <p:nvPr/>
              </p:nvPicPr>
              <p:blipFill>
                <a:blip r:embed="rId69"/>
                <a:stretch>
                  <a:fillRect/>
                </a:stretch>
              </p:blipFill>
              <p:spPr>
                <a:xfrm>
                  <a:off x="278745" y="1295655"/>
                  <a:ext cx="2027880" cy="14767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1" name="Ink 40">
                  <a:extLst>
                    <a:ext uri="{FF2B5EF4-FFF2-40B4-BE49-F238E27FC236}">
                      <a16:creationId xmlns:a16="http://schemas.microsoft.com/office/drawing/2014/main" id="{95B76B0F-6E71-CD3D-A0E0-8520ECBE12CE}"/>
                    </a:ext>
                  </a:extLst>
                </p14:cNvPr>
                <p14:cNvContentPartPr/>
                <p14:nvPr/>
              </p14:nvContentPartPr>
              <p14:xfrm>
                <a:off x="2074425" y="1854735"/>
                <a:ext cx="12960" cy="9720"/>
              </p14:xfrm>
            </p:contentPart>
          </mc:Choice>
          <mc:Fallback xmlns="">
            <p:pic>
              <p:nvPicPr>
                <p:cNvPr id="41" name="Ink 40">
                  <a:extLst>
                    <a:ext uri="{FF2B5EF4-FFF2-40B4-BE49-F238E27FC236}">
                      <a16:creationId xmlns:a16="http://schemas.microsoft.com/office/drawing/2014/main" id="{95B76B0F-6E71-CD3D-A0E0-8520ECBE12CE}"/>
                    </a:ext>
                  </a:extLst>
                </p:cNvPr>
                <p:cNvPicPr/>
                <p:nvPr/>
              </p:nvPicPr>
              <p:blipFill>
                <a:blip r:embed="rId71"/>
                <a:stretch>
                  <a:fillRect/>
                </a:stretch>
              </p:blipFill>
              <p:spPr>
                <a:xfrm>
                  <a:off x="2068305" y="1848615"/>
                  <a:ext cx="25200" cy="21960"/>
                </a:xfrm>
                <a:prstGeom prst="rect">
                  <a:avLst/>
                </a:prstGeom>
              </p:spPr>
            </p:pic>
          </mc:Fallback>
        </mc:AlternateContent>
      </p:grpSp>
      <p:grpSp>
        <p:nvGrpSpPr>
          <p:cNvPr id="53" name="Group 52">
            <a:extLst>
              <a:ext uri="{FF2B5EF4-FFF2-40B4-BE49-F238E27FC236}">
                <a16:creationId xmlns:a16="http://schemas.microsoft.com/office/drawing/2014/main" id="{9B6F8BD8-F77D-B068-CF12-A4C16EE007AA}"/>
              </a:ext>
            </a:extLst>
          </p:cNvPr>
          <p:cNvGrpSpPr/>
          <p:nvPr/>
        </p:nvGrpSpPr>
        <p:grpSpPr>
          <a:xfrm>
            <a:off x="6772425" y="1086495"/>
            <a:ext cx="1798920" cy="796680"/>
            <a:chOff x="6772425" y="1086495"/>
            <a:chExt cx="1798920" cy="796680"/>
          </a:xfrm>
        </p:grpSpPr>
        <mc:AlternateContent xmlns:mc="http://schemas.openxmlformats.org/markup-compatibility/2006" xmlns:p14="http://schemas.microsoft.com/office/powerpoint/2010/main">
          <mc:Choice Requires="p14">
            <p:contentPart p14:bwMode="auto" r:id="rId72">
              <p14:nvContentPartPr>
                <p14:cNvPr id="49" name="Ink 48">
                  <a:extLst>
                    <a:ext uri="{FF2B5EF4-FFF2-40B4-BE49-F238E27FC236}">
                      <a16:creationId xmlns:a16="http://schemas.microsoft.com/office/drawing/2014/main" id="{28C76CD8-26F1-DA55-0080-FE1F97B0A6E9}"/>
                    </a:ext>
                  </a:extLst>
                </p14:cNvPr>
                <p14:cNvContentPartPr/>
                <p14:nvPr/>
              </p14:nvContentPartPr>
              <p14:xfrm>
                <a:off x="6772425" y="1410495"/>
                <a:ext cx="369000" cy="472680"/>
              </p14:xfrm>
            </p:contentPart>
          </mc:Choice>
          <mc:Fallback xmlns="">
            <p:pic>
              <p:nvPicPr>
                <p:cNvPr id="49" name="Ink 48">
                  <a:extLst>
                    <a:ext uri="{FF2B5EF4-FFF2-40B4-BE49-F238E27FC236}">
                      <a16:creationId xmlns:a16="http://schemas.microsoft.com/office/drawing/2014/main" id="{28C76CD8-26F1-DA55-0080-FE1F97B0A6E9}"/>
                    </a:ext>
                  </a:extLst>
                </p:cNvPr>
                <p:cNvPicPr/>
                <p:nvPr/>
              </p:nvPicPr>
              <p:blipFill>
                <a:blip r:embed="rId73"/>
                <a:stretch>
                  <a:fillRect/>
                </a:stretch>
              </p:blipFill>
              <p:spPr>
                <a:xfrm>
                  <a:off x="6766305" y="1404375"/>
                  <a:ext cx="38124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EAE6D1D6-95D8-E8B5-5ED4-2F6DE2F3F964}"/>
                    </a:ext>
                  </a:extLst>
                </p14:cNvPr>
                <p14:cNvContentPartPr/>
                <p14:nvPr/>
              </p14:nvContentPartPr>
              <p14:xfrm>
                <a:off x="7322505" y="1361895"/>
                <a:ext cx="235080" cy="343440"/>
              </p14:xfrm>
            </p:contentPart>
          </mc:Choice>
          <mc:Fallback xmlns="">
            <p:pic>
              <p:nvPicPr>
                <p:cNvPr id="50" name="Ink 49">
                  <a:extLst>
                    <a:ext uri="{FF2B5EF4-FFF2-40B4-BE49-F238E27FC236}">
                      <a16:creationId xmlns:a16="http://schemas.microsoft.com/office/drawing/2014/main" id="{EAE6D1D6-95D8-E8B5-5ED4-2F6DE2F3F964}"/>
                    </a:ext>
                  </a:extLst>
                </p:cNvPr>
                <p:cNvPicPr/>
                <p:nvPr/>
              </p:nvPicPr>
              <p:blipFill>
                <a:blip r:embed="rId75"/>
                <a:stretch>
                  <a:fillRect/>
                </a:stretch>
              </p:blipFill>
              <p:spPr>
                <a:xfrm>
                  <a:off x="7316385" y="1355775"/>
                  <a:ext cx="24732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 name="Ink 50">
                  <a:extLst>
                    <a:ext uri="{FF2B5EF4-FFF2-40B4-BE49-F238E27FC236}">
                      <a16:creationId xmlns:a16="http://schemas.microsoft.com/office/drawing/2014/main" id="{4CC04886-F22E-A954-40B5-AB50F7EEAEEA}"/>
                    </a:ext>
                  </a:extLst>
                </p14:cNvPr>
                <p14:cNvContentPartPr/>
                <p14:nvPr/>
              </p14:nvContentPartPr>
              <p14:xfrm>
                <a:off x="7780065" y="1283775"/>
                <a:ext cx="478800" cy="302400"/>
              </p14:xfrm>
            </p:contentPart>
          </mc:Choice>
          <mc:Fallback xmlns="">
            <p:pic>
              <p:nvPicPr>
                <p:cNvPr id="51" name="Ink 50">
                  <a:extLst>
                    <a:ext uri="{FF2B5EF4-FFF2-40B4-BE49-F238E27FC236}">
                      <a16:creationId xmlns:a16="http://schemas.microsoft.com/office/drawing/2014/main" id="{4CC04886-F22E-A954-40B5-AB50F7EEAEEA}"/>
                    </a:ext>
                  </a:extLst>
                </p:cNvPr>
                <p:cNvPicPr/>
                <p:nvPr/>
              </p:nvPicPr>
              <p:blipFill>
                <a:blip r:embed="rId77"/>
                <a:stretch>
                  <a:fillRect/>
                </a:stretch>
              </p:blipFill>
              <p:spPr>
                <a:xfrm>
                  <a:off x="7773945" y="1277655"/>
                  <a:ext cx="49104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2" name="Ink 51">
                  <a:extLst>
                    <a:ext uri="{FF2B5EF4-FFF2-40B4-BE49-F238E27FC236}">
                      <a16:creationId xmlns:a16="http://schemas.microsoft.com/office/drawing/2014/main" id="{63031CB2-4023-72A8-DF25-56DF0347A04E}"/>
                    </a:ext>
                  </a:extLst>
                </p14:cNvPr>
                <p14:cNvContentPartPr/>
                <p14:nvPr/>
              </p14:nvContentPartPr>
              <p14:xfrm>
                <a:off x="8076345" y="1086495"/>
                <a:ext cx="495000" cy="759600"/>
              </p14:xfrm>
            </p:contentPart>
          </mc:Choice>
          <mc:Fallback xmlns="">
            <p:pic>
              <p:nvPicPr>
                <p:cNvPr id="52" name="Ink 51">
                  <a:extLst>
                    <a:ext uri="{FF2B5EF4-FFF2-40B4-BE49-F238E27FC236}">
                      <a16:creationId xmlns:a16="http://schemas.microsoft.com/office/drawing/2014/main" id="{63031CB2-4023-72A8-DF25-56DF0347A04E}"/>
                    </a:ext>
                  </a:extLst>
                </p:cNvPr>
                <p:cNvPicPr/>
                <p:nvPr/>
              </p:nvPicPr>
              <p:blipFill>
                <a:blip r:embed="rId79"/>
                <a:stretch>
                  <a:fillRect/>
                </a:stretch>
              </p:blipFill>
              <p:spPr>
                <a:xfrm>
                  <a:off x="8070225" y="1080375"/>
                  <a:ext cx="507240" cy="771840"/>
                </a:xfrm>
                <a:prstGeom prst="rect">
                  <a:avLst/>
                </a:prstGeom>
              </p:spPr>
            </p:pic>
          </mc:Fallback>
        </mc:AlternateContent>
      </p:grpSp>
      <p:grpSp>
        <p:nvGrpSpPr>
          <p:cNvPr id="70" name="Group 69">
            <a:extLst>
              <a:ext uri="{FF2B5EF4-FFF2-40B4-BE49-F238E27FC236}">
                <a16:creationId xmlns:a16="http://schemas.microsoft.com/office/drawing/2014/main" id="{5EF64E85-4B19-B4A9-917F-56E157EE9F99}"/>
              </a:ext>
            </a:extLst>
          </p:cNvPr>
          <p:cNvGrpSpPr/>
          <p:nvPr/>
        </p:nvGrpSpPr>
        <p:grpSpPr>
          <a:xfrm>
            <a:off x="7026945" y="23415"/>
            <a:ext cx="4590360" cy="882360"/>
            <a:chOff x="7026945" y="23415"/>
            <a:chExt cx="4590360" cy="882360"/>
          </a:xfrm>
        </p:grpSpPr>
        <mc:AlternateContent xmlns:mc="http://schemas.openxmlformats.org/markup-compatibility/2006" xmlns:p14="http://schemas.microsoft.com/office/powerpoint/2010/main">
          <mc:Choice Requires="p14">
            <p:contentPart p14:bwMode="auto" r:id="rId80">
              <p14:nvContentPartPr>
                <p14:cNvPr id="43" name="Ink 42">
                  <a:extLst>
                    <a:ext uri="{FF2B5EF4-FFF2-40B4-BE49-F238E27FC236}">
                      <a16:creationId xmlns:a16="http://schemas.microsoft.com/office/drawing/2014/main" id="{724F7C9F-A5FB-85D1-28C7-42A807E0A127}"/>
                    </a:ext>
                  </a:extLst>
                </p14:cNvPr>
                <p14:cNvContentPartPr/>
                <p14:nvPr/>
              </p14:nvContentPartPr>
              <p14:xfrm>
                <a:off x="7026945" y="381975"/>
                <a:ext cx="280440" cy="330480"/>
              </p14:xfrm>
            </p:contentPart>
          </mc:Choice>
          <mc:Fallback xmlns="">
            <p:pic>
              <p:nvPicPr>
                <p:cNvPr id="43" name="Ink 42">
                  <a:extLst>
                    <a:ext uri="{FF2B5EF4-FFF2-40B4-BE49-F238E27FC236}">
                      <a16:creationId xmlns:a16="http://schemas.microsoft.com/office/drawing/2014/main" id="{724F7C9F-A5FB-85D1-28C7-42A807E0A127}"/>
                    </a:ext>
                  </a:extLst>
                </p:cNvPr>
                <p:cNvPicPr/>
                <p:nvPr/>
              </p:nvPicPr>
              <p:blipFill>
                <a:blip r:embed="rId81"/>
                <a:stretch>
                  <a:fillRect/>
                </a:stretch>
              </p:blipFill>
              <p:spPr>
                <a:xfrm>
                  <a:off x="7020825" y="375855"/>
                  <a:ext cx="29268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4" name="Ink 43">
                  <a:extLst>
                    <a:ext uri="{FF2B5EF4-FFF2-40B4-BE49-F238E27FC236}">
                      <a16:creationId xmlns:a16="http://schemas.microsoft.com/office/drawing/2014/main" id="{13C062AF-95DD-3511-BA68-23B79DD57604}"/>
                    </a:ext>
                  </a:extLst>
                </p14:cNvPr>
                <p14:cNvContentPartPr/>
                <p14:nvPr/>
              </p14:nvContentPartPr>
              <p14:xfrm>
                <a:off x="7569825" y="364335"/>
                <a:ext cx="183240" cy="293400"/>
              </p14:xfrm>
            </p:contentPart>
          </mc:Choice>
          <mc:Fallback xmlns="">
            <p:pic>
              <p:nvPicPr>
                <p:cNvPr id="44" name="Ink 43">
                  <a:extLst>
                    <a:ext uri="{FF2B5EF4-FFF2-40B4-BE49-F238E27FC236}">
                      <a16:creationId xmlns:a16="http://schemas.microsoft.com/office/drawing/2014/main" id="{13C062AF-95DD-3511-BA68-23B79DD57604}"/>
                    </a:ext>
                  </a:extLst>
                </p:cNvPr>
                <p:cNvPicPr/>
                <p:nvPr/>
              </p:nvPicPr>
              <p:blipFill>
                <a:blip r:embed="rId83"/>
                <a:stretch>
                  <a:fillRect/>
                </a:stretch>
              </p:blipFill>
              <p:spPr>
                <a:xfrm>
                  <a:off x="7563705" y="358215"/>
                  <a:ext cx="19548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5" name="Ink 44">
                  <a:extLst>
                    <a:ext uri="{FF2B5EF4-FFF2-40B4-BE49-F238E27FC236}">
                      <a16:creationId xmlns:a16="http://schemas.microsoft.com/office/drawing/2014/main" id="{70303486-6102-B862-CC69-7BDFF7350253}"/>
                    </a:ext>
                  </a:extLst>
                </p14:cNvPr>
                <p14:cNvContentPartPr/>
                <p14:nvPr/>
              </p14:nvContentPartPr>
              <p14:xfrm>
                <a:off x="7589265" y="454695"/>
                <a:ext cx="287280" cy="76320"/>
              </p14:xfrm>
            </p:contentPart>
          </mc:Choice>
          <mc:Fallback xmlns="">
            <p:pic>
              <p:nvPicPr>
                <p:cNvPr id="45" name="Ink 44">
                  <a:extLst>
                    <a:ext uri="{FF2B5EF4-FFF2-40B4-BE49-F238E27FC236}">
                      <a16:creationId xmlns:a16="http://schemas.microsoft.com/office/drawing/2014/main" id="{70303486-6102-B862-CC69-7BDFF7350253}"/>
                    </a:ext>
                  </a:extLst>
                </p:cNvPr>
                <p:cNvPicPr/>
                <p:nvPr/>
              </p:nvPicPr>
              <p:blipFill>
                <a:blip r:embed="rId85"/>
                <a:stretch>
                  <a:fillRect/>
                </a:stretch>
              </p:blipFill>
              <p:spPr>
                <a:xfrm>
                  <a:off x="7583145" y="448575"/>
                  <a:ext cx="2995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6" name="Ink 45">
                  <a:extLst>
                    <a:ext uri="{FF2B5EF4-FFF2-40B4-BE49-F238E27FC236}">
                      <a16:creationId xmlns:a16="http://schemas.microsoft.com/office/drawing/2014/main" id="{5225C950-785D-3CC1-D7E1-93D5173A2A68}"/>
                    </a:ext>
                  </a:extLst>
                </p14:cNvPr>
                <p14:cNvContentPartPr/>
                <p14:nvPr/>
              </p14:nvContentPartPr>
              <p14:xfrm>
                <a:off x="7918305" y="363615"/>
                <a:ext cx="555840" cy="221040"/>
              </p14:xfrm>
            </p:contentPart>
          </mc:Choice>
          <mc:Fallback xmlns="">
            <p:pic>
              <p:nvPicPr>
                <p:cNvPr id="46" name="Ink 45">
                  <a:extLst>
                    <a:ext uri="{FF2B5EF4-FFF2-40B4-BE49-F238E27FC236}">
                      <a16:creationId xmlns:a16="http://schemas.microsoft.com/office/drawing/2014/main" id="{5225C950-785D-3CC1-D7E1-93D5173A2A68}"/>
                    </a:ext>
                  </a:extLst>
                </p:cNvPr>
                <p:cNvPicPr/>
                <p:nvPr/>
              </p:nvPicPr>
              <p:blipFill>
                <a:blip r:embed="rId87"/>
                <a:stretch>
                  <a:fillRect/>
                </a:stretch>
              </p:blipFill>
              <p:spPr>
                <a:xfrm>
                  <a:off x="7912185" y="357495"/>
                  <a:ext cx="5680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7" name="Ink 46">
                  <a:extLst>
                    <a:ext uri="{FF2B5EF4-FFF2-40B4-BE49-F238E27FC236}">
                      <a16:creationId xmlns:a16="http://schemas.microsoft.com/office/drawing/2014/main" id="{29B88068-70CD-A9AD-1F71-FB39870215B1}"/>
                    </a:ext>
                  </a:extLst>
                </p14:cNvPr>
                <p14:cNvContentPartPr/>
                <p14:nvPr/>
              </p14:nvContentPartPr>
              <p14:xfrm>
                <a:off x="8332305" y="148335"/>
                <a:ext cx="366480" cy="623880"/>
              </p14:xfrm>
            </p:contentPart>
          </mc:Choice>
          <mc:Fallback xmlns="">
            <p:pic>
              <p:nvPicPr>
                <p:cNvPr id="47" name="Ink 46">
                  <a:extLst>
                    <a:ext uri="{FF2B5EF4-FFF2-40B4-BE49-F238E27FC236}">
                      <a16:creationId xmlns:a16="http://schemas.microsoft.com/office/drawing/2014/main" id="{29B88068-70CD-A9AD-1F71-FB39870215B1}"/>
                    </a:ext>
                  </a:extLst>
                </p:cNvPr>
                <p:cNvPicPr/>
                <p:nvPr/>
              </p:nvPicPr>
              <p:blipFill>
                <a:blip r:embed="rId89"/>
                <a:stretch>
                  <a:fillRect/>
                </a:stretch>
              </p:blipFill>
              <p:spPr>
                <a:xfrm>
                  <a:off x="8326185" y="142215"/>
                  <a:ext cx="378720" cy="636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062506BB-04B8-BE74-F8A7-167354E89A90}"/>
                    </a:ext>
                  </a:extLst>
                </p14:cNvPr>
                <p14:cNvContentPartPr/>
                <p14:nvPr/>
              </p14:nvContentPartPr>
              <p14:xfrm>
                <a:off x="8735145" y="486735"/>
                <a:ext cx="423720" cy="67320"/>
              </p14:xfrm>
            </p:contentPart>
          </mc:Choice>
          <mc:Fallback xmlns="">
            <p:pic>
              <p:nvPicPr>
                <p:cNvPr id="54" name="Ink 53">
                  <a:extLst>
                    <a:ext uri="{FF2B5EF4-FFF2-40B4-BE49-F238E27FC236}">
                      <a16:creationId xmlns:a16="http://schemas.microsoft.com/office/drawing/2014/main" id="{062506BB-04B8-BE74-F8A7-167354E89A90}"/>
                    </a:ext>
                  </a:extLst>
                </p:cNvPr>
                <p:cNvPicPr/>
                <p:nvPr/>
              </p:nvPicPr>
              <p:blipFill>
                <a:blip r:embed="rId91"/>
                <a:stretch>
                  <a:fillRect/>
                </a:stretch>
              </p:blipFill>
              <p:spPr>
                <a:xfrm>
                  <a:off x="8729025" y="480615"/>
                  <a:ext cx="4359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5" name="Ink 54">
                  <a:extLst>
                    <a:ext uri="{FF2B5EF4-FFF2-40B4-BE49-F238E27FC236}">
                      <a16:creationId xmlns:a16="http://schemas.microsoft.com/office/drawing/2014/main" id="{6E3E49EB-815C-55D1-3260-ECC59ABE9708}"/>
                    </a:ext>
                  </a:extLst>
                </p14:cNvPr>
                <p14:cNvContentPartPr/>
                <p14:nvPr/>
              </p14:nvContentPartPr>
              <p14:xfrm>
                <a:off x="9431745" y="351015"/>
                <a:ext cx="12600" cy="208080"/>
              </p14:xfrm>
            </p:contentPart>
          </mc:Choice>
          <mc:Fallback xmlns="">
            <p:pic>
              <p:nvPicPr>
                <p:cNvPr id="55" name="Ink 54">
                  <a:extLst>
                    <a:ext uri="{FF2B5EF4-FFF2-40B4-BE49-F238E27FC236}">
                      <a16:creationId xmlns:a16="http://schemas.microsoft.com/office/drawing/2014/main" id="{6E3E49EB-815C-55D1-3260-ECC59ABE9708}"/>
                    </a:ext>
                  </a:extLst>
                </p:cNvPr>
                <p:cNvPicPr/>
                <p:nvPr/>
              </p:nvPicPr>
              <p:blipFill>
                <a:blip r:embed="rId93"/>
                <a:stretch>
                  <a:fillRect/>
                </a:stretch>
              </p:blipFill>
              <p:spPr>
                <a:xfrm>
                  <a:off x="9425625" y="344895"/>
                  <a:ext cx="248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6" name="Ink 55">
                  <a:extLst>
                    <a:ext uri="{FF2B5EF4-FFF2-40B4-BE49-F238E27FC236}">
                      <a16:creationId xmlns:a16="http://schemas.microsoft.com/office/drawing/2014/main" id="{1DDB7C80-7250-CF85-7CDE-4838C0CDBD0E}"/>
                    </a:ext>
                  </a:extLst>
                </p14:cNvPr>
                <p14:cNvContentPartPr/>
                <p14:nvPr/>
              </p14:nvContentPartPr>
              <p14:xfrm>
                <a:off x="9438225" y="303135"/>
                <a:ext cx="389520" cy="276480"/>
              </p14:xfrm>
            </p:contentPart>
          </mc:Choice>
          <mc:Fallback xmlns="">
            <p:pic>
              <p:nvPicPr>
                <p:cNvPr id="56" name="Ink 55">
                  <a:extLst>
                    <a:ext uri="{FF2B5EF4-FFF2-40B4-BE49-F238E27FC236}">
                      <a16:creationId xmlns:a16="http://schemas.microsoft.com/office/drawing/2014/main" id="{1DDB7C80-7250-CF85-7CDE-4838C0CDBD0E}"/>
                    </a:ext>
                  </a:extLst>
                </p:cNvPr>
                <p:cNvPicPr/>
                <p:nvPr/>
              </p:nvPicPr>
              <p:blipFill>
                <a:blip r:embed="rId95"/>
                <a:stretch>
                  <a:fillRect/>
                </a:stretch>
              </p:blipFill>
              <p:spPr>
                <a:xfrm>
                  <a:off x="9432105" y="297015"/>
                  <a:ext cx="40176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7" name="Ink 56">
                  <a:extLst>
                    <a:ext uri="{FF2B5EF4-FFF2-40B4-BE49-F238E27FC236}">
                      <a16:creationId xmlns:a16="http://schemas.microsoft.com/office/drawing/2014/main" id="{E825961F-3C9A-E1B6-5969-731170DE00AD}"/>
                    </a:ext>
                  </a:extLst>
                </p14:cNvPr>
                <p14:cNvContentPartPr/>
                <p14:nvPr/>
              </p14:nvContentPartPr>
              <p14:xfrm>
                <a:off x="10019625" y="321135"/>
                <a:ext cx="162000" cy="164520"/>
              </p14:xfrm>
            </p:contentPart>
          </mc:Choice>
          <mc:Fallback xmlns="">
            <p:pic>
              <p:nvPicPr>
                <p:cNvPr id="57" name="Ink 56">
                  <a:extLst>
                    <a:ext uri="{FF2B5EF4-FFF2-40B4-BE49-F238E27FC236}">
                      <a16:creationId xmlns:a16="http://schemas.microsoft.com/office/drawing/2014/main" id="{E825961F-3C9A-E1B6-5969-731170DE00AD}"/>
                    </a:ext>
                  </a:extLst>
                </p:cNvPr>
                <p:cNvPicPr/>
                <p:nvPr/>
              </p:nvPicPr>
              <p:blipFill>
                <a:blip r:embed="rId97"/>
                <a:stretch>
                  <a:fillRect/>
                </a:stretch>
              </p:blipFill>
              <p:spPr>
                <a:xfrm>
                  <a:off x="10013505" y="315015"/>
                  <a:ext cx="1742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8" name="Ink 57">
                  <a:extLst>
                    <a:ext uri="{FF2B5EF4-FFF2-40B4-BE49-F238E27FC236}">
                      <a16:creationId xmlns:a16="http://schemas.microsoft.com/office/drawing/2014/main" id="{9DA9C46F-AC16-E8BD-5A67-F20E64F196AE}"/>
                    </a:ext>
                  </a:extLst>
                </p14:cNvPr>
                <p14:cNvContentPartPr/>
                <p14:nvPr/>
              </p14:nvContentPartPr>
              <p14:xfrm>
                <a:off x="10219785" y="23415"/>
                <a:ext cx="666360" cy="424800"/>
              </p14:xfrm>
            </p:contentPart>
          </mc:Choice>
          <mc:Fallback xmlns="">
            <p:pic>
              <p:nvPicPr>
                <p:cNvPr id="58" name="Ink 57">
                  <a:extLst>
                    <a:ext uri="{FF2B5EF4-FFF2-40B4-BE49-F238E27FC236}">
                      <a16:creationId xmlns:a16="http://schemas.microsoft.com/office/drawing/2014/main" id="{9DA9C46F-AC16-E8BD-5A67-F20E64F196AE}"/>
                    </a:ext>
                  </a:extLst>
                </p:cNvPr>
                <p:cNvPicPr/>
                <p:nvPr/>
              </p:nvPicPr>
              <p:blipFill>
                <a:blip r:embed="rId99"/>
                <a:stretch>
                  <a:fillRect/>
                </a:stretch>
              </p:blipFill>
              <p:spPr>
                <a:xfrm>
                  <a:off x="10213665" y="17295"/>
                  <a:ext cx="67860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9" name="Ink 58">
                  <a:extLst>
                    <a:ext uri="{FF2B5EF4-FFF2-40B4-BE49-F238E27FC236}">
                      <a16:creationId xmlns:a16="http://schemas.microsoft.com/office/drawing/2014/main" id="{C9088484-EBA4-46CA-CA72-4F3E648BD0F4}"/>
                    </a:ext>
                  </a:extLst>
                </p14:cNvPr>
                <p14:cNvContentPartPr/>
                <p14:nvPr/>
              </p14:nvContentPartPr>
              <p14:xfrm>
                <a:off x="11030865" y="256335"/>
                <a:ext cx="11880" cy="9720"/>
              </p14:xfrm>
            </p:contentPart>
          </mc:Choice>
          <mc:Fallback xmlns="">
            <p:pic>
              <p:nvPicPr>
                <p:cNvPr id="59" name="Ink 58">
                  <a:extLst>
                    <a:ext uri="{FF2B5EF4-FFF2-40B4-BE49-F238E27FC236}">
                      <a16:creationId xmlns:a16="http://schemas.microsoft.com/office/drawing/2014/main" id="{C9088484-EBA4-46CA-CA72-4F3E648BD0F4}"/>
                    </a:ext>
                  </a:extLst>
                </p:cNvPr>
                <p:cNvPicPr/>
                <p:nvPr/>
              </p:nvPicPr>
              <p:blipFill>
                <a:blip r:embed="rId101"/>
                <a:stretch>
                  <a:fillRect/>
                </a:stretch>
              </p:blipFill>
              <p:spPr>
                <a:xfrm>
                  <a:off x="11024745" y="250215"/>
                  <a:ext cx="241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1" name="Ink 60">
                  <a:extLst>
                    <a:ext uri="{FF2B5EF4-FFF2-40B4-BE49-F238E27FC236}">
                      <a16:creationId xmlns:a16="http://schemas.microsoft.com/office/drawing/2014/main" id="{612E3CBF-61B2-B03B-8267-59919A33604C}"/>
                    </a:ext>
                  </a:extLst>
                </p14:cNvPr>
                <p14:cNvContentPartPr/>
                <p14:nvPr/>
              </p14:nvContentPartPr>
              <p14:xfrm>
                <a:off x="11218425" y="156615"/>
                <a:ext cx="32400" cy="303480"/>
              </p14:xfrm>
            </p:contentPart>
          </mc:Choice>
          <mc:Fallback xmlns="">
            <p:pic>
              <p:nvPicPr>
                <p:cNvPr id="61" name="Ink 60">
                  <a:extLst>
                    <a:ext uri="{FF2B5EF4-FFF2-40B4-BE49-F238E27FC236}">
                      <a16:creationId xmlns:a16="http://schemas.microsoft.com/office/drawing/2014/main" id="{612E3CBF-61B2-B03B-8267-59919A33604C}"/>
                    </a:ext>
                  </a:extLst>
                </p:cNvPr>
                <p:cNvPicPr/>
                <p:nvPr/>
              </p:nvPicPr>
              <p:blipFill>
                <a:blip r:embed="rId103"/>
                <a:stretch>
                  <a:fillRect/>
                </a:stretch>
              </p:blipFill>
              <p:spPr>
                <a:xfrm>
                  <a:off x="11212305" y="150495"/>
                  <a:ext cx="4464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2" name="Ink 61">
                  <a:extLst>
                    <a:ext uri="{FF2B5EF4-FFF2-40B4-BE49-F238E27FC236}">
                      <a16:creationId xmlns:a16="http://schemas.microsoft.com/office/drawing/2014/main" id="{8A2F9FCE-8D57-F043-248E-09D26450F9E1}"/>
                    </a:ext>
                  </a:extLst>
                </p14:cNvPr>
                <p14:cNvContentPartPr/>
                <p14:nvPr/>
              </p14:nvContentPartPr>
              <p14:xfrm>
                <a:off x="11149665" y="310695"/>
                <a:ext cx="467640" cy="131040"/>
              </p14:xfrm>
            </p:contentPart>
          </mc:Choice>
          <mc:Fallback xmlns="">
            <p:pic>
              <p:nvPicPr>
                <p:cNvPr id="62" name="Ink 61">
                  <a:extLst>
                    <a:ext uri="{FF2B5EF4-FFF2-40B4-BE49-F238E27FC236}">
                      <a16:creationId xmlns:a16="http://schemas.microsoft.com/office/drawing/2014/main" id="{8A2F9FCE-8D57-F043-248E-09D26450F9E1}"/>
                    </a:ext>
                  </a:extLst>
                </p:cNvPr>
                <p:cNvPicPr/>
                <p:nvPr/>
              </p:nvPicPr>
              <p:blipFill>
                <a:blip r:embed="rId105"/>
                <a:stretch>
                  <a:fillRect/>
                </a:stretch>
              </p:blipFill>
              <p:spPr>
                <a:xfrm>
                  <a:off x="11143545" y="304575"/>
                  <a:ext cx="4798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3" name="Ink 62">
                  <a:extLst>
                    <a:ext uri="{FF2B5EF4-FFF2-40B4-BE49-F238E27FC236}">
                      <a16:creationId xmlns:a16="http://schemas.microsoft.com/office/drawing/2014/main" id="{9BB213C6-BC0F-7464-70D0-F1FFB5F4EBBB}"/>
                    </a:ext>
                  </a:extLst>
                </p14:cNvPr>
                <p14:cNvContentPartPr/>
                <p14:nvPr/>
              </p14:nvContentPartPr>
              <p14:xfrm>
                <a:off x="9969225" y="584295"/>
                <a:ext cx="34560" cy="321480"/>
              </p14:xfrm>
            </p:contentPart>
          </mc:Choice>
          <mc:Fallback xmlns="">
            <p:pic>
              <p:nvPicPr>
                <p:cNvPr id="63" name="Ink 62">
                  <a:extLst>
                    <a:ext uri="{FF2B5EF4-FFF2-40B4-BE49-F238E27FC236}">
                      <a16:creationId xmlns:a16="http://schemas.microsoft.com/office/drawing/2014/main" id="{9BB213C6-BC0F-7464-70D0-F1FFB5F4EBBB}"/>
                    </a:ext>
                  </a:extLst>
                </p:cNvPr>
                <p:cNvPicPr/>
                <p:nvPr/>
              </p:nvPicPr>
              <p:blipFill>
                <a:blip r:embed="rId107"/>
                <a:stretch>
                  <a:fillRect/>
                </a:stretch>
              </p:blipFill>
              <p:spPr>
                <a:xfrm>
                  <a:off x="9963105" y="578175"/>
                  <a:ext cx="4680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4" name="Ink 63">
                  <a:extLst>
                    <a:ext uri="{FF2B5EF4-FFF2-40B4-BE49-F238E27FC236}">
                      <a16:creationId xmlns:a16="http://schemas.microsoft.com/office/drawing/2014/main" id="{BECFDBEF-E024-FBEF-0F9E-355FB11B6896}"/>
                    </a:ext>
                  </a:extLst>
                </p14:cNvPr>
                <p14:cNvContentPartPr/>
                <p14:nvPr/>
              </p14:nvContentPartPr>
              <p14:xfrm>
                <a:off x="9877785" y="701655"/>
                <a:ext cx="330840" cy="67320"/>
              </p14:xfrm>
            </p:contentPart>
          </mc:Choice>
          <mc:Fallback xmlns="">
            <p:pic>
              <p:nvPicPr>
                <p:cNvPr id="64" name="Ink 63">
                  <a:extLst>
                    <a:ext uri="{FF2B5EF4-FFF2-40B4-BE49-F238E27FC236}">
                      <a16:creationId xmlns:a16="http://schemas.microsoft.com/office/drawing/2014/main" id="{BECFDBEF-E024-FBEF-0F9E-355FB11B6896}"/>
                    </a:ext>
                  </a:extLst>
                </p:cNvPr>
                <p:cNvPicPr/>
                <p:nvPr/>
              </p:nvPicPr>
              <p:blipFill>
                <a:blip r:embed="rId109"/>
                <a:stretch>
                  <a:fillRect/>
                </a:stretch>
              </p:blipFill>
              <p:spPr>
                <a:xfrm>
                  <a:off x="9871665" y="695535"/>
                  <a:ext cx="34308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0F0852F5-81D1-7DBC-8035-FD490578B52C}"/>
                    </a:ext>
                  </a:extLst>
                </p14:cNvPr>
                <p14:cNvContentPartPr/>
                <p14:nvPr/>
              </p14:nvContentPartPr>
              <p14:xfrm>
                <a:off x="10169025" y="639015"/>
                <a:ext cx="839520" cy="188640"/>
              </p14:xfrm>
            </p:contentPart>
          </mc:Choice>
          <mc:Fallback xmlns="">
            <p:pic>
              <p:nvPicPr>
                <p:cNvPr id="66" name="Ink 65">
                  <a:extLst>
                    <a:ext uri="{FF2B5EF4-FFF2-40B4-BE49-F238E27FC236}">
                      <a16:creationId xmlns:a16="http://schemas.microsoft.com/office/drawing/2014/main" id="{0F0852F5-81D1-7DBC-8035-FD490578B52C}"/>
                    </a:ext>
                  </a:extLst>
                </p:cNvPr>
                <p:cNvPicPr/>
                <p:nvPr/>
              </p:nvPicPr>
              <p:blipFill>
                <a:blip r:embed="rId111"/>
                <a:stretch>
                  <a:fillRect/>
                </a:stretch>
              </p:blipFill>
              <p:spPr>
                <a:xfrm>
                  <a:off x="10162905" y="632895"/>
                  <a:ext cx="85176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7" name="Ink 66">
                  <a:extLst>
                    <a:ext uri="{FF2B5EF4-FFF2-40B4-BE49-F238E27FC236}">
                      <a16:creationId xmlns:a16="http://schemas.microsoft.com/office/drawing/2014/main" id="{4E66D334-86DA-343E-3292-757C57FBCBB0}"/>
                    </a:ext>
                  </a:extLst>
                </p14:cNvPr>
                <p14:cNvContentPartPr/>
                <p14:nvPr/>
              </p14:nvContentPartPr>
              <p14:xfrm>
                <a:off x="11116545" y="473415"/>
                <a:ext cx="34560" cy="14760"/>
              </p14:xfrm>
            </p:contentPart>
          </mc:Choice>
          <mc:Fallback xmlns="">
            <p:pic>
              <p:nvPicPr>
                <p:cNvPr id="67" name="Ink 66">
                  <a:extLst>
                    <a:ext uri="{FF2B5EF4-FFF2-40B4-BE49-F238E27FC236}">
                      <a16:creationId xmlns:a16="http://schemas.microsoft.com/office/drawing/2014/main" id="{4E66D334-86DA-343E-3292-757C57FBCBB0}"/>
                    </a:ext>
                  </a:extLst>
                </p:cNvPr>
                <p:cNvPicPr/>
                <p:nvPr/>
              </p:nvPicPr>
              <p:blipFill>
                <a:blip r:embed="rId113"/>
                <a:stretch>
                  <a:fillRect/>
                </a:stretch>
              </p:blipFill>
              <p:spPr>
                <a:xfrm>
                  <a:off x="11110425" y="467295"/>
                  <a:ext cx="468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8" name="Ink 67">
                  <a:extLst>
                    <a:ext uri="{FF2B5EF4-FFF2-40B4-BE49-F238E27FC236}">
                      <a16:creationId xmlns:a16="http://schemas.microsoft.com/office/drawing/2014/main" id="{408FD78D-94F1-CF4E-F456-D79F8DFF268F}"/>
                    </a:ext>
                  </a:extLst>
                </p14:cNvPr>
                <p14:cNvContentPartPr/>
                <p14:nvPr/>
              </p14:nvContentPartPr>
              <p14:xfrm>
                <a:off x="11156505" y="650175"/>
                <a:ext cx="264240" cy="109440"/>
              </p14:xfrm>
            </p:contentPart>
          </mc:Choice>
          <mc:Fallback xmlns="">
            <p:pic>
              <p:nvPicPr>
                <p:cNvPr id="68" name="Ink 67">
                  <a:extLst>
                    <a:ext uri="{FF2B5EF4-FFF2-40B4-BE49-F238E27FC236}">
                      <a16:creationId xmlns:a16="http://schemas.microsoft.com/office/drawing/2014/main" id="{408FD78D-94F1-CF4E-F456-D79F8DFF268F}"/>
                    </a:ext>
                  </a:extLst>
                </p:cNvPr>
                <p:cNvPicPr/>
                <p:nvPr/>
              </p:nvPicPr>
              <p:blipFill>
                <a:blip r:embed="rId115"/>
                <a:stretch>
                  <a:fillRect/>
                </a:stretch>
              </p:blipFill>
              <p:spPr>
                <a:xfrm>
                  <a:off x="11150385" y="644055"/>
                  <a:ext cx="2764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9" name="Ink 68">
                  <a:extLst>
                    <a:ext uri="{FF2B5EF4-FFF2-40B4-BE49-F238E27FC236}">
                      <a16:creationId xmlns:a16="http://schemas.microsoft.com/office/drawing/2014/main" id="{2BA499E5-2682-E4DC-8991-D52E6181AC86}"/>
                    </a:ext>
                  </a:extLst>
                </p14:cNvPr>
                <p14:cNvContentPartPr/>
                <p14:nvPr/>
              </p14:nvContentPartPr>
              <p14:xfrm>
                <a:off x="11556105" y="693375"/>
                <a:ext cx="19080" cy="46800"/>
              </p14:xfrm>
            </p:contentPart>
          </mc:Choice>
          <mc:Fallback xmlns="">
            <p:pic>
              <p:nvPicPr>
                <p:cNvPr id="69" name="Ink 68">
                  <a:extLst>
                    <a:ext uri="{FF2B5EF4-FFF2-40B4-BE49-F238E27FC236}">
                      <a16:creationId xmlns:a16="http://schemas.microsoft.com/office/drawing/2014/main" id="{2BA499E5-2682-E4DC-8991-D52E6181AC86}"/>
                    </a:ext>
                  </a:extLst>
                </p:cNvPr>
                <p:cNvPicPr/>
                <p:nvPr/>
              </p:nvPicPr>
              <p:blipFill>
                <a:blip r:embed="rId117"/>
                <a:stretch>
                  <a:fillRect/>
                </a:stretch>
              </p:blipFill>
              <p:spPr>
                <a:xfrm>
                  <a:off x="11549985" y="687255"/>
                  <a:ext cx="31320" cy="59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8">
            <p14:nvContentPartPr>
              <p14:cNvPr id="71" name="Ink 70">
                <a:extLst>
                  <a:ext uri="{FF2B5EF4-FFF2-40B4-BE49-F238E27FC236}">
                    <a16:creationId xmlns:a16="http://schemas.microsoft.com/office/drawing/2014/main" id="{67D584AC-79AB-71BF-40D9-26041EB56240}"/>
                  </a:ext>
                </a:extLst>
              </p14:cNvPr>
              <p14:cNvContentPartPr/>
              <p14:nvPr/>
            </p14:nvContentPartPr>
            <p14:xfrm>
              <a:off x="8833065" y="1519575"/>
              <a:ext cx="392400" cy="67320"/>
            </p14:xfrm>
          </p:contentPart>
        </mc:Choice>
        <mc:Fallback xmlns="">
          <p:pic>
            <p:nvPicPr>
              <p:cNvPr id="71" name="Ink 70">
                <a:extLst>
                  <a:ext uri="{FF2B5EF4-FFF2-40B4-BE49-F238E27FC236}">
                    <a16:creationId xmlns:a16="http://schemas.microsoft.com/office/drawing/2014/main" id="{67D584AC-79AB-71BF-40D9-26041EB56240}"/>
                  </a:ext>
                </a:extLst>
              </p:cNvPr>
              <p:cNvPicPr/>
              <p:nvPr/>
            </p:nvPicPr>
            <p:blipFill>
              <a:blip r:embed="rId119"/>
              <a:stretch>
                <a:fillRect/>
              </a:stretch>
            </p:blipFill>
            <p:spPr>
              <a:xfrm>
                <a:off x="8826945" y="1513455"/>
                <a:ext cx="404640" cy="79560"/>
              </a:xfrm>
              <a:prstGeom prst="rect">
                <a:avLst/>
              </a:prstGeom>
            </p:spPr>
          </p:pic>
        </mc:Fallback>
      </mc:AlternateContent>
      <p:grpSp>
        <p:nvGrpSpPr>
          <p:cNvPr id="82" name="Group 81">
            <a:extLst>
              <a:ext uri="{FF2B5EF4-FFF2-40B4-BE49-F238E27FC236}">
                <a16:creationId xmlns:a16="http://schemas.microsoft.com/office/drawing/2014/main" id="{84472231-23A7-3D20-5121-E9306DECEFA9}"/>
              </a:ext>
            </a:extLst>
          </p:cNvPr>
          <p:cNvGrpSpPr/>
          <p:nvPr/>
        </p:nvGrpSpPr>
        <p:grpSpPr>
          <a:xfrm>
            <a:off x="9617145" y="1262535"/>
            <a:ext cx="2144520" cy="841680"/>
            <a:chOff x="9617145" y="1262535"/>
            <a:chExt cx="2144520" cy="841680"/>
          </a:xfrm>
        </p:grpSpPr>
        <mc:AlternateContent xmlns:mc="http://schemas.openxmlformats.org/markup-compatibility/2006" xmlns:p14="http://schemas.microsoft.com/office/powerpoint/2010/main">
          <mc:Choice Requires="p14">
            <p:contentPart p14:bwMode="auto" r:id="rId120">
              <p14:nvContentPartPr>
                <p14:cNvPr id="72" name="Ink 71">
                  <a:extLst>
                    <a:ext uri="{FF2B5EF4-FFF2-40B4-BE49-F238E27FC236}">
                      <a16:creationId xmlns:a16="http://schemas.microsoft.com/office/drawing/2014/main" id="{8024D55B-44B7-C3F3-1BF6-4DB62DAC16CA}"/>
                    </a:ext>
                  </a:extLst>
                </p14:cNvPr>
                <p14:cNvContentPartPr/>
                <p14:nvPr/>
              </p14:nvContentPartPr>
              <p14:xfrm>
                <a:off x="9617145" y="1262535"/>
                <a:ext cx="469080" cy="45360"/>
              </p14:xfrm>
            </p:contentPart>
          </mc:Choice>
          <mc:Fallback xmlns="">
            <p:pic>
              <p:nvPicPr>
                <p:cNvPr id="72" name="Ink 71">
                  <a:extLst>
                    <a:ext uri="{FF2B5EF4-FFF2-40B4-BE49-F238E27FC236}">
                      <a16:creationId xmlns:a16="http://schemas.microsoft.com/office/drawing/2014/main" id="{8024D55B-44B7-C3F3-1BF6-4DB62DAC16CA}"/>
                    </a:ext>
                  </a:extLst>
                </p:cNvPr>
                <p:cNvPicPr/>
                <p:nvPr/>
              </p:nvPicPr>
              <p:blipFill>
                <a:blip r:embed="rId121"/>
                <a:stretch>
                  <a:fillRect/>
                </a:stretch>
              </p:blipFill>
              <p:spPr>
                <a:xfrm>
                  <a:off x="9611025" y="1256415"/>
                  <a:ext cx="4813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3" name="Ink 72">
                  <a:extLst>
                    <a:ext uri="{FF2B5EF4-FFF2-40B4-BE49-F238E27FC236}">
                      <a16:creationId xmlns:a16="http://schemas.microsoft.com/office/drawing/2014/main" id="{5FD1DB1B-FDA6-1C79-55FE-82382C3D5285}"/>
                    </a:ext>
                  </a:extLst>
                </p14:cNvPr>
                <p14:cNvContentPartPr/>
                <p14:nvPr/>
              </p14:nvContentPartPr>
              <p14:xfrm>
                <a:off x="9846825" y="1332375"/>
                <a:ext cx="24480" cy="194760"/>
              </p14:xfrm>
            </p:contentPart>
          </mc:Choice>
          <mc:Fallback xmlns="">
            <p:pic>
              <p:nvPicPr>
                <p:cNvPr id="73" name="Ink 72">
                  <a:extLst>
                    <a:ext uri="{FF2B5EF4-FFF2-40B4-BE49-F238E27FC236}">
                      <a16:creationId xmlns:a16="http://schemas.microsoft.com/office/drawing/2014/main" id="{5FD1DB1B-FDA6-1C79-55FE-82382C3D5285}"/>
                    </a:ext>
                  </a:extLst>
                </p:cNvPr>
                <p:cNvPicPr/>
                <p:nvPr/>
              </p:nvPicPr>
              <p:blipFill>
                <a:blip r:embed="rId123"/>
                <a:stretch>
                  <a:fillRect/>
                </a:stretch>
              </p:blipFill>
              <p:spPr>
                <a:xfrm>
                  <a:off x="9840705" y="1326255"/>
                  <a:ext cx="367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4" name="Ink 73">
                  <a:extLst>
                    <a:ext uri="{FF2B5EF4-FFF2-40B4-BE49-F238E27FC236}">
                      <a16:creationId xmlns:a16="http://schemas.microsoft.com/office/drawing/2014/main" id="{99F5C176-DD2E-D992-D0C1-C04EE2486C6A}"/>
                    </a:ext>
                  </a:extLst>
                </p14:cNvPr>
                <p14:cNvContentPartPr/>
                <p14:nvPr/>
              </p14:nvContentPartPr>
              <p14:xfrm>
                <a:off x="10084425" y="1348215"/>
                <a:ext cx="435240" cy="310680"/>
              </p14:xfrm>
            </p:contentPart>
          </mc:Choice>
          <mc:Fallback xmlns="">
            <p:pic>
              <p:nvPicPr>
                <p:cNvPr id="74" name="Ink 73">
                  <a:extLst>
                    <a:ext uri="{FF2B5EF4-FFF2-40B4-BE49-F238E27FC236}">
                      <a16:creationId xmlns:a16="http://schemas.microsoft.com/office/drawing/2014/main" id="{99F5C176-DD2E-D992-D0C1-C04EE2486C6A}"/>
                    </a:ext>
                  </a:extLst>
                </p:cNvPr>
                <p:cNvPicPr/>
                <p:nvPr/>
              </p:nvPicPr>
              <p:blipFill>
                <a:blip r:embed="rId125"/>
                <a:stretch>
                  <a:fillRect/>
                </a:stretch>
              </p:blipFill>
              <p:spPr>
                <a:xfrm>
                  <a:off x="10078305" y="1342095"/>
                  <a:ext cx="44748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5" name="Ink 74">
                  <a:extLst>
                    <a:ext uri="{FF2B5EF4-FFF2-40B4-BE49-F238E27FC236}">
                      <a16:creationId xmlns:a16="http://schemas.microsoft.com/office/drawing/2014/main" id="{DA351D8D-30D2-9AD7-3AA1-A49CACA8B900}"/>
                    </a:ext>
                  </a:extLst>
                </p14:cNvPr>
                <p14:cNvContentPartPr/>
                <p14:nvPr/>
              </p14:nvContentPartPr>
              <p14:xfrm>
                <a:off x="10658985" y="1327335"/>
                <a:ext cx="34560" cy="225720"/>
              </p14:xfrm>
            </p:contentPart>
          </mc:Choice>
          <mc:Fallback xmlns="">
            <p:pic>
              <p:nvPicPr>
                <p:cNvPr id="75" name="Ink 74">
                  <a:extLst>
                    <a:ext uri="{FF2B5EF4-FFF2-40B4-BE49-F238E27FC236}">
                      <a16:creationId xmlns:a16="http://schemas.microsoft.com/office/drawing/2014/main" id="{DA351D8D-30D2-9AD7-3AA1-A49CACA8B900}"/>
                    </a:ext>
                  </a:extLst>
                </p:cNvPr>
                <p:cNvPicPr/>
                <p:nvPr/>
              </p:nvPicPr>
              <p:blipFill>
                <a:blip r:embed="rId127"/>
                <a:stretch>
                  <a:fillRect/>
                </a:stretch>
              </p:blipFill>
              <p:spPr>
                <a:xfrm>
                  <a:off x="10652865" y="1321215"/>
                  <a:ext cx="468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6" name="Ink 75">
                  <a:extLst>
                    <a:ext uri="{FF2B5EF4-FFF2-40B4-BE49-F238E27FC236}">
                      <a16:creationId xmlns:a16="http://schemas.microsoft.com/office/drawing/2014/main" id="{9FA1FDC6-7E77-B159-AFF4-10BB556EAD59}"/>
                    </a:ext>
                  </a:extLst>
                </p14:cNvPr>
                <p14:cNvContentPartPr/>
                <p14:nvPr/>
              </p14:nvContentPartPr>
              <p14:xfrm>
                <a:off x="10661865" y="1400055"/>
                <a:ext cx="296280" cy="76320"/>
              </p14:xfrm>
            </p:contentPart>
          </mc:Choice>
          <mc:Fallback xmlns="">
            <p:pic>
              <p:nvPicPr>
                <p:cNvPr id="76" name="Ink 75">
                  <a:extLst>
                    <a:ext uri="{FF2B5EF4-FFF2-40B4-BE49-F238E27FC236}">
                      <a16:creationId xmlns:a16="http://schemas.microsoft.com/office/drawing/2014/main" id="{9FA1FDC6-7E77-B159-AFF4-10BB556EAD59}"/>
                    </a:ext>
                  </a:extLst>
                </p:cNvPr>
                <p:cNvPicPr/>
                <p:nvPr/>
              </p:nvPicPr>
              <p:blipFill>
                <a:blip r:embed="rId129"/>
                <a:stretch>
                  <a:fillRect/>
                </a:stretch>
              </p:blipFill>
              <p:spPr>
                <a:xfrm>
                  <a:off x="10655745" y="1393935"/>
                  <a:ext cx="3085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7" name="Ink 76">
                  <a:extLst>
                    <a:ext uri="{FF2B5EF4-FFF2-40B4-BE49-F238E27FC236}">
                      <a16:creationId xmlns:a16="http://schemas.microsoft.com/office/drawing/2014/main" id="{C3EC0CDE-8DC4-8E5A-E1FD-504AE601C089}"/>
                    </a:ext>
                  </a:extLst>
                </p14:cNvPr>
                <p14:cNvContentPartPr/>
                <p14:nvPr/>
              </p14:nvContentPartPr>
              <p14:xfrm>
                <a:off x="11094585" y="1266495"/>
                <a:ext cx="50760" cy="266760"/>
              </p14:xfrm>
            </p:contentPart>
          </mc:Choice>
          <mc:Fallback xmlns="">
            <p:pic>
              <p:nvPicPr>
                <p:cNvPr id="77" name="Ink 76">
                  <a:extLst>
                    <a:ext uri="{FF2B5EF4-FFF2-40B4-BE49-F238E27FC236}">
                      <a16:creationId xmlns:a16="http://schemas.microsoft.com/office/drawing/2014/main" id="{C3EC0CDE-8DC4-8E5A-E1FD-504AE601C089}"/>
                    </a:ext>
                  </a:extLst>
                </p:cNvPr>
                <p:cNvPicPr/>
                <p:nvPr/>
              </p:nvPicPr>
              <p:blipFill>
                <a:blip r:embed="rId131"/>
                <a:stretch>
                  <a:fillRect/>
                </a:stretch>
              </p:blipFill>
              <p:spPr>
                <a:xfrm>
                  <a:off x="11088465" y="1260375"/>
                  <a:ext cx="6300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8" name="Ink 77">
                  <a:extLst>
                    <a:ext uri="{FF2B5EF4-FFF2-40B4-BE49-F238E27FC236}">
                      <a16:creationId xmlns:a16="http://schemas.microsoft.com/office/drawing/2014/main" id="{92D38316-5D37-D405-5AF8-0E0217DD92C5}"/>
                    </a:ext>
                  </a:extLst>
                </p14:cNvPr>
                <p14:cNvContentPartPr/>
                <p14:nvPr/>
              </p14:nvContentPartPr>
              <p14:xfrm>
                <a:off x="11063265" y="1312935"/>
                <a:ext cx="543960" cy="198000"/>
              </p14:xfrm>
            </p:contentPart>
          </mc:Choice>
          <mc:Fallback xmlns="">
            <p:pic>
              <p:nvPicPr>
                <p:cNvPr id="78" name="Ink 77">
                  <a:extLst>
                    <a:ext uri="{FF2B5EF4-FFF2-40B4-BE49-F238E27FC236}">
                      <a16:creationId xmlns:a16="http://schemas.microsoft.com/office/drawing/2014/main" id="{92D38316-5D37-D405-5AF8-0E0217DD92C5}"/>
                    </a:ext>
                  </a:extLst>
                </p:cNvPr>
                <p:cNvPicPr/>
                <p:nvPr/>
              </p:nvPicPr>
              <p:blipFill>
                <a:blip r:embed="rId133"/>
                <a:stretch>
                  <a:fillRect/>
                </a:stretch>
              </p:blipFill>
              <p:spPr>
                <a:xfrm>
                  <a:off x="11057145" y="1306815"/>
                  <a:ext cx="5562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9" name="Ink 78">
                  <a:extLst>
                    <a:ext uri="{FF2B5EF4-FFF2-40B4-BE49-F238E27FC236}">
                      <a16:creationId xmlns:a16="http://schemas.microsoft.com/office/drawing/2014/main" id="{82F26C65-BC58-A26C-50B8-7427EE6C81FF}"/>
                    </a:ext>
                  </a:extLst>
                </p14:cNvPr>
                <p14:cNvContentPartPr/>
                <p14:nvPr/>
              </p14:nvContentPartPr>
              <p14:xfrm>
                <a:off x="10070745" y="1746015"/>
                <a:ext cx="45000" cy="358200"/>
              </p14:xfrm>
            </p:contentPart>
          </mc:Choice>
          <mc:Fallback xmlns="">
            <p:pic>
              <p:nvPicPr>
                <p:cNvPr id="79" name="Ink 78">
                  <a:extLst>
                    <a:ext uri="{FF2B5EF4-FFF2-40B4-BE49-F238E27FC236}">
                      <a16:creationId xmlns:a16="http://schemas.microsoft.com/office/drawing/2014/main" id="{82F26C65-BC58-A26C-50B8-7427EE6C81FF}"/>
                    </a:ext>
                  </a:extLst>
                </p:cNvPr>
                <p:cNvPicPr/>
                <p:nvPr/>
              </p:nvPicPr>
              <p:blipFill>
                <a:blip r:embed="rId135"/>
                <a:stretch>
                  <a:fillRect/>
                </a:stretch>
              </p:blipFill>
              <p:spPr>
                <a:xfrm>
                  <a:off x="10064625" y="1739895"/>
                  <a:ext cx="5724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0" name="Ink 79">
                  <a:extLst>
                    <a:ext uri="{FF2B5EF4-FFF2-40B4-BE49-F238E27FC236}">
                      <a16:creationId xmlns:a16="http://schemas.microsoft.com/office/drawing/2014/main" id="{FBB67AAB-2AFD-15CB-4540-B15DF2FD7C66}"/>
                    </a:ext>
                  </a:extLst>
                </p14:cNvPr>
                <p14:cNvContentPartPr/>
                <p14:nvPr/>
              </p14:nvContentPartPr>
              <p14:xfrm>
                <a:off x="10064265" y="1914135"/>
                <a:ext cx="793800" cy="147600"/>
              </p14:xfrm>
            </p:contentPart>
          </mc:Choice>
          <mc:Fallback xmlns="">
            <p:pic>
              <p:nvPicPr>
                <p:cNvPr id="80" name="Ink 79">
                  <a:extLst>
                    <a:ext uri="{FF2B5EF4-FFF2-40B4-BE49-F238E27FC236}">
                      <a16:creationId xmlns:a16="http://schemas.microsoft.com/office/drawing/2014/main" id="{FBB67AAB-2AFD-15CB-4540-B15DF2FD7C66}"/>
                    </a:ext>
                  </a:extLst>
                </p:cNvPr>
                <p:cNvPicPr/>
                <p:nvPr/>
              </p:nvPicPr>
              <p:blipFill>
                <a:blip r:embed="rId137"/>
                <a:stretch>
                  <a:fillRect/>
                </a:stretch>
              </p:blipFill>
              <p:spPr>
                <a:xfrm>
                  <a:off x="10058145" y="1908015"/>
                  <a:ext cx="80604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1" name="Ink 80">
                  <a:extLst>
                    <a:ext uri="{FF2B5EF4-FFF2-40B4-BE49-F238E27FC236}">
                      <a16:creationId xmlns:a16="http://schemas.microsoft.com/office/drawing/2014/main" id="{52A716F7-7C82-3204-300B-816CF8CC5D95}"/>
                    </a:ext>
                  </a:extLst>
                </p14:cNvPr>
                <p14:cNvContentPartPr/>
                <p14:nvPr/>
              </p14:nvContentPartPr>
              <p14:xfrm>
                <a:off x="10946625" y="1608855"/>
                <a:ext cx="815040" cy="447840"/>
              </p14:xfrm>
            </p:contentPart>
          </mc:Choice>
          <mc:Fallback xmlns="">
            <p:pic>
              <p:nvPicPr>
                <p:cNvPr id="81" name="Ink 80">
                  <a:extLst>
                    <a:ext uri="{FF2B5EF4-FFF2-40B4-BE49-F238E27FC236}">
                      <a16:creationId xmlns:a16="http://schemas.microsoft.com/office/drawing/2014/main" id="{52A716F7-7C82-3204-300B-816CF8CC5D95}"/>
                    </a:ext>
                  </a:extLst>
                </p:cNvPr>
                <p:cNvPicPr/>
                <p:nvPr/>
              </p:nvPicPr>
              <p:blipFill>
                <a:blip r:embed="rId139"/>
                <a:stretch>
                  <a:fillRect/>
                </a:stretch>
              </p:blipFill>
              <p:spPr>
                <a:xfrm>
                  <a:off x="10940505" y="1602735"/>
                  <a:ext cx="827280" cy="460080"/>
                </a:xfrm>
                <a:prstGeom prst="rect">
                  <a:avLst/>
                </a:prstGeom>
              </p:spPr>
            </p:pic>
          </mc:Fallback>
        </mc:AlternateContent>
      </p:grpSp>
      <p:grpSp>
        <p:nvGrpSpPr>
          <p:cNvPr id="100" name="Group 99">
            <a:extLst>
              <a:ext uri="{FF2B5EF4-FFF2-40B4-BE49-F238E27FC236}">
                <a16:creationId xmlns:a16="http://schemas.microsoft.com/office/drawing/2014/main" id="{B287E8D8-FE86-4547-3798-1D167FB773FC}"/>
              </a:ext>
            </a:extLst>
          </p:cNvPr>
          <p:cNvGrpSpPr/>
          <p:nvPr/>
        </p:nvGrpSpPr>
        <p:grpSpPr>
          <a:xfrm>
            <a:off x="3699825" y="2839335"/>
            <a:ext cx="3486600" cy="817560"/>
            <a:chOff x="3699825" y="2839335"/>
            <a:chExt cx="3486600" cy="817560"/>
          </a:xfrm>
        </p:grpSpPr>
        <mc:AlternateContent xmlns:mc="http://schemas.openxmlformats.org/markup-compatibility/2006" xmlns:p14="http://schemas.microsoft.com/office/powerpoint/2010/main">
          <mc:Choice Requires="p14">
            <p:contentPart p14:bwMode="auto" r:id="rId140">
              <p14:nvContentPartPr>
                <p14:cNvPr id="83" name="Ink 82">
                  <a:extLst>
                    <a:ext uri="{FF2B5EF4-FFF2-40B4-BE49-F238E27FC236}">
                      <a16:creationId xmlns:a16="http://schemas.microsoft.com/office/drawing/2014/main" id="{97566F8E-72E3-15F4-8BE3-92DD97BCB333}"/>
                    </a:ext>
                  </a:extLst>
                </p14:cNvPr>
                <p14:cNvContentPartPr/>
                <p14:nvPr/>
              </p14:nvContentPartPr>
              <p14:xfrm>
                <a:off x="3699825" y="2882895"/>
                <a:ext cx="1147680" cy="88560"/>
              </p14:xfrm>
            </p:contentPart>
          </mc:Choice>
          <mc:Fallback xmlns="">
            <p:pic>
              <p:nvPicPr>
                <p:cNvPr id="83" name="Ink 82">
                  <a:extLst>
                    <a:ext uri="{FF2B5EF4-FFF2-40B4-BE49-F238E27FC236}">
                      <a16:creationId xmlns:a16="http://schemas.microsoft.com/office/drawing/2014/main" id="{97566F8E-72E3-15F4-8BE3-92DD97BCB333}"/>
                    </a:ext>
                  </a:extLst>
                </p:cNvPr>
                <p:cNvPicPr/>
                <p:nvPr/>
              </p:nvPicPr>
              <p:blipFill>
                <a:blip r:embed="rId141"/>
                <a:stretch>
                  <a:fillRect/>
                </a:stretch>
              </p:blipFill>
              <p:spPr>
                <a:xfrm>
                  <a:off x="3693705" y="2876775"/>
                  <a:ext cx="115992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4" name="Ink 83">
                  <a:extLst>
                    <a:ext uri="{FF2B5EF4-FFF2-40B4-BE49-F238E27FC236}">
                      <a16:creationId xmlns:a16="http://schemas.microsoft.com/office/drawing/2014/main" id="{CD04DA64-2BCE-6AAA-C590-CC66AED1818E}"/>
                    </a:ext>
                  </a:extLst>
                </p14:cNvPr>
                <p14:cNvContentPartPr/>
                <p14:nvPr/>
              </p14:nvContentPartPr>
              <p14:xfrm>
                <a:off x="4339905" y="2885775"/>
                <a:ext cx="117000" cy="403560"/>
              </p14:xfrm>
            </p:contentPart>
          </mc:Choice>
          <mc:Fallback xmlns="">
            <p:pic>
              <p:nvPicPr>
                <p:cNvPr id="84" name="Ink 83">
                  <a:extLst>
                    <a:ext uri="{FF2B5EF4-FFF2-40B4-BE49-F238E27FC236}">
                      <a16:creationId xmlns:a16="http://schemas.microsoft.com/office/drawing/2014/main" id="{CD04DA64-2BCE-6AAA-C590-CC66AED1818E}"/>
                    </a:ext>
                  </a:extLst>
                </p:cNvPr>
                <p:cNvPicPr/>
                <p:nvPr/>
              </p:nvPicPr>
              <p:blipFill>
                <a:blip r:embed="rId143"/>
                <a:stretch>
                  <a:fillRect/>
                </a:stretch>
              </p:blipFill>
              <p:spPr>
                <a:xfrm>
                  <a:off x="4333785" y="2879655"/>
                  <a:ext cx="129240" cy="4158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5" name="Ink 84">
                  <a:extLst>
                    <a:ext uri="{FF2B5EF4-FFF2-40B4-BE49-F238E27FC236}">
                      <a16:creationId xmlns:a16="http://schemas.microsoft.com/office/drawing/2014/main" id="{B236B425-B387-7092-47E2-884AF5F1162C}"/>
                    </a:ext>
                  </a:extLst>
                </p14:cNvPr>
                <p14:cNvContentPartPr/>
                <p14:nvPr/>
              </p14:nvContentPartPr>
              <p14:xfrm>
                <a:off x="4565985" y="3059655"/>
                <a:ext cx="369720" cy="268920"/>
              </p14:xfrm>
            </p:contentPart>
          </mc:Choice>
          <mc:Fallback xmlns="">
            <p:pic>
              <p:nvPicPr>
                <p:cNvPr id="85" name="Ink 84">
                  <a:extLst>
                    <a:ext uri="{FF2B5EF4-FFF2-40B4-BE49-F238E27FC236}">
                      <a16:creationId xmlns:a16="http://schemas.microsoft.com/office/drawing/2014/main" id="{B236B425-B387-7092-47E2-884AF5F1162C}"/>
                    </a:ext>
                  </a:extLst>
                </p:cNvPr>
                <p:cNvPicPr/>
                <p:nvPr/>
              </p:nvPicPr>
              <p:blipFill>
                <a:blip r:embed="rId145"/>
                <a:stretch>
                  <a:fillRect/>
                </a:stretch>
              </p:blipFill>
              <p:spPr>
                <a:xfrm>
                  <a:off x="4559865" y="3053535"/>
                  <a:ext cx="38196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6" name="Ink 85">
                  <a:extLst>
                    <a:ext uri="{FF2B5EF4-FFF2-40B4-BE49-F238E27FC236}">
                      <a16:creationId xmlns:a16="http://schemas.microsoft.com/office/drawing/2014/main" id="{DACE25C8-8CCE-84DD-43F6-8B18CF0520CE}"/>
                    </a:ext>
                  </a:extLst>
                </p14:cNvPr>
                <p14:cNvContentPartPr/>
                <p14:nvPr/>
              </p14:nvContentPartPr>
              <p14:xfrm>
                <a:off x="4987185" y="3092415"/>
                <a:ext cx="450360" cy="134280"/>
              </p14:xfrm>
            </p:contentPart>
          </mc:Choice>
          <mc:Fallback xmlns="">
            <p:pic>
              <p:nvPicPr>
                <p:cNvPr id="86" name="Ink 85">
                  <a:extLst>
                    <a:ext uri="{FF2B5EF4-FFF2-40B4-BE49-F238E27FC236}">
                      <a16:creationId xmlns:a16="http://schemas.microsoft.com/office/drawing/2014/main" id="{DACE25C8-8CCE-84DD-43F6-8B18CF0520CE}"/>
                    </a:ext>
                  </a:extLst>
                </p:cNvPr>
                <p:cNvPicPr/>
                <p:nvPr/>
              </p:nvPicPr>
              <p:blipFill>
                <a:blip r:embed="rId147"/>
                <a:stretch>
                  <a:fillRect/>
                </a:stretch>
              </p:blipFill>
              <p:spPr>
                <a:xfrm>
                  <a:off x="4981065" y="3086295"/>
                  <a:ext cx="46260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7" name="Ink 86">
                  <a:extLst>
                    <a:ext uri="{FF2B5EF4-FFF2-40B4-BE49-F238E27FC236}">
                      <a16:creationId xmlns:a16="http://schemas.microsoft.com/office/drawing/2014/main" id="{30E9CEE5-83DD-478E-EB55-D3C8E8AE056C}"/>
                    </a:ext>
                  </a:extLst>
                </p14:cNvPr>
                <p14:cNvContentPartPr/>
                <p14:nvPr/>
              </p14:nvContentPartPr>
              <p14:xfrm>
                <a:off x="5481825" y="2839335"/>
                <a:ext cx="66600" cy="50760"/>
              </p14:xfrm>
            </p:contentPart>
          </mc:Choice>
          <mc:Fallback xmlns="">
            <p:pic>
              <p:nvPicPr>
                <p:cNvPr id="87" name="Ink 86">
                  <a:extLst>
                    <a:ext uri="{FF2B5EF4-FFF2-40B4-BE49-F238E27FC236}">
                      <a16:creationId xmlns:a16="http://schemas.microsoft.com/office/drawing/2014/main" id="{30E9CEE5-83DD-478E-EB55-D3C8E8AE056C}"/>
                    </a:ext>
                  </a:extLst>
                </p:cNvPr>
                <p:cNvPicPr/>
                <p:nvPr/>
              </p:nvPicPr>
              <p:blipFill>
                <a:blip r:embed="rId149"/>
                <a:stretch>
                  <a:fillRect/>
                </a:stretch>
              </p:blipFill>
              <p:spPr>
                <a:xfrm>
                  <a:off x="5475705" y="2833215"/>
                  <a:ext cx="788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8" name="Ink 87">
                  <a:extLst>
                    <a:ext uri="{FF2B5EF4-FFF2-40B4-BE49-F238E27FC236}">
                      <a16:creationId xmlns:a16="http://schemas.microsoft.com/office/drawing/2014/main" id="{50541565-A455-A961-4DDA-204FF19E2F71}"/>
                    </a:ext>
                  </a:extLst>
                </p14:cNvPr>
                <p14:cNvContentPartPr/>
                <p14:nvPr/>
              </p14:nvContentPartPr>
              <p14:xfrm>
                <a:off x="5527545" y="3081975"/>
                <a:ext cx="560520" cy="120600"/>
              </p14:xfrm>
            </p:contentPart>
          </mc:Choice>
          <mc:Fallback xmlns="">
            <p:pic>
              <p:nvPicPr>
                <p:cNvPr id="88" name="Ink 87">
                  <a:extLst>
                    <a:ext uri="{FF2B5EF4-FFF2-40B4-BE49-F238E27FC236}">
                      <a16:creationId xmlns:a16="http://schemas.microsoft.com/office/drawing/2014/main" id="{50541565-A455-A961-4DDA-204FF19E2F71}"/>
                    </a:ext>
                  </a:extLst>
                </p:cNvPr>
                <p:cNvPicPr/>
                <p:nvPr/>
              </p:nvPicPr>
              <p:blipFill>
                <a:blip r:embed="rId151"/>
                <a:stretch>
                  <a:fillRect/>
                </a:stretch>
              </p:blipFill>
              <p:spPr>
                <a:xfrm>
                  <a:off x="5521425" y="3075855"/>
                  <a:ext cx="5727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9" name="Ink 88">
                  <a:extLst>
                    <a:ext uri="{FF2B5EF4-FFF2-40B4-BE49-F238E27FC236}">
                      <a16:creationId xmlns:a16="http://schemas.microsoft.com/office/drawing/2014/main" id="{EF700C7E-3DF3-2032-5557-EB9533549F78}"/>
                    </a:ext>
                  </a:extLst>
                </p14:cNvPr>
                <p14:cNvContentPartPr/>
                <p14:nvPr/>
              </p14:nvContentPartPr>
              <p14:xfrm>
                <a:off x="6096705" y="2903055"/>
                <a:ext cx="57600" cy="29160"/>
              </p14:xfrm>
            </p:contentPart>
          </mc:Choice>
          <mc:Fallback xmlns="">
            <p:pic>
              <p:nvPicPr>
                <p:cNvPr id="89" name="Ink 88">
                  <a:extLst>
                    <a:ext uri="{FF2B5EF4-FFF2-40B4-BE49-F238E27FC236}">
                      <a16:creationId xmlns:a16="http://schemas.microsoft.com/office/drawing/2014/main" id="{EF700C7E-3DF3-2032-5557-EB9533549F78}"/>
                    </a:ext>
                  </a:extLst>
                </p:cNvPr>
                <p:cNvPicPr/>
                <p:nvPr/>
              </p:nvPicPr>
              <p:blipFill>
                <a:blip r:embed="rId153"/>
                <a:stretch>
                  <a:fillRect/>
                </a:stretch>
              </p:blipFill>
              <p:spPr>
                <a:xfrm>
                  <a:off x="6090585" y="2896935"/>
                  <a:ext cx="698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0" name="Ink 89">
                  <a:extLst>
                    <a:ext uri="{FF2B5EF4-FFF2-40B4-BE49-F238E27FC236}">
                      <a16:creationId xmlns:a16="http://schemas.microsoft.com/office/drawing/2014/main" id="{F2E7E9D1-4DB0-9E28-491C-C6537B397653}"/>
                    </a:ext>
                  </a:extLst>
                </p14:cNvPr>
                <p14:cNvContentPartPr/>
                <p14:nvPr/>
              </p14:nvContentPartPr>
              <p14:xfrm>
                <a:off x="6526905" y="3028335"/>
                <a:ext cx="659520" cy="628560"/>
              </p14:xfrm>
            </p:contentPart>
          </mc:Choice>
          <mc:Fallback xmlns="">
            <p:pic>
              <p:nvPicPr>
                <p:cNvPr id="90" name="Ink 89">
                  <a:extLst>
                    <a:ext uri="{FF2B5EF4-FFF2-40B4-BE49-F238E27FC236}">
                      <a16:creationId xmlns:a16="http://schemas.microsoft.com/office/drawing/2014/main" id="{F2E7E9D1-4DB0-9E28-491C-C6537B397653}"/>
                    </a:ext>
                  </a:extLst>
                </p:cNvPr>
                <p:cNvPicPr/>
                <p:nvPr/>
              </p:nvPicPr>
              <p:blipFill>
                <a:blip r:embed="rId155"/>
                <a:stretch>
                  <a:fillRect/>
                </a:stretch>
              </p:blipFill>
              <p:spPr>
                <a:xfrm>
                  <a:off x="6520785" y="3022215"/>
                  <a:ext cx="671760" cy="640800"/>
                </a:xfrm>
                <a:prstGeom prst="rect">
                  <a:avLst/>
                </a:prstGeom>
              </p:spPr>
            </p:pic>
          </mc:Fallback>
        </mc:AlternateContent>
      </p:grpSp>
      <p:grpSp>
        <p:nvGrpSpPr>
          <p:cNvPr id="99" name="Group 98">
            <a:extLst>
              <a:ext uri="{FF2B5EF4-FFF2-40B4-BE49-F238E27FC236}">
                <a16:creationId xmlns:a16="http://schemas.microsoft.com/office/drawing/2014/main" id="{B3C05632-8E2C-AAA7-54CB-2B2C15AB3DE3}"/>
              </a:ext>
            </a:extLst>
          </p:cNvPr>
          <p:cNvGrpSpPr/>
          <p:nvPr/>
        </p:nvGrpSpPr>
        <p:grpSpPr>
          <a:xfrm>
            <a:off x="8389185" y="2561775"/>
            <a:ext cx="2779200" cy="611280"/>
            <a:chOff x="8389185" y="2561775"/>
            <a:chExt cx="2779200" cy="611280"/>
          </a:xfrm>
        </p:grpSpPr>
        <mc:AlternateContent xmlns:mc="http://schemas.openxmlformats.org/markup-compatibility/2006" xmlns:p14="http://schemas.microsoft.com/office/powerpoint/2010/main">
          <mc:Choice Requires="p14">
            <p:contentPart p14:bwMode="auto" r:id="rId156">
              <p14:nvContentPartPr>
                <p14:cNvPr id="91" name="Ink 90">
                  <a:extLst>
                    <a:ext uri="{FF2B5EF4-FFF2-40B4-BE49-F238E27FC236}">
                      <a16:creationId xmlns:a16="http://schemas.microsoft.com/office/drawing/2014/main" id="{6542D35A-4662-4A21-2594-E89C2A5ADFA6}"/>
                    </a:ext>
                  </a:extLst>
                </p14:cNvPr>
                <p14:cNvContentPartPr/>
                <p14:nvPr/>
              </p14:nvContentPartPr>
              <p14:xfrm>
                <a:off x="8389185" y="2700375"/>
                <a:ext cx="63360" cy="472680"/>
              </p14:xfrm>
            </p:contentPart>
          </mc:Choice>
          <mc:Fallback xmlns="">
            <p:pic>
              <p:nvPicPr>
                <p:cNvPr id="91" name="Ink 90">
                  <a:extLst>
                    <a:ext uri="{FF2B5EF4-FFF2-40B4-BE49-F238E27FC236}">
                      <a16:creationId xmlns:a16="http://schemas.microsoft.com/office/drawing/2014/main" id="{6542D35A-4662-4A21-2594-E89C2A5ADFA6}"/>
                    </a:ext>
                  </a:extLst>
                </p:cNvPr>
                <p:cNvPicPr/>
                <p:nvPr/>
              </p:nvPicPr>
              <p:blipFill>
                <a:blip r:embed="rId157"/>
                <a:stretch>
                  <a:fillRect/>
                </a:stretch>
              </p:blipFill>
              <p:spPr>
                <a:xfrm>
                  <a:off x="8383065" y="2694255"/>
                  <a:ext cx="7560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2" name="Ink 91">
                  <a:extLst>
                    <a:ext uri="{FF2B5EF4-FFF2-40B4-BE49-F238E27FC236}">
                      <a16:creationId xmlns:a16="http://schemas.microsoft.com/office/drawing/2014/main" id="{16FE9B1C-35C1-C9A3-D95C-1DAF65ED4B93}"/>
                    </a:ext>
                  </a:extLst>
                </p14:cNvPr>
                <p14:cNvContentPartPr/>
                <p14:nvPr/>
              </p14:nvContentPartPr>
              <p14:xfrm>
                <a:off x="8431665" y="2585175"/>
                <a:ext cx="345600" cy="546840"/>
              </p14:xfrm>
            </p:contentPart>
          </mc:Choice>
          <mc:Fallback xmlns="">
            <p:pic>
              <p:nvPicPr>
                <p:cNvPr id="92" name="Ink 91">
                  <a:extLst>
                    <a:ext uri="{FF2B5EF4-FFF2-40B4-BE49-F238E27FC236}">
                      <a16:creationId xmlns:a16="http://schemas.microsoft.com/office/drawing/2014/main" id="{16FE9B1C-35C1-C9A3-D95C-1DAF65ED4B93}"/>
                    </a:ext>
                  </a:extLst>
                </p:cNvPr>
                <p:cNvPicPr/>
                <p:nvPr/>
              </p:nvPicPr>
              <p:blipFill>
                <a:blip r:embed="rId159"/>
                <a:stretch>
                  <a:fillRect/>
                </a:stretch>
              </p:blipFill>
              <p:spPr>
                <a:xfrm>
                  <a:off x="8425545" y="2579055"/>
                  <a:ext cx="357840" cy="5590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3" name="Ink 92">
                  <a:extLst>
                    <a:ext uri="{FF2B5EF4-FFF2-40B4-BE49-F238E27FC236}">
                      <a16:creationId xmlns:a16="http://schemas.microsoft.com/office/drawing/2014/main" id="{A97A7E87-8AEA-8045-7CDA-CC0CF63D985B}"/>
                    </a:ext>
                  </a:extLst>
                </p14:cNvPr>
                <p14:cNvContentPartPr/>
                <p14:nvPr/>
              </p14:nvContentPartPr>
              <p14:xfrm>
                <a:off x="8977785" y="2639895"/>
                <a:ext cx="604080" cy="464040"/>
              </p14:xfrm>
            </p:contentPart>
          </mc:Choice>
          <mc:Fallback xmlns="">
            <p:pic>
              <p:nvPicPr>
                <p:cNvPr id="93" name="Ink 92">
                  <a:extLst>
                    <a:ext uri="{FF2B5EF4-FFF2-40B4-BE49-F238E27FC236}">
                      <a16:creationId xmlns:a16="http://schemas.microsoft.com/office/drawing/2014/main" id="{A97A7E87-8AEA-8045-7CDA-CC0CF63D985B}"/>
                    </a:ext>
                  </a:extLst>
                </p:cNvPr>
                <p:cNvPicPr/>
                <p:nvPr/>
              </p:nvPicPr>
              <p:blipFill>
                <a:blip r:embed="rId161"/>
                <a:stretch>
                  <a:fillRect/>
                </a:stretch>
              </p:blipFill>
              <p:spPr>
                <a:xfrm>
                  <a:off x="8971665" y="2633775"/>
                  <a:ext cx="616320" cy="4762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4" name="Ink 93">
                  <a:extLst>
                    <a:ext uri="{FF2B5EF4-FFF2-40B4-BE49-F238E27FC236}">
                      <a16:creationId xmlns:a16="http://schemas.microsoft.com/office/drawing/2014/main" id="{CB3BD812-A36A-5895-5629-2D7CEFDBEB92}"/>
                    </a:ext>
                  </a:extLst>
                </p14:cNvPr>
                <p14:cNvContentPartPr/>
                <p14:nvPr/>
              </p14:nvContentPartPr>
              <p14:xfrm>
                <a:off x="9515265" y="2729175"/>
                <a:ext cx="325080" cy="141480"/>
              </p14:xfrm>
            </p:contentPart>
          </mc:Choice>
          <mc:Fallback xmlns="">
            <p:pic>
              <p:nvPicPr>
                <p:cNvPr id="94" name="Ink 93">
                  <a:extLst>
                    <a:ext uri="{FF2B5EF4-FFF2-40B4-BE49-F238E27FC236}">
                      <a16:creationId xmlns:a16="http://schemas.microsoft.com/office/drawing/2014/main" id="{CB3BD812-A36A-5895-5629-2D7CEFDBEB92}"/>
                    </a:ext>
                  </a:extLst>
                </p:cNvPr>
                <p:cNvPicPr/>
                <p:nvPr/>
              </p:nvPicPr>
              <p:blipFill>
                <a:blip r:embed="rId163"/>
                <a:stretch>
                  <a:fillRect/>
                </a:stretch>
              </p:blipFill>
              <p:spPr>
                <a:xfrm>
                  <a:off x="9509145" y="2723055"/>
                  <a:ext cx="3373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5" name="Ink 94">
                  <a:extLst>
                    <a:ext uri="{FF2B5EF4-FFF2-40B4-BE49-F238E27FC236}">
                      <a16:creationId xmlns:a16="http://schemas.microsoft.com/office/drawing/2014/main" id="{383DC5CA-5FBF-EFDD-B342-FD3FB9448C27}"/>
                    </a:ext>
                  </a:extLst>
                </p14:cNvPr>
                <p14:cNvContentPartPr/>
                <p14:nvPr/>
              </p14:nvContentPartPr>
              <p14:xfrm>
                <a:off x="10059585" y="2719455"/>
                <a:ext cx="118440" cy="255240"/>
              </p14:xfrm>
            </p:contentPart>
          </mc:Choice>
          <mc:Fallback xmlns="">
            <p:pic>
              <p:nvPicPr>
                <p:cNvPr id="95" name="Ink 94">
                  <a:extLst>
                    <a:ext uri="{FF2B5EF4-FFF2-40B4-BE49-F238E27FC236}">
                      <a16:creationId xmlns:a16="http://schemas.microsoft.com/office/drawing/2014/main" id="{383DC5CA-5FBF-EFDD-B342-FD3FB9448C27}"/>
                    </a:ext>
                  </a:extLst>
                </p:cNvPr>
                <p:cNvPicPr/>
                <p:nvPr/>
              </p:nvPicPr>
              <p:blipFill>
                <a:blip r:embed="rId165"/>
                <a:stretch>
                  <a:fillRect/>
                </a:stretch>
              </p:blipFill>
              <p:spPr>
                <a:xfrm>
                  <a:off x="10053465" y="2713335"/>
                  <a:ext cx="13068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6" name="Ink 95">
                  <a:extLst>
                    <a:ext uri="{FF2B5EF4-FFF2-40B4-BE49-F238E27FC236}">
                      <a16:creationId xmlns:a16="http://schemas.microsoft.com/office/drawing/2014/main" id="{B6B16565-008B-0727-6A28-F9324C984FEB}"/>
                    </a:ext>
                  </a:extLst>
                </p14:cNvPr>
                <p14:cNvContentPartPr/>
                <p14:nvPr/>
              </p14:nvContentPartPr>
              <p14:xfrm>
                <a:off x="10376745" y="2561775"/>
                <a:ext cx="431640" cy="347760"/>
              </p14:xfrm>
            </p:contentPart>
          </mc:Choice>
          <mc:Fallback xmlns="">
            <p:pic>
              <p:nvPicPr>
                <p:cNvPr id="96" name="Ink 95">
                  <a:extLst>
                    <a:ext uri="{FF2B5EF4-FFF2-40B4-BE49-F238E27FC236}">
                      <a16:creationId xmlns:a16="http://schemas.microsoft.com/office/drawing/2014/main" id="{B6B16565-008B-0727-6A28-F9324C984FEB}"/>
                    </a:ext>
                  </a:extLst>
                </p:cNvPr>
                <p:cNvPicPr/>
                <p:nvPr/>
              </p:nvPicPr>
              <p:blipFill>
                <a:blip r:embed="rId167"/>
                <a:stretch>
                  <a:fillRect/>
                </a:stretch>
              </p:blipFill>
              <p:spPr>
                <a:xfrm>
                  <a:off x="10370625" y="2555655"/>
                  <a:ext cx="4438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7" name="Ink 96">
                  <a:extLst>
                    <a:ext uri="{FF2B5EF4-FFF2-40B4-BE49-F238E27FC236}">
                      <a16:creationId xmlns:a16="http://schemas.microsoft.com/office/drawing/2014/main" id="{8939391C-248C-CF62-474A-62F9A480B775}"/>
                    </a:ext>
                  </a:extLst>
                </p14:cNvPr>
                <p14:cNvContentPartPr/>
                <p14:nvPr/>
              </p14:nvContentPartPr>
              <p14:xfrm>
                <a:off x="10715505" y="2674815"/>
                <a:ext cx="298800" cy="18720"/>
              </p14:xfrm>
            </p:contentPart>
          </mc:Choice>
          <mc:Fallback xmlns="">
            <p:pic>
              <p:nvPicPr>
                <p:cNvPr id="97" name="Ink 96">
                  <a:extLst>
                    <a:ext uri="{FF2B5EF4-FFF2-40B4-BE49-F238E27FC236}">
                      <a16:creationId xmlns:a16="http://schemas.microsoft.com/office/drawing/2014/main" id="{8939391C-248C-CF62-474A-62F9A480B775}"/>
                    </a:ext>
                  </a:extLst>
                </p:cNvPr>
                <p:cNvPicPr/>
                <p:nvPr/>
              </p:nvPicPr>
              <p:blipFill>
                <a:blip r:embed="rId169"/>
                <a:stretch>
                  <a:fillRect/>
                </a:stretch>
              </p:blipFill>
              <p:spPr>
                <a:xfrm>
                  <a:off x="10709385" y="2668695"/>
                  <a:ext cx="3110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8" name="Ink 97">
                  <a:extLst>
                    <a:ext uri="{FF2B5EF4-FFF2-40B4-BE49-F238E27FC236}">
                      <a16:creationId xmlns:a16="http://schemas.microsoft.com/office/drawing/2014/main" id="{E49788CA-B3D4-CC28-2E07-98BB54DF7D4D}"/>
                    </a:ext>
                  </a:extLst>
                </p14:cNvPr>
                <p14:cNvContentPartPr/>
                <p14:nvPr/>
              </p14:nvContentPartPr>
              <p14:xfrm>
                <a:off x="11148585" y="2671575"/>
                <a:ext cx="19800" cy="18000"/>
              </p14:xfrm>
            </p:contentPart>
          </mc:Choice>
          <mc:Fallback xmlns="">
            <p:pic>
              <p:nvPicPr>
                <p:cNvPr id="98" name="Ink 97">
                  <a:extLst>
                    <a:ext uri="{FF2B5EF4-FFF2-40B4-BE49-F238E27FC236}">
                      <a16:creationId xmlns:a16="http://schemas.microsoft.com/office/drawing/2014/main" id="{E49788CA-B3D4-CC28-2E07-98BB54DF7D4D}"/>
                    </a:ext>
                  </a:extLst>
                </p:cNvPr>
                <p:cNvPicPr/>
                <p:nvPr/>
              </p:nvPicPr>
              <p:blipFill>
                <a:blip r:embed="rId171"/>
                <a:stretch>
                  <a:fillRect/>
                </a:stretch>
              </p:blipFill>
              <p:spPr>
                <a:xfrm>
                  <a:off x="11142465" y="2665455"/>
                  <a:ext cx="32040" cy="30240"/>
                </a:xfrm>
                <a:prstGeom prst="rect">
                  <a:avLst/>
                </a:prstGeom>
              </p:spPr>
            </p:pic>
          </mc:Fallback>
        </mc:AlternateContent>
      </p:grpSp>
      <p:grpSp>
        <p:nvGrpSpPr>
          <p:cNvPr id="104" name="Group 103">
            <a:extLst>
              <a:ext uri="{FF2B5EF4-FFF2-40B4-BE49-F238E27FC236}">
                <a16:creationId xmlns:a16="http://schemas.microsoft.com/office/drawing/2014/main" id="{01BEBD16-5F89-2F97-BFA3-1D1D1E9AD8D4}"/>
              </a:ext>
            </a:extLst>
          </p:cNvPr>
          <p:cNvGrpSpPr/>
          <p:nvPr/>
        </p:nvGrpSpPr>
        <p:grpSpPr>
          <a:xfrm>
            <a:off x="4518105" y="3535935"/>
            <a:ext cx="2346840" cy="999000"/>
            <a:chOff x="4518105" y="3535935"/>
            <a:chExt cx="2346840" cy="999000"/>
          </a:xfrm>
        </p:grpSpPr>
        <mc:AlternateContent xmlns:mc="http://schemas.openxmlformats.org/markup-compatibility/2006" xmlns:p14="http://schemas.microsoft.com/office/powerpoint/2010/main">
          <mc:Choice Requires="p14">
            <p:contentPart p14:bwMode="auto" r:id="rId172">
              <p14:nvContentPartPr>
                <p14:cNvPr id="101" name="Ink 100">
                  <a:extLst>
                    <a:ext uri="{FF2B5EF4-FFF2-40B4-BE49-F238E27FC236}">
                      <a16:creationId xmlns:a16="http://schemas.microsoft.com/office/drawing/2014/main" id="{D7F8D64A-9BAB-29CC-B8BB-813EC577D2EC}"/>
                    </a:ext>
                  </a:extLst>
                </p14:cNvPr>
                <p14:cNvContentPartPr/>
                <p14:nvPr/>
              </p14:nvContentPartPr>
              <p14:xfrm>
                <a:off x="4518105" y="3603615"/>
                <a:ext cx="1194840" cy="931320"/>
              </p14:xfrm>
            </p:contentPart>
          </mc:Choice>
          <mc:Fallback xmlns="">
            <p:pic>
              <p:nvPicPr>
                <p:cNvPr id="101" name="Ink 100">
                  <a:extLst>
                    <a:ext uri="{FF2B5EF4-FFF2-40B4-BE49-F238E27FC236}">
                      <a16:creationId xmlns:a16="http://schemas.microsoft.com/office/drawing/2014/main" id="{D7F8D64A-9BAB-29CC-B8BB-813EC577D2EC}"/>
                    </a:ext>
                  </a:extLst>
                </p:cNvPr>
                <p:cNvPicPr/>
                <p:nvPr/>
              </p:nvPicPr>
              <p:blipFill>
                <a:blip r:embed="rId173"/>
                <a:stretch>
                  <a:fillRect/>
                </a:stretch>
              </p:blipFill>
              <p:spPr>
                <a:xfrm>
                  <a:off x="4511985" y="3597495"/>
                  <a:ext cx="1207080" cy="9435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2" name="Ink 101">
                  <a:extLst>
                    <a:ext uri="{FF2B5EF4-FFF2-40B4-BE49-F238E27FC236}">
                      <a16:creationId xmlns:a16="http://schemas.microsoft.com/office/drawing/2014/main" id="{076F4487-4DEE-EFD0-F26B-B61ACDDA44D4}"/>
                    </a:ext>
                  </a:extLst>
                </p14:cNvPr>
                <p14:cNvContentPartPr/>
                <p14:nvPr/>
              </p14:nvContentPartPr>
              <p14:xfrm>
                <a:off x="5799345" y="3535935"/>
                <a:ext cx="19800" cy="44280"/>
              </p14:xfrm>
            </p:contentPart>
          </mc:Choice>
          <mc:Fallback xmlns="">
            <p:pic>
              <p:nvPicPr>
                <p:cNvPr id="102" name="Ink 101">
                  <a:extLst>
                    <a:ext uri="{FF2B5EF4-FFF2-40B4-BE49-F238E27FC236}">
                      <a16:creationId xmlns:a16="http://schemas.microsoft.com/office/drawing/2014/main" id="{076F4487-4DEE-EFD0-F26B-B61ACDDA44D4}"/>
                    </a:ext>
                  </a:extLst>
                </p:cNvPr>
                <p:cNvPicPr/>
                <p:nvPr/>
              </p:nvPicPr>
              <p:blipFill>
                <a:blip r:embed="rId175"/>
                <a:stretch>
                  <a:fillRect/>
                </a:stretch>
              </p:blipFill>
              <p:spPr>
                <a:xfrm>
                  <a:off x="5793225" y="3529815"/>
                  <a:ext cx="3204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3" name="Ink 102">
                  <a:extLst>
                    <a:ext uri="{FF2B5EF4-FFF2-40B4-BE49-F238E27FC236}">
                      <a16:creationId xmlns:a16="http://schemas.microsoft.com/office/drawing/2014/main" id="{47C9875A-A048-F2F8-713D-A19788DFC2FE}"/>
                    </a:ext>
                  </a:extLst>
                </p14:cNvPr>
                <p14:cNvContentPartPr/>
                <p14:nvPr/>
              </p14:nvContentPartPr>
              <p14:xfrm>
                <a:off x="5714745" y="3582015"/>
                <a:ext cx="1150200" cy="769680"/>
              </p14:xfrm>
            </p:contentPart>
          </mc:Choice>
          <mc:Fallback xmlns="">
            <p:pic>
              <p:nvPicPr>
                <p:cNvPr id="103" name="Ink 102">
                  <a:extLst>
                    <a:ext uri="{FF2B5EF4-FFF2-40B4-BE49-F238E27FC236}">
                      <a16:creationId xmlns:a16="http://schemas.microsoft.com/office/drawing/2014/main" id="{47C9875A-A048-F2F8-713D-A19788DFC2FE}"/>
                    </a:ext>
                  </a:extLst>
                </p:cNvPr>
                <p:cNvPicPr/>
                <p:nvPr/>
              </p:nvPicPr>
              <p:blipFill>
                <a:blip r:embed="rId177"/>
                <a:stretch>
                  <a:fillRect/>
                </a:stretch>
              </p:blipFill>
              <p:spPr>
                <a:xfrm>
                  <a:off x="5708625" y="3575895"/>
                  <a:ext cx="1162440" cy="78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8">
            <p14:nvContentPartPr>
              <p14:cNvPr id="127" name="Ink 126">
                <a:extLst>
                  <a:ext uri="{FF2B5EF4-FFF2-40B4-BE49-F238E27FC236}">
                    <a16:creationId xmlns:a16="http://schemas.microsoft.com/office/drawing/2014/main" id="{5B99FC6B-7605-3B64-6A69-DE88875696AB}"/>
                  </a:ext>
                </a:extLst>
              </p14:cNvPr>
              <p14:cNvContentPartPr/>
              <p14:nvPr/>
            </p14:nvContentPartPr>
            <p14:xfrm>
              <a:off x="2707665" y="5364735"/>
              <a:ext cx="377640" cy="180000"/>
            </p14:xfrm>
          </p:contentPart>
        </mc:Choice>
        <mc:Fallback xmlns="">
          <p:pic>
            <p:nvPicPr>
              <p:cNvPr id="127" name="Ink 126">
                <a:extLst>
                  <a:ext uri="{FF2B5EF4-FFF2-40B4-BE49-F238E27FC236}">
                    <a16:creationId xmlns:a16="http://schemas.microsoft.com/office/drawing/2014/main" id="{5B99FC6B-7605-3B64-6A69-DE88875696AB}"/>
                  </a:ext>
                </a:extLst>
              </p:cNvPr>
              <p:cNvPicPr/>
              <p:nvPr/>
            </p:nvPicPr>
            <p:blipFill>
              <a:blip r:embed="rId179"/>
              <a:stretch>
                <a:fillRect/>
              </a:stretch>
            </p:blipFill>
            <p:spPr>
              <a:xfrm>
                <a:off x="2701545" y="5358615"/>
                <a:ext cx="389880" cy="192240"/>
              </a:xfrm>
              <a:prstGeom prst="rect">
                <a:avLst/>
              </a:prstGeom>
            </p:spPr>
          </p:pic>
        </mc:Fallback>
      </mc:AlternateContent>
      <p:grpSp>
        <p:nvGrpSpPr>
          <p:cNvPr id="136" name="Group 135">
            <a:extLst>
              <a:ext uri="{FF2B5EF4-FFF2-40B4-BE49-F238E27FC236}">
                <a16:creationId xmlns:a16="http://schemas.microsoft.com/office/drawing/2014/main" id="{DDB7E37A-637E-53A3-CFBA-228613BD53F4}"/>
              </a:ext>
            </a:extLst>
          </p:cNvPr>
          <p:cNvGrpSpPr/>
          <p:nvPr/>
        </p:nvGrpSpPr>
        <p:grpSpPr>
          <a:xfrm>
            <a:off x="798945" y="5948655"/>
            <a:ext cx="1638000" cy="483120"/>
            <a:chOff x="798945" y="5948655"/>
            <a:chExt cx="1638000" cy="483120"/>
          </a:xfrm>
        </p:grpSpPr>
        <mc:AlternateContent xmlns:mc="http://schemas.openxmlformats.org/markup-compatibility/2006" xmlns:p14="http://schemas.microsoft.com/office/powerpoint/2010/main">
          <mc:Choice Requires="p14">
            <p:contentPart p14:bwMode="auto" r:id="rId180">
              <p14:nvContentPartPr>
                <p14:cNvPr id="128" name="Ink 127">
                  <a:extLst>
                    <a:ext uri="{FF2B5EF4-FFF2-40B4-BE49-F238E27FC236}">
                      <a16:creationId xmlns:a16="http://schemas.microsoft.com/office/drawing/2014/main" id="{0C5863B1-ECA1-AE79-A547-38AC4F82A30A}"/>
                    </a:ext>
                  </a:extLst>
                </p14:cNvPr>
                <p14:cNvContentPartPr/>
                <p14:nvPr/>
              </p14:nvContentPartPr>
              <p14:xfrm>
                <a:off x="798945" y="5948655"/>
                <a:ext cx="748800" cy="160200"/>
              </p14:xfrm>
            </p:contentPart>
          </mc:Choice>
          <mc:Fallback xmlns="">
            <p:pic>
              <p:nvPicPr>
                <p:cNvPr id="128" name="Ink 127">
                  <a:extLst>
                    <a:ext uri="{FF2B5EF4-FFF2-40B4-BE49-F238E27FC236}">
                      <a16:creationId xmlns:a16="http://schemas.microsoft.com/office/drawing/2014/main" id="{0C5863B1-ECA1-AE79-A547-38AC4F82A30A}"/>
                    </a:ext>
                  </a:extLst>
                </p:cNvPr>
                <p:cNvPicPr/>
                <p:nvPr/>
              </p:nvPicPr>
              <p:blipFill>
                <a:blip r:embed="rId181"/>
                <a:stretch>
                  <a:fillRect/>
                </a:stretch>
              </p:blipFill>
              <p:spPr>
                <a:xfrm>
                  <a:off x="792825" y="5942535"/>
                  <a:ext cx="7610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9" name="Ink 128">
                  <a:extLst>
                    <a:ext uri="{FF2B5EF4-FFF2-40B4-BE49-F238E27FC236}">
                      <a16:creationId xmlns:a16="http://schemas.microsoft.com/office/drawing/2014/main" id="{EF40186F-1EB8-DE17-1AE5-F29EF85B580F}"/>
                    </a:ext>
                  </a:extLst>
                </p14:cNvPr>
                <p14:cNvContentPartPr/>
                <p14:nvPr/>
              </p14:nvContentPartPr>
              <p14:xfrm>
                <a:off x="1266225" y="6094095"/>
                <a:ext cx="47160" cy="337680"/>
              </p14:xfrm>
            </p:contentPart>
          </mc:Choice>
          <mc:Fallback xmlns="">
            <p:pic>
              <p:nvPicPr>
                <p:cNvPr id="129" name="Ink 128">
                  <a:extLst>
                    <a:ext uri="{FF2B5EF4-FFF2-40B4-BE49-F238E27FC236}">
                      <a16:creationId xmlns:a16="http://schemas.microsoft.com/office/drawing/2014/main" id="{EF40186F-1EB8-DE17-1AE5-F29EF85B580F}"/>
                    </a:ext>
                  </a:extLst>
                </p:cNvPr>
                <p:cNvPicPr/>
                <p:nvPr/>
              </p:nvPicPr>
              <p:blipFill>
                <a:blip r:embed="rId183"/>
                <a:stretch>
                  <a:fillRect/>
                </a:stretch>
              </p:blipFill>
              <p:spPr>
                <a:xfrm>
                  <a:off x="1260105" y="6087975"/>
                  <a:ext cx="5940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0" name="Ink 129">
                  <a:extLst>
                    <a:ext uri="{FF2B5EF4-FFF2-40B4-BE49-F238E27FC236}">
                      <a16:creationId xmlns:a16="http://schemas.microsoft.com/office/drawing/2014/main" id="{9B0DDC55-0D90-6513-AEB7-B6C1C1F284FD}"/>
                    </a:ext>
                  </a:extLst>
                </p14:cNvPr>
                <p14:cNvContentPartPr/>
                <p14:nvPr/>
              </p14:nvContentPartPr>
              <p14:xfrm>
                <a:off x="1491585" y="6108135"/>
                <a:ext cx="572040" cy="182880"/>
              </p14:xfrm>
            </p:contentPart>
          </mc:Choice>
          <mc:Fallback xmlns="">
            <p:pic>
              <p:nvPicPr>
                <p:cNvPr id="130" name="Ink 129">
                  <a:extLst>
                    <a:ext uri="{FF2B5EF4-FFF2-40B4-BE49-F238E27FC236}">
                      <a16:creationId xmlns:a16="http://schemas.microsoft.com/office/drawing/2014/main" id="{9B0DDC55-0D90-6513-AEB7-B6C1C1F284FD}"/>
                    </a:ext>
                  </a:extLst>
                </p:cNvPr>
                <p:cNvPicPr/>
                <p:nvPr/>
              </p:nvPicPr>
              <p:blipFill>
                <a:blip r:embed="rId185"/>
                <a:stretch>
                  <a:fillRect/>
                </a:stretch>
              </p:blipFill>
              <p:spPr>
                <a:xfrm>
                  <a:off x="1485465" y="6102015"/>
                  <a:ext cx="5842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31" name="Ink 130">
                  <a:extLst>
                    <a:ext uri="{FF2B5EF4-FFF2-40B4-BE49-F238E27FC236}">
                      <a16:creationId xmlns:a16="http://schemas.microsoft.com/office/drawing/2014/main" id="{6F992106-5BB3-0742-3CCB-EA705FC1949D}"/>
                    </a:ext>
                  </a:extLst>
                </p14:cNvPr>
                <p14:cNvContentPartPr/>
                <p14:nvPr/>
              </p14:nvContentPartPr>
              <p14:xfrm>
                <a:off x="2075505" y="6099495"/>
                <a:ext cx="361440" cy="52920"/>
              </p14:xfrm>
            </p:contentPart>
          </mc:Choice>
          <mc:Fallback xmlns="">
            <p:pic>
              <p:nvPicPr>
                <p:cNvPr id="131" name="Ink 130">
                  <a:extLst>
                    <a:ext uri="{FF2B5EF4-FFF2-40B4-BE49-F238E27FC236}">
                      <a16:creationId xmlns:a16="http://schemas.microsoft.com/office/drawing/2014/main" id="{6F992106-5BB3-0742-3CCB-EA705FC1949D}"/>
                    </a:ext>
                  </a:extLst>
                </p:cNvPr>
                <p:cNvPicPr/>
                <p:nvPr/>
              </p:nvPicPr>
              <p:blipFill>
                <a:blip r:embed="rId187"/>
                <a:stretch>
                  <a:fillRect/>
                </a:stretch>
              </p:blipFill>
              <p:spPr>
                <a:xfrm>
                  <a:off x="2069385" y="6093375"/>
                  <a:ext cx="373680" cy="65160"/>
                </a:xfrm>
                <a:prstGeom prst="rect">
                  <a:avLst/>
                </a:prstGeom>
              </p:spPr>
            </p:pic>
          </mc:Fallback>
        </mc:AlternateContent>
      </p:grpSp>
      <p:grpSp>
        <p:nvGrpSpPr>
          <p:cNvPr id="165" name="Group 164">
            <a:extLst>
              <a:ext uri="{FF2B5EF4-FFF2-40B4-BE49-F238E27FC236}">
                <a16:creationId xmlns:a16="http://schemas.microsoft.com/office/drawing/2014/main" id="{8EE9D691-7E9A-0B89-BD0B-00B472B82791}"/>
              </a:ext>
            </a:extLst>
          </p:cNvPr>
          <p:cNvGrpSpPr/>
          <p:nvPr/>
        </p:nvGrpSpPr>
        <p:grpSpPr>
          <a:xfrm>
            <a:off x="6511785" y="4149375"/>
            <a:ext cx="5470560" cy="2175480"/>
            <a:chOff x="6511785" y="4149375"/>
            <a:chExt cx="5470560" cy="2175480"/>
          </a:xfrm>
        </p:grpSpPr>
        <mc:AlternateContent xmlns:mc="http://schemas.openxmlformats.org/markup-compatibility/2006" xmlns:p14="http://schemas.microsoft.com/office/powerpoint/2010/main">
          <mc:Choice Requires="p14">
            <p:contentPart p14:bwMode="auto" r:id="rId188">
              <p14:nvContentPartPr>
                <p14:cNvPr id="112" name="Ink 111">
                  <a:extLst>
                    <a:ext uri="{FF2B5EF4-FFF2-40B4-BE49-F238E27FC236}">
                      <a16:creationId xmlns:a16="http://schemas.microsoft.com/office/drawing/2014/main" id="{23AD5793-8E7F-1F23-72F4-2F371B41F22B}"/>
                    </a:ext>
                  </a:extLst>
                </p14:cNvPr>
                <p14:cNvContentPartPr/>
                <p14:nvPr/>
              </p14:nvContentPartPr>
              <p14:xfrm>
                <a:off x="6640665" y="4470855"/>
                <a:ext cx="344160" cy="388440"/>
              </p14:xfrm>
            </p:contentPart>
          </mc:Choice>
          <mc:Fallback xmlns="">
            <p:pic>
              <p:nvPicPr>
                <p:cNvPr id="112" name="Ink 111">
                  <a:extLst>
                    <a:ext uri="{FF2B5EF4-FFF2-40B4-BE49-F238E27FC236}">
                      <a16:creationId xmlns:a16="http://schemas.microsoft.com/office/drawing/2014/main" id="{23AD5793-8E7F-1F23-72F4-2F371B41F22B}"/>
                    </a:ext>
                  </a:extLst>
                </p:cNvPr>
                <p:cNvPicPr/>
                <p:nvPr/>
              </p:nvPicPr>
              <p:blipFill>
                <a:blip r:embed="rId189"/>
                <a:stretch>
                  <a:fillRect/>
                </a:stretch>
              </p:blipFill>
              <p:spPr>
                <a:xfrm>
                  <a:off x="6634545" y="4464735"/>
                  <a:ext cx="35640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3" name="Ink 112">
                  <a:extLst>
                    <a:ext uri="{FF2B5EF4-FFF2-40B4-BE49-F238E27FC236}">
                      <a16:creationId xmlns:a16="http://schemas.microsoft.com/office/drawing/2014/main" id="{43D2EF80-052A-ACE1-D42B-7CB5EB909549}"/>
                    </a:ext>
                  </a:extLst>
                </p14:cNvPr>
                <p14:cNvContentPartPr/>
                <p14:nvPr/>
              </p14:nvContentPartPr>
              <p14:xfrm>
                <a:off x="7110465" y="4319655"/>
                <a:ext cx="814320" cy="399960"/>
              </p14:xfrm>
            </p:contentPart>
          </mc:Choice>
          <mc:Fallback xmlns="">
            <p:pic>
              <p:nvPicPr>
                <p:cNvPr id="113" name="Ink 112">
                  <a:extLst>
                    <a:ext uri="{FF2B5EF4-FFF2-40B4-BE49-F238E27FC236}">
                      <a16:creationId xmlns:a16="http://schemas.microsoft.com/office/drawing/2014/main" id="{43D2EF80-052A-ACE1-D42B-7CB5EB909549}"/>
                    </a:ext>
                  </a:extLst>
                </p:cNvPr>
                <p:cNvPicPr/>
                <p:nvPr/>
              </p:nvPicPr>
              <p:blipFill>
                <a:blip r:embed="rId191"/>
                <a:stretch>
                  <a:fillRect/>
                </a:stretch>
              </p:blipFill>
              <p:spPr>
                <a:xfrm>
                  <a:off x="7104345" y="4313535"/>
                  <a:ext cx="82656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4" name="Ink 113">
                  <a:extLst>
                    <a:ext uri="{FF2B5EF4-FFF2-40B4-BE49-F238E27FC236}">
                      <a16:creationId xmlns:a16="http://schemas.microsoft.com/office/drawing/2014/main" id="{6DEBFC9D-49BA-FF2C-DCF4-699B30DAF6A9}"/>
                    </a:ext>
                  </a:extLst>
                </p14:cNvPr>
                <p14:cNvContentPartPr/>
                <p14:nvPr/>
              </p14:nvContentPartPr>
              <p14:xfrm>
                <a:off x="7955025" y="4322895"/>
                <a:ext cx="60840" cy="37440"/>
              </p14:xfrm>
            </p:contentPart>
          </mc:Choice>
          <mc:Fallback xmlns="">
            <p:pic>
              <p:nvPicPr>
                <p:cNvPr id="114" name="Ink 113">
                  <a:extLst>
                    <a:ext uri="{FF2B5EF4-FFF2-40B4-BE49-F238E27FC236}">
                      <a16:creationId xmlns:a16="http://schemas.microsoft.com/office/drawing/2014/main" id="{6DEBFC9D-49BA-FF2C-DCF4-699B30DAF6A9}"/>
                    </a:ext>
                  </a:extLst>
                </p:cNvPr>
                <p:cNvPicPr/>
                <p:nvPr/>
              </p:nvPicPr>
              <p:blipFill>
                <a:blip r:embed="rId193"/>
                <a:stretch>
                  <a:fillRect/>
                </a:stretch>
              </p:blipFill>
              <p:spPr>
                <a:xfrm>
                  <a:off x="7948905" y="4316775"/>
                  <a:ext cx="730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5" name="Ink 114">
                  <a:extLst>
                    <a:ext uri="{FF2B5EF4-FFF2-40B4-BE49-F238E27FC236}">
                      <a16:creationId xmlns:a16="http://schemas.microsoft.com/office/drawing/2014/main" id="{317DF136-17B9-08A4-12DD-461A4D686AAD}"/>
                    </a:ext>
                  </a:extLst>
                </p14:cNvPr>
                <p14:cNvContentPartPr/>
                <p14:nvPr/>
              </p14:nvContentPartPr>
              <p14:xfrm>
                <a:off x="8110545" y="4149375"/>
                <a:ext cx="717120" cy="485280"/>
              </p14:xfrm>
            </p:contentPart>
          </mc:Choice>
          <mc:Fallback xmlns="">
            <p:pic>
              <p:nvPicPr>
                <p:cNvPr id="115" name="Ink 114">
                  <a:extLst>
                    <a:ext uri="{FF2B5EF4-FFF2-40B4-BE49-F238E27FC236}">
                      <a16:creationId xmlns:a16="http://schemas.microsoft.com/office/drawing/2014/main" id="{317DF136-17B9-08A4-12DD-461A4D686AAD}"/>
                    </a:ext>
                  </a:extLst>
                </p:cNvPr>
                <p:cNvPicPr/>
                <p:nvPr/>
              </p:nvPicPr>
              <p:blipFill>
                <a:blip r:embed="rId195"/>
                <a:stretch>
                  <a:fillRect/>
                </a:stretch>
              </p:blipFill>
              <p:spPr>
                <a:xfrm>
                  <a:off x="8104425" y="4143255"/>
                  <a:ext cx="72936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6" name="Ink 115">
                  <a:extLst>
                    <a:ext uri="{FF2B5EF4-FFF2-40B4-BE49-F238E27FC236}">
                      <a16:creationId xmlns:a16="http://schemas.microsoft.com/office/drawing/2014/main" id="{3B7119BA-417D-5CC3-A731-4EA62922654F}"/>
                    </a:ext>
                  </a:extLst>
                </p14:cNvPr>
                <p14:cNvContentPartPr/>
                <p14:nvPr/>
              </p14:nvContentPartPr>
              <p14:xfrm>
                <a:off x="9076425" y="4222095"/>
                <a:ext cx="23400" cy="246240"/>
              </p14:xfrm>
            </p:contentPart>
          </mc:Choice>
          <mc:Fallback xmlns="">
            <p:pic>
              <p:nvPicPr>
                <p:cNvPr id="116" name="Ink 115">
                  <a:extLst>
                    <a:ext uri="{FF2B5EF4-FFF2-40B4-BE49-F238E27FC236}">
                      <a16:creationId xmlns:a16="http://schemas.microsoft.com/office/drawing/2014/main" id="{3B7119BA-417D-5CC3-A731-4EA62922654F}"/>
                    </a:ext>
                  </a:extLst>
                </p:cNvPr>
                <p:cNvPicPr/>
                <p:nvPr/>
              </p:nvPicPr>
              <p:blipFill>
                <a:blip r:embed="rId197"/>
                <a:stretch>
                  <a:fillRect/>
                </a:stretch>
              </p:blipFill>
              <p:spPr>
                <a:xfrm>
                  <a:off x="9070305" y="4215975"/>
                  <a:ext cx="3564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7" name="Ink 116">
                  <a:extLst>
                    <a:ext uri="{FF2B5EF4-FFF2-40B4-BE49-F238E27FC236}">
                      <a16:creationId xmlns:a16="http://schemas.microsoft.com/office/drawing/2014/main" id="{CAB3AB29-C789-8637-D9F3-8D618F6DCB87}"/>
                    </a:ext>
                  </a:extLst>
                </p14:cNvPr>
                <p14:cNvContentPartPr/>
                <p14:nvPr/>
              </p14:nvContentPartPr>
              <p14:xfrm>
                <a:off x="8955105" y="4357815"/>
                <a:ext cx="209520" cy="153360"/>
              </p14:xfrm>
            </p:contentPart>
          </mc:Choice>
          <mc:Fallback xmlns="">
            <p:pic>
              <p:nvPicPr>
                <p:cNvPr id="117" name="Ink 116">
                  <a:extLst>
                    <a:ext uri="{FF2B5EF4-FFF2-40B4-BE49-F238E27FC236}">
                      <a16:creationId xmlns:a16="http://schemas.microsoft.com/office/drawing/2014/main" id="{CAB3AB29-C789-8637-D9F3-8D618F6DCB87}"/>
                    </a:ext>
                  </a:extLst>
                </p:cNvPr>
                <p:cNvPicPr/>
                <p:nvPr/>
              </p:nvPicPr>
              <p:blipFill>
                <a:blip r:embed="rId199"/>
                <a:stretch>
                  <a:fillRect/>
                </a:stretch>
              </p:blipFill>
              <p:spPr>
                <a:xfrm>
                  <a:off x="8948985" y="4351695"/>
                  <a:ext cx="2217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8" name="Ink 117">
                  <a:extLst>
                    <a:ext uri="{FF2B5EF4-FFF2-40B4-BE49-F238E27FC236}">
                      <a16:creationId xmlns:a16="http://schemas.microsoft.com/office/drawing/2014/main" id="{1333DE0C-C7E1-2793-67BC-BEED6973EBBA}"/>
                    </a:ext>
                  </a:extLst>
                </p14:cNvPr>
                <p14:cNvContentPartPr/>
                <p14:nvPr/>
              </p14:nvContentPartPr>
              <p14:xfrm>
                <a:off x="9293505" y="4245495"/>
                <a:ext cx="52920" cy="80640"/>
              </p14:xfrm>
            </p:contentPart>
          </mc:Choice>
          <mc:Fallback xmlns="">
            <p:pic>
              <p:nvPicPr>
                <p:cNvPr id="118" name="Ink 117">
                  <a:extLst>
                    <a:ext uri="{FF2B5EF4-FFF2-40B4-BE49-F238E27FC236}">
                      <a16:creationId xmlns:a16="http://schemas.microsoft.com/office/drawing/2014/main" id="{1333DE0C-C7E1-2793-67BC-BEED6973EBBA}"/>
                    </a:ext>
                  </a:extLst>
                </p:cNvPr>
                <p:cNvPicPr/>
                <p:nvPr/>
              </p:nvPicPr>
              <p:blipFill>
                <a:blip r:embed="rId201"/>
                <a:stretch>
                  <a:fillRect/>
                </a:stretch>
              </p:blipFill>
              <p:spPr>
                <a:xfrm>
                  <a:off x="9287385" y="4239375"/>
                  <a:ext cx="6516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9" name="Ink 118">
                  <a:extLst>
                    <a:ext uri="{FF2B5EF4-FFF2-40B4-BE49-F238E27FC236}">
                      <a16:creationId xmlns:a16="http://schemas.microsoft.com/office/drawing/2014/main" id="{4CBE9A02-259C-2466-B2A4-8DF0B6BBCB3C}"/>
                    </a:ext>
                  </a:extLst>
                </p14:cNvPr>
                <p14:cNvContentPartPr/>
                <p14:nvPr/>
              </p14:nvContentPartPr>
              <p14:xfrm>
                <a:off x="9347865" y="4330815"/>
                <a:ext cx="163800" cy="206640"/>
              </p14:xfrm>
            </p:contentPart>
          </mc:Choice>
          <mc:Fallback xmlns="">
            <p:pic>
              <p:nvPicPr>
                <p:cNvPr id="119" name="Ink 118">
                  <a:extLst>
                    <a:ext uri="{FF2B5EF4-FFF2-40B4-BE49-F238E27FC236}">
                      <a16:creationId xmlns:a16="http://schemas.microsoft.com/office/drawing/2014/main" id="{4CBE9A02-259C-2466-B2A4-8DF0B6BBCB3C}"/>
                    </a:ext>
                  </a:extLst>
                </p:cNvPr>
                <p:cNvPicPr/>
                <p:nvPr/>
              </p:nvPicPr>
              <p:blipFill>
                <a:blip r:embed="rId203"/>
                <a:stretch>
                  <a:fillRect/>
                </a:stretch>
              </p:blipFill>
              <p:spPr>
                <a:xfrm>
                  <a:off x="9341745" y="4324695"/>
                  <a:ext cx="17604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0" name="Ink 119">
                  <a:extLst>
                    <a:ext uri="{FF2B5EF4-FFF2-40B4-BE49-F238E27FC236}">
                      <a16:creationId xmlns:a16="http://schemas.microsoft.com/office/drawing/2014/main" id="{3E953D31-6F29-3CBC-EC7A-D243816DC3C6}"/>
                    </a:ext>
                  </a:extLst>
                </p14:cNvPr>
                <p14:cNvContentPartPr/>
                <p14:nvPr/>
              </p14:nvContentPartPr>
              <p14:xfrm>
                <a:off x="9616065" y="4353855"/>
                <a:ext cx="357840" cy="171000"/>
              </p14:xfrm>
            </p:contentPart>
          </mc:Choice>
          <mc:Fallback xmlns="">
            <p:pic>
              <p:nvPicPr>
                <p:cNvPr id="120" name="Ink 119">
                  <a:extLst>
                    <a:ext uri="{FF2B5EF4-FFF2-40B4-BE49-F238E27FC236}">
                      <a16:creationId xmlns:a16="http://schemas.microsoft.com/office/drawing/2014/main" id="{3E953D31-6F29-3CBC-EC7A-D243816DC3C6}"/>
                    </a:ext>
                  </a:extLst>
                </p:cNvPr>
                <p:cNvPicPr/>
                <p:nvPr/>
              </p:nvPicPr>
              <p:blipFill>
                <a:blip r:embed="rId205"/>
                <a:stretch>
                  <a:fillRect/>
                </a:stretch>
              </p:blipFill>
              <p:spPr>
                <a:xfrm>
                  <a:off x="9609945" y="4347735"/>
                  <a:ext cx="3700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1" name="Ink 120">
                  <a:extLst>
                    <a:ext uri="{FF2B5EF4-FFF2-40B4-BE49-F238E27FC236}">
                      <a16:creationId xmlns:a16="http://schemas.microsoft.com/office/drawing/2014/main" id="{7A453054-5FD8-D796-D5BD-AACF0CCDBD0C}"/>
                    </a:ext>
                  </a:extLst>
                </p14:cNvPr>
                <p14:cNvContentPartPr/>
                <p14:nvPr/>
              </p14:nvContentPartPr>
              <p14:xfrm>
                <a:off x="10162185" y="4414335"/>
                <a:ext cx="11880" cy="11520"/>
              </p14:xfrm>
            </p:contentPart>
          </mc:Choice>
          <mc:Fallback xmlns="">
            <p:pic>
              <p:nvPicPr>
                <p:cNvPr id="121" name="Ink 120">
                  <a:extLst>
                    <a:ext uri="{FF2B5EF4-FFF2-40B4-BE49-F238E27FC236}">
                      <a16:creationId xmlns:a16="http://schemas.microsoft.com/office/drawing/2014/main" id="{7A453054-5FD8-D796-D5BD-AACF0CCDBD0C}"/>
                    </a:ext>
                  </a:extLst>
                </p:cNvPr>
                <p:cNvPicPr/>
                <p:nvPr/>
              </p:nvPicPr>
              <p:blipFill>
                <a:blip r:embed="rId207"/>
                <a:stretch>
                  <a:fillRect/>
                </a:stretch>
              </p:blipFill>
              <p:spPr>
                <a:xfrm>
                  <a:off x="10156065" y="4408215"/>
                  <a:ext cx="241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2" name="Ink 131">
                  <a:extLst>
                    <a:ext uri="{FF2B5EF4-FFF2-40B4-BE49-F238E27FC236}">
                      <a16:creationId xmlns:a16="http://schemas.microsoft.com/office/drawing/2014/main" id="{AE7F644A-22A5-3AB7-45E6-DD2F99C9481F}"/>
                    </a:ext>
                  </a:extLst>
                </p14:cNvPr>
                <p14:cNvContentPartPr/>
                <p14:nvPr/>
              </p14:nvContentPartPr>
              <p14:xfrm>
                <a:off x="7750545" y="4962615"/>
                <a:ext cx="49680" cy="237960"/>
              </p14:xfrm>
            </p:contentPart>
          </mc:Choice>
          <mc:Fallback xmlns="">
            <p:pic>
              <p:nvPicPr>
                <p:cNvPr id="132" name="Ink 131">
                  <a:extLst>
                    <a:ext uri="{FF2B5EF4-FFF2-40B4-BE49-F238E27FC236}">
                      <a16:creationId xmlns:a16="http://schemas.microsoft.com/office/drawing/2014/main" id="{AE7F644A-22A5-3AB7-45E6-DD2F99C9481F}"/>
                    </a:ext>
                  </a:extLst>
                </p:cNvPr>
                <p:cNvPicPr/>
                <p:nvPr/>
              </p:nvPicPr>
              <p:blipFill>
                <a:blip r:embed="rId209"/>
                <a:stretch>
                  <a:fillRect/>
                </a:stretch>
              </p:blipFill>
              <p:spPr>
                <a:xfrm>
                  <a:off x="7744425" y="4956495"/>
                  <a:ext cx="6192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3" name="Ink 132">
                  <a:extLst>
                    <a:ext uri="{FF2B5EF4-FFF2-40B4-BE49-F238E27FC236}">
                      <a16:creationId xmlns:a16="http://schemas.microsoft.com/office/drawing/2014/main" id="{31F5B963-6F8B-065E-F519-CAECBF45D514}"/>
                    </a:ext>
                  </a:extLst>
                </p14:cNvPr>
                <p14:cNvContentPartPr/>
                <p14:nvPr/>
              </p14:nvContentPartPr>
              <p14:xfrm>
                <a:off x="7555065" y="5195175"/>
                <a:ext cx="225360" cy="66240"/>
              </p14:xfrm>
            </p:contentPart>
          </mc:Choice>
          <mc:Fallback xmlns="">
            <p:pic>
              <p:nvPicPr>
                <p:cNvPr id="133" name="Ink 132">
                  <a:extLst>
                    <a:ext uri="{FF2B5EF4-FFF2-40B4-BE49-F238E27FC236}">
                      <a16:creationId xmlns:a16="http://schemas.microsoft.com/office/drawing/2014/main" id="{31F5B963-6F8B-065E-F519-CAECBF45D514}"/>
                    </a:ext>
                  </a:extLst>
                </p:cNvPr>
                <p:cNvPicPr/>
                <p:nvPr/>
              </p:nvPicPr>
              <p:blipFill>
                <a:blip r:embed="rId211"/>
                <a:stretch>
                  <a:fillRect/>
                </a:stretch>
              </p:blipFill>
              <p:spPr>
                <a:xfrm>
                  <a:off x="7548945" y="5189055"/>
                  <a:ext cx="2376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4" name="Ink 133">
                  <a:extLst>
                    <a:ext uri="{FF2B5EF4-FFF2-40B4-BE49-F238E27FC236}">
                      <a16:creationId xmlns:a16="http://schemas.microsoft.com/office/drawing/2014/main" id="{E6D1417A-8BB6-20A1-95CA-6D8D523BF587}"/>
                    </a:ext>
                  </a:extLst>
                </p14:cNvPr>
                <p14:cNvContentPartPr/>
                <p14:nvPr/>
              </p14:nvContentPartPr>
              <p14:xfrm>
                <a:off x="7983825" y="5148735"/>
                <a:ext cx="100800" cy="74520"/>
              </p14:xfrm>
            </p:contentPart>
          </mc:Choice>
          <mc:Fallback xmlns="">
            <p:pic>
              <p:nvPicPr>
                <p:cNvPr id="134" name="Ink 133">
                  <a:extLst>
                    <a:ext uri="{FF2B5EF4-FFF2-40B4-BE49-F238E27FC236}">
                      <a16:creationId xmlns:a16="http://schemas.microsoft.com/office/drawing/2014/main" id="{E6D1417A-8BB6-20A1-95CA-6D8D523BF587}"/>
                    </a:ext>
                  </a:extLst>
                </p:cNvPr>
                <p:cNvPicPr/>
                <p:nvPr/>
              </p:nvPicPr>
              <p:blipFill>
                <a:blip r:embed="rId213"/>
                <a:stretch>
                  <a:fillRect/>
                </a:stretch>
              </p:blipFill>
              <p:spPr>
                <a:xfrm>
                  <a:off x="7977705" y="5142615"/>
                  <a:ext cx="11304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7" name="Ink 136">
                  <a:extLst>
                    <a:ext uri="{FF2B5EF4-FFF2-40B4-BE49-F238E27FC236}">
                      <a16:creationId xmlns:a16="http://schemas.microsoft.com/office/drawing/2014/main" id="{2588C15A-381D-929D-0C19-516669E03DBD}"/>
                    </a:ext>
                  </a:extLst>
                </p14:cNvPr>
                <p14:cNvContentPartPr/>
                <p14:nvPr/>
              </p14:nvContentPartPr>
              <p14:xfrm>
                <a:off x="6511785" y="5434215"/>
                <a:ext cx="38880" cy="441360"/>
              </p14:xfrm>
            </p:contentPart>
          </mc:Choice>
          <mc:Fallback xmlns="">
            <p:pic>
              <p:nvPicPr>
                <p:cNvPr id="137" name="Ink 136">
                  <a:extLst>
                    <a:ext uri="{FF2B5EF4-FFF2-40B4-BE49-F238E27FC236}">
                      <a16:creationId xmlns:a16="http://schemas.microsoft.com/office/drawing/2014/main" id="{2588C15A-381D-929D-0C19-516669E03DBD}"/>
                    </a:ext>
                  </a:extLst>
                </p:cNvPr>
                <p:cNvPicPr/>
                <p:nvPr/>
              </p:nvPicPr>
              <p:blipFill>
                <a:blip r:embed="rId215"/>
                <a:stretch>
                  <a:fillRect/>
                </a:stretch>
              </p:blipFill>
              <p:spPr>
                <a:xfrm>
                  <a:off x="6505665" y="5428095"/>
                  <a:ext cx="51120" cy="4536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8" name="Ink 137">
                  <a:extLst>
                    <a:ext uri="{FF2B5EF4-FFF2-40B4-BE49-F238E27FC236}">
                      <a16:creationId xmlns:a16="http://schemas.microsoft.com/office/drawing/2014/main" id="{EF8F63C4-4720-6BA8-FD79-E27DAEFFC44C}"/>
                    </a:ext>
                  </a:extLst>
                </p14:cNvPr>
                <p14:cNvContentPartPr/>
                <p14:nvPr/>
              </p14:nvContentPartPr>
              <p14:xfrm>
                <a:off x="6535905" y="5417295"/>
                <a:ext cx="375840" cy="376560"/>
              </p14:xfrm>
            </p:contentPart>
          </mc:Choice>
          <mc:Fallback xmlns="">
            <p:pic>
              <p:nvPicPr>
                <p:cNvPr id="138" name="Ink 137">
                  <a:extLst>
                    <a:ext uri="{FF2B5EF4-FFF2-40B4-BE49-F238E27FC236}">
                      <a16:creationId xmlns:a16="http://schemas.microsoft.com/office/drawing/2014/main" id="{EF8F63C4-4720-6BA8-FD79-E27DAEFFC44C}"/>
                    </a:ext>
                  </a:extLst>
                </p:cNvPr>
                <p:cNvPicPr/>
                <p:nvPr/>
              </p:nvPicPr>
              <p:blipFill>
                <a:blip r:embed="rId217"/>
                <a:stretch>
                  <a:fillRect/>
                </a:stretch>
              </p:blipFill>
              <p:spPr>
                <a:xfrm>
                  <a:off x="6529785" y="5411175"/>
                  <a:ext cx="38808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9" name="Ink 138">
                  <a:extLst>
                    <a:ext uri="{FF2B5EF4-FFF2-40B4-BE49-F238E27FC236}">
                      <a16:creationId xmlns:a16="http://schemas.microsoft.com/office/drawing/2014/main" id="{1FBA8D71-C6C4-BA45-9746-D16CD3D72062}"/>
                    </a:ext>
                  </a:extLst>
                </p14:cNvPr>
                <p14:cNvContentPartPr/>
                <p14:nvPr/>
              </p14:nvContentPartPr>
              <p14:xfrm>
                <a:off x="7199025" y="5431695"/>
                <a:ext cx="441720" cy="641160"/>
              </p14:xfrm>
            </p:contentPart>
          </mc:Choice>
          <mc:Fallback xmlns="">
            <p:pic>
              <p:nvPicPr>
                <p:cNvPr id="139" name="Ink 138">
                  <a:extLst>
                    <a:ext uri="{FF2B5EF4-FFF2-40B4-BE49-F238E27FC236}">
                      <a16:creationId xmlns:a16="http://schemas.microsoft.com/office/drawing/2014/main" id="{1FBA8D71-C6C4-BA45-9746-D16CD3D72062}"/>
                    </a:ext>
                  </a:extLst>
                </p:cNvPr>
                <p:cNvPicPr/>
                <p:nvPr/>
              </p:nvPicPr>
              <p:blipFill>
                <a:blip r:embed="rId219"/>
                <a:stretch>
                  <a:fillRect/>
                </a:stretch>
              </p:blipFill>
              <p:spPr>
                <a:xfrm>
                  <a:off x="7192905" y="5425575"/>
                  <a:ext cx="453960" cy="6534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0" name="Ink 139">
                  <a:extLst>
                    <a:ext uri="{FF2B5EF4-FFF2-40B4-BE49-F238E27FC236}">
                      <a16:creationId xmlns:a16="http://schemas.microsoft.com/office/drawing/2014/main" id="{3446F0D3-713A-012C-CE81-7C06D31ECAAC}"/>
                    </a:ext>
                  </a:extLst>
                </p14:cNvPr>
                <p14:cNvContentPartPr/>
                <p14:nvPr/>
              </p14:nvContentPartPr>
              <p14:xfrm>
                <a:off x="7741185" y="5577495"/>
                <a:ext cx="179640" cy="114840"/>
              </p14:xfrm>
            </p:contentPart>
          </mc:Choice>
          <mc:Fallback xmlns="">
            <p:pic>
              <p:nvPicPr>
                <p:cNvPr id="140" name="Ink 139">
                  <a:extLst>
                    <a:ext uri="{FF2B5EF4-FFF2-40B4-BE49-F238E27FC236}">
                      <a16:creationId xmlns:a16="http://schemas.microsoft.com/office/drawing/2014/main" id="{3446F0D3-713A-012C-CE81-7C06D31ECAAC}"/>
                    </a:ext>
                  </a:extLst>
                </p:cNvPr>
                <p:cNvPicPr/>
                <p:nvPr/>
              </p:nvPicPr>
              <p:blipFill>
                <a:blip r:embed="rId221"/>
                <a:stretch>
                  <a:fillRect/>
                </a:stretch>
              </p:blipFill>
              <p:spPr>
                <a:xfrm>
                  <a:off x="7735065" y="5571375"/>
                  <a:ext cx="1918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1" name="Ink 140">
                  <a:extLst>
                    <a:ext uri="{FF2B5EF4-FFF2-40B4-BE49-F238E27FC236}">
                      <a16:creationId xmlns:a16="http://schemas.microsoft.com/office/drawing/2014/main" id="{7C18C2C2-F790-979F-617C-0028871BA28E}"/>
                    </a:ext>
                  </a:extLst>
                </p14:cNvPr>
                <p14:cNvContentPartPr/>
                <p14:nvPr/>
              </p14:nvContentPartPr>
              <p14:xfrm>
                <a:off x="7671705" y="5624655"/>
                <a:ext cx="224640" cy="174240"/>
              </p14:xfrm>
            </p:contentPart>
          </mc:Choice>
          <mc:Fallback xmlns="">
            <p:pic>
              <p:nvPicPr>
                <p:cNvPr id="141" name="Ink 140">
                  <a:extLst>
                    <a:ext uri="{FF2B5EF4-FFF2-40B4-BE49-F238E27FC236}">
                      <a16:creationId xmlns:a16="http://schemas.microsoft.com/office/drawing/2014/main" id="{7C18C2C2-F790-979F-617C-0028871BA28E}"/>
                    </a:ext>
                  </a:extLst>
                </p:cNvPr>
                <p:cNvPicPr/>
                <p:nvPr/>
              </p:nvPicPr>
              <p:blipFill>
                <a:blip r:embed="rId223"/>
                <a:stretch>
                  <a:fillRect/>
                </a:stretch>
              </p:blipFill>
              <p:spPr>
                <a:xfrm>
                  <a:off x="7665585" y="5618535"/>
                  <a:ext cx="2368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2" name="Ink 141">
                  <a:extLst>
                    <a:ext uri="{FF2B5EF4-FFF2-40B4-BE49-F238E27FC236}">
                      <a16:creationId xmlns:a16="http://schemas.microsoft.com/office/drawing/2014/main" id="{FEC6B1A1-8AD4-3B72-35A0-ECCEC88A8654}"/>
                    </a:ext>
                  </a:extLst>
                </p14:cNvPr>
                <p14:cNvContentPartPr/>
                <p14:nvPr/>
              </p14:nvContentPartPr>
              <p14:xfrm>
                <a:off x="7917225" y="5511255"/>
                <a:ext cx="198000" cy="144000"/>
              </p14:xfrm>
            </p:contentPart>
          </mc:Choice>
          <mc:Fallback xmlns="">
            <p:pic>
              <p:nvPicPr>
                <p:cNvPr id="142" name="Ink 141">
                  <a:extLst>
                    <a:ext uri="{FF2B5EF4-FFF2-40B4-BE49-F238E27FC236}">
                      <a16:creationId xmlns:a16="http://schemas.microsoft.com/office/drawing/2014/main" id="{FEC6B1A1-8AD4-3B72-35A0-ECCEC88A8654}"/>
                    </a:ext>
                  </a:extLst>
                </p:cNvPr>
                <p:cNvPicPr/>
                <p:nvPr/>
              </p:nvPicPr>
              <p:blipFill>
                <a:blip r:embed="rId225"/>
                <a:stretch>
                  <a:fillRect/>
                </a:stretch>
              </p:blipFill>
              <p:spPr>
                <a:xfrm>
                  <a:off x="7911105" y="5505135"/>
                  <a:ext cx="2102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3" name="Ink 142">
                  <a:extLst>
                    <a:ext uri="{FF2B5EF4-FFF2-40B4-BE49-F238E27FC236}">
                      <a16:creationId xmlns:a16="http://schemas.microsoft.com/office/drawing/2014/main" id="{49D726C4-ECC0-4FDE-662E-0B95FE1B936D}"/>
                    </a:ext>
                  </a:extLst>
                </p14:cNvPr>
                <p14:cNvContentPartPr/>
                <p14:nvPr/>
              </p14:nvContentPartPr>
              <p14:xfrm>
                <a:off x="8112705" y="5384535"/>
                <a:ext cx="209520" cy="243000"/>
              </p14:xfrm>
            </p:contentPart>
          </mc:Choice>
          <mc:Fallback xmlns="">
            <p:pic>
              <p:nvPicPr>
                <p:cNvPr id="143" name="Ink 142">
                  <a:extLst>
                    <a:ext uri="{FF2B5EF4-FFF2-40B4-BE49-F238E27FC236}">
                      <a16:creationId xmlns:a16="http://schemas.microsoft.com/office/drawing/2014/main" id="{49D726C4-ECC0-4FDE-662E-0B95FE1B936D}"/>
                    </a:ext>
                  </a:extLst>
                </p:cNvPr>
                <p:cNvPicPr/>
                <p:nvPr/>
              </p:nvPicPr>
              <p:blipFill>
                <a:blip r:embed="rId227"/>
                <a:stretch>
                  <a:fillRect/>
                </a:stretch>
              </p:blipFill>
              <p:spPr>
                <a:xfrm>
                  <a:off x="8106585" y="5378415"/>
                  <a:ext cx="22176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5" name="Ink 144">
                  <a:extLst>
                    <a:ext uri="{FF2B5EF4-FFF2-40B4-BE49-F238E27FC236}">
                      <a16:creationId xmlns:a16="http://schemas.microsoft.com/office/drawing/2014/main" id="{DE037471-86F3-D653-B1E5-4F65B5A0D11F}"/>
                    </a:ext>
                  </a:extLst>
                </p14:cNvPr>
                <p14:cNvContentPartPr/>
                <p14:nvPr/>
              </p14:nvContentPartPr>
              <p14:xfrm>
                <a:off x="8383425" y="5245575"/>
                <a:ext cx="78480" cy="601200"/>
              </p14:xfrm>
            </p:contentPart>
          </mc:Choice>
          <mc:Fallback xmlns="">
            <p:pic>
              <p:nvPicPr>
                <p:cNvPr id="145" name="Ink 144">
                  <a:extLst>
                    <a:ext uri="{FF2B5EF4-FFF2-40B4-BE49-F238E27FC236}">
                      <a16:creationId xmlns:a16="http://schemas.microsoft.com/office/drawing/2014/main" id="{DE037471-86F3-D653-B1E5-4F65B5A0D11F}"/>
                    </a:ext>
                  </a:extLst>
                </p:cNvPr>
                <p:cNvPicPr/>
                <p:nvPr/>
              </p:nvPicPr>
              <p:blipFill>
                <a:blip r:embed="rId229"/>
                <a:stretch>
                  <a:fillRect/>
                </a:stretch>
              </p:blipFill>
              <p:spPr>
                <a:xfrm>
                  <a:off x="8377305" y="5239455"/>
                  <a:ext cx="90720" cy="6134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6" name="Ink 145">
                  <a:extLst>
                    <a:ext uri="{FF2B5EF4-FFF2-40B4-BE49-F238E27FC236}">
                      <a16:creationId xmlns:a16="http://schemas.microsoft.com/office/drawing/2014/main" id="{4893C7EB-3782-97CD-BF0B-13E6B46B2430}"/>
                    </a:ext>
                  </a:extLst>
                </p14:cNvPr>
                <p14:cNvContentPartPr/>
                <p14:nvPr/>
              </p14:nvContentPartPr>
              <p14:xfrm>
                <a:off x="8504745" y="5402895"/>
                <a:ext cx="97200" cy="104400"/>
              </p14:xfrm>
            </p:contentPart>
          </mc:Choice>
          <mc:Fallback xmlns="">
            <p:pic>
              <p:nvPicPr>
                <p:cNvPr id="146" name="Ink 145">
                  <a:extLst>
                    <a:ext uri="{FF2B5EF4-FFF2-40B4-BE49-F238E27FC236}">
                      <a16:creationId xmlns:a16="http://schemas.microsoft.com/office/drawing/2014/main" id="{4893C7EB-3782-97CD-BF0B-13E6B46B2430}"/>
                    </a:ext>
                  </a:extLst>
                </p:cNvPr>
                <p:cNvPicPr/>
                <p:nvPr/>
              </p:nvPicPr>
              <p:blipFill>
                <a:blip r:embed="rId231"/>
                <a:stretch>
                  <a:fillRect/>
                </a:stretch>
              </p:blipFill>
              <p:spPr>
                <a:xfrm>
                  <a:off x="8498625" y="5396775"/>
                  <a:ext cx="10944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7" name="Ink 146">
                  <a:extLst>
                    <a:ext uri="{FF2B5EF4-FFF2-40B4-BE49-F238E27FC236}">
                      <a16:creationId xmlns:a16="http://schemas.microsoft.com/office/drawing/2014/main" id="{4DBCDE15-E09D-2B11-B209-A3926C3CE45C}"/>
                    </a:ext>
                  </a:extLst>
                </p14:cNvPr>
                <p14:cNvContentPartPr/>
                <p14:nvPr/>
              </p14:nvContentPartPr>
              <p14:xfrm>
                <a:off x="8686545" y="5374095"/>
                <a:ext cx="107640" cy="129600"/>
              </p14:xfrm>
            </p:contentPart>
          </mc:Choice>
          <mc:Fallback xmlns="">
            <p:pic>
              <p:nvPicPr>
                <p:cNvPr id="147" name="Ink 146">
                  <a:extLst>
                    <a:ext uri="{FF2B5EF4-FFF2-40B4-BE49-F238E27FC236}">
                      <a16:creationId xmlns:a16="http://schemas.microsoft.com/office/drawing/2014/main" id="{4DBCDE15-E09D-2B11-B209-A3926C3CE45C}"/>
                    </a:ext>
                  </a:extLst>
                </p:cNvPr>
                <p:cNvPicPr/>
                <p:nvPr/>
              </p:nvPicPr>
              <p:blipFill>
                <a:blip r:embed="rId233"/>
                <a:stretch>
                  <a:fillRect/>
                </a:stretch>
              </p:blipFill>
              <p:spPr>
                <a:xfrm>
                  <a:off x="8680425" y="5367975"/>
                  <a:ext cx="1198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8" name="Ink 147">
                  <a:extLst>
                    <a:ext uri="{FF2B5EF4-FFF2-40B4-BE49-F238E27FC236}">
                      <a16:creationId xmlns:a16="http://schemas.microsoft.com/office/drawing/2014/main" id="{C8671B1B-425D-4879-BEDD-15B19D5290A1}"/>
                    </a:ext>
                  </a:extLst>
                </p14:cNvPr>
                <p14:cNvContentPartPr/>
                <p14:nvPr/>
              </p14:nvContentPartPr>
              <p14:xfrm>
                <a:off x="8865825" y="5265735"/>
                <a:ext cx="382320" cy="234360"/>
              </p14:xfrm>
            </p:contentPart>
          </mc:Choice>
          <mc:Fallback xmlns="">
            <p:pic>
              <p:nvPicPr>
                <p:cNvPr id="148" name="Ink 147">
                  <a:extLst>
                    <a:ext uri="{FF2B5EF4-FFF2-40B4-BE49-F238E27FC236}">
                      <a16:creationId xmlns:a16="http://schemas.microsoft.com/office/drawing/2014/main" id="{C8671B1B-425D-4879-BEDD-15B19D5290A1}"/>
                    </a:ext>
                  </a:extLst>
                </p:cNvPr>
                <p:cNvPicPr/>
                <p:nvPr/>
              </p:nvPicPr>
              <p:blipFill>
                <a:blip r:embed="rId235"/>
                <a:stretch>
                  <a:fillRect/>
                </a:stretch>
              </p:blipFill>
              <p:spPr>
                <a:xfrm>
                  <a:off x="8859705" y="5259615"/>
                  <a:ext cx="39456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9" name="Ink 148">
                  <a:extLst>
                    <a:ext uri="{FF2B5EF4-FFF2-40B4-BE49-F238E27FC236}">
                      <a16:creationId xmlns:a16="http://schemas.microsoft.com/office/drawing/2014/main" id="{0B0E14BC-9370-6176-8B8D-7CC486440035}"/>
                    </a:ext>
                  </a:extLst>
                </p14:cNvPr>
                <p14:cNvContentPartPr/>
                <p14:nvPr/>
              </p14:nvContentPartPr>
              <p14:xfrm>
                <a:off x="9366585" y="5233335"/>
                <a:ext cx="376560" cy="148320"/>
              </p14:xfrm>
            </p:contentPart>
          </mc:Choice>
          <mc:Fallback xmlns="">
            <p:pic>
              <p:nvPicPr>
                <p:cNvPr id="149" name="Ink 148">
                  <a:extLst>
                    <a:ext uri="{FF2B5EF4-FFF2-40B4-BE49-F238E27FC236}">
                      <a16:creationId xmlns:a16="http://schemas.microsoft.com/office/drawing/2014/main" id="{0B0E14BC-9370-6176-8B8D-7CC486440035}"/>
                    </a:ext>
                  </a:extLst>
                </p:cNvPr>
                <p:cNvPicPr/>
                <p:nvPr/>
              </p:nvPicPr>
              <p:blipFill>
                <a:blip r:embed="rId237"/>
                <a:stretch>
                  <a:fillRect/>
                </a:stretch>
              </p:blipFill>
              <p:spPr>
                <a:xfrm>
                  <a:off x="9360465" y="5227215"/>
                  <a:ext cx="3888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0" name="Ink 149">
                  <a:extLst>
                    <a:ext uri="{FF2B5EF4-FFF2-40B4-BE49-F238E27FC236}">
                      <a16:creationId xmlns:a16="http://schemas.microsoft.com/office/drawing/2014/main" id="{BEDD6B7A-BD30-03BE-9C0E-E80A355C25A8}"/>
                    </a:ext>
                  </a:extLst>
                </p14:cNvPr>
                <p14:cNvContentPartPr/>
                <p14:nvPr/>
              </p14:nvContentPartPr>
              <p14:xfrm>
                <a:off x="9880665" y="4848495"/>
                <a:ext cx="324000" cy="395640"/>
              </p14:xfrm>
            </p:contentPart>
          </mc:Choice>
          <mc:Fallback xmlns="">
            <p:pic>
              <p:nvPicPr>
                <p:cNvPr id="150" name="Ink 149">
                  <a:extLst>
                    <a:ext uri="{FF2B5EF4-FFF2-40B4-BE49-F238E27FC236}">
                      <a16:creationId xmlns:a16="http://schemas.microsoft.com/office/drawing/2014/main" id="{BEDD6B7A-BD30-03BE-9C0E-E80A355C25A8}"/>
                    </a:ext>
                  </a:extLst>
                </p:cNvPr>
                <p:cNvPicPr/>
                <p:nvPr/>
              </p:nvPicPr>
              <p:blipFill>
                <a:blip r:embed="rId239"/>
                <a:stretch>
                  <a:fillRect/>
                </a:stretch>
              </p:blipFill>
              <p:spPr>
                <a:xfrm>
                  <a:off x="9874545" y="4842375"/>
                  <a:ext cx="3362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1" name="Ink 150">
                  <a:extLst>
                    <a:ext uri="{FF2B5EF4-FFF2-40B4-BE49-F238E27FC236}">
                      <a16:creationId xmlns:a16="http://schemas.microsoft.com/office/drawing/2014/main" id="{BC131AC0-6859-C181-F2AA-BA3455CBA779}"/>
                    </a:ext>
                  </a:extLst>
                </p14:cNvPr>
                <p14:cNvContentPartPr/>
                <p14:nvPr/>
              </p14:nvContentPartPr>
              <p14:xfrm>
                <a:off x="10198905" y="4895655"/>
                <a:ext cx="198720" cy="181440"/>
              </p14:xfrm>
            </p:contentPart>
          </mc:Choice>
          <mc:Fallback xmlns="">
            <p:pic>
              <p:nvPicPr>
                <p:cNvPr id="151" name="Ink 150">
                  <a:extLst>
                    <a:ext uri="{FF2B5EF4-FFF2-40B4-BE49-F238E27FC236}">
                      <a16:creationId xmlns:a16="http://schemas.microsoft.com/office/drawing/2014/main" id="{BC131AC0-6859-C181-F2AA-BA3455CBA779}"/>
                    </a:ext>
                  </a:extLst>
                </p:cNvPr>
                <p:cNvPicPr/>
                <p:nvPr/>
              </p:nvPicPr>
              <p:blipFill>
                <a:blip r:embed="rId241"/>
                <a:stretch>
                  <a:fillRect/>
                </a:stretch>
              </p:blipFill>
              <p:spPr>
                <a:xfrm>
                  <a:off x="10192785" y="4889535"/>
                  <a:ext cx="2109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2" name="Ink 151">
                  <a:extLst>
                    <a:ext uri="{FF2B5EF4-FFF2-40B4-BE49-F238E27FC236}">
                      <a16:creationId xmlns:a16="http://schemas.microsoft.com/office/drawing/2014/main" id="{6F125D4C-23E6-7FA4-5E80-86E4E80F0EFC}"/>
                    </a:ext>
                  </a:extLst>
                </p14:cNvPr>
                <p14:cNvContentPartPr/>
                <p14:nvPr/>
              </p14:nvContentPartPr>
              <p14:xfrm>
                <a:off x="10690305" y="4613775"/>
                <a:ext cx="335160" cy="414000"/>
              </p14:xfrm>
            </p:contentPart>
          </mc:Choice>
          <mc:Fallback xmlns="">
            <p:pic>
              <p:nvPicPr>
                <p:cNvPr id="152" name="Ink 151">
                  <a:extLst>
                    <a:ext uri="{FF2B5EF4-FFF2-40B4-BE49-F238E27FC236}">
                      <a16:creationId xmlns:a16="http://schemas.microsoft.com/office/drawing/2014/main" id="{6F125D4C-23E6-7FA4-5E80-86E4E80F0EFC}"/>
                    </a:ext>
                  </a:extLst>
                </p:cNvPr>
                <p:cNvPicPr/>
                <p:nvPr/>
              </p:nvPicPr>
              <p:blipFill>
                <a:blip r:embed="rId243"/>
                <a:stretch>
                  <a:fillRect/>
                </a:stretch>
              </p:blipFill>
              <p:spPr>
                <a:xfrm>
                  <a:off x="10684185" y="4607655"/>
                  <a:ext cx="34740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3" name="Ink 152">
                  <a:extLst>
                    <a:ext uri="{FF2B5EF4-FFF2-40B4-BE49-F238E27FC236}">
                      <a16:creationId xmlns:a16="http://schemas.microsoft.com/office/drawing/2014/main" id="{0B56C238-B9B1-D9AD-3843-AB17FBB7618E}"/>
                    </a:ext>
                  </a:extLst>
                </p14:cNvPr>
                <p14:cNvContentPartPr/>
                <p14:nvPr/>
              </p14:nvContentPartPr>
              <p14:xfrm>
                <a:off x="7856745" y="5856495"/>
                <a:ext cx="765720" cy="276120"/>
              </p14:xfrm>
            </p:contentPart>
          </mc:Choice>
          <mc:Fallback xmlns="">
            <p:pic>
              <p:nvPicPr>
                <p:cNvPr id="153" name="Ink 152">
                  <a:extLst>
                    <a:ext uri="{FF2B5EF4-FFF2-40B4-BE49-F238E27FC236}">
                      <a16:creationId xmlns:a16="http://schemas.microsoft.com/office/drawing/2014/main" id="{0B56C238-B9B1-D9AD-3843-AB17FBB7618E}"/>
                    </a:ext>
                  </a:extLst>
                </p:cNvPr>
                <p:cNvPicPr/>
                <p:nvPr/>
              </p:nvPicPr>
              <p:blipFill>
                <a:blip r:embed="rId245"/>
                <a:stretch>
                  <a:fillRect/>
                </a:stretch>
              </p:blipFill>
              <p:spPr>
                <a:xfrm>
                  <a:off x="7850625" y="5850375"/>
                  <a:ext cx="77796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4" name="Ink 153">
                  <a:extLst>
                    <a:ext uri="{FF2B5EF4-FFF2-40B4-BE49-F238E27FC236}">
                      <a16:creationId xmlns:a16="http://schemas.microsoft.com/office/drawing/2014/main" id="{C529D198-9DCD-2832-4B6D-1102322280CE}"/>
                    </a:ext>
                  </a:extLst>
                </p14:cNvPr>
                <p14:cNvContentPartPr/>
                <p14:nvPr/>
              </p14:nvContentPartPr>
              <p14:xfrm>
                <a:off x="8370825" y="6000495"/>
                <a:ext cx="48600" cy="324360"/>
              </p14:xfrm>
            </p:contentPart>
          </mc:Choice>
          <mc:Fallback xmlns="">
            <p:pic>
              <p:nvPicPr>
                <p:cNvPr id="154" name="Ink 153">
                  <a:extLst>
                    <a:ext uri="{FF2B5EF4-FFF2-40B4-BE49-F238E27FC236}">
                      <a16:creationId xmlns:a16="http://schemas.microsoft.com/office/drawing/2014/main" id="{C529D198-9DCD-2832-4B6D-1102322280CE}"/>
                    </a:ext>
                  </a:extLst>
                </p:cNvPr>
                <p:cNvPicPr/>
                <p:nvPr/>
              </p:nvPicPr>
              <p:blipFill>
                <a:blip r:embed="rId247"/>
                <a:stretch>
                  <a:fillRect/>
                </a:stretch>
              </p:blipFill>
              <p:spPr>
                <a:xfrm>
                  <a:off x="8364705" y="5994375"/>
                  <a:ext cx="6084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5" name="Ink 154">
                  <a:extLst>
                    <a:ext uri="{FF2B5EF4-FFF2-40B4-BE49-F238E27FC236}">
                      <a16:creationId xmlns:a16="http://schemas.microsoft.com/office/drawing/2014/main" id="{B189E682-EF9B-93BB-2943-DB5ABD15EFA7}"/>
                    </a:ext>
                  </a:extLst>
                </p14:cNvPr>
                <p14:cNvContentPartPr/>
                <p14:nvPr/>
              </p14:nvContentPartPr>
              <p14:xfrm>
                <a:off x="8644785" y="5838855"/>
                <a:ext cx="844560" cy="209880"/>
              </p14:xfrm>
            </p:contentPart>
          </mc:Choice>
          <mc:Fallback xmlns="">
            <p:pic>
              <p:nvPicPr>
                <p:cNvPr id="155" name="Ink 154">
                  <a:extLst>
                    <a:ext uri="{FF2B5EF4-FFF2-40B4-BE49-F238E27FC236}">
                      <a16:creationId xmlns:a16="http://schemas.microsoft.com/office/drawing/2014/main" id="{B189E682-EF9B-93BB-2943-DB5ABD15EFA7}"/>
                    </a:ext>
                  </a:extLst>
                </p:cNvPr>
                <p:cNvPicPr/>
                <p:nvPr/>
              </p:nvPicPr>
              <p:blipFill>
                <a:blip r:embed="rId249"/>
                <a:stretch>
                  <a:fillRect/>
                </a:stretch>
              </p:blipFill>
              <p:spPr>
                <a:xfrm>
                  <a:off x="8638665" y="5832735"/>
                  <a:ext cx="8568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6" name="Ink 155">
                  <a:extLst>
                    <a:ext uri="{FF2B5EF4-FFF2-40B4-BE49-F238E27FC236}">
                      <a16:creationId xmlns:a16="http://schemas.microsoft.com/office/drawing/2014/main" id="{A63C0877-9DC2-EF5E-08E7-DD0988804E66}"/>
                    </a:ext>
                  </a:extLst>
                </p14:cNvPr>
                <p14:cNvContentPartPr/>
                <p14:nvPr/>
              </p14:nvContentPartPr>
              <p14:xfrm>
                <a:off x="9469545" y="5592255"/>
                <a:ext cx="40320" cy="43560"/>
              </p14:xfrm>
            </p:contentPart>
          </mc:Choice>
          <mc:Fallback xmlns="">
            <p:pic>
              <p:nvPicPr>
                <p:cNvPr id="156" name="Ink 155">
                  <a:extLst>
                    <a:ext uri="{FF2B5EF4-FFF2-40B4-BE49-F238E27FC236}">
                      <a16:creationId xmlns:a16="http://schemas.microsoft.com/office/drawing/2014/main" id="{A63C0877-9DC2-EF5E-08E7-DD0988804E66}"/>
                    </a:ext>
                  </a:extLst>
                </p:cNvPr>
                <p:cNvPicPr/>
                <p:nvPr/>
              </p:nvPicPr>
              <p:blipFill>
                <a:blip r:embed="rId251"/>
                <a:stretch>
                  <a:fillRect/>
                </a:stretch>
              </p:blipFill>
              <p:spPr>
                <a:xfrm>
                  <a:off x="9463425" y="5586135"/>
                  <a:ext cx="525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7" name="Ink 156">
                  <a:extLst>
                    <a:ext uri="{FF2B5EF4-FFF2-40B4-BE49-F238E27FC236}">
                      <a16:creationId xmlns:a16="http://schemas.microsoft.com/office/drawing/2014/main" id="{67E2F612-E514-C7A5-8737-3D2493C2F633}"/>
                    </a:ext>
                  </a:extLst>
                </p14:cNvPr>
                <p14:cNvContentPartPr/>
                <p14:nvPr/>
              </p14:nvContentPartPr>
              <p14:xfrm>
                <a:off x="9597705" y="5600895"/>
                <a:ext cx="312480" cy="576000"/>
              </p14:xfrm>
            </p:contentPart>
          </mc:Choice>
          <mc:Fallback xmlns="">
            <p:pic>
              <p:nvPicPr>
                <p:cNvPr id="157" name="Ink 156">
                  <a:extLst>
                    <a:ext uri="{FF2B5EF4-FFF2-40B4-BE49-F238E27FC236}">
                      <a16:creationId xmlns:a16="http://schemas.microsoft.com/office/drawing/2014/main" id="{67E2F612-E514-C7A5-8737-3D2493C2F633}"/>
                    </a:ext>
                  </a:extLst>
                </p:cNvPr>
                <p:cNvPicPr/>
                <p:nvPr/>
              </p:nvPicPr>
              <p:blipFill>
                <a:blip r:embed="rId253"/>
                <a:stretch>
                  <a:fillRect/>
                </a:stretch>
              </p:blipFill>
              <p:spPr>
                <a:xfrm>
                  <a:off x="9591585" y="5594775"/>
                  <a:ext cx="324720" cy="5882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8" name="Ink 157">
                  <a:extLst>
                    <a:ext uri="{FF2B5EF4-FFF2-40B4-BE49-F238E27FC236}">
                      <a16:creationId xmlns:a16="http://schemas.microsoft.com/office/drawing/2014/main" id="{E4B16587-2936-30B5-5964-98FF4147AD6C}"/>
                    </a:ext>
                  </a:extLst>
                </p14:cNvPr>
                <p14:cNvContentPartPr/>
                <p14:nvPr/>
              </p14:nvContentPartPr>
              <p14:xfrm>
                <a:off x="10122585" y="5682615"/>
                <a:ext cx="16920" cy="18720"/>
              </p14:xfrm>
            </p:contentPart>
          </mc:Choice>
          <mc:Fallback xmlns="">
            <p:pic>
              <p:nvPicPr>
                <p:cNvPr id="158" name="Ink 157">
                  <a:extLst>
                    <a:ext uri="{FF2B5EF4-FFF2-40B4-BE49-F238E27FC236}">
                      <a16:creationId xmlns:a16="http://schemas.microsoft.com/office/drawing/2014/main" id="{E4B16587-2936-30B5-5964-98FF4147AD6C}"/>
                    </a:ext>
                  </a:extLst>
                </p:cNvPr>
                <p:cNvPicPr/>
                <p:nvPr/>
              </p:nvPicPr>
              <p:blipFill>
                <a:blip r:embed="rId255"/>
                <a:stretch>
                  <a:fillRect/>
                </a:stretch>
              </p:blipFill>
              <p:spPr>
                <a:xfrm>
                  <a:off x="10116465" y="5676495"/>
                  <a:ext cx="291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60" name="Ink 159">
                  <a:extLst>
                    <a:ext uri="{FF2B5EF4-FFF2-40B4-BE49-F238E27FC236}">
                      <a16:creationId xmlns:a16="http://schemas.microsoft.com/office/drawing/2014/main" id="{2AB54EB6-8A59-EEE2-835D-BCD8748BB19D}"/>
                    </a:ext>
                  </a:extLst>
                </p14:cNvPr>
                <p14:cNvContentPartPr/>
                <p14:nvPr/>
              </p14:nvContentPartPr>
              <p14:xfrm>
                <a:off x="10460265" y="5309655"/>
                <a:ext cx="790560" cy="463320"/>
              </p14:xfrm>
            </p:contentPart>
          </mc:Choice>
          <mc:Fallback xmlns="">
            <p:pic>
              <p:nvPicPr>
                <p:cNvPr id="160" name="Ink 159">
                  <a:extLst>
                    <a:ext uri="{FF2B5EF4-FFF2-40B4-BE49-F238E27FC236}">
                      <a16:creationId xmlns:a16="http://schemas.microsoft.com/office/drawing/2014/main" id="{2AB54EB6-8A59-EEE2-835D-BCD8748BB19D}"/>
                    </a:ext>
                  </a:extLst>
                </p:cNvPr>
                <p:cNvPicPr/>
                <p:nvPr/>
              </p:nvPicPr>
              <p:blipFill>
                <a:blip r:embed="rId257"/>
                <a:stretch>
                  <a:fillRect/>
                </a:stretch>
              </p:blipFill>
              <p:spPr>
                <a:xfrm>
                  <a:off x="10454145" y="5303535"/>
                  <a:ext cx="802800" cy="4755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1" name="Ink 160">
                  <a:extLst>
                    <a:ext uri="{FF2B5EF4-FFF2-40B4-BE49-F238E27FC236}">
                      <a16:creationId xmlns:a16="http://schemas.microsoft.com/office/drawing/2014/main" id="{3CE9B2F8-18F3-EBC9-6037-7E5774ACC180}"/>
                    </a:ext>
                  </a:extLst>
                </p14:cNvPr>
                <p14:cNvContentPartPr/>
                <p14:nvPr/>
              </p14:nvContentPartPr>
              <p14:xfrm>
                <a:off x="11360265" y="5141535"/>
                <a:ext cx="190080" cy="249840"/>
              </p14:xfrm>
            </p:contentPart>
          </mc:Choice>
          <mc:Fallback xmlns="">
            <p:pic>
              <p:nvPicPr>
                <p:cNvPr id="161" name="Ink 160">
                  <a:extLst>
                    <a:ext uri="{FF2B5EF4-FFF2-40B4-BE49-F238E27FC236}">
                      <a16:creationId xmlns:a16="http://schemas.microsoft.com/office/drawing/2014/main" id="{3CE9B2F8-18F3-EBC9-6037-7E5774ACC180}"/>
                    </a:ext>
                  </a:extLst>
                </p:cNvPr>
                <p:cNvPicPr/>
                <p:nvPr/>
              </p:nvPicPr>
              <p:blipFill>
                <a:blip r:embed="rId259"/>
                <a:stretch>
                  <a:fillRect/>
                </a:stretch>
              </p:blipFill>
              <p:spPr>
                <a:xfrm>
                  <a:off x="11354145" y="5135415"/>
                  <a:ext cx="2023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2" name="Ink 161">
                  <a:extLst>
                    <a:ext uri="{FF2B5EF4-FFF2-40B4-BE49-F238E27FC236}">
                      <a16:creationId xmlns:a16="http://schemas.microsoft.com/office/drawing/2014/main" id="{0B4A839C-735B-B6BD-29BA-F9002D1DA1BD}"/>
                    </a:ext>
                  </a:extLst>
                </p14:cNvPr>
                <p14:cNvContentPartPr/>
                <p14:nvPr/>
              </p14:nvContentPartPr>
              <p14:xfrm>
                <a:off x="10380705" y="6025695"/>
                <a:ext cx="748800" cy="156240"/>
              </p14:xfrm>
            </p:contentPart>
          </mc:Choice>
          <mc:Fallback xmlns="">
            <p:pic>
              <p:nvPicPr>
                <p:cNvPr id="162" name="Ink 161">
                  <a:extLst>
                    <a:ext uri="{FF2B5EF4-FFF2-40B4-BE49-F238E27FC236}">
                      <a16:creationId xmlns:a16="http://schemas.microsoft.com/office/drawing/2014/main" id="{0B4A839C-735B-B6BD-29BA-F9002D1DA1BD}"/>
                    </a:ext>
                  </a:extLst>
                </p:cNvPr>
                <p:cNvPicPr/>
                <p:nvPr/>
              </p:nvPicPr>
              <p:blipFill>
                <a:blip r:embed="rId261"/>
                <a:stretch>
                  <a:fillRect/>
                </a:stretch>
              </p:blipFill>
              <p:spPr>
                <a:xfrm>
                  <a:off x="10374585" y="6019575"/>
                  <a:ext cx="7610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3" name="Ink 162">
                  <a:extLst>
                    <a:ext uri="{FF2B5EF4-FFF2-40B4-BE49-F238E27FC236}">
                      <a16:creationId xmlns:a16="http://schemas.microsoft.com/office/drawing/2014/main" id="{0097FE8A-B7DC-F036-AAC0-5E6702ED2D0F}"/>
                    </a:ext>
                  </a:extLst>
                </p14:cNvPr>
                <p14:cNvContentPartPr/>
                <p14:nvPr/>
              </p14:nvContentPartPr>
              <p14:xfrm>
                <a:off x="11152185" y="5641575"/>
                <a:ext cx="680040" cy="434520"/>
              </p14:xfrm>
            </p:contentPart>
          </mc:Choice>
          <mc:Fallback xmlns="">
            <p:pic>
              <p:nvPicPr>
                <p:cNvPr id="163" name="Ink 162">
                  <a:extLst>
                    <a:ext uri="{FF2B5EF4-FFF2-40B4-BE49-F238E27FC236}">
                      <a16:creationId xmlns:a16="http://schemas.microsoft.com/office/drawing/2014/main" id="{0097FE8A-B7DC-F036-AAC0-5E6702ED2D0F}"/>
                    </a:ext>
                  </a:extLst>
                </p:cNvPr>
                <p:cNvPicPr/>
                <p:nvPr/>
              </p:nvPicPr>
              <p:blipFill>
                <a:blip r:embed="rId263"/>
                <a:stretch>
                  <a:fillRect/>
                </a:stretch>
              </p:blipFill>
              <p:spPr>
                <a:xfrm>
                  <a:off x="11146065" y="5635455"/>
                  <a:ext cx="69228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4" name="Ink 163">
                  <a:extLst>
                    <a:ext uri="{FF2B5EF4-FFF2-40B4-BE49-F238E27FC236}">
                      <a16:creationId xmlns:a16="http://schemas.microsoft.com/office/drawing/2014/main" id="{AF283602-ECB3-22F4-676E-911A31C128C5}"/>
                    </a:ext>
                  </a:extLst>
                </p14:cNvPr>
                <p14:cNvContentPartPr/>
                <p14:nvPr/>
              </p14:nvContentPartPr>
              <p14:xfrm>
                <a:off x="11961465" y="5778375"/>
                <a:ext cx="20880" cy="18720"/>
              </p14:xfrm>
            </p:contentPart>
          </mc:Choice>
          <mc:Fallback xmlns="">
            <p:pic>
              <p:nvPicPr>
                <p:cNvPr id="164" name="Ink 163">
                  <a:extLst>
                    <a:ext uri="{FF2B5EF4-FFF2-40B4-BE49-F238E27FC236}">
                      <a16:creationId xmlns:a16="http://schemas.microsoft.com/office/drawing/2014/main" id="{AF283602-ECB3-22F4-676E-911A31C128C5}"/>
                    </a:ext>
                  </a:extLst>
                </p:cNvPr>
                <p:cNvPicPr/>
                <p:nvPr/>
              </p:nvPicPr>
              <p:blipFill>
                <a:blip r:embed="rId265"/>
                <a:stretch>
                  <a:fillRect/>
                </a:stretch>
              </p:blipFill>
              <p:spPr>
                <a:xfrm>
                  <a:off x="11955345" y="5772255"/>
                  <a:ext cx="33120" cy="30960"/>
                </a:xfrm>
                <a:prstGeom prst="rect">
                  <a:avLst/>
                </a:prstGeom>
              </p:spPr>
            </p:pic>
          </mc:Fallback>
        </mc:AlternateContent>
      </p:grpSp>
      <p:grpSp>
        <p:nvGrpSpPr>
          <p:cNvPr id="170" name="Group 169">
            <a:extLst>
              <a:ext uri="{FF2B5EF4-FFF2-40B4-BE49-F238E27FC236}">
                <a16:creationId xmlns:a16="http://schemas.microsoft.com/office/drawing/2014/main" id="{AB01E51C-13F2-6210-9519-9629C3B70402}"/>
              </a:ext>
            </a:extLst>
          </p:cNvPr>
          <p:cNvGrpSpPr/>
          <p:nvPr/>
        </p:nvGrpSpPr>
        <p:grpSpPr>
          <a:xfrm>
            <a:off x="1973625" y="4664175"/>
            <a:ext cx="4051800" cy="1019160"/>
            <a:chOff x="1973625" y="4664175"/>
            <a:chExt cx="4051800" cy="1019160"/>
          </a:xfrm>
        </p:grpSpPr>
        <mc:AlternateContent xmlns:mc="http://schemas.openxmlformats.org/markup-compatibility/2006" xmlns:p14="http://schemas.microsoft.com/office/powerpoint/2010/main">
          <mc:Choice Requires="p14">
            <p:contentPart p14:bwMode="auto" r:id="rId266">
              <p14:nvContentPartPr>
                <p14:cNvPr id="105" name="Ink 104">
                  <a:extLst>
                    <a:ext uri="{FF2B5EF4-FFF2-40B4-BE49-F238E27FC236}">
                      <a16:creationId xmlns:a16="http://schemas.microsoft.com/office/drawing/2014/main" id="{F9CD2944-A024-001F-7F38-08EFCEE237B4}"/>
                    </a:ext>
                  </a:extLst>
                </p14:cNvPr>
                <p14:cNvContentPartPr/>
                <p14:nvPr/>
              </p14:nvContentPartPr>
              <p14:xfrm>
                <a:off x="2288985" y="4780815"/>
                <a:ext cx="819000" cy="149400"/>
              </p14:xfrm>
            </p:contentPart>
          </mc:Choice>
          <mc:Fallback xmlns="">
            <p:pic>
              <p:nvPicPr>
                <p:cNvPr id="105" name="Ink 104">
                  <a:extLst>
                    <a:ext uri="{FF2B5EF4-FFF2-40B4-BE49-F238E27FC236}">
                      <a16:creationId xmlns:a16="http://schemas.microsoft.com/office/drawing/2014/main" id="{F9CD2944-A024-001F-7F38-08EFCEE237B4}"/>
                    </a:ext>
                  </a:extLst>
                </p:cNvPr>
                <p:cNvPicPr/>
                <p:nvPr/>
              </p:nvPicPr>
              <p:blipFill>
                <a:blip r:embed="rId267"/>
                <a:stretch>
                  <a:fillRect/>
                </a:stretch>
              </p:blipFill>
              <p:spPr>
                <a:xfrm>
                  <a:off x="2282865" y="4774695"/>
                  <a:ext cx="83124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06" name="Ink 105">
                  <a:extLst>
                    <a:ext uri="{FF2B5EF4-FFF2-40B4-BE49-F238E27FC236}">
                      <a16:creationId xmlns:a16="http://schemas.microsoft.com/office/drawing/2014/main" id="{D9D774B4-4BFE-1A0A-B93D-82D5987DADF6}"/>
                    </a:ext>
                  </a:extLst>
                </p14:cNvPr>
                <p14:cNvContentPartPr/>
                <p14:nvPr/>
              </p14:nvContentPartPr>
              <p14:xfrm>
                <a:off x="2793345" y="4768215"/>
                <a:ext cx="51480" cy="255600"/>
              </p14:xfrm>
            </p:contentPart>
          </mc:Choice>
          <mc:Fallback xmlns="">
            <p:pic>
              <p:nvPicPr>
                <p:cNvPr id="106" name="Ink 105">
                  <a:extLst>
                    <a:ext uri="{FF2B5EF4-FFF2-40B4-BE49-F238E27FC236}">
                      <a16:creationId xmlns:a16="http://schemas.microsoft.com/office/drawing/2014/main" id="{D9D774B4-4BFE-1A0A-B93D-82D5987DADF6}"/>
                    </a:ext>
                  </a:extLst>
                </p:cNvPr>
                <p:cNvPicPr/>
                <p:nvPr/>
              </p:nvPicPr>
              <p:blipFill>
                <a:blip r:embed="rId269"/>
                <a:stretch>
                  <a:fillRect/>
                </a:stretch>
              </p:blipFill>
              <p:spPr>
                <a:xfrm>
                  <a:off x="2787225" y="4762095"/>
                  <a:ext cx="6372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07" name="Ink 106">
                  <a:extLst>
                    <a:ext uri="{FF2B5EF4-FFF2-40B4-BE49-F238E27FC236}">
                      <a16:creationId xmlns:a16="http://schemas.microsoft.com/office/drawing/2014/main" id="{EFAAADA6-55F0-F434-19BB-38414B9BBEC3}"/>
                    </a:ext>
                  </a:extLst>
                </p14:cNvPr>
                <p14:cNvContentPartPr/>
                <p14:nvPr/>
              </p14:nvContentPartPr>
              <p14:xfrm>
                <a:off x="3041025" y="4845255"/>
                <a:ext cx="295560" cy="277200"/>
              </p14:xfrm>
            </p:contentPart>
          </mc:Choice>
          <mc:Fallback xmlns="">
            <p:pic>
              <p:nvPicPr>
                <p:cNvPr id="107" name="Ink 106">
                  <a:extLst>
                    <a:ext uri="{FF2B5EF4-FFF2-40B4-BE49-F238E27FC236}">
                      <a16:creationId xmlns:a16="http://schemas.microsoft.com/office/drawing/2014/main" id="{EFAAADA6-55F0-F434-19BB-38414B9BBEC3}"/>
                    </a:ext>
                  </a:extLst>
                </p:cNvPr>
                <p:cNvPicPr/>
                <p:nvPr/>
              </p:nvPicPr>
              <p:blipFill>
                <a:blip r:embed="rId271"/>
                <a:stretch>
                  <a:fillRect/>
                </a:stretch>
              </p:blipFill>
              <p:spPr>
                <a:xfrm>
                  <a:off x="3034905" y="4839135"/>
                  <a:ext cx="30780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08" name="Ink 107">
                  <a:extLst>
                    <a:ext uri="{FF2B5EF4-FFF2-40B4-BE49-F238E27FC236}">
                      <a16:creationId xmlns:a16="http://schemas.microsoft.com/office/drawing/2014/main" id="{3356AEEF-1D19-D252-A005-EBA9C129D3EA}"/>
                    </a:ext>
                  </a:extLst>
                </p14:cNvPr>
                <p14:cNvContentPartPr/>
                <p14:nvPr/>
              </p14:nvContentPartPr>
              <p14:xfrm>
                <a:off x="3447105" y="4810335"/>
                <a:ext cx="378720" cy="171720"/>
              </p14:xfrm>
            </p:contentPart>
          </mc:Choice>
          <mc:Fallback xmlns="">
            <p:pic>
              <p:nvPicPr>
                <p:cNvPr id="108" name="Ink 107">
                  <a:extLst>
                    <a:ext uri="{FF2B5EF4-FFF2-40B4-BE49-F238E27FC236}">
                      <a16:creationId xmlns:a16="http://schemas.microsoft.com/office/drawing/2014/main" id="{3356AEEF-1D19-D252-A005-EBA9C129D3EA}"/>
                    </a:ext>
                  </a:extLst>
                </p:cNvPr>
                <p:cNvPicPr/>
                <p:nvPr/>
              </p:nvPicPr>
              <p:blipFill>
                <a:blip r:embed="rId273"/>
                <a:stretch>
                  <a:fillRect/>
                </a:stretch>
              </p:blipFill>
              <p:spPr>
                <a:xfrm>
                  <a:off x="3440985" y="4804215"/>
                  <a:ext cx="3909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09" name="Ink 108">
                  <a:extLst>
                    <a:ext uri="{FF2B5EF4-FFF2-40B4-BE49-F238E27FC236}">
                      <a16:creationId xmlns:a16="http://schemas.microsoft.com/office/drawing/2014/main" id="{01343121-195B-5328-0C4C-40E26B55436F}"/>
                    </a:ext>
                  </a:extLst>
                </p14:cNvPr>
                <p14:cNvContentPartPr/>
                <p14:nvPr/>
              </p14:nvContentPartPr>
              <p14:xfrm>
                <a:off x="3809265" y="4664175"/>
                <a:ext cx="50760" cy="25200"/>
              </p14:xfrm>
            </p:contentPart>
          </mc:Choice>
          <mc:Fallback xmlns="">
            <p:pic>
              <p:nvPicPr>
                <p:cNvPr id="109" name="Ink 108">
                  <a:extLst>
                    <a:ext uri="{FF2B5EF4-FFF2-40B4-BE49-F238E27FC236}">
                      <a16:creationId xmlns:a16="http://schemas.microsoft.com/office/drawing/2014/main" id="{01343121-195B-5328-0C4C-40E26B55436F}"/>
                    </a:ext>
                  </a:extLst>
                </p:cNvPr>
                <p:cNvPicPr/>
                <p:nvPr/>
              </p:nvPicPr>
              <p:blipFill>
                <a:blip r:embed="rId275"/>
                <a:stretch>
                  <a:fillRect/>
                </a:stretch>
              </p:blipFill>
              <p:spPr>
                <a:xfrm>
                  <a:off x="3803145" y="4658055"/>
                  <a:ext cx="630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10" name="Ink 109">
                  <a:extLst>
                    <a:ext uri="{FF2B5EF4-FFF2-40B4-BE49-F238E27FC236}">
                      <a16:creationId xmlns:a16="http://schemas.microsoft.com/office/drawing/2014/main" id="{00E0A696-E60B-0953-9761-BE87F61F2A58}"/>
                    </a:ext>
                  </a:extLst>
                </p14:cNvPr>
                <p14:cNvContentPartPr/>
                <p14:nvPr/>
              </p14:nvContentPartPr>
              <p14:xfrm>
                <a:off x="4020945" y="4844895"/>
                <a:ext cx="370800" cy="162360"/>
              </p14:xfrm>
            </p:contentPart>
          </mc:Choice>
          <mc:Fallback xmlns="">
            <p:pic>
              <p:nvPicPr>
                <p:cNvPr id="110" name="Ink 109">
                  <a:extLst>
                    <a:ext uri="{FF2B5EF4-FFF2-40B4-BE49-F238E27FC236}">
                      <a16:creationId xmlns:a16="http://schemas.microsoft.com/office/drawing/2014/main" id="{00E0A696-E60B-0953-9761-BE87F61F2A58}"/>
                    </a:ext>
                  </a:extLst>
                </p:cNvPr>
                <p:cNvPicPr/>
                <p:nvPr/>
              </p:nvPicPr>
              <p:blipFill>
                <a:blip r:embed="rId277"/>
                <a:stretch>
                  <a:fillRect/>
                </a:stretch>
              </p:blipFill>
              <p:spPr>
                <a:xfrm>
                  <a:off x="4014825" y="4838775"/>
                  <a:ext cx="3830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23" name="Ink 122">
                  <a:extLst>
                    <a:ext uri="{FF2B5EF4-FFF2-40B4-BE49-F238E27FC236}">
                      <a16:creationId xmlns:a16="http://schemas.microsoft.com/office/drawing/2014/main" id="{CCA2EFB0-0F35-2502-E959-B8F241BCFD0D}"/>
                    </a:ext>
                  </a:extLst>
                </p14:cNvPr>
                <p14:cNvContentPartPr/>
                <p14:nvPr/>
              </p14:nvContentPartPr>
              <p14:xfrm>
                <a:off x="1973625" y="4859655"/>
                <a:ext cx="17640" cy="213480"/>
              </p14:xfrm>
            </p:contentPart>
          </mc:Choice>
          <mc:Fallback xmlns="">
            <p:pic>
              <p:nvPicPr>
                <p:cNvPr id="123" name="Ink 122">
                  <a:extLst>
                    <a:ext uri="{FF2B5EF4-FFF2-40B4-BE49-F238E27FC236}">
                      <a16:creationId xmlns:a16="http://schemas.microsoft.com/office/drawing/2014/main" id="{CCA2EFB0-0F35-2502-E959-B8F241BCFD0D}"/>
                    </a:ext>
                  </a:extLst>
                </p:cNvPr>
                <p:cNvPicPr/>
                <p:nvPr/>
              </p:nvPicPr>
              <p:blipFill>
                <a:blip r:embed="rId279"/>
                <a:stretch>
                  <a:fillRect/>
                </a:stretch>
              </p:blipFill>
              <p:spPr>
                <a:xfrm>
                  <a:off x="1967505" y="4853535"/>
                  <a:ext cx="2988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24" name="Ink 123">
                  <a:extLst>
                    <a:ext uri="{FF2B5EF4-FFF2-40B4-BE49-F238E27FC236}">
                      <a16:creationId xmlns:a16="http://schemas.microsoft.com/office/drawing/2014/main" id="{78D1CDD5-94AE-4E7E-5195-4DAEA633958E}"/>
                    </a:ext>
                  </a:extLst>
                </p14:cNvPr>
                <p14:cNvContentPartPr/>
                <p14:nvPr/>
              </p14:nvContentPartPr>
              <p14:xfrm>
                <a:off x="2734305" y="4885575"/>
                <a:ext cx="11160" cy="293400"/>
              </p14:xfrm>
            </p:contentPart>
          </mc:Choice>
          <mc:Fallback xmlns="">
            <p:pic>
              <p:nvPicPr>
                <p:cNvPr id="124" name="Ink 123">
                  <a:extLst>
                    <a:ext uri="{FF2B5EF4-FFF2-40B4-BE49-F238E27FC236}">
                      <a16:creationId xmlns:a16="http://schemas.microsoft.com/office/drawing/2014/main" id="{78D1CDD5-94AE-4E7E-5195-4DAEA633958E}"/>
                    </a:ext>
                  </a:extLst>
                </p:cNvPr>
                <p:cNvPicPr/>
                <p:nvPr/>
              </p:nvPicPr>
              <p:blipFill>
                <a:blip r:embed="rId281"/>
                <a:stretch>
                  <a:fillRect/>
                </a:stretch>
              </p:blipFill>
              <p:spPr>
                <a:xfrm>
                  <a:off x="2728185" y="4879455"/>
                  <a:ext cx="2340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25" name="Ink 124">
                  <a:extLst>
                    <a:ext uri="{FF2B5EF4-FFF2-40B4-BE49-F238E27FC236}">
                      <a16:creationId xmlns:a16="http://schemas.microsoft.com/office/drawing/2014/main" id="{BCABAACB-2DD2-1A8A-9E54-8048C9676D96}"/>
                    </a:ext>
                  </a:extLst>
                </p14:cNvPr>
                <p14:cNvContentPartPr/>
                <p14:nvPr/>
              </p14:nvContentPartPr>
              <p14:xfrm>
                <a:off x="2753745" y="4903575"/>
                <a:ext cx="120960" cy="256680"/>
              </p14:xfrm>
            </p:contentPart>
          </mc:Choice>
          <mc:Fallback xmlns="">
            <p:pic>
              <p:nvPicPr>
                <p:cNvPr id="125" name="Ink 124">
                  <a:extLst>
                    <a:ext uri="{FF2B5EF4-FFF2-40B4-BE49-F238E27FC236}">
                      <a16:creationId xmlns:a16="http://schemas.microsoft.com/office/drawing/2014/main" id="{BCABAACB-2DD2-1A8A-9E54-8048C9676D96}"/>
                    </a:ext>
                  </a:extLst>
                </p:cNvPr>
                <p:cNvPicPr/>
                <p:nvPr/>
              </p:nvPicPr>
              <p:blipFill>
                <a:blip r:embed="rId283"/>
                <a:stretch>
                  <a:fillRect/>
                </a:stretch>
              </p:blipFill>
              <p:spPr>
                <a:xfrm>
                  <a:off x="2747625" y="4897455"/>
                  <a:ext cx="1332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6" name="Ink 165">
                  <a:extLst>
                    <a:ext uri="{FF2B5EF4-FFF2-40B4-BE49-F238E27FC236}">
                      <a16:creationId xmlns:a16="http://schemas.microsoft.com/office/drawing/2014/main" id="{831FCDB7-70C6-7665-5333-B6D5CB168301}"/>
                    </a:ext>
                  </a:extLst>
                </p14:cNvPr>
                <p14:cNvContentPartPr/>
                <p14:nvPr/>
              </p14:nvContentPartPr>
              <p14:xfrm>
                <a:off x="3770745" y="5099055"/>
                <a:ext cx="2242080" cy="527760"/>
              </p14:xfrm>
            </p:contentPart>
          </mc:Choice>
          <mc:Fallback xmlns="">
            <p:pic>
              <p:nvPicPr>
                <p:cNvPr id="166" name="Ink 165">
                  <a:extLst>
                    <a:ext uri="{FF2B5EF4-FFF2-40B4-BE49-F238E27FC236}">
                      <a16:creationId xmlns:a16="http://schemas.microsoft.com/office/drawing/2014/main" id="{831FCDB7-70C6-7665-5333-B6D5CB168301}"/>
                    </a:ext>
                  </a:extLst>
                </p:cNvPr>
                <p:cNvPicPr/>
                <p:nvPr/>
              </p:nvPicPr>
              <p:blipFill>
                <a:blip r:embed="rId285"/>
                <a:stretch>
                  <a:fillRect/>
                </a:stretch>
              </p:blipFill>
              <p:spPr>
                <a:xfrm>
                  <a:off x="3764625" y="5092935"/>
                  <a:ext cx="2254320" cy="54000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67" name="Ink 166">
                  <a:extLst>
                    <a:ext uri="{FF2B5EF4-FFF2-40B4-BE49-F238E27FC236}">
                      <a16:creationId xmlns:a16="http://schemas.microsoft.com/office/drawing/2014/main" id="{E2008E93-A193-D98F-6196-C52AECD0BC37}"/>
                    </a:ext>
                  </a:extLst>
                </p14:cNvPr>
                <p14:cNvContentPartPr/>
                <p14:nvPr/>
              </p14:nvContentPartPr>
              <p14:xfrm>
                <a:off x="5746785" y="4908975"/>
                <a:ext cx="278640" cy="419040"/>
              </p14:xfrm>
            </p:contentPart>
          </mc:Choice>
          <mc:Fallback xmlns="">
            <p:pic>
              <p:nvPicPr>
                <p:cNvPr id="167" name="Ink 166">
                  <a:extLst>
                    <a:ext uri="{FF2B5EF4-FFF2-40B4-BE49-F238E27FC236}">
                      <a16:creationId xmlns:a16="http://schemas.microsoft.com/office/drawing/2014/main" id="{E2008E93-A193-D98F-6196-C52AECD0BC37}"/>
                    </a:ext>
                  </a:extLst>
                </p:cNvPr>
                <p:cNvPicPr/>
                <p:nvPr/>
              </p:nvPicPr>
              <p:blipFill>
                <a:blip r:embed="rId287"/>
                <a:stretch>
                  <a:fillRect/>
                </a:stretch>
              </p:blipFill>
              <p:spPr>
                <a:xfrm>
                  <a:off x="5740665" y="4902855"/>
                  <a:ext cx="290880" cy="4312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68" name="Ink 167">
                  <a:extLst>
                    <a:ext uri="{FF2B5EF4-FFF2-40B4-BE49-F238E27FC236}">
                      <a16:creationId xmlns:a16="http://schemas.microsoft.com/office/drawing/2014/main" id="{8A61D255-4B0C-34BF-E4E8-90608C530FA5}"/>
                    </a:ext>
                  </a:extLst>
                </p14:cNvPr>
                <p14:cNvContentPartPr/>
                <p14:nvPr/>
              </p14:nvContentPartPr>
              <p14:xfrm>
                <a:off x="3492105" y="5194815"/>
                <a:ext cx="529200" cy="488520"/>
              </p14:xfrm>
            </p:contentPart>
          </mc:Choice>
          <mc:Fallback xmlns="">
            <p:pic>
              <p:nvPicPr>
                <p:cNvPr id="168" name="Ink 167">
                  <a:extLst>
                    <a:ext uri="{FF2B5EF4-FFF2-40B4-BE49-F238E27FC236}">
                      <a16:creationId xmlns:a16="http://schemas.microsoft.com/office/drawing/2014/main" id="{8A61D255-4B0C-34BF-E4E8-90608C530FA5}"/>
                    </a:ext>
                  </a:extLst>
                </p:cNvPr>
                <p:cNvPicPr/>
                <p:nvPr/>
              </p:nvPicPr>
              <p:blipFill>
                <a:blip r:embed="rId289"/>
                <a:stretch>
                  <a:fillRect/>
                </a:stretch>
              </p:blipFill>
              <p:spPr>
                <a:xfrm>
                  <a:off x="3485985" y="5188695"/>
                  <a:ext cx="541440" cy="5007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69" name="Ink 168">
                  <a:extLst>
                    <a:ext uri="{FF2B5EF4-FFF2-40B4-BE49-F238E27FC236}">
                      <a16:creationId xmlns:a16="http://schemas.microsoft.com/office/drawing/2014/main" id="{A2729410-F7CC-0671-0A96-00608DE2A9A5}"/>
                    </a:ext>
                  </a:extLst>
                </p14:cNvPr>
                <p14:cNvContentPartPr/>
                <p14:nvPr/>
              </p14:nvContentPartPr>
              <p14:xfrm>
                <a:off x="4609545" y="5488215"/>
                <a:ext cx="17640" cy="9720"/>
              </p14:xfrm>
            </p:contentPart>
          </mc:Choice>
          <mc:Fallback xmlns="">
            <p:pic>
              <p:nvPicPr>
                <p:cNvPr id="169" name="Ink 168">
                  <a:extLst>
                    <a:ext uri="{FF2B5EF4-FFF2-40B4-BE49-F238E27FC236}">
                      <a16:creationId xmlns:a16="http://schemas.microsoft.com/office/drawing/2014/main" id="{A2729410-F7CC-0671-0A96-00608DE2A9A5}"/>
                    </a:ext>
                  </a:extLst>
                </p:cNvPr>
                <p:cNvPicPr/>
                <p:nvPr/>
              </p:nvPicPr>
              <p:blipFill>
                <a:blip r:embed="rId291"/>
                <a:stretch>
                  <a:fillRect/>
                </a:stretch>
              </p:blipFill>
              <p:spPr>
                <a:xfrm>
                  <a:off x="4603425" y="5482095"/>
                  <a:ext cx="29880" cy="21960"/>
                </a:xfrm>
                <a:prstGeom prst="rect">
                  <a:avLst/>
                </a:prstGeom>
              </p:spPr>
            </p:pic>
          </mc:Fallback>
        </mc:AlternateContent>
      </p:grpSp>
    </p:spTree>
    <p:extLst>
      <p:ext uri="{BB962C8B-B14F-4D97-AF65-F5344CB8AC3E}">
        <p14:creationId xmlns:p14="http://schemas.microsoft.com/office/powerpoint/2010/main" val="2343370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2F4AAB8-0013-9042-5EE3-81C51A5EF722}"/>
              </a:ext>
            </a:extLst>
          </p:cNvPr>
          <p:cNvGrpSpPr/>
          <p:nvPr/>
        </p:nvGrpSpPr>
        <p:grpSpPr>
          <a:xfrm>
            <a:off x="121785" y="228975"/>
            <a:ext cx="1797480" cy="532800"/>
            <a:chOff x="121785" y="228975"/>
            <a:chExt cx="1797480" cy="5328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C56E7EC-29AE-1968-6566-64E1142BBFA2}"/>
                    </a:ext>
                  </a:extLst>
                </p14:cNvPr>
                <p14:cNvContentPartPr/>
                <p14:nvPr/>
              </p14:nvContentPartPr>
              <p14:xfrm>
                <a:off x="334545" y="287295"/>
                <a:ext cx="70200" cy="149400"/>
              </p14:xfrm>
            </p:contentPart>
          </mc:Choice>
          <mc:Fallback xmlns="">
            <p:pic>
              <p:nvPicPr>
                <p:cNvPr id="2" name="Ink 1">
                  <a:extLst>
                    <a:ext uri="{FF2B5EF4-FFF2-40B4-BE49-F238E27FC236}">
                      <a16:creationId xmlns:a16="http://schemas.microsoft.com/office/drawing/2014/main" id="{3C56E7EC-29AE-1968-6566-64E1142BBFA2}"/>
                    </a:ext>
                  </a:extLst>
                </p:cNvPr>
                <p:cNvPicPr/>
                <p:nvPr/>
              </p:nvPicPr>
              <p:blipFill>
                <a:blip r:embed="rId3"/>
                <a:stretch>
                  <a:fillRect/>
                </a:stretch>
              </p:blipFill>
              <p:spPr>
                <a:xfrm>
                  <a:off x="328425" y="281175"/>
                  <a:ext cx="8244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619BF3F-CFDC-984A-76E3-09D39A01BCC2}"/>
                    </a:ext>
                  </a:extLst>
                </p14:cNvPr>
                <p14:cNvContentPartPr/>
                <p14:nvPr/>
              </p14:nvContentPartPr>
              <p14:xfrm>
                <a:off x="431745" y="404295"/>
                <a:ext cx="63360" cy="149400"/>
              </p14:xfrm>
            </p:contentPart>
          </mc:Choice>
          <mc:Fallback xmlns="">
            <p:pic>
              <p:nvPicPr>
                <p:cNvPr id="3" name="Ink 2">
                  <a:extLst>
                    <a:ext uri="{FF2B5EF4-FFF2-40B4-BE49-F238E27FC236}">
                      <a16:creationId xmlns:a16="http://schemas.microsoft.com/office/drawing/2014/main" id="{3619BF3F-CFDC-984A-76E3-09D39A01BCC2}"/>
                    </a:ext>
                  </a:extLst>
                </p:cNvPr>
                <p:cNvPicPr/>
                <p:nvPr/>
              </p:nvPicPr>
              <p:blipFill>
                <a:blip r:embed="rId5"/>
                <a:stretch>
                  <a:fillRect/>
                </a:stretch>
              </p:blipFill>
              <p:spPr>
                <a:xfrm>
                  <a:off x="425625" y="398175"/>
                  <a:ext cx="7560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984201CA-3D4F-6420-E4C7-1D52A92AC95F}"/>
                    </a:ext>
                  </a:extLst>
                </p14:cNvPr>
                <p14:cNvContentPartPr/>
                <p14:nvPr/>
              </p14:nvContentPartPr>
              <p14:xfrm>
                <a:off x="121785" y="228975"/>
                <a:ext cx="1035360" cy="147240"/>
              </p14:xfrm>
            </p:contentPart>
          </mc:Choice>
          <mc:Fallback xmlns="">
            <p:pic>
              <p:nvPicPr>
                <p:cNvPr id="4" name="Ink 3">
                  <a:extLst>
                    <a:ext uri="{FF2B5EF4-FFF2-40B4-BE49-F238E27FC236}">
                      <a16:creationId xmlns:a16="http://schemas.microsoft.com/office/drawing/2014/main" id="{984201CA-3D4F-6420-E4C7-1D52A92AC95F}"/>
                    </a:ext>
                  </a:extLst>
                </p:cNvPr>
                <p:cNvPicPr/>
                <p:nvPr/>
              </p:nvPicPr>
              <p:blipFill>
                <a:blip r:embed="rId7"/>
                <a:stretch>
                  <a:fillRect/>
                </a:stretch>
              </p:blipFill>
              <p:spPr>
                <a:xfrm>
                  <a:off x="115665" y="222855"/>
                  <a:ext cx="10476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27950DBD-D314-68B2-0ED6-0594F9C37F46}"/>
                    </a:ext>
                  </a:extLst>
                </p14:cNvPr>
                <p14:cNvContentPartPr/>
                <p14:nvPr/>
              </p14:nvContentPartPr>
              <p14:xfrm>
                <a:off x="660345" y="345975"/>
                <a:ext cx="114840" cy="415800"/>
              </p14:xfrm>
            </p:contentPart>
          </mc:Choice>
          <mc:Fallback xmlns="">
            <p:pic>
              <p:nvPicPr>
                <p:cNvPr id="5" name="Ink 4">
                  <a:extLst>
                    <a:ext uri="{FF2B5EF4-FFF2-40B4-BE49-F238E27FC236}">
                      <a16:creationId xmlns:a16="http://schemas.microsoft.com/office/drawing/2014/main" id="{27950DBD-D314-68B2-0ED6-0594F9C37F46}"/>
                    </a:ext>
                  </a:extLst>
                </p:cNvPr>
                <p:cNvPicPr/>
                <p:nvPr/>
              </p:nvPicPr>
              <p:blipFill>
                <a:blip r:embed="rId9"/>
                <a:stretch>
                  <a:fillRect/>
                </a:stretch>
              </p:blipFill>
              <p:spPr>
                <a:xfrm>
                  <a:off x="654225" y="339855"/>
                  <a:ext cx="12708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D561FAF6-64F0-61DA-DB5E-67288CEAE1D1}"/>
                    </a:ext>
                  </a:extLst>
                </p14:cNvPr>
                <p14:cNvContentPartPr/>
                <p14:nvPr/>
              </p14:nvContentPartPr>
              <p14:xfrm>
                <a:off x="869505" y="506895"/>
                <a:ext cx="362520" cy="195480"/>
              </p14:xfrm>
            </p:contentPart>
          </mc:Choice>
          <mc:Fallback xmlns="">
            <p:pic>
              <p:nvPicPr>
                <p:cNvPr id="6" name="Ink 5">
                  <a:extLst>
                    <a:ext uri="{FF2B5EF4-FFF2-40B4-BE49-F238E27FC236}">
                      <a16:creationId xmlns:a16="http://schemas.microsoft.com/office/drawing/2014/main" id="{D561FAF6-64F0-61DA-DB5E-67288CEAE1D1}"/>
                    </a:ext>
                  </a:extLst>
                </p:cNvPr>
                <p:cNvPicPr/>
                <p:nvPr/>
              </p:nvPicPr>
              <p:blipFill>
                <a:blip r:embed="rId11"/>
                <a:stretch>
                  <a:fillRect/>
                </a:stretch>
              </p:blipFill>
              <p:spPr>
                <a:xfrm>
                  <a:off x="863385" y="500775"/>
                  <a:ext cx="3747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0FF9FAFF-CF30-C1D5-AEF7-9CF6EEC618A1}"/>
                    </a:ext>
                  </a:extLst>
                </p14:cNvPr>
                <p14:cNvContentPartPr/>
                <p14:nvPr/>
              </p14:nvContentPartPr>
              <p14:xfrm>
                <a:off x="1194225" y="509415"/>
                <a:ext cx="348840" cy="114480"/>
              </p14:xfrm>
            </p:contentPart>
          </mc:Choice>
          <mc:Fallback xmlns="">
            <p:pic>
              <p:nvPicPr>
                <p:cNvPr id="7" name="Ink 6">
                  <a:extLst>
                    <a:ext uri="{FF2B5EF4-FFF2-40B4-BE49-F238E27FC236}">
                      <a16:creationId xmlns:a16="http://schemas.microsoft.com/office/drawing/2014/main" id="{0FF9FAFF-CF30-C1D5-AEF7-9CF6EEC618A1}"/>
                    </a:ext>
                  </a:extLst>
                </p:cNvPr>
                <p:cNvPicPr/>
                <p:nvPr/>
              </p:nvPicPr>
              <p:blipFill>
                <a:blip r:embed="rId13"/>
                <a:stretch>
                  <a:fillRect/>
                </a:stretch>
              </p:blipFill>
              <p:spPr>
                <a:xfrm>
                  <a:off x="1188105" y="503295"/>
                  <a:ext cx="36108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E6A70415-9415-7898-B6B0-A0D7D7507BB2}"/>
                    </a:ext>
                  </a:extLst>
                </p14:cNvPr>
                <p14:cNvContentPartPr/>
                <p14:nvPr/>
              </p14:nvContentPartPr>
              <p14:xfrm>
                <a:off x="1684545" y="367575"/>
                <a:ext cx="14040" cy="32400"/>
              </p14:xfrm>
            </p:contentPart>
          </mc:Choice>
          <mc:Fallback xmlns="">
            <p:pic>
              <p:nvPicPr>
                <p:cNvPr id="8" name="Ink 7">
                  <a:extLst>
                    <a:ext uri="{FF2B5EF4-FFF2-40B4-BE49-F238E27FC236}">
                      <a16:creationId xmlns:a16="http://schemas.microsoft.com/office/drawing/2014/main" id="{E6A70415-9415-7898-B6B0-A0D7D7507BB2}"/>
                    </a:ext>
                  </a:extLst>
                </p:cNvPr>
                <p:cNvPicPr/>
                <p:nvPr/>
              </p:nvPicPr>
              <p:blipFill>
                <a:blip r:embed="rId15"/>
                <a:stretch>
                  <a:fillRect/>
                </a:stretch>
              </p:blipFill>
              <p:spPr>
                <a:xfrm>
                  <a:off x="1678425" y="361455"/>
                  <a:ext cx="26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66090EEC-F004-60A6-2FE4-E32FD09E8FD7}"/>
                    </a:ext>
                  </a:extLst>
                </p14:cNvPr>
                <p14:cNvContentPartPr/>
                <p14:nvPr/>
              </p14:nvContentPartPr>
              <p14:xfrm>
                <a:off x="1682385" y="490335"/>
                <a:ext cx="236880" cy="190080"/>
              </p14:xfrm>
            </p:contentPart>
          </mc:Choice>
          <mc:Fallback xmlns="">
            <p:pic>
              <p:nvPicPr>
                <p:cNvPr id="9" name="Ink 8">
                  <a:extLst>
                    <a:ext uri="{FF2B5EF4-FFF2-40B4-BE49-F238E27FC236}">
                      <a16:creationId xmlns:a16="http://schemas.microsoft.com/office/drawing/2014/main" id="{66090EEC-F004-60A6-2FE4-E32FD09E8FD7}"/>
                    </a:ext>
                  </a:extLst>
                </p:cNvPr>
                <p:cNvPicPr/>
                <p:nvPr/>
              </p:nvPicPr>
              <p:blipFill>
                <a:blip r:embed="rId17"/>
                <a:stretch>
                  <a:fillRect/>
                </a:stretch>
              </p:blipFill>
              <p:spPr>
                <a:xfrm>
                  <a:off x="1676265" y="484215"/>
                  <a:ext cx="249120" cy="202320"/>
                </a:xfrm>
                <a:prstGeom prst="rect">
                  <a:avLst/>
                </a:prstGeom>
              </p:spPr>
            </p:pic>
          </mc:Fallback>
        </mc:AlternateContent>
      </p:grpSp>
      <p:grpSp>
        <p:nvGrpSpPr>
          <p:cNvPr id="16" name="Group 15">
            <a:extLst>
              <a:ext uri="{FF2B5EF4-FFF2-40B4-BE49-F238E27FC236}">
                <a16:creationId xmlns:a16="http://schemas.microsoft.com/office/drawing/2014/main" id="{08BFB3C7-A272-8AD6-384D-8684D96EEDE2}"/>
              </a:ext>
            </a:extLst>
          </p:cNvPr>
          <p:cNvGrpSpPr/>
          <p:nvPr/>
        </p:nvGrpSpPr>
        <p:grpSpPr>
          <a:xfrm>
            <a:off x="464865" y="2022495"/>
            <a:ext cx="1681920" cy="473040"/>
            <a:chOff x="464865" y="2022495"/>
            <a:chExt cx="1681920" cy="473040"/>
          </a:xfrm>
        </p:grpSpPr>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396BE70F-9283-3813-8C18-2D25353EF449}"/>
                    </a:ext>
                  </a:extLst>
                </p14:cNvPr>
                <p14:cNvContentPartPr/>
                <p14:nvPr/>
              </p14:nvContentPartPr>
              <p14:xfrm>
                <a:off x="464865" y="2022495"/>
                <a:ext cx="873360" cy="122760"/>
              </p14:xfrm>
            </p:contentPart>
          </mc:Choice>
          <mc:Fallback xmlns="">
            <p:pic>
              <p:nvPicPr>
                <p:cNvPr id="11" name="Ink 10">
                  <a:extLst>
                    <a:ext uri="{FF2B5EF4-FFF2-40B4-BE49-F238E27FC236}">
                      <a16:creationId xmlns:a16="http://schemas.microsoft.com/office/drawing/2014/main" id="{396BE70F-9283-3813-8C18-2D25353EF449}"/>
                    </a:ext>
                  </a:extLst>
                </p:cNvPr>
                <p:cNvPicPr/>
                <p:nvPr/>
              </p:nvPicPr>
              <p:blipFill>
                <a:blip r:embed="rId19"/>
                <a:stretch>
                  <a:fillRect/>
                </a:stretch>
              </p:blipFill>
              <p:spPr>
                <a:xfrm>
                  <a:off x="458745" y="2016375"/>
                  <a:ext cx="8856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59F035F4-F8D2-77F0-1E9C-DC30F88368CB}"/>
                    </a:ext>
                  </a:extLst>
                </p14:cNvPr>
                <p14:cNvContentPartPr/>
                <p14:nvPr/>
              </p14:nvContentPartPr>
              <p14:xfrm>
                <a:off x="904065" y="2081175"/>
                <a:ext cx="95040" cy="386280"/>
              </p14:xfrm>
            </p:contentPart>
          </mc:Choice>
          <mc:Fallback xmlns="">
            <p:pic>
              <p:nvPicPr>
                <p:cNvPr id="12" name="Ink 11">
                  <a:extLst>
                    <a:ext uri="{FF2B5EF4-FFF2-40B4-BE49-F238E27FC236}">
                      <a16:creationId xmlns:a16="http://schemas.microsoft.com/office/drawing/2014/main" id="{59F035F4-F8D2-77F0-1E9C-DC30F88368CB}"/>
                    </a:ext>
                  </a:extLst>
                </p:cNvPr>
                <p:cNvPicPr/>
                <p:nvPr/>
              </p:nvPicPr>
              <p:blipFill>
                <a:blip r:embed="rId21"/>
                <a:stretch>
                  <a:fillRect/>
                </a:stretch>
              </p:blipFill>
              <p:spPr>
                <a:xfrm>
                  <a:off x="897945" y="2075055"/>
                  <a:ext cx="10728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11A90B3F-A440-4D94-A9E2-F132C60CBFBD}"/>
                    </a:ext>
                  </a:extLst>
                </p14:cNvPr>
                <p14:cNvContentPartPr/>
                <p14:nvPr/>
              </p14:nvContentPartPr>
              <p14:xfrm>
                <a:off x="1203225" y="2199255"/>
                <a:ext cx="442440" cy="296280"/>
              </p14:xfrm>
            </p:contentPart>
          </mc:Choice>
          <mc:Fallback xmlns="">
            <p:pic>
              <p:nvPicPr>
                <p:cNvPr id="13" name="Ink 12">
                  <a:extLst>
                    <a:ext uri="{FF2B5EF4-FFF2-40B4-BE49-F238E27FC236}">
                      <a16:creationId xmlns:a16="http://schemas.microsoft.com/office/drawing/2014/main" id="{11A90B3F-A440-4D94-A9E2-F132C60CBFBD}"/>
                    </a:ext>
                  </a:extLst>
                </p:cNvPr>
                <p:cNvPicPr/>
                <p:nvPr/>
              </p:nvPicPr>
              <p:blipFill>
                <a:blip r:embed="rId23"/>
                <a:stretch>
                  <a:fillRect/>
                </a:stretch>
              </p:blipFill>
              <p:spPr>
                <a:xfrm>
                  <a:off x="1197105" y="2193135"/>
                  <a:ext cx="45468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38C79EF9-4A24-29A0-75A4-F3E0B7CDA6D5}"/>
                    </a:ext>
                  </a:extLst>
                </p14:cNvPr>
                <p14:cNvContentPartPr/>
                <p14:nvPr/>
              </p14:nvContentPartPr>
              <p14:xfrm>
                <a:off x="1816665" y="2058495"/>
                <a:ext cx="45720" cy="368640"/>
              </p14:xfrm>
            </p:contentPart>
          </mc:Choice>
          <mc:Fallback xmlns="">
            <p:pic>
              <p:nvPicPr>
                <p:cNvPr id="14" name="Ink 13">
                  <a:extLst>
                    <a:ext uri="{FF2B5EF4-FFF2-40B4-BE49-F238E27FC236}">
                      <a16:creationId xmlns:a16="http://schemas.microsoft.com/office/drawing/2014/main" id="{38C79EF9-4A24-29A0-75A4-F3E0B7CDA6D5}"/>
                    </a:ext>
                  </a:extLst>
                </p:cNvPr>
                <p:cNvPicPr/>
                <p:nvPr/>
              </p:nvPicPr>
              <p:blipFill>
                <a:blip r:embed="rId25"/>
                <a:stretch>
                  <a:fillRect/>
                </a:stretch>
              </p:blipFill>
              <p:spPr>
                <a:xfrm>
                  <a:off x="1810545" y="2052375"/>
                  <a:ext cx="5796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74DF496B-B88F-EB79-277A-D4E187973557}"/>
                    </a:ext>
                  </a:extLst>
                </p14:cNvPr>
                <p14:cNvContentPartPr/>
                <p14:nvPr/>
              </p14:nvContentPartPr>
              <p14:xfrm>
                <a:off x="1674825" y="2138055"/>
                <a:ext cx="471960" cy="99720"/>
              </p14:xfrm>
            </p:contentPart>
          </mc:Choice>
          <mc:Fallback xmlns="">
            <p:pic>
              <p:nvPicPr>
                <p:cNvPr id="15" name="Ink 14">
                  <a:extLst>
                    <a:ext uri="{FF2B5EF4-FFF2-40B4-BE49-F238E27FC236}">
                      <a16:creationId xmlns:a16="http://schemas.microsoft.com/office/drawing/2014/main" id="{74DF496B-B88F-EB79-277A-D4E187973557}"/>
                    </a:ext>
                  </a:extLst>
                </p:cNvPr>
                <p:cNvPicPr/>
                <p:nvPr/>
              </p:nvPicPr>
              <p:blipFill>
                <a:blip r:embed="rId27"/>
                <a:stretch>
                  <a:fillRect/>
                </a:stretch>
              </p:blipFill>
              <p:spPr>
                <a:xfrm>
                  <a:off x="1668705" y="2131935"/>
                  <a:ext cx="484200" cy="111960"/>
                </a:xfrm>
                <a:prstGeom prst="rect">
                  <a:avLst/>
                </a:prstGeom>
              </p:spPr>
            </p:pic>
          </mc:Fallback>
        </mc:AlternateContent>
      </p:grpSp>
      <p:grpSp>
        <p:nvGrpSpPr>
          <p:cNvPr id="29" name="Group 28">
            <a:extLst>
              <a:ext uri="{FF2B5EF4-FFF2-40B4-BE49-F238E27FC236}">
                <a16:creationId xmlns:a16="http://schemas.microsoft.com/office/drawing/2014/main" id="{40A5B19A-5B94-00C1-EF71-A254C172EAF2}"/>
              </a:ext>
            </a:extLst>
          </p:cNvPr>
          <p:cNvGrpSpPr/>
          <p:nvPr/>
        </p:nvGrpSpPr>
        <p:grpSpPr>
          <a:xfrm>
            <a:off x="2498505" y="191535"/>
            <a:ext cx="6242040" cy="869400"/>
            <a:chOff x="2498505" y="191535"/>
            <a:chExt cx="6242040" cy="869400"/>
          </a:xfrm>
        </p:grpSpPr>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981A75BC-07A9-FECA-A68C-1FFAEE30ECA5}"/>
                    </a:ext>
                  </a:extLst>
                </p14:cNvPr>
                <p14:cNvContentPartPr/>
                <p14:nvPr/>
              </p14:nvContentPartPr>
              <p14:xfrm>
                <a:off x="2498505" y="496815"/>
                <a:ext cx="1167480" cy="62640"/>
              </p14:xfrm>
            </p:contentPart>
          </mc:Choice>
          <mc:Fallback xmlns="">
            <p:pic>
              <p:nvPicPr>
                <p:cNvPr id="17" name="Ink 16">
                  <a:extLst>
                    <a:ext uri="{FF2B5EF4-FFF2-40B4-BE49-F238E27FC236}">
                      <a16:creationId xmlns:a16="http://schemas.microsoft.com/office/drawing/2014/main" id="{981A75BC-07A9-FECA-A68C-1FFAEE30ECA5}"/>
                    </a:ext>
                  </a:extLst>
                </p:cNvPr>
                <p:cNvPicPr/>
                <p:nvPr/>
              </p:nvPicPr>
              <p:blipFill>
                <a:blip r:embed="rId29"/>
                <a:stretch>
                  <a:fillRect/>
                </a:stretch>
              </p:blipFill>
              <p:spPr>
                <a:xfrm>
                  <a:off x="2492385" y="490695"/>
                  <a:ext cx="11797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6D9E8B83-92CC-F333-0181-B3EEB49B0738}"/>
                    </a:ext>
                  </a:extLst>
                </p14:cNvPr>
                <p14:cNvContentPartPr/>
                <p14:nvPr/>
              </p14:nvContentPartPr>
              <p14:xfrm>
                <a:off x="3988905" y="287295"/>
                <a:ext cx="410760" cy="357120"/>
              </p14:xfrm>
            </p:contentPart>
          </mc:Choice>
          <mc:Fallback xmlns="">
            <p:pic>
              <p:nvPicPr>
                <p:cNvPr id="18" name="Ink 17">
                  <a:extLst>
                    <a:ext uri="{FF2B5EF4-FFF2-40B4-BE49-F238E27FC236}">
                      <a16:creationId xmlns:a16="http://schemas.microsoft.com/office/drawing/2014/main" id="{6D9E8B83-92CC-F333-0181-B3EEB49B0738}"/>
                    </a:ext>
                  </a:extLst>
                </p:cNvPr>
                <p:cNvPicPr/>
                <p:nvPr/>
              </p:nvPicPr>
              <p:blipFill>
                <a:blip r:embed="rId31"/>
                <a:stretch>
                  <a:fillRect/>
                </a:stretch>
              </p:blipFill>
              <p:spPr>
                <a:xfrm>
                  <a:off x="3982785" y="281175"/>
                  <a:ext cx="42300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4CF66B75-9401-46DC-0EA4-268F30AF7F50}"/>
                    </a:ext>
                  </a:extLst>
                </p14:cNvPr>
                <p14:cNvContentPartPr/>
                <p14:nvPr/>
              </p14:nvContentPartPr>
              <p14:xfrm>
                <a:off x="4414425" y="419055"/>
                <a:ext cx="266040" cy="205920"/>
              </p14:xfrm>
            </p:contentPart>
          </mc:Choice>
          <mc:Fallback xmlns="">
            <p:pic>
              <p:nvPicPr>
                <p:cNvPr id="19" name="Ink 18">
                  <a:extLst>
                    <a:ext uri="{FF2B5EF4-FFF2-40B4-BE49-F238E27FC236}">
                      <a16:creationId xmlns:a16="http://schemas.microsoft.com/office/drawing/2014/main" id="{4CF66B75-9401-46DC-0EA4-268F30AF7F50}"/>
                    </a:ext>
                  </a:extLst>
                </p:cNvPr>
                <p:cNvPicPr/>
                <p:nvPr/>
              </p:nvPicPr>
              <p:blipFill>
                <a:blip r:embed="rId33"/>
                <a:stretch>
                  <a:fillRect/>
                </a:stretch>
              </p:blipFill>
              <p:spPr>
                <a:xfrm>
                  <a:off x="4408305" y="412935"/>
                  <a:ext cx="27828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6C54AD09-1B59-8336-D57B-AE63A9842BC7}"/>
                    </a:ext>
                  </a:extLst>
                </p14:cNvPr>
                <p14:cNvContentPartPr/>
                <p14:nvPr/>
              </p14:nvContentPartPr>
              <p14:xfrm>
                <a:off x="4700985" y="409695"/>
                <a:ext cx="594720" cy="651240"/>
              </p14:xfrm>
            </p:contentPart>
          </mc:Choice>
          <mc:Fallback xmlns="">
            <p:pic>
              <p:nvPicPr>
                <p:cNvPr id="21" name="Ink 20">
                  <a:extLst>
                    <a:ext uri="{FF2B5EF4-FFF2-40B4-BE49-F238E27FC236}">
                      <a16:creationId xmlns:a16="http://schemas.microsoft.com/office/drawing/2014/main" id="{6C54AD09-1B59-8336-D57B-AE63A9842BC7}"/>
                    </a:ext>
                  </a:extLst>
                </p:cNvPr>
                <p:cNvPicPr/>
                <p:nvPr/>
              </p:nvPicPr>
              <p:blipFill>
                <a:blip r:embed="rId35"/>
                <a:stretch>
                  <a:fillRect/>
                </a:stretch>
              </p:blipFill>
              <p:spPr>
                <a:xfrm>
                  <a:off x="4694865" y="403575"/>
                  <a:ext cx="606960" cy="663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BE3F545E-8559-12B6-1377-50E872EC7EF8}"/>
                    </a:ext>
                  </a:extLst>
                </p14:cNvPr>
                <p14:cNvContentPartPr/>
                <p14:nvPr/>
              </p14:nvContentPartPr>
              <p14:xfrm>
                <a:off x="5531865" y="334095"/>
                <a:ext cx="469440" cy="507240"/>
              </p14:xfrm>
            </p:contentPart>
          </mc:Choice>
          <mc:Fallback xmlns="">
            <p:pic>
              <p:nvPicPr>
                <p:cNvPr id="22" name="Ink 21">
                  <a:extLst>
                    <a:ext uri="{FF2B5EF4-FFF2-40B4-BE49-F238E27FC236}">
                      <a16:creationId xmlns:a16="http://schemas.microsoft.com/office/drawing/2014/main" id="{BE3F545E-8559-12B6-1377-50E872EC7EF8}"/>
                    </a:ext>
                  </a:extLst>
                </p:cNvPr>
                <p:cNvPicPr/>
                <p:nvPr/>
              </p:nvPicPr>
              <p:blipFill>
                <a:blip r:embed="rId37"/>
                <a:stretch>
                  <a:fillRect/>
                </a:stretch>
              </p:blipFill>
              <p:spPr>
                <a:xfrm>
                  <a:off x="5525745" y="327975"/>
                  <a:ext cx="48168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B6120F71-F6EE-6576-C80C-0D8CCA732897}"/>
                    </a:ext>
                  </a:extLst>
                </p14:cNvPr>
                <p14:cNvContentPartPr/>
                <p14:nvPr/>
              </p14:nvContentPartPr>
              <p14:xfrm>
                <a:off x="6162945" y="320055"/>
                <a:ext cx="107280" cy="146880"/>
              </p14:xfrm>
            </p:contentPart>
          </mc:Choice>
          <mc:Fallback xmlns="">
            <p:pic>
              <p:nvPicPr>
                <p:cNvPr id="23" name="Ink 22">
                  <a:extLst>
                    <a:ext uri="{FF2B5EF4-FFF2-40B4-BE49-F238E27FC236}">
                      <a16:creationId xmlns:a16="http://schemas.microsoft.com/office/drawing/2014/main" id="{B6120F71-F6EE-6576-C80C-0D8CCA732897}"/>
                    </a:ext>
                  </a:extLst>
                </p:cNvPr>
                <p:cNvPicPr/>
                <p:nvPr/>
              </p:nvPicPr>
              <p:blipFill>
                <a:blip r:embed="rId39"/>
                <a:stretch>
                  <a:fillRect/>
                </a:stretch>
              </p:blipFill>
              <p:spPr>
                <a:xfrm>
                  <a:off x="6156825" y="313935"/>
                  <a:ext cx="1195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3601BEB8-AE57-8746-E478-EC0B59B62776}"/>
                    </a:ext>
                  </a:extLst>
                </p14:cNvPr>
                <p14:cNvContentPartPr/>
                <p14:nvPr/>
              </p14:nvContentPartPr>
              <p14:xfrm>
                <a:off x="6334305" y="191535"/>
                <a:ext cx="180000" cy="313200"/>
              </p14:xfrm>
            </p:contentPart>
          </mc:Choice>
          <mc:Fallback xmlns="">
            <p:pic>
              <p:nvPicPr>
                <p:cNvPr id="24" name="Ink 23">
                  <a:extLst>
                    <a:ext uri="{FF2B5EF4-FFF2-40B4-BE49-F238E27FC236}">
                      <a16:creationId xmlns:a16="http://schemas.microsoft.com/office/drawing/2014/main" id="{3601BEB8-AE57-8746-E478-EC0B59B62776}"/>
                    </a:ext>
                  </a:extLst>
                </p:cNvPr>
                <p:cNvPicPr/>
                <p:nvPr/>
              </p:nvPicPr>
              <p:blipFill>
                <a:blip r:embed="rId41"/>
                <a:stretch>
                  <a:fillRect/>
                </a:stretch>
              </p:blipFill>
              <p:spPr>
                <a:xfrm>
                  <a:off x="6328185" y="185415"/>
                  <a:ext cx="19224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C5E4ED41-C137-95CB-E277-778D25F00581}"/>
                    </a:ext>
                  </a:extLst>
                </p14:cNvPr>
                <p14:cNvContentPartPr/>
                <p14:nvPr/>
              </p14:nvContentPartPr>
              <p14:xfrm>
                <a:off x="6608625" y="213135"/>
                <a:ext cx="265680" cy="433440"/>
              </p14:xfrm>
            </p:contentPart>
          </mc:Choice>
          <mc:Fallback xmlns="">
            <p:pic>
              <p:nvPicPr>
                <p:cNvPr id="25" name="Ink 24">
                  <a:extLst>
                    <a:ext uri="{FF2B5EF4-FFF2-40B4-BE49-F238E27FC236}">
                      <a16:creationId xmlns:a16="http://schemas.microsoft.com/office/drawing/2014/main" id="{C5E4ED41-C137-95CB-E277-778D25F00581}"/>
                    </a:ext>
                  </a:extLst>
                </p:cNvPr>
                <p:cNvPicPr/>
                <p:nvPr/>
              </p:nvPicPr>
              <p:blipFill>
                <a:blip r:embed="rId43"/>
                <a:stretch>
                  <a:fillRect/>
                </a:stretch>
              </p:blipFill>
              <p:spPr>
                <a:xfrm>
                  <a:off x="6602505" y="207015"/>
                  <a:ext cx="27792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E96CEF0A-8BFF-FC40-BFD3-F07AB3E6439A}"/>
                    </a:ext>
                  </a:extLst>
                </p14:cNvPr>
                <p14:cNvContentPartPr/>
                <p14:nvPr/>
              </p14:nvContentPartPr>
              <p14:xfrm>
                <a:off x="6779985" y="354975"/>
                <a:ext cx="999000" cy="140760"/>
              </p14:xfrm>
            </p:contentPart>
          </mc:Choice>
          <mc:Fallback xmlns="">
            <p:pic>
              <p:nvPicPr>
                <p:cNvPr id="26" name="Ink 25">
                  <a:extLst>
                    <a:ext uri="{FF2B5EF4-FFF2-40B4-BE49-F238E27FC236}">
                      <a16:creationId xmlns:a16="http://schemas.microsoft.com/office/drawing/2014/main" id="{E96CEF0A-8BFF-FC40-BFD3-F07AB3E6439A}"/>
                    </a:ext>
                  </a:extLst>
                </p:cNvPr>
                <p:cNvPicPr/>
                <p:nvPr/>
              </p:nvPicPr>
              <p:blipFill>
                <a:blip r:embed="rId45"/>
                <a:stretch>
                  <a:fillRect/>
                </a:stretch>
              </p:blipFill>
              <p:spPr>
                <a:xfrm>
                  <a:off x="6773865" y="348855"/>
                  <a:ext cx="10112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C06F9044-792A-A0E0-E56A-546588E1ECA5}"/>
                    </a:ext>
                  </a:extLst>
                </p14:cNvPr>
                <p14:cNvContentPartPr/>
                <p14:nvPr/>
              </p14:nvContentPartPr>
              <p14:xfrm>
                <a:off x="7871505" y="296655"/>
                <a:ext cx="693000" cy="450000"/>
              </p14:xfrm>
            </p:contentPart>
          </mc:Choice>
          <mc:Fallback xmlns="">
            <p:pic>
              <p:nvPicPr>
                <p:cNvPr id="27" name="Ink 26">
                  <a:extLst>
                    <a:ext uri="{FF2B5EF4-FFF2-40B4-BE49-F238E27FC236}">
                      <a16:creationId xmlns:a16="http://schemas.microsoft.com/office/drawing/2014/main" id="{C06F9044-792A-A0E0-E56A-546588E1ECA5}"/>
                    </a:ext>
                  </a:extLst>
                </p:cNvPr>
                <p:cNvPicPr/>
                <p:nvPr/>
              </p:nvPicPr>
              <p:blipFill>
                <a:blip r:embed="rId47"/>
                <a:stretch>
                  <a:fillRect/>
                </a:stretch>
              </p:blipFill>
              <p:spPr>
                <a:xfrm>
                  <a:off x="7865385" y="290535"/>
                  <a:ext cx="705240" cy="462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05941B83-3CBA-2E52-D645-B93922ED4949}"/>
                    </a:ext>
                  </a:extLst>
                </p14:cNvPr>
                <p14:cNvContentPartPr/>
                <p14:nvPr/>
              </p14:nvContentPartPr>
              <p14:xfrm>
                <a:off x="8705985" y="364335"/>
                <a:ext cx="34560" cy="37440"/>
              </p14:xfrm>
            </p:contentPart>
          </mc:Choice>
          <mc:Fallback xmlns="">
            <p:pic>
              <p:nvPicPr>
                <p:cNvPr id="28" name="Ink 27">
                  <a:extLst>
                    <a:ext uri="{FF2B5EF4-FFF2-40B4-BE49-F238E27FC236}">
                      <a16:creationId xmlns:a16="http://schemas.microsoft.com/office/drawing/2014/main" id="{05941B83-3CBA-2E52-D645-B93922ED4949}"/>
                    </a:ext>
                  </a:extLst>
                </p:cNvPr>
                <p:cNvPicPr/>
                <p:nvPr/>
              </p:nvPicPr>
              <p:blipFill>
                <a:blip r:embed="rId49"/>
                <a:stretch>
                  <a:fillRect/>
                </a:stretch>
              </p:blipFill>
              <p:spPr>
                <a:xfrm>
                  <a:off x="8699865" y="358215"/>
                  <a:ext cx="46800" cy="49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401F0FBE-BF78-84A4-5A72-15E59A36BD4D}"/>
                  </a:ext>
                </a:extLst>
              </p14:cNvPr>
              <p14:cNvContentPartPr/>
              <p14:nvPr/>
            </p14:nvContentPartPr>
            <p14:xfrm>
              <a:off x="2490585" y="2162535"/>
              <a:ext cx="677160" cy="100080"/>
            </p14:xfrm>
          </p:contentPart>
        </mc:Choice>
        <mc:Fallback xmlns="">
          <p:pic>
            <p:nvPicPr>
              <p:cNvPr id="30" name="Ink 29">
                <a:extLst>
                  <a:ext uri="{FF2B5EF4-FFF2-40B4-BE49-F238E27FC236}">
                    <a16:creationId xmlns:a16="http://schemas.microsoft.com/office/drawing/2014/main" id="{401F0FBE-BF78-84A4-5A72-15E59A36BD4D}"/>
                  </a:ext>
                </a:extLst>
              </p:cNvPr>
              <p:cNvPicPr/>
              <p:nvPr/>
            </p:nvPicPr>
            <p:blipFill>
              <a:blip r:embed="rId51"/>
              <a:stretch>
                <a:fillRect/>
              </a:stretch>
            </p:blipFill>
            <p:spPr>
              <a:xfrm>
                <a:off x="2484465" y="2156415"/>
                <a:ext cx="689400" cy="112320"/>
              </a:xfrm>
              <a:prstGeom prst="rect">
                <a:avLst/>
              </a:prstGeom>
            </p:spPr>
          </p:pic>
        </mc:Fallback>
      </mc:AlternateContent>
      <p:grpSp>
        <p:nvGrpSpPr>
          <p:cNvPr id="50" name="Group 49">
            <a:extLst>
              <a:ext uri="{FF2B5EF4-FFF2-40B4-BE49-F238E27FC236}">
                <a16:creationId xmlns:a16="http://schemas.microsoft.com/office/drawing/2014/main" id="{047C6D7B-CD50-4646-2A3F-DDB2D7FA5A30}"/>
              </a:ext>
            </a:extLst>
          </p:cNvPr>
          <p:cNvGrpSpPr/>
          <p:nvPr/>
        </p:nvGrpSpPr>
        <p:grpSpPr>
          <a:xfrm>
            <a:off x="8920185" y="37815"/>
            <a:ext cx="1167120" cy="632160"/>
            <a:chOff x="8920185" y="37815"/>
            <a:chExt cx="1167120" cy="632160"/>
          </a:xfrm>
        </p:grpSpPr>
        <mc:AlternateContent xmlns:mc="http://schemas.openxmlformats.org/markup-compatibility/2006" xmlns:p14="http://schemas.microsoft.com/office/powerpoint/2010/main">
          <mc:Choice Requires="p14">
            <p:contentPart p14:bwMode="auto" r:id="rId52">
              <p14:nvContentPartPr>
                <p14:cNvPr id="43" name="Ink 42">
                  <a:extLst>
                    <a:ext uri="{FF2B5EF4-FFF2-40B4-BE49-F238E27FC236}">
                      <a16:creationId xmlns:a16="http://schemas.microsoft.com/office/drawing/2014/main" id="{FCF9B516-6430-123D-6E6C-4A187F3C2895}"/>
                    </a:ext>
                  </a:extLst>
                </p14:cNvPr>
                <p14:cNvContentPartPr/>
                <p14:nvPr/>
              </p14:nvContentPartPr>
              <p14:xfrm>
                <a:off x="9026385" y="216375"/>
                <a:ext cx="229680" cy="267480"/>
              </p14:xfrm>
            </p:contentPart>
          </mc:Choice>
          <mc:Fallback xmlns="">
            <p:pic>
              <p:nvPicPr>
                <p:cNvPr id="43" name="Ink 42">
                  <a:extLst>
                    <a:ext uri="{FF2B5EF4-FFF2-40B4-BE49-F238E27FC236}">
                      <a16:creationId xmlns:a16="http://schemas.microsoft.com/office/drawing/2014/main" id="{FCF9B516-6430-123D-6E6C-4A187F3C2895}"/>
                    </a:ext>
                  </a:extLst>
                </p:cNvPr>
                <p:cNvPicPr/>
                <p:nvPr/>
              </p:nvPicPr>
              <p:blipFill>
                <a:blip r:embed="rId53"/>
                <a:stretch>
                  <a:fillRect/>
                </a:stretch>
              </p:blipFill>
              <p:spPr>
                <a:xfrm>
                  <a:off x="9020265" y="210255"/>
                  <a:ext cx="24192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4" name="Ink 43">
                  <a:extLst>
                    <a:ext uri="{FF2B5EF4-FFF2-40B4-BE49-F238E27FC236}">
                      <a16:creationId xmlns:a16="http://schemas.microsoft.com/office/drawing/2014/main" id="{0D4B7B58-B23F-256C-A043-0108A21FE478}"/>
                    </a:ext>
                  </a:extLst>
                </p14:cNvPr>
                <p14:cNvContentPartPr/>
                <p14:nvPr/>
              </p14:nvContentPartPr>
              <p14:xfrm>
                <a:off x="9404745" y="214215"/>
                <a:ext cx="109080" cy="173160"/>
              </p14:xfrm>
            </p:contentPart>
          </mc:Choice>
          <mc:Fallback xmlns="">
            <p:pic>
              <p:nvPicPr>
                <p:cNvPr id="44" name="Ink 43">
                  <a:extLst>
                    <a:ext uri="{FF2B5EF4-FFF2-40B4-BE49-F238E27FC236}">
                      <a16:creationId xmlns:a16="http://schemas.microsoft.com/office/drawing/2014/main" id="{0D4B7B58-B23F-256C-A043-0108A21FE478}"/>
                    </a:ext>
                  </a:extLst>
                </p:cNvPr>
                <p:cNvPicPr/>
                <p:nvPr/>
              </p:nvPicPr>
              <p:blipFill>
                <a:blip r:embed="rId55"/>
                <a:stretch>
                  <a:fillRect/>
                </a:stretch>
              </p:blipFill>
              <p:spPr>
                <a:xfrm>
                  <a:off x="9398625" y="208095"/>
                  <a:ext cx="1213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5" name="Ink 44">
                  <a:extLst>
                    <a:ext uri="{FF2B5EF4-FFF2-40B4-BE49-F238E27FC236}">
                      <a16:creationId xmlns:a16="http://schemas.microsoft.com/office/drawing/2014/main" id="{E1967B45-ED70-2FCB-8D3E-F8DB59DD1F6E}"/>
                    </a:ext>
                  </a:extLst>
                </p14:cNvPr>
                <p14:cNvContentPartPr/>
                <p14:nvPr/>
              </p14:nvContentPartPr>
              <p14:xfrm>
                <a:off x="9634065" y="174255"/>
                <a:ext cx="78120" cy="89640"/>
              </p14:xfrm>
            </p:contentPart>
          </mc:Choice>
          <mc:Fallback xmlns="">
            <p:pic>
              <p:nvPicPr>
                <p:cNvPr id="45" name="Ink 44">
                  <a:extLst>
                    <a:ext uri="{FF2B5EF4-FFF2-40B4-BE49-F238E27FC236}">
                      <a16:creationId xmlns:a16="http://schemas.microsoft.com/office/drawing/2014/main" id="{E1967B45-ED70-2FCB-8D3E-F8DB59DD1F6E}"/>
                    </a:ext>
                  </a:extLst>
                </p:cNvPr>
                <p:cNvPicPr/>
                <p:nvPr/>
              </p:nvPicPr>
              <p:blipFill>
                <a:blip r:embed="rId57"/>
                <a:stretch>
                  <a:fillRect/>
                </a:stretch>
              </p:blipFill>
              <p:spPr>
                <a:xfrm>
                  <a:off x="9627945" y="168135"/>
                  <a:ext cx="903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2B885CB2-A037-CA28-DB9F-F0727A9E3A42}"/>
                    </a:ext>
                  </a:extLst>
                </p14:cNvPr>
                <p14:cNvContentPartPr/>
                <p14:nvPr/>
              </p14:nvContentPartPr>
              <p14:xfrm>
                <a:off x="9608865" y="201615"/>
                <a:ext cx="242640" cy="314280"/>
              </p14:xfrm>
            </p:contentPart>
          </mc:Choice>
          <mc:Fallback xmlns="">
            <p:pic>
              <p:nvPicPr>
                <p:cNvPr id="46" name="Ink 45">
                  <a:extLst>
                    <a:ext uri="{FF2B5EF4-FFF2-40B4-BE49-F238E27FC236}">
                      <a16:creationId xmlns:a16="http://schemas.microsoft.com/office/drawing/2014/main" id="{2B885CB2-A037-CA28-DB9F-F0727A9E3A42}"/>
                    </a:ext>
                  </a:extLst>
                </p:cNvPr>
                <p:cNvPicPr/>
                <p:nvPr/>
              </p:nvPicPr>
              <p:blipFill>
                <a:blip r:embed="rId59"/>
                <a:stretch>
                  <a:fillRect/>
                </a:stretch>
              </p:blipFill>
              <p:spPr>
                <a:xfrm>
                  <a:off x="9602745" y="195495"/>
                  <a:ext cx="25488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6A36749A-7713-E8F0-A6FE-E8957C2A225E}"/>
                    </a:ext>
                  </a:extLst>
                </p14:cNvPr>
                <p14:cNvContentPartPr/>
                <p14:nvPr/>
              </p14:nvContentPartPr>
              <p14:xfrm>
                <a:off x="9800025" y="393135"/>
                <a:ext cx="102240" cy="45360"/>
              </p14:xfrm>
            </p:contentPart>
          </mc:Choice>
          <mc:Fallback xmlns="">
            <p:pic>
              <p:nvPicPr>
                <p:cNvPr id="47" name="Ink 46">
                  <a:extLst>
                    <a:ext uri="{FF2B5EF4-FFF2-40B4-BE49-F238E27FC236}">
                      <a16:creationId xmlns:a16="http://schemas.microsoft.com/office/drawing/2014/main" id="{6A36749A-7713-E8F0-A6FE-E8957C2A225E}"/>
                    </a:ext>
                  </a:extLst>
                </p:cNvPr>
                <p:cNvPicPr/>
                <p:nvPr/>
              </p:nvPicPr>
              <p:blipFill>
                <a:blip r:embed="rId61"/>
                <a:stretch>
                  <a:fillRect/>
                </a:stretch>
              </p:blipFill>
              <p:spPr>
                <a:xfrm>
                  <a:off x="9793905" y="387015"/>
                  <a:ext cx="11448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E1EDA358-4EC5-1F29-F461-8C7F04CC0C64}"/>
                    </a:ext>
                  </a:extLst>
                </p14:cNvPr>
                <p14:cNvContentPartPr/>
                <p14:nvPr/>
              </p14:nvContentPartPr>
              <p14:xfrm>
                <a:off x="9834225" y="115215"/>
                <a:ext cx="253080" cy="407880"/>
              </p14:xfrm>
            </p:contentPart>
          </mc:Choice>
          <mc:Fallback xmlns="">
            <p:pic>
              <p:nvPicPr>
                <p:cNvPr id="48" name="Ink 47">
                  <a:extLst>
                    <a:ext uri="{FF2B5EF4-FFF2-40B4-BE49-F238E27FC236}">
                      <a16:creationId xmlns:a16="http://schemas.microsoft.com/office/drawing/2014/main" id="{E1EDA358-4EC5-1F29-F461-8C7F04CC0C64}"/>
                    </a:ext>
                  </a:extLst>
                </p:cNvPr>
                <p:cNvPicPr/>
                <p:nvPr/>
              </p:nvPicPr>
              <p:blipFill>
                <a:blip r:embed="rId63"/>
                <a:stretch>
                  <a:fillRect/>
                </a:stretch>
              </p:blipFill>
              <p:spPr>
                <a:xfrm>
                  <a:off x="9828105" y="109095"/>
                  <a:ext cx="265320" cy="4201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FF64C052-DBBF-F86C-C63C-597833E29C92}"/>
                    </a:ext>
                  </a:extLst>
                </p14:cNvPr>
                <p14:cNvContentPartPr/>
                <p14:nvPr/>
              </p14:nvContentPartPr>
              <p14:xfrm>
                <a:off x="8920185" y="37815"/>
                <a:ext cx="344880" cy="632160"/>
              </p14:xfrm>
            </p:contentPart>
          </mc:Choice>
          <mc:Fallback xmlns="">
            <p:pic>
              <p:nvPicPr>
                <p:cNvPr id="49" name="Ink 48">
                  <a:extLst>
                    <a:ext uri="{FF2B5EF4-FFF2-40B4-BE49-F238E27FC236}">
                      <a16:creationId xmlns:a16="http://schemas.microsoft.com/office/drawing/2014/main" id="{FF64C052-DBBF-F86C-C63C-597833E29C92}"/>
                    </a:ext>
                  </a:extLst>
                </p:cNvPr>
                <p:cNvPicPr/>
                <p:nvPr/>
              </p:nvPicPr>
              <p:blipFill>
                <a:blip r:embed="rId65"/>
                <a:stretch>
                  <a:fillRect/>
                </a:stretch>
              </p:blipFill>
              <p:spPr>
                <a:xfrm>
                  <a:off x="8914065" y="31695"/>
                  <a:ext cx="357120" cy="644400"/>
                </a:xfrm>
                <a:prstGeom prst="rect">
                  <a:avLst/>
                </a:prstGeom>
              </p:spPr>
            </p:pic>
          </mc:Fallback>
        </mc:AlternateContent>
      </p:grpSp>
      <p:grpSp>
        <p:nvGrpSpPr>
          <p:cNvPr id="80" name="Group 79">
            <a:extLst>
              <a:ext uri="{FF2B5EF4-FFF2-40B4-BE49-F238E27FC236}">
                <a16:creationId xmlns:a16="http://schemas.microsoft.com/office/drawing/2014/main" id="{3BDA0F9B-788B-7BB2-3EF1-546E5490DE48}"/>
              </a:ext>
            </a:extLst>
          </p:cNvPr>
          <p:cNvGrpSpPr/>
          <p:nvPr/>
        </p:nvGrpSpPr>
        <p:grpSpPr>
          <a:xfrm>
            <a:off x="10196385" y="36015"/>
            <a:ext cx="1802520" cy="778680"/>
            <a:chOff x="10196385" y="36015"/>
            <a:chExt cx="1802520" cy="778680"/>
          </a:xfrm>
        </p:grpSpPr>
        <mc:AlternateContent xmlns:mc="http://schemas.openxmlformats.org/markup-compatibility/2006" xmlns:p14="http://schemas.microsoft.com/office/powerpoint/2010/main">
          <mc:Choice Requires="p14">
            <p:contentPart p14:bwMode="auto" r:id="rId66">
              <p14:nvContentPartPr>
                <p14:cNvPr id="62" name="Ink 61">
                  <a:extLst>
                    <a:ext uri="{FF2B5EF4-FFF2-40B4-BE49-F238E27FC236}">
                      <a16:creationId xmlns:a16="http://schemas.microsoft.com/office/drawing/2014/main" id="{0140C3B1-615D-5799-77D1-8991EA68CEFB}"/>
                    </a:ext>
                  </a:extLst>
                </p14:cNvPr>
                <p14:cNvContentPartPr/>
                <p14:nvPr/>
              </p14:nvContentPartPr>
              <p14:xfrm>
                <a:off x="10196385" y="36015"/>
                <a:ext cx="214200" cy="633960"/>
              </p14:xfrm>
            </p:contentPart>
          </mc:Choice>
          <mc:Fallback xmlns="">
            <p:pic>
              <p:nvPicPr>
                <p:cNvPr id="62" name="Ink 61">
                  <a:extLst>
                    <a:ext uri="{FF2B5EF4-FFF2-40B4-BE49-F238E27FC236}">
                      <a16:creationId xmlns:a16="http://schemas.microsoft.com/office/drawing/2014/main" id="{0140C3B1-615D-5799-77D1-8991EA68CEFB}"/>
                    </a:ext>
                  </a:extLst>
                </p:cNvPr>
                <p:cNvPicPr/>
                <p:nvPr/>
              </p:nvPicPr>
              <p:blipFill>
                <a:blip r:embed="rId67"/>
                <a:stretch>
                  <a:fillRect/>
                </a:stretch>
              </p:blipFill>
              <p:spPr>
                <a:xfrm>
                  <a:off x="10190265" y="29895"/>
                  <a:ext cx="226440" cy="646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3" name="Ink 62">
                  <a:extLst>
                    <a:ext uri="{FF2B5EF4-FFF2-40B4-BE49-F238E27FC236}">
                      <a16:creationId xmlns:a16="http://schemas.microsoft.com/office/drawing/2014/main" id="{D91B2B12-708E-4D63-830B-D6A62089403A}"/>
                    </a:ext>
                  </a:extLst>
                </p14:cNvPr>
                <p14:cNvContentPartPr/>
                <p14:nvPr/>
              </p14:nvContentPartPr>
              <p14:xfrm>
                <a:off x="10477905" y="174975"/>
                <a:ext cx="289440" cy="390240"/>
              </p14:xfrm>
            </p:contentPart>
          </mc:Choice>
          <mc:Fallback xmlns="">
            <p:pic>
              <p:nvPicPr>
                <p:cNvPr id="63" name="Ink 62">
                  <a:extLst>
                    <a:ext uri="{FF2B5EF4-FFF2-40B4-BE49-F238E27FC236}">
                      <a16:creationId xmlns:a16="http://schemas.microsoft.com/office/drawing/2014/main" id="{D91B2B12-708E-4D63-830B-D6A62089403A}"/>
                    </a:ext>
                  </a:extLst>
                </p:cNvPr>
                <p:cNvPicPr/>
                <p:nvPr/>
              </p:nvPicPr>
              <p:blipFill>
                <a:blip r:embed="rId69"/>
                <a:stretch>
                  <a:fillRect/>
                </a:stretch>
              </p:blipFill>
              <p:spPr>
                <a:xfrm>
                  <a:off x="10471785" y="168855"/>
                  <a:ext cx="30168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4" name="Ink 63">
                  <a:extLst>
                    <a:ext uri="{FF2B5EF4-FFF2-40B4-BE49-F238E27FC236}">
                      <a16:creationId xmlns:a16="http://schemas.microsoft.com/office/drawing/2014/main" id="{7D19675E-D3F5-0570-A07D-BDEAF4B811A1}"/>
                    </a:ext>
                  </a:extLst>
                </p14:cNvPr>
                <p14:cNvContentPartPr/>
                <p14:nvPr/>
              </p14:nvContentPartPr>
              <p14:xfrm>
                <a:off x="10907385" y="364335"/>
                <a:ext cx="183600" cy="131040"/>
              </p14:xfrm>
            </p:contentPart>
          </mc:Choice>
          <mc:Fallback xmlns="">
            <p:pic>
              <p:nvPicPr>
                <p:cNvPr id="64" name="Ink 63">
                  <a:extLst>
                    <a:ext uri="{FF2B5EF4-FFF2-40B4-BE49-F238E27FC236}">
                      <a16:creationId xmlns:a16="http://schemas.microsoft.com/office/drawing/2014/main" id="{7D19675E-D3F5-0570-A07D-BDEAF4B811A1}"/>
                    </a:ext>
                  </a:extLst>
                </p:cNvPr>
                <p:cNvPicPr/>
                <p:nvPr/>
              </p:nvPicPr>
              <p:blipFill>
                <a:blip r:embed="rId71"/>
                <a:stretch>
                  <a:fillRect/>
                </a:stretch>
              </p:blipFill>
              <p:spPr>
                <a:xfrm>
                  <a:off x="10901265" y="358215"/>
                  <a:ext cx="19584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5" name="Ink 64">
                  <a:extLst>
                    <a:ext uri="{FF2B5EF4-FFF2-40B4-BE49-F238E27FC236}">
                      <a16:creationId xmlns:a16="http://schemas.microsoft.com/office/drawing/2014/main" id="{1FFBF55E-BE70-C0F9-67F6-362395698838}"/>
                    </a:ext>
                  </a:extLst>
                </p14:cNvPr>
                <p14:cNvContentPartPr/>
                <p14:nvPr/>
              </p14:nvContentPartPr>
              <p14:xfrm>
                <a:off x="11241465" y="322215"/>
                <a:ext cx="72000" cy="193680"/>
              </p14:xfrm>
            </p:contentPart>
          </mc:Choice>
          <mc:Fallback xmlns="">
            <p:pic>
              <p:nvPicPr>
                <p:cNvPr id="65" name="Ink 64">
                  <a:extLst>
                    <a:ext uri="{FF2B5EF4-FFF2-40B4-BE49-F238E27FC236}">
                      <a16:creationId xmlns:a16="http://schemas.microsoft.com/office/drawing/2014/main" id="{1FFBF55E-BE70-C0F9-67F6-362395698838}"/>
                    </a:ext>
                  </a:extLst>
                </p:cNvPr>
                <p:cNvPicPr/>
                <p:nvPr/>
              </p:nvPicPr>
              <p:blipFill>
                <a:blip r:embed="rId73"/>
                <a:stretch>
                  <a:fillRect/>
                </a:stretch>
              </p:blipFill>
              <p:spPr>
                <a:xfrm>
                  <a:off x="11235345" y="316095"/>
                  <a:ext cx="8424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6" name="Ink 65">
                  <a:extLst>
                    <a:ext uri="{FF2B5EF4-FFF2-40B4-BE49-F238E27FC236}">
                      <a16:creationId xmlns:a16="http://schemas.microsoft.com/office/drawing/2014/main" id="{53EC4785-67DD-0D19-9DA8-3B4C157E49F7}"/>
                    </a:ext>
                  </a:extLst>
                </p14:cNvPr>
                <p14:cNvContentPartPr/>
                <p14:nvPr/>
              </p14:nvContentPartPr>
              <p14:xfrm>
                <a:off x="11319945" y="265695"/>
                <a:ext cx="105480" cy="339840"/>
              </p14:xfrm>
            </p:contentPart>
          </mc:Choice>
          <mc:Fallback xmlns="">
            <p:pic>
              <p:nvPicPr>
                <p:cNvPr id="66" name="Ink 65">
                  <a:extLst>
                    <a:ext uri="{FF2B5EF4-FFF2-40B4-BE49-F238E27FC236}">
                      <a16:creationId xmlns:a16="http://schemas.microsoft.com/office/drawing/2014/main" id="{53EC4785-67DD-0D19-9DA8-3B4C157E49F7}"/>
                    </a:ext>
                  </a:extLst>
                </p:cNvPr>
                <p:cNvPicPr/>
                <p:nvPr/>
              </p:nvPicPr>
              <p:blipFill>
                <a:blip r:embed="rId75"/>
                <a:stretch>
                  <a:fillRect/>
                </a:stretch>
              </p:blipFill>
              <p:spPr>
                <a:xfrm>
                  <a:off x="11313825" y="259575"/>
                  <a:ext cx="1177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7" name="Ink 66">
                  <a:extLst>
                    <a:ext uri="{FF2B5EF4-FFF2-40B4-BE49-F238E27FC236}">
                      <a16:creationId xmlns:a16="http://schemas.microsoft.com/office/drawing/2014/main" id="{FF34CC8D-9547-0AD1-710C-7DA43F822209}"/>
                    </a:ext>
                  </a:extLst>
                </p14:cNvPr>
                <p14:cNvContentPartPr/>
                <p14:nvPr/>
              </p14:nvContentPartPr>
              <p14:xfrm>
                <a:off x="11573745" y="393135"/>
                <a:ext cx="20880" cy="16920"/>
              </p14:xfrm>
            </p:contentPart>
          </mc:Choice>
          <mc:Fallback xmlns="">
            <p:pic>
              <p:nvPicPr>
                <p:cNvPr id="67" name="Ink 66">
                  <a:extLst>
                    <a:ext uri="{FF2B5EF4-FFF2-40B4-BE49-F238E27FC236}">
                      <a16:creationId xmlns:a16="http://schemas.microsoft.com/office/drawing/2014/main" id="{FF34CC8D-9547-0AD1-710C-7DA43F822209}"/>
                    </a:ext>
                  </a:extLst>
                </p:cNvPr>
                <p:cNvPicPr/>
                <p:nvPr/>
              </p:nvPicPr>
              <p:blipFill>
                <a:blip r:embed="rId77"/>
                <a:stretch>
                  <a:fillRect/>
                </a:stretch>
              </p:blipFill>
              <p:spPr>
                <a:xfrm>
                  <a:off x="11567625" y="387015"/>
                  <a:ext cx="331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4" name="Ink 73">
                  <a:extLst>
                    <a:ext uri="{FF2B5EF4-FFF2-40B4-BE49-F238E27FC236}">
                      <a16:creationId xmlns:a16="http://schemas.microsoft.com/office/drawing/2014/main" id="{768E47C6-B3A3-8529-2B02-5E1E0561FAC6}"/>
                    </a:ext>
                  </a:extLst>
                </p14:cNvPr>
                <p14:cNvContentPartPr/>
                <p14:nvPr/>
              </p14:nvContentPartPr>
              <p14:xfrm>
                <a:off x="11389785" y="471975"/>
                <a:ext cx="71280" cy="121320"/>
              </p14:xfrm>
            </p:contentPart>
          </mc:Choice>
          <mc:Fallback xmlns="">
            <p:pic>
              <p:nvPicPr>
                <p:cNvPr id="74" name="Ink 73">
                  <a:extLst>
                    <a:ext uri="{FF2B5EF4-FFF2-40B4-BE49-F238E27FC236}">
                      <a16:creationId xmlns:a16="http://schemas.microsoft.com/office/drawing/2014/main" id="{768E47C6-B3A3-8529-2B02-5E1E0561FAC6}"/>
                    </a:ext>
                  </a:extLst>
                </p:cNvPr>
                <p:cNvPicPr/>
                <p:nvPr/>
              </p:nvPicPr>
              <p:blipFill>
                <a:blip r:embed="rId79"/>
                <a:stretch>
                  <a:fillRect/>
                </a:stretch>
              </p:blipFill>
              <p:spPr>
                <a:xfrm>
                  <a:off x="11383665" y="465855"/>
                  <a:ext cx="8352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5" name="Ink 74">
                  <a:extLst>
                    <a:ext uri="{FF2B5EF4-FFF2-40B4-BE49-F238E27FC236}">
                      <a16:creationId xmlns:a16="http://schemas.microsoft.com/office/drawing/2014/main" id="{FBAC6D89-9A6E-77CC-62C1-FC8406F4408F}"/>
                    </a:ext>
                  </a:extLst>
                </p14:cNvPr>
                <p14:cNvContentPartPr/>
                <p14:nvPr/>
              </p14:nvContentPartPr>
              <p14:xfrm>
                <a:off x="11498505" y="337695"/>
                <a:ext cx="41400" cy="5400"/>
              </p14:xfrm>
            </p:contentPart>
          </mc:Choice>
          <mc:Fallback xmlns="">
            <p:pic>
              <p:nvPicPr>
                <p:cNvPr id="75" name="Ink 74">
                  <a:extLst>
                    <a:ext uri="{FF2B5EF4-FFF2-40B4-BE49-F238E27FC236}">
                      <a16:creationId xmlns:a16="http://schemas.microsoft.com/office/drawing/2014/main" id="{FBAC6D89-9A6E-77CC-62C1-FC8406F4408F}"/>
                    </a:ext>
                  </a:extLst>
                </p:cNvPr>
                <p:cNvPicPr/>
                <p:nvPr/>
              </p:nvPicPr>
              <p:blipFill>
                <a:blip r:embed="rId81"/>
                <a:stretch>
                  <a:fillRect/>
                </a:stretch>
              </p:blipFill>
              <p:spPr>
                <a:xfrm>
                  <a:off x="11492385" y="331575"/>
                  <a:ext cx="536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6" name="Ink 75">
                  <a:extLst>
                    <a:ext uri="{FF2B5EF4-FFF2-40B4-BE49-F238E27FC236}">
                      <a16:creationId xmlns:a16="http://schemas.microsoft.com/office/drawing/2014/main" id="{37F36ED5-D5B7-8748-B87E-FECB12EDDF4E}"/>
                    </a:ext>
                  </a:extLst>
                </p14:cNvPr>
                <p14:cNvContentPartPr/>
                <p14:nvPr/>
              </p14:nvContentPartPr>
              <p14:xfrm>
                <a:off x="11522265" y="432375"/>
                <a:ext cx="83520" cy="162720"/>
              </p14:xfrm>
            </p:contentPart>
          </mc:Choice>
          <mc:Fallback xmlns="">
            <p:pic>
              <p:nvPicPr>
                <p:cNvPr id="76" name="Ink 75">
                  <a:extLst>
                    <a:ext uri="{FF2B5EF4-FFF2-40B4-BE49-F238E27FC236}">
                      <a16:creationId xmlns:a16="http://schemas.microsoft.com/office/drawing/2014/main" id="{37F36ED5-D5B7-8748-B87E-FECB12EDDF4E}"/>
                    </a:ext>
                  </a:extLst>
                </p:cNvPr>
                <p:cNvPicPr/>
                <p:nvPr/>
              </p:nvPicPr>
              <p:blipFill>
                <a:blip r:embed="rId83"/>
                <a:stretch>
                  <a:fillRect/>
                </a:stretch>
              </p:blipFill>
              <p:spPr>
                <a:xfrm>
                  <a:off x="11516145" y="426255"/>
                  <a:ext cx="957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7" name="Ink 76">
                  <a:extLst>
                    <a:ext uri="{FF2B5EF4-FFF2-40B4-BE49-F238E27FC236}">
                      <a16:creationId xmlns:a16="http://schemas.microsoft.com/office/drawing/2014/main" id="{33B11CF8-E2A8-CD95-5B29-61638AE64E4E}"/>
                    </a:ext>
                  </a:extLst>
                </p14:cNvPr>
                <p14:cNvContentPartPr/>
                <p14:nvPr/>
              </p14:nvContentPartPr>
              <p14:xfrm>
                <a:off x="11645745" y="296295"/>
                <a:ext cx="3960" cy="4320"/>
              </p14:xfrm>
            </p:contentPart>
          </mc:Choice>
          <mc:Fallback xmlns="">
            <p:pic>
              <p:nvPicPr>
                <p:cNvPr id="77" name="Ink 76">
                  <a:extLst>
                    <a:ext uri="{FF2B5EF4-FFF2-40B4-BE49-F238E27FC236}">
                      <a16:creationId xmlns:a16="http://schemas.microsoft.com/office/drawing/2014/main" id="{33B11CF8-E2A8-CD95-5B29-61638AE64E4E}"/>
                    </a:ext>
                  </a:extLst>
                </p:cNvPr>
                <p:cNvPicPr/>
                <p:nvPr/>
              </p:nvPicPr>
              <p:blipFill>
                <a:blip r:embed="rId85"/>
                <a:stretch>
                  <a:fillRect/>
                </a:stretch>
              </p:blipFill>
              <p:spPr>
                <a:xfrm>
                  <a:off x="11639625" y="290175"/>
                  <a:ext cx="1620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8" name="Ink 77">
                  <a:extLst>
                    <a:ext uri="{FF2B5EF4-FFF2-40B4-BE49-F238E27FC236}">
                      <a16:creationId xmlns:a16="http://schemas.microsoft.com/office/drawing/2014/main" id="{FB924AEC-F715-C643-947C-55619200AE90}"/>
                    </a:ext>
                  </a:extLst>
                </p14:cNvPr>
                <p14:cNvContentPartPr/>
                <p14:nvPr/>
              </p14:nvContentPartPr>
              <p14:xfrm>
                <a:off x="11685705" y="443175"/>
                <a:ext cx="172080" cy="128160"/>
              </p14:xfrm>
            </p:contentPart>
          </mc:Choice>
          <mc:Fallback xmlns="">
            <p:pic>
              <p:nvPicPr>
                <p:cNvPr id="78" name="Ink 77">
                  <a:extLst>
                    <a:ext uri="{FF2B5EF4-FFF2-40B4-BE49-F238E27FC236}">
                      <a16:creationId xmlns:a16="http://schemas.microsoft.com/office/drawing/2014/main" id="{FB924AEC-F715-C643-947C-55619200AE90}"/>
                    </a:ext>
                  </a:extLst>
                </p:cNvPr>
                <p:cNvPicPr/>
                <p:nvPr/>
              </p:nvPicPr>
              <p:blipFill>
                <a:blip r:embed="rId87"/>
                <a:stretch>
                  <a:fillRect/>
                </a:stretch>
              </p:blipFill>
              <p:spPr>
                <a:xfrm>
                  <a:off x="11679585" y="437055"/>
                  <a:ext cx="1843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9" name="Ink 78">
                  <a:extLst>
                    <a:ext uri="{FF2B5EF4-FFF2-40B4-BE49-F238E27FC236}">
                      <a16:creationId xmlns:a16="http://schemas.microsoft.com/office/drawing/2014/main" id="{5C2EEC96-D0AE-BA10-0230-EC15C8E6C25A}"/>
                    </a:ext>
                  </a:extLst>
                </p14:cNvPr>
                <p14:cNvContentPartPr/>
                <p14:nvPr/>
              </p14:nvContentPartPr>
              <p14:xfrm>
                <a:off x="11683545" y="233655"/>
                <a:ext cx="315360" cy="581040"/>
              </p14:xfrm>
            </p:contentPart>
          </mc:Choice>
          <mc:Fallback xmlns="">
            <p:pic>
              <p:nvPicPr>
                <p:cNvPr id="79" name="Ink 78">
                  <a:extLst>
                    <a:ext uri="{FF2B5EF4-FFF2-40B4-BE49-F238E27FC236}">
                      <a16:creationId xmlns:a16="http://schemas.microsoft.com/office/drawing/2014/main" id="{5C2EEC96-D0AE-BA10-0230-EC15C8E6C25A}"/>
                    </a:ext>
                  </a:extLst>
                </p:cNvPr>
                <p:cNvPicPr/>
                <p:nvPr/>
              </p:nvPicPr>
              <p:blipFill>
                <a:blip r:embed="rId89"/>
                <a:stretch>
                  <a:fillRect/>
                </a:stretch>
              </p:blipFill>
              <p:spPr>
                <a:xfrm>
                  <a:off x="11677425" y="227535"/>
                  <a:ext cx="327600" cy="593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0">
            <p14:nvContentPartPr>
              <p14:cNvPr id="98" name="Ink 97">
                <a:extLst>
                  <a:ext uri="{FF2B5EF4-FFF2-40B4-BE49-F238E27FC236}">
                    <a16:creationId xmlns:a16="http://schemas.microsoft.com/office/drawing/2014/main" id="{3028251C-9A10-3D0A-C351-8B68746AF702}"/>
                  </a:ext>
                </a:extLst>
              </p14:cNvPr>
              <p14:cNvContentPartPr/>
              <p14:nvPr/>
            </p14:nvContentPartPr>
            <p14:xfrm>
              <a:off x="10518225" y="807135"/>
              <a:ext cx="1299240" cy="56520"/>
            </p14:xfrm>
          </p:contentPart>
        </mc:Choice>
        <mc:Fallback xmlns="">
          <p:pic>
            <p:nvPicPr>
              <p:cNvPr id="98" name="Ink 97">
                <a:extLst>
                  <a:ext uri="{FF2B5EF4-FFF2-40B4-BE49-F238E27FC236}">
                    <a16:creationId xmlns:a16="http://schemas.microsoft.com/office/drawing/2014/main" id="{3028251C-9A10-3D0A-C351-8B68746AF702}"/>
                  </a:ext>
                </a:extLst>
              </p:cNvPr>
              <p:cNvPicPr/>
              <p:nvPr/>
            </p:nvPicPr>
            <p:blipFill>
              <a:blip r:embed="rId91"/>
              <a:stretch>
                <a:fillRect/>
              </a:stretch>
            </p:blipFill>
            <p:spPr>
              <a:xfrm>
                <a:off x="10512105" y="801015"/>
                <a:ext cx="13114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20" name="Ink 119">
                <a:extLst>
                  <a:ext uri="{FF2B5EF4-FFF2-40B4-BE49-F238E27FC236}">
                    <a16:creationId xmlns:a16="http://schemas.microsoft.com/office/drawing/2014/main" id="{97F04E76-E28E-5B3E-A10E-892A0B8580AA}"/>
                  </a:ext>
                </a:extLst>
              </p14:cNvPr>
              <p14:cNvContentPartPr/>
              <p14:nvPr/>
            </p14:nvContentPartPr>
            <p14:xfrm>
              <a:off x="10680585" y="757815"/>
              <a:ext cx="937080" cy="70920"/>
            </p14:xfrm>
          </p:contentPart>
        </mc:Choice>
        <mc:Fallback xmlns="">
          <p:pic>
            <p:nvPicPr>
              <p:cNvPr id="120" name="Ink 119">
                <a:extLst>
                  <a:ext uri="{FF2B5EF4-FFF2-40B4-BE49-F238E27FC236}">
                    <a16:creationId xmlns:a16="http://schemas.microsoft.com/office/drawing/2014/main" id="{97F04E76-E28E-5B3E-A10E-892A0B8580AA}"/>
                  </a:ext>
                </a:extLst>
              </p:cNvPr>
              <p:cNvPicPr/>
              <p:nvPr/>
            </p:nvPicPr>
            <p:blipFill>
              <a:blip r:embed="rId93"/>
              <a:stretch>
                <a:fillRect/>
              </a:stretch>
            </p:blipFill>
            <p:spPr>
              <a:xfrm>
                <a:off x="10674465" y="751695"/>
                <a:ext cx="949320" cy="83160"/>
              </a:xfrm>
              <a:prstGeom prst="rect">
                <a:avLst/>
              </a:prstGeom>
            </p:spPr>
          </p:pic>
        </mc:Fallback>
      </mc:AlternateContent>
      <p:grpSp>
        <p:nvGrpSpPr>
          <p:cNvPr id="126" name="Group 125">
            <a:extLst>
              <a:ext uri="{FF2B5EF4-FFF2-40B4-BE49-F238E27FC236}">
                <a16:creationId xmlns:a16="http://schemas.microsoft.com/office/drawing/2014/main" id="{C3F43087-A01C-6846-D4CB-899DDDF5A71F}"/>
              </a:ext>
            </a:extLst>
          </p:cNvPr>
          <p:cNvGrpSpPr/>
          <p:nvPr/>
        </p:nvGrpSpPr>
        <p:grpSpPr>
          <a:xfrm>
            <a:off x="3285105" y="1241655"/>
            <a:ext cx="8798760" cy="3505680"/>
            <a:chOff x="3285105" y="1241655"/>
            <a:chExt cx="8798760" cy="3505680"/>
          </a:xfrm>
        </p:grpSpPr>
        <mc:AlternateContent xmlns:mc="http://schemas.openxmlformats.org/markup-compatibility/2006" xmlns:p14="http://schemas.microsoft.com/office/powerpoint/2010/main">
          <mc:Choice Requires="p14">
            <p:contentPart p14:bwMode="auto" r:id="rId94">
              <p14:nvContentPartPr>
                <p14:cNvPr id="37" name="Ink 36">
                  <a:extLst>
                    <a:ext uri="{FF2B5EF4-FFF2-40B4-BE49-F238E27FC236}">
                      <a16:creationId xmlns:a16="http://schemas.microsoft.com/office/drawing/2014/main" id="{0B6BAE70-59DF-1268-EAF4-6ADBE8B41185}"/>
                    </a:ext>
                  </a:extLst>
                </p14:cNvPr>
                <p14:cNvContentPartPr/>
                <p14:nvPr/>
              </p14:nvContentPartPr>
              <p14:xfrm>
                <a:off x="7205145" y="1733055"/>
                <a:ext cx="293760" cy="243720"/>
              </p14:xfrm>
            </p:contentPart>
          </mc:Choice>
          <mc:Fallback xmlns="">
            <p:pic>
              <p:nvPicPr>
                <p:cNvPr id="37" name="Ink 36">
                  <a:extLst>
                    <a:ext uri="{FF2B5EF4-FFF2-40B4-BE49-F238E27FC236}">
                      <a16:creationId xmlns:a16="http://schemas.microsoft.com/office/drawing/2014/main" id="{0B6BAE70-59DF-1268-EAF4-6ADBE8B41185}"/>
                    </a:ext>
                  </a:extLst>
                </p:cNvPr>
                <p:cNvPicPr/>
                <p:nvPr/>
              </p:nvPicPr>
              <p:blipFill>
                <a:blip r:embed="rId95"/>
                <a:stretch>
                  <a:fillRect/>
                </a:stretch>
              </p:blipFill>
              <p:spPr>
                <a:xfrm>
                  <a:off x="7199025" y="1726935"/>
                  <a:ext cx="30600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38" name="Ink 37">
                  <a:extLst>
                    <a:ext uri="{FF2B5EF4-FFF2-40B4-BE49-F238E27FC236}">
                      <a16:creationId xmlns:a16="http://schemas.microsoft.com/office/drawing/2014/main" id="{3E63D30F-C5A2-4362-3157-405DAD0A3FC9}"/>
                    </a:ext>
                  </a:extLst>
                </p14:cNvPr>
                <p14:cNvContentPartPr/>
                <p14:nvPr/>
              </p14:nvContentPartPr>
              <p14:xfrm>
                <a:off x="7733985" y="1605615"/>
                <a:ext cx="748440" cy="245880"/>
              </p14:xfrm>
            </p:contentPart>
          </mc:Choice>
          <mc:Fallback xmlns="">
            <p:pic>
              <p:nvPicPr>
                <p:cNvPr id="38" name="Ink 37">
                  <a:extLst>
                    <a:ext uri="{FF2B5EF4-FFF2-40B4-BE49-F238E27FC236}">
                      <a16:creationId xmlns:a16="http://schemas.microsoft.com/office/drawing/2014/main" id="{3E63D30F-C5A2-4362-3157-405DAD0A3FC9}"/>
                    </a:ext>
                  </a:extLst>
                </p:cNvPr>
                <p:cNvPicPr/>
                <p:nvPr/>
              </p:nvPicPr>
              <p:blipFill>
                <a:blip r:embed="rId97"/>
                <a:stretch>
                  <a:fillRect/>
                </a:stretch>
              </p:blipFill>
              <p:spPr>
                <a:xfrm>
                  <a:off x="7727865" y="1599495"/>
                  <a:ext cx="76068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9" name="Ink 38">
                  <a:extLst>
                    <a:ext uri="{FF2B5EF4-FFF2-40B4-BE49-F238E27FC236}">
                      <a16:creationId xmlns:a16="http://schemas.microsoft.com/office/drawing/2014/main" id="{E9F2E4E3-AC9D-01E2-8D05-9EF1D4D23C51}"/>
                    </a:ext>
                  </a:extLst>
                </p14:cNvPr>
                <p14:cNvContentPartPr/>
                <p14:nvPr/>
              </p14:nvContentPartPr>
              <p14:xfrm>
                <a:off x="8557305" y="1587615"/>
                <a:ext cx="613080" cy="511200"/>
              </p14:xfrm>
            </p:contentPart>
          </mc:Choice>
          <mc:Fallback xmlns="">
            <p:pic>
              <p:nvPicPr>
                <p:cNvPr id="39" name="Ink 38">
                  <a:extLst>
                    <a:ext uri="{FF2B5EF4-FFF2-40B4-BE49-F238E27FC236}">
                      <a16:creationId xmlns:a16="http://schemas.microsoft.com/office/drawing/2014/main" id="{E9F2E4E3-AC9D-01E2-8D05-9EF1D4D23C51}"/>
                    </a:ext>
                  </a:extLst>
                </p:cNvPr>
                <p:cNvPicPr/>
                <p:nvPr/>
              </p:nvPicPr>
              <p:blipFill>
                <a:blip r:embed="rId99"/>
                <a:stretch>
                  <a:fillRect/>
                </a:stretch>
              </p:blipFill>
              <p:spPr>
                <a:xfrm>
                  <a:off x="8551185" y="1581495"/>
                  <a:ext cx="62532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40" name="Ink 39">
                  <a:extLst>
                    <a:ext uri="{FF2B5EF4-FFF2-40B4-BE49-F238E27FC236}">
                      <a16:creationId xmlns:a16="http://schemas.microsoft.com/office/drawing/2014/main" id="{DC4EA16C-2F2C-79BE-5505-95CD7774BD89}"/>
                    </a:ext>
                  </a:extLst>
                </p14:cNvPr>
                <p14:cNvContentPartPr/>
                <p14:nvPr/>
              </p14:nvContentPartPr>
              <p14:xfrm>
                <a:off x="9410145" y="1604895"/>
                <a:ext cx="59760" cy="56880"/>
              </p14:xfrm>
            </p:contentPart>
          </mc:Choice>
          <mc:Fallback xmlns="">
            <p:pic>
              <p:nvPicPr>
                <p:cNvPr id="40" name="Ink 39">
                  <a:extLst>
                    <a:ext uri="{FF2B5EF4-FFF2-40B4-BE49-F238E27FC236}">
                      <a16:creationId xmlns:a16="http://schemas.microsoft.com/office/drawing/2014/main" id="{DC4EA16C-2F2C-79BE-5505-95CD7774BD89}"/>
                    </a:ext>
                  </a:extLst>
                </p:cNvPr>
                <p:cNvPicPr/>
                <p:nvPr/>
              </p:nvPicPr>
              <p:blipFill>
                <a:blip r:embed="rId101"/>
                <a:stretch>
                  <a:fillRect/>
                </a:stretch>
              </p:blipFill>
              <p:spPr>
                <a:xfrm>
                  <a:off x="9404025" y="1598775"/>
                  <a:ext cx="720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1" name="Ink 30">
                  <a:extLst>
                    <a:ext uri="{FF2B5EF4-FFF2-40B4-BE49-F238E27FC236}">
                      <a16:creationId xmlns:a16="http://schemas.microsoft.com/office/drawing/2014/main" id="{A2A126FB-F136-8075-0C73-07D78FC2DC6E}"/>
                    </a:ext>
                  </a:extLst>
                </p14:cNvPr>
                <p14:cNvContentPartPr/>
                <p14:nvPr/>
              </p14:nvContentPartPr>
              <p14:xfrm>
                <a:off x="3656265" y="1831335"/>
                <a:ext cx="415440" cy="470160"/>
              </p14:xfrm>
            </p:contentPart>
          </mc:Choice>
          <mc:Fallback xmlns="">
            <p:pic>
              <p:nvPicPr>
                <p:cNvPr id="31" name="Ink 30">
                  <a:extLst>
                    <a:ext uri="{FF2B5EF4-FFF2-40B4-BE49-F238E27FC236}">
                      <a16:creationId xmlns:a16="http://schemas.microsoft.com/office/drawing/2014/main" id="{A2A126FB-F136-8075-0C73-07D78FC2DC6E}"/>
                    </a:ext>
                  </a:extLst>
                </p:cNvPr>
                <p:cNvPicPr/>
                <p:nvPr/>
              </p:nvPicPr>
              <p:blipFill>
                <a:blip r:embed="rId103"/>
                <a:stretch>
                  <a:fillRect/>
                </a:stretch>
              </p:blipFill>
              <p:spPr>
                <a:xfrm>
                  <a:off x="3650145" y="1825215"/>
                  <a:ext cx="427680" cy="4824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2" name="Ink 31">
                  <a:extLst>
                    <a:ext uri="{FF2B5EF4-FFF2-40B4-BE49-F238E27FC236}">
                      <a16:creationId xmlns:a16="http://schemas.microsoft.com/office/drawing/2014/main" id="{FE2747A5-207E-7FC9-D160-2FAA1359D097}"/>
                    </a:ext>
                  </a:extLst>
                </p14:cNvPr>
                <p14:cNvContentPartPr/>
                <p14:nvPr/>
              </p14:nvContentPartPr>
              <p14:xfrm>
                <a:off x="4163505" y="1932855"/>
                <a:ext cx="345600" cy="214560"/>
              </p14:xfrm>
            </p:contentPart>
          </mc:Choice>
          <mc:Fallback xmlns="">
            <p:pic>
              <p:nvPicPr>
                <p:cNvPr id="32" name="Ink 31">
                  <a:extLst>
                    <a:ext uri="{FF2B5EF4-FFF2-40B4-BE49-F238E27FC236}">
                      <a16:creationId xmlns:a16="http://schemas.microsoft.com/office/drawing/2014/main" id="{FE2747A5-207E-7FC9-D160-2FAA1359D097}"/>
                    </a:ext>
                  </a:extLst>
                </p:cNvPr>
                <p:cNvPicPr/>
                <p:nvPr/>
              </p:nvPicPr>
              <p:blipFill>
                <a:blip r:embed="rId105"/>
                <a:stretch>
                  <a:fillRect/>
                </a:stretch>
              </p:blipFill>
              <p:spPr>
                <a:xfrm>
                  <a:off x="4157385" y="1926735"/>
                  <a:ext cx="3578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3" name="Ink 32">
                  <a:extLst>
                    <a:ext uri="{FF2B5EF4-FFF2-40B4-BE49-F238E27FC236}">
                      <a16:creationId xmlns:a16="http://schemas.microsoft.com/office/drawing/2014/main" id="{A9CCA91A-7B47-8E85-0A99-B326696C834E}"/>
                    </a:ext>
                  </a:extLst>
                </p14:cNvPr>
                <p14:cNvContentPartPr/>
                <p14:nvPr/>
              </p14:nvContentPartPr>
              <p14:xfrm>
                <a:off x="4593705" y="1887135"/>
                <a:ext cx="566280" cy="743400"/>
              </p14:xfrm>
            </p:contentPart>
          </mc:Choice>
          <mc:Fallback xmlns="">
            <p:pic>
              <p:nvPicPr>
                <p:cNvPr id="33" name="Ink 32">
                  <a:extLst>
                    <a:ext uri="{FF2B5EF4-FFF2-40B4-BE49-F238E27FC236}">
                      <a16:creationId xmlns:a16="http://schemas.microsoft.com/office/drawing/2014/main" id="{A9CCA91A-7B47-8E85-0A99-B326696C834E}"/>
                    </a:ext>
                  </a:extLst>
                </p:cNvPr>
                <p:cNvPicPr/>
                <p:nvPr/>
              </p:nvPicPr>
              <p:blipFill>
                <a:blip r:embed="rId107"/>
                <a:stretch>
                  <a:fillRect/>
                </a:stretch>
              </p:blipFill>
              <p:spPr>
                <a:xfrm>
                  <a:off x="4587585" y="1881015"/>
                  <a:ext cx="578520" cy="755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4" name="Ink 33">
                  <a:extLst>
                    <a:ext uri="{FF2B5EF4-FFF2-40B4-BE49-F238E27FC236}">
                      <a16:creationId xmlns:a16="http://schemas.microsoft.com/office/drawing/2014/main" id="{020C4606-9D93-A457-5BCF-0DE263703B80}"/>
                    </a:ext>
                  </a:extLst>
                </p14:cNvPr>
                <p14:cNvContentPartPr/>
                <p14:nvPr/>
              </p14:nvContentPartPr>
              <p14:xfrm>
                <a:off x="5598825" y="1830975"/>
                <a:ext cx="652680" cy="661680"/>
              </p14:xfrm>
            </p:contentPart>
          </mc:Choice>
          <mc:Fallback xmlns="">
            <p:pic>
              <p:nvPicPr>
                <p:cNvPr id="34" name="Ink 33">
                  <a:extLst>
                    <a:ext uri="{FF2B5EF4-FFF2-40B4-BE49-F238E27FC236}">
                      <a16:creationId xmlns:a16="http://schemas.microsoft.com/office/drawing/2014/main" id="{020C4606-9D93-A457-5BCF-0DE263703B80}"/>
                    </a:ext>
                  </a:extLst>
                </p:cNvPr>
                <p:cNvPicPr/>
                <p:nvPr/>
              </p:nvPicPr>
              <p:blipFill>
                <a:blip r:embed="rId109"/>
                <a:stretch>
                  <a:fillRect/>
                </a:stretch>
              </p:blipFill>
              <p:spPr>
                <a:xfrm>
                  <a:off x="5592705" y="1824855"/>
                  <a:ext cx="664920" cy="6739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5" name="Ink 34">
                  <a:extLst>
                    <a:ext uri="{FF2B5EF4-FFF2-40B4-BE49-F238E27FC236}">
                      <a16:creationId xmlns:a16="http://schemas.microsoft.com/office/drawing/2014/main" id="{90C1BD63-53EC-A368-C41E-4B6035BA24C8}"/>
                    </a:ext>
                  </a:extLst>
                </p14:cNvPr>
                <p14:cNvContentPartPr/>
                <p14:nvPr/>
              </p14:nvContentPartPr>
              <p14:xfrm>
                <a:off x="6348705" y="1832055"/>
                <a:ext cx="166320" cy="177480"/>
              </p14:xfrm>
            </p:contentPart>
          </mc:Choice>
          <mc:Fallback xmlns="">
            <p:pic>
              <p:nvPicPr>
                <p:cNvPr id="35" name="Ink 34">
                  <a:extLst>
                    <a:ext uri="{FF2B5EF4-FFF2-40B4-BE49-F238E27FC236}">
                      <a16:creationId xmlns:a16="http://schemas.microsoft.com/office/drawing/2014/main" id="{90C1BD63-53EC-A368-C41E-4B6035BA24C8}"/>
                    </a:ext>
                  </a:extLst>
                </p:cNvPr>
                <p:cNvPicPr/>
                <p:nvPr/>
              </p:nvPicPr>
              <p:blipFill>
                <a:blip r:embed="rId111"/>
                <a:stretch>
                  <a:fillRect/>
                </a:stretch>
              </p:blipFill>
              <p:spPr>
                <a:xfrm>
                  <a:off x="6342585" y="1825935"/>
                  <a:ext cx="1785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6" name="Ink 35">
                  <a:extLst>
                    <a:ext uri="{FF2B5EF4-FFF2-40B4-BE49-F238E27FC236}">
                      <a16:creationId xmlns:a16="http://schemas.microsoft.com/office/drawing/2014/main" id="{8EAAAA90-DDF6-0D89-9C79-56C1C38C5CA5}"/>
                    </a:ext>
                  </a:extLst>
                </p14:cNvPr>
                <p14:cNvContentPartPr/>
                <p14:nvPr/>
              </p14:nvContentPartPr>
              <p14:xfrm>
                <a:off x="6589905" y="1545135"/>
                <a:ext cx="237240" cy="473040"/>
              </p14:xfrm>
            </p:contentPart>
          </mc:Choice>
          <mc:Fallback xmlns="">
            <p:pic>
              <p:nvPicPr>
                <p:cNvPr id="36" name="Ink 35">
                  <a:extLst>
                    <a:ext uri="{FF2B5EF4-FFF2-40B4-BE49-F238E27FC236}">
                      <a16:creationId xmlns:a16="http://schemas.microsoft.com/office/drawing/2014/main" id="{8EAAAA90-DDF6-0D89-9C79-56C1C38C5CA5}"/>
                    </a:ext>
                  </a:extLst>
                </p:cNvPr>
                <p:cNvPicPr/>
                <p:nvPr/>
              </p:nvPicPr>
              <p:blipFill>
                <a:blip r:embed="rId113"/>
                <a:stretch>
                  <a:fillRect/>
                </a:stretch>
              </p:blipFill>
              <p:spPr>
                <a:xfrm>
                  <a:off x="6583785" y="1539015"/>
                  <a:ext cx="249480" cy="4852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1" name="Ink 50">
                  <a:extLst>
                    <a:ext uri="{FF2B5EF4-FFF2-40B4-BE49-F238E27FC236}">
                      <a16:creationId xmlns:a16="http://schemas.microsoft.com/office/drawing/2014/main" id="{86E10638-6552-2BB9-ABC5-BDB530FE4CD9}"/>
                    </a:ext>
                  </a:extLst>
                </p14:cNvPr>
                <p14:cNvContentPartPr/>
                <p14:nvPr/>
              </p14:nvContentPartPr>
              <p14:xfrm>
                <a:off x="5279505" y="2595255"/>
                <a:ext cx="293760" cy="383040"/>
              </p14:xfrm>
            </p:contentPart>
          </mc:Choice>
          <mc:Fallback xmlns="">
            <p:pic>
              <p:nvPicPr>
                <p:cNvPr id="51" name="Ink 50">
                  <a:extLst>
                    <a:ext uri="{FF2B5EF4-FFF2-40B4-BE49-F238E27FC236}">
                      <a16:creationId xmlns:a16="http://schemas.microsoft.com/office/drawing/2014/main" id="{86E10638-6552-2BB9-ABC5-BDB530FE4CD9}"/>
                    </a:ext>
                  </a:extLst>
                </p:cNvPr>
                <p:cNvPicPr/>
                <p:nvPr/>
              </p:nvPicPr>
              <p:blipFill>
                <a:blip r:embed="rId115"/>
                <a:stretch>
                  <a:fillRect/>
                </a:stretch>
              </p:blipFill>
              <p:spPr>
                <a:xfrm>
                  <a:off x="5273385" y="2589135"/>
                  <a:ext cx="30600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52" name="Ink 51">
                  <a:extLst>
                    <a:ext uri="{FF2B5EF4-FFF2-40B4-BE49-F238E27FC236}">
                      <a16:creationId xmlns:a16="http://schemas.microsoft.com/office/drawing/2014/main" id="{5E6CD5B7-2465-C64C-3656-6959ADBD5094}"/>
                    </a:ext>
                  </a:extLst>
                </p14:cNvPr>
                <p14:cNvContentPartPr/>
                <p14:nvPr/>
              </p14:nvContentPartPr>
              <p14:xfrm>
                <a:off x="5667945" y="2545935"/>
                <a:ext cx="97560" cy="295920"/>
              </p14:xfrm>
            </p:contentPart>
          </mc:Choice>
          <mc:Fallback xmlns="">
            <p:pic>
              <p:nvPicPr>
                <p:cNvPr id="52" name="Ink 51">
                  <a:extLst>
                    <a:ext uri="{FF2B5EF4-FFF2-40B4-BE49-F238E27FC236}">
                      <a16:creationId xmlns:a16="http://schemas.microsoft.com/office/drawing/2014/main" id="{5E6CD5B7-2465-C64C-3656-6959ADBD5094}"/>
                    </a:ext>
                  </a:extLst>
                </p:cNvPr>
                <p:cNvPicPr/>
                <p:nvPr/>
              </p:nvPicPr>
              <p:blipFill>
                <a:blip r:embed="rId117"/>
                <a:stretch>
                  <a:fillRect/>
                </a:stretch>
              </p:blipFill>
              <p:spPr>
                <a:xfrm>
                  <a:off x="5661825" y="2539815"/>
                  <a:ext cx="10980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3" name="Ink 52">
                  <a:extLst>
                    <a:ext uri="{FF2B5EF4-FFF2-40B4-BE49-F238E27FC236}">
                      <a16:creationId xmlns:a16="http://schemas.microsoft.com/office/drawing/2014/main" id="{9F8B1AF1-28DE-902B-57D5-166FFE453EC8}"/>
                    </a:ext>
                  </a:extLst>
                </p14:cNvPr>
                <p14:cNvContentPartPr/>
                <p14:nvPr/>
              </p14:nvContentPartPr>
              <p14:xfrm>
                <a:off x="5698905" y="2492655"/>
                <a:ext cx="153360" cy="12600"/>
              </p14:xfrm>
            </p:contentPart>
          </mc:Choice>
          <mc:Fallback xmlns="">
            <p:pic>
              <p:nvPicPr>
                <p:cNvPr id="53" name="Ink 52">
                  <a:extLst>
                    <a:ext uri="{FF2B5EF4-FFF2-40B4-BE49-F238E27FC236}">
                      <a16:creationId xmlns:a16="http://schemas.microsoft.com/office/drawing/2014/main" id="{9F8B1AF1-28DE-902B-57D5-166FFE453EC8}"/>
                    </a:ext>
                  </a:extLst>
                </p:cNvPr>
                <p:cNvPicPr/>
                <p:nvPr/>
              </p:nvPicPr>
              <p:blipFill>
                <a:blip r:embed="rId119"/>
                <a:stretch>
                  <a:fillRect/>
                </a:stretch>
              </p:blipFill>
              <p:spPr>
                <a:xfrm>
                  <a:off x="5692785" y="2486535"/>
                  <a:ext cx="1656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54" name="Ink 53">
                  <a:extLst>
                    <a:ext uri="{FF2B5EF4-FFF2-40B4-BE49-F238E27FC236}">
                      <a16:creationId xmlns:a16="http://schemas.microsoft.com/office/drawing/2014/main" id="{8F0FC593-7AFA-D01F-975B-DA3B1676F972}"/>
                    </a:ext>
                  </a:extLst>
                </p14:cNvPr>
                <p14:cNvContentPartPr/>
                <p14:nvPr/>
              </p14:nvContentPartPr>
              <p14:xfrm>
                <a:off x="5930385" y="2457735"/>
                <a:ext cx="112320" cy="120600"/>
              </p14:xfrm>
            </p:contentPart>
          </mc:Choice>
          <mc:Fallback xmlns="">
            <p:pic>
              <p:nvPicPr>
                <p:cNvPr id="54" name="Ink 53">
                  <a:extLst>
                    <a:ext uri="{FF2B5EF4-FFF2-40B4-BE49-F238E27FC236}">
                      <a16:creationId xmlns:a16="http://schemas.microsoft.com/office/drawing/2014/main" id="{8F0FC593-7AFA-D01F-975B-DA3B1676F972}"/>
                    </a:ext>
                  </a:extLst>
                </p:cNvPr>
                <p:cNvPicPr/>
                <p:nvPr/>
              </p:nvPicPr>
              <p:blipFill>
                <a:blip r:embed="rId121"/>
                <a:stretch>
                  <a:fillRect/>
                </a:stretch>
              </p:blipFill>
              <p:spPr>
                <a:xfrm>
                  <a:off x="5924265" y="2451615"/>
                  <a:ext cx="1245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5" name="Ink 54">
                  <a:extLst>
                    <a:ext uri="{FF2B5EF4-FFF2-40B4-BE49-F238E27FC236}">
                      <a16:creationId xmlns:a16="http://schemas.microsoft.com/office/drawing/2014/main" id="{D81ECE86-53C2-0663-5DE3-D7A42F134BDA}"/>
                    </a:ext>
                  </a:extLst>
                </p14:cNvPr>
                <p14:cNvContentPartPr/>
                <p14:nvPr/>
              </p14:nvContentPartPr>
              <p14:xfrm>
                <a:off x="6057465" y="2405895"/>
                <a:ext cx="162720" cy="417240"/>
              </p14:xfrm>
            </p:contentPart>
          </mc:Choice>
          <mc:Fallback xmlns="">
            <p:pic>
              <p:nvPicPr>
                <p:cNvPr id="55" name="Ink 54">
                  <a:extLst>
                    <a:ext uri="{FF2B5EF4-FFF2-40B4-BE49-F238E27FC236}">
                      <a16:creationId xmlns:a16="http://schemas.microsoft.com/office/drawing/2014/main" id="{D81ECE86-53C2-0663-5DE3-D7A42F134BDA}"/>
                    </a:ext>
                  </a:extLst>
                </p:cNvPr>
                <p:cNvPicPr/>
                <p:nvPr/>
              </p:nvPicPr>
              <p:blipFill>
                <a:blip r:embed="rId123"/>
                <a:stretch>
                  <a:fillRect/>
                </a:stretch>
              </p:blipFill>
              <p:spPr>
                <a:xfrm>
                  <a:off x="6051345" y="2399775"/>
                  <a:ext cx="17496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6" name="Ink 55">
                  <a:extLst>
                    <a:ext uri="{FF2B5EF4-FFF2-40B4-BE49-F238E27FC236}">
                      <a16:creationId xmlns:a16="http://schemas.microsoft.com/office/drawing/2014/main" id="{44328CDC-4CF0-6126-B34A-82D304264F6D}"/>
                    </a:ext>
                  </a:extLst>
                </p14:cNvPr>
                <p14:cNvContentPartPr/>
                <p14:nvPr/>
              </p14:nvContentPartPr>
              <p14:xfrm>
                <a:off x="6245025" y="2585175"/>
                <a:ext cx="90720" cy="123840"/>
              </p14:xfrm>
            </p:contentPart>
          </mc:Choice>
          <mc:Fallback xmlns="">
            <p:pic>
              <p:nvPicPr>
                <p:cNvPr id="56" name="Ink 55">
                  <a:extLst>
                    <a:ext uri="{FF2B5EF4-FFF2-40B4-BE49-F238E27FC236}">
                      <a16:creationId xmlns:a16="http://schemas.microsoft.com/office/drawing/2014/main" id="{44328CDC-4CF0-6126-B34A-82D304264F6D}"/>
                    </a:ext>
                  </a:extLst>
                </p:cNvPr>
                <p:cNvPicPr/>
                <p:nvPr/>
              </p:nvPicPr>
              <p:blipFill>
                <a:blip r:embed="rId125"/>
                <a:stretch>
                  <a:fillRect/>
                </a:stretch>
              </p:blipFill>
              <p:spPr>
                <a:xfrm>
                  <a:off x="6238905" y="2579055"/>
                  <a:ext cx="1029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7" name="Ink 56">
                  <a:extLst>
                    <a:ext uri="{FF2B5EF4-FFF2-40B4-BE49-F238E27FC236}">
                      <a16:creationId xmlns:a16="http://schemas.microsoft.com/office/drawing/2014/main" id="{3C3C83AC-C26D-A3A2-01E6-E14C2E655742}"/>
                    </a:ext>
                  </a:extLst>
                </p14:cNvPr>
                <p14:cNvContentPartPr/>
                <p14:nvPr/>
              </p14:nvContentPartPr>
              <p14:xfrm>
                <a:off x="6049545" y="2265495"/>
                <a:ext cx="417240" cy="783000"/>
              </p14:xfrm>
            </p:contentPart>
          </mc:Choice>
          <mc:Fallback xmlns="">
            <p:pic>
              <p:nvPicPr>
                <p:cNvPr id="57" name="Ink 56">
                  <a:extLst>
                    <a:ext uri="{FF2B5EF4-FFF2-40B4-BE49-F238E27FC236}">
                      <a16:creationId xmlns:a16="http://schemas.microsoft.com/office/drawing/2014/main" id="{3C3C83AC-C26D-A3A2-01E6-E14C2E655742}"/>
                    </a:ext>
                  </a:extLst>
                </p:cNvPr>
                <p:cNvPicPr/>
                <p:nvPr/>
              </p:nvPicPr>
              <p:blipFill>
                <a:blip r:embed="rId127"/>
                <a:stretch>
                  <a:fillRect/>
                </a:stretch>
              </p:blipFill>
              <p:spPr>
                <a:xfrm>
                  <a:off x="6043425" y="2259375"/>
                  <a:ext cx="429480" cy="7952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8" name="Ink 57">
                  <a:extLst>
                    <a:ext uri="{FF2B5EF4-FFF2-40B4-BE49-F238E27FC236}">
                      <a16:creationId xmlns:a16="http://schemas.microsoft.com/office/drawing/2014/main" id="{B9873C0D-3388-52B8-1948-5DAD9867DB6D}"/>
                    </a:ext>
                  </a:extLst>
                </p14:cNvPr>
                <p14:cNvContentPartPr/>
                <p14:nvPr/>
              </p14:nvContentPartPr>
              <p14:xfrm>
                <a:off x="4971705" y="2477175"/>
                <a:ext cx="713880" cy="694800"/>
              </p14:xfrm>
            </p:contentPart>
          </mc:Choice>
          <mc:Fallback xmlns="">
            <p:pic>
              <p:nvPicPr>
                <p:cNvPr id="58" name="Ink 57">
                  <a:extLst>
                    <a:ext uri="{FF2B5EF4-FFF2-40B4-BE49-F238E27FC236}">
                      <a16:creationId xmlns:a16="http://schemas.microsoft.com/office/drawing/2014/main" id="{B9873C0D-3388-52B8-1948-5DAD9867DB6D}"/>
                    </a:ext>
                  </a:extLst>
                </p:cNvPr>
                <p:cNvPicPr/>
                <p:nvPr/>
              </p:nvPicPr>
              <p:blipFill>
                <a:blip r:embed="rId129"/>
                <a:stretch>
                  <a:fillRect/>
                </a:stretch>
              </p:blipFill>
              <p:spPr>
                <a:xfrm>
                  <a:off x="4965585" y="2471055"/>
                  <a:ext cx="726120" cy="707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0" name="Ink 59">
                  <a:extLst>
                    <a:ext uri="{FF2B5EF4-FFF2-40B4-BE49-F238E27FC236}">
                      <a16:creationId xmlns:a16="http://schemas.microsoft.com/office/drawing/2014/main" id="{B24CBEC4-15DB-1E81-B510-74D820C57AE8}"/>
                    </a:ext>
                  </a:extLst>
                </p14:cNvPr>
                <p14:cNvContentPartPr/>
                <p14:nvPr/>
              </p14:nvContentPartPr>
              <p14:xfrm>
                <a:off x="6444105" y="2616135"/>
                <a:ext cx="12960" cy="15840"/>
              </p14:xfrm>
            </p:contentPart>
          </mc:Choice>
          <mc:Fallback xmlns="">
            <p:pic>
              <p:nvPicPr>
                <p:cNvPr id="60" name="Ink 59">
                  <a:extLst>
                    <a:ext uri="{FF2B5EF4-FFF2-40B4-BE49-F238E27FC236}">
                      <a16:creationId xmlns:a16="http://schemas.microsoft.com/office/drawing/2014/main" id="{B24CBEC4-15DB-1E81-B510-74D820C57AE8}"/>
                    </a:ext>
                  </a:extLst>
                </p:cNvPr>
                <p:cNvPicPr/>
                <p:nvPr/>
              </p:nvPicPr>
              <p:blipFill>
                <a:blip r:embed="rId131"/>
                <a:stretch>
                  <a:fillRect/>
                </a:stretch>
              </p:blipFill>
              <p:spPr>
                <a:xfrm>
                  <a:off x="6437985" y="2610015"/>
                  <a:ext cx="252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5" name="Ink 94">
                  <a:extLst>
                    <a:ext uri="{FF2B5EF4-FFF2-40B4-BE49-F238E27FC236}">
                      <a16:creationId xmlns:a16="http://schemas.microsoft.com/office/drawing/2014/main" id="{23C6AAEA-18E0-7EE1-CFB2-B0524151A33A}"/>
                    </a:ext>
                  </a:extLst>
                </p14:cNvPr>
                <p14:cNvContentPartPr/>
                <p14:nvPr/>
              </p14:nvContentPartPr>
              <p14:xfrm>
                <a:off x="7812105" y="2215815"/>
                <a:ext cx="73440" cy="9720"/>
              </p14:xfrm>
            </p:contentPart>
          </mc:Choice>
          <mc:Fallback xmlns="">
            <p:pic>
              <p:nvPicPr>
                <p:cNvPr id="95" name="Ink 94">
                  <a:extLst>
                    <a:ext uri="{FF2B5EF4-FFF2-40B4-BE49-F238E27FC236}">
                      <a16:creationId xmlns:a16="http://schemas.microsoft.com/office/drawing/2014/main" id="{23C6AAEA-18E0-7EE1-CFB2-B0524151A33A}"/>
                    </a:ext>
                  </a:extLst>
                </p:cNvPr>
                <p:cNvPicPr/>
                <p:nvPr/>
              </p:nvPicPr>
              <p:blipFill>
                <a:blip r:embed="rId133"/>
                <a:stretch>
                  <a:fillRect/>
                </a:stretch>
              </p:blipFill>
              <p:spPr>
                <a:xfrm>
                  <a:off x="7805985" y="2209695"/>
                  <a:ext cx="856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6" name="Ink 95">
                  <a:extLst>
                    <a:ext uri="{FF2B5EF4-FFF2-40B4-BE49-F238E27FC236}">
                      <a16:creationId xmlns:a16="http://schemas.microsoft.com/office/drawing/2014/main" id="{208FA659-7AA1-C483-0174-504CBE4E901B}"/>
                    </a:ext>
                  </a:extLst>
                </p14:cNvPr>
                <p14:cNvContentPartPr/>
                <p14:nvPr/>
              </p14:nvContentPartPr>
              <p14:xfrm>
                <a:off x="7988145" y="2263335"/>
                <a:ext cx="104400" cy="7560"/>
              </p14:xfrm>
            </p:contentPart>
          </mc:Choice>
          <mc:Fallback xmlns="">
            <p:pic>
              <p:nvPicPr>
                <p:cNvPr id="96" name="Ink 95">
                  <a:extLst>
                    <a:ext uri="{FF2B5EF4-FFF2-40B4-BE49-F238E27FC236}">
                      <a16:creationId xmlns:a16="http://schemas.microsoft.com/office/drawing/2014/main" id="{208FA659-7AA1-C483-0174-504CBE4E901B}"/>
                    </a:ext>
                  </a:extLst>
                </p:cNvPr>
                <p:cNvPicPr/>
                <p:nvPr/>
              </p:nvPicPr>
              <p:blipFill>
                <a:blip r:embed="rId135"/>
                <a:stretch>
                  <a:fillRect/>
                </a:stretch>
              </p:blipFill>
              <p:spPr>
                <a:xfrm>
                  <a:off x="7982025" y="2257215"/>
                  <a:ext cx="1166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00" name="Ink 99">
                  <a:extLst>
                    <a:ext uri="{FF2B5EF4-FFF2-40B4-BE49-F238E27FC236}">
                      <a16:creationId xmlns:a16="http://schemas.microsoft.com/office/drawing/2014/main" id="{24FEC42A-D335-7486-CB14-239EEE7F09D3}"/>
                    </a:ext>
                  </a:extLst>
                </p14:cNvPr>
                <p14:cNvContentPartPr/>
                <p14:nvPr/>
              </p14:nvContentPartPr>
              <p14:xfrm>
                <a:off x="4361505" y="3317775"/>
                <a:ext cx="58680" cy="358200"/>
              </p14:xfrm>
            </p:contentPart>
          </mc:Choice>
          <mc:Fallback xmlns="">
            <p:pic>
              <p:nvPicPr>
                <p:cNvPr id="100" name="Ink 99">
                  <a:extLst>
                    <a:ext uri="{FF2B5EF4-FFF2-40B4-BE49-F238E27FC236}">
                      <a16:creationId xmlns:a16="http://schemas.microsoft.com/office/drawing/2014/main" id="{24FEC42A-D335-7486-CB14-239EEE7F09D3}"/>
                    </a:ext>
                  </a:extLst>
                </p:cNvPr>
                <p:cNvPicPr/>
                <p:nvPr/>
              </p:nvPicPr>
              <p:blipFill>
                <a:blip r:embed="rId137"/>
                <a:stretch>
                  <a:fillRect/>
                </a:stretch>
              </p:blipFill>
              <p:spPr>
                <a:xfrm>
                  <a:off x="4355385" y="3311655"/>
                  <a:ext cx="7092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1" name="Ink 100">
                  <a:extLst>
                    <a:ext uri="{FF2B5EF4-FFF2-40B4-BE49-F238E27FC236}">
                      <a16:creationId xmlns:a16="http://schemas.microsoft.com/office/drawing/2014/main" id="{9F31BC42-DE7F-0E6A-4F2D-3D359AD060F5}"/>
                    </a:ext>
                  </a:extLst>
                </p14:cNvPr>
                <p14:cNvContentPartPr/>
                <p14:nvPr/>
              </p14:nvContentPartPr>
              <p14:xfrm>
                <a:off x="4199145" y="3263055"/>
                <a:ext cx="172800" cy="144360"/>
              </p14:xfrm>
            </p:contentPart>
          </mc:Choice>
          <mc:Fallback xmlns="">
            <p:pic>
              <p:nvPicPr>
                <p:cNvPr id="101" name="Ink 100">
                  <a:extLst>
                    <a:ext uri="{FF2B5EF4-FFF2-40B4-BE49-F238E27FC236}">
                      <a16:creationId xmlns:a16="http://schemas.microsoft.com/office/drawing/2014/main" id="{9F31BC42-DE7F-0E6A-4F2D-3D359AD060F5}"/>
                    </a:ext>
                  </a:extLst>
                </p:cNvPr>
                <p:cNvPicPr/>
                <p:nvPr/>
              </p:nvPicPr>
              <p:blipFill>
                <a:blip r:embed="rId139"/>
                <a:stretch>
                  <a:fillRect/>
                </a:stretch>
              </p:blipFill>
              <p:spPr>
                <a:xfrm>
                  <a:off x="4193025" y="3256935"/>
                  <a:ext cx="1850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2" name="Ink 101">
                  <a:extLst>
                    <a:ext uri="{FF2B5EF4-FFF2-40B4-BE49-F238E27FC236}">
                      <a16:creationId xmlns:a16="http://schemas.microsoft.com/office/drawing/2014/main" id="{33F65DC4-528E-927A-F290-FC141C71B4AB}"/>
                    </a:ext>
                  </a:extLst>
                </p14:cNvPr>
                <p14:cNvContentPartPr/>
                <p14:nvPr/>
              </p14:nvContentPartPr>
              <p14:xfrm>
                <a:off x="4369425" y="3212655"/>
                <a:ext cx="320400" cy="272880"/>
              </p14:xfrm>
            </p:contentPart>
          </mc:Choice>
          <mc:Fallback xmlns="">
            <p:pic>
              <p:nvPicPr>
                <p:cNvPr id="102" name="Ink 101">
                  <a:extLst>
                    <a:ext uri="{FF2B5EF4-FFF2-40B4-BE49-F238E27FC236}">
                      <a16:creationId xmlns:a16="http://schemas.microsoft.com/office/drawing/2014/main" id="{33F65DC4-528E-927A-F290-FC141C71B4AB}"/>
                    </a:ext>
                  </a:extLst>
                </p:cNvPr>
                <p:cNvPicPr/>
                <p:nvPr/>
              </p:nvPicPr>
              <p:blipFill>
                <a:blip r:embed="rId141"/>
                <a:stretch>
                  <a:fillRect/>
                </a:stretch>
              </p:blipFill>
              <p:spPr>
                <a:xfrm>
                  <a:off x="4363305" y="3206535"/>
                  <a:ext cx="33264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3" name="Ink 102">
                  <a:extLst>
                    <a:ext uri="{FF2B5EF4-FFF2-40B4-BE49-F238E27FC236}">
                      <a16:creationId xmlns:a16="http://schemas.microsoft.com/office/drawing/2014/main" id="{2794CD17-412D-323E-33DD-3E2FC4E9A287}"/>
                    </a:ext>
                  </a:extLst>
                </p14:cNvPr>
                <p14:cNvContentPartPr/>
                <p14:nvPr/>
              </p14:nvContentPartPr>
              <p14:xfrm>
                <a:off x="3285105" y="4029855"/>
                <a:ext cx="528120" cy="519840"/>
              </p14:xfrm>
            </p:contentPart>
          </mc:Choice>
          <mc:Fallback xmlns="">
            <p:pic>
              <p:nvPicPr>
                <p:cNvPr id="103" name="Ink 102">
                  <a:extLst>
                    <a:ext uri="{FF2B5EF4-FFF2-40B4-BE49-F238E27FC236}">
                      <a16:creationId xmlns:a16="http://schemas.microsoft.com/office/drawing/2014/main" id="{2794CD17-412D-323E-33DD-3E2FC4E9A287}"/>
                    </a:ext>
                  </a:extLst>
                </p:cNvPr>
                <p:cNvPicPr/>
                <p:nvPr/>
              </p:nvPicPr>
              <p:blipFill>
                <a:blip r:embed="rId143"/>
                <a:stretch>
                  <a:fillRect/>
                </a:stretch>
              </p:blipFill>
              <p:spPr>
                <a:xfrm>
                  <a:off x="3278985" y="4023735"/>
                  <a:ext cx="54036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4" name="Ink 103">
                  <a:extLst>
                    <a:ext uri="{FF2B5EF4-FFF2-40B4-BE49-F238E27FC236}">
                      <a16:creationId xmlns:a16="http://schemas.microsoft.com/office/drawing/2014/main" id="{40277CBC-B94A-8907-1FCE-F9A2D6734772}"/>
                    </a:ext>
                  </a:extLst>
                </p14:cNvPr>
                <p14:cNvContentPartPr/>
                <p14:nvPr/>
              </p14:nvContentPartPr>
              <p14:xfrm>
                <a:off x="3998625" y="4113375"/>
                <a:ext cx="290160" cy="289800"/>
              </p14:xfrm>
            </p:contentPart>
          </mc:Choice>
          <mc:Fallback xmlns="">
            <p:pic>
              <p:nvPicPr>
                <p:cNvPr id="104" name="Ink 103">
                  <a:extLst>
                    <a:ext uri="{FF2B5EF4-FFF2-40B4-BE49-F238E27FC236}">
                      <a16:creationId xmlns:a16="http://schemas.microsoft.com/office/drawing/2014/main" id="{40277CBC-B94A-8907-1FCE-F9A2D6734772}"/>
                    </a:ext>
                  </a:extLst>
                </p:cNvPr>
                <p:cNvPicPr/>
                <p:nvPr/>
              </p:nvPicPr>
              <p:blipFill>
                <a:blip r:embed="rId145"/>
                <a:stretch>
                  <a:fillRect/>
                </a:stretch>
              </p:blipFill>
              <p:spPr>
                <a:xfrm>
                  <a:off x="3992505" y="4107255"/>
                  <a:ext cx="30240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5" name="Ink 104">
                  <a:extLst>
                    <a:ext uri="{FF2B5EF4-FFF2-40B4-BE49-F238E27FC236}">
                      <a16:creationId xmlns:a16="http://schemas.microsoft.com/office/drawing/2014/main" id="{2282209D-5606-DA6A-E352-6285B30C1125}"/>
                    </a:ext>
                  </a:extLst>
                </p14:cNvPr>
                <p14:cNvContentPartPr/>
                <p14:nvPr/>
              </p14:nvContentPartPr>
              <p14:xfrm>
                <a:off x="4234065" y="4120575"/>
                <a:ext cx="320040" cy="268200"/>
              </p14:xfrm>
            </p:contentPart>
          </mc:Choice>
          <mc:Fallback xmlns="">
            <p:pic>
              <p:nvPicPr>
                <p:cNvPr id="105" name="Ink 104">
                  <a:extLst>
                    <a:ext uri="{FF2B5EF4-FFF2-40B4-BE49-F238E27FC236}">
                      <a16:creationId xmlns:a16="http://schemas.microsoft.com/office/drawing/2014/main" id="{2282209D-5606-DA6A-E352-6285B30C1125}"/>
                    </a:ext>
                  </a:extLst>
                </p:cNvPr>
                <p:cNvPicPr/>
                <p:nvPr/>
              </p:nvPicPr>
              <p:blipFill>
                <a:blip r:embed="rId147"/>
                <a:stretch>
                  <a:fillRect/>
                </a:stretch>
              </p:blipFill>
              <p:spPr>
                <a:xfrm>
                  <a:off x="4227945" y="4114455"/>
                  <a:ext cx="33228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6" name="Ink 105">
                  <a:extLst>
                    <a:ext uri="{FF2B5EF4-FFF2-40B4-BE49-F238E27FC236}">
                      <a16:creationId xmlns:a16="http://schemas.microsoft.com/office/drawing/2014/main" id="{B170B1D5-DB06-DB40-379F-51BD0252E3B1}"/>
                    </a:ext>
                  </a:extLst>
                </p14:cNvPr>
                <p14:cNvContentPartPr/>
                <p14:nvPr/>
              </p14:nvContentPartPr>
              <p14:xfrm>
                <a:off x="4677225" y="4016895"/>
                <a:ext cx="190800" cy="252360"/>
              </p14:xfrm>
            </p:contentPart>
          </mc:Choice>
          <mc:Fallback xmlns="">
            <p:pic>
              <p:nvPicPr>
                <p:cNvPr id="106" name="Ink 105">
                  <a:extLst>
                    <a:ext uri="{FF2B5EF4-FFF2-40B4-BE49-F238E27FC236}">
                      <a16:creationId xmlns:a16="http://schemas.microsoft.com/office/drawing/2014/main" id="{B170B1D5-DB06-DB40-379F-51BD0252E3B1}"/>
                    </a:ext>
                  </a:extLst>
                </p:cNvPr>
                <p:cNvPicPr/>
                <p:nvPr/>
              </p:nvPicPr>
              <p:blipFill>
                <a:blip r:embed="rId149"/>
                <a:stretch>
                  <a:fillRect/>
                </a:stretch>
              </p:blipFill>
              <p:spPr>
                <a:xfrm>
                  <a:off x="4671105" y="4010775"/>
                  <a:ext cx="20304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9" name="Ink 108">
                  <a:extLst>
                    <a:ext uri="{FF2B5EF4-FFF2-40B4-BE49-F238E27FC236}">
                      <a16:creationId xmlns:a16="http://schemas.microsoft.com/office/drawing/2014/main" id="{E824F664-7510-4343-AE57-67C9F286EB35}"/>
                    </a:ext>
                  </a:extLst>
                </p14:cNvPr>
                <p14:cNvContentPartPr/>
                <p14:nvPr/>
              </p14:nvContentPartPr>
              <p14:xfrm>
                <a:off x="4929945" y="3954615"/>
                <a:ext cx="512280" cy="319680"/>
              </p14:xfrm>
            </p:contentPart>
          </mc:Choice>
          <mc:Fallback xmlns="">
            <p:pic>
              <p:nvPicPr>
                <p:cNvPr id="109" name="Ink 108">
                  <a:extLst>
                    <a:ext uri="{FF2B5EF4-FFF2-40B4-BE49-F238E27FC236}">
                      <a16:creationId xmlns:a16="http://schemas.microsoft.com/office/drawing/2014/main" id="{E824F664-7510-4343-AE57-67C9F286EB35}"/>
                    </a:ext>
                  </a:extLst>
                </p:cNvPr>
                <p:cNvPicPr/>
                <p:nvPr/>
              </p:nvPicPr>
              <p:blipFill>
                <a:blip r:embed="rId151"/>
                <a:stretch>
                  <a:fillRect/>
                </a:stretch>
              </p:blipFill>
              <p:spPr>
                <a:xfrm>
                  <a:off x="4923825" y="3948495"/>
                  <a:ext cx="52452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10" name="Ink 109">
                  <a:extLst>
                    <a:ext uri="{FF2B5EF4-FFF2-40B4-BE49-F238E27FC236}">
                      <a16:creationId xmlns:a16="http://schemas.microsoft.com/office/drawing/2014/main" id="{3816EB17-CAAF-4D05-1277-671632109009}"/>
                    </a:ext>
                  </a:extLst>
                </p14:cNvPr>
                <p14:cNvContentPartPr/>
                <p14:nvPr/>
              </p14:nvContentPartPr>
              <p14:xfrm>
                <a:off x="5459865" y="3680295"/>
                <a:ext cx="729720" cy="431280"/>
              </p14:xfrm>
            </p:contentPart>
          </mc:Choice>
          <mc:Fallback xmlns="">
            <p:pic>
              <p:nvPicPr>
                <p:cNvPr id="110" name="Ink 109">
                  <a:extLst>
                    <a:ext uri="{FF2B5EF4-FFF2-40B4-BE49-F238E27FC236}">
                      <a16:creationId xmlns:a16="http://schemas.microsoft.com/office/drawing/2014/main" id="{3816EB17-CAAF-4D05-1277-671632109009}"/>
                    </a:ext>
                  </a:extLst>
                </p:cNvPr>
                <p:cNvPicPr/>
                <p:nvPr/>
              </p:nvPicPr>
              <p:blipFill>
                <a:blip r:embed="rId153"/>
                <a:stretch>
                  <a:fillRect/>
                </a:stretch>
              </p:blipFill>
              <p:spPr>
                <a:xfrm>
                  <a:off x="5453745" y="3674175"/>
                  <a:ext cx="741960" cy="4435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1" name="Ink 110">
                  <a:extLst>
                    <a:ext uri="{FF2B5EF4-FFF2-40B4-BE49-F238E27FC236}">
                      <a16:creationId xmlns:a16="http://schemas.microsoft.com/office/drawing/2014/main" id="{2D5796EF-EA67-333A-0D89-4251816773B9}"/>
                    </a:ext>
                  </a:extLst>
                </p14:cNvPr>
                <p14:cNvContentPartPr/>
                <p14:nvPr/>
              </p14:nvContentPartPr>
              <p14:xfrm>
                <a:off x="6227025" y="3616215"/>
                <a:ext cx="28800" cy="51840"/>
              </p14:xfrm>
            </p:contentPart>
          </mc:Choice>
          <mc:Fallback xmlns="">
            <p:pic>
              <p:nvPicPr>
                <p:cNvPr id="111" name="Ink 110">
                  <a:extLst>
                    <a:ext uri="{FF2B5EF4-FFF2-40B4-BE49-F238E27FC236}">
                      <a16:creationId xmlns:a16="http://schemas.microsoft.com/office/drawing/2014/main" id="{2D5796EF-EA67-333A-0D89-4251816773B9}"/>
                    </a:ext>
                  </a:extLst>
                </p:cNvPr>
                <p:cNvPicPr/>
                <p:nvPr/>
              </p:nvPicPr>
              <p:blipFill>
                <a:blip r:embed="rId155"/>
                <a:stretch>
                  <a:fillRect/>
                </a:stretch>
              </p:blipFill>
              <p:spPr>
                <a:xfrm>
                  <a:off x="6220905" y="3610095"/>
                  <a:ext cx="410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2" name="Ink 111">
                  <a:extLst>
                    <a:ext uri="{FF2B5EF4-FFF2-40B4-BE49-F238E27FC236}">
                      <a16:creationId xmlns:a16="http://schemas.microsoft.com/office/drawing/2014/main" id="{5F80B7AB-8F97-109D-89F9-2643BFF51BCC}"/>
                    </a:ext>
                  </a:extLst>
                </p14:cNvPr>
                <p14:cNvContentPartPr/>
                <p14:nvPr/>
              </p14:nvContentPartPr>
              <p14:xfrm>
                <a:off x="6328545" y="3457815"/>
                <a:ext cx="809280" cy="565920"/>
              </p14:xfrm>
            </p:contentPart>
          </mc:Choice>
          <mc:Fallback xmlns="">
            <p:pic>
              <p:nvPicPr>
                <p:cNvPr id="112" name="Ink 111">
                  <a:extLst>
                    <a:ext uri="{FF2B5EF4-FFF2-40B4-BE49-F238E27FC236}">
                      <a16:creationId xmlns:a16="http://schemas.microsoft.com/office/drawing/2014/main" id="{5F80B7AB-8F97-109D-89F9-2643BFF51BCC}"/>
                    </a:ext>
                  </a:extLst>
                </p:cNvPr>
                <p:cNvPicPr/>
                <p:nvPr/>
              </p:nvPicPr>
              <p:blipFill>
                <a:blip r:embed="rId157"/>
                <a:stretch>
                  <a:fillRect/>
                </a:stretch>
              </p:blipFill>
              <p:spPr>
                <a:xfrm>
                  <a:off x="6322425" y="3451695"/>
                  <a:ext cx="821520" cy="5781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3" name="Ink 112">
                  <a:extLst>
                    <a:ext uri="{FF2B5EF4-FFF2-40B4-BE49-F238E27FC236}">
                      <a16:creationId xmlns:a16="http://schemas.microsoft.com/office/drawing/2014/main" id="{682BDFEC-07E4-0600-F390-101A7763B67D}"/>
                    </a:ext>
                  </a:extLst>
                </p14:cNvPr>
                <p14:cNvContentPartPr/>
                <p14:nvPr/>
              </p14:nvContentPartPr>
              <p14:xfrm>
                <a:off x="8016945" y="3219855"/>
                <a:ext cx="72360" cy="295560"/>
              </p14:xfrm>
            </p:contentPart>
          </mc:Choice>
          <mc:Fallback xmlns="">
            <p:pic>
              <p:nvPicPr>
                <p:cNvPr id="113" name="Ink 112">
                  <a:extLst>
                    <a:ext uri="{FF2B5EF4-FFF2-40B4-BE49-F238E27FC236}">
                      <a16:creationId xmlns:a16="http://schemas.microsoft.com/office/drawing/2014/main" id="{682BDFEC-07E4-0600-F390-101A7763B67D}"/>
                    </a:ext>
                  </a:extLst>
                </p:cNvPr>
                <p:cNvPicPr/>
                <p:nvPr/>
              </p:nvPicPr>
              <p:blipFill>
                <a:blip r:embed="rId159"/>
                <a:stretch>
                  <a:fillRect/>
                </a:stretch>
              </p:blipFill>
              <p:spPr>
                <a:xfrm>
                  <a:off x="8010825" y="3213735"/>
                  <a:ext cx="8460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4" name="Ink 113">
                  <a:extLst>
                    <a:ext uri="{FF2B5EF4-FFF2-40B4-BE49-F238E27FC236}">
                      <a16:creationId xmlns:a16="http://schemas.microsoft.com/office/drawing/2014/main" id="{5A905552-4A3E-8EA7-5E67-611012A5B080}"/>
                    </a:ext>
                  </a:extLst>
                </p14:cNvPr>
                <p14:cNvContentPartPr/>
                <p14:nvPr/>
              </p14:nvContentPartPr>
              <p14:xfrm>
                <a:off x="8038185" y="3206175"/>
                <a:ext cx="542520" cy="252720"/>
              </p14:xfrm>
            </p:contentPart>
          </mc:Choice>
          <mc:Fallback xmlns="">
            <p:pic>
              <p:nvPicPr>
                <p:cNvPr id="114" name="Ink 113">
                  <a:extLst>
                    <a:ext uri="{FF2B5EF4-FFF2-40B4-BE49-F238E27FC236}">
                      <a16:creationId xmlns:a16="http://schemas.microsoft.com/office/drawing/2014/main" id="{5A905552-4A3E-8EA7-5E67-611012A5B080}"/>
                    </a:ext>
                  </a:extLst>
                </p:cNvPr>
                <p:cNvPicPr/>
                <p:nvPr/>
              </p:nvPicPr>
              <p:blipFill>
                <a:blip r:embed="rId161"/>
                <a:stretch>
                  <a:fillRect/>
                </a:stretch>
              </p:blipFill>
              <p:spPr>
                <a:xfrm>
                  <a:off x="8032065" y="3200055"/>
                  <a:ext cx="55476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5" name="Ink 114">
                  <a:extLst>
                    <a:ext uri="{FF2B5EF4-FFF2-40B4-BE49-F238E27FC236}">
                      <a16:creationId xmlns:a16="http://schemas.microsoft.com/office/drawing/2014/main" id="{3D299592-E9D4-AE54-8FD4-678F9B21C34D}"/>
                    </a:ext>
                  </a:extLst>
                </p14:cNvPr>
                <p14:cNvContentPartPr/>
                <p14:nvPr/>
              </p14:nvContentPartPr>
              <p14:xfrm>
                <a:off x="8737665" y="3183855"/>
                <a:ext cx="170640" cy="189360"/>
              </p14:xfrm>
            </p:contentPart>
          </mc:Choice>
          <mc:Fallback xmlns="">
            <p:pic>
              <p:nvPicPr>
                <p:cNvPr id="115" name="Ink 114">
                  <a:extLst>
                    <a:ext uri="{FF2B5EF4-FFF2-40B4-BE49-F238E27FC236}">
                      <a16:creationId xmlns:a16="http://schemas.microsoft.com/office/drawing/2014/main" id="{3D299592-E9D4-AE54-8FD4-678F9B21C34D}"/>
                    </a:ext>
                  </a:extLst>
                </p:cNvPr>
                <p:cNvPicPr/>
                <p:nvPr/>
              </p:nvPicPr>
              <p:blipFill>
                <a:blip r:embed="rId163"/>
                <a:stretch>
                  <a:fillRect/>
                </a:stretch>
              </p:blipFill>
              <p:spPr>
                <a:xfrm>
                  <a:off x="8731545" y="3177735"/>
                  <a:ext cx="18288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6" name="Ink 115">
                  <a:extLst>
                    <a:ext uri="{FF2B5EF4-FFF2-40B4-BE49-F238E27FC236}">
                      <a16:creationId xmlns:a16="http://schemas.microsoft.com/office/drawing/2014/main" id="{FFE4A70D-D248-E6DA-14B2-604D45E38DC5}"/>
                    </a:ext>
                  </a:extLst>
                </p14:cNvPr>
                <p14:cNvContentPartPr/>
                <p14:nvPr/>
              </p14:nvContentPartPr>
              <p14:xfrm>
                <a:off x="9049785" y="2760135"/>
                <a:ext cx="848880" cy="578520"/>
              </p14:xfrm>
            </p:contentPart>
          </mc:Choice>
          <mc:Fallback xmlns="">
            <p:pic>
              <p:nvPicPr>
                <p:cNvPr id="116" name="Ink 115">
                  <a:extLst>
                    <a:ext uri="{FF2B5EF4-FFF2-40B4-BE49-F238E27FC236}">
                      <a16:creationId xmlns:a16="http://schemas.microsoft.com/office/drawing/2014/main" id="{FFE4A70D-D248-E6DA-14B2-604D45E38DC5}"/>
                    </a:ext>
                  </a:extLst>
                </p:cNvPr>
                <p:cNvPicPr/>
                <p:nvPr/>
              </p:nvPicPr>
              <p:blipFill>
                <a:blip r:embed="rId165"/>
                <a:stretch>
                  <a:fillRect/>
                </a:stretch>
              </p:blipFill>
              <p:spPr>
                <a:xfrm>
                  <a:off x="9043665" y="2754015"/>
                  <a:ext cx="861120" cy="5907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7" name="Ink 116">
                  <a:extLst>
                    <a:ext uri="{FF2B5EF4-FFF2-40B4-BE49-F238E27FC236}">
                      <a16:creationId xmlns:a16="http://schemas.microsoft.com/office/drawing/2014/main" id="{04F644CC-27E9-B26C-CE37-68644C4AC833}"/>
                    </a:ext>
                  </a:extLst>
                </p14:cNvPr>
                <p14:cNvContentPartPr/>
                <p14:nvPr/>
              </p14:nvContentPartPr>
              <p14:xfrm>
                <a:off x="10053825" y="3003855"/>
                <a:ext cx="41400" cy="33120"/>
              </p14:xfrm>
            </p:contentPart>
          </mc:Choice>
          <mc:Fallback xmlns="">
            <p:pic>
              <p:nvPicPr>
                <p:cNvPr id="117" name="Ink 116">
                  <a:extLst>
                    <a:ext uri="{FF2B5EF4-FFF2-40B4-BE49-F238E27FC236}">
                      <a16:creationId xmlns:a16="http://schemas.microsoft.com/office/drawing/2014/main" id="{04F644CC-27E9-B26C-CE37-68644C4AC833}"/>
                    </a:ext>
                  </a:extLst>
                </p:cNvPr>
                <p:cNvPicPr/>
                <p:nvPr/>
              </p:nvPicPr>
              <p:blipFill>
                <a:blip r:embed="rId167"/>
                <a:stretch>
                  <a:fillRect/>
                </a:stretch>
              </p:blipFill>
              <p:spPr>
                <a:xfrm>
                  <a:off x="10047705" y="2997735"/>
                  <a:ext cx="536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81" name="Ink 80">
                  <a:extLst>
                    <a:ext uri="{FF2B5EF4-FFF2-40B4-BE49-F238E27FC236}">
                      <a16:creationId xmlns:a16="http://schemas.microsoft.com/office/drawing/2014/main" id="{C019C74F-1860-3D71-86F0-C0C63537164B}"/>
                    </a:ext>
                  </a:extLst>
                </p14:cNvPr>
                <p14:cNvContentPartPr/>
                <p14:nvPr/>
              </p14:nvContentPartPr>
              <p14:xfrm>
                <a:off x="9708945" y="1241655"/>
                <a:ext cx="303840" cy="704160"/>
              </p14:xfrm>
            </p:contentPart>
          </mc:Choice>
          <mc:Fallback xmlns="">
            <p:pic>
              <p:nvPicPr>
                <p:cNvPr id="81" name="Ink 80">
                  <a:extLst>
                    <a:ext uri="{FF2B5EF4-FFF2-40B4-BE49-F238E27FC236}">
                      <a16:creationId xmlns:a16="http://schemas.microsoft.com/office/drawing/2014/main" id="{C019C74F-1860-3D71-86F0-C0C63537164B}"/>
                    </a:ext>
                  </a:extLst>
                </p:cNvPr>
                <p:cNvPicPr/>
                <p:nvPr/>
              </p:nvPicPr>
              <p:blipFill>
                <a:blip r:embed="rId169"/>
                <a:stretch>
                  <a:fillRect/>
                </a:stretch>
              </p:blipFill>
              <p:spPr>
                <a:xfrm>
                  <a:off x="9702825" y="1235535"/>
                  <a:ext cx="316080" cy="7164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82" name="Ink 81">
                  <a:extLst>
                    <a:ext uri="{FF2B5EF4-FFF2-40B4-BE49-F238E27FC236}">
                      <a16:creationId xmlns:a16="http://schemas.microsoft.com/office/drawing/2014/main" id="{8E932F02-143A-C6E4-9B11-A15E13156E45}"/>
                    </a:ext>
                  </a:extLst>
                </p14:cNvPr>
                <p14:cNvContentPartPr/>
                <p14:nvPr/>
              </p14:nvContentPartPr>
              <p14:xfrm>
                <a:off x="10020345" y="1255335"/>
                <a:ext cx="309960" cy="297000"/>
              </p14:xfrm>
            </p:contentPart>
          </mc:Choice>
          <mc:Fallback xmlns="">
            <p:pic>
              <p:nvPicPr>
                <p:cNvPr id="82" name="Ink 81">
                  <a:extLst>
                    <a:ext uri="{FF2B5EF4-FFF2-40B4-BE49-F238E27FC236}">
                      <a16:creationId xmlns:a16="http://schemas.microsoft.com/office/drawing/2014/main" id="{8E932F02-143A-C6E4-9B11-A15E13156E45}"/>
                    </a:ext>
                  </a:extLst>
                </p:cNvPr>
                <p:cNvPicPr/>
                <p:nvPr/>
              </p:nvPicPr>
              <p:blipFill>
                <a:blip r:embed="rId171"/>
                <a:stretch>
                  <a:fillRect/>
                </a:stretch>
              </p:blipFill>
              <p:spPr>
                <a:xfrm>
                  <a:off x="10014225" y="1249215"/>
                  <a:ext cx="32220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83" name="Ink 82">
                  <a:extLst>
                    <a:ext uri="{FF2B5EF4-FFF2-40B4-BE49-F238E27FC236}">
                      <a16:creationId xmlns:a16="http://schemas.microsoft.com/office/drawing/2014/main" id="{196C8AE2-0A25-AA6C-5574-7F430C0FE3BF}"/>
                    </a:ext>
                  </a:extLst>
                </p14:cNvPr>
                <p14:cNvContentPartPr/>
                <p14:nvPr/>
              </p14:nvContentPartPr>
              <p14:xfrm>
                <a:off x="10500945" y="1284495"/>
                <a:ext cx="252000" cy="154080"/>
              </p14:xfrm>
            </p:contentPart>
          </mc:Choice>
          <mc:Fallback xmlns="">
            <p:pic>
              <p:nvPicPr>
                <p:cNvPr id="83" name="Ink 82">
                  <a:extLst>
                    <a:ext uri="{FF2B5EF4-FFF2-40B4-BE49-F238E27FC236}">
                      <a16:creationId xmlns:a16="http://schemas.microsoft.com/office/drawing/2014/main" id="{196C8AE2-0A25-AA6C-5574-7F430C0FE3BF}"/>
                    </a:ext>
                  </a:extLst>
                </p:cNvPr>
                <p:cNvPicPr/>
                <p:nvPr/>
              </p:nvPicPr>
              <p:blipFill>
                <a:blip r:embed="rId173"/>
                <a:stretch>
                  <a:fillRect/>
                </a:stretch>
              </p:blipFill>
              <p:spPr>
                <a:xfrm>
                  <a:off x="10494825" y="1278375"/>
                  <a:ext cx="2642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85" name="Ink 84">
                  <a:extLst>
                    <a:ext uri="{FF2B5EF4-FFF2-40B4-BE49-F238E27FC236}">
                      <a16:creationId xmlns:a16="http://schemas.microsoft.com/office/drawing/2014/main" id="{19DAD443-5F1B-8449-BC5E-0F520303D72D}"/>
                    </a:ext>
                  </a:extLst>
                </p14:cNvPr>
                <p14:cNvContentPartPr/>
                <p14:nvPr/>
              </p14:nvContentPartPr>
              <p14:xfrm>
                <a:off x="10588425" y="1556655"/>
                <a:ext cx="343440" cy="317520"/>
              </p14:xfrm>
            </p:contentPart>
          </mc:Choice>
          <mc:Fallback xmlns="">
            <p:pic>
              <p:nvPicPr>
                <p:cNvPr id="85" name="Ink 84">
                  <a:extLst>
                    <a:ext uri="{FF2B5EF4-FFF2-40B4-BE49-F238E27FC236}">
                      <a16:creationId xmlns:a16="http://schemas.microsoft.com/office/drawing/2014/main" id="{19DAD443-5F1B-8449-BC5E-0F520303D72D}"/>
                    </a:ext>
                  </a:extLst>
                </p:cNvPr>
                <p:cNvPicPr/>
                <p:nvPr/>
              </p:nvPicPr>
              <p:blipFill>
                <a:blip r:embed="rId175"/>
                <a:stretch>
                  <a:fillRect/>
                </a:stretch>
              </p:blipFill>
              <p:spPr>
                <a:xfrm>
                  <a:off x="10582305" y="1550535"/>
                  <a:ext cx="35568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86" name="Ink 85">
                  <a:extLst>
                    <a:ext uri="{FF2B5EF4-FFF2-40B4-BE49-F238E27FC236}">
                      <a16:creationId xmlns:a16="http://schemas.microsoft.com/office/drawing/2014/main" id="{A0F2FD5F-7257-4985-A831-63EF794E959A}"/>
                    </a:ext>
                  </a:extLst>
                </p14:cNvPr>
                <p14:cNvContentPartPr/>
                <p14:nvPr/>
              </p14:nvContentPartPr>
              <p14:xfrm>
                <a:off x="10985145" y="1569255"/>
                <a:ext cx="204840" cy="173880"/>
              </p14:xfrm>
            </p:contentPart>
          </mc:Choice>
          <mc:Fallback xmlns="">
            <p:pic>
              <p:nvPicPr>
                <p:cNvPr id="86" name="Ink 85">
                  <a:extLst>
                    <a:ext uri="{FF2B5EF4-FFF2-40B4-BE49-F238E27FC236}">
                      <a16:creationId xmlns:a16="http://schemas.microsoft.com/office/drawing/2014/main" id="{A0F2FD5F-7257-4985-A831-63EF794E959A}"/>
                    </a:ext>
                  </a:extLst>
                </p:cNvPr>
                <p:cNvPicPr/>
                <p:nvPr/>
              </p:nvPicPr>
              <p:blipFill>
                <a:blip r:embed="rId177"/>
                <a:stretch>
                  <a:fillRect/>
                </a:stretch>
              </p:blipFill>
              <p:spPr>
                <a:xfrm>
                  <a:off x="10979025" y="1563135"/>
                  <a:ext cx="21708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87" name="Ink 86">
                  <a:extLst>
                    <a:ext uri="{FF2B5EF4-FFF2-40B4-BE49-F238E27FC236}">
                      <a16:creationId xmlns:a16="http://schemas.microsoft.com/office/drawing/2014/main" id="{EB9B54C8-DA6B-9E16-FE5F-F0D0D9CC7EF3}"/>
                    </a:ext>
                  </a:extLst>
                </p14:cNvPr>
                <p14:cNvContentPartPr/>
                <p14:nvPr/>
              </p14:nvContentPartPr>
              <p14:xfrm>
                <a:off x="11286105" y="1499055"/>
                <a:ext cx="193320" cy="174600"/>
              </p14:xfrm>
            </p:contentPart>
          </mc:Choice>
          <mc:Fallback xmlns="">
            <p:pic>
              <p:nvPicPr>
                <p:cNvPr id="87" name="Ink 86">
                  <a:extLst>
                    <a:ext uri="{FF2B5EF4-FFF2-40B4-BE49-F238E27FC236}">
                      <a16:creationId xmlns:a16="http://schemas.microsoft.com/office/drawing/2014/main" id="{EB9B54C8-DA6B-9E16-FE5F-F0D0D9CC7EF3}"/>
                    </a:ext>
                  </a:extLst>
                </p:cNvPr>
                <p:cNvPicPr/>
                <p:nvPr/>
              </p:nvPicPr>
              <p:blipFill>
                <a:blip r:embed="rId179"/>
                <a:stretch>
                  <a:fillRect/>
                </a:stretch>
              </p:blipFill>
              <p:spPr>
                <a:xfrm>
                  <a:off x="11279985" y="1492935"/>
                  <a:ext cx="2055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88" name="Ink 87">
                  <a:extLst>
                    <a:ext uri="{FF2B5EF4-FFF2-40B4-BE49-F238E27FC236}">
                      <a16:creationId xmlns:a16="http://schemas.microsoft.com/office/drawing/2014/main" id="{3C2FD4EC-DDA7-E098-93CA-28D5BCF9B323}"/>
                    </a:ext>
                  </a:extLst>
                </p14:cNvPr>
                <p14:cNvContentPartPr/>
                <p14:nvPr/>
              </p14:nvContentPartPr>
              <p14:xfrm>
                <a:off x="11509665" y="1543335"/>
                <a:ext cx="42120" cy="144360"/>
              </p14:xfrm>
            </p:contentPart>
          </mc:Choice>
          <mc:Fallback xmlns="">
            <p:pic>
              <p:nvPicPr>
                <p:cNvPr id="88" name="Ink 87">
                  <a:extLst>
                    <a:ext uri="{FF2B5EF4-FFF2-40B4-BE49-F238E27FC236}">
                      <a16:creationId xmlns:a16="http://schemas.microsoft.com/office/drawing/2014/main" id="{3C2FD4EC-DDA7-E098-93CA-28D5BCF9B323}"/>
                    </a:ext>
                  </a:extLst>
                </p:cNvPr>
                <p:cNvPicPr/>
                <p:nvPr/>
              </p:nvPicPr>
              <p:blipFill>
                <a:blip r:embed="rId181"/>
                <a:stretch>
                  <a:fillRect/>
                </a:stretch>
              </p:blipFill>
              <p:spPr>
                <a:xfrm>
                  <a:off x="11503545" y="1537215"/>
                  <a:ext cx="543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89" name="Ink 88">
                  <a:extLst>
                    <a:ext uri="{FF2B5EF4-FFF2-40B4-BE49-F238E27FC236}">
                      <a16:creationId xmlns:a16="http://schemas.microsoft.com/office/drawing/2014/main" id="{FA2C23E9-E86C-1EC1-CB63-E59C065280B9}"/>
                    </a:ext>
                  </a:extLst>
                </p14:cNvPr>
                <p14:cNvContentPartPr/>
                <p14:nvPr/>
              </p14:nvContentPartPr>
              <p14:xfrm>
                <a:off x="11600025" y="1321935"/>
                <a:ext cx="27720" cy="7560"/>
              </p14:xfrm>
            </p:contentPart>
          </mc:Choice>
          <mc:Fallback xmlns="">
            <p:pic>
              <p:nvPicPr>
                <p:cNvPr id="89" name="Ink 88">
                  <a:extLst>
                    <a:ext uri="{FF2B5EF4-FFF2-40B4-BE49-F238E27FC236}">
                      <a16:creationId xmlns:a16="http://schemas.microsoft.com/office/drawing/2014/main" id="{FA2C23E9-E86C-1EC1-CB63-E59C065280B9}"/>
                    </a:ext>
                  </a:extLst>
                </p:cNvPr>
                <p:cNvPicPr/>
                <p:nvPr/>
              </p:nvPicPr>
              <p:blipFill>
                <a:blip r:embed="rId183"/>
                <a:stretch>
                  <a:fillRect/>
                </a:stretch>
              </p:blipFill>
              <p:spPr>
                <a:xfrm>
                  <a:off x="11593905" y="1315815"/>
                  <a:ext cx="3996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0" name="Ink 89">
                  <a:extLst>
                    <a:ext uri="{FF2B5EF4-FFF2-40B4-BE49-F238E27FC236}">
                      <a16:creationId xmlns:a16="http://schemas.microsoft.com/office/drawing/2014/main" id="{DF72AF79-5BD9-76D1-646E-8C13CD6CD7E6}"/>
                    </a:ext>
                  </a:extLst>
                </p14:cNvPr>
                <p14:cNvContentPartPr/>
                <p14:nvPr/>
              </p14:nvContentPartPr>
              <p14:xfrm>
                <a:off x="11635665" y="1477455"/>
                <a:ext cx="98640" cy="112320"/>
              </p14:xfrm>
            </p:contentPart>
          </mc:Choice>
          <mc:Fallback xmlns="">
            <p:pic>
              <p:nvPicPr>
                <p:cNvPr id="90" name="Ink 89">
                  <a:extLst>
                    <a:ext uri="{FF2B5EF4-FFF2-40B4-BE49-F238E27FC236}">
                      <a16:creationId xmlns:a16="http://schemas.microsoft.com/office/drawing/2014/main" id="{DF72AF79-5BD9-76D1-646E-8C13CD6CD7E6}"/>
                    </a:ext>
                  </a:extLst>
                </p:cNvPr>
                <p:cNvPicPr/>
                <p:nvPr/>
              </p:nvPicPr>
              <p:blipFill>
                <a:blip r:embed="rId185"/>
                <a:stretch>
                  <a:fillRect/>
                </a:stretch>
              </p:blipFill>
              <p:spPr>
                <a:xfrm>
                  <a:off x="11629545" y="1471335"/>
                  <a:ext cx="11088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1" name="Ink 90">
                  <a:extLst>
                    <a:ext uri="{FF2B5EF4-FFF2-40B4-BE49-F238E27FC236}">
                      <a16:creationId xmlns:a16="http://schemas.microsoft.com/office/drawing/2014/main" id="{2D2906B3-899C-1CD5-1D83-2F0209D5AADF}"/>
                    </a:ext>
                  </a:extLst>
                </p14:cNvPr>
                <p14:cNvContentPartPr/>
                <p14:nvPr/>
              </p14:nvContentPartPr>
              <p14:xfrm>
                <a:off x="11744025" y="1502295"/>
                <a:ext cx="109080" cy="73080"/>
              </p14:xfrm>
            </p:contentPart>
          </mc:Choice>
          <mc:Fallback xmlns="">
            <p:pic>
              <p:nvPicPr>
                <p:cNvPr id="91" name="Ink 90">
                  <a:extLst>
                    <a:ext uri="{FF2B5EF4-FFF2-40B4-BE49-F238E27FC236}">
                      <a16:creationId xmlns:a16="http://schemas.microsoft.com/office/drawing/2014/main" id="{2D2906B3-899C-1CD5-1D83-2F0209D5AADF}"/>
                    </a:ext>
                  </a:extLst>
                </p:cNvPr>
                <p:cNvPicPr/>
                <p:nvPr/>
              </p:nvPicPr>
              <p:blipFill>
                <a:blip r:embed="rId187"/>
                <a:stretch>
                  <a:fillRect/>
                </a:stretch>
              </p:blipFill>
              <p:spPr>
                <a:xfrm>
                  <a:off x="11737905" y="1496175"/>
                  <a:ext cx="12132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92" name="Ink 91">
                  <a:extLst>
                    <a:ext uri="{FF2B5EF4-FFF2-40B4-BE49-F238E27FC236}">
                      <a16:creationId xmlns:a16="http://schemas.microsoft.com/office/drawing/2014/main" id="{6F299F3C-31A2-F5D7-F8B2-7F0FD9C665CF}"/>
                    </a:ext>
                  </a:extLst>
                </p14:cNvPr>
                <p14:cNvContentPartPr/>
                <p14:nvPr/>
              </p14:nvContentPartPr>
              <p14:xfrm>
                <a:off x="11888745" y="1411575"/>
                <a:ext cx="130320" cy="147960"/>
              </p14:xfrm>
            </p:contentPart>
          </mc:Choice>
          <mc:Fallback xmlns="">
            <p:pic>
              <p:nvPicPr>
                <p:cNvPr id="92" name="Ink 91">
                  <a:extLst>
                    <a:ext uri="{FF2B5EF4-FFF2-40B4-BE49-F238E27FC236}">
                      <a16:creationId xmlns:a16="http://schemas.microsoft.com/office/drawing/2014/main" id="{6F299F3C-31A2-F5D7-F8B2-7F0FD9C665CF}"/>
                    </a:ext>
                  </a:extLst>
                </p:cNvPr>
                <p:cNvPicPr/>
                <p:nvPr/>
              </p:nvPicPr>
              <p:blipFill>
                <a:blip r:embed="rId189"/>
                <a:stretch>
                  <a:fillRect/>
                </a:stretch>
              </p:blipFill>
              <p:spPr>
                <a:xfrm>
                  <a:off x="11882625" y="1405455"/>
                  <a:ext cx="14256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93" name="Ink 92">
                  <a:extLst>
                    <a:ext uri="{FF2B5EF4-FFF2-40B4-BE49-F238E27FC236}">
                      <a16:creationId xmlns:a16="http://schemas.microsoft.com/office/drawing/2014/main" id="{4F2760F0-010B-16E6-4BE5-081C3B5080D4}"/>
                    </a:ext>
                  </a:extLst>
                </p14:cNvPr>
                <p14:cNvContentPartPr/>
                <p14:nvPr/>
              </p14:nvContentPartPr>
              <p14:xfrm>
                <a:off x="11733945" y="1259295"/>
                <a:ext cx="349920" cy="696240"/>
              </p14:xfrm>
            </p:contentPart>
          </mc:Choice>
          <mc:Fallback xmlns="">
            <p:pic>
              <p:nvPicPr>
                <p:cNvPr id="93" name="Ink 92">
                  <a:extLst>
                    <a:ext uri="{FF2B5EF4-FFF2-40B4-BE49-F238E27FC236}">
                      <a16:creationId xmlns:a16="http://schemas.microsoft.com/office/drawing/2014/main" id="{4F2760F0-010B-16E6-4BE5-081C3B5080D4}"/>
                    </a:ext>
                  </a:extLst>
                </p:cNvPr>
                <p:cNvPicPr/>
                <p:nvPr/>
              </p:nvPicPr>
              <p:blipFill>
                <a:blip r:embed="rId191"/>
                <a:stretch>
                  <a:fillRect/>
                </a:stretch>
              </p:blipFill>
              <p:spPr>
                <a:xfrm>
                  <a:off x="11727825" y="1253175"/>
                  <a:ext cx="362160" cy="7084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97" name="Ink 96">
                  <a:extLst>
                    <a:ext uri="{FF2B5EF4-FFF2-40B4-BE49-F238E27FC236}">
                      <a16:creationId xmlns:a16="http://schemas.microsoft.com/office/drawing/2014/main" id="{A39FABAB-73A7-0ADB-A1F4-0DBE4E19F963}"/>
                    </a:ext>
                  </a:extLst>
                </p14:cNvPr>
                <p14:cNvContentPartPr/>
                <p14:nvPr/>
              </p14:nvContentPartPr>
              <p14:xfrm>
                <a:off x="10112865" y="2099895"/>
                <a:ext cx="1326600" cy="101160"/>
              </p14:xfrm>
            </p:contentPart>
          </mc:Choice>
          <mc:Fallback xmlns="">
            <p:pic>
              <p:nvPicPr>
                <p:cNvPr id="97" name="Ink 96">
                  <a:extLst>
                    <a:ext uri="{FF2B5EF4-FFF2-40B4-BE49-F238E27FC236}">
                      <a16:creationId xmlns:a16="http://schemas.microsoft.com/office/drawing/2014/main" id="{A39FABAB-73A7-0ADB-A1F4-0DBE4E19F963}"/>
                    </a:ext>
                  </a:extLst>
                </p:cNvPr>
                <p:cNvPicPr/>
                <p:nvPr/>
              </p:nvPicPr>
              <p:blipFill>
                <a:blip r:embed="rId193"/>
                <a:stretch>
                  <a:fillRect/>
                </a:stretch>
              </p:blipFill>
              <p:spPr>
                <a:xfrm>
                  <a:off x="10106745" y="2093775"/>
                  <a:ext cx="13388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1" name="Ink 120">
                  <a:extLst>
                    <a:ext uri="{FF2B5EF4-FFF2-40B4-BE49-F238E27FC236}">
                      <a16:creationId xmlns:a16="http://schemas.microsoft.com/office/drawing/2014/main" id="{0ED086E7-F7C6-8CCA-DBCE-9E678CCBBC89}"/>
                    </a:ext>
                  </a:extLst>
                </p14:cNvPr>
                <p14:cNvContentPartPr/>
                <p14:nvPr/>
              </p14:nvContentPartPr>
              <p14:xfrm>
                <a:off x="10753305" y="2034375"/>
                <a:ext cx="1111320" cy="58320"/>
              </p14:xfrm>
            </p:contentPart>
          </mc:Choice>
          <mc:Fallback xmlns="">
            <p:pic>
              <p:nvPicPr>
                <p:cNvPr id="121" name="Ink 120">
                  <a:extLst>
                    <a:ext uri="{FF2B5EF4-FFF2-40B4-BE49-F238E27FC236}">
                      <a16:creationId xmlns:a16="http://schemas.microsoft.com/office/drawing/2014/main" id="{0ED086E7-F7C6-8CCA-DBCE-9E678CCBBC89}"/>
                    </a:ext>
                  </a:extLst>
                </p:cNvPr>
                <p:cNvPicPr/>
                <p:nvPr/>
              </p:nvPicPr>
              <p:blipFill>
                <a:blip r:embed="rId195"/>
                <a:stretch>
                  <a:fillRect/>
                </a:stretch>
              </p:blipFill>
              <p:spPr>
                <a:xfrm>
                  <a:off x="10747185" y="2028255"/>
                  <a:ext cx="112356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3" name="Ink 122">
                  <a:extLst>
                    <a:ext uri="{FF2B5EF4-FFF2-40B4-BE49-F238E27FC236}">
                      <a16:creationId xmlns:a16="http://schemas.microsoft.com/office/drawing/2014/main" id="{726A0503-43BB-AF6A-9AB1-BB84F15F3CDF}"/>
                    </a:ext>
                  </a:extLst>
                </p14:cNvPr>
                <p14:cNvContentPartPr/>
                <p14:nvPr/>
              </p14:nvContentPartPr>
              <p14:xfrm>
                <a:off x="5954865" y="4398855"/>
                <a:ext cx="689760" cy="348480"/>
              </p14:xfrm>
            </p:contentPart>
          </mc:Choice>
          <mc:Fallback xmlns="">
            <p:pic>
              <p:nvPicPr>
                <p:cNvPr id="123" name="Ink 122">
                  <a:extLst>
                    <a:ext uri="{FF2B5EF4-FFF2-40B4-BE49-F238E27FC236}">
                      <a16:creationId xmlns:a16="http://schemas.microsoft.com/office/drawing/2014/main" id="{726A0503-43BB-AF6A-9AB1-BB84F15F3CDF}"/>
                    </a:ext>
                  </a:extLst>
                </p:cNvPr>
                <p:cNvPicPr/>
                <p:nvPr/>
              </p:nvPicPr>
              <p:blipFill>
                <a:blip r:embed="rId197"/>
                <a:stretch>
                  <a:fillRect/>
                </a:stretch>
              </p:blipFill>
              <p:spPr>
                <a:xfrm>
                  <a:off x="5948745" y="4392735"/>
                  <a:ext cx="70200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4" name="Ink 123">
                  <a:extLst>
                    <a:ext uri="{FF2B5EF4-FFF2-40B4-BE49-F238E27FC236}">
                      <a16:creationId xmlns:a16="http://schemas.microsoft.com/office/drawing/2014/main" id="{FE1B7672-D03A-D1F7-67DB-7FDD68C3B3FB}"/>
                    </a:ext>
                  </a:extLst>
                </p14:cNvPr>
                <p14:cNvContentPartPr/>
                <p14:nvPr/>
              </p14:nvContentPartPr>
              <p14:xfrm>
                <a:off x="6932265" y="4054335"/>
                <a:ext cx="488520" cy="427320"/>
              </p14:xfrm>
            </p:contentPart>
          </mc:Choice>
          <mc:Fallback xmlns="">
            <p:pic>
              <p:nvPicPr>
                <p:cNvPr id="124" name="Ink 123">
                  <a:extLst>
                    <a:ext uri="{FF2B5EF4-FFF2-40B4-BE49-F238E27FC236}">
                      <a16:creationId xmlns:a16="http://schemas.microsoft.com/office/drawing/2014/main" id="{FE1B7672-D03A-D1F7-67DB-7FDD68C3B3FB}"/>
                    </a:ext>
                  </a:extLst>
                </p:cNvPr>
                <p:cNvPicPr/>
                <p:nvPr/>
              </p:nvPicPr>
              <p:blipFill>
                <a:blip r:embed="rId199"/>
                <a:stretch>
                  <a:fillRect/>
                </a:stretch>
              </p:blipFill>
              <p:spPr>
                <a:xfrm>
                  <a:off x="6926145" y="4048215"/>
                  <a:ext cx="50076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5" name="Ink 124">
                  <a:extLst>
                    <a:ext uri="{FF2B5EF4-FFF2-40B4-BE49-F238E27FC236}">
                      <a16:creationId xmlns:a16="http://schemas.microsoft.com/office/drawing/2014/main" id="{BEE1BFA1-69C3-B734-273A-67F111D6E9B8}"/>
                    </a:ext>
                  </a:extLst>
                </p14:cNvPr>
                <p14:cNvContentPartPr/>
                <p14:nvPr/>
              </p14:nvContentPartPr>
              <p14:xfrm>
                <a:off x="7431585" y="3767415"/>
                <a:ext cx="479160" cy="371880"/>
              </p14:xfrm>
            </p:contentPart>
          </mc:Choice>
          <mc:Fallback xmlns="">
            <p:pic>
              <p:nvPicPr>
                <p:cNvPr id="125" name="Ink 124">
                  <a:extLst>
                    <a:ext uri="{FF2B5EF4-FFF2-40B4-BE49-F238E27FC236}">
                      <a16:creationId xmlns:a16="http://schemas.microsoft.com/office/drawing/2014/main" id="{BEE1BFA1-69C3-B734-273A-67F111D6E9B8}"/>
                    </a:ext>
                  </a:extLst>
                </p:cNvPr>
                <p:cNvPicPr/>
                <p:nvPr/>
              </p:nvPicPr>
              <p:blipFill>
                <a:blip r:embed="rId201"/>
                <a:stretch>
                  <a:fillRect/>
                </a:stretch>
              </p:blipFill>
              <p:spPr>
                <a:xfrm>
                  <a:off x="7425465" y="3761295"/>
                  <a:ext cx="491400" cy="384120"/>
                </a:xfrm>
                <a:prstGeom prst="rect">
                  <a:avLst/>
                </a:prstGeom>
              </p:spPr>
            </p:pic>
          </mc:Fallback>
        </mc:AlternateContent>
      </p:grpSp>
    </p:spTree>
    <p:extLst>
      <p:ext uri="{BB962C8B-B14F-4D97-AF65-F5344CB8AC3E}">
        <p14:creationId xmlns:p14="http://schemas.microsoft.com/office/powerpoint/2010/main" val="1018488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DDA3B74E-413C-DA14-4571-2A3FA46EB18F}"/>
                  </a:ext>
                </a:extLst>
              </p14:cNvPr>
              <p14:cNvContentPartPr/>
              <p14:nvPr/>
            </p14:nvContentPartPr>
            <p14:xfrm>
              <a:off x="3200505" y="673935"/>
              <a:ext cx="834120" cy="111960"/>
            </p14:xfrm>
          </p:contentPart>
        </mc:Choice>
        <mc:Fallback xmlns="">
          <p:pic>
            <p:nvPicPr>
              <p:cNvPr id="14" name="Ink 13">
                <a:extLst>
                  <a:ext uri="{FF2B5EF4-FFF2-40B4-BE49-F238E27FC236}">
                    <a16:creationId xmlns:a16="http://schemas.microsoft.com/office/drawing/2014/main" id="{DDA3B74E-413C-DA14-4571-2A3FA46EB18F}"/>
                  </a:ext>
                </a:extLst>
              </p:cNvPr>
              <p:cNvPicPr/>
              <p:nvPr/>
            </p:nvPicPr>
            <p:blipFill>
              <a:blip r:embed="rId3"/>
              <a:stretch>
                <a:fillRect/>
              </a:stretch>
            </p:blipFill>
            <p:spPr>
              <a:xfrm>
                <a:off x="3194385" y="667815"/>
                <a:ext cx="8463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8" name="Ink 47">
                <a:extLst>
                  <a:ext uri="{FF2B5EF4-FFF2-40B4-BE49-F238E27FC236}">
                    <a16:creationId xmlns:a16="http://schemas.microsoft.com/office/drawing/2014/main" id="{5F337621-DB2B-34D5-0E1E-3E5EAC0C4FE7}"/>
                  </a:ext>
                </a:extLst>
              </p14:cNvPr>
              <p14:cNvContentPartPr/>
              <p14:nvPr/>
            </p14:nvContentPartPr>
            <p14:xfrm>
              <a:off x="3166665" y="2732775"/>
              <a:ext cx="1036440" cy="129960"/>
            </p14:xfrm>
          </p:contentPart>
        </mc:Choice>
        <mc:Fallback xmlns="">
          <p:pic>
            <p:nvPicPr>
              <p:cNvPr id="48" name="Ink 47">
                <a:extLst>
                  <a:ext uri="{FF2B5EF4-FFF2-40B4-BE49-F238E27FC236}">
                    <a16:creationId xmlns:a16="http://schemas.microsoft.com/office/drawing/2014/main" id="{5F337621-DB2B-34D5-0E1E-3E5EAC0C4FE7}"/>
                  </a:ext>
                </a:extLst>
              </p:cNvPr>
              <p:cNvPicPr/>
              <p:nvPr/>
            </p:nvPicPr>
            <p:blipFill>
              <a:blip r:embed="rId5"/>
              <a:stretch>
                <a:fillRect/>
              </a:stretch>
            </p:blipFill>
            <p:spPr>
              <a:xfrm>
                <a:off x="3160545" y="2726655"/>
                <a:ext cx="104868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9" name="Ink 48">
                <a:extLst>
                  <a:ext uri="{FF2B5EF4-FFF2-40B4-BE49-F238E27FC236}">
                    <a16:creationId xmlns:a16="http://schemas.microsoft.com/office/drawing/2014/main" id="{5E0D7185-B568-B550-A99B-D49CFF4DD738}"/>
                  </a:ext>
                </a:extLst>
              </p14:cNvPr>
              <p14:cNvContentPartPr/>
              <p14:nvPr/>
            </p14:nvContentPartPr>
            <p14:xfrm>
              <a:off x="3853905" y="2351895"/>
              <a:ext cx="384480" cy="844920"/>
            </p14:xfrm>
          </p:contentPart>
        </mc:Choice>
        <mc:Fallback xmlns="">
          <p:pic>
            <p:nvPicPr>
              <p:cNvPr id="49" name="Ink 48">
                <a:extLst>
                  <a:ext uri="{FF2B5EF4-FFF2-40B4-BE49-F238E27FC236}">
                    <a16:creationId xmlns:a16="http://schemas.microsoft.com/office/drawing/2014/main" id="{5E0D7185-B568-B550-A99B-D49CFF4DD738}"/>
                  </a:ext>
                </a:extLst>
              </p:cNvPr>
              <p:cNvPicPr/>
              <p:nvPr/>
            </p:nvPicPr>
            <p:blipFill>
              <a:blip r:embed="rId7"/>
              <a:stretch>
                <a:fillRect/>
              </a:stretch>
            </p:blipFill>
            <p:spPr>
              <a:xfrm>
                <a:off x="3847785" y="2345775"/>
                <a:ext cx="396720" cy="857160"/>
              </a:xfrm>
              <a:prstGeom prst="rect">
                <a:avLst/>
              </a:prstGeom>
            </p:spPr>
          </p:pic>
        </mc:Fallback>
      </mc:AlternateContent>
      <p:grpSp>
        <p:nvGrpSpPr>
          <p:cNvPr id="102" name="Group 101">
            <a:extLst>
              <a:ext uri="{FF2B5EF4-FFF2-40B4-BE49-F238E27FC236}">
                <a16:creationId xmlns:a16="http://schemas.microsoft.com/office/drawing/2014/main" id="{27D3F398-48D5-4DB6-C2E8-79AEFE8C5034}"/>
              </a:ext>
            </a:extLst>
          </p:cNvPr>
          <p:cNvGrpSpPr/>
          <p:nvPr/>
        </p:nvGrpSpPr>
        <p:grpSpPr>
          <a:xfrm>
            <a:off x="249225" y="509775"/>
            <a:ext cx="2297520" cy="3131280"/>
            <a:chOff x="249225" y="509775"/>
            <a:chExt cx="2297520" cy="3131280"/>
          </a:xfrm>
        </p:grpSpPr>
        <mc:AlternateContent xmlns:mc="http://schemas.openxmlformats.org/markup-compatibility/2006" xmlns:p14="http://schemas.microsoft.com/office/powerpoint/2010/main">
          <mc:Choice Requires="p14">
            <p:contentPart p14:bwMode="auto" r:id="rId8">
              <p14:nvContentPartPr>
                <p14:cNvPr id="2" name="Ink 1">
                  <a:extLst>
                    <a:ext uri="{FF2B5EF4-FFF2-40B4-BE49-F238E27FC236}">
                      <a16:creationId xmlns:a16="http://schemas.microsoft.com/office/drawing/2014/main" id="{61C146C1-9A3F-BC7C-4FCE-0390D6287AB7}"/>
                    </a:ext>
                  </a:extLst>
                </p14:cNvPr>
                <p14:cNvContentPartPr/>
                <p14:nvPr/>
              </p14:nvContentPartPr>
              <p14:xfrm>
                <a:off x="352905" y="509775"/>
                <a:ext cx="1065600" cy="233280"/>
              </p14:xfrm>
            </p:contentPart>
          </mc:Choice>
          <mc:Fallback xmlns="">
            <p:pic>
              <p:nvPicPr>
                <p:cNvPr id="2" name="Ink 1">
                  <a:extLst>
                    <a:ext uri="{FF2B5EF4-FFF2-40B4-BE49-F238E27FC236}">
                      <a16:creationId xmlns:a16="http://schemas.microsoft.com/office/drawing/2014/main" id="{61C146C1-9A3F-BC7C-4FCE-0390D6287AB7}"/>
                    </a:ext>
                  </a:extLst>
                </p:cNvPr>
                <p:cNvPicPr/>
                <p:nvPr/>
              </p:nvPicPr>
              <p:blipFill>
                <a:blip r:embed="rId9"/>
                <a:stretch>
                  <a:fillRect/>
                </a:stretch>
              </p:blipFill>
              <p:spPr>
                <a:xfrm>
                  <a:off x="346785" y="503655"/>
                  <a:ext cx="107784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Ink 2">
                  <a:extLst>
                    <a:ext uri="{FF2B5EF4-FFF2-40B4-BE49-F238E27FC236}">
                      <a16:creationId xmlns:a16="http://schemas.microsoft.com/office/drawing/2014/main" id="{CEC726AB-EDA2-1FBE-CE17-77F0297C6B28}"/>
                    </a:ext>
                  </a:extLst>
                </p14:cNvPr>
                <p14:cNvContentPartPr/>
                <p14:nvPr/>
              </p14:nvContentPartPr>
              <p14:xfrm>
                <a:off x="936825" y="554415"/>
                <a:ext cx="79560" cy="345240"/>
              </p14:xfrm>
            </p:contentPart>
          </mc:Choice>
          <mc:Fallback xmlns="">
            <p:pic>
              <p:nvPicPr>
                <p:cNvPr id="3" name="Ink 2">
                  <a:extLst>
                    <a:ext uri="{FF2B5EF4-FFF2-40B4-BE49-F238E27FC236}">
                      <a16:creationId xmlns:a16="http://schemas.microsoft.com/office/drawing/2014/main" id="{CEC726AB-EDA2-1FBE-CE17-77F0297C6B28}"/>
                    </a:ext>
                  </a:extLst>
                </p:cNvPr>
                <p:cNvPicPr/>
                <p:nvPr/>
              </p:nvPicPr>
              <p:blipFill>
                <a:blip r:embed="rId11"/>
                <a:stretch>
                  <a:fillRect/>
                </a:stretch>
              </p:blipFill>
              <p:spPr>
                <a:xfrm>
                  <a:off x="930705" y="548295"/>
                  <a:ext cx="9180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Ink 3">
                  <a:extLst>
                    <a:ext uri="{FF2B5EF4-FFF2-40B4-BE49-F238E27FC236}">
                      <a16:creationId xmlns:a16="http://schemas.microsoft.com/office/drawing/2014/main" id="{1EA74DC5-2A8F-7B08-2647-D2A0F9A7E6AF}"/>
                    </a:ext>
                  </a:extLst>
                </p14:cNvPr>
                <p14:cNvContentPartPr/>
                <p14:nvPr/>
              </p14:nvContentPartPr>
              <p14:xfrm>
                <a:off x="1059225" y="721815"/>
                <a:ext cx="525240" cy="318600"/>
              </p14:xfrm>
            </p:contentPart>
          </mc:Choice>
          <mc:Fallback xmlns="">
            <p:pic>
              <p:nvPicPr>
                <p:cNvPr id="4" name="Ink 3">
                  <a:extLst>
                    <a:ext uri="{FF2B5EF4-FFF2-40B4-BE49-F238E27FC236}">
                      <a16:creationId xmlns:a16="http://schemas.microsoft.com/office/drawing/2014/main" id="{1EA74DC5-2A8F-7B08-2647-D2A0F9A7E6AF}"/>
                    </a:ext>
                  </a:extLst>
                </p:cNvPr>
                <p:cNvPicPr/>
                <p:nvPr/>
              </p:nvPicPr>
              <p:blipFill>
                <a:blip r:embed="rId13"/>
                <a:stretch>
                  <a:fillRect/>
                </a:stretch>
              </p:blipFill>
              <p:spPr>
                <a:xfrm>
                  <a:off x="1053105" y="715695"/>
                  <a:ext cx="53748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 name="Ink 4">
                  <a:extLst>
                    <a:ext uri="{FF2B5EF4-FFF2-40B4-BE49-F238E27FC236}">
                      <a16:creationId xmlns:a16="http://schemas.microsoft.com/office/drawing/2014/main" id="{B6443F96-56C9-9726-E31F-715164C8BF0E}"/>
                    </a:ext>
                  </a:extLst>
                </p14:cNvPr>
                <p14:cNvContentPartPr/>
                <p14:nvPr/>
              </p14:nvContentPartPr>
              <p14:xfrm>
                <a:off x="1625145" y="761415"/>
                <a:ext cx="406080" cy="169200"/>
              </p14:xfrm>
            </p:contentPart>
          </mc:Choice>
          <mc:Fallback xmlns="">
            <p:pic>
              <p:nvPicPr>
                <p:cNvPr id="5" name="Ink 4">
                  <a:extLst>
                    <a:ext uri="{FF2B5EF4-FFF2-40B4-BE49-F238E27FC236}">
                      <a16:creationId xmlns:a16="http://schemas.microsoft.com/office/drawing/2014/main" id="{B6443F96-56C9-9726-E31F-715164C8BF0E}"/>
                    </a:ext>
                  </a:extLst>
                </p:cNvPr>
                <p:cNvPicPr/>
                <p:nvPr/>
              </p:nvPicPr>
              <p:blipFill>
                <a:blip r:embed="rId15"/>
                <a:stretch>
                  <a:fillRect/>
                </a:stretch>
              </p:blipFill>
              <p:spPr>
                <a:xfrm>
                  <a:off x="1619025" y="755295"/>
                  <a:ext cx="41832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Ink 5">
                  <a:extLst>
                    <a:ext uri="{FF2B5EF4-FFF2-40B4-BE49-F238E27FC236}">
                      <a16:creationId xmlns:a16="http://schemas.microsoft.com/office/drawing/2014/main" id="{939B100D-0179-5F50-CFBD-E03211C34733}"/>
                    </a:ext>
                  </a:extLst>
                </p14:cNvPr>
                <p14:cNvContentPartPr/>
                <p14:nvPr/>
              </p14:nvContentPartPr>
              <p14:xfrm>
                <a:off x="2180625" y="577095"/>
                <a:ext cx="20880" cy="24120"/>
              </p14:xfrm>
            </p:contentPart>
          </mc:Choice>
          <mc:Fallback xmlns="">
            <p:pic>
              <p:nvPicPr>
                <p:cNvPr id="6" name="Ink 5">
                  <a:extLst>
                    <a:ext uri="{FF2B5EF4-FFF2-40B4-BE49-F238E27FC236}">
                      <a16:creationId xmlns:a16="http://schemas.microsoft.com/office/drawing/2014/main" id="{939B100D-0179-5F50-CFBD-E03211C34733}"/>
                    </a:ext>
                  </a:extLst>
                </p:cNvPr>
                <p:cNvPicPr/>
                <p:nvPr/>
              </p:nvPicPr>
              <p:blipFill>
                <a:blip r:embed="rId17"/>
                <a:stretch>
                  <a:fillRect/>
                </a:stretch>
              </p:blipFill>
              <p:spPr>
                <a:xfrm>
                  <a:off x="2174505" y="570975"/>
                  <a:ext cx="331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Ink 6">
                  <a:extLst>
                    <a:ext uri="{FF2B5EF4-FFF2-40B4-BE49-F238E27FC236}">
                      <a16:creationId xmlns:a16="http://schemas.microsoft.com/office/drawing/2014/main" id="{5C8C2FF8-8DA6-2CC8-4A98-890423C4029F}"/>
                    </a:ext>
                  </a:extLst>
                </p14:cNvPr>
                <p14:cNvContentPartPr/>
                <p14:nvPr/>
              </p14:nvContentPartPr>
              <p14:xfrm>
                <a:off x="2217345" y="747015"/>
                <a:ext cx="329400" cy="153720"/>
              </p14:xfrm>
            </p:contentPart>
          </mc:Choice>
          <mc:Fallback xmlns="">
            <p:pic>
              <p:nvPicPr>
                <p:cNvPr id="7" name="Ink 6">
                  <a:extLst>
                    <a:ext uri="{FF2B5EF4-FFF2-40B4-BE49-F238E27FC236}">
                      <a16:creationId xmlns:a16="http://schemas.microsoft.com/office/drawing/2014/main" id="{5C8C2FF8-8DA6-2CC8-4A98-890423C4029F}"/>
                    </a:ext>
                  </a:extLst>
                </p:cNvPr>
                <p:cNvPicPr/>
                <p:nvPr/>
              </p:nvPicPr>
              <p:blipFill>
                <a:blip r:embed="rId19"/>
                <a:stretch>
                  <a:fillRect/>
                </a:stretch>
              </p:blipFill>
              <p:spPr>
                <a:xfrm>
                  <a:off x="2211225" y="740895"/>
                  <a:ext cx="3416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Ink 8">
                  <a:extLst>
                    <a:ext uri="{FF2B5EF4-FFF2-40B4-BE49-F238E27FC236}">
                      <a16:creationId xmlns:a16="http://schemas.microsoft.com/office/drawing/2014/main" id="{E41F53CB-D6FF-2CEB-3B66-1A9F366BDCB5}"/>
                    </a:ext>
                  </a:extLst>
                </p14:cNvPr>
                <p14:cNvContentPartPr/>
                <p14:nvPr/>
              </p14:nvContentPartPr>
              <p14:xfrm>
                <a:off x="663945" y="2813415"/>
                <a:ext cx="781560" cy="155160"/>
              </p14:xfrm>
            </p:contentPart>
          </mc:Choice>
          <mc:Fallback xmlns="">
            <p:pic>
              <p:nvPicPr>
                <p:cNvPr id="9" name="Ink 8">
                  <a:extLst>
                    <a:ext uri="{FF2B5EF4-FFF2-40B4-BE49-F238E27FC236}">
                      <a16:creationId xmlns:a16="http://schemas.microsoft.com/office/drawing/2014/main" id="{E41F53CB-D6FF-2CEB-3B66-1A9F366BDCB5}"/>
                    </a:ext>
                  </a:extLst>
                </p:cNvPr>
                <p:cNvPicPr/>
                <p:nvPr/>
              </p:nvPicPr>
              <p:blipFill>
                <a:blip r:embed="rId21"/>
                <a:stretch>
                  <a:fillRect/>
                </a:stretch>
              </p:blipFill>
              <p:spPr>
                <a:xfrm>
                  <a:off x="657825" y="2807295"/>
                  <a:ext cx="7938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 name="Ink 9">
                  <a:extLst>
                    <a:ext uri="{FF2B5EF4-FFF2-40B4-BE49-F238E27FC236}">
                      <a16:creationId xmlns:a16="http://schemas.microsoft.com/office/drawing/2014/main" id="{4A8C9FB7-4FB7-6FF1-DEE1-EC2B45C24192}"/>
                    </a:ext>
                  </a:extLst>
                </p14:cNvPr>
                <p14:cNvContentPartPr/>
                <p14:nvPr/>
              </p14:nvContentPartPr>
              <p14:xfrm>
                <a:off x="1035465" y="2921775"/>
                <a:ext cx="111240" cy="370800"/>
              </p14:xfrm>
            </p:contentPart>
          </mc:Choice>
          <mc:Fallback xmlns="">
            <p:pic>
              <p:nvPicPr>
                <p:cNvPr id="10" name="Ink 9">
                  <a:extLst>
                    <a:ext uri="{FF2B5EF4-FFF2-40B4-BE49-F238E27FC236}">
                      <a16:creationId xmlns:a16="http://schemas.microsoft.com/office/drawing/2014/main" id="{4A8C9FB7-4FB7-6FF1-DEE1-EC2B45C24192}"/>
                    </a:ext>
                  </a:extLst>
                </p:cNvPr>
                <p:cNvPicPr/>
                <p:nvPr/>
              </p:nvPicPr>
              <p:blipFill>
                <a:blip r:embed="rId23"/>
                <a:stretch>
                  <a:fillRect/>
                </a:stretch>
              </p:blipFill>
              <p:spPr>
                <a:xfrm>
                  <a:off x="1029345" y="2915655"/>
                  <a:ext cx="12348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 name="Ink 10">
                  <a:extLst>
                    <a:ext uri="{FF2B5EF4-FFF2-40B4-BE49-F238E27FC236}">
                      <a16:creationId xmlns:a16="http://schemas.microsoft.com/office/drawing/2014/main" id="{5DCE2E97-9B80-EA66-18FB-17240EF43049}"/>
                    </a:ext>
                  </a:extLst>
                </p14:cNvPr>
                <p14:cNvContentPartPr/>
                <p14:nvPr/>
              </p14:nvContentPartPr>
              <p14:xfrm>
                <a:off x="1420665" y="2997015"/>
                <a:ext cx="447480" cy="257760"/>
              </p14:xfrm>
            </p:contentPart>
          </mc:Choice>
          <mc:Fallback xmlns="">
            <p:pic>
              <p:nvPicPr>
                <p:cNvPr id="11" name="Ink 10">
                  <a:extLst>
                    <a:ext uri="{FF2B5EF4-FFF2-40B4-BE49-F238E27FC236}">
                      <a16:creationId xmlns:a16="http://schemas.microsoft.com/office/drawing/2014/main" id="{5DCE2E97-9B80-EA66-18FB-17240EF43049}"/>
                    </a:ext>
                  </a:extLst>
                </p:cNvPr>
                <p:cNvPicPr/>
                <p:nvPr/>
              </p:nvPicPr>
              <p:blipFill>
                <a:blip r:embed="rId25"/>
                <a:stretch>
                  <a:fillRect/>
                </a:stretch>
              </p:blipFill>
              <p:spPr>
                <a:xfrm>
                  <a:off x="1414545" y="2990895"/>
                  <a:ext cx="4597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 name="Ink 11">
                  <a:extLst>
                    <a:ext uri="{FF2B5EF4-FFF2-40B4-BE49-F238E27FC236}">
                      <a16:creationId xmlns:a16="http://schemas.microsoft.com/office/drawing/2014/main" id="{74A4986A-9760-BF98-AF85-F6F9337E216D}"/>
                    </a:ext>
                  </a:extLst>
                </p14:cNvPr>
                <p14:cNvContentPartPr/>
                <p14:nvPr/>
              </p14:nvContentPartPr>
              <p14:xfrm>
                <a:off x="2128425" y="2814855"/>
                <a:ext cx="91440" cy="318240"/>
              </p14:xfrm>
            </p:contentPart>
          </mc:Choice>
          <mc:Fallback xmlns="">
            <p:pic>
              <p:nvPicPr>
                <p:cNvPr id="12" name="Ink 11">
                  <a:extLst>
                    <a:ext uri="{FF2B5EF4-FFF2-40B4-BE49-F238E27FC236}">
                      <a16:creationId xmlns:a16="http://schemas.microsoft.com/office/drawing/2014/main" id="{74A4986A-9760-BF98-AF85-F6F9337E216D}"/>
                    </a:ext>
                  </a:extLst>
                </p:cNvPr>
                <p:cNvPicPr/>
                <p:nvPr/>
              </p:nvPicPr>
              <p:blipFill>
                <a:blip r:embed="rId27"/>
                <a:stretch>
                  <a:fillRect/>
                </a:stretch>
              </p:blipFill>
              <p:spPr>
                <a:xfrm>
                  <a:off x="2122305" y="2808735"/>
                  <a:ext cx="10368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 name="Ink 12">
                  <a:extLst>
                    <a:ext uri="{FF2B5EF4-FFF2-40B4-BE49-F238E27FC236}">
                      <a16:creationId xmlns:a16="http://schemas.microsoft.com/office/drawing/2014/main" id="{42522ACD-73CC-CFFF-A16E-A932309F2C9B}"/>
                    </a:ext>
                  </a:extLst>
                </p14:cNvPr>
                <p14:cNvContentPartPr/>
                <p14:nvPr/>
              </p14:nvContentPartPr>
              <p14:xfrm>
                <a:off x="2140665" y="2936175"/>
                <a:ext cx="263160" cy="104400"/>
              </p14:xfrm>
            </p:contentPart>
          </mc:Choice>
          <mc:Fallback xmlns="">
            <p:pic>
              <p:nvPicPr>
                <p:cNvPr id="13" name="Ink 12">
                  <a:extLst>
                    <a:ext uri="{FF2B5EF4-FFF2-40B4-BE49-F238E27FC236}">
                      <a16:creationId xmlns:a16="http://schemas.microsoft.com/office/drawing/2014/main" id="{42522ACD-73CC-CFFF-A16E-A932309F2C9B}"/>
                    </a:ext>
                  </a:extLst>
                </p:cNvPr>
                <p:cNvPicPr/>
                <p:nvPr/>
              </p:nvPicPr>
              <p:blipFill>
                <a:blip r:embed="rId29"/>
                <a:stretch>
                  <a:fillRect/>
                </a:stretch>
              </p:blipFill>
              <p:spPr>
                <a:xfrm>
                  <a:off x="2134545" y="2930055"/>
                  <a:ext cx="2754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1" name="Ink 100">
                  <a:extLst>
                    <a:ext uri="{FF2B5EF4-FFF2-40B4-BE49-F238E27FC236}">
                      <a16:creationId xmlns:a16="http://schemas.microsoft.com/office/drawing/2014/main" id="{A6477553-CC6F-07F8-2DD2-DB9AEEE66E8F}"/>
                    </a:ext>
                  </a:extLst>
                </p14:cNvPr>
                <p14:cNvContentPartPr/>
                <p14:nvPr/>
              </p14:nvContentPartPr>
              <p14:xfrm>
                <a:off x="249225" y="896055"/>
                <a:ext cx="414360" cy="2745000"/>
              </p14:xfrm>
            </p:contentPart>
          </mc:Choice>
          <mc:Fallback xmlns="">
            <p:pic>
              <p:nvPicPr>
                <p:cNvPr id="101" name="Ink 100">
                  <a:extLst>
                    <a:ext uri="{FF2B5EF4-FFF2-40B4-BE49-F238E27FC236}">
                      <a16:creationId xmlns:a16="http://schemas.microsoft.com/office/drawing/2014/main" id="{A6477553-CC6F-07F8-2DD2-DB9AEEE66E8F}"/>
                    </a:ext>
                  </a:extLst>
                </p:cNvPr>
                <p:cNvPicPr/>
                <p:nvPr/>
              </p:nvPicPr>
              <p:blipFill>
                <a:blip r:embed="rId31"/>
                <a:stretch>
                  <a:fillRect/>
                </a:stretch>
              </p:blipFill>
              <p:spPr>
                <a:xfrm>
                  <a:off x="243105" y="889935"/>
                  <a:ext cx="426600" cy="2757240"/>
                </a:xfrm>
                <a:prstGeom prst="rect">
                  <a:avLst/>
                </a:prstGeom>
              </p:spPr>
            </p:pic>
          </mc:Fallback>
        </mc:AlternateContent>
      </p:grpSp>
      <p:grpSp>
        <p:nvGrpSpPr>
          <p:cNvPr id="104" name="Group 103">
            <a:extLst>
              <a:ext uri="{FF2B5EF4-FFF2-40B4-BE49-F238E27FC236}">
                <a16:creationId xmlns:a16="http://schemas.microsoft.com/office/drawing/2014/main" id="{3BB8EB92-C4C5-01D5-3D44-CCA10C15D11E}"/>
              </a:ext>
            </a:extLst>
          </p:cNvPr>
          <p:cNvGrpSpPr/>
          <p:nvPr/>
        </p:nvGrpSpPr>
        <p:grpSpPr>
          <a:xfrm>
            <a:off x="4884585" y="181455"/>
            <a:ext cx="7064280" cy="1288080"/>
            <a:chOff x="4884585" y="181455"/>
            <a:chExt cx="7064280" cy="1288080"/>
          </a:xfrm>
        </p:grpSpPr>
        <mc:AlternateContent xmlns:mc="http://schemas.openxmlformats.org/markup-compatibility/2006" xmlns:p14="http://schemas.microsoft.com/office/powerpoint/2010/main">
          <mc:Choice Requires="p14">
            <p:contentPart p14:bwMode="auto" r:id="rId32">
              <p14:nvContentPartPr>
                <p14:cNvPr id="16" name="Ink 15">
                  <a:extLst>
                    <a:ext uri="{FF2B5EF4-FFF2-40B4-BE49-F238E27FC236}">
                      <a16:creationId xmlns:a16="http://schemas.microsoft.com/office/drawing/2014/main" id="{65CB3964-AEAE-AD9A-8CBA-79A351C105C2}"/>
                    </a:ext>
                  </a:extLst>
                </p14:cNvPr>
                <p14:cNvContentPartPr/>
                <p14:nvPr/>
              </p14:nvContentPartPr>
              <p14:xfrm>
                <a:off x="4884585" y="398175"/>
                <a:ext cx="633960" cy="408600"/>
              </p14:xfrm>
            </p:contentPart>
          </mc:Choice>
          <mc:Fallback xmlns="">
            <p:pic>
              <p:nvPicPr>
                <p:cNvPr id="16" name="Ink 15">
                  <a:extLst>
                    <a:ext uri="{FF2B5EF4-FFF2-40B4-BE49-F238E27FC236}">
                      <a16:creationId xmlns:a16="http://schemas.microsoft.com/office/drawing/2014/main" id="{65CB3964-AEAE-AD9A-8CBA-79A351C105C2}"/>
                    </a:ext>
                  </a:extLst>
                </p:cNvPr>
                <p:cNvPicPr/>
                <p:nvPr/>
              </p:nvPicPr>
              <p:blipFill>
                <a:blip r:embed="rId33"/>
                <a:stretch>
                  <a:fillRect/>
                </a:stretch>
              </p:blipFill>
              <p:spPr>
                <a:xfrm>
                  <a:off x="4878465" y="392055"/>
                  <a:ext cx="64620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Ink 16">
                  <a:extLst>
                    <a:ext uri="{FF2B5EF4-FFF2-40B4-BE49-F238E27FC236}">
                      <a16:creationId xmlns:a16="http://schemas.microsoft.com/office/drawing/2014/main" id="{13435BC4-EF24-9684-FC40-3938FB7E5150}"/>
                    </a:ext>
                  </a:extLst>
                </p14:cNvPr>
                <p14:cNvContentPartPr/>
                <p14:nvPr/>
              </p14:nvContentPartPr>
              <p14:xfrm>
                <a:off x="5526105" y="511575"/>
                <a:ext cx="258840" cy="266760"/>
              </p14:xfrm>
            </p:contentPart>
          </mc:Choice>
          <mc:Fallback xmlns="">
            <p:pic>
              <p:nvPicPr>
                <p:cNvPr id="17" name="Ink 16">
                  <a:extLst>
                    <a:ext uri="{FF2B5EF4-FFF2-40B4-BE49-F238E27FC236}">
                      <a16:creationId xmlns:a16="http://schemas.microsoft.com/office/drawing/2014/main" id="{13435BC4-EF24-9684-FC40-3938FB7E5150}"/>
                    </a:ext>
                  </a:extLst>
                </p:cNvPr>
                <p:cNvPicPr/>
                <p:nvPr/>
              </p:nvPicPr>
              <p:blipFill>
                <a:blip r:embed="rId35"/>
                <a:stretch>
                  <a:fillRect/>
                </a:stretch>
              </p:blipFill>
              <p:spPr>
                <a:xfrm>
                  <a:off x="5519985" y="505455"/>
                  <a:ext cx="27108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Ink 17">
                  <a:extLst>
                    <a:ext uri="{FF2B5EF4-FFF2-40B4-BE49-F238E27FC236}">
                      <a16:creationId xmlns:a16="http://schemas.microsoft.com/office/drawing/2014/main" id="{7467D711-4DC0-77F1-0C9B-52912ACEB228}"/>
                    </a:ext>
                  </a:extLst>
                </p14:cNvPr>
                <p14:cNvContentPartPr/>
                <p14:nvPr/>
              </p14:nvContentPartPr>
              <p14:xfrm>
                <a:off x="5754705" y="509415"/>
                <a:ext cx="334080" cy="163800"/>
              </p14:xfrm>
            </p:contentPart>
          </mc:Choice>
          <mc:Fallback xmlns="">
            <p:pic>
              <p:nvPicPr>
                <p:cNvPr id="18" name="Ink 17">
                  <a:extLst>
                    <a:ext uri="{FF2B5EF4-FFF2-40B4-BE49-F238E27FC236}">
                      <a16:creationId xmlns:a16="http://schemas.microsoft.com/office/drawing/2014/main" id="{7467D711-4DC0-77F1-0C9B-52912ACEB228}"/>
                    </a:ext>
                  </a:extLst>
                </p:cNvPr>
                <p:cNvPicPr/>
                <p:nvPr/>
              </p:nvPicPr>
              <p:blipFill>
                <a:blip r:embed="rId37"/>
                <a:stretch>
                  <a:fillRect/>
                </a:stretch>
              </p:blipFill>
              <p:spPr>
                <a:xfrm>
                  <a:off x="5748585" y="503295"/>
                  <a:ext cx="3463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9" name="Ink 18">
                  <a:extLst>
                    <a:ext uri="{FF2B5EF4-FFF2-40B4-BE49-F238E27FC236}">
                      <a16:creationId xmlns:a16="http://schemas.microsoft.com/office/drawing/2014/main" id="{C9B4E65A-7B91-4974-A527-0968FB7FFD27}"/>
                    </a:ext>
                  </a:extLst>
                </p14:cNvPr>
                <p14:cNvContentPartPr/>
                <p14:nvPr/>
              </p14:nvContentPartPr>
              <p14:xfrm>
                <a:off x="6055305" y="470175"/>
                <a:ext cx="550440" cy="767160"/>
              </p14:xfrm>
            </p:contentPart>
          </mc:Choice>
          <mc:Fallback xmlns="">
            <p:pic>
              <p:nvPicPr>
                <p:cNvPr id="19" name="Ink 18">
                  <a:extLst>
                    <a:ext uri="{FF2B5EF4-FFF2-40B4-BE49-F238E27FC236}">
                      <a16:creationId xmlns:a16="http://schemas.microsoft.com/office/drawing/2014/main" id="{C9B4E65A-7B91-4974-A527-0968FB7FFD27}"/>
                    </a:ext>
                  </a:extLst>
                </p:cNvPr>
                <p:cNvPicPr/>
                <p:nvPr/>
              </p:nvPicPr>
              <p:blipFill>
                <a:blip r:embed="rId39"/>
                <a:stretch>
                  <a:fillRect/>
                </a:stretch>
              </p:blipFill>
              <p:spPr>
                <a:xfrm>
                  <a:off x="6049185" y="464055"/>
                  <a:ext cx="562680" cy="779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0" name="Ink 19">
                  <a:extLst>
                    <a:ext uri="{FF2B5EF4-FFF2-40B4-BE49-F238E27FC236}">
                      <a16:creationId xmlns:a16="http://schemas.microsoft.com/office/drawing/2014/main" id="{DD02D677-FDC5-8FDC-CF28-C14D03D4695B}"/>
                    </a:ext>
                  </a:extLst>
                </p14:cNvPr>
                <p14:cNvContentPartPr/>
                <p14:nvPr/>
              </p14:nvContentPartPr>
              <p14:xfrm>
                <a:off x="6875385" y="442455"/>
                <a:ext cx="559440" cy="628920"/>
              </p14:xfrm>
            </p:contentPart>
          </mc:Choice>
          <mc:Fallback xmlns="">
            <p:pic>
              <p:nvPicPr>
                <p:cNvPr id="20" name="Ink 19">
                  <a:extLst>
                    <a:ext uri="{FF2B5EF4-FFF2-40B4-BE49-F238E27FC236}">
                      <a16:creationId xmlns:a16="http://schemas.microsoft.com/office/drawing/2014/main" id="{DD02D677-FDC5-8FDC-CF28-C14D03D4695B}"/>
                    </a:ext>
                  </a:extLst>
                </p:cNvPr>
                <p:cNvPicPr/>
                <p:nvPr/>
              </p:nvPicPr>
              <p:blipFill>
                <a:blip r:embed="rId41"/>
                <a:stretch>
                  <a:fillRect/>
                </a:stretch>
              </p:blipFill>
              <p:spPr>
                <a:xfrm>
                  <a:off x="6869265" y="436335"/>
                  <a:ext cx="571680" cy="641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1" name="Ink 20">
                  <a:extLst>
                    <a:ext uri="{FF2B5EF4-FFF2-40B4-BE49-F238E27FC236}">
                      <a16:creationId xmlns:a16="http://schemas.microsoft.com/office/drawing/2014/main" id="{5336B8FF-37B5-C474-DC6D-140E5472F6AA}"/>
                    </a:ext>
                  </a:extLst>
                </p14:cNvPr>
                <p14:cNvContentPartPr/>
                <p14:nvPr/>
              </p14:nvContentPartPr>
              <p14:xfrm>
                <a:off x="7562265" y="474135"/>
                <a:ext cx="172080" cy="246600"/>
              </p14:xfrm>
            </p:contentPart>
          </mc:Choice>
          <mc:Fallback xmlns="">
            <p:pic>
              <p:nvPicPr>
                <p:cNvPr id="21" name="Ink 20">
                  <a:extLst>
                    <a:ext uri="{FF2B5EF4-FFF2-40B4-BE49-F238E27FC236}">
                      <a16:creationId xmlns:a16="http://schemas.microsoft.com/office/drawing/2014/main" id="{5336B8FF-37B5-C474-DC6D-140E5472F6AA}"/>
                    </a:ext>
                  </a:extLst>
                </p:cNvPr>
                <p:cNvPicPr/>
                <p:nvPr/>
              </p:nvPicPr>
              <p:blipFill>
                <a:blip r:embed="rId43"/>
                <a:stretch>
                  <a:fillRect/>
                </a:stretch>
              </p:blipFill>
              <p:spPr>
                <a:xfrm>
                  <a:off x="7556145" y="468015"/>
                  <a:ext cx="1843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2" name="Ink 21">
                  <a:extLst>
                    <a:ext uri="{FF2B5EF4-FFF2-40B4-BE49-F238E27FC236}">
                      <a16:creationId xmlns:a16="http://schemas.microsoft.com/office/drawing/2014/main" id="{C2FF0773-A63C-DEFD-E068-C1BC9305DCC8}"/>
                    </a:ext>
                  </a:extLst>
                </p14:cNvPr>
                <p14:cNvContentPartPr/>
                <p14:nvPr/>
              </p14:nvContentPartPr>
              <p14:xfrm>
                <a:off x="7819305" y="311775"/>
                <a:ext cx="158400" cy="340560"/>
              </p14:xfrm>
            </p:contentPart>
          </mc:Choice>
          <mc:Fallback xmlns="">
            <p:pic>
              <p:nvPicPr>
                <p:cNvPr id="22" name="Ink 21">
                  <a:extLst>
                    <a:ext uri="{FF2B5EF4-FFF2-40B4-BE49-F238E27FC236}">
                      <a16:creationId xmlns:a16="http://schemas.microsoft.com/office/drawing/2014/main" id="{C2FF0773-A63C-DEFD-E068-C1BC9305DCC8}"/>
                    </a:ext>
                  </a:extLst>
                </p:cNvPr>
                <p:cNvPicPr/>
                <p:nvPr/>
              </p:nvPicPr>
              <p:blipFill>
                <a:blip r:embed="rId45"/>
                <a:stretch>
                  <a:fillRect/>
                </a:stretch>
              </p:blipFill>
              <p:spPr>
                <a:xfrm>
                  <a:off x="7813185" y="305655"/>
                  <a:ext cx="17064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944DF092-DCEE-A5B3-2214-C26845AD06E4}"/>
                    </a:ext>
                  </a:extLst>
                </p14:cNvPr>
                <p14:cNvContentPartPr/>
                <p14:nvPr/>
              </p14:nvContentPartPr>
              <p14:xfrm>
                <a:off x="8205585" y="390255"/>
                <a:ext cx="214920" cy="301320"/>
              </p14:xfrm>
            </p:contentPart>
          </mc:Choice>
          <mc:Fallback xmlns="">
            <p:pic>
              <p:nvPicPr>
                <p:cNvPr id="29" name="Ink 28">
                  <a:extLst>
                    <a:ext uri="{FF2B5EF4-FFF2-40B4-BE49-F238E27FC236}">
                      <a16:creationId xmlns:a16="http://schemas.microsoft.com/office/drawing/2014/main" id="{944DF092-DCEE-A5B3-2214-C26845AD06E4}"/>
                    </a:ext>
                  </a:extLst>
                </p:cNvPr>
                <p:cNvPicPr/>
                <p:nvPr/>
              </p:nvPicPr>
              <p:blipFill>
                <a:blip r:embed="rId47"/>
                <a:stretch>
                  <a:fillRect/>
                </a:stretch>
              </p:blipFill>
              <p:spPr>
                <a:xfrm>
                  <a:off x="8199465" y="384135"/>
                  <a:ext cx="22716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EB6697AA-E946-E0FF-5223-57B7190329A5}"/>
                    </a:ext>
                  </a:extLst>
                </p14:cNvPr>
                <p14:cNvContentPartPr/>
                <p14:nvPr/>
              </p14:nvContentPartPr>
              <p14:xfrm>
                <a:off x="8626425" y="320775"/>
                <a:ext cx="207720" cy="239400"/>
              </p14:xfrm>
            </p:contentPart>
          </mc:Choice>
          <mc:Fallback xmlns="">
            <p:pic>
              <p:nvPicPr>
                <p:cNvPr id="30" name="Ink 29">
                  <a:extLst>
                    <a:ext uri="{FF2B5EF4-FFF2-40B4-BE49-F238E27FC236}">
                      <a16:creationId xmlns:a16="http://schemas.microsoft.com/office/drawing/2014/main" id="{EB6697AA-E946-E0FF-5223-57B7190329A5}"/>
                    </a:ext>
                  </a:extLst>
                </p:cNvPr>
                <p:cNvPicPr/>
                <p:nvPr/>
              </p:nvPicPr>
              <p:blipFill>
                <a:blip r:embed="rId49"/>
                <a:stretch>
                  <a:fillRect/>
                </a:stretch>
              </p:blipFill>
              <p:spPr>
                <a:xfrm>
                  <a:off x="8620305" y="314655"/>
                  <a:ext cx="21996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611BE0BE-ED74-1200-65C9-2D7B5B5D6B98}"/>
                    </a:ext>
                  </a:extLst>
                </p14:cNvPr>
                <p14:cNvContentPartPr/>
                <p14:nvPr/>
              </p14:nvContentPartPr>
              <p14:xfrm>
                <a:off x="8902185" y="393135"/>
                <a:ext cx="413280" cy="151920"/>
              </p14:xfrm>
            </p:contentPart>
          </mc:Choice>
          <mc:Fallback xmlns="">
            <p:pic>
              <p:nvPicPr>
                <p:cNvPr id="31" name="Ink 30">
                  <a:extLst>
                    <a:ext uri="{FF2B5EF4-FFF2-40B4-BE49-F238E27FC236}">
                      <a16:creationId xmlns:a16="http://schemas.microsoft.com/office/drawing/2014/main" id="{611BE0BE-ED74-1200-65C9-2D7B5B5D6B98}"/>
                    </a:ext>
                  </a:extLst>
                </p:cNvPr>
                <p:cNvPicPr/>
                <p:nvPr/>
              </p:nvPicPr>
              <p:blipFill>
                <a:blip r:embed="rId51"/>
                <a:stretch>
                  <a:fillRect/>
                </a:stretch>
              </p:blipFill>
              <p:spPr>
                <a:xfrm>
                  <a:off x="8896065" y="387015"/>
                  <a:ext cx="42552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720CC0F3-3618-A1FB-AB20-0A0EC7746C0B}"/>
                    </a:ext>
                  </a:extLst>
                </p14:cNvPr>
                <p14:cNvContentPartPr/>
                <p14:nvPr/>
              </p14:nvContentPartPr>
              <p14:xfrm>
                <a:off x="8832705" y="347415"/>
                <a:ext cx="224640" cy="213840"/>
              </p14:xfrm>
            </p:contentPart>
          </mc:Choice>
          <mc:Fallback xmlns="">
            <p:pic>
              <p:nvPicPr>
                <p:cNvPr id="33" name="Ink 32">
                  <a:extLst>
                    <a:ext uri="{FF2B5EF4-FFF2-40B4-BE49-F238E27FC236}">
                      <a16:creationId xmlns:a16="http://schemas.microsoft.com/office/drawing/2014/main" id="{720CC0F3-3618-A1FB-AB20-0A0EC7746C0B}"/>
                    </a:ext>
                  </a:extLst>
                </p:cNvPr>
                <p:cNvPicPr/>
                <p:nvPr/>
              </p:nvPicPr>
              <p:blipFill>
                <a:blip r:embed="rId53"/>
                <a:stretch>
                  <a:fillRect/>
                </a:stretch>
              </p:blipFill>
              <p:spPr>
                <a:xfrm>
                  <a:off x="8826585" y="341295"/>
                  <a:ext cx="2368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F7D46083-88E6-602B-48CF-01C09B37D999}"/>
                    </a:ext>
                  </a:extLst>
                </p14:cNvPr>
                <p14:cNvContentPartPr/>
                <p14:nvPr/>
              </p14:nvContentPartPr>
              <p14:xfrm>
                <a:off x="9093705" y="328335"/>
                <a:ext cx="244800" cy="173160"/>
              </p14:xfrm>
            </p:contentPart>
          </mc:Choice>
          <mc:Fallback xmlns="">
            <p:pic>
              <p:nvPicPr>
                <p:cNvPr id="34" name="Ink 33">
                  <a:extLst>
                    <a:ext uri="{FF2B5EF4-FFF2-40B4-BE49-F238E27FC236}">
                      <a16:creationId xmlns:a16="http://schemas.microsoft.com/office/drawing/2014/main" id="{F7D46083-88E6-602B-48CF-01C09B37D999}"/>
                    </a:ext>
                  </a:extLst>
                </p:cNvPr>
                <p:cNvPicPr/>
                <p:nvPr/>
              </p:nvPicPr>
              <p:blipFill>
                <a:blip r:embed="rId55"/>
                <a:stretch>
                  <a:fillRect/>
                </a:stretch>
              </p:blipFill>
              <p:spPr>
                <a:xfrm>
                  <a:off x="9087585" y="322215"/>
                  <a:ext cx="2570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AAC46AD6-CD55-AEF8-DAC8-3C7F9853BA5D}"/>
                    </a:ext>
                  </a:extLst>
                </p14:cNvPr>
                <p14:cNvContentPartPr/>
                <p14:nvPr/>
              </p14:nvContentPartPr>
              <p14:xfrm>
                <a:off x="9380625" y="368295"/>
                <a:ext cx="174960" cy="211680"/>
              </p14:xfrm>
            </p:contentPart>
          </mc:Choice>
          <mc:Fallback xmlns="">
            <p:pic>
              <p:nvPicPr>
                <p:cNvPr id="35" name="Ink 34">
                  <a:extLst>
                    <a:ext uri="{FF2B5EF4-FFF2-40B4-BE49-F238E27FC236}">
                      <a16:creationId xmlns:a16="http://schemas.microsoft.com/office/drawing/2014/main" id="{AAC46AD6-CD55-AEF8-DAC8-3C7F9853BA5D}"/>
                    </a:ext>
                  </a:extLst>
                </p:cNvPr>
                <p:cNvPicPr/>
                <p:nvPr/>
              </p:nvPicPr>
              <p:blipFill>
                <a:blip r:embed="rId57"/>
                <a:stretch>
                  <a:fillRect/>
                </a:stretch>
              </p:blipFill>
              <p:spPr>
                <a:xfrm>
                  <a:off x="9374505" y="362175"/>
                  <a:ext cx="18720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0E87EA0D-ADC0-E322-53A3-A165C098A3D7}"/>
                    </a:ext>
                  </a:extLst>
                </p14:cNvPr>
                <p14:cNvContentPartPr/>
                <p14:nvPr/>
              </p14:nvContentPartPr>
              <p14:xfrm>
                <a:off x="9582585" y="410775"/>
                <a:ext cx="111600" cy="127800"/>
              </p14:xfrm>
            </p:contentPart>
          </mc:Choice>
          <mc:Fallback xmlns="">
            <p:pic>
              <p:nvPicPr>
                <p:cNvPr id="36" name="Ink 35">
                  <a:extLst>
                    <a:ext uri="{FF2B5EF4-FFF2-40B4-BE49-F238E27FC236}">
                      <a16:creationId xmlns:a16="http://schemas.microsoft.com/office/drawing/2014/main" id="{0E87EA0D-ADC0-E322-53A3-A165C098A3D7}"/>
                    </a:ext>
                  </a:extLst>
                </p:cNvPr>
                <p:cNvPicPr/>
                <p:nvPr/>
              </p:nvPicPr>
              <p:blipFill>
                <a:blip r:embed="rId59"/>
                <a:stretch>
                  <a:fillRect/>
                </a:stretch>
              </p:blipFill>
              <p:spPr>
                <a:xfrm>
                  <a:off x="9576465" y="404655"/>
                  <a:ext cx="1238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4B23E0B5-80B3-DD7B-2984-D79017B599E0}"/>
                    </a:ext>
                  </a:extLst>
                </p14:cNvPr>
                <p14:cNvContentPartPr/>
                <p14:nvPr/>
              </p14:nvContentPartPr>
              <p14:xfrm>
                <a:off x="9797505" y="352095"/>
                <a:ext cx="401400" cy="581400"/>
              </p14:xfrm>
            </p:contentPart>
          </mc:Choice>
          <mc:Fallback xmlns="">
            <p:pic>
              <p:nvPicPr>
                <p:cNvPr id="37" name="Ink 36">
                  <a:extLst>
                    <a:ext uri="{FF2B5EF4-FFF2-40B4-BE49-F238E27FC236}">
                      <a16:creationId xmlns:a16="http://schemas.microsoft.com/office/drawing/2014/main" id="{4B23E0B5-80B3-DD7B-2984-D79017B599E0}"/>
                    </a:ext>
                  </a:extLst>
                </p:cNvPr>
                <p:cNvPicPr/>
                <p:nvPr/>
              </p:nvPicPr>
              <p:blipFill>
                <a:blip r:embed="rId61"/>
                <a:stretch>
                  <a:fillRect/>
                </a:stretch>
              </p:blipFill>
              <p:spPr>
                <a:xfrm>
                  <a:off x="9791385" y="345975"/>
                  <a:ext cx="413640" cy="593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F358E155-81D9-E5AF-BBDA-93E646748606}"/>
                    </a:ext>
                  </a:extLst>
                </p14:cNvPr>
                <p14:cNvContentPartPr/>
                <p14:nvPr/>
              </p14:nvContentPartPr>
              <p14:xfrm>
                <a:off x="10383945" y="423015"/>
                <a:ext cx="50760" cy="19800"/>
              </p14:xfrm>
            </p:contentPart>
          </mc:Choice>
          <mc:Fallback xmlns="">
            <p:pic>
              <p:nvPicPr>
                <p:cNvPr id="38" name="Ink 37">
                  <a:extLst>
                    <a:ext uri="{FF2B5EF4-FFF2-40B4-BE49-F238E27FC236}">
                      <a16:creationId xmlns:a16="http://schemas.microsoft.com/office/drawing/2014/main" id="{F358E155-81D9-E5AF-BBDA-93E646748606}"/>
                    </a:ext>
                  </a:extLst>
                </p:cNvPr>
                <p:cNvPicPr/>
                <p:nvPr/>
              </p:nvPicPr>
              <p:blipFill>
                <a:blip r:embed="rId63"/>
                <a:stretch>
                  <a:fillRect/>
                </a:stretch>
              </p:blipFill>
              <p:spPr>
                <a:xfrm>
                  <a:off x="10377825" y="416895"/>
                  <a:ext cx="630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50326083-960F-D25E-842A-DC1174805EC5}"/>
                    </a:ext>
                  </a:extLst>
                </p14:cNvPr>
                <p14:cNvContentPartPr/>
                <p14:nvPr/>
              </p14:nvContentPartPr>
              <p14:xfrm>
                <a:off x="10485825" y="310695"/>
                <a:ext cx="213840" cy="455040"/>
              </p14:xfrm>
            </p:contentPart>
          </mc:Choice>
          <mc:Fallback xmlns="">
            <p:pic>
              <p:nvPicPr>
                <p:cNvPr id="40" name="Ink 39">
                  <a:extLst>
                    <a:ext uri="{FF2B5EF4-FFF2-40B4-BE49-F238E27FC236}">
                      <a16:creationId xmlns:a16="http://schemas.microsoft.com/office/drawing/2014/main" id="{50326083-960F-D25E-842A-DC1174805EC5}"/>
                    </a:ext>
                  </a:extLst>
                </p:cNvPr>
                <p:cNvPicPr/>
                <p:nvPr/>
              </p:nvPicPr>
              <p:blipFill>
                <a:blip r:embed="rId65"/>
                <a:stretch>
                  <a:fillRect/>
                </a:stretch>
              </p:blipFill>
              <p:spPr>
                <a:xfrm>
                  <a:off x="10479705" y="304575"/>
                  <a:ext cx="22608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EB673520-371E-185F-FA7A-E0D7C6D61542}"/>
                    </a:ext>
                  </a:extLst>
                </p14:cNvPr>
                <p14:cNvContentPartPr/>
                <p14:nvPr/>
              </p14:nvContentPartPr>
              <p14:xfrm>
                <a:off x="10770225" y="321135"/>
                <a:ext cx="280440" cy="534240"/>
              </p14:xfrm>
            </p:contentPart>
          </mc:Choice>
          <mc:Fallback xmlns="">
            <p:pic>
              <p:nvPicPr>
                <p:cNvPr id="41" name="Ink 40">
                  <a:extLst>
                    <a:ext uri="{FF2B5EF4-FFF2-40B4-BE49-F238E27FC236}">
                      <a16:creationId xmlns:a16="http://schemas.microsoft.com/office/drawing/2014/main" id="{EB673520-371E-185F-FA7A-E0D7C6D61542}"/>
                    </a:ext>
                  </a:extLst>
                </p:cNvPr>
                <p:cNvPicPr/>
                <p:nvPr/>
              </p:nvPicPr>
              <p:blipFill>
                <a:blip r:embed="rId67"/>
                <a:stretch>
                  <a:fillRect/>
                </a:stretch>
              </p:blipFill>
              <p:spPr>
                <a:xfrm>
                  <a:off x="10764105" y="315015"/>
                  <a:ext cx="292680" cy="546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C71387F4-FA9C-ACCA-BB22-BC2A544BF581}"/>
                    </a:ext>
                  </a:extLst>
                </p14:cNvPr>
                <p14:cNvContentPartPr/>
                <p14:nvPr/>
              </p14:nvContentPartPr>
              <p14:xfrm>
                <a:off x="11211945" y="346695"/>
                <a:ext cx="111960" cy="240120"/>
              </p14:xfrm>
            </p:contentPart>
          </mc:Choice>
          <mc:Fallback xmlns="">
            <p:pic>
              <p:nvPicPr>
                <p:cNvPr id="42" name="Ink 41">
                  <a:extLst>
                    <a:ext uri="{FF2B5EF4-FFF2-40B4-BE49-F238E27FC236}">
                      <a16:creationId xmlns:a16="http://schemas.microsoft.com/office/drawing/2014/main" id="{C71387F4-FA9C-ACCA-BB22-BC2A544BF581}"/>
                    </a:ext>
                  </a:extLst>
                </p:cNvPr>
                <p:cNvPicPr/>
                <p:nvPr/>
              </p:nvPicPr>
              <p:blipFill>
                <a:blip r:embed="rId69"/>
                <a:stretch>
                  <a:fillRect/>
                </a:stretch>
              </p:blipFill>
              <p:spPr>
                <a:xfrm>
                  <a:off x="11205825" y="340575"/>
                  <a:ext cx="12420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FC4A0FEC-D08A-F238-CEF9-20921DE23EB8}"/>
                    </a:ext>
                  </a:extLst>
                </p14:cNvPr>
                <p14:cNvContentPartPr/>
                <p14:nvPr/>
              </p14:nvContentPartPr>
              <p14:xfrm>
                <a:off x="11404545" y="296295"/>
                <a:ext cx="110880" cy="128520"/>
              </p14:xfrm>
            </p:contentPart>
          </mc:Choice>
          <mc:Fallback xmlns="">
            <p:pic>
              <p:nvPicPr>
                <p:cNvPr id="43" name="Ink 42">
                  <a:extLst>
                    <a:ext uri="{FF2B5EF4-FFF2-40B4-BE49-F238E27FC236}">
                      <a16:creationId xmlns:a16="http://schemas.microsoft.com/office/drawing/2014/main" id="{FC4A0FEC-D08A-F238-CEF9-20921DE23EB8}"/>
                    </a:ext>
                  </a:extLst>
                </p:cNvPr>
                <p:cNvPicPr/>
                <p:nvPr/>
              </p:nvPicPr>
              <p:blipFill>
                <a:blip r:embed="rId71"/>
                <a:stretch>
                  <a:fillRect/>
                </a:stretch>
              </p:blipFill>
              <p:spPr>
                <a:xfrm>
                  <a:off x="11398425" y="290175"/>
                  <a:ext cx="1231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5A6EEF34-B5A8-42BB-9E86-AF90EE23DF90}"/>
                    </a:ext>
                  </a:extLst>
                </p14:cNvPr>
                <p14:cNvContentPartPr/>
                <p14:nvPr/>
              </p14:nvContentPartPr>
              <p14:xfrm>
                <a:off x="11380065" y="247695"/>
                <a:ext cx="347400" cy="556200"/>
              </p14:xfrm>
            </p:contentPart>
          </mc:Choice>
          <mc:Fallback xmlns="">
            <p:pic>
              <p:nvPicPr>
                <p:cNvPr id="44" name="Ink 43">
                  <a:extLst>
                    <a:ext uri="{FF2B5EF4-FFF2-40B4-BE49-F238E27FC236}">
                      <a16:creationId xmlns:a16="http://schemas.microsoft.com/office/drawing/2014/main" id="{5A6EEF34-B5A8-42BB-9E86-AF90EE23DF90}"/>
                    </a:ext>
                  </a:extLst>
                </p:cNvPr>
                <p:cNvPicPr/>
                <p:nvPr/>
              </p:nvPicPr>
              <p:blipFill>
                <a:blip r:embed="rId73"/>
                <a:stretch>
                  <a:fillRect/>
                </a:stretch>
              </p:blipFill>
              <p:spPr>
                <a:xfrm>
                  <a:off x="11373945" y="241575"/>
                  <a:ext cx="359640" cy="5684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107CB60D-9C86-C052-AFB3-35146A14AB8B}"/>
                    </a:ext>
                  </a:extLst>
                </p14:cNvPr>
                <p14:cNvContentPartPr/>
                <p14:nvPr/>
              </p14:nvContentPartPr>
              <p14:xfrm>
                <a:off x="11656185" y="516615"/>
                <a:ext cx="80280" cy="64080"/>
              </p14:xfrm>
            </p:contentPart>
          </mc:Choice>
          <mc:Fallback xmlns="">
            <p:pic>
              <p:nvPicPr>
                <p:cNvPr id="45" name="Ink 44">
                  <a:extLst>
                    <a:ext uri="{FF2B5EF4-FFF2-40B4-BE49-F238E27FC236}">
                      <a16:creationId xmlns:a16="http://schemas.microsoft.com/office/drawing/2014/main" id="{107CB60D-9C86-C052-AFB3-35146A14AB8B}"/>
                    </a:ext>
                  </a:extLst>
                </p:cNvPr>
                <p:cNvPicPr/>
                <p:nvPr/>
              </p:nvPicPr>
              <p:blipFill>
                <a:blip r:embed="rId75"/>
                <a:stretch>
                  <a:fillRect/>
                </a:stretch>
              </p:blipFill>
              <p:spPr>
                <a:xfrm>
                  <a:off x="11650065" y="510495"/>
                  <a:ext cx="92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606A2E7B-7FC5-A55F-C2A9-8D6B7B926458}"/>
                    </a:ext>
                  </a:extLst>
                </p14:cNvPr>
                <p14:cNvContentPartPr/>
                <p14:nvPr/>
              </p14:nvContentPartPr>
              <p14:xfrm>
                <a:off x="11482305" y="181455"/>
                <a:ext cx="466560" cy="806400"/>
              </p14:xfrm>
            </p:contentPart>
          </mc:Choice>
          <mc:Fallback xmlns="">
            <p:pic>
              <p:nvPicPr>
                <p:cNvPr id="46" name="Ink 45">
                  <a:extLst>
                    <a:ext uri="{FF2B5EF4-FFF2-40B4-BE49-F238E27FC236}">
                      <a16:creationId xmlns:a16="http://schemas.microsoft.com/office/drawing/2014/main" id="{606A2E7B-7FC5-A55F-C2A9-8D6B7B926458}"/>
                    </a:ext>
                  </a:extLst>
                </p:cNvPr>
                <p:cNvPicPr/>
                <p:nvPr/>
              </p:nvPicPr>
              <p:blipFill>
                <a:blip r:embed="rId77"/>
                <a:stretch>
                  <a:fillRect/>
                </a:stretch>
              </p:blipFill>
              <p:spPr>
                <a:xfrm>
                  <a:off x="11476185" y="175335"/>
                  <a:ext cx="478800" cy="8186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2" name="Ink 61">
                  <a:extLst>
                    <a:ext uri="{FF2B5EF4-FFF2-40B4-BE49-F238E27FC236}">
                      <a16:creationId xmlns:a16="http://schemas.microsoft.com/office/drawing/2014/main" id="{4DE27300-BB26-C549-370B-99B7164E9DAC}"/>
                    </a:ext>
                  </a:extLst>
                </p14:cNvPr>
                <p14:cNvContentPartPr/>
                <p14:nvPr/>
              </p14:nvContentPartPr>
              <p14:xfrm>
                <a:off x="9693825" y="889935"/>
                <a:ext cx="250560" cy="575640"/>
              </p14:xfrm>
            </p:contentPart>
          </mc:Choice>
          <mc:Fallback xmlns="">
            <p:pic>
              <p:nvPicPr>
                <p:cNvPr id="62" name="Ink 61">
                  <a:extLst>
                    <a:ext uri="{FF2B5EF4-FFF2-40B4-BE49-F238E27FC236}">
                      <a16:creationId xmlns:a16="http://schemas.microsoft.com/office/drawing/2014/main" id="{4DE27300-BB26-C549-370B-99B7164E9DAC}"/>
                    </a:ext>
                  </a:extLst>
                </p:cNvPr>
                <p:cNvPicPr/>
                <p:nvPr/>
              </p:nvPicPr>
              <p:blipFill>
                <a:blip r:embed="rId79"/>
                <a:stretch>
                  <a:fillRect/>
                </a:stretch>
              </p:blipFill>
              <p:spPr>
                <a:xfrm>
                  <a:off x="9687705" y="883815"/>
                  <a:ext cx="262800" cy="587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3" name="Ink 62">
                  <a:extLst>
                    <a:ext uri="{FF2B5EF4-FFF2-40B4-BE49-F238E27FC236}">
                      <a16:creationId xmlns:a16="http://schemas.microsoft.com/office/drawing/2014/main" id="{83FE0844-E797-3AAA-417B-E1DC21450499}"/>
                    </a:ext>
                  </a:extLst>
                </p14:cNvPr>
                <p14:cNvContentPartPr/>
                <p14:nvPr/>
              </p14:nvContentPartPr>
              <p14:xfrm>
                <a:off x="10155705" y="990735"/>
                <a:ext cx="323640" cy="290160"/>
              </p14:xfrm>
            </p:contentPart>
          </mc:Choice>
          <mc:Fallback xmlns="">
            <p:pic>
              <p:nvPicPr>
                <p:cNvPr id="63" name="Ink 62">
                  <a:extLst>
                    <a:ext uri="{FF2B5EF4-FFF2-40B4-BE49-F238E27FC236}">
                      <a16:creationId xmlns:a16="http://schemas.microsoft.com/office/drawing/2014/main" id="{83FE0844-E797-3AAA-417B-E1DC21450499}"/>
                    </a:ext>
                  </a:extLst>
                </p:cNvPr>
                <p:cNvPicPr/>
                <p:nvPr/>
              </p:nvPicPr>
              <p:blipFill>
                <a:blip r:embed="rId81"/>
                <a:stretch>
                  <a:fillRect/>
                </a:stretch>
              </p:blipFill>
              <p:spPr>
                <a:xfrm>
                  <a:off x="10149585" y="984615"/>
                  <a:ext cx="33588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4" name="Ink 63">
                  <a:extLst>
                    <a:ext uri="{FF2B5EF4-FFF2-40B4-BE49-F238E27FC236}">
                      <a16:creationId xmlns:a16="http://schemas.microsoft.com/office/drawing/2014/main" id="{687E8676-8D40-267C-42E5-D67863AC3CF9}"/>
                    </a:ext>
                  </a:extLst>
                </p14:cNvPr>
                <p14:cNvContentPartPr/>
                <p14:nvPr/>
              </p14:nvContentPartPr>
              <p14:xfrm>
                <a:off x="10524705" y="1073175"/>
                <a:ext cx="239760" cy="146160"/>
              </p14:xfrm>
            </p:contentPart>
          </mc:Choice>
          <mc:Fallback xmlns="">
            <p:pic>
              <p:nvPicPr>
                <p:cNvPr id="64" name="Ink 63">
                  <a:extLst>
                    <a:ext uri="{FF2B5EF4-FFF2-40B4-BE49-F238E27FC236}">
                      <a16:creationId xmlns:a16="http://schemas.microsoft.com/office/drawing/2014/main" id="{687E8676-8D40-267C-42E5-D67863AC3CF9}"/>
                    </a:ext>
                  </a:extLst>
                </p:cNvPr>
                <p:cNvPicPr/>
                <p:nvPr/>
              </p:nvPicPr>
              <p:blipFill>
                <a:blip r:embed="rId83"/>
                <a:stretch>
                  <a:fillRect/>
                </a:stretch>
              </p:blipFill>
              <p:spPr>
                <a:xfrm>
                  <a:off x="10518585" y="1067055"/>
                  <a:ext cx="25200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5" name="Ink 64">
                  <a:extLst>
                    <a:ext uri="{FF2B5EF4-FFF2-40B4-BE49-F238E27FC236}">
                      <a16:creationId xmlns:a16="http://schemas.microsoft.com/office/drawing/2014/main" id="{00A97249-52ED-BC0F-071F-A94D5C85AAD8}"/>
                    </a:ext>
                  </a:extLst>
                </p14:cNvPr>
                <p14:cNvContentPartPr/>
                <p14:nvPr/>
              </p14:nvContentPartPr>
              <p14:xfrm>
                <a:off x="10924665" y="1009455"/>
                <a:ext cx="180720" cy="343080"/>
              </p14:xfrm>
            </p:contentPart>
          </mc:Choice>
          <mc:Fallback xmlns="">
            <p:pic>
              <p:nvPicPr>
                <p:cNvPr id="65" name="Ink 64">
                  <a:extLst>
                    <a:ext uri="{FF2B5EF4-FFF2-40B4-BE49-F238E27FC236}">
                      <a16:creationId xmlns:a16="http://schemas.microsoft.com/office/drawing/2014/main" id="{00A97249-52ED-BC0F-071F-A94D5C85AAD8}"/>
                    </a:ext>
                  </a:extLst>
                </p:cNvPr>
                <p:cNvPicPr/>
                <p:nvPr/>
              </p:nvPicPr>
              <p:blipFill>
                <a:blip r:embed="rId85"/>
                <a:stretch>
                  <a:fillRect/>
                </a:stretch>
              </p:blipFill>
              <p:spPr>
                <a:xfrm>
                  <a:off x="10918545" y="1003335"/>
                  <a:ext cx="19296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6" name="Ink 65">
                  <a:extLst>
                    <a:ext uri="{FF2B5EF4-FFF2-40B4-BE49-F238E27FC236}">
                      <a16:creationId xmlns:a16="http://schemas.microsoft.com/office/drawing/2014/main" id="{95FB1DA8-23C1-326A-10B3-869F6F07EC41}"/>
                    </a:ext>
                  </a:extLst>
                </p14:cNvPr>
                <p14:cNvContentPartPr/>
                <p14:nvPr/>
              </p14:nvContentPartPr>
              <p14:xfrm>
                <a:off x="11233185" y="1167855"/>
                <a:ext cx="35640" cy="136080"/>
              </p14:xfrm>
            </p:contentPart>
          </mc:Choice>
          <mc:Fallback xmlns="">
            <p:pic>
              <p:nvPicPr>
                <p:cNvPr id="66" name="Ink 65">
                  <a:extLst>
                    <a:ext uri="{FF2B5EF4-FFF2-40B4-BE49-F238E27FC236}">
                      <a16:creationId xmlns:a16="http://schemas.microsoft.com/office/drawing/2014/main" id="{95FB1DA8-23C1-326A-10B3-869F6F07EC41}"/>
                    </a:ext>
                  </a:extLst>
                </p:cNvPr>
                <p:cNvPicPr/>
                <p:nvPr/>
              </p:nvPicPr>
              <p:blipFill>
                <a:blip r:embed="rId87"/>
                <a:stretch>
                  <a:fillRect/>
                </a:stretch>
              </p:blipFill>
              <p:spPr>
                <a:xfrm>
                  <a:off x="11227065" y="1161735"/>
                  <a:ext cx="478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7" name="Ink 66">
                  <a:extLst>
                    <a:ext uri="{FF2B5EF4-FFF2-40B4-BE49-F238E27FC236}">
                      <a16:creationId xmlns:a16="http://schemas.microsoft.com/office/drawing/2014/main" id="{0E3DE23B-A99B-EE65-CC21-4D3DBD87D125}"/>
                    </a:ext>
                  </a:extLst>
                </p14:cNvPr>
                <p14:cNvContentPartPr/>
                <p14:nvPr/>
              </p14:nvContentPartPr>
              <p14:xfrm>
                <a:off x="11323545" y="1021695"/>
                <a:ext cx="21960" cy="14760"/>
              </p14:xfrm>
            </p:contentPart>
          </mc:Choice>
          <mc:Fallback xmlns="">
            <p:pic>
              <p:nvPicPr>
                <p:cNvPr id="67" name="Ink 66">
                  <a:extLst>
                    <a:ext uri="{FF2B5EF4-FFF2-40B4-BE49-F238E27FC236}">
                      <a16:creationId xmlns:a16="http://schemas.microsoft.com/office/drawing/2014/main" id="{0E3DE23B-A99B-EE65-CC21-4D3DBD87D125}"/>
                    </a:ext>
                  </a:extLst>
                </p:cNvPr>
                <p:cNvPicPr/>
                <p:nvPr/>
              </p:nvPicPr>
              <p:blipFill>
                <a:blip r:embed="rId89"/>
                <a:stretch>
                  <a:fillRect/>
                </a:stretch>
              </p:blipFill>
              <p:spPr>
                <a:xfrm>
                  <a:off x="11317425" y="1015575"/>
                  <a:ext cx="342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8" name="Ink 67">
                  <a:extLst>
                    <a:ext uri="{FF2B5EF4-FFF2-40B4-BE49-F238E27FC236}">
                      <a16:creationId xmlns:a16="http://schemas.microsoft.com/office/drawing/2014/main" id="{667C3135-771D-0277-6EC5-6937C8A5837D}"/>
                    </a:ext>
                  </a:extLst>
                </p14:cNvPr>
                <p14:cNvContentPartPr/>
                <p14:nvPr/>
              </p14:nvContentPartPr>
              <p14:xfrm>
                <a:off x="11347665" y="1144095"/>
                <a:ext cx="259560" cy="172800"/>
              </p14:xfrm>
            </p:contentPart>
          </mc:Choice>
          <mc:Fallback xmlns="">
            <p:pic>
              <p:nvPicPr>
                <p:cNvPr id="68" name="Ink 67">
                  <a:extLst>
                    <a:ext uri="{FF2B5EF4-FFF2-40B4-BE49-F238E27FC236}">
                      <a16:creationId xmlns:a16="http://schemas.microsoft.com/office/drawing/2014/main" id="{667C3135-771D-0277-6EC5-6937C8A5837D}"/>
                    </a:ext>
                  </a:extLst>
                </p:cNvPr>
                <p:cNvPicPr/>
                <p:nvPr/>
              </p:nvPicPr>
              <p:blipFill>
                <a:blip r:embed="rId91"/>
                <a:stretch>
                  <a:fillRect/>
                </a:stretch>
              </p:blipFill>
              <p:spPr>
                <a:xfrm>
                  <a:off x="11341545" y="1137975"/>
                  <a:ext cx="2718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9" name="Ink 68">
                  <a:extLst>
                    <a:ext uri="{FF2B5EF4-FFF2-40B4-BE49-F238E27FC236}">
                      <a16:creationId xmlns:a16="http://schemas.microsoft.com/office/drawing/2014/main" id="{F4F6F701-2A1E-BD4F-4A61-D8B1D17E9DB3}"/>
                    </a:ext>
                  </a:extLst>
                </p14:cNvPr>
                <p14:cNvContentPartPr/>
                <p14:nvPr/>
              </p14:nvContentPartPr>
              <p14:xfrm>
                <a:off x="11230305" y="904335"/>
                <a:ext cx="518400" cy="565200"/>
              </p14:xfrm>
            </p:contentPart>
          </mc:Choice>
          <mc:Fallback xmlns="">
            <p:pic>
              <p:nvPicPr>
                <p:cNvPr id="69" name="Ink 68">
                  <a:extLst>
                    <a:ext uri="{FF2B5EF4-FFF2-40B4-BE49-F238E27FC236}">
                      <a16:creationId xmlns:a16="http://schemas.microsoft.com/office/drawing/2014/main" id="{F4F6F701-2A1E-BD4F-4A61-D8B1D17E9DB3}"/>
                    </a:ext>
                  </a:extLst>
                </p:cNvPr>
                <p:cNvPicPr/>
                <p:nvPr/>
              </p:nvPicPr>
              <p:blipFill>
                <a:blip r:embed="rId93"/>
                <a:stretch>
                  <a:fillRect/>
                </a:stretch>
              </p:blipFill>
              <p:spPr>
                <a:xfrm>
                  <a:off x="11224185" y="898215"/>
                  <a:ext cx="53064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3" name="Ink 102">
                  <a:extLst>
                    <a:ext uri="{FF2B5EF4-FFF2-40B4-BE49-F238E27FC236}">
                      <a16:creationId xmlns:a16="http://schemas.microsoft.com/office/drawing/2014/main" id="{D74F7A91-1CF3-7C92-8057-A0637730AC25}"/>
                    </a:ext>
                  </a:extLst>
                </p14:cNvPr>
                <p14:cNvContentPartPr/>
                <p14:nvPr/>
              </p14:nvContentPartPr>
              <p14:xfrm>
                <a:off x="6278145" y="1053375"/>
                <a:ext cx="2942280" cy="181440"/>
              </p14:xfrm>
            </p:contentPart>
          </mc:Choice>
          <mc:Fallback xmlns="">
            <p:pic>
              <p:nvPicPr>
                <p:cNvPr id="103" name="Ink 102">
                  <a:extLst>
                    <a:ext uri="{FF2B5EF4-FFF2-40B4-BE49-F238E27FC236}">
                      <a16:creationId xmlns:a16="http://schemas.microsoft.com/office/drawing/2014/main" id="{D74F7A91-1CF3-7C92-8057-A0637730AC25}"/>
                    </a:ext>
                  </a:extLst>
                </p:cNvPr>
                <p:cNvPicPr/>
                <p:nvPr/>
              </p:nvPicPr>
              <p:blipFill>
                <a:blip r:embed="rId95"/>
                <a:stretch>
                  <a:fillRect/>
                </a:stretch>
              </p:blipFill>
              <p:spPr>
                <a:xfrm>
                  <a:off x="6272025" y="1047255"/>
                  <a:ext cx="2954520" cy="193680"/>
                </a:xfrm>
                <a:prstGeom prst="rect">
                  <a:avLst/>
                </a:prstGeom>
              </p:spPr>
            </p:pic>
          </mc:Fallback>
        </mc:AlternateContent>
      </p:grpSp>
      <p:grpSp>
        <p:nvGrpSpPr>
          <p:cNvPr id="128" name="Group 127">
            <a:extLst>
              <a:ext uri="{FF2B5EF4-FFF2-40B4-BE49-F238E27FC236}">
                <a16:creationId xmlns:a16="http://schemas.microsoft.com/office/drawing/2014/main" id="{FA7EB319-6C39-98F8-140C-38E02E3AB33C}"/>
              </a:ext>
            </a:extLst>
          </p:cNvPr>
          <p:cNvGrpSpPr/>
          <p:nvPr/>
        </p:nvGrpSpPr>
        <p:grpSpPr>
          <a:xfrm>
            <a:off x="4602705" y="1656015"/>
            <a:ext cx="7518960" cy="4662720"/>
            <a:chOff x="4602705" y="1656015"/>
            <a:chExt cx="7518960" cy="4662720"/>
          </a:xfrm>
        </p:grpSpPr>
        <mc:AlternateContent xmlns:mc="http://schemas.openxmlformats.org/markup-compatibility/2006" xmlns:p14="http://schemas.microsoft.com/office/powerpoint/2010/main">
          <mc:Choice Requires="p14">
            <p:contentPart p14:bwMode="auto" r:id="rId96">
              <p14:nvContentPartPr>
                <p14:cNvPr id="51" name="Ink 50">
                  <a:extLst>
                    <a:ext uri="{FF2B5EF4-FFF2-40B4-BE49-F238E27FC236}">
                      <a16:creationId xmlns:a16="http://schemas.microsoft.com/office/drawing/2014/main" id="{7C90C765-848A-2A95-CDD0-F426500AF63F}"/>
                    </a:ext>
                  </a:extLst>
                </p14:cNvPr>
                <p14:cNvContentPartPr/>
                <p14:nvPr/>
              </p14:nvContentPartPr>
              <p14:xfrm>
                <a:off x="4602705" y="2284935"/>
                <a:ext cx="27720" cy="505440"/>
              </p14:xfrm>
            </p:contentPart>
          </mc:Choice>
          <mc:Fallback xmlns="">
            <p:pic>
              <p:nvPicPr>
                <p:cNvPr id="51" name="Ink 50">
                  <a:extLst>
                    <a:ext uri="{FF2B5EF4-FFF2-40B4-BE49-F238E27FC236}">
                      <a16:creationId xmlns:a16="http://schemas.microsoft.com/office/drawing/2014/main" id="{7C90C765-848A-2A95-CDD0-F426500AF63F}"/>
                    </a:ext>
                  </a:extLst>
                </p:cNvPr>
                <p:cNvPicPr/>
                <p:nvPr/>
              </p:nvPicPr>
              <p:blipFill>
                <a:blip r:embed="rId97"/>
                <a:stretch>
                  <a:fillRect/>
                </a:stretch>
              </p:blipFill>
              <p:spPr>
                <a:xfrm>
                  <a:off x="4596585" y="2278815"/>
                  <a:ext cx="39960" cy="5176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2" name="Ink 51">
                  <a:extLst>
                    <a:ext uri="{FF2B5EF4-FFF2-40B4-BE49-F238E27FC236}">
                      <a16:creationId xmlns:a16="http://schemas.microsoft.com/office/drawing/2014/main" id="{BE0FC65C-C5E5-707C-6AC6-CB4B6D388526}"/>
                    </a:ext>
                  </a:extLst>
                </p14:cNvPr>
                <p14:cNvContentPartPr/>
                <p14:nvPr/>
              </p14:nvContentPartPr>
              <p14:xfrm>
                <a:off x="4690545" y="2030775"/>
                <a:ext cx="575280" cy="718920"/>
              </p14:xfrm>
            </p:contentPart>
          </mc:Choice>
          <mc:Fallback xmlns="">
            <p:pic>
              <p:nvPicPr>
                <p:cNvPr id="52" name="Ink 51">
                  <a:extLst>
                    <a:ext uri="{FF2B5EF4-FFF2-40B4-BE49-F238E27FC236}">
                      <a16:creationId xmlns:a16="http://schemas.microsoft.com/office/drawing/2014/main" id="{BE0FC65C-C5E5-707C-6AC6-CB4B6D388526}"/>
                    </a:ext>
                  </a:extLst>
                </p:cNvPr>
                <p:cNvPicPr/>
                <p:nvPr/>
              </p:nvPicPr>
              <p:blipFill>
                <a:blip r:embed="rId99"/>
                <a:stretch>
                  <a:fillRect/>
                </a:stretch>
              </p:blipFill>
              <p:spPr>
                <a:xfrm>
                  <a:off x="4684425" y="2024655"/>
                  <a:ext cx="587520" cy="731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3" name="Ink 52">
                  <a:extLst>
                    <a:ext uri="{FF2B5EF4-FFF2-40B4-BE49-F238E27FC236}">
                      <a16:creationId xmlns:a16="http://schemas.microsoft.com/office/drawing/2014/main" id="{D48FAFF6-F588-22C5-B065-31F039FFA67B}"/>
                    </a:ext>
                  </a:extLst>
                </p14:cNvPr>
                <p14:cNvContentPartPr/>
                <p14:nvPr/>
              </p14:nvContentPartPr>
              <p14:xfrm>
                <a:off x="5386425" y="2367015"/>
                <a:ext cx="258840" cy="193680"/>
              </p14:xfrm>
            </p:contentPart>
          </mc:Choice>
          <mc:Fallback xmlns="">
            <p:pic>
              <p:nvPicPr>
                <p:cNvPr id="53" name="Ink 52">
                  <a:extLst>
                    <a:ext uri="{FF2B5EF4-FFF2-40B4-BE49-F238E27FC236}">
                      <a16:creationId xmlns:a16="http://schemas.microsoft.com/office/drawing/2014/main" id="{D48FAFF6-F588-22C5-B065-31F039FFA67B}"/>
                    </a:ext>
                  </a:extLst>
                </p:cNvPr>
                <p:cNvPicPr/>
                <p:nvPr/>
              </p:nvPicPr>
              <p:blipFill>
                <a:blip r:embed="rId101"/>
                <a:stretch>
                  <a:fillRect/>
                </a:stretch>
              </p:blipFill>
              <p:spPr>
                <a:xfrm>
                  <a:off x="5380305" y="2360895"/>
                  <a:ext cx="27108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4" name="Ink 53">
                  <a:extLst>
                    <a:ext uri="{FF2B5EF4-FFF2-40B4-BE49-F238E27FC236}">
                      <a16:creationId xmlns:a16="http://schemas.microsoft.com/office/drawing/2014/main" id="{C4B02845-94D8-724F-3937-53C05E69390F}"/>
                    </a:ext>
                  </a:extLst>
                </p14:cNvPr>
                <p14:cNvContentPartPr/>
                <p14:nvPr/>
              </p14:nvContentPartPr>
              <p14:xfrm>
                <a:off x="5742105" y="2021415"/>
                <a:ext cx="228240" cy="517680"/>
              </p14:xfrm>
            </p:contentPart>
          </mc:Choice>
          <mc:Fallback xmlns="">
            <p:pic>
              <p:nvPicPr>
                <p:cNvPr id="54" name="Ink 53">
                  <a:extLst>
                    <a:ext uri="{FF2B5EF4-FFF2-40B4-BE49-F238E27FC236}">
                      <a16:creationId xmlns:a16="http://schemas.microsoft.com/office/drawing/2014/main" id="{C4B02845-94D8-724F-3937-53C05E69390F}"/>
                    </a:ext>
                  </a:extLst>
                </p:cNvPr>
                <p:cNvPicPr/>
                <p:nvPr/>
              </p:nvPicPr>
              <p:blipFill>
                <a:blip r:embed="rId103"/>
                <a:stretch>
                  <a:fillRect/>
                </a:stretch>
              </p:blipFill>
              <p:spPr>
                <a:xfrm>
                  <a:off x="5735985" y="2015295"/>
                  <a:ext cx="240480" cy="529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6" name="Ink 55">
                  <a:extLst>
                    <a:ext uri="{FF2B5EF4-FFF2-40B4-BE49-F238E27FC236}">
                      <a16:creationId xmlns:a16="http://schemas.microsoft.com/office/drawing/2014/main" id="{99DB30CF-A46C-D09A-4814-C555A8C4AA06}"/>
                    </a:ext>
                  </a:extLst>
                </p14:cNvPr>
                <p14:cNvContentPartPr/>
                <p14:nvPr/>
              </p14:nvContentPartPr>
              <p14:xfrm>
                <a:off x="6554985" y="1882455"/>
                <a:ext cx="478080" cy="700920"/>
              </p14:xfrm>
            </p:contentPart>
          </mc:Choice>
          <mc:Fallback xmlns="">
            <p:pic>
              <p:nvPicPr>
                <p:cNvPr id="56" name="Ink 55">
                  <a:extLst>
                    <a:ext uri="{FF2B5EF4-FFF2-40B4-BE49-F238E27FC236}">
                      <a16:creationId xmlns:a16="http://schemas.microsoft.com/office/drawing/2014/main" id="{99DB30CF-A46C-D09A-4814-C555A8C4AA06}"/>
                    </a:ext>
                  </a:extLst>
                </p:cNvPr>
                <p:cNvPicPr/>
                <p:nvPr/>
              </p:nvPicPr>
              <p:blipFill>
                <a:blip r:embed="rId105"/>
                <a:stretch>
                  <a:fillRect/>
                </a:stretch>
              </p:blipFill>
              <p:spPr>
                <a:xfrm>
                  <a:off x="6548865" y="1876335"/>
                  <a:ext cx="490320" cy="713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7" name="Ink 56">
                  <a:extLst>
                    <a:ext uri="{FF2B5EF4-FFF2-40B4-BE49-F238E27FC236}">
                      <a16:creationId xmlns:a16="http://schemas.microsoft.com/office/drawing/2014/main" id="{ED55958D-7F0D-48A3-9E67-6E895A0C6A62}"/>
                    </a:ext>
                  </a:extLst>
                </p14:cNvPr>
                <p14:cNvContentPartPr/>
                <p14:nvPr/>
              </p14:nvContentPartPr>
              <p14:xfrm>
                <a:off x="6614385" y="2063175"/>
                <a:ext cx="1206360" cy="267480"/>
              </p14:xfrm>
            </p:contentPart>
          </mc:Choice>
          <mc:Fallback xmlns="">
            <p:pic>
              <p:nvPicPr>
                <p:cNvPr id="57" name="Ink 56">
                  <a:extLst>
                    <a:ext uri="{FF2B5EF4-FFF2-40B4-BE49-F238E27FC236}">
                      <a16:creationId xmlns:a16="http://schemas.microsoft.com/office/drawing/2014/main" id="{ED55958D-7F0D-48A3-9E67-6E895A0C6A62}"/>
                    </a:ext>
                  </a:extLst>
                </p:cNvPr>
                <p:cNvPicPr/>
                <p:nvPr/>
              </p:nvPicPr>
              <p:blipFill>
                <a:blip r:embed="rId107"/>
                <a:stretch>
                  <a:fillRect/>
                </a:stretch>
              </p:blipFill>
              <p:spPr>
                <a:xfrm>
                  <a:off x="6608265" y="2057055"/>
                  <a:ext cx="12186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8" name="Ink 57">
                  <a:extLst>
                    <a:ext uri="{FF2B5EF4-FFF2-40B4-BE49-F238E27FC236}">
                      <a16:creationId xmlns:a16="http://schemas.microsoft.com/office/drawing/2014/main" id="{675DA797-18DF-8920-B7FA-792EF457C20C}"/>
                    </a:ext>
                  </a:extLst>
                </p14:cNvPr>
                <p14:cNvContentPartPr/>
                <p14:nvPr/>
              </p14:nvContentPartPr>
              <p14:xfrm>
                <a:off x="7866465" y="1956255"/>
                <a:ext cx="245520" cy="228240"/>
              </p14:xfrm>
            </p:contentPart>
          </mc:Choice>
          <mc:Fallback xmlns="">
            <p:pic>
              <p:nvPicPr>
                <p:cNvPr id="58" name="Ink 57">
                  <a:extLst>
                    <a:ext uri="{FF2B5EF4-FFF2-40B4-BE49-F238E27FC236}">
                      <a16:creationId xmlns:a16="http://schemas.microsoft.com/office/drawing/2014/main" id="{675DA797-18DF-8920-B7FA-792EF457C20C}"/>
                    </a:ext>
                  </a:extLst>
                </p:cNvPr>
                <p:cNvPicPr/>
                <p:nvPr/>
              </p:nvPicPr>
              <p:blipFill>
                <a:blip r:embed="rId109"/>
                <a:stretch>
                  <a:fillRect/>
                </a:stretch>
              </p:blipFill>
              <p:spPr>
                <a:xfrm>
                  <a:off x="7860345" y="1950135"/>
                  <a:ext cx="25776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9" name="Ink 58">
                  <a:extLst>
                    <a:ext uri="{FF2B5EF4-FFF2-40B4-BE49-F238E27FC236}">
                      <a16:creationId xmlns:a16="http://schemas.microsoft.com/office/drawing/2014/main" id="{B3A6414C-9A19-EBCD-5D05-18B91465AB28}"/>
                    </a:ext>
                  </a:extLst>
                </p14:cNvPr>
                <p14:cNvContentPartPr/>
                <p14:nvPr/>
              </p14:nvContentPartPr>
              <p14:xfrm>
                <a:off x="8205585" y="1893975"/>
                <a:ext cx="880560" cy="779760"/>
              </p14:xfrm>
            </p:contentPart>
          </mc:Choice>
          <mc:Fallback xmlns="">
            <p:pic>
              <p:nvPicPr>
                <p:cNvPr id="59" name="Ink 58">
                  <a:extLst>
                    <a:ext uri="{FF2B5EF4-FFF2-40B4-BE49-F238E27FC236}">
                      <a16:creationId xmlns:a16="http://schemas.microsoft.com/office/drawing/2014/main" id="{B3A6414C-9A19-EBCD-5D05-18B91465AB28}"/>
                    </a:ext>
                  </a:extLst>
                </p:cNvPr>
                <p:cNvPicPr/>
                <p:nvPr/>
              </p:nvPicPr>
              <p:blipFill>
                <a:blip r:embed="rId111"/>
                <a:stretch>
                  <a:fillRect/>
                </a:stretch>
              </p:blipFill>
              <p:spPr>
                <a:xfrm>
                  <a:off x="8199465" y="1887855"/>
                  <a:ext cx="892800" cy="792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0" name="Ink 59">
                  <a:extLst>
                    <a:ext uri="{FF2B5EF4-FFF2-40B4-BE49-F238E27FC236}">
                      <a16:creationId xmlns:a16="http://schemas.microsoft.com/office/drawing/2014/main" id="{EBF484F2-B922-5F9D-4D93-53F6A56A7E6B}"/>
                    </a:ext>
                  </a:extLst>
                </p14:cNvPr>
                <p14:cNvContentPartPr/>
                <p14:nvPr/>
              </p14:nvContentPartPr>
              <p14:xfrm>
                <a:off x="9395025" y="1988655"/>
                <a:ext cx="88560" cy="71280"/>
              </p14:xfrm>
            </p:contentPart>
          </mc:Choice>
          <mc:Fallback xmlns="">
            <p:pic>
              <p:nvPicPr>
                <p:cNvPr id="60" name="Ink 59">
                  <a:extLst>
                    <a:ext uri="{FF2B5EF4-FFF2-40B4-BE49-F238E27FC236}">
                      <a16:creationId xmlns:a16="http://schemas.microsoft.com/office/drawing/2014/main" id="{EBF484F2-B922-5F9D-4D93-53F6A56A7E6B}"/>
                    </a:ext>
                  </a:extLst>
                </p:cNvPr>
                <p:cNvPicPr/>
                <p:nvPr/>
              </p:nvPicPr>
              <p:blipFill>
                <a:blip r:embed="rId113"/>
                <a:stretch>
                  <a:fillRect/>
                </a:stretch>
              </p:blipFill>
              <p:spPr>
                <a:xfrm>
                  <a:off x="9388905" y="1982535"/>
                  <a:ext cx="1008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1" name="Ink 70">
                  <a:extLst>
                    <a:ext uri="{FF2B5EF4-FFF2-40B4-BE49-F238E27FC236}">
                      <a16:creationId xmlns:a16="http://schemas.microsoft.com/office/drawing/2014/main" id="{5AA26A94-736D-EF27-8165-80BA19B9EC8C}"/>
                    </a:ext>
                  </a:extLst>
                </p14:cNvPr>
                <p14:cNvContentPartPr/>
                <p14:nvPr/>
              </p14:nvContentPartPr>
              <p14:xfrm>
                <a:off x="9398265" y="1902255"/>
                <a:ext cx="265320" cy="431640"/>
              </p14:xfrm>
            </p:contentPart>
          </mc:Choice>
          <mc:Fallback xmlns="">
            <p:pic>
              <p:nvPicPr>
                <p:cNvPr id="71" name="Ink 70">
                  <a:extLst>
                    <a:ext uri="{FF2B5EF4-FFF2-40B4-BE49-F238E27FC236}">
                      <a16:creationId xmlns:a16="http://schemas.microsoft.com/office/drawing/2014/main" id="{5AA26A94-736D-EF27-8165-80BA19B9EC8C}"/>
                    </a:ext>
                  </a:extLst>
                </p:cNvPr>
                <p:cNvPicPr/>
                <p:nvPr/>
              </p:nvPicPr>
              <p:blipFill>
                <a:blip r:embed="rId115"/>
                <a:stretch>
                  <a:fillRect/>
                </a:stretch>
              </p:blipFill>
              <p:spPr>
                <a:xfrm>
                  <a:off x="9392145" y="1896135"/>
                  <a:ext cx="277560" cy="443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E26F238B-AFD7-D919-CC0C-AAB5ECAF2A9E}"/>
                    </a:ext>
                  </a:extLst>
                </p14:cNvPr>
                <p14:cNvContentPartPr/>
                <p14:nvPr/>
              </p14:nvContentPartPr>
              <p14:xfrm>
                <a:off x="9619305" y="1762215"/>
                <a:ext cx="262080" cy="88920"/>
              </p14:xfrm>
            </p:contentPart>
          </mc:Choice>
          <mc:Fallback xmlns="">
            <p:pic>
              <p:nvPicPr>
                <p:cNvPr id="72" name="Ink 71">
                  <a:extLst>
                    <a:ext uri="{FF2B5EF4-FFF2-40B4-BE49-F238E27FC236}">
                      <a16:creationId xmlns:a16="http://schemas.microsoft.com/office/drawing/2014/main" id="{E26F238B-AFD7-D919-CC0C-AAB5ECAF2A9E}"/>
                    </a:ext>
                  </a:extLst>
                </p:cNvPr>
                <p:cNvPicPr/>
                <p:nvPr/>
              </p:nvPicPr>
              <p:blipFill>
                <a:blip r:embed="rId117"/>
                <a:stretch>
                  <a:fillRect/>
                </a:stretch>
              </p:blipFill>
              <p:spPr>
                <a:xfrm>
                  <a:off x="9613185" y="1756095"/>
                  <a:ext cx="2743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3B266A36-AD81-F590-D99B-F6E8CED10D0C}"/>
                    </a:ext>
                  </a:extLst>
                </p14:cNvPr>
                <p14:cNvContentPartPr/>
                <p14:nvPr/>
              </p14:nvContentPartPr>
              <p14:xfrm>
                <a:off x="9887865" y="1824135"/>
                <a:ext cx="237240" cy="339480"/>
              </p14:xfrm>
            </p:contentPart>
          </mc:Choice>
          <mc:Fallback xmlns="">
            <p:pic>
              <p:nvPicPr>
                <p:cNvPr id="73" name="Ink 72">
                  <a:extLst>
                    <a:ext uri="{FF2B5EF4-FFF2-40B4-BE49-F238E27FC236}">
                      <a16:creationId xmlns:a16="http://schemas.microsoft.com/office/drawing/2014/main" id="{3B266A36-AD81-F590-D99B-F6E8CED10D0C}"/>
                    </a:ext>
                  </a:extLst>
                </p:cNvPr>
                <p:cNvPicPr/>
                <p:nvPr/>
              </p:nvPicPr>
              <p:blipFill>
                <a:blip r:embed="rId119"/>
                <a:stretch>
                  <a:fillRect/>
                </a:stretch>
              </p:blipFill>
              <p:spPr>
                <a:xfrm>
                  <a:off x="9881745" y="1818015"/>
                  <a:ext cx="249480" cy="3517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A908F856-1EDA-BA61-4FAC-6FAE212681FF}"/>
                    </a:ext>
                  </a:extLst>
                </p14:cNvPr>
                <p14:cNvContentPartPr/>
                <p14:nvPr/>
              </p14:nvContentPartPr>
              <p14:xfrm>
                <a:off x="10288185" y="1756455"/>
                <a:ext cx="147600" cy="131760"/>
              </p14:xfrm>
            </p:contentPart>
          </mc:Choice>
          <mc:Fallback xmlns="">
            <p:pic>
              <p:nvPicPr>
                <p:cNvPr id="74" name="Ink 73">
                  <a:extLst>
                    <a:ext uri="{FF2B5EF4-FFF2-40B4-BE49-F238E27FC236}">
                      <a16:creationId xmlns:a16="http://schemas.microsoft.com/office/drawing/2014/main" id="{A908F856-1EDA-BA61-4FAC-6FAE212681FF}"/>
                    </a:ext>
                  </a:extLst>
                </p:cNvPr>
                <p:cNvPicPr/>
                <p:nvPr/>
              </p:nvPicPr>
              <p:blipFill>
                <a:blip r:embed="rId121"/>
                <a:stretch>
                  <a:fillRect/>
                </a:stretch>
              </p:blipFill>
              <p:spPr>
                <a:xfrm>
                  <a:off x="10282065" y="1750335"/>
                  <a:ext cx="1598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6D424C69-DC91-739D-5732-C6901C13C470}"/>
                    </a:ext>
                  </a:extLst>
                </p14:cNvPr>
                <p14:cNvContentPartPr/>
                <p14:nvPr/>
              </p14:nvContentPartPr>
              <p14:xfrm>
                <a:off x="10347945" y="1782015"/>
                <a:ext cx="172440" cy="440640"/>
              </p14:xfrm>
            </p:contentPart>
          </mc:Choice>
          <mc:Fallback xmlns="">
            <p:pic>
              <p:nvPicPr>
                <p:cNvPr id="75" name="Ink 74">
                  <a:extLst>
                    <a:ext uri="{FF2B5EF4-FFF2-40B4-BE49-F238E27FC236}">
                      <a16:creationId xmlns:a16="http://schemas.microsoft.com/office/drawing/2014/main" id="{6D424C69-DC91-739D-5732-C6901C13C470}"/>
                    </a:ext>
                  </a:extLst>
                </p:cNvPr>
                <p:cNvPicPr/>
                <p:nvPr/>
              </p:nvPicPr>
              <p:blipFill>
                <a:blip r:embed="rId123"/>
                <a:stretch>
                  <a:fillRect/>
                </a:stretch>
              </p:blipFill>
              <p:spPr>
                <a:xfrm>
                  <a:off x="10341825" y="1775895"/>
                  <a:ext cx="18468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23D38A18-8B2D-B8F9-5A95-41BBD2583DCE}"/>
                    </a:ext>
                  </a:extLst>
                </p14:cNvPr>
                <p14:cNvContentPartPr/>
                <p14:nvPr/>
              </p14:nvContentPartPr>
              <p14:xfrm>
                <a:off x="10521465" y="1973175"/>
                <a:ext cx="89640" cy="137880"/>
              </p14:xfrm>
            </p:contentPart>
          </mc:Choice>
          <mc:Fallback xmlns="">
            <p:pic>
              <p:nvPicPr>
                <p:cNvPr id="76" name="Ink 75">
                  <a:extLst>
                    <a:ext uri="{FF2B5EF4-FFF2-40B4-BE49-F238E27FC236}">
                      <a16:creationId xmlns:a16="http://schemas.microsoft.com/office/drawing/2014/main" id="{23D38A18-8B2D-B8F9-5A95-41BBD2583DCE}"/>
                    </a:ext>
                  </a:extLst>
                </p:cNvPr>
                <p:cNvPicPr/>
                <p:nvPr/>
              </p:nvPicPr>
              <p:blipFill>
                <a:blip r:embed="rId125"/>
                <a:stretch>
                  <a:fillRect/>
                </a:stretch>
              </p:blipFill>
              <p:spPr>
                <a:xfrm>
                  <a:off x="10515345" y="1967055"/>
                  <a:ext cx="1018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775DA478-40B1-0990-A70C-62A26859CBFF}"/>
                    </a:ext>
                  </a:extLst>
                </p14:cNvPr>
                <p14:cNvContentPartPr/>
                <p14:nvPr/>
              </p14:nvContentPartPr>
              <p14:xfrm>
                <a:off x="10444425" y="1656015"/>
                <a:ext cx="404280" cy="761040"/>
              </p14:xfrm>
            </p:contentPart>
          </mc:Choice>
          <mc:Fallback xmlns="">
            <p:pic>
              <p:nvPicPr>
                <p:cNvPr id="77" name="Ink 76">
                  <a:extLst>
                    <a:ext uri="{FF2B5EF4-FFF2-40B4-BE49-F238E27FC236}">
                      <a16:creationId xmlns:a16="http://schemas.microsoft.com/office/drawing/2014/main" id="{775DA478-40B1-0990-A70C-62A26859CBFF}"/>
                    </a:ext>
                  </a:extLst>
                </p:cNvPr>
                <p:cNvPicPr/>
                <p:nvPr/>
              </p:nvPicPr>
              <p:blipFill>
                <a:blip r:embed="rId127"/>
                <a:stretch>
                  <a:fillRect/>
                </a:stretch>
              </p:blipFill>
              <p:spPr>
                <a:xfrm>
                  <a:off x="10438305" y="1649895"/>
                  <a:ext cx="416520" cy="7732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8" name="Ink 77">
                  <a:extLst>
                    <a:ext uri="{FF2B5EF4-FFF2-40B4-BE49-F238E27FC236}">
                      <a16:creationId xmlns:a16="http://schemas.microsoft.com/office/drawing/2014/main" id="{BBDFA0FD-6777-5EC2-EC44-763D28CE4093}"/>
                    </a:ext>
                  </a:extLst>
                </p14:cNvPr>
                <p14:cNvContentPartPr/>
                <p14:nvPr/>
              </p14:nvContentPartPr>
              <p14:xfrm>
                <a:off x="9221505" y="1736655"/>
                <a:ext cx="299880" cy="849960"/>
              </p14:xfrm>
            </p:contentPart>
          </mc:Choice>
          <mc:Fallback xmlns="">
            <p:pic>
              <p:nvPicPr>
                <p:cNvPr id="78" name="Ink 77">
                  <a:extLst>
                    <a:ext uri="{FF2B5EF4-FFF2-40B4-BE49-F238E27FC236}">
                      <a16:creationId xmlns:a16="http://schemas.microsoft.com/office/drawing/2014/main" id="{BBDFA0FD-6777-5EC2-EC44-763D28CE4093}"/>
                    </a:ext>
                  </a:extLst>
                </p:cNvPr>
                <p:cNvPicPr/>
                <p:nvPr/>
              </p:nvPicPr>
              <p:blipFill>
                <a:blip r:embed="rId129"/>
                <a:stretch>
                  <a:fillRect/>
                </a:stretch>
              </p:blipFill>
              <p:spPr>
                <a:xfrm>
                  <a:off x="9215385" y="1730535"/>
                  <a:ext cx="312120" cy="8622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0" name="Ink 79">
                  <a:extLst>
                    <a:ext uri="{FF2B5EF4-FFF2-40B4-BE49-F238E27FC236}">
                      <a16:creationId xmlns:a16="http://schemas.microsoft.com/office/drawing/2014/main" id="{5AD114F4-D6BB-11D7-42CA-161A5455CA23}"/>
                    </a:ext>
                  </a:extLst>
                </p14:cNvPr>
                <p14:cNvContentPartPr/>
                <p14:nvPr/>
              </p14:nvContentPartPr>
              <p14:xfrm>
                <a:off x="9057705" y="2725215"/>
                <a:ext cx="468360" cy="451440"/>
              </p14:xfrm>
            </p:contentPart>
          </mc:Choice>
          <mc:Fallback xmlns="">
            <p:pic>
              <p:nvPicPr>
                <p:cNvPr id="80" name="Ink 79">
                  <a:extLst>
                    <a:ext uri="{FF2B5EF4-FFF2-40B4-BE49-F238E27FC236}">
                      <a16:creationId xmlns:a16="http://schemas.microsoft.com/office/drawing/2014/main" id="{5AD114F4-D6BB-11D7-42CA-161A5455CA23}"/>
                    </a:ext>
                  </a:extLst>
                </p:cNvPr>
                <p:cNvPicPr/>
                <p:nvPr/>
              </p:nvPicPr>
              <p:blipFill>
                <a:blip r:embed="rId131"/>
                <a:stretch>
                  <a:fillRect/>
                </a:stretch>
              </p:blipFill>
              <p:spPr>
                <a:xfrm>
                  <a:off x="9051585" y="2719095"/>
                  <a:ext cx="480600" cy="4636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1" name="Ink 80">
                  <a:extLst>
                    <a:ext uri="{FF2B5EF4-FFF2-40B4-BE49-F238E27FC236}">
                      <a16:creationId xmlns:a16="http://schemas.microsoft.com/office/drawing/2014/main" id="{921669D3-E9F8-C19A-4D30-E62CF531F074}"/>
                    </a:ext>
                  </a:extLst>
                </p14:cNvPr>
                <p14:cNvContentPartPr/>
                <p14:nvPr/>
              </p14:nvContentPartPr>
              <p14:xfrm>
                <a:off x="9443265" y="2864175"/>
                <a:ext cx="131040" cy="375840"/>
              </p14:xfrm>
            </p:contentPart>
          </mc:Choice>
          <mc:Fallback xmlns="">
            <p:pic>
              <p:nvPicPr>
                <p:cNvPr id="81" name="Ink 80">
                  <a:extLst>
                    <a:ext uri="{FF2B5EF4-FFF2-40B4-BE49-F238E27FC236}">
                      <a16:creationId xmlns:a16="http://schemas.microsoft.com/office/drawing/2014/main" id="{921669D3-E9F8-C19A-4D30-E62CF531F074}"/>
                    </a:ext>
                  </a:extLst>
                </p:cNvPr>
                <p:cNvPicPr/>
                <p:nvPr/>
              </p:nvPicPr>
              <p:blipFill>
                <a:blip r:embed="rId133"/>
                <a:stretch>
                  <a:fillRect/>
                </a:stretch>
              </p:blipFill>
              <p:spPr>
                <a:xfrm>
                  <a:off x="9437145" y="2858055"/>
                  <a:ext cx="14328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2" name="Ink 81">
                  <a:extLst>
                    <a:ext uri="{FF2B5EF4-FFF2-40B4-BE49-F238E27FC236}">
                      <a16:creationId xmlns:a16="http://schemas.microsoft.com/office/drawing/2014/main" id="{E20321BF-2651-2808-0F66-9ADF833A1FD2}"/>
                    </a:ext>
                  </a:extLst>
                </p14:cNvPr>
                <p14:cNvContentPartPr/>
                <p14:nvPr/>
              </p14:nvContentPartPr>
              <p14:xfrm>
                <a:off x="9932505" y="2757975"/>
                <a:ext cx="57600" cy="295560"/>
              </p14:xfrm>
            </p:contentPart>
          </mc:Choice>
          <mc:Fallback xmlns="">
            <p:pic>
              <p:nvPicPr>
                <p:cNvPr id="82" name="Ink 81">
                  <a:extLst>
                    <a:ext uri="{FF2B5EF4-FFF2-40B4-BE49-F238E27FC236}">
                      <a16:creationId xmlns:a16="http://schemas.microsoft.com/office/drawing/2014/main" id="{E20321BF-2651-2808-0F66-9ADF833A1FD2}"/>
                    </a:ext>
                  </a:extLst>
                </p:cNvPr>
                <p:cNvPicPr/>
                <p:nvPr/>
              </p:nvPicPr>
              <p:blipFill>
                <a:blip r:embed="rId135"/>
                <a:stretch>
                  <a:fillRect/>
                </a:stretch>
              </p:blipFill>
              <p:spPr>
                <a:xfrm>
                  <a:off x="9926385" y="2751855"/>
                  <a:ext cx="6984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63436AF9-6D4F-882B-BF01-1E3C0A1F4603}"/>
                    </a:ext>
                  </a:extLst>
                </p14:cNvPr>
                <p14:cNvContentPartPr/>
                <p14:nvPr/>
              </p14:nvContentPartPr>
              <p14:xfrm>
                <a:off x="9981465" y="2724135"/>
                <a:ext cx="273600" cy="302040"/>
              </p14:xfrm>
            </p:contentPart>
          </mc:Choice>
          <mc:Fallback xmlns="">
            <p:pic>
              <p:nvPicPr>
                <p:cNvPr id="83" name="Ink 82">
                  <a:extLst>
                    <a:ext uri="{FF2B5EF4-FFF2-40B4-BE49-F238E27FC236}">
                      <a16:creationId xmlns:a16="http://schemas.microsoft.com/office/drawing/2014/main" id="{63436AF9-6D4F-882B-BF01-1E3C0A1F4603}"/>
                    </a:ext>
                  </a:extLst>
                </p:cNvPr>
                <p:cNvPicPr/>
                <p:nvPr/>
              </p:nvPicPr>
              <p:blipFill>
                <a:blip r:embed="rId137"/>
                <a:stretch>
                  <a:fillRect/>
                </a:stretch>
              </p:blipFill>
              <p:spPr>
                <a:xfrm>
                  <a:off x="9975345" y="2718015"/>
                  <a:ext cx="2858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D8EBA0AF-1DF8-F4BD-5363-B6B47CCA0D95}"/>
                    </a:ext>
                  </a:extLst>
                </p14:cNvPr>
                <p14:cNvContentPartPr/>
                <p14:nvPr/>
              </p14:nvContentPartPr>
              <p14:xfrm>
                <a:off x="10337145" y="2803335"/>
                <a:ext cx="55080" cy="126000"/>
              </p14:xfrm>
            </p:contentPart>
          </mc:Choice>
          <mc:Fallback xmlns="">
            <p:pic>
              <p:nvPicPr>
                <p:cNvPr id="84" name="Ink 83">
                  <a:extLst>
                    <a:ext uri="{FF2B5EF4-FFF2-40B4-BE49-F238E27FC236}">
                      <a16:creationId xmlns:a16="http://schemas.microsoft.com/office/drawing/2014/main" id="{D8EBA0AF-1DF8-F4BD-5363-B6B47CCA0D95}"/>
                    </a:ext>
                  </a:extLst>
                </p:cNvPr>
                <p:cNvPicPr/>
                <p:nvPr/>
              </p:nvPicPr>
              <p:blipFill>
                <a:blip r:embed="rId139"/>
                <a:stretch>
                  <a:fillRect/>
                </a:stretch>
              </p:blipFill>
              <p:spPr>
                <a:xfrm>
                  <a:off x="10331025" y="2797215"/>
                  <a:ext cx="673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5" name="Ink 84">
                  <a:extLst>
                    <a:ext uri="{FF2B5EF4-FFF2-40B4-BE49-F238E27FC236}">
                      <a16:creationId xmlns:a16="http://schemas.microsoft.com/office/drawing/2014/main" id="{5640C933-0ECA-13BC-8642-6244E859EC11}"/>
                    </a:ext>
                  </a:extLst>
                </p14:cNvPr>
                <p14:cNvContentPartPr/>
                <p14:nvPr/>
              </p14:nvContentPartPr>
              <p14:xfrm>
                <a:off x="10465305" y="2589495"/>
                <a:ext cx="50760" cy="25920"/>
              </p14:xfrm>
            </p:contentPart>
          </mc:Choice>
          <mc:Fallback xmlns="">
            <p:pic>
              <p:nvPicPr>
                <p:cNvPr id="85" name="Ink 84">
                  <a:extLst>
                    <a:ext uri="{FF2B5EF4-FFF2-40B4-BE49-F238E27FC236}">
                      <a16:creationId xmlns:a16="http://schemas.microsoft.com/office/drawing/2014/main" id="{5640C933-0ECA-13BC-8642-6244E859EC11}"/>
                    </a:ext>
                  </a:extLst>
                </p:cNvPr>
                <p:cNvPicPr/>
                <p:nvPr/>
              </p:nvPicPr>
              <p:blipFill>
                <a:blip r:embed="rId141"/>
                <a:stretch>
                  <a:fillRect/>
                </a:stretch>
              </p:blipFill>
              <p:spPr>
                <a:xfrm>
                  <a:off x="10459185" y="2583375"/>
                  <a:ext cx="630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6" name="Ink 85">
                  <a:extLst>
                    <a:ext uri="{FF2B5EF4-FFF2-40B4-BE49-F238E27FC236}">
                      <a16:creationId xmlns:a16="http://schemas.microsoft.com/office/drawing/2014/main" id="{61777110-75EA-8797-0825-82CC0BACAFC7}"/>
                    </a:ext>
                  </a:extLst>
                </p14:cNvPr>
                <p14:cNvContentPartPr/>
                <p14:nvPr/>
              </p14:nvContentPartPr>
              <p14:xfrm>
                <a:off x="10578345" y="2593455"/>
                <a:ext cx="754920" cy="608400"/>
              </p14:xfrm>
            </p:contentPart>
          </mc:Choice>
          <mc:Fallback xmlns="">
            <p:pic>
              <p:nvPicPr>
                <p:cNvPr id="86" name="Ink 85">
                  <a:extLst>
                    <a:ext uri="{FF2B5EF4-FFF2-40B4-BE49-F238E27FC236}">
                      <a16:creationId xmlns:a16="http://schemas.microsoft.com/office/drawing/2014/main" id="{61777110-75EA-8797-0825-82CC0BACAFC7}"/>
                    </a:ext>
                  </a:extLst>
                </p:cNvPr>
                <p:cNvPicPr/>
                <p:nvPr/>
              </p:nvPicPr>
              <p:blipFill>
                <a:blip r:embed="rId143"/>
                <a:stretch>
                  <a:fillRect/>
                </a:stretch>
              </p:blipFill>
              <p:spPr>
                <a:xfrm>
                  <a:off x="10572225" y="2587335"/>
                  <a:ext cx="767160" cy="6206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7" name="Ink 86">
                  <a:extLst>
                    <a:ext uri="{FF2B5EF4-FFF2-40B4-BE49-F238E27FC236}">
                      <a16:creationId xmlns:a16="http://schemas.microsoft.com/office/drawing/2014/main" id="{86730183-DA46-A1FE-99C7-2D5A203B9011}"/>
                    </a:ext>
                  </a:extLst>
                </p14:cNvPr>
                <p14:cNvContentPartPr/>
                <p14:nvPr/>
              </p14:nvContentPartPr>
              <p14:xfrm>
                <a:off x="9863745" y="3334335"/>
                <a:ext cx="590040" cy="506160"/>
              </p14:xfrm>
            </p:contentPart>
          </mc:Choice>
          <mc:Fallback xmlns="">
            <p:pic>
              <p:nvPicPr>
                <p:cNvPr id="87" name="Ink 86">
                  <a:extLst>
                    <a:ext uri="{FF2B5EF4-FFF2-40B4-BE49-F238E27FC236}">
                      <a16:creationId xmlns:a16="http://schemas.microsoft.com/office/drawing/2014/main" id="{86730183-DA46-A1FE-99C7-2D5A203B9011}"/>
                    </a:ext>
                  </a:extLst>
                </p:cNvPr>
                <p:cNvPicPr/>
                <p:nvPr/>
              </p:nvPicPr>
              <p:blipFill>
                <a:blip r:embed="rId145"/>
                <a:stretch>
                  <a:fillRect/>
                </a:stretch>
              </p:blipFill>
              <p:spPr>
                <a:xfrm>
                  <a:off x="9857625" y="3328215"/>
                  <a:ext cx="60228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8" name="Ink 87">
                  <a:extLst>
                    <a:ext uri="{FF2B5EF4-FFF2-40B4-BE49-F238E27FC236}">
                      <a16:creationId xmlns:a16="http://schemas.microsoft.com/office/drawing/2014/main" id="{8A53DDD7-DD66-B07A-F240-CFECEE48E117}"/>
                    </a:ext>
                  </a:extLst>
                </p14:cNvPr>
                <p14:cNvContentPartPr/>
                <p14:nvPr/>
              </p14:nvContentPartPr>
              <p14:xfrm>
                <a:off x="10587705" y="3435495"/>
                <a:ext cx="195480" cy="169560"/>
              </p14:xfrm>
            </p:contentPart>
          </mc:Choice>
          <mc:Fallback xmlns="">
            <p:pic>
              <p:nvPicPr>
                <p:cNvPr id="88" name="Ink 87">
                  <a:extLst>
                    <a:ext uri="{FF2B5EF4-FFF2-40B4-BE49-F238E27FC236}">
                      <a16:creationId xmlns:a16="http://schemas.microsoft.com/office/drawing/2014/main" id="{8A53DDD7-DD66-B07A-F240-CFECEE48E117}"/>
                    </a:ext>
                  </a:extLst>
                </p:cNvPr>
                <p:cNvPicPr/>
                <p:nvPr/>
              </p:nvPicPr>
              <p:blipFill>
                <a:blip r:embed="rId147"/>
                <a:stretch>
                  <a:fillRect/>
                </a:stretch>
              </p:blipFill>
              <p:spPr>
                <a:xfrm>
                  <a:off x="10581585" y="3429375"/>
                  <a:ext cx="20772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9" name="Ink 88">
                  <a:extLst>
                    <a:ext uri="{FF2B5EF4-FFF2-40B4-BE49-F238E27FC236}">
                      <a16:creationId xmlns:a16="http://schemas.microsoft.com/office/drawing/2014/main" id="{1D9D1F29-B9BF-CF74-9E4F-4CE15431F223}"/>
                    </a:ext>
                  </a:extLst>
                </p14:cNvPr>
                <p14:cNvContentPartPr/>
                <p14:nvPr/>
              </p14:nvContentPartPr>
              <p14:xfrm>
                <a:off x="10828545" y="3355215"/>
                <a:ext cx="273600" cy="256320"/>
              </p14:xfrm>
            </p:contentPart>
          </mc:Choice>
          <mc:Fallback xmlns="">
            <p:pic>
              <p:nvPicPr>
                <p:cNvPr id="89" name="Ink 88">
                  <a:extLst>
                    <a:ext uri="{FF2B5EF4-FFF2-40B4-BE49-F238E27FC236}">
                      <a16:creationId xmlns:a16="http://schemas.microsoft.com/office/drawing/2014/main" id="{1D9D1F29-B9BF-CF74-9E4F-4CE15431F223}"/>
                    </a:ext>
                  </a:extLst>
                </p:cNvPr>
                <p:cNvPicPr/>
                <p:nvPr/>
              </p:nvPicPr>
              <p:blipFill>
                <a:blip r:embed="rId149"/>
                <a:stretch>
                  <a:fillRect/>
                </a:stretch>
              </p:blipFill>
              <p:spPr>
                <a:xfrm>
                  <a:off x="10822425" y="3349095"/>
                  <a:ext cx="2858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0" name="Ink 89">
                  <a:extLst>
                    <a:ext uri="{FF2B5EF4-FFF2-40B4-BE49-F238E27FC236}">
                      <a16:creationId xmlns:a16="http://schemas.microsoft.com/office/drawing/2014/main" id="{B991E067-1891-F13F-4E72-7F244066E51A}"/>
                    </a:ext>
                  </a:extLst>
                </p14:cNvPr>
                <p14:cNvContentPartPr/>
                <p14:nvPr/>
              </p14:nvContentPartPr>
              <p14:xfrm>
                <a:off x="11106465" y="3354855"/>
                <a:ext cx="42480" cy="108360"/>
              </p14:xfrm>
            </p:contentPart>
          </mc:Choice>
          <mc:Fallback xmlns="">
            <p:pic>
              <p:nvPicPr>
                <p:cNvPr id="90" name="Ink 89">
                  <a:extLst>
                    <a:ext uri="{FF2B5EF4-FFF2-40B4-BE49-F238E27FC236}">
                      <a16:creationId xmlns:a16="http://schemas.microsoft.com/office/drawing/2014/main" id="{B991E067-1891-F13F-4E72-7F244066E51A}"/>
                    </a:ext>
                  </a:extLst>
                </p:cNvPr>
                <p:cNvPicPr/>
                <p:nvPr/>
              </p:nvPicPr>
              <p:blipFill>
                <a:blip r:embed="rId151"/>
                <a:stretch>
                  <a:fillRect/>
                </a:stretch>
              </p:blipFill>
              <p:spPr>
                <a:xfrm>
                  <a:off x="11100345" y="3348735"/>
                  <a:ext cx="547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1" name="Ink 90">
                  <a:extLst>
                    <a:ext uri="{FF2B5EF4-FFF2-40B4-BE49-F238E27FC236}">
                      <a16:creationId xmlns:a16="http://schemas.microsoft.com/office/drawing/2014/main" id="{942C8F6B-0E2B-511E-E46F-773D336B7022}"/>
                    </a:ext>
                  </a:extLst>
                </p14:cNvPr>
                <p14:cNvContentPartPr/>
                <p14:nvPr/>
              </p14:nvContentPartPr>
              <p14:xfrm>
                <a:off x="11140665" y="3162255"/>
                <a:ext cx="68760" cy="56880"/>
              </p14:xfrm>
            </p:contentPart>
          </mc:Choice>
          <mc:Fallback xmlns="">
            <p:pic>
              <p:nvPicPr>
                <p:cNvPr id="91" name="Ink 90">
                  <a:extLst>
                    <a:ext uri="{FF2B5EF4-FFF2-40B4-BE49-F238E27FC236}">
                      <a16:creationId xmlns:a16="http://schemas.microsoft.com/office/drawing/2014/main" id="{942C8F6B-0E2B-511E-E46F-773D336B7022}"/>
                    </a:ext>
                  </a:extLst>
                </p:cNvPr>
                <p:cNvPicPr/>
                <p:nvPr/>
              </p:nvPicPr>
              <p:blipFill>
                <a:blip r:embed="rId153"/>
                <a:stretch>
                  <a:fillRect/>
                </a:stretch>
              </p:blipFill>
              <p:spPr>
                <a:xfrm>
                  <a:off x="11134545" y="3156135"/>
                  <a:ext cx="810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2" name="Ink 91">
                  <a:extLst>
                    <a:ext uri="{FF2B5EF4-FFF2-40B4-BE49-F238E27FC236}">
                      <a16:creationId xmlns:a16="http://schemas.microsoft.com/office/drawing/2014/main" id="{C49C296B-1C83-90A2-1404-118C993632CB}"/>
                    </a:ext>
                  </a:extLst>
                </p14:cNvPr>
                <p14:cNvContentPartPr/>
                <p14:nvPr/>
              </p14:nvContentPartPr>
              <p14:xfrm>
                <a:off x="11353425" y="3262695"/>
                <a:ext cx="131760" cy="154080"/>
              </p14:xfrm>
            </p:contentPart>
          </mc:Choice>
          <mc:Fallback xmlns="">
            <p:pic>
              <p:nvPicPr>
                <p:cNvPr id="92" name="Ink 91">
                  <a:extLst>
                    <a:ext uri="{FF2B5EF4-FFF2-40B4-BE49-F238E27FC236}">
                      <a16:creationId xmlns:a16="http://schemas.microsoft.com/office/drawing/2014/main" id="{C49C296B-1C83-90A2-1404-118C993632CB}"/>
                    </a:ext>
                  </a:extLst>
                </p:cNvPr>
                <p:cNvPicPr/>
                <p:nvPr/>
              </p:nvPicPr>
              <p:blipFill>
                <a:blip r:embed="rId155"/>
                <a:stretch>
                  <a:fillRect/>
                </a:stretch>
              </p:blipFill>
              <p:spPr>
                <a:xfrm>
                  <a:off x="11347305" y="3256575"/>
                  <a:ext cx="14400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3" name="Ink 92">
                  <a:extLst>
                    <a:ext uri="{FF2B5EF4-FFF2-40B4-BE49-F238E27FC236}">
                      <a16:creationId xmlns:a16="http://schemas.microsoft.com/office/drawing/2014/main" id="{EEB5181E-AA0A-9647-3589-ED26C2C8DAFF}"/>
                    </a:ext>
                  </a:extLst>
                </p14:cNvPr>
                <p14:cNvContentPartPr/>
                <p14:nvPr/>
              </p14:nvContentPartPr>
              <p14:xfrm>
                <a:off x="11571585" y="3210855"/>
                <a:ext cx="182160" cy="153720"/>
              </p14:xfrm>
            </p:contentPart>
          </mc:Choice>
          <mc:Fallback xmlns="">
            <p:pic>
              <p:nvPicPr>
                <p:cNvPr id="93" name="Ink 92">
                  <a:extLst>
                    <a:ext uri="{FF2B5EF4-FFF2-40B4-BE49-F238E27FC236}">
                      <a16:creationId xmlns:a16="http://schemas.microsoft.com/office/drawing/2014/main" id="{EEB5181E-AA0A-9647-3589-ED26C2C8DAFF}"/>
                    </a:ext>
                  </a:extLst>
                </p:cNvPr>
                <p:cNvPicPr/>
                <p:nvPr/>
              </p:nvPicPr>
              <p:blipFill>
                <a:blip r:embed="rId157"/>
                <a:stretch>
                  <a:fillRect/>
                </a:stretch>
              </p:blipFill>
              <p:spPr>
                <a:xfrm>
                  <a:off x="11565465" y="3204735"/>
                  <a:ext cx="1944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4" name="Ink 93">
                  <a:extLst>
                    <a:ext uri="{FF2B5EF4-FFF2-40B4-BE49-F238E27FC236}">
                      <a16:creationId xmlns:a16="http://schemas.microsoft.com/office/drawing/2014/main" id="{FF4A2B0B-9417-2703-CEBE-34D41FF5992E}"/>
                    </a:ext>
                  </a:extLst>
                </p14:cNvPr>
                <p14:cNvContentPartPr/>
                <p14:nvPr/>
              </p14:nvContentPartPr>
              <p14:xfrm>
                <a:off x="11810625" y="3162255"/>
                <a:ext cx="104400" cy="190440"/>
              </p14:xfrm>
            </p:contentPart>
          </mc:Choice>
          <mc:Fallback xmlns="">
            <p:pic>
              <p:nvPicPr>
                <p:cNvPr id="94" name="Ink 93">
                  <a:extLst>
                    <a:ext uri="{FF2B5EF4-FFF2-40B4-BE49-F238E27FC236}">
                      <a16:creationId xmlns:a16="http://schemas.microsoft.com/office/drawing/2014/main" id="{FF4A2B0B-9417-2703-CEBE-34D41FF5992E}"/>
                    </a:ext>
                  </a:extLst>
                </p:cNvPr>
                <p:cNvPicPr/>
                <p:nvPr/>
              </p:nvPicPr>
              <p:blipFill>
                <a:blip r:embed="rId159"/>
                <a:stretch>
                  <a:fillRect/>
                </a:stretch>
              </p:blipFill>
              <p:spPr>
                <a:xfrm>
                  <a:off x="11804505" y="3156135"/>
                  <a:ext cx="11664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5" name="Ink 94">
                  <a:extLst>
                    <a:ext uri="{FF2B5EF4-FFF2-40B4-BE49-F238E27FC236}">
                      <a16:creationId xmlns:a16="http://schemas.microsoft.com/office/drawing/2014/main" id="{E35641D5-F9E5-B445-BDC2-CC6FE9E49EC6}"/>
                    </a:ext>
                  </a:extLst>
                </p14:cNvPr>
                <p14:cNvContentPartPr/>
                <p14:nvPr/>
              </p14:nvContentPartPr>
              <p14:xfrm>
                <a:off x="11985225" y="3142815"/>
                <a:ext cx="102240" cy="139680"/>
              </p14:xfrm>
            </p:contentPart>
          </mc:Choice>
          <mc:Fallback xmlns="">
            <p:pic>
              <p:nvPicPr>
                <p:cNvPr id="95" name="Ink 94">
                  <a:extLst>
                    <a:ext uri="{FF2B5EF4-FFF2-40B4-BE49-F238E27FC236}">
                      <a16:creationId xmlns:a16="http://schemas.microsoft.com/office/drawing/2014/main" id="{E35641D5-F9E5-B445-BDC2-CC6FE9E49EC6}"/>
                    </a:ext>
                  </a:extLst>
                </p:cNvPr>
                <p:cNvPicPr/>
                <p:nvPr/>
              </p:nvPicPr>
              <p:blipFill>
                <a:blip r:embed="rId161"/>
                <a:stretch>
                  <a:fillRect/>
                </a:stretch>
              </p:blipFill>
              <p:spPr>
                <a:xfrm>
                  <a:off x="11979105" y="3136695"/>
                  <a:ext cx="1144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6" name="Ink 95">
                  <a:extLst>
                    <a:ext uri="{FF2B5EF4-FFF2-40B4-BE49-F238E27FC236}">
                      <a16:creationId xmlns:a16="http://schemas.microsoft.com/office/drawing/2014/main" id="{ABD1AE4C-F63F-1D79-D061-D2A6009DE9DA}"/>
                    </a:ext>
                  </a:extLst>
                </p14:cNvPr>
                <p14:cNvContentPartPr/>
                <p14:nvPr/>
              </p14:nvContentPartPr>
              <p14:xfrm>
                <a:off x="11687145" y="2824215"/>
                <a:ext cx="419400" cy="984600"/>
              </p14:xfrm>
            </p:contentPart>
          </mc:Choice>
          <mc:Fallback xmlns="">
            <p:pic>
              <p:nvPicPr>
                <p:cNvPr id="96" name="Ink 95">
                  <a:extLst>
                    <a:ext uri="{FF2B5EF4-FFF2-40B4-BE49-F238E27FC236}">
                      <a16:creationId xmlns:a16="http://schemas.microsoft.com/office/drawing/2014/main" id="{ABD1AE4C-F63F-1D79-D061-D2A6009DE9DA}"/>
                    </a:ext>
                  </a:extLst>
                </p:cNvPr>
                <p:cNvPicPr/>
                <p:nvPr/>
              </p:nvPicPr>
              <p:blipFill>
                <a:blip r:embed="rId163"/>
                <a:stretch>
                  <a:fillRect/>
                </a:stretch>
              </p:blipFill>
              <p:spPr>
                <a:xfrm>
                  <a:off x="11681025" y="2818095"/>
                  <a:ext cx="431640" cy="9968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EE544027-BFAD-A985-41ED-323BA15E00FB}"/>
                    </a:ext>
                  </a:extLst>
                </p14:cNvPr>
                <p14:cNvContentPartPr/>
                <p14:nvPr/>
              </p14:nvContentPartPr>
              <p14:xfrm>
                <a:off x="9656745" y="2579055"/>
                <a:ext cx="280800" cy="772200"/>
              </p14:xfrm>
            </p:contentPart>
          </mc:Choice>
          <mc:Fallback xmlns="">
            <p:pic>
              <p:nvPicPr>
                <p:cNvPr id="99" name="Ink 98">
                  <a:extLst>
                    <a:ext uri="{FF2B5EF4-FFF2-40B4-BE49-F238E27FC236}">
                      <a16:creationId xmlns:a16="http://schemas.microsoft.com/office/drawing/2014/main" id="{EE544027-BFAD-A985-41ED-323BA15E00FB}"/>
                    </a:ext>
                  </a:extLst>
                </p:cNvPr>
                <p:cNvPicPr/>
                <p:nvPr/>
              </p:nvPicPr>
              <p:blipFill>
                <a:blip r:embed="rId165"/>
                <a:stretch>
                  <a:fillRect/>
                </a:stretch>
              </p:blipFill>
              <p:spPr>
                <a:xfrm>
                  <a:off x="9650625" y="2572935"/>
                  <a:ext cx="293040" cy="7844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5" name="Ink 104">
                  <a:extLst>
                    <a:ext uri="{FF2B5EF4-FFF2-40B4-BE49-F238E27FC236}">
                      <a16:creationId xmlns:a16="http://schemas.microsoft.com/office/drawing/2014/main" id="{3A9C4220-0B91-BAFC-3367-AF42C2525F54}"/>
                    </a:ext>
                  </a:extLst>
                </p14:cNvPr>
                <p14:cNvContentPartPr/>
                <p14:nvPr/>
              </p14:nvContentPartPr>
              <p14:xfrm>
                <a:off x="6134145" y="4655895"/>
                <a:ext cx="71280" cy="489960"/>
              </p14:xfrm>
            </p:contentPart>
          </mc:Choice>
          <mc:Fallback xmlns="">
            <p:pic>
              <p:nvPicPr>
                <p:cNvPr id="105" name="Ink 104">
                  <a:extLst>
                    <a:ext uri="{FF2B5EF4-FFF2-40B4-BE49-F238E27FC236}">
                      <a16:creationId xmlns:a16="http://schemas.microsoft.com/office/drawing/2014/main" id="{3A9C4220-0B91-BAFC-3367-AF42C2525F54}"/>
                    </a:ext>
                  </a:extLst>
                </p:cNvPr>
                <p:cNvPicPr/>
                <p:nvPr/>
              </p:nvPicPr>
              <p:blipFill>
                <a:blip r:embed="rId167"/>
                <a:stretch>
                  <a:fillRect/>
                </a:stretch>
              </p:blipFill>
              <p:spPr>
                <a:xfrm>
                  <a:off x="6128025" y="4649775"/>
                  <a:ext cx="8352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6" name="Ink 105">
                  <a:extLst>
                    <a:ext uri="{FF2B5EF4-FFF2-40B4-BE49-F238E27FC236}">
                      <a16:creationId xmlns:a16="http://schemas.microsoft.com/office/drawing/2014/main" id="{7E8955E6-3B06-8CF5-6268-DBF60E2B4F35}"/>
                    </a:ext>
                  </a:extLst>
                </p14:cNvPr>
                <p14:cNvContentPartPr/>
                <p14:nvPr/>
              </p14:nvContentPartPr>
              <p14:xfrm>
                <a:off x="6170505" y="4587495"/>
                <a:ext cx="587160" cy="389880"/>
              </p14:xfrm>
            </p:contentPart>
          </mc:Choice>
          <mc:Fallback xmlns="">
            <p:pic>
              <p:nvPicPr>
                <p:cNvPr id="106" name="Ink 105">
                  <a:extLst>
                    <a:ext uri="{FF2B5EF4-FFF2-40B4-BE49-F238E27FC236}">
                      <a16:creationId xmlns:a16="http://schemas.microsoft.com/office/drawing/2014/main" id="{7E8955E6-3B06-8CF5-6268-DBF60E2B4F35}"/>
                    </a:ext>
                  </a:extLst>
                </p:cNvPr>
                <p:cNvPicPr/>
                <p:nvPr/>
              </p:nvPicPr>
              <p:blipFill>
                <a:blip r:embed="rId169"/>
                <a:stretch>
                  <a:fillRect/>
                </a:stretch>
              </p:blipFill>
              <p:spPr>
                <a:xfrm>
                  <a:off x="6164385" y="4581375"/>
                  <a:ext cx="59940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7" name="Ink 106">
                  <a:extLst>
                    <a:ext uri="{FF2B5EF4-FFF2-40B4-BE49-F238E27FC236}">
                      <a16:creationId xmlns:a16="http://schemas.microsoft.com/office/drawing/2014/main" id="{F87E2229-9EB6-8FC5-C1F8-E54DF1319393}"/>
                    </a:ext>
                  </a:extLst>
                </p14:cNvPr>
                <p14:cNvContentPartPr/>
                <p14:nvPr/>
              </p14:nvContentPartPr>
              <p14:xfrm>
                <a:off x="6998505" y="4634655"/>
                <a:ext cx="181440" cy="171360"/>
              </p14:xfrm>
            </p:contentPart>
          </mc:Choice>
          <mc:Fallback xmlns="">
            <p:pic>
              <p:nvPicPr>
                <p:cNvPr id="107" name="Ink 106">
                  <a:extLst>
                    <a:ext uri="{FF2B5EF4-FFF2-40B4-BE49-F238E27FC236}">
                      <a16:creationId xmlns:a16="http://schemas.microsoft.com/office/drawing/2014/main" id="{F87E2229-9EB6-8FC5-C1F8-E54DF1319393}"/>
                    </a:ext>
                  </a:extLst>
                </p:cNvPr>
                <p:cNvPicPr/>
                <p:nvPr/>
              </p:nvPicPr>
              <p:blipFill>
                <a:blip r:embed="rId171"/>
                <a:stretch>
                  <a:fillRect/>
                </a:stretch>
              </p:blipFill>
              <p:spPr>
                <a:xfrm>
                  <a:off x="6992385" y="4628535"/>
                  <a:ext cx="19368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8" name="Ink 107">
                  <a:extLst>
                    <a:ext uri="{FF2B5EF4-FFF2-40B4-BE49-F238E27FC236}">
                      <a16:creationId xmlns:a16="http://schemas.microsoft.com/office/drawing/2014/main" id="{91CA0A4C-3EEA-6851-680E-97A75DE3E08E}"/>
                    </a:ext>
                  </a:extLst>
                </p14:cNvPr>
                <p14:cNvContentPartPr/>
                <p14:nvPr/>
              </p14:nvContentPartPr>
              <p14:xfrm>
                <a:off x="7306305" y="4165935"/>
                <a:ext cx="630000" cy="570240"/>
              </p14:xfrm>
            </p:contentPart>
          </mc:Choice>
          <mc:Fallback xmlns="">
            <p:pic>
              <p:nvPicPr>
                <p:cNvPr id="108" name="Ink 107">
                  <a:extLst>
                    <a:ext uri="{FF2B5EF4-FFF2-40B4-BE49-F238E27FC236}">
                      <a16:creationId xmlns:a16="http://schemas.microsoft.com/office/drawing/2014/main" id="{91CA0A4C-3EEA-6851-680E-97A75DE3E08E}"/>
                    </a:ext>
                  </a:extLst>
                </p:cNvPr>
                <p:cNvPicPr/>
                <p:nvPr/>
              </p:nvPicPr>
              <p:blipFill>
                <a:blip r:embed="rId173"/>
                <a:stretch>
                  <a:fillRect/>
                </a:stretch>
              </p:blipFill>
              <p:spPr>
                <a:xfrm>
                  <a:off x="7300185" y="4159815"/>
                  <a:ext cx="642240" cy="5824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9" name="Ink 108">
                  <a:extLst>
                    <a:ext uri="{FF2B5EF4-FFF2-40B4-BE49-F238E27FC236}">
                      <a16:creationId xmlns:a16="http://schemas.microsoft.com/office/drawing/2014/main" id="{85E54CF8-83C8-3A7D-D93F-5B1B7331ACB9}"/>
                    </a:ext>
                  </a:extLst>
                </p14:cNvPr>
                <p14:cNvContentPartPr/>
                <p14:nvPr/>
              </p14:nvContentPartPr>
              <p14:xfrm>
                <a:off x="8094705" y="4494615"/>
                <a:ext cx="38160" cy="201960"/>
              </p14:xfrm>
            </p:contentPart>
          </mc:Choice>
          <mc:Fallback xmlns="">
            <p:pic>
              <p:nvPicPr>
                <p:cNvPr id="109" name="Ink 108">
                  <a:extLst>
                    <a:ext uri="{FF2B5EF4-FFF2-40B4-BE49-F238E27FC236}">
                      <a16:creationId xmlns:a16="http://schemas.microsoft.com/office/drawing/2014/main" id="{85E54CF8-83C8-3A7D-D93F-5B1B7331ACB9}"/>
                    </a:ext>
                  </a:extLst>
                </p:cNvPr>
                <p:cNvPicPr/>
                <p:nvPr/>
              </p:nvPicPr>
              <p:blipFill>
                <a:blip r:embed="rId175"/>
                <a:stretch>
                  <a:fillRect/>
                </a:stretch>
              </p:blipFill>
              <p:spPr>
                <a:xfrm>
                  <a:off x="8088585" y="4488495"/>
                  <a:ext cx="504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0" name="Ink 109">
                  <a:extLst>
                    <a:ext uri="{FF2B5EF4-FFF2-40B4-BE49-F238E27FC236}">
                      <a16:creationId xmlns:a16="http://schemas.microsoft.com/office/drawing/2014/main" id="{46B6B000-C51D-35C2-A0B0-AE096762D89F}"/>
                    </a:ext>
                  </a:extLst>
                </p14:cNvPr>
                <p14:cNvContentPartPr/>
                <p14:nvPr/>
              </p14:nvContentPartPr>
              <p14:xfrm>
                <a:off x="8174625" y="4255935"/>
                <a:ext cx="90720" cy="57960"/>
              </p14:xfrm>
            </p:contentPart>
          </mc:Choice>
          <mc:Fallback xmlns="">
            <p:pic>
              <p:nvPicPr>
                <p:cNvPr id="110" name="Ink 109">
                  <a:extLst>
                    <a:ext uri="{FF2B5EF4-FFF2-40B4-BE49-F238E27FC236}">
                      <a16:creationId xmlns:a16="http://schemas.microsoft.com/office/drawing/2014/main" id="{46B6B000-C51D-35C2-A0B0-AE096762D89F}"/>
                    </a:ext>
                  </a:extLst>
                </p:cNvPr>
                <p:cNvPicPr/>
                <p:nvPr/>
              </p:nvPicPr>
              <p:blipFill>
                <a:blip r:embed="rId177"/>
                <a:stretch>
                  <a:fillRect/>
                </a:stretch>
              </p:blipFill>
              <p:spPr>
                <a:xfrm>
                  <a:off x="8168505" y="4249815"/>
                  <a:ext cx="10296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1" name="Ink 110">
                  <a:extLst>
                    <a:ext uri="{FF2B5EF4-FFF2-40B4-BE49-F238E27FC236}">
                      <a16:creationId xmlns:a16="http://schemas.microsoft.com/office/drawing/2014/main" id="{68DC3C53-0115-3A41-57EC-5C89D85E85CE}"/>
                    </a:ext>
                  </a:extLst>
                </p14:cNvPr>
                <p14:cNvContentPartPr/>
                <p14:nvPr/>
              </p14:nvContentPartPr>
              <p14:xfrm>
                <a:off x="8375865" y="4401375"/>
                <a:ext cx="210960" cy="373320"/>
              </p14:xfrm>
            </p:contentPart>
          </mc:Choice>
          <mc:Fallback xmlns="">
            <p:pic>
              <p:nvPicPr>
                <p:cNvPr id="111" name="Ink 110">
                  <a:extLst>
                    <a:ext uri="{FF2B5EF4-FFF2-40B4-BE49-F238E27FC236}">
                      <a16:creationId xmlns:a16="http://schemas.microsoft.com/office/drawing/2014/main" id="{68DC3C53-0115-3A41-57EC-5C89D85E85CE}"/>
                    </a:ext>
                  </a:extLst>
                </p:cNvPr>
                <p:cNvPicPr/>
                <p:nvPr/>
              </p:nvPicPr>
              <p:blipFill>
                <a:blip r:embed="rId179"/>
                <a:stretch>
                  <a:fillRect/>
                </a:stretch>
              </p:blipFill>
              <p:spPr>
                <a:xfrm>
                  <a:off x="8369745" y="4395255"/>
                  <a:ext cx="22320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2" name="Ink 111">
                  <a:extLst>
                    <a:ext uri="{FF2B5EF4-FFF2-40B4-BE49-F238E27FC236}">
                      <a16:creationId xmlns:a16="http://schemas.microsoft.com/office/drawing/2014/main" id="{0FC4C76D-F12E-4764-250C-A7D8D5CE6BB1}"/>
                    </a:ext>
                  </a:extLst>
                </p14:cNvPr>
                <p14:cNvContentPartPr/>
                <p14:nvPr/>
              </p14:nvContentPartPr>
              <p14:xfrm>
                <a:off x="9400785" y="4350615"/>
                <a:ext cx="354240" cy="448920"/>
              </p14:xfrm>
            </p:contentPart>
          </mc:Choice>
          <mc:Fallback xmlns="">
            <p:pic>
              <p:nvPicPr>
                <p:cNvPr id="112" name="Ink 111">
                  <a:extLst>
                    <a:ext uri="{FF2B5EF4-FFF2-40B4-BE49-F238E27FC236}">
                      <a16:creationId xmlns:a16="http://schemas.microsoft.com/office/drawing/2014/main" id="{0FC4C76D-F12E-4764-250C-A7D8D5CE6BB1}"/>
                    </a:ext>
                  </a:extLst>
                </p:cNvPr>
                <p:cNvPicPr/>
                <p:nvPr/>
              </p:nvPicPr>
              <p:blipFill>
                <a:blip r:embed="rId181"/>
                <a:stretch>
                  <a:fillRect/>
                </a:stretch>
              </p:blipFill>
              <p:spPr>
                <a:xfrm>
                  <a:off x="9394665" y="4344495"/>
                  <a:ext cx="36648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3" name="Ink 112">
                  <a:extLst>
                    <a:ext uri="{FF2B5EF4-FFF2-40B4-BE49-F238E27FC236}">
                      <a16:creationId xmlns:a16="http://schemas.microsoft.com/office/drawing/2014/main" id="{7D1E41D1-FF15-5E6E-1A92-23D2A42F411D}"/>
                    </a:ext>
                  </a:extLst>
                </p14:cNvPr>
                <p14:cNvContentPartPr/>
                <p14:nvPr/>
              </p14:nvContentPartPr>
              <p14:xfrm>
                <a:off x="9969225" y="4283655"/>
                <a:ext cx="285120" cy="343800"/>
              </p14:xfrm>
            </p:contentPart>
          </mc:Choice>
          <mc:Fallback xmlns="">
            <p:pic>
              <p:nvPicPr>
                <p:cNvPr id="113" name="Ink 112">
                  <a:extLst>
                    <a:ext uri="{FF2B5EF4-FFF2-40B4-BE49-F238E27FC236}">
                      <a16:creationId xmlns:a16="http://schemas.microsoft.com/office/drawing/2014/main" id="{7D1E41D1-FF15-5E6E-1A92-23D2A42F411D}"/>
                    </a:ext>
                  </a:extLst>
                </p:cNvPr>
                <p:cNvPicPr/>
                <p:nvPr/>
              </p:nvPicPr>
              <p:blipFill>
                <a:blip r:embed="rId183"/>
                <a:stretch>
                  <a:fillRect/>
                </a:stretch>
              </p:blipFill>
              <p:spPr>
                <a:xfrm>
                  <a:off x="9963105" y="4277535"/>
                  <a:ext cx="29736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4" name="Ink 113">
                  <a:extLst>
                    <a:ext uri="{FF2B5EF4-FFF2-40B4-BE49-F238E27FC236}">
                      <a16:creationId xmlns:a16="http://schemas.microsoft.com/office/drawing/2014/main" id="{FA165A0C-E84C-D037-CE96-60B4D44C4C37}"/>
                    </a:ext>
                  </a:extLst>
                </p14:cNvPr>
                <p14:cNvContentPartPr/>
                <p14:nvPr/>
              </p14:nvContentPartPr>
              <p14:xfrm>
                <a:off x="10261905" y="4323615"/>
                <a:ext cx="283680" cy="250560"/>
              </p14:xfrm>
            </p:contentPart>
          </mc:Choice>
          <mc:Fallback xmlns="">
            <p:pic>
              <p:nvPicPr>
                <p:cNvPr id="114" name="Ink 113">
                  <a:extLst>
                    <a:ext uri="{FF2B5EF4-FFF2-40B4-BE49-F238E27FC236}">
                      <a16:creationId xmlns:a16="http://schemas.microsoft.com/office/drawing/2014/main" id="{FA165A0C-E84C-D037-CE96-60B4D44C4C37}"/>
                    </a:ext>
                  </a:extLst>
                </p:cNvPr>
                <p:cNvPicPr/>
                <p:nvPr/>
              </p:nvPicPr>
              <p:blipFill>
                <a:blip r:embed="rId185"/>
                <a:stretch>
                  <a:fillRect/>
                </a:stretch>
              </p:blipFill>
              <p:spPr>
                <a:xfrm>
                  <a:off x="10255785" y="4317495"/>
                  <a:ext cx="29592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5" name="Ink 114">
                  <a:extLst>
                    <a:ext uri="{FF2B5EF4-FFF2-40B4-BE49-F238E27FC236}">
                      <a16:creationId xmlns:a16="http://schemas.microsoft.com/office/drawing/2014/main" id="{354F9AB7-1815-C1EB-8C3B-3FA5562B7A29}"/>
                    </a:ext>
                  </a:extLst>
                </p14:cNvPr>
                <p14:cNvContentPartPr/>
                <p14:nvPr/>
              </p14:nvContentPartPr>
              <p14:xfrm>
                <a:off x="10580505" y="4102575"/>
                <a:ext cx="274680" cy="365400"/>
              </p14:xfrm>
            </p:contentPart>
          </mc:Choice>
          <mc:Fallback xmlns="">
            <p:pic>
              <p:nvPicPr>
                <p:cNvPr id="115" name="Ink 114">
                  <a:extLst>
                    <a:ext uri="{FF2B5EF4-FFF2-40B4-BE49-F238E27FC236}">
                      <a16:creationId xmlns:a16="http://schemas.microsoft.com/office/drawing/2014/main" id="{354F9AB7-1815-C1EB-8C3B-3FA5562B7A29}"/>
                    </a:ext>
                  </a:extLst>
                </p:cNvPr>
                <p:cNvPicPr/>
                <p:nvPr/>
              </p:nvPicPr>
              <p:blipFill>
                <a:blip r:embed="rId187"/>
                <a:stretch>
                  <a:fillRect/>
                </a:stretch>
              </p:blipFill>
              <p:spPr>
                <a:xfrm>
                  <a:off x="10574385" y="4096455"/>
                  <a:ext cx="28692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6" name="Ink 115">
                  <a:extLst>
                    <a:ext uri="{FF2B5EF4-FFF2-40B4-BE49-F238E27FC236}">
                      <a16:creationId xmlns:a16="http://schemas.microsoft.com/office/drawing/2014/main" id="{2550204A-F04B-4771-CE34-63544B6F6EA6}"/>
                    </a:ext>
                  </a:extLst>
                </p14:cNvPr>
                <p14:cNvContentPartPr/>
                <p14:nvPr/>
              </p14:nvContentPartPr>
              <p14:xfrm>
                <a:off x="10862025" y="3925455"/>
                <a:ext cx="427320" cy="1240200"/>
              </p14:xfrm>
            </p:contentPart>
          </mc:Choice>
          <mc:Fallback xmlns="">
            <p:pic>
              <p:nvPicPr>
                <p:cNvPr id="116" name="Ink 115">
                  <a:extLst>
                    <a:ext uri="{FF2B5EF4-FFF2-40B4-BE49-F238E27FC236}">
                      <a16:creationId xmlns:a16="http://schemas.microsoft.com/office/drawing/2014/main" id="{2550204A-F04B-4771-CE34-63544B6F6EA6}"/>
                    </a:ext>
                  </a:extLst>
                </p:cNvPr>
                <p:cNvPicPr/>
                <p:nvPr/>
              </p:nvPicPr>
              <p:blipFill>
                <a:blip r:embed="rId189"/>
                <a:stretch>
                  <a:fillRect/>
                </a:stretch>
              </p:blipFill>
              <p:spPr>
                <a:xfrm>
                  <a:off x="10855905" y="3919335"/>
                  <a:ext cx="439560" cy="12524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7" name="Ink 116">
                  <a:extLst>
                    <a:ext uri="{FF2B5EF4-FFF2-40B4-BE49-F238E27FC236}">
                      <a16:creationId xmlns:a16="http://schemas.microsoft.com/office/drawing/2014/main" id="{D76B688E-5E40-E92A-8042-9A706832DC0B}"/>
                    </a:ext>
                  </a:extLst>
                </p14:cNvPr>
                <p14:cNvContentPartPr/>
                <p14:nvPr/>
              </p14:nvContentPartPr>
              <p14:xfrm>
                <a:off x="11288265" y="4168455"/>
                <a:ext cx="46080" cy="61200"/>
              </p14:xfrm>
            </p:contentPart>
          </mc:Choice>
          <mc:Fallback xmlns="">
            <p:pic>
              <p:nvPicPr>
                <p:cNvPr id="117" name="Ink 116">
                  <a:extLst>
                    <a:ext uri="{FF2B5EF4-FFF2-40B4-BE49-F238E27FC236}">
                      <a16:creationId xmlns:a16="http://schemas.microsoft.com/office/drawing/2014/main" id="{D76B688E-5E40-E92A-8042-9A706832DC0B}"/>
                    </a:ext>
                  </a:extLst>
                </p:cNvPr>
                <p:cNvPicPr/>
                <p:nvPr/>
              </p:nvPicPr>
              <p:blipFill>
                <a:blip r:embed="rId191"/>
                <a:stretch>
                  <a:fillRect/>
                </a:stretch>
              </p:blipFill>
              <p:spPr>
                <a:xfrm>
                  <a:off x="11282145" y="4162335"/>
                  <a:ext cx="5832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8" name="Ink 117">
                  <a:extLst>
                    <a:ext uri="{FF2B5EF4-FFF2-40B4-BE49-F238E27FC236}">
                      <a16:creationId xmlns:a16="http://schemas.microsoft.com/office/drawing/2014/main" id="{84EB5DBD-3342-8E29-1A01-2B8135A408C0}"/>
                    </a:ext>
                  </a:extLst>
                </p14:cNvPr>
                <p14:cNvContentPartPr/>
                <p14:nvPr/>
              </p14:nvContentPartPr>
              <p14:xfrm>
                <a:off x="11522625" y="4087095"/>
                <a:ext cx="29880" cy="451800"/>
              </p14:xfrm>
            </p:contentPart>
          </mc:Choice>
          <mc:Fallback xmlns="">
            <p:pic>
              <p:nvPicPr>
                <p:cNvPr id="118" name="Ink 117">
                  <a:extLst>
                    <a:ext uri="{FF2B5EF4-FFF2-40B4-BE49-F238E27FC236}">
                      <a16:creationId xmlns:a16="http://schemas.microsoft.com/office/drawing/2014/main" id="{84EB5DBD-3342-8E29-1A01-2B8135A408C0}"/>
                    </a:ext>
                  </a:extLst>
                </p:cNvPr>
                <p:cNvPicPr/>
                <p:nvPr/>
              </p:nvPicPr>
              <p:blipFill>
                <a:blip r:embed="rId193"/>
                <a:stretch>
                  <a:fillRect/>
                </a:stretch>
              </p:blipFill>
              <p:spPr>
                <a:xfrm>
                  <a:off x="11516505" y="4080975"/>
                  <a:ext cx="4212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9" name="Ink 118">
                  <a:extLst>
                    <a:ext uri="{FF2B5EF4-FFF2-40B4-BE49-F238E27FC236}">
                      <a16:creationId xmlns:a16="http://schemas.microsoft.com/office/drawing/2014/main" id="{507CF550-A2EC-47C4-C711-0515A47C1155}"/>
                    </a:ext>
                  </a:extLst>
                </p14:cNvPr>
                <p14:cNvContentPartPr/>
                <p14:nvPr/>
              </p14:nvContentPartPr>
              <p14:xfrm>
                <a:off x="11429745" y="4235415"/>
                <a:ext cx="256680" cy="256680"/>
              </p14:xfrm>
            </p:contentPart>
          </mc:Choice>
          <mc:Fallback xmlns="">
            <p:pic>
              <p:nvPicPr>
                <p:cNvPr id="119" name="Ink 118">
                  <a:extLst>
                    <a:ext uri="{FF2B5EF4-FFF2-40B4-BE49-F238E27FC236}">
                      <a16:creationId xmlns:a16="http://schemas.microsoft.com/office/drawing/2014/main" id="{507CF550-A2EC-47C4-C711-0515A47C1155}"/>
                    </a:ext>
                  </a:extLst>
                </p:cNvPr>
                <p:cNvPicPr/>
                <p:nvPr/>
              </p:nvPicPr>
              <p:blipFill>
                <a:blip r:embed="rId195"/>
                <a:stretch>
                  <a:fillRect/>
                </a:stretch>
              </p:blipFill>
              <p:spPr>
                <a:xfrm>
                  <a:off x="11423625" y="4229295"/>
                  <a:ext cx="26892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0" name="Ink 119">
                  <a:extLst>
                    <a:ext uri="{FF2B5EF4-FFF2-40B4-BE49-F238E27FC236}">
                      <a16:creationId xmlns:a16="http://schemas.microsoft.com/office/drawing/2014/main" id="{A0C1F407-0AEB-0EB5-2C85-F53579A4EE98}"/>
                    </a:ext>
                  </a:extLst>
                </p14:cNvPr>
                <p14:cNvContentPartPr/>
                <p14:nvPr/>
              </p14:nvContentPartPr>
              <p14:xfrm>
                <a:off x="11587425" y="4319295"/>
                <a:ext cx="254160" cy="61200"/>
              </p14:xfrm>
            </p:contentPart>
          </mc:Choice>
          <mc:Fallback xmlns="">
            <p:pic>
              <p:nvPicPr>
                <p:cNvPr id="120" name="Ink 119">
                  <a:extLst>
                    <a:ext uri="{FF2B5EF4-FFF2-40B4-BE49-F238E27FC236}">
                      <a16:creationId xmlns:a16="http://schemas.microsoft.com/office/drawing/2014/main" id="{A0C1F407-0AEB-0EB5-2C85-F53579A4EE98}"/>
                    </a:ext>
                  </a:extLst>
                </p:cNvPr>
                <p:cNvPicPr/>
                <p:nvPr/>
              </p:nvPicPr>
              <p:blipFill>
                <a:blip r:embed="rId197"/>
                <a:stretch>
                  <a:fillRect/>
                </a:stretch>
              </p:blipFill>
              <p:spPr>
                <a:xfrm>
                  <a:off x="11581305" y="4313175"/>
                  <a:ext cx="2664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1" name="Ink 120">
                  <a:extLst>
                    <a:ext uri="{FF2B5EF4-FFF2-40B4-BE49-F238E27FC236}">
                      <a16:creationId xmlns:a16="http://schemas.microsoft.com/office/drawing/2014/main" id="{F3886C2B-057B-E69B-91D5-85082C0144FD}"/>
                    </a:ext>
                  </a:extLst>
                </p14:cNvPr>
                <p14:cNvContentPartPr/>
                <p14:nvPr/>
              </p14:nvContentPartPr>
              <p14:xfrm>
                <a:off x="11814945" y="4208415"/>
                <a:ext cx="57600" cy="64080"/>
              </p14:xfrm>
            </p:contentPart>
          </mc:Choice>
          <mc:Fallback xmlns="">
            <p:pic>
              <p:nvPicPr>
                <p:cNvPr id="121" name="Ink 120">
                  <a:extLst>
                    <a:ext uri="{FF2B5EF4-FFF2-40B4-BE49-F238E27FC236}">
                      <a16:creationId xmlns:a16="http://schemas.microsoft.com/office/drawing/2014/main" id="{F3886C2B-057B-E69B-91D5-85082C0144FD}"/>
                    </a:ext>
                  </a:extLst>
                </p:cNvPr>
                <p:cNvPicPr/>
                <p:nvPr/>
              </p:nvPicPr>
              <p:blipFill>
                <a:blip r:embed="rId199"/>
                <a:stretch>
                  <a:fillRect/>
                </a:stretch>
              </p:blipFill>
              <p:spPr>
                <a:xfrm>
                  <a:off x="11808825" y="4202295"/>
                  <a:ext cx="6984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2" name="Ink 121">
                  <a:extLst>
                    <a:ext uri="{FF2B5EF4-FFF2-40B4-BE49-F238E27FC236}">
                      <a16:creationId xmlns:a16="http://schemas.microsoft.com/office/drawing/2014/main" id="{E817A8E5-C116-7AD0-E79D-1CD1C6E3DACF}"/>
                    </a:ext>
                  </a:extLst>
                </p14:cNvPr>
                <p14:cNvContentPartPr/>
                <p14:nvPr/>
              </p14:nvContentPartPr>
              <p14:xfrm>
                <a:off x="11824305" y="4315335"/>
                <a:ext cx="267480" cy="567360"/>
              </p14:xfrm>
            </p:contentPart>
          </mc:Choice>
          <mc:Fallback xmlns="">
            <p:pic>
              <p:nvPicPr>
                <p:cNvPr id="122" name="Ink 121">
                  <a:extLst>
                    <a:ext uri="{FF2B5EF4-FFF2-40B4-BE49-F238E27FC236}">
                      <a16:creationId xmlns:a16="http://schemas.microsoft.com/office/drawing/2014/main" id="{E817A8E5-C116-7AD0-E79D-1CD1C6E3DACF}"/>
                    </a:ext>
                  </a:extLst>
                </p:cNvPr>
                <p:cNvPicPr/>
                <p:nvPr/>
              </p:nvPicPr>
              <p:blipFill>
                <a:blip r:embed="rId201"/>
                <a:stretch>
                  <a:fillRect/>
                </a:stretch>
              </p:blipFill>
              <p:spPr>
                <a:xfrm>
                  <a:off x="11818185" y="4309215"/>
                  <a:ext cx="279720" cy="5796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3" name="Ink 122">
                  <a:extLst>
                    <a:ext uri="{FF2B5EF4-FFF2-40B4-BE49-F238E27FC236}">
                      <a16:creationId xmlns:a16="http://schemas.microsoft.com/office/drawing/2014/main" id="{5167F311-1879-775B-4497-8277B0ADDB4C}"/>
                    </a:ext>
                  </a:extLst>
                </p14:cNvPr>
                <p14:cNvContentPartPr/>
                <p14:nvPr/>
              </p14:nvContentPartPr>
              <p14:xfrm>
                <a:off x="12088185" y="4540695"/>
                <a:ext cx="33480" cy="36360"/>
              </p14:xfrm>
            </p:contentPart>
          </mc:Choice>
          <mc:Fallback xmlns="">
            <p:pic>
              <p:nvPicPr>
                <p:cNvPr id="123" name="Ink 122">
                  <a:extLst>
                    <a:ext uri="{FF2B5EF4-FFF2-40B4-BE49-F238E27FC236}">
                      <a16:creationId xmlns:a16="http://schemas.microsoft.com/office/drawing/2014/main" id="{5167F311-1879-775B-4497-8277B0ADDB4C}"/>
                    </a:ext>
                  </a:extLst>
                </p:cNvPr>
                <p:cNvPicPr/>
                <p:nvPr/>
              </p:nvPicPr>
              <p:blipFill>
                <a:blip r:embed="rId203"/>
                <a:stretch>
                  <a:fillRect/>
                </a:stretch>
              </p:blipFill>
              <p:spPr>
                <a:xfrm>
                  <a:off x="12082065" y="4534575"/>
                  <a:ext cx="457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4" name="Ink 123">
                  <a:extLst>
                    <a:ext uri="{FF2B5EF4-FFF2-40B4-BE49-F238E27FC236}">
                      <a16:creationId xmlns:a16="http://schemas.microsoft.com/office/drawing/2014/main" id="{149E14B3-4235-9B41-BE9C-B125899D0CE2}"/>
                    </a:ext>
                  </a:extLst>
                </p14:cNvPr>
                <p14:cNvContentPartPr/>
                <p14:nvPr/>
              </p14:nvContentPartPr>
              <p14:xfrm>
                <a:off x="5974665" y="5045055"/>
                <a:ext cx="5034240" cy="1273680"/>
              </p14:xfrm>
            </p:contentPart>
          </mc:Choice>
          <mc:Fallback xmlns="">
            <p:pic>
              <p:nvPicPr>
                <p:cNvPr id="124" name="Ink 123">
                  <a:extLst>
                    <a:ext uri="{FF2B5EF4-FFF2-40B4-BE49-F238E27FC236}">
                      <a16:creationId xmlns:a16="http://schemas.microsoft.com/office/drawing/2014/main" id="{149E14B3-4235-9B41-BE9C-B125899D0CE2}"/>
                    </a:ext>
                  </a:extLst>
                </p:cNvPr>
                <p:cNvPicPr/>
                <p:nvPr/>
              </p:nvPicPr>
              <p:blipFill>
                <a:blip r:embed="rId205"/>
                <a:stretch>
                  <a:fillRect/>
                </a:stretch>
              </p:blipFill>
              <p:spPr>
                <a:xfrm>
                  <a:off x="5968545" y="5038935"/>
                  <a:ext cx="5046480" cy="12859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6" name="Ink 125">
                  <a:extLst>
                    <a:ext uri="{FF2B5EF4-FFF2-40B4-BE49-F238E27FC236}">
                      <a16:creationId xmlns:a16="http://schemas.microsoft.com/office/drawing/2014/main" id="{B25A3EB6-DEB4-D6CF-4BF4-8473A4F154EE}"/>
                    </a:ext>
                  </a:extLst>
                </p14:cNvPr>
                <p14:cNvContentPartPr/>
                <p14:nvPr/>
              </p14:nvContentPartPr>
              <p14:xfrm>
                <a:off x="10126905" y="2987655"/>
                <a:ext cx="1161720" cy="122760"/>
              </p14:xfrm>
            </p:contentPart>
          </mc:Choice>
          <mc:Fallback xmlns="">
            <p:pic>
              <p:nvPicPr>
                <p:cNvPr id="126" name="Ink 125">
                  <a:extLst>
                    <a:ext uri="{FF2B5EF4-FFF2-40B4-BE49-F238E27FC236}">
                      <a16:creationId xmlns:a16="http://schemas.microsoft.com/office/drawing/2014/main" id="{B25A3EB6-DEB4-D6CF-4BF4-8473A4F154EE}"/>
                    </a:ext>
                  </a:extLst>
                </p:cNvPr>
                <p:cNvPicPr/>
                <p:nvPr/>
              </p:nvPicPr>
              <p:blipFill>
                <a:blip r:embed="rId207"/>
                <a:stretch>
                  <a:fillRect/>
                </a:stretch>
              </p:blipFill>
              <p:spPr>
                <a:xfrm>
                  <a:off x="10120785" y="2981535"/>
                  <a:ext cx="11739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7" name="Ink 126">
                  <a:extLst>
                    <a:ext uri="{FF2B5EF4-FFF2-40B4-BE49-F238E27FC236}">
                      <a16:creationId xmlns:a16="http://schemas.microsoft.com/office/drawing/2014/main" id="{4C68E81D-6123-1E8D-351E-1D331776EBCE}"/>
                    </a:ext>
                  </a:extLst>
                </p14:cNvPr>
                <p14:cNvContentPartPr/>
                <p14:nvPr/>
              </p14:nvContentPartPr>
              <p14:xfrm>
                <a:off x="10612545" y="3760215"/>
                <a:ext cx="610560" cy="190800"/>
              </p14:xfrm>
            </p:contentPart>
          </mc:Choice>
          <mc:Fallback xmlns="">
            <p:pic>
              <p:nvPicPr>
                <p:cNvPr id="127" name="Ink 126">
                  <a:extLst>
                    <a:ext uri="{FF2B5EF4-FFF2-40B4-BE49-F238E27FC236}">
                      <a16:creationId xmlns:a16="http://schemas.microsoft.com/office/drawing/2014/main" id="{4C68E81D-6123-1E8D-351E-1D331776EBCE}"/>
                    </a:ext>
                  </a:extLst>
                </p:cNvPr>
                <p:cNvPicPr/>
                <p:nvPr/>
              </p:nvPicPr>
              <p:blipFill>
                <a:blip r:embed="rId209"/>
                <a:stretch>
                  <a:fillRect/>
                </a:stretch>
              </p:blipFill>
              <p:spPr>
                <a:xfrm>
                  <a:off x="10606425" y="3754095"/>
                  <a:ext cx="622800" cy="203040"/>
                </a:xfrm>
                <a:prstGeom prst="rect">
                  <a:avLst/>
                </a:prstGeom>
              </p:spPr>
            </p:pic>
          </mc:Fallback>
        </mc:AlternateContent>
      </p:grpSp>
    </p:spTree>
    <p:extLst>
      <p:ext uri="{BB962C8B-B14F-4D97-AF65-F5344CB8AC3E}">
        <p14:creationId xmlns:p14="http://schemas.microsoft.com/office/powerpoint/2010/main" val="689886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 name="Group 129">
            <a:extLst>
              <a:ext uri="{FF2B5EF4-FFF2-40B4-BE49-F238E27FC236}">
                <a16:creationId xmlns:a16="http://schemas.microsoft.com/office/drawing/2014/main" id="{79D28AE4-FCF5-AFA3-02A8-0152B8FC9ED6}"/>
              </a:ext>
            </a:extLst>
          </p:cNvPr>
          <p:cNvGrpSpPr/>
          <p:nvPr/>
        </p:nvGrpSpPr>
        <p:grpSpPr>
          <a:xfrm>
            <a:off x="359745" y="115215"/>
            <a:ext cx="11522160" cy="4836600"/>
            <a:chOff x="359745" y="115215"/>
            <a:chExt cx="11522160" cy="4836600"/>
          </a:xfrm>
        </p:grpSpPr>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1AFE24F-DC90-49C8-6BB5-7CC5E90C40A1}"/>
                    </a:ext>
                  </a:extLst>
                </p14:cNvPr>
                <p14:cNvContentPartPr/>
                <p14:nvPr/>
              </p14:nvContentPartPr>
              <p14:xfrm>
                <a:off x="359745" y="2084055"/>
                <a:ext cx="939600" cy="221760"/>
              </p14:xfrm>
            </p:contentPart>
          </mc:Choice>
          <mc:Fallback xmlns="">
            <p:pic>
              <p:nvPicPr>
                <p:cNvPr id="9" name="Ink 8">
                  <a:extLst>
                    <a:ext uri="{FF2B5EF4-FFF2-40B4-BE49-F238E27FC236}">
                      <a16:creationId xmlns:a16="http://schemas.microsoft.com/office/drawing/2014/main" id="{31AFE24F-DC90-49C8-6BB5-7CC5E90C40A1}"/>
                    </a:ext>
                  </a:extLst>
                </p:cNvPr>
                <p:cNvPicPr/>
                <p:nvPr/>
              </p:nvPicPr>
              <p:blipFill>
                <a:blip r:embed="rId3"/>
                <a:stretch>
                  <a:fillRect/>
                </a:stretch>
              </p:blipFill>
              <p:spPr>
                <a:xfrm>
                  <a:off x="353625" y="2077935"/>
                  <a:ext cx="9518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629107F0-B183-0BB9-3456-1B3791563DA7}"/>
                    </a:ext>
                  </a:extLst>
                </p14:cNvPr>
                <p14:cNvContentPartPr/>
                <p14:nvPr/>
              </p14:nvContentPartPr>
              <p14:xfrm>
                <a:off x="828465" y="2255055"/>
                <a:ext cx="61920" cy="298800"/>
              </p14:xfrm>
            </p:contentPart>
          </mc:Choice>
          <mc:Fallback xmlns="">
            <p:pic>
              <p:nvPicPr>
                <p:cNvPr id="10" name="Ink 9">
                  <a:extLst>
                    <a:ext uri="{FF2B5EF4-FFF2-40B4-BE49-F238E27FC236}">
                      <a16:creationId xmlns:a16="http://schemas.microsoft.com/office/drawing/2014/main" id="{629107F0-B183-0BB9-3456-1B3791563DA7}"/>
                    </a:ext>
                  </a:extLst>
                </p:cNvPr>
                <p:cNvPicPr/>
                <p:nvPr/>
              </p:nvPicPr>
              <p:blipFill>
                <a:blip r:embed="rId5"/>
                <a:stretch>
                  <a:fillRect/>
                </a:stretch>
              </p:blipFill>
              <p:spPr>
                <a:xfrm>
                  <a:off x="822345" y="2248935"/>
                  <a:ext cx="7416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324227A0-F58C-622C-139A-3F28CCF1F52A}"/>
                    </a:ext>
                  </a:extLst>
                </p14:cNvPr>
                <p14:cNvContentPartPr/>
                <p14:nvPr/>
              </p14:nvContentPartPr>
              <p14:xfrm>
                <a:off x="1188465" y="2268375"/>
                <a:ext cx="447480" cy="268200"/>
              </p14:xfrm>
            </p:contentPart>
          </mc:Choice>
          <mc:Fallback xmlns="">
            <p:pic>
              <p:nvPicPr>
                <p:cNvPr id="11" name="Ink 10">
                  <a:extLst>
                    <a:ext uri="{FF2B5EF4-FFF2-40B4-BE49-F238E27FC236}">
                      <a16:creationId xmlns:a16="http://schemas.microsoft.com/office/drawing/2014/main" id="{324227A0-F58C-622C-139A-3F28CCF1F52A}"/>
                    </a:ext>
                  </a:extLst>
                </p:cNvPr>
                <p:cNvPicPr/>
                <p:nvPr/>
              </p:nvPicPr>
              <p:blipFill>
                <a:blip r:embed="rId7"/>
                <a:stretch>
                  <a:fillRect/>
                </a:stretch>
              </p:blipFill>
              <p:spPr>
                <a:xfrm>
                  <a:off x="1182345" y="2262255"/>
                  <a:ext cx="45972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734CA270-ADF3-95AC-ED39-4A4C1A33E06E}"/>
                    </a:ext>
                  </a:extLst>
                </p14:cNvPr>
                <p14:cNvContentPartPr/>
                <p14:nvPr/>
              </p14:nvContentPartPr>
              <p14:xfrm>
                <a:off x="1803345" y="2132655"/>
                <a:ext cx="41400" cy="267840"/>
              </p14:xfrm>
            </p:contentPart>
          </mc:Choice>
          <mc:Fallback xmlns="">
            <p:pic>
              <p:nvPicPr>
                <p:cNvPr id="12" name="Ink 11">
                  <a:extLst>
                    <a:ext uri="{FF2B5EF4-FFF2-40B4-BE49-F238E27FC236}">
                      <a16:creationId xmlns:a16="http://schemas.microsoft.com/office/drawing/2014/main" id="{734CA270-ADF3-95AC-ED39-4A4C1A33E06E}"/>
                    </a:ext>
                  </a:extLst>
                </p:cNvPr>
                <p:cNvPicPr/>
                <p:nvPr/>
              </p:nvPicPr>
              <p:blipFill>
                <a:blip r:embed="rId9"/>
                <a:stretch>
                  <a:fillRect/>
                </a:stretch>
              </p:blipFill>
              <p:spPr>
                <a:xfrm>
                  <a:off x="1797225" y="2126535"/>
                  <a:ext cx="5364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DF7C8DA7-DA9F-EA43-592B-609F5F95E6F8}"/>
                    </a:ext>
                  </a:extLst>
                </p14:cNvPr>
                <p14:cNvContentPartPr/>
                <p14:nvPr/>
              </p14:nvContentPartPr>
              <p14:xfrm>
                <a:off x="1760145" y="2109975"/>
                <a:ext cx="425520" cy="200880"/>
              </p14:xfrm>
            </p:contentPart>
          </mc:Choice>
          <mc:Fallback xmlns="">
            <p:pic>
              <p:nvPicPr>
                <p:cNvPr id="13" name="Ink 12">
                  <a:extLst>
                    <a:ext uri="{FF2B5EF4-FFF2-40B4-BE49-F238E27FC236}">
                      <a16:creationId xmlns:a16="http://schemas.microsoft.com/office/drawing/2014/main" id="{DF7C8DA7-DA9F-EA43-592B-609F5F95E6F8}"/>
                    </a:ext>
                  </a:extLst>
                </p:cNvPr>
                <p:cNvPicPr/>
                <p:nvPr/>
              </p:nvPicPr>
              <p:blipFill>
                <a:blip r:embed="rId11"/>
                <a:stretch>
                  <a:fillRect/>
                </a:stretch>
              </p:blipFill>
              <p:spPr>
                <a:xfrm>
                  <a:off x="1754025" y="2103855"/>
                  <a:ext cx="43776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 name="Ink 1">
                  <a:extLst>
                    <a:ext uri="{FF2B5EF4-FFF2-40B4-BE49-F238E27FC236}">
                      <a16:creationId xmlns:a16="http://schemas.microsoft.com/office/drawing/2014/main" id="{25658C33-9758-28A7-2C6A-1E5886EC64F7}"/>
                    </a:ext>
                  </a:extLst>
                </p14:cNvPr>
                <p14:cNvContentPartPr/>
                <p14:nvPr/>
              </p14:nvContentPartPr>
              <p14:xfrm>
                <a:off x="474225" y="394215"/>
                <a:ext cx="579960" cy="87840"/>
              </p14:xfrm>
            </p:contentPart>
          </mc:Choice>
          <mc:Fallback xmlns="">
            <p:pic>
              <p:nvPicPr>
                <p:cNvPr id="2" name="Ink 1">
                  <a:extLst>
                    <a:ext uri="{FF2B5EF4-FFF2-40B4-BE49-F238E27FC236}">
                      <a16:creationId xmlns:a16="http://schemas.microsoft.com/office/drawing/2014/main" id="{25658C33-9758-28A7-2C6A-1E5886EC64F7}"/>
                    </a:ext>
                  </a:extLst>
                </p:cNvPr>
                <p:cNvPicPr/>
                <p:nvPr/>
              </p:nvPicPr>
              <p:blipFill>
                <a:blip r:embed="rId13"/>
                <a:stretch>
                  <a:fillRect/>
                </a:stretch>
              </p:blipFill>
              <p:spPr>
                <a:xfrm>
                  <a:off x="468105" y="388095"/>
                  <a:ext cx="5922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 name="Ink 2">
                  <a:extLst>
                    <a:ext uri="{FF2B5EF4-FFF2-40B4-BE49-F238E27FC236}">
                      <a16:creationId xmlns:a16="http://schemas.microsoft.com/office/drawing/2014/main" id="{D8508C01-AD77-B022-AB40-139FDD624E1E}"/>
                    </a:ext>
                  </a:extLst>
                </p14:cNvPr>
                <p14:cNvContentPartPr/>
                <p14:nvPr/>
              </p14:nvContentPartPr>
              <p14:xfrm>
                <a:off x="800745" y="410775"/>
                <a:ext cx="45360" cy="399240"/>
              </p14:xfrm>
            </p:contentPart>
          </mc:Choice>
          <mc:Fallback xmlns="">
            <p:pic>
              <p:nvPicPr>
                <p:cNvPr id="3" name="Ink 2">
                  <a:extLst>
                    <a:ext uri="{FF2B5EF4-FFF2-40B4-BE49-F238E27FC236}">
                      <a16:creationId xmlns:a16="http://schemas.microsoft.com/office/drawing/2014/main" id="{D8508C01-AD77-B022-AB40-139FDD624E1E}"/>
                    </a:ext>
                  </a:extLst>
                </p:cNvPr>
                <p:cNvPicPr/>
                <p:nvPr/>
              </p:nvPicPr>
              <p:blipFill>
                <a:blip r:embed="rId15"/>
                <a:stretch>
                  <a:fillRect/>
                </a:stretch>
              </p:blipFill>
              <p:spPr>
                <a:xfrm>
                  <a:off x="794625" y="404655"/>
                  <a:ext cx="57600" cy="411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 name="Ink 3">
                  <a:extLst>
                    <a:ext uri="{FF2B5EF4-FFF2-40B4-BE49-F238E27FC236}">
                      <a16:creationId xmlns:a16="http://schemas.microsoft.com/office/drawing/2014/main" id="{203312BC-D948-CA18-1753-BBFA96CA3F60}"/>
                    </a:ext>
                  </a:extLst>
                </p14:cNvPr>
                <p14:cNvContentPartPr/>
                <p14:nvPr/>
              </p14:nvContentPartPr>
              <p14:xfrm>
                <a:off x="1125825" y="527775"/>
                <a:ext cx="304560" cy="241560"/>
              </p14:xfrm>
            </p:contentPart>
          </mc:Choice>
          <mc:Fallback xmlns="">
            <p:pic>
              <p:nvPicPr>
                <p:cNvPr id="4" name="Ink 3">
                  <a:extLst>
                    <a:ext uri="{FF2B5EF4-FFF2-40B4-BE49-F238E27FC236}">
                      <a16:creationId xmlns:a16="http://schemas.microsoft.com/office/drawing/2014/main" id="{203312BC-D948-CA18-1753-BBFA96CA3F60}"/>
                    </a:ext>
                  </a:extLst>
                </p:cNvPr>
                <p:cNvPicPr/>
                <p:nvPr/>
              </p:nvPicPr>
              <p:blipFill>
                <a:blip r:embed="rId17"/>
                <a:stretch>
                  <a:fillRect/>
                </a:stretch>
              </p:blipFill>
              <p:spPr>
                <a:xfrm>
                  <a:off x="1119705" y="521655"/>
                  <a:ext cx="31680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 name="Ink 4">
                  <a:extLst>
                    <a:ext uri="{FF2B5EF4-FFF2-40B4-BE49-F238E27FC236}">
                      <a16:creationId xmlns:a16="http://schemas.microsoft.com/office/drawing/2014/main" id="{A10CE58D-B3A3-4E3C-AC2D-591EB2D24E31}"/>
                    </a:ext>
                  </a:extLst>
                </p14:cNvPr>
                <p14:cNvContentPartPr/>
                <p14:nvPr/>
              </p14:nvContentPartPr>
              <p14:xfrm>
                <a:off x="1483305" y="564855"/>
                <a:ext cx="407160" cy="91800"/>
              </p14:xfrm>
            </p:contentPart>
          </mc:Choice>
          <mc:Fallback xmlns="">
            <p:pic>
              <p:nvPicPr>
                <p:cNvPr id="5" name="Ink 4">
                  <a:extLst>
                    <a:ext uri="{FF2B5EF4-FFF2-40B4-BE49-F238E27FC236}">
                      <a16:creationId xmlns:a16="http://schemas.microsoft.com/office/drawing/2014/main" id="{A10CE58D-B3A3-4E3C-AC2D-591EB2D24E31}"/>
                    </a:ext>
                  </a:extLst>
                </p:cNvPr>
                <p:cNvPicPr/>
                <p:nvPr/>
              </p:nvPicPr>
              <p:blipFill>
                <a:blip r:embed="rId19"/>
                <a:stretch>
                  <a:fillRect/>
                </a:stretch>
              </p:blipFill>
              <p:spPr>
                <a:xfrm>
                  <a:off x="1477185" y="558735"/>
                  <a:ext cx="4194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 name="Ink 5">
                  <a:extLst>
                    <a:ext uri="{FF2B5EF4-FFF2-40B4-BE49-F238E27FC236}">
                      <a16:creationId xmlns:a16="http://schemas.microsoft.com/office/drawing/2014/main" id="{A9950E6D-1735-BD8B-4B72-908E3D04BC8C}"/>
                    </a:ext>
                  </a:extLst>
                </p14:cNvPr>
                <p14:cNvContentPartPr/>
                <p14:nvPr/>
              </p14:nvContentPartPr>
              <p14:xfrm>
                <a:off x="2012505" y="353175"/>
                <a:ext cx="20880" cy="43560"/>
              </p14:xfrm>
            </p:contentPart>
          </mc:Choice>
          <mc:Fallback xmlns="">
            <p:pic>
              <p:nvPicPr>
                <p:cNvPr id="6" name="Ink 5">
                  <a:extLst>
                    <a:ext uri="{FF2B5EF4-FFF2-40B4-BE49-F238E27FC236}">
                      <a16:creationId xmlns:a16="http://schemas.microsoft.com/office/drawing/2014/main" id="{A9950E6D-1735-BD8B-4B72-908E3D04BC8C}"/>
                    </a:ext>
                  </a:extLst>
                </p:cNvPr>
                <p:cNvPicPr/>
                <p:nvPr/>
              </p:nvPicPr>
              <p:blipFill>
                <a:blip r:embed="rId21"/>
                <a:stretch>
                  <a:fillRect/>
                </a:stretch>
              </p:blipFill>
              <p:spPr>
                <a:xfrm>
                  <a:off x="2006385" y="347055"/>
                  <a:ext cx="331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 name="Ink 6">
                  <a:extLst>
                    <a:ext uri="{FF2B5EF4-FFF2-40B4-BE49-F238E27FC236}">
                      <a16:creationId xmlns:a16="http://schemas.microsoft.com/office/drawing/2014/main" id="{F535F756-5C94-19DF-4EE0-6CE37AF4ADEB}"/>
                    </a:ext>
                  </a:extLst>
                </p14:cNvPr>
                <p14:cNvContentPartPr/>
                <p14:nvPr/>
              </p14:nvContentPartPr>
              <p14:xfrm>
                <a:off x="2080185" y="527055"/>
                <a:ext cx="313200" cy="135720"/>
              </p14:xfrm>
            </p:contentPart>
          </mc:Choice>
          <mc:Fallback xmlns="">
            <p:pic>
              <p:nvPicPr>
                <p:cNvPr id="7" name="Ink 6">
                  <a:extLst>
                    <a:ext uri="{FF2B5EF4-FFF2-40B4-BE49-F238E27FC236}">
                      <a16:creationId xmlns:a16="http://schemas.microsoft.com/office/drawing/2014/main" id="{F535F756-5C94-19DF-4EE0-6CE37AF4ADEB}"/>
                    </a:ext>
                  </a:extLst>
                </p:cNvPr>
                <p:cNvPicPr/>
                <p:nvPr/>
              </p:nvPicPr>
              <p:blipFill>
                <a:blip r:embed="rId23"/>
                <a:stretch>
                  <a:fillRect/>
                </a:stretch>
              </p:blipFill>
              <p:spPr>
                <a:xfrm>
                  <a:off x="2074065" y="520935"/>
                  <a:ext cx="32544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8" name="Ink 7">
                  <a:extLst>
                    <a:ext uri="{FF2B5EF4-FFF2-40B4-BE49-F238E27FC236}">
                      <a16:creationId xmlns:a16="http://schemas.microsoft.com/office/drawing/2014/main" id="{C222D86F-32E2-D2A3-A756-AA8F2AF90655}"/>
                    </a:ext>
                  </a:extLst>
                </p14:cNvPr>
                <p14:cNvContentPartPr/>
                <p14:nvPr/>
              </p14:nvContentPartPr>
              <p14:xfrm>
                <a:off x="2616225" y="551535"/>
                <a:ext cx="25560" cy="18000"/>
              </p14:xfrm>
            </p:contentPart>
          </mc:Choice>
          <mc:Fallback xmlns="">
            <p:pic>
              <p:nvPicPr>
                <p:cNvPr id="8" name="Ink 7">
                  <a:extLst>
                    <a:ext uri="{FF2B5EF4-FFF2-40B4-BE49-F238E27FC236}">
                      <a16:creationId xmlns:a16="http://schemas.microsoft.com/office/drawing/2014/main" id="{C222D86F-32E2-D2A3-A756-AA8F2AF90655}"/>
                    </a:ext>
                  </a:extLst>
                </p:cNvPr>
                <p:cNvPicPr/>
                <p:nvPr/>
              </p:nvPicPr>
              <p:blipFill>
                <a:blip r:embed="rId25"/>
                <a:stretch>
                  <a:fillRect/>
                </a:stretch>
              </p:blipFill>
              <p:spPr>
                <a:xfrm>
                  <a:off x="2610105" y="545415"/>
                  <a:ext cx="3780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1568824D-41EC-8C15-0149-473C26FD6F3A}"/>
                    </a:ext>
                  </a:extLst>
                </p14:cNvPr>
                <p14:cNvContentPartPr/>
                <p14:nvPr/>
              </p14:nvContentPartPr>
              <p14:xfrm>
                <a:off x="2815305" y="521655"/>
                <a:ext cx="768240" cy="60120"/>
              </p14:xfrm>
            </p:contentPart>
          </mc:Choice>
          <mc:Fallback xmlns="">
            <p:pic>
              <p:nvPicPr>
                <p:cNvPr id="14" name="Ink 13">
                  <a:extLst>
                    <a:ext uri="{FF2B5EF4-FFF2-40B4-BE49-F238E27FC236}">
                      <a16:creationId xmlns:a16="http://schemas.microsoft.com/office/drawing/2014/main" id="{1568824D-41EC-8C15-0149-473C26FD6F3A}"/>
                    </a:ext>
                  </a:extLst>
                </p:cNvPr>
                <p:cNvPicPr/>
                <p:nvPr/>
              </p:nvPicPr>
              <p:blipFill>
                <a:blip r:embed="rId27"/>
                <a:stretch>
                  <a:fillRect/>
                </a:stretch>
              </p:blipFill>
              <p:spPr>
                <a:xfrm>
                  <a:off x="2809185" y="515535"/>
                  <a:ext cx="7804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14E9D698-AC60-861F-0A70-39E1ACFE4D07}"/>
                    </a:ext>
                  </a:extLst>
                </p14:cNvPr>
                <p14:cNvContentPartPr/>
                <p14:nvPr/>
              </p14:nvContentPartPr>
              <p14:xfrm>
                <a:off x="3446025" y="290175"/>
                <a:ext cx="403200" cy="602280"/>
              </p14:xfrm>
            </p:contentPart>
          </mc:Choice>
          <mc:Fallback xmlns="">
            <p:pic>
              <p:nvPicPr>
                <p:cNvPr id="15" name="Ink 14">
                  <a:extLst>
                    <a:ext uri="{FF2B5EF4-FFF2-40B4-BE49-F238E27FC236}">
                      <a16:creationId xmlns:a16="http://schemas.microsoft.com/office/drawing/2014/main" id="{14E9D698-AC60-861F-0A70-39E1ACFE4D07}"/>
                    </a:ext>
                  </a:extLst>
                </p:cNvPr>
                <p:cNvPicPr/>
                <p:nvPr/>
              </p:nvPicPr>
              <p:blipFill>
                <a:blip r:embed="rId29"/>
                <a:stretch>
                  <a:fillRect/>
                </a:stretch>
              </p:blipFill>
              <p:spPr>
                <a:xfrm>
                  <a:off x="3439905" y="284055"/>
                  <a:ext cx="415440" cy="614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Ink 15">
                  <a:extLst>
                    <a:ext uri="{FF2B5EF4-FFF2-40B4-BE49-F238E27FC236}">
                      <a16:creationId xmlns:a16="http://schemas.microsoft.com/office/drawing/2014/main" id="{4A309ACF-B527-E61F-993C-3AA76BADF1C1}"/>
                    </a:ext>
                  </a:extLst>
                </p14:cNvPr>
                <p14:cNvContentPartPr/>
                <p14:nvPr/>
              </p14:nvContentPartPr>
              <p14:xfrm>
                <a:off x="4247385" y="608055"/>
                <a:ext cx="24480" cy="39600"/>
              </p14:xfrm>
            </p:contentPart>
          </mc:Choice>
          <mc:Fallback xmlns="">
            <p:pic>
              <p:nvPicPr>
                <p:cNvPr id="16" name="Ink 15">
                  <a:extLst>
                    <a:ext uri="{FF2B5EF4-FFF2-40B4-BE49-F238E27FC236}">
                      <a16:creationId xmlns:a16="http://schemas.microsoft.com/office/drawing/2014/main" id="{4A309ACF-B527-E61F-993C-3AA76BADF1C1}"/>
                    </a:ext>
                  </a:extLst>
                </p:cNvPr>
                <p:cNvPicPr/>
                <p:nvPr/>
              </p:nvPicPr>
              <p:blipFill>
                <a:blip r:embed="rId31"/>
                <a:stretch>
                  <a:fillRect/>
                </a:stretch>
              </p:blipFill>
              <p:spPr>
                <a:xfrm>
                  <a:off x="4241265" y="601935"/>
                  <a:ext cx="367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8951A9E5-0F76-F8D7-5FB7-10D51DC94CA2}"/>
                    </a:ext>
                  </a:extLst>
                </p14:cNvPr>
                <p14:cNvContentPartPr/>
                <p14:nvPr/>
              </p14:nvContentPartPr>
              <p14:xfrm>
                <a:off x="4454025" y="381615"/>
                <a:ext cx="57600" cy="420480"/>
              </p14:xfrm>
            </p:contentPart>
          </mc:Choice>
          <mc:Fallback xmlns="">
            <p:pic>
              <p:nvPicPr>
                <p:cNvPr id="19" name="Ink 18">
                  <a:extLst>
                    <a:ext uri="{FF2B5EF4-FFF2-40B4-BE49-F238E27FC236}">
                      <a16:creationId xmlns:a16="http://schemas.microsoft.com/office/drawing/2014/main" id="{8951A9E5-0F76-F8D7-5FB7-10D51DC94CA2}"/>
                    </a:ext>
                  </a:extLst>
                </p:cNvPr>
                <p:cNvPicPr/>
                <p:nvPr/>
              </p:nvPicPr>
              <p:blipFill>
                <a:blip r:embed="rId33"/>
                <a:stretch>
                  <a:fillRect/>
                </a:stretch>
              </p:blipFill>
              <p:spPr>
                <a:xfrm>
                  <a:off x="4447905" y="375495"/>
                  <a:ext cx="69840" cy="432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4C25CF68-704D-D37E-E859-3395F8AC9C1F}"/>
                    </a:ext>
                  </a:extLst>
                </p14:cNvPr>
                <p14:cNvContentPartPr/>
                <p14:nvPr/>
              </p14:nvContentPartPr>
              <p14:xfrm>
                <a:off x="4532865" y="381615"/>
                <a:ext cx="453600" cy="436680"/>
              </p14:xfrm>
            </p:contentPart>
          </mc:Choice>
          <mc:Fallback xmlns="">
            <p:pic>
              <p:nvPicPr>
                <p:cNvPr id="20" name="Ink 19">
                  <a:extLst>
                    <a:ext uri="{FF2B5EF4-FFF2-40B4-BE49-F238E27FC236}">
                      <a16:creationId xmlns:a16="http://schemas.microsoft.com/office/drawing/2014/main" id="{4C25CF68-704D-D37E-E859-3395F8AC9C1F}"/>
                    </a:ext>
                  </a:extLst>
                </p:cNvPr>
                <p:cNvPicPr/>
                <p:nvPr/>
              </p:nvPicPr>
              <p:blipFill>
                <a:blip r:embed="rId35"/>
                <a:stretch>
                  <a:fillRect/>
                </a:stretch>
              </p:blipFill>
              <p:spPr>
                <a:xfrm>
                  <a:off x="4526745" y="375495"/>
                  <a:ext cx="46584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2169D017-E40D-5F99-7712-B3DF4DEA732C}"/>
                    </a:ext>
                  </a:extLst>
                </p14:cNvPr>
                <p14:cNvContentPartPr/>
                <p14:nvPr/>
              </p14:nvContentPartPr>
              <p14:xfrm>
                <a:off x="5308305" y="482055"/>
                <a:ext cx="171720" cy="234360"/>
              </p14:xfrm>
            </p:contentPart>
          </mc:Choice>
          <mc:Fallback xmlns="">
            <p:pic>
              <p:nvPicPr>
                <p:cNvPr id="21" name="Ink 20">
                  <a:extLst>
                    <a:ext uri="{FF2B5EF4-FFF2-40B4-BE49-F238E27FC236}">
                      <a16:creationId xmlns:a16="http://schemas.microsoft.com/office/drawing/2014/main" id="{2169D017-E40D-5F99-7712-B3DF4DEA732C}"/>
                    </a:ext>
                  </a:extLst>
                </p:cNvPr>
                <p:cNvPicPr/>
                <p:nvPr/>
              </p:nvPicPr>
              <p:blipFill>
                <a:blip r:embed="rId37"/>
                <a:stretch>
                  <a:fillRect/>
                </a:stretch>
              </p:blipFill>
              <p:spPr>
                <a:xfrm>
                  <a:off x="5302185" y="475935"/>
                  <a:ext cx="18396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78AC3B6F-168D-6C7F-9F28-104323510777}"/>
                    </a:ext>
                  </a:extLst>
                </p14:cNvPr>
                <p14:cNvContentPartPr/>
                <p14:nvPr/>
              </p14:nvContentPartPr>
              <p14:xfrm>
                <a:off x="5582625" y="178935"/>
                <a:ext cx="591480" cy="473400"/>
              </p14:xfrm>
            </p:contentPart>
          </mc:Choice>
          <mc:Fallback xmlns="">
            <p:pic>
              <p:nvPicPr>
                <p:cNvPr id="22" name="Ink 21">
                  <a:extLst>
                    <a:ext uri="{FF2B5EF4-FFF2-40B4-BE49-F238E27FC236}">
                      <a16:creationId xmlns:a16="http://schemas.microsoft.com/office/drawing/2014/main" id="{78AC3B6F-168D-6C7F-9F28-104323510777}"/>
                    </a:ext>
                  </a:extLst>
                </p:cNvPr>
                <p:cNvPicPr/>
                <p:nvPr/>
              </p:nvPicPr>
              <p:blipFill>
                <a:blip r:embed="rId39"/>
                <a:stretch>
                  <a:fillRect/>
                </a:stretch>
              </p:blipFill>
              <p:spPr>
                <a:xfrm>
                  <a:off x="5576505" y="172815"/>
                  <a:ext cx="60372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2311C2C7-78F9-2A58-9EF6-0BC3C07BC677}"/>
                    </a:ext>
                  </a:extLst>
                </p14:cNvPr>
                <p14:cNvContentPartPr/>
                <p14:nvPr/>
              </p14:nvContentPartPr>
              <p14:xfrm>
                <a:off x="6586665" y="235815"/>
                <a:ext cx="245520" cy="520560"/>
              </p14:xfrm>
            </p:contentPart>
          </mc:Choice>
          <mc:Fallback xmlns="">
            <p:pic>
              <p:nvPicPr>
                <p:cNvPr id="23" name="Ink 22">
                  <a:extLst>
                    <a:ext uri="{FF2B5EF4-FFF2-40B4-BE49-F238E27FC236}">
                      <a16:creationId xmlns:a16="http://schemas.microsoft.com/office/drawing/2014/main" id="{2311C2C7-78F9-2A58-9EF6-0BC3C07BC677}"/>
                    </a:ext>
                  </a:extLst>
                </p:cNvPr>
                <p:cNvPicPr/>
                <p:nvPr/>
              </p:nvPicPr>
              <p:blipFill>
                <a:blip r:embed="rId41"/>
                <a:stretch>
                  <a:fillRect/>
                </a:stretch>
              </p:blipFill>
              <p:spPr>
                <a:xfrm>
                  <a:off x="6580545" y="229695"/>
                  <a:ext cx="257760" cy="532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0CFEF410-6779-E46E-66A4-36725E49B67C}"/>
                    </a:ext>
                  </a:extLst>
                </p14:cNvPr>
                <p14:cNvContentPartPr/>
                <p14:nvPr/>
              </p14:nvContentPartPr>
              <p14:xfrm>
                <a:off x="6577665" y="393135"/>
                <a:ext cx="743400" cy="239760"/>
              </p14:xfrm>
            </p:contentPart>
          </mc:Choice>
          <mc:Fallback xmlns="">
            <p:pic>
              <p:nvPicPr>
                <p:cNvPr id="24" name="Ink 23">
                  <a:extLst>
                    <a:ext uri="{FF2B5EF4-FFF2-40B4-BE49-F238E27FC236}">
                      <a16:creationId xmlns:a16="http://schemas.microsoft.com/office/drawing/2014/main" id="{0CFEF410-6779-E46E-66A4-36725E49B67C}"/>
                    </a:ext>
                  </a:extLst>
                </p:cNvPr>
                <p:cNvPicPr/>
                <p:nvPr/>
              </p:nvPicPr>
              <p:blipFill>
                <a:blip r:embed="rId43"/>
                <a:stretch>
                  <a:fillRect/>
                </a:stretch>
              </p:blipFill>
              <p:spPr>
                <a:xfrm>
                  <a:off x="6571545" y="387015"/>
                  <a:ext cx="7556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E709A1B9-8EE9-AEE6-A041-3BBF4220BE1D}"/>
                    </a:ext>
                  </a:extLst>
                </p14:cNvPr>
                <p14:cNvContentPartPr/>
                <p14:nvPr/>
              </p14:nvContentPartPr>
              <p14:xfrm>
                <a:off x="7555065" y="333375"/>
                <a:ext cx="23400" cy="11520"/>
              </p14:xfrm>
            </p:contentPart>
          </mc:Choice>
          <mc:Fallback xmlns="">
            <p:pic>
              <p:nvPicPr>
                <p:cNvPr id="25" name="Ink 24">
                  <a:extLst>
                    <a:ext uri="{FF2B5EF4-FFF2-40B4-BE49-F238E27FC236}">
                      <a16:creationId xmlns:a16="http://schemas.microsoft.com/office/drawing/2014/main" id="{E709A1B9-8EE9-AEE6-A041-3BBF4220BE1D}"/>
                    </a:ext>
                  </a:extLst>
                </p:cNvPr>
                <p:cNvPicPr/>
                <p:nvPr/>
              </p:nvPicPr>
              <p:blipFill>
                <a:blip r:embed="rId45"/>
                <a:stretch>
                  <a:fillRect/>
                </a:stretch>
              </p:blipFill>
              <p:spPr>
                <a:xfrm>
                  <a:off x="7548945" y="327255"/>
                  <a:ext cx="356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70D6747D-A2FC-C5C2-0324-8DE151604B64}"/>
                    </a:ext>
                  </a:extLst>
                </p14:cNvPr>
                <p14:cNvContentPartPr/>
                <p14:nvPr/>
              </p14:nvContentPartPr>
              <p14:xfrm>
                <a:off x="7480545" y="352095"/>
                <a:ext cx="7200" cy="6840"/>
              </p14:xfrm>
            </p:contentPart>
          </mc:Choice>
          <mc:Fallback xmlns="">
            <p:pic>
              <p:nvPicPr>
                <p:cNvPr id="26" name="Ink 25">
                  <a:extLst>
                    <a:ext uri="{FF2B5EF4-FFF2-40B4-BE49-F238E27FC236}">
                      <a16:creationId xmlns:a16="http://schemas.microsoft.com/office/drawing/2014/main" id="{70D6747D-A2FC-C5C2-0324-8DE151604B64}"/>
                    </a:ext>
                  </a:extLst>
                </p:cNvPr>
                <p:cNvPicPr/>
                <p:nvPr/>
              </p:nvPicPr>
              <p:blipFill>
                <a:blip r:embed="rId47"/>
                <a:stretch>
                  <a:fillRect/>
                </a:stretch>
              </p:blipFill>
              <p:spPr>
                <a:xfrm>
                  <a:off x="7474425" y="345975"/>
                  <a:ext cx="1944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72AE4B1F-69F1-466B-B020-45AAA5682763}"/>
                    </a:ext>
                  </a:extLst>
                </p14:cNvPr>
                <p14:cNvContentPartPr/>
                <p14:nvPr/>
              </p14:nvContentPartPr>
              <p14:xfrm>
                <a:off x="7260945" y="349215"/>
                <a:ext cx="281880" cy="280080"/>
              </p14:xfrm>
            </p:contentPart>
          </mc:Choice>
          <mc:Fallback xmlns="">
            <p:pic>
              <p:nvPicPr>
                <p:cNvPr id="27" name="Ink 26">
                  <a:extLst>
                    <a:ext uri="{FF2B5EF4-FFF2-40B4-BE49-F238E27FC236}">
                      <a16:creationId xmlns:a16="http://schemas.microsoft.com/office/drawing/2014/main" id="{72AE4B1F-69F1-466B-B020-45AAA5682763}"/>
                    </a:ext>
                  </a:extLst>
                </p:cNvPr>
                <p:cNvPicPr/>
                <p:nvPr/>
              </p:nvPicPr>
              <p:blipFill>
                <a:blip r:embed="rId49"/>
                <a:stretch>
                  <a:fillRect/>
                </a:stretch>
              </p:blipFill>
              <p:spPr>
                <a:xfrm>
                  <a:off x="7254825" y="343095"/>
                  <a:ext cx="2941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2607428E-6288-6CFD-F726-1275A128B074}"/>
                    </a:ext>
                  </a:extLst>
                </p14:cNvPr>
                <p14:cNvContentPartPr/>
                <p14:nvPr/>
              </p14:nvContentPartPr>
              <p14:xfrm>
                <a:off x="7571265" y="342375"/>
                <a:ext cx="177120" cy="178920"/>
              </p14:xfrm>
            </p:contentPart>
          </mc:Choice>
          <mc:Fallback xmlns="">
            <p:pic>
              <p:nvPicPr>
                <p:cNvPr id="28" name="Ink 27">
                  <a:extLst>
                    <a:ext uri="{FF2B5EF4-FFF2-40B4-BE49-F238E27FC236}">
                      <a16:creationId xmlns:a16="http://schemas.microsoft.com/office/drawing/2014/main" id="{2607428E-6288-6CFD-F726-1275A128B074}"/>
                    </a:ext>
                  </a:extLst>
                </p:cNvPr>
                <p:cNvPicPr/>
                <p:nvPr/>
              </p:nvPicPr>
              <p:blipFill>
                <a:blip r:embed="rId51"/>
                <a:stretch>
                  <a:fillRect/>
                </a:stretch>
              </p:blipFill>
              <p:spPr>
                <a:xfrm>
                  <a:off x="7565145" y="336255"/>
                  <a:ext cx="18936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596C4D58-6572-CCFD-BECF-04AB264A39F4}"/>
                    </a:ext>
                  </a:extLst>
                </p14:cNvPr>
                <p14:cNvContentPartPr/>
                <p14:nvPr/>
              </p14:nvContentPartPr>
              <p14:xfrm>
                <a:off x="7827225" y="362895"/>
                <a:ext cx="400320" cy="253800"/>
              </p14:xfrm>
            </p:contentPart>
          </mc:Choice>
          <mc:Fallback xmlns="">
            <p:pic>
              <p:nvPicPr>
                <p:cNvPr id="29" name="Ink 28">
                  <a:extLst>
                    <a:ext uri="{FF2B5EF4-FFF2-40B4-BE49-F238E27FC236}">
                      <a16:creationId xmlns:a16="http://schemas.microsoft.com/office/drawing/2014/main" id="{596C4D58-6572-CCFD-BECF-04AB264A39F4}"/>
                    </a:ext>
                  </a:extLst>
                </p:cNvPr>
                <p:cNvPicPr/>
                <p:nvPr/>
              </p:nvPicPr>
              <p:blipFill>
                <a:blip r:embed="rId53"/>
                <a:stretch>
                  <a:fillRect/>
                </a:stretch>
              </p:blipFill>
              <p:spPr>
                <a:xfrm>
                  <a:off x="7821105" y="356775"/>
                  <a:ext cx="41256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05768890-0093-003B-E34D-D1060CAEDE5C}"/>
                    </a:ext>
                  </a:extLst>
                </p14:cNvPr>
                <p14:cNvContentPartPr/>
                <p14:nvPr/>
              </p14:nvContentPartPr>
              <p14:xfrm>
                <a:off x="8226825" y="349935"/>
                <a:ext cx="421200" cy="563400"/>
              </p14:xfrm>
            </p:contentPart>
          </mc:Choice>
          <mc:Fallback xmlns="">
            <p:pic>
              <p:nvPicPr>
                <p:cNvPr id="30" name="Ink 29">
                  <a:extLst>
                    <a:ext uri="{FF2B5EF4-FFF2-40B4-BE49-F238E27FC236}">
                      <a16:creationId xmlns:a16="http://schemas.microsoft.com/office/drawing/2014/main" id="{05768890-0093-003B-E34D-D1060CAEDE5C}"/>
                    </a:ext>
                  </a:extLst>
                </p:cNvPr>
                <p:cNvPicPr/>
                <p:nvPr/>
              </p:nvPicPr>
              <p:blipFill>
                <a:blip r:embed="rId55"/>
                <a:stretch>
                  <a:fillRect/>
                </a:stretch>
              </p:blipFill>
              <p:spPr>
                <a:xfrm>
                  <a:off x="8220705" y="343815"/>
                  <a:ext cx="433440" cy="575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1" name="Ink 30">
                  <a:extLst>
                    <a:ext uri="{FF2B5EF4-FFF2-40B4-BE49-F238E27FC236}">
                      <a16:creationId xmlns:a16="http://schemas.microsoft.com/office/drawing/2014/main" id="{C26E9642-2826-9973-E0F2-7AE052F832AF}"/>
                    </a:ext>
                  </a:extLst>
                </p14:cNvPr>
                <p14:cNvContentPartPr/>
                <p14:nvPr/>
              </p14:nvContentPartPr>
              <p14:xfrm>
                <a:off x="8820465" y="412575"/>
                <a:ext cx="39240" cy="133200"/>
              </p14:xfrm>
            </p:contentPart>
          </mc:Choice>
          <mc:Fallback xmlns="">
            <p:pic>
              <p:nvPicPr>
                <p:cNvPr id="31" name="Ink 30">
                  <a:extLst>
                    <a:ext uri="{FF2B5EF4-FFF2-40B4-BE49-F238E27FC236}">
                      <a16:creationId xmlns:a16="http://schemas.microsoft.com/office/drawing/2014/main" id="{C26E9642-2826-9973-E0F2-7AE052F832AF}"/>
                    </a:ext>
                  </a:extLst>
                </p:cNvPr>
                <p:cNvPicPr/>
                <p:nvPr/>
              </p:nvPicPr>
              <p:blipFill>
                <a:blip r:embed="rId57"/>
                <a:stretch>
                  <a:fillRect/>
                </a:stretch>
              </p:blipFill>
              <p:spPr>
                <a:xfrm>
                  <a:off x="8814345" y="406455"/>
                  <a:ext cx="514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25314DEC-ABF1-758E-A9FD-D5B357B96459}"/>
                    </a:ext>
                  </a:extLst>
                </p14:cNvPr>
                <p14:cNvContentPartPr/>
                <p14:nvPr/>
              </p14:nvContentPartPr>
              <p14:xfrm>
                <a:off x="9011265" y="183255"/>
                <a:ext cx="54000" cy="72360"/>
              </p14:xfrm>
            </p:contentPart>
          </mc:Choice>
          <mc:Fallback xmlns="">
            <p:pic>
              <p:nvPicPr>
                <p:cNvPr id="32" name="Ink 31">
                  <a:extLst>
                    <a:ext uri="{FF2B5EF4-FFF2-40B4-BE49-F238E27FC236}">
                      <a16:creationId xmlns:a16="http://schemas.microsoft.com/office/drawing/2014/main" id="{25314DEC-ABF1-758E-A9FD-D5B357B96459}"/>
                    </a:ext>
                  </a:extLst>
                </p:cNvPr>
                <p:cNvPicPr/>
                <p:nvPr/>
              </p:nvPicPr>
              <p:blipFill>
                <a:blip r:embed="rId59"/>
                <a:stretch>
                  <a:fillRect/>
                </a:stretch>
              </p:blipFill>
              <p:spPr>
                <a:xfrm>
                  <a:off x="9005145" y="177135"/>
                  <a:ext cx="662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E2A5363F-526E-4860-50B9-B005C4A28B93}"/>
                    </a:ext>
                  </a:extLst>
                </p14:cNvPr>
                <p14:cNvContentPartPr/>
                <p14:nvPr/>
              </p14:nvContentPartPr>
              <p14:xfrm>
                <a:off x="8919825" y="361095"/>
                <a:ext cx="212760" cy="235440"/>
              </p14:xfrm>
            </p:contentPart>
          </mc:Choice>
          <mc:Fallback xmlns="">
            <p:pic>
              <p:nvPicPr>
                <p:cNvPr id="33" name="Ink 32">
                  <a:extLst>
                    <a:ext uri="{FF2B5EF4-FFF2-40B4-BE49-F238E27FC236}">
                      <a16:creationId xmlns:a16="http://schemas.microsoft.com/office/drawing/2014/main" id="{E2A5363F-526E-4860-50B9-B005C4A28B93}"/>
                    </a:ext>
                  </a:extLst>
                </p:cNvPr>
                <p:cNvPicPr/>
                <p:nvPr/>
              </p:nvPicPr>
              <p:blipFill>
                <a:blip r:embed="rId61"/>
                <a:stretch>
                  <a:fillRect/>
                </a:stretch>
              </p:blipFill>
              <p:spPr>
                <a:xfrm>
                  <a:off x="8913705" y="354975"/>
                  <a:ext cx="22500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Ink 33">
                  <a:extLst>
                    <a:ext uri="{FF2B5EF4-FFF2-40B4-BE49-F238E27FC236}">
                      <a16:creationId xmlns:a16="http://schemas.microsoft.com/office/drawing/2014/main" id="{1EF067B6-4211-08BC-C284-418A839702E4}"/>
                    </a:ext>
                  </a:extLst>
                </p14:cNvPr>
                <p14:cNvContentPartPr/>
                <p14:nvPr/>
              </p14:nvContentPartPr>
              <p14:xfrm>
                <a:off x="9893625" y="115215"/>
                <a:ext cx="96480" cy="384120"/>
              </p14:xfrm>
            </p:contentPart>
          </mc:Choice>
          <mc:Fallback xmlns="">
            <p:pic>
              <p:nvPicPr>
                <p:cNvPr id="34" name="Ink 33">
                  <a:extLst>
                    <a:ext uri="{FF2B5EF4-FFF2-40B4-BE49-F238E27FC236}">
                      <a16:creationId xmlns:a16="http://schemas.microsoft.com/office/drawing/2014/main" id="{1EF067B6-4211-08BC-C284-418A839702E4}"/>
                    </a:ext>
                  </a:extLst>
                </p:cNvPr>
                <p:cNvPicPr/>
                <p:nvPr/>
              </p:nvPicPr>
              <p:blipFill>
                <a:blip r:embed="rId63"/>
                <a:stretch>
                  <a:fillRect/>
                </a:stretch>
              </p:blipFill>
              <p:spPr>
                <a:xfrm>
                  <a:off x="9887505" y="109095"/>
                  <a:ext cx="108720" cy="396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5" name="Ink 34">
                  <a:extLst>
                    <a:ext uri="{FF2B5EF4-FFF2-40B4-BE49-F238E27FC236}">
                      <a16:creationId xmlns:a16="http://schemas.microsoft.com/office/drawing/2014/main" id="{99149C04-FCD4-0DF6-1971-D0E2318ADECA}"/>
                    </a:ext>
                  </a:extLst>
                </p14:cNvPr>
                <p14:cNvContentPartPr/>
                <p14:nvPr/>
              </p14:nvContentPartPr>
              <p14:xfrm>
                <a:off x="10053825" y="343095"/>
                <a:ext cx="199080" cy="177480"/>
              </p14:xfrm>
            </p:contentPart>
          </mc:Choice>
          <mc:Fallback xmlns="">
            <p:pic>
              <p:nvPicPr>
                <p:cNvPr id="35" name="Ink 34">
                  <a:extLst>
                    <a:ext uri="{FF2B5EF4-FFF2-40B4-BE49-F238E27FC236}">
                      <a16:creationId xmlns:a16="http://schemas.microsoft.com/office/drawing/2014/main" id="{99149C04-FCD4-0DF6-1971-D0E2318ADECA}"/>
                    </a:ext>
                  </a:extLst>
                </p:cNvPr>
                <p:cNvPicPr/>
                <p:nvPr/>
              </p:nvPicPr>
              <p:blipFill>
                <a:blip r:embed="rId65"/>
                <a:stretch>
                  <a:fillRect/>
                </a:stretch>
              </p:blipFill>
              <p:spPr>
                <a:xfrm>
                  <a:off x="10047705" y="336975"/>
                  <a:ext cx="21132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6" name="Ink 35">
                  <a:extLst>
                    <a:ext uri="{FF2B5EF4-FFF2-40B4-BE49-F238E27FC236}">
                      <a16:creationId xmlns:a16="http://schemas.microsoft.com/office/drawing/2014/main" id="{156AB4CE-8E14-96FF-BFD7-3DAA4CDDD9F3}"/>
                    </a:ext>
                  </a:extLst>
                </p14:cNvPr>
                <p14:cNvContentPartPr/>
                <p14:nvPr/>
              </p14:nvContentPartPr>
              <p14:xfrm>
                <a:off x="10432185" y="287295"/>
                <a:ext cx="282240" cy="216360"/>
              </p14:xfrm>
            </p:contentPart>
          </mc:Choice>
          <mc:Fallback xmlns="">
            <p:pic>
              <p:nvPicPr>
                <p:cNvPr id="36" name="Ink 35">
                  <a:extLst>
                    <a:ext uri="{FF2B5EF4-FFF2-40B4-BE49-F238E27FC236}">
                      <a16:creationId xmlns:a16="http://schemas.microsoft.com/office/drawing/2014/main" id="{156AB4CE-8E14-96FF-BFD7-3DAA4CDDD9F3}"/>
                    </a:ext>
                  </a:extLst>
                </p:cNvPr>
                <p:cNvPicPr/>
                <p:nvPr/>
              </p:nvPicPr>
              <p:blipFill>
                <a:blip r:embed="rId67"/>
                <a:stretch>
                  <a:fillRect/>
                </a:stretch>
              </p:blipFill>
              <p:spPr>
                <a:xfrm>
                  <a:off x="10426065" y="281175"/>
                  <a:ext cx="2944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D4C9FFE4-390B-FA6D-241B-299B65885385}"/>
                    </a:ext>
                  </a:extLst>
                </p14:cNvPr>
                <p14:cNvContentPartPr/>
                <p14:nvPr/>
              </p14:nvContentPartPr>
              <p14:xfrm>
                <a:off x="10748625" y="125295"/>
                <a:ext cx="351360" cy="662760"/>
              </p14:xfrm>
            </p:contentPart>
          </mc:Choice>
          <mc:Fallback xmlns="">
            <p:pic>
              <p:nvPicPr>
                <p:cNvPr id="41" name="Ink 40">
                  <a:extLst>
                    <a:ext uri="{FF2B5EF4-FFF2-40B4-BE49-F238E27FC236}">
                      <a16:creationId xmlns:a16="http://schemas.microsoft.com/office/drawing/2014/main" id="{D4C9FFE4-390B-FA6D-241B-299B65885385}"/>
                    </a:ext>
                  </a:extLst>
                </p:cNvPr>
                <p:cNvPicPr/>
                <p:nvPr/>
              </p:nvPicPr>
              <p:blipFill>
                <a:blip r:embed="rId69"/>
                <a:stretch>
                  <a:fillRect/>
                </a:stretch>
              </p:blipFill>
              <p:spPr>
                <a:xfrm>
                  <a:off x="10742505" y="119175"/>
                  <a:ext cx="363600" cy="675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E44AD371-8290-3AFC-04A3-F2DF40EDA6E3}"/>
                    </a:ext>
                  </a:extLst>
                </p14:cNvPr>
                <p14:cNvContentPartPr/>
                <p14:nvPr/>
              </p14:nvContentPartPr>
              <p14:xfrm>
                <a:off x="11060385" y="323295"/>
                <a:ext cx="77040" cy="248040"/>
              </p14:xfrm>
            </p:contentPart>
          </mc:Choice>
          <mc:Fallback xmlns="">
            <p:pic>
              <p:nvPicPr>
                <p:cNvPr id="43" name="Ink 42">
                  <a:extLst>
                    <a:ext uri="{FF2B5EF4-FFF2-40B4-BE49-F238E27FC236}">
                      <a16:creationId xmlns:a16="http://schemas.microsoft.com/office/drawing/2014/main" id="{E44AD371-8290-3AFC-04A3-F2DF40EDA6E3}"/>
                    </a:ext>
                  </a:extLst>
                </p:cNvPr>
                <p:cNvPicPr/>
                <p:nvPr/>
              </p:nvPicPr>
              <p:blipFill>
                <a:blip r:embed="rId71"/>
                <a:stretch>
                  <a:fillRect/>
                </a:stretch>
              </p:blipFill>
              <p:spPr>
                <a:xfrm>
                  <a:off x="11054265" y="317175"/>
                  <a:ext cx="8928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934137E3-E4E3-DD4C-0B40-E6BB7E1EF1C6}"/>
                    </a:ext>
                  </a:extLst>
                </p14:cNvPr>
                <p14:cNvContentPartPr/>
                <p14:nvPr/>
              </p14:nvContentPartPr>
              <p14:xfrm>
                <a:off x="11081985" y="423015"/>
                <a:ext cx="197640" cy="97200"/>
              </p14:xfrm>
            </p:contentPart>
          </mc:Choice>
          <mc:Fallback xmlns="">
            <p:pic>
              <p:nvPicPr>
                <p:cNvPr id="44" name="Ink 43">
                  <a:extLst>
                    <a:ext uri="{FF2B5EF4-FFF2-40B4-BE49-F238E27FC236}">
                      <a16:creationId xmlns:a16="http://schemas.microsoft.com/office/drawing/2014/main" id="{934137E3-E4E3-DD4C-0B40-E6BB7E1EF1C6}"/>
                    </a:ext>
                  </a:extLst>
                </p:cNvPr>
                <p:cNvPicPr/>
                <p:nvPr/>
              </p:nvPicPr>
              <p:blipFill>
                <a:blip r:embed="rId73"/>
                <a:stretch>
                  <a:fillRect/>
                </a:stretch>
              </p:blipFill>
              <p:spPr>
                <a:xfrm>
                  <a:off x="11075865" y="416895"/>
                  <a:ext cx="20988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B389C20C-BCCF-1CDD-8B37-56A3B06B2DC5}"/>
                    </a:ext>
                  </a:extLst>
                </p14:cNvPr>
                <p14:cNvContentPartPr/>
                <p14:nvPr/>
              </p14:nvContentPartPr>
              <p14:xfrm>
                <a:off x="11340825" y="326175"/>
                <a:ext cx="59760" cy="45720"/>
              </p14:xfrm>
            </p:contentPart>
          </mc:Choice>
          <mc:Fallback xmlns="">
            <p:pic>
              <p:nvPicPr>
                <p:cNvPr id="45" name="Ink 44">
                  <a:extLst>
                    <a:ext uri="{FF2B5EF4-FFF2-40B4-BE49-F238E27FC236}">
                      <a16:creationId xmlns:a16="http://schemas.microsoft.com/office/drawing/2014/main" id="{B389C20C-BCCF-1CDD-8B37-56A3B06B2DC5}"/>
                    </a:ext>
                  </a:extLst>
                </p:cNvPr>
                <p:cNvPicPr/>
                <p:nvPr/>
              </p:nvPicPr>
              <p:blipFill>
                <a:blip r:embed="rId75"/>
                <a:stretch>
                  <a:fillRect/>
                </a:stretch>
              </p:blipFill>
              <p:spPr>
                <a:xfrm>
                  <a:off x="11334705" y="320055"/>
                  <a:ext cx="720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A10C02E3-B809-21F1-C538-E427C4EB4CE9}"/>
                    </a:ext>
                  </a:extLst>
                </p14:cNvPr>
                <p14:cNvContentPartPr/>
                <p14:nvPr/>
              </p14:nvContentPartPr>
              <p14:xfrm>
                <a:off x="11515425" y="395295"/>
                <a:ext cx="15120" cy="34200"/>
              </p14:xfrm>
            </p:contentPart>
          </mc:Choice>
          <mc:Fallback xmlns="">
            <p:pic>
              <p:nvPicPr>
                <p:cNvPr id="46" name="Ink 45">
                  <a:extLst>
                    <a:ext uri="{FF2B5EF4-FFF2-40B4-BE49-F238E27FC236}">
                      <a16:creationId xmlns:a16="http://schemas.microsoft.com/office/drawing/2014/main" id="{A10C02E3-B809-21F1-C538-E427C4EB4CE9}"/>
                    </a:ext>
                  </a:extLst>
                </p:cNvPr>
                <p:cNvPicPr/>
                <p:nvPr/>
              </p:nvPicPr>
              <p:blipFill>
                <a:blip r:embed="rId77"/>
                <a:stretch>
                  <a:fillRect/>
                </a:stretch>
              </p:blipFill>
              <p:spPr>
                <a:xfrm>
                  <a:off x="11509305" y="389175"/>
                  <a:ext cx="273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9D3129B4-FDBD-0136-9E94-91A7A9817D1D}"/>
                    </a:ext>
                  </a:extLst>
                </p14:cNvPr>
                <p14:cNvContentPartPr/>
                <p14:nvPr/>
              </p14:nvContentPartPr>
              <p14:xfrm>
                <a:off x="11391945" y="409695"/>
                <a:ext cx="106560" cy="191520"/>
              </p14:xfrm>
            </p:contentPart>
          </mc:Choice>
          <mc:Fallback xmlns="">
            <p:pic>
              <p:nvPicPr>
                <p:cNvPr id="47" name="Ink 46">
                  <a:extLst>
                    <a:ext uri="{FF2B5EF4-FFF2-40B4-BE49-F238E27FC236}">
                      <a16:creationId xmlns:a16="http://schemas.microsoft.com/office/drawing/2014/main" id="{9D3129B4-FDBD-0136-9E94-91A7A9817D1D}"/>
                    </a:ext>
                  </a:extLst>
                </p:cNvPr>
                <p:cNvPicPr/>
                <p:nvPr/>
              </p:nvPicPr>
              <p:blipFill>
                <a:blip r:embed="rId79"/>
                <a:stretch>
                  <a:fillRect/>
                </a:stretch>
              </p:blipFill>
              <p:spPr>
                <a:xfrm>
                  <a:off x="11385825" y="403575"/>
                  <a:ext cx="1188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786E7CA5-2854-72EE-5261-BEF0FF752111}"/>
                    </a:ext>
                  </a:extLst>
                </p14:cNvPr>
                <p14:cNvContentPartPr/>
                <p14:nvPr/>
              </p14:nvContentPartPr>
              <p14:xfrm>
                <a:off x="11534865" y="250215"/>
                <a:ext cx="41400" cy="39600"/>
              </p14:xfrm>
            </p:contentPart>
          </mc:Choice>
          <mc:Fallback xmlns="">
            <p:pic>
              <p:nvPicPr>
                <p:cNvPr id="48" name="Ink 47">
                  <a:extLst>
                    <a:ext uri="{FF2B5EF4-FFF2-40B4-BE49-F238E27FC236}">
                      <a16:creationId xmlns:a16="http://schemas.microsoft.com/office/drawing/2014/main" id="{786E7CA5-2854-72EE-5261-BEF0FF752111}"/>
                    </a:ext>
                  </a:extLst>
                </p:cNvPr>
                <p:cNvPicPr/>
                <p:nvPr/>
              </p:nvPicPr>
              <p:blipFill>
                <a:blip r:embed="rId81"/>
                <a:stretch>
                  <a:fillRect/>
                </a:stretch>
              </p:blipFill>
              <p:spPr>
                <a:xfrm>
                  <a:off x="11528745" y="244095"/>
                  <a:ext cx="536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82ABB4A7-E4B4-6433-D032-2CBCC0CEC109}"/>
                    </a:ext>
                  </a:extLst>
                </p14:cNvPr>
                <p14:cNvContentPartPr/>
                <p14:nvPr/>
              </p14:nvContentPartPr>
              <p14:xfrm>
                <a:off x="11603625" y="370455"/>
                <a:ext cx="278280" cy="287280"/>
              </p14:xfrm>
            </p:contentPart>
          </mc:Choice>
          <mc:Fallback xmlns="">
            <p:pic>
              <p:nvPicPr>
                <p:cNvPr id="49" name="Ink 48">
                  <a:extLst>
                    <a:ext uri="{FF2B5EF4-FFF2-40B4-BE49-F238E27FC236}">
                      <a16:creationId xmlns:a16="http://schemas.microsoft.com/office/drawing/2014/main" id="{82ABB4A7-E4B4-6433-D032-2CBCC0CEC109}"/>
                    </a:ext>
                  </a:extLst>
                </p:cNvPr>
                <p:cNvPicPr/>
                <p:nvPr/>
              </p:nvPicPr>
              <p:blipFill>
                <a:blip r:embed="rId83"/>
                <a:stretch>
                  <a:fillRect/>
                </a:stretch>
              </p:blipFill>
              <p:spPr>
                <a:xfrm>
                  <a:off x="11597505" y="364335"/>
                  <a:ext cx="29052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D2106632-1C96-C6F0-0BB8-274FB192A2BE}"/>
                    </a:ext>
                  </a:extLst>
                </p14:cNvPr>
                <p14:cNvContentPartPr/>
                <p14:nvPr/>
              </p14:nvContentPartPr>
              <p14:xfrm>
                <a:off x="10113945" y="925935"/>
                <a:ext cx="262080" cy="419040"/>
              </p14:xfrm>
            </p:contentPart>
          </mc:Choice>
          <mc:Fallback xmlns="">
            <p:pic>
              <p:nvPicPr>
                <p:cNvPr id="50" name="Ink 49">
                  <a:extLst>
                    <a:ext uri="{FF2B5EF4-FFF2-40B4-BE49-F238E27FC236}">
                      <a16:creationId xmlns:a16="http://schemas.microsoft.com/office/drawing/2014/main" id="{D2106632-1C96-C6F0-0BB8-274FB192A2BE}"/>
                    </a:ext>
                  </a:extLst>
                </p:cNvPr>
                <p:cNvPicPr/>
                <p:nvPr/>
              </p:nvPicPr>
              <p:blipFill>
                <a:blip r:embed="rId85"/>
                <a:stretch>
                  <a:fillRect/>
                </a:stretch>
              </p:blipFill>
              <p:spPr>
                <a:xfrm>
                  <a:off x="10107825" y="919815"/>
                  <a:ext cx="274320" cy="4312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C8C5FDC4-D64E-DE1E-65E1-B1DA126A4A35}"/>
                    </a:ext>
                  </a:extLst>
                </p14:cNvPr>
                <p14:cNvContentPartPr/>
                <p14:nvPr/>
              </p14:nvContentPartPr>
              <p14:xfrm>
                <a:off x="10435425" y="1162455"/>
                <a:ext cx="8280" cy="78480"/>
              </p14:xfrm>
            </p:contentPart>
          </mc:Choice>
          <mc:Fallback xmlns="">
            <p:pic>
              <p:nvPicPr>
                <p:cNvPr id="51" name="Ink 50">
                  <a:extLst>
                    <a:ext uri="{FF2B5EF4-FFF2-40B4-BE49-F238E27FC236}">
                      <a16:creationId xmlns:a16="http://schemas.microsoft.com/office/drawing/2014/main" id="{C8C5FDC4-D64E-DE1E-65E1-B1DA126A4A35}"/>
                    </a:ext>
                  </a:extLst>
                </p:cNvPr>
                <p:cNvPicPr/>
                <p:nvPr/>
              </p:nvPicPr>
              <p:blipFill>
                <a:blip r:embed="rId87"/>
                <a:stretch>
                  <a:fillRect/>
                </a:stretch>
              </p:blipFill>
              <p:spPr>
                <a:xfrm>
                  <a:off x="10429305" y="1156335"/>
                  <a:ext cx="2052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AC00E6CC-F4FD-C190-50D5-B88ACF9E40DF}"/>
                    </a:ext>
                  </a:extLst>
                </p14:cNvPr>
                <p14:cNvContentPartPr/>
                <p14:nvPr/>
              </p14:nvContentPartPr>
              <p14:xfrm>
                <a:off x="10520025" y="980655"/>
                <a:ext cx="63360" cy="28080"/>
              </p14:xfrm>
            </p:contentPart>
          </mc:Choice>
          <mc:Fallback xmlns="">
            <p:pic>
              <p:nvPicPr>
                <p:cNvPr id="52" name="Ink 51">
                  <a:extLst>
                    <a:ext uri="{FF2B5EF4-FFF2-40B4-BE49-F238E27FC236}">
                      <a16:creationId xmlns:a16="http://schemas.microsoft.com/office/drawing/2014/main" id="{AC00E6CC-F4FD-C190-50D5-B88ACF9E40DF}"/>
                    </a:ext>
                  </a:extLst>
                </p:cNvPr>
                <p:cNvPicPr/>
                <p:nvPr/>
              </p:nvPicPr>
              <p:blipFill>
                <a:blip r:embed="rId89"/>
                <a:stretch>
                  <a:fillRect/>
                </a:stretch>
              </p:blipFill>
              <p:spPr>
                <a:xfrm>
                  <a:off x="10513905" y="974535"/>
                  <a:ext cx="756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87C8AF33-FCD6-3865-6CD8-229264986490}"/>
                    </a:ext>
                  </a:extLst>
                </p14:cNvPr>
                <p14:cNvContentPartPr/>
                <p14:nvPr/>
              </p14:nvContentPartPr>
              <p14:xfrm>
                <a:off x="10611105" y="1113495"/>
                <a:ext cx="343440" cy="203040"/>
              </p14:xfrm>
            </p:contentPart>
          </mc:Choice>
          <mc:Fallback xmlns="">
            <p:pic>
              <p:nvPicPr>
                <p:cNvPr id="53" name="Ink 52">
                  <a:extLst>
                    <a:ext uri="{FF2B5EF4-FFF2-40B4-BE49-F238E27FC236}">
                      <a16:creationId xmlns:a16="http://schemas.microsoft.com/office/drawing/2014/main" id="{87C8AF33-FCD6-3865-6CD8-229264986490}"/>
                    </a:ext>
                  </a:extLst>
                </p:cNvPr>
                <p:cNvPicPr/>
                <p:nvPr/>
              </p:nvPicPr>
              <p:blipFill>
                <a:blip r:embed="rId91"/>
                <a:stretch>
                  <a:fillRect/>
                </a:stretch>
              </p:blipFill>
              <p:spPr>
                <a:xfrm>
                  <a:off x="10604985" y="1107375"/>
                  <a:ext cx="35568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B5860EC3-9317-937E-2BCF-C3EA4777F5D2}"/>
                    </a:ext>
                  </a:extLst>
                </p14:cNvPr>
                <p14:cNvContentPartPr/>
                <p14:nvPr/>
              </p14:nvContentPartPr>
              <p14:xfrm>
                <a:off x="10806945" y="867255"/>
                <a:ext cx="593640" cy="828360"/>
              </p14:xfrm>
            </p:contentPart>
          </mc:Choice>
          <mc:Fallback xmlns="">
            <p:pic>
              <p:nvPicPr>
                <p:cNvPr id="54" name="Ink 53">
                  <a:extLst>
                    <a:ext uri="{FF2B5EF4-FFF2-40B4-BE49-F238E27FC236}">
                      <a16:creationId xmlns:a16="http://schemas.microsoft.com/office/drawing/2014/main" id="{B5860EC3-9317-937E-2BCF-C3EA4777F5D2}"/>
                    </a:ext>
                  </a:extLst>
                </p:cNvPr>
                <p:cNvPicPr/>
                <p:nvPr/>
              </p:nvPicPr>
              <p:blipFill>
                <a:blip r:embed="rId93"/>
                <a:stretch>
                  <a:fillRect/>
                </a:stretch>
              </p:blipFill>
              <p:spPr>
                <a:xfrm>
                  <a:off x="10800825" y="861135"/>
                  <a:ext cx="605880" cy="8406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71D4D594-1321-366F-DFDD-7C8179792F5A}"/>
                    </a:ext>
                  </a:extLst>
                </p14:cNvPr>
                <p14:cNvContentPartPr/>
                <p14:nvPr/>
              </p14:nvContentPartPr>
              <p14:xfrm>
                <a:off x="11471145" y="1444335"/>
                <a:ext cx="17640" cy="23040"/>
              </p14:xfrm>
            </p:contentPart>
          </mc:Choice>
          <mc:Fallback xmlns="">
            <p:pic>
              <p:nvPicPr>
                <p:cNvPr id="55" name="Ink 54">
                  <a:extLst>
                    <a:ext uri="{FF2B5EF4-FFF2-40B4-BE49-F238E27FC236}">
                      <a16:creationId xmlns:a16="http://schemas.microsoft.com/office/drawing/2014/main" id="{71D4D594-1321-366F-DFDD-7C8179792F5A}"/>
                    </a:ext>
                  </a:extLst>
                </p:cNvPr>
                <p:cNvPicPr/>
                <p:nvPr/>
              </p:nvPicPr>
              <p:blipFill>
                <a:blip r:embed="rId95"/>
                <a:stretch>
                  <a:fillRect/>
                </a:stretch>
              </p:blipFill>
              <p:spPr>
                <a:xfrm>
                  <a:off x="11465025" y="1438215"/>
                  <a:ext cx="2988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7F8F594D-F42F-B8F1-B27C-6551899908F2}"/>
                    </a:ext>
                  </a:extLst>
                </p14:cNvPr>
                <p14:cNvContentPartPr/>
                <p14:nvPr/>
              </p14:nvContentPartPr>
              <p14:xfrm>
                <a:off x="2489865" y="2255415"/>
                <a:ext cx="858960" cy="100800"/>
              </p14:xfrm>
            </p:contentPart>
          </mc:Choice>
          <mc:Fallback xmlns="">
            <p:pic>
              <p:nvPicPr>
                <p:cNvPr id="58" name="Ink 57">
                  <a:extLst>
                    <a:ext uri="{FF2B5EF4-FFF2-40B4-BE49-F238E27FC236}">
                      <a16:creationId xmlns:a16="http://schemas.microsoft.com/office/drawing/2014/main" id="{7F8F594D-F42F-B8F1-B27C-6551899908F2}"/>
                    </a:ext>
                  </a:extLst>
                </p:cNvPr>
                <p:cNvPicPr/>
                <p:nvPr/>
              </p:nvPicPr>
              <p:blipFill>
                <a:blip r:embed="rId97"/>
                <a:stretch>
                  <a:fillRect/>
                </a:stretch>
              </p:blipFill>
              <p:spPr>
                <a:xfrm>
                  <a:off x="2483745" y="2249295"/>
                  <a:ext cx="8712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3D29CEFF-7B42-9D48-E706-19049CCEF503}"/>
                    </a:ext>
                  </a:extLst>
                </p14:cNvPr>
                <p14:cNvContentPartPr/>
                <p14:nvPr/>
              </p14:nvContentPartPr>
              <p14:xfrm>
                <a:off x="3185385" y="1893975"/>
                <a:ext cx="254160" cy="762480"/>
              </p14:xfrm>
            </p:contentPart>
          </mc:Choice>
          <mc:Fallback xmlns="">
            <p:pic>
              <p:nvPicPr>
                <p:cNvPr id="59" name="Ink 58">
                  <a:extLst>
                    <a:ext uri="{FF2B5EF4-FFF2-40B4-BE49-F238E27FC236}">
                      <a16:creationId xmlns:a16="http://schemas.microsoft.com/office/drawing/2014/main" id="{3D29CEFF-7B42-9D48-E706-19049CCEF503}"/>
                    </a:ext>
                  </a:extLst>
                </p:cNvPr>
                <p:cNvPicPr/>
                <p:nvPr/>
              </p:nvPicPr>
              <p:blipFill>
                <a:blip r:embed="rId99"/>
                <a:stretch>
                  <a:fillRect/>
                </a:stretch>
              </p:blipFill>
              <p:spPr>
                <a:xfrm>
                  <a:off x="3179265" y="1887855"/>
                  <a:ext cx="266400" cy="7747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D6AE8A96-163A-9FAD-7277-DA0B0CD3649E}"/>
                    </a:ext>
                  </a:extLst>
                </p14:cNvPr>
                <p14:cNvContentPartPr/>
                <p14:nvPr/>
              </p14:nvContentPartPr>
              <p14:xfrm>
                <a:off x="3835545" y="1925655"/>
                <a:ext cx="55440" cy="523080"/>
              </p14:xfrm>
            </p:contentPart>
          </mc:Choice>
          <mc:Fallback xmlns="">
            <p:pic>
              <p:nvPicPr>
                <p:cNvPr id="61" name="Ink 60">
                  <a:extLst>
                    <a:ext uri="{FF2B5EF4-FFF2-40B4-BE49-F238E27FC236}">
                      <a16:creationId xmlns:a16="http://schemas.microsoft.com/office/drawing/2014/main" id="{D6AE8A96-163A-9FAD-7277-DA0B0CD3649E}"/>
                    </a:ext>
                  </a:extLst>
                </p:cNvPr>
                <p:cNvPicPr/>
                <p:nvPr/>
              </p:nvPicPr>
              <p:blipFill>
                <a:blip r:embed="rId101"/>
                <a:stretch>
                  <a:fillRect/>
                </a:stretch>
              </p:blipFill>
              <p:spPr>
                <a:xfrm>
                  <a:off x="3829425" y="1919535"/>
                  <a:ext cx="67680" cy="535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AB63B4AC-12A8-B8D7-E587-CFEB042B3E64}"/>
                    </a:ext>
                  </a:extLst>
                </p14:cNvPr>
                <p14:cNvContentPartPr/>
                <p14:nvPr/>
              </p14:nvContentPartPr>
              <p14:xfrm>
                <a:off x="3829425" y="1905135"/>
                <a:ext cx="522000" cy="465480"/>
              </p14:xfrm>
            </p:contentPart>
          </mc:Choice>
          <mc:Fallback xmlns="">
            <p:pic>
              <p:nvPicPr>
                <p:cNvPr id="62" name="Ink 61">
                  <a:extLst>
                    <a:ext uri="{FF2B5EF4-FFF2-40B4-BE49-F238E27FC236}">
                      <a16:creationId xmlns:a16="http://schemas.microsoft.com/office/drawing/2014/main" id="{AB63B4AC-12A8-B8D7-E587-CFEB042B3E64}"/>
                    </a:ext>
                  </a:extLst>
                </p:cNvPr>
                <p:cNvPicPr/>
                <p:nvPr/>
              </p:nvPicPr>
              <p:blipFill>
                <a:blip r:embed="rId103"/>
                <a:stretch>
                  <a:fillRect/>
                </a:stretch>
              </p:blipFill>
              <p:spPr>
                <a:xfrm>
                  <a:off x="3823305" y="1899015"/>
                  <a:ext cx="534240" cy="4777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9E7EB00F-5EAB-5D28-0B44-364E386DB1BE}"/>
                    </a:ext>
                  </a:extLst>
                </p14:cNvPr>
                <p14:cNvContentPartPr/>
                <p14:nvPr/>
              </p14:nvContentPartPr>
              <p14:xfrm>
                <a:off x="4565625" y="2096655"/>
                <a:ext cx="216360" cy="234360"/>
              </p14:xfrm>
            </p:contentPart>
          </mc:Choice>
          <mc:Fallback xmlns="">
            <p:pic>
              <p:nvPicPr>
                <p:cNvPr id="63" name="Ink 62">
                  <a:extLst>
                    <a:ext uri="{FF2B5EF4-FFF2-40B4-BE49-F238E27FC236}">
                      <a16:creationId xmlns:a16="http://schemas.microsoft.com/office/drawing/2014/main" id="{9E7EB00F-5EAB-5D28-0B44-364E386DB1BE}"/>
                    </a:ext>
                  </a:extLst>
                </p:cNvPr>
                <p:cNvPicPr/>
                <p:nvPr/>
              </p:nvPicPr>
              <p:blipFill>
                <a:blip r:embed="rId105"/>
                <a:stretch>
                  <a:fillRect/>
                </a:stretch>
              </p:blipFill>
              <p:spPr>
                <a:xfrm>
                  <a:off x="4559505" y="2090535"/>
                  <a:ext cx="22860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5099EF2E-DA1F-87CA-0858-60B641AEC061}"/>
                    </a:ext>
                  </a:extLst>
                </p14:cNvPr>
                <p14:cNvContentPartPr/>
                <p14:nvPr/>
              </p14:nvContentPartPr>
              <p14:xfrm>
                <a:off x="4852545" y="1798575"/>
                <a:ext cx="726840" cy="494640"/>
              </p14:xfrm>
            </p:contentPart>
          </mc:Choice>
          <mc:Fallback xmlns="">
            <p:pic>
              <p:nvPicPr>
                <p:cNvPr id="64" name="Ink 63">
                  <a:extLst>
                    <a:ext uri="{FF2B5EF4-FFF2-40B4-BE49-F238E27FC236}">
                      <a16:creationId xmlns:a16="http://schemas.microsoft.com/office/drawing/2014/main" id="{5099EF2E-DA1F-87CA-0858-60B641AEC061}"/>
                    </a:ext>
                  </a:extLst>
                </p:cNvPr>
                <p:cNvPicPr/>
                <p:nvPr/>
              </p:nvPicPr>
              <p:blipFill>
                <a:blip r:embed="rId107"/>
                <a:stretch>
                  <a:fillRect/>
                </a:stretch>
              </p:blipFill>
              <p:spPr>
                <a:xfrm>
                  <a:off x="4846425" y="1792455"/>
                  <a:ext cx="739080" cy="5068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B7804E52-7DAB-892F-D6DE-719F23F18C0F}"/>
                    </a:ext>
                  </a:extLst>
                </p14:cNvPr>
                <p14:cNvContentPartPr/>
                <p14:nvPr/>
              </p14:nvContentPartPr>
              <p14:xfrm>
                <a:off x="6037305" y="1851495"/>
                <a:ext cx="370800" cy="523440"/>
              </p14:xfrm>
            </p:contentPart>
          </mc:Choice>
          <mc:Fallback xmlns="">
            <p:pic>
              <p:nvPicPr>
                <p:cNvPr id="66" name="Ink 65">
                  <a:extLst>
                    <a:ext uri="{FF2B5EF4-FFF2-40B4-BE49-F238E27FC236}">
                      <a16:creationId xmlns:a16="http://schemas.microsoft.com/office/drawing/2014/main" id="{B7804E52-7DAB-892F-D6DE-719F23F18C0F}"/>
                    </a:ext>
                  </a:extLst>
                </p:cNvPr>
                <p:cNvPicPr/>
                <p:nvPr/>
              </p:nvPicPr>
              <p:blipFill>
                <a:blip r:embed="rId109"/>
                <a:stretch>
                  <a:fillRect/>
                </a:stretch>
              </p:blipFill>
              <p:spPr>
                <a:xfrm>
                  <a:off x="6031185" y="1845375"/>
                  <a:ext cx="383040" cy="5356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B8073188-006B-5C6A-AEF6-3C95FA268F16}"/>
                    </a:ext>
                  </a:extLst>
                </p14:cNvPr>
                <p14:cNvContentPartPr/>
                <p14:nvPr/>
              </p14:nvContentPartPr>
              <p14:xfrm>
                <a:off x="6142065" y="2017455"/>
                <a:ext cx="528480" cy="182520"/>
              </p14:xfrm>
            </p:contentPart>
          </mc:Choice>
          <mc:Fallback xmlns="">
            <p:pic>
              <p:nvPicPr>
                <p:cNvPr id="67" name="Ink 66">
                  <a:extLst>
                    <a:ext uri="{FF2B5EF4-FFF2-40B4-BE49-F238E27FC236}">
                      <a16:creationId xmlns:a16="http://schemas.microsoft.com/office/drawing/2014/main" id="{B8073188-006B-5C6A-AEF6-3C95FA268F16}"/>
                    </a:ext>
                  </a:extLst>
                </p:cNvPr>
                <p:cNvPicPr/>
                <p:nvPr/>
              </p:nvPicPr>
              <p:blipFill>
                <a:blip r:embed="rId111"/>
                <a:stretch>
                  <a:fillRect/>
                </a:stretch>
              </p:blipFill>
              <p:spPr>
                <a:xfrm>
                  <a:off x="6135945" y="2011335"/>
                  <a:ext cx="5407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8" name="Ink 67">
                  <a:extLst>
                    <a:ext uri="{FF2B5EF4-FFF2-40B4-BE49-F238E27FC236}">
                      <a16:creationId xmlns:a16="http://schemas.microsoft.com/office/drawing/2014/main" id="{B5A7A00F-319C-0295-709C-16F6D199072C}"/>
                    </a:ext>
                  </a:extLst>
                </p14:cNvPr>
                <p14:cNvContentPartPr/>
                <p14:nvPr/>
              </p14:nvContentPartPr>
              <p14:xfrm>
                <a:off x="6604305" y="1924935"/>
                <a:ext cx="541800" cy="277920"/>
              </p14:xfrm>
            </p:contentPart>
          </mc:Choice>
          <mc:Fallback xmlns="">
            <p:pic>
              <p:nvPicPr>
                <p:cNvPr id="68" name="Ink 67">
                  <a:extLst>
                    <a:ext uri="{FF2B5EF4-FFF2-40B4-BE49-F238E27FC236}">
                      <a16:creationId xmlns:a16="http://schemas.microsoft.com/office/drawing/2014/main" id="{B5A7A00F-319C-0295-709C-16F6D199072C}"/>
                    </a:ext>
                  </a:extLst>
                </p:cNvPr>
                <p:cNvPicPr/>
                <p:nvPr/>
              </p:nvPicPr>
              <p:blipFill>
                <a:blip r:embed="rId113"/>
                <a:stretch>
                  <a:fillRect/>
                </a:stretch>
              </p:blipFill>
              <p:spPr>
                <a:xfrm>
                  <a:off x="6598185" y="1918815"/>
                  <a:ext cx="55404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9" name="Ink 68">
                  <a:extLst>
                    <a:ext uri="{FF2B5EF4-FFF2-40B4-BE49-F238E27FC236}">
                      <a16:creationId xmlns:a16="http://schemas.microsoft.com/office/drawing/2014/main" id="{F6893B78-8FEA-F949-E309-0AC701B9FD92}"/>
                    </a:ext>
                  </a:extLst>
                </p14:cNvPr>
                <p14:cNvContentPartPr/>
                <p14:nvPr/>
              </p14:nvContentPartPr>
              <p14:xfrm>
                <a:off x="7134225" y="1935015"/>
                <a:ext cx="224640" cy="226800"/>
              </p14:xfrm>
            </p:contentPart>
          </mc:Choice>
          <mc:Fallback xmlns="">
            <p:pic>
              <p:nvPicPr>
                <p:cNvPr id="69" name="Ink 68">
                  <a:extLst>
                    <a:ext uri="{FF2B5EF4-FFF2-40B4-BE49-F238E27FC236}">
                      <a16:creationId xmlns:a16="http://schemas.microsoft.com/office/drawing/2014/main" id="{F6893B78-8FEA-F949-E309-0AC701B9FD92}"/>
                    </a:ext>
                  </a:extLst>
                </p:cNvPr>
                <p:cNvPicPr/>
                <p:nvPr/>
              </p:nvPicPr>
              <p:blipFill>
                <a:blip r:embed="rId115"/>
                <a:stretch>
                  <a:fillRect/>
                </a:stretch>
              </p:blipFill>
              <p:spPr>
                <a:xfrm>
                  <a:off x="7128105" y="1928895"/>
                  <a:ext cx="23688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0" name="Ink 69">
                  <a:extLst>
                    <a:ext uri="{FF2B5EF4-FFF2-40B4-BE49-F238E27FC236}">
                      <a16:creationId xmlns:a16="http://schemas.microsoft.com/office/drawing/2014/main" id="{E78E42D1-BC17-DA59-DF60-1945F838832F}"/>
                    </a:ext>
                  </a:extLst>
                </p14:cNvPr>
                <p14:cNvContentPartPr/>
                <p14:nvPr/>
              </p14:nvContentPartPr>
              <p14:xfrm>
                <a:off x="7426905" y="1937175"/>
                <a:ext cx="566280" cy="573120"/>
              </p14:xfrm>
            </p:contentPart>
          </mc:Choice>
          <mc:Fallback xmlns="">
            <p:pic>
              <p:nvPicPr>
                <p:cNvPr id="70" name="Ink 69">
                  <a:extLst>
                    <a:ext uri="{FF2B5EF4-FFF2-40B4-BE49-F238E27FC236}">
                      <a16:creationId xmlns:a16="http://schemas.microsoft.com/office/drawing/2014/main" id="{E78E42D1-BC17-DA59-DF60-1945F838832F}"/>
                    </a:ext>
                  </a:extLst>
                </p:cNvPr>
                <p:cNvPicPr/>
                <p:nvPr/>
              </p:nvPicPr>
              <p:blipFill>
                <a:blip r:embed="rId117"/>
                <a:stretch>
                  <a:fillRect/>
                </a:stretch>
              </p:blipFill>
              <p:spPr>
                <a:xfrm>
                  <a:off x="7420785" y="1931055"/>
                  <a:ext cx="578520" cy="5853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82D5BFA7-8BAC-55E6-7011-485BD52A90E1}"/>
                    </a:ext>
                  </a:extLst>
                </p14:cNvPr>
                <p14:cNvContentPartPr/>
                <p14:nvPr/>
              </p14:nvContentPartPr>
              <p14:xfrm>
                <a:off x="7917225" y="2029695"/>
                <a:ext cx="32400" cy="178200"/>
              </p14:xfrm>
            </p:contentPart>
          </mc:Choice>
          <mc:Fallback xmlns="">
            <p:pic>
              <p:nvPicPr>
                <p:cNvPr id="72" name="Ink 71">
                  <a:extLst>
                    <a:ext uri="{FF2B5EF4-FFF2-40B4-BE49-F238E27FC236}">
                      <a16:creationId xmlns:a16="http://schemas.microsoft.com/office/drawing/2014/main" id="{82D5BFA7-8BAC-55E6-7011-485BD52A90E1}"/>
                    </a:ext>
                  </a:extLst>
                </p:cNvPr>
                <p:cNvPicPr/>
                <p:nvPr/>
              </p:nvPicPr>
              <p:blipFill>
                <a:blip r:embed="rId119"/>
                <a:stretch>
                  <a:fillRect/>
                </a:stretch>
              </p:blipFill>
              <p:spPr>
                <a:xfrm>
                  <a:off x="7911105" y="2023575"/>
                  <a:ext cx="4464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3" name="Ink 72">
                  <a:extLst>
                    <a:ext uri="{FF2B5EF4-FFF2-40B4-BE49-F238E27FC236}">
                      <a16:creationId xmlns:a16="http://schemas.microsoft.com/office/drawing/2014/main" id="{3DA04A90-A215-6984-C18E-2A1490FB9B75}"/>
                    </a:ext>
                  </a:extLst>
                </p14:cNvPr>
                <p14:cNvContentPartPr/>
                <p14:nvPr/>
              </p14:nvContentPartPr>
              <p14:xfrm>
                <a:off x="8073825" y="1849695"/>
                <a:ext cx="61920" cy="35280"/>
              </p14:xfrm>
            </p:contentPart>
          </mc:Choice>
          <mc:Fallback xmlns="">
            <p:pic>
              <p:nvPicPr>
                <p:cNvPr id="73" name="Ink 72">
                  <a:extLst>
                    <a:ext uri="{FF2B5EF4-FFF2-40B4-BE49-F238E27FC236}">
                      <a16:creationId xmlns:a16="http://schemas.microsoft.com/office/drawing/2014/main" id="{3DA04A90-A215-6984-C18E-2A1490FB9B75}"/>
                    </a:ext>
                  </a:extLst>
                </p:cNvPr>
                <p:cNvPicPr/>
                <p:nvPr/>
              </p:nvPicPr>
              <p:blipFill>
                <a:blip r:embed="rId121"/>
                <a:stretch>
                  <a:fillRect/>
                </a:stretch>
              </p:blipFill>
              <p:spPr>
                <a:xfrm>
                  <a:off x="8067705" y="1843575"/>
                  <a:ext cx="741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49820195-4AB4-016E-F42A-5062B678F83D}"/>
                    </a:ext>
                  </a:extLst>
                </p14:cNvPr>
                <p14:cNvContentPartPr/>
                <p14:nvPr/>
              </p14:nvContentPartPr>
              <p14:xfrm>
                <a:off x="8118465" y="2025375"/>
                <a:ext cx="177480" cy="245520"/>
              </p14:xfrm>
            </p:contentPart>
          </mc:Choice>
          <mc:Fallback xmlns="">
            <p:pic>
              <p:nvPicPr>
                <p:cNvPr id="74" name="Ink 73">
                  <a:extLst>
                    <a:ext uri="{FF2B5EF4-FFF2-40B4-BE49-F238E27FC236}">
                      <a16:creationId xmlns:a16="http://schemas.microsoft.com/office/drawing/2014/main" id="{49820195-4AB4-016E-F42A-5062B678F83D}"/>
                    </a:ext>
                  </a:extLst>
                </p:cNvPr>
                <p:cNvPicPr/>
                <p:nvPr/>
              </p:nvPicPr>
              <p:blipFill>
                <a:blip r:embed="rId123"/>
                <a:stretch>
                  <a:fillRect/>
                </a:stretch>
              </p:blipFill>
              <p:spPr>
                <a:xfrm>
                  <a:off x="8112345" y="2019255"/>
                  <a:ext cx="18972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5" name="Ink 74">
                  <a:extLst>
                    <a:ext uri="{FF2B5EF4-FFF2-40B4-BE49-F238E27FC236}">
                      <a16:creationId xmlns:a16="http://schemas.microsoft.com/office/drawing/2014/main" id="{81153F7C-C3DD-4C73-9160-1724F843BD5A}"/>
                    </a:ext>
                  </a:extLst>
                </p14:cNvPr>
                <p14:cNvContentPartPr/>
                <p14:nvPr/>
              </p14:nvContentPartPr>
              <p14:xfrm>
                <a:off x="8589345" y="1829175"/>
                <a:ext cx="89640" cy="297720"/>
              </p14:xfrm>
            </p:contentPart>
          </mc:Choice>
          <mc:Fallback xmlns="">
            <p:pic>
              <p:nvPicPr>
                <p:cNvPr id="75" name="Ink 74">
                  <a:extLst>
                    <a:ext uri="{FF2B5EF4-FFF2-40B4-BE49-F238E27FC236}">
                      <a16:creationId xmlns:a16="http://schemas.microsoft.com/office/drawing/2014/main" id="{81153F7C-C3DD-4C73-9160-1724F843BD5A}"/>
                    </a:ext>
                  </a:extLst>
                </p:cNvPr>
                <p:cNvPicPr/>
                <p:nvPr/>
              </p:nvPicPr>
              <p:blipFill>
                <a:blip r:embed="rId125"/>
                <a:stretch>
                  <a:fillRect/>
                </a:stretch>
              </p:blipFill>
              <p:spPr>
                <a:xfrm>
                  <a:off x="8583225" y="1823055"/>
                  <a:ext cx="10188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6" name="Ink 75">
                  <a:extLst>
                    <a:ext uri="{FF2B5EF4-FFF2-40B4-BE49-F238E27FC236}">
                      <a16:creationId xmlns:a16="http://schemas.microsoft.com/office/drawing/2014/main" id="{115E57F0-A953-7DB6-AC15-C824B863DA42}"/>
                    </a:ext>
                  </a:extLst>
                </p14:cNvPr>
                <p14:cNvContentPartPr/>
                <p14:nvPr/>
              </p14:nvContentPartPr>
              <p14:xfrm>
                <a:off x="8783745" y="1931055"/>
                <a:ext cx="417600" cy="212040"/>
              </p14:xfrm>
            </p:contentPart>
          </mc:Choice>
          <mc:Fallback xmlns="">
            <p:pic>
              <p:nvPicPr>
                <p:cNvPr id="76" name="Ink 75">
                  <a:extLst>
                    <a:ext uri="{FF2B5EF4-FFF2-40B4-BE49-F238E27FC236}">
                      <a16:creationId xmlns:a16="http://schemas.microsoft.com/office/drawing/2014/main" id="{115E57F0-A953-7DB6-AC15-C824B863DA42}"/>
                    </a:ext>
                  </a:extLst>
                </p:cNvPr>
                <p:cNvPicPr/>
                <p:nvPr/>
              </p:nvPicPr>
              <p:blipFill>
                <a:blip r:embed="rId127"/>
                <a:stretch>
                  <a:fillRect/>
                </a:stretch>
              </p:blipFill>
              <p:spPr>
                <a:xfrm>
                  <a:off x="8777625" y="1924935"/>
                  <a:ext cx="42984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7" name="Ink 76">
                  <a:extLst>
                    <a:ext uri="{FF2B5EF4-FFF2-40B4-BE49-F238E27FC236}">
                      <a16:creationId xmlns:a16="http://schemas.microsoft.com/office/drawing/2014/main" id="{ECEDA749-669F-A41A-32D8-3128B00B9E1D}"/>
                    </a:ext>
                  </a:extLst>
                </p14:cNvPr>
                <p14:cNvContentPartPr/>
                <p14:nvPr/>
              </p14:nvContentPartPr>
              <p14:xfrm>
                <a:off x="9383505" y="1789575"/>
                <a:ext cx="456840" cy="647280"/>
              </p14:xfrm>
            </p:contentPart>
          </mc:Choice>
          <mc:Fallback xmlns="">
            <p:pic>
              <p:nvPicPr>
                <p:cNvPr id="77" name="Ink 76">
                  <a:extLst>
                    <a:ext uri="{FF2B5EF4-FFF2-40B4-BE49-F238E27FC236}">
                      <a16:creationId xmlns:a16="http://schemas.microsoft.com/office/drawing/2014/main" id="{ECEDA749-669F-A41A-32D8-3128B00B9E1D}"/>
                    </a:ext>
                  </a:extLst>
                </p:cNvPr>
                <p:cNvPicPr/>
                <p:nvPr/>
              </p:nvPicPr>
              <p:blipFill>
                <a:blip r:embed="rId129"/>
                <a:stretch>
                  <a:fillRect/>
                </a:stretch>
              </p:blipFill>
              <p:spPr>
                <a:xfrm>
                  <a:off x="9377385" y="1783455"/>
                  <a:ext cx="469080" cy="659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8" name="Ink 77">
                  <a:extLst>
                    <a:ext uri="{FF2B5EF4-FFF2-40B4-BE49-F238E27FC236}">
                      <a16:creationId xmlns:a16="http://schemas.microsoft.com/office/drawing/2014/main" id="{1C525D8F-B20F-1586-1D83-33BBAAA99ABD}"/>
                    </a:ext>
                  </a:extLst>
                </p14:cNvPr>
                <p14:cNvContentPartPr/>
                <p14:nvPr/>
              </p14:nvContentPartPr>
              <p14:xfrm>
                <a:off x="9908385" y="1859055"/>
                <a:ext cx="31320" cy="246240"/>
              </p14:xfrm>
            </p:contentPart>
          </mc:Choice>
          <mc:Fallback xmlns="">
            <p:pic>
              <p:nvPicPr>
                <p:cNvPr id="78" name="Ink 77">
                  <a:extLst>
                    <a:ext uri="{FF2B5EF4-FFF2-40B4-BE49-F238E27FC236}">
                      <a16:creationId xmlns:a16="http://schemas.microsoft.com/office/drawing/2014/main" id="{1C525D8F-B20F-1586-1D83-33BBAAA99ABD}"/>
                    </a:ext>
                  </a:extLst>
                </p:cNvPr>
                <p:cNvPicPr/>
                <p:nvPr/>
              </p:nvPicPr>
              <p:blipFill>
                <a:blip r:embed="rId131"/>
                <a:stretch>
                  <a:fillRect/>
                </a:stretch>
              </p:blipFill>
              <p:spPr>
                <a:xfrm>
                  <a:off x="9902265" y="1852935"/>
                  <a:ext cx="435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9" name="Ink 78">
                  <a:extLst>
                    <a:ext uri="{FF2B5EF4-FFF2-40B4-BE49-F238E27FC236}">
                      <a16:creationId xmlns:a16="http://schemas.microsoft.com/office/drawing/2014/main" id="{FE2A35B8-D48D-4051-980B-A6C314DA6FA4}"/>
                    </a:ext>
                  </a:extLst>
                </p14:cNvPr>
                <p14:cNvContentPartPr/>
                <p14:nvPr/>
              </p14:nvContentPartPr>
              <p14:xfrm>
                <a:off x="9929985" y="1959135"/>
                <a:ext cx="268920" cy="158400"/>
              </p14:xfrm>
            </p:contentPart>
          </mc:Choice>
          <mc:Fallback xmlns="">
            <p:pic>
              <p:nvPicPr>
                <p:cNvPr id="79" name="Ink 78">
                  <a:extLst>
                    <a:ext uri="{FF2B5EF4-FFF2-40B4-BE49-F238E27FC236}">
                      <a16:creationId xmlns:a16="http://schemas.microsoft.com/office/drawing/2014/main" id="{FE2A35B8-D48D-4051-980B-A6C314DA6FA4}"/>
                    </a:ext>
                  </a:extLst>
                </p:cNvPr>
                <p:cNvPicPr/>
                <p:nvPr/>
              </p:nvPicPr>
              <p:blipFill>
                <a:blip r:embed="rId133"/>
                <a:stretch>
                  <a:fillRect/>
                </a:stretch>
              </p:blipFill>
              <p:spPr>
                <a:xfrm>
                  <a:off x="9923865" y="1953015"/>
                  <a:ext cx="28116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0" name="Ink 79">
                  <a:extLst>
                    <a:ext uri="{FF2B5EF4-FFF2-40B4-BE49-F238E27FC236}">
                      <a16:creationId xmlns:a16="http://schemas.microsoft.com/office/drawing/2014/main" id="{EDDAE6D9-936F-0125-CEA0-E4D93A7C20EA}"/>
                    </a:ext>
                  </a:extLst>
                </p14:cNvPr>
                <p14:cNvContentPartPr/>
                <p14:nvPr/>
              </p14:nvContentPartPr>
              <p14:xfrm>
                <a:off x="10236705" y="1935015"/>
                <a:ext cx="63360" cy="64080"/>
              </p14:xfrm>
            </p:contentPart>
          </mc:Choice>
          <mc:Fallback xmlns="">
            <p:pic>
              <p:nvPicPr>
                <p:cNvPr id="80" name="Ink 79">
                  <a:extLst>
                    <a:ext uri="{FF2B5EF4-FFF2-40B4-BE49-F238E27FC236}">
                      <a16:creationId xmlns:a16="http://schemas.microsoft.com/office/drawing/2014/main" id="{EDDAE6D9-936F-0125-CEA0-E4D93A7C20EA}"/>
                    </a:ext>
                  </a:extLst>
                </p:cNvPr>
                <p:cNvPicPr/>
                <p:nvPr/>
              </p:nvPicPr>
              <p:blipFill>
                <a:blip r:embed="rId135"/>
                <a:stretch>
                  <a:fillRect/>
                </a:stretch>
              </p:blipFill>
              <p:spPr>
                <a:xfrm>
                  <a:off x="10230585" y="1928895"/>
                  <a:ext cx="7560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1" name="Ink 80">
                  <a:extLst>
                    <a:ext uri="{FF2B5EF4-FFF2-40B4-BE49-F238E27FC236}">
                      <a16:creationId xmlns:a16="http://schemas.microsoft.com/office/drawing/2014/main" id="{BEC979CB-184E-2B6B-F905-A2DFA8BB8930}"/>
                    </a:ext>
                  </a:extLst>
                </p14:cNvPr>
                <p14:cNvContentPartPr/>
                <p14:nvPr/>
              </p14:nvContentPartPr>
              <p14:xfrm>
                <a:off x="10430745" y="1861935"/>
                <a:ext cx="14040" cy="74520"/>
              </p14:xfrm>
            </p:contentPart>
          </mc:Choice>
          <mc:Fallback xmlns="">
            <p:pic>
              <p:nvPicPr>
                <p:cNvPr id="81" name="Ink 80">
                  <a:extLst>
                    <a:ext uri="{FF2B5EF4-FFF2-40B4-BE49-F238E27FC236}">
                      <a16:creationId xmlns:a16="http://schemas.microsoft.com/office/drawing/2014/main" id="{BEC979CB-184E-2B6B-F905-A2DFA8BB8930}"/>
                    </a:ext>
                  </a:extLst>
                </p:cNvPr>
                <p:cNvPicPr/>
                <p:nvPr/>
              </p:nvPicPr>
              <p:blipFill>
                <a:blip r:embed="rId137"/>
                <a:stretch>
                  <a:fillRect/>
                </a:stretch>
              </p:blipFill>
              <p:spPr>
                <a:xfrm>
                  <a:off x="10424625" y="1855815"/>
                  <a:ext cx="2628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2" name="Ink 81">
                  <a:extLst>
                    <a:ext uri="{FF2B5EF4-FFF2-40B4-BE49-F238E27FC236}">
                      <a16:creationId xmlns:a16="http://schemas.microsoft.com/office/drawing/2014/main" id="{ACC3409E-3771-0A4E-69D3-BEB551E50C59}"/>
                    </a:ext>
                  </a:extLst>
                </p14:cNvPr>
                <p14:cNvContentPartPr/>
                <p14:nvPr/>
              </p14:nvContentPartPr>
              <p14:xfrm>
                <a:off x="10364865" y="1961295"/>
                <a:ext cx="110520" cy="187200"/>
              </p14:xfrm>
            </p:contentPart>
          </mc:Choice>
          <mc:Fallback xmlns="">
            <p:pic>
              <p:nvPicPr>
                <p:cNvPr id="82" name="Ink 81">
                  <a:extLst>
                    <a:ext uri="{FF2B5EF4-FFF2-40B4-BE49-F238E27FC236}">
                      <a16:creationId xmlns:a16="http://schemas.microsoft.com/office/drawing/2014/main" id="{ACC3409E-3771-0A4E-69D3-BEB551E50C59}"/>
                    </a:ext>
                  </a:extLst>
                </p:cNvPr>
                <p:cNvPicPr/>
                <p:nvPr/>
              </p:nvPicPr>
              <p:blipFill>
                <a:blip r:embed="rId139"/>
                <a:stretch>
                  <a:fillRect/>
                </a:stretch>
              </p:blipFill>
              <p:spPr>
                <a:xfrm>
                  <a:off x="10358745" y="1955175"/>
                  <a:ext cx="1227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3" name="Ink 82">
                  <a:extLst>
                    <a:ext uri="{FF2B5EF4-FFF2-40B4-BE49-F238E27FC236}">
                      <a16:creationId xmlns:a16="http://schemas.microsoft.com/office/drawing/2014/main" id="{748C9033-2852-663F-E1F2-45A0448E79E8}"/>
                    </a:ext>
                  </a:extLst>
                </p14:cNvPr>
                <p14:cNvContentPartPr/>
                <p14:nvPr/>
              </p14:nvContentPartPr>
              <p14:xfrm>
                <a:off x="10481145" y="1779855"/>
                <a:ext cx="46080" cy="44640"/>
              </p14:xfrm>
            </p:contentPart>
          </mc:Choice>
          <mc:Fallback xmlns="">
            <p:pic>
              <p:nvPicPr>
                <p:cNvPr id="83" name="Ink 82">
                  <a:extLst>
                    <a:ext uri="{FF2B5EF4-FFF2-40B4-BE49-F238E27FC236}">
                      <a16:creationId xmlns:a16="http://schemas.microsoft.com/office/drawing/2014/main" id="{748C9033-2852-663F-E1F2-45A0448E79E8}"/>
                    </a:ext>
                  </a:extLst>
                </p:cNvPr>
                <p:cNvPicPr/>
                <p:nvPr/>
              </p:nvPicPr>
              <p:blipFill>
                <a:blip r:embed="rId141"/>
                <a:stretch>
                  <a:fillRect/>
                </a:stretch>
              </p:blipFill>
              <p:spPr>
                <a:xfrm>
                  <a:off x="10475025" y="1773735"/>
                  <a:ext cx="5832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4" name="Ink 83">
                  <a:extLst>
                    <a:ext uri="{FF2B5EF4-FFF2-40B4-BE49-F238E27FC236}">
                      <a16:creationId xmlns:a16="http://schemas.microsoft.com/office/drawing/2014/main" id="{75F5CA4B-9D68-8691-6A42-1B62C926345F}"/>
                    </a:ext>
                  </a:extLst>
                </p14:cNvPr>
                <p14:cNvContentPartPr/>
                <p14:nvPr/>
              </p14:nvContentPartPr>
              <p14:xfrm>
                <a:off x="10584465" y="1910535"/>
                <a:ext cx="618480" cy="374040"/>
              </p14:xfrm>
            </p:contentPart>
          </mc:Choice>
          <mc:Fallback xmlns="">
            <p:pic>
              <p:nvPicPr>
                <p:cNvPr id="84" name="Ink 83">
                  <a:extLst>
                    <a:ext uri="{FF2B5EF4-FFF2-40B4-BE49-F238E27FC236}">
                      <a16:creationId xmlns:a16="http://schemas.microsoft.com/office/drawing/2014/main" id="{75F5CA4B-9D68-8691-6A42-1B62C926345F}"/>
                    </a:ext>
                  </a:extLst>
                </p:cNvPr>
                <p:cNvPicPr/>
                <p:nvPr/>
              </p:nvPicPr>
              <p:blipFill>
                <a:blip r:embed="rId143"/>
                <a:stretch>
                  <a:fillRect/>
                </a:stretch>
              </p:blipFill>
              <p:spPr>
                <a:xfrm>
                  <a:off x="10578345" y="1904415"/>
                  <a:ext cx="63072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7" name="Ink 86">
                  <a:extLst>
                    <a:ext uri="{FF2B5EF4-FFF2-40B4-BE49-F238E27FC236}">
                      <a16:creationId xmlns:a16="http://schemas.microsoft.com/office/drawing/2014/main" id="{A421506E-35F3-E234-5418-513D437A41FF}"/>
                    </a:ext>
                  </a:extLst>
                </p14:cNvPr>
                <p14:cNvContentPartPr/>
                <p14:nvPr/>
              </p14:nvContentPartPr>
              <p14:xfrm>
                <a:off x="9452265" y="2663295"/>
                <a:ext cx="396000" cy="427320"/>
              </p14:xfrm>
            </p:contentPart>
          </mc:Choice>
          <mc:Fallback xmlns="">
            <p:pic>
              <p:nvPicPr>
                <p:cNvPr id="87" name="Ink 86">
                  <a:extLst>
                    <a:ext uri="{FF2B5EF4-FFF2-40B4-BE49-F238E27FC236}">
                      <a16:creationId xmlns:a16="http://schemas.microsoft.com/office/drawing/2014/main" id="{A421506E-35F3-E234-5418-513D437A41FF}"/>
                    </a:ext>
                  </a:extLst>
                </p:cNvPr>
                <p:cNvPicPr/>
                <p:nvPr/>
              </p:nvPicPr>
              <p:blipFill>
                <a:blip r:embed="rId145"/>
                <a:stretch>
                  <a:fillRect/>
                </a:stretch>
              </p:blipFill>
              <p:spPr>
                <a:xfrm>
                  <a:off x="9446145" y="2657175"/>
                  <a:ext cx="40824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8" name="Ink 87">
                  <a:extLst>
                    <a:ext uri="{FF2B5EF4-FFF2-40B4-BE49-F238E27FC236}">
                      <a16:creationId xmlns:a16="http://schemas.microsoft.com/office/drawing/2014/main" id="{3DF30D48-3F17-3BCD-0686-CA55D993C709}"/>
                    </a:ext>
                  </a:extLst>
                </p14:cNvPr>
                <p14:cNvContentPartPr/>
                <p14:nvPr/>
              </p14:nvContentPartPr>
              <p14:xfrm>
                <a:off x="9890025" y="2734575"/>
                <a:ext cx="237240" cy="205200"/>
              </p14:xfrm>
            </p:contentPart>
          </mc:Choice>
          <mc:Fallback xmlns="">
            <p:pic>
              <p:nvPicPr>
                <p:cNvPr id="88" name="Ink 87">
                  <a:extLst>
                    <a:ext uri="{FF2B5EF4-FFF2-40B4-BE49-F238E27FC236}">
                      <a16:creationId xmlns:a16="http://schemas.microsoft.com/office/drawing/2014/main" id="{3DF30D48-3F17-3BCD-0686-CA55D993C709}"/>
                    </a:ext>
                  </a:extLst>
                </p:cNvPr>
                <p:cNvPicPr/>
                <p:nvPr/>
              </p:nvPicPr>
              <p:blipFill>
                <a:blip r:embed="rId147"/>
                <a:stretch>
                  <a:fillRect/>
                </a:stretch>
              </p:blipFill>
              <p:spPr>
                <a:xfrm>
                  <a:off x="9883905" y="2728455"/>
                  <a:ext cx="2494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9" name="Ink 88">
                  <a:extLst>
                    <a:ext uri="{FF2B5EF4-FFF2-40B4-BE49-F238E27FC236}">
                      <a16:creationId xmlns:a16="http://schemas.microsoft.com/office/drawing/2014/main" id="{1F0B36DA-2C59-347F-5E1F-716436416166}"/>
                    </a:ext>
                  </a:extLst>
                </p14:cNvPr>
                <p14:cNvContentPartPr/>
                <p14:nvPr/>
              </p14:nvContentPartPr>
              <p14:xfrm>
                <a:off x="10228425" y="2680935"/>
                <a:ext cx="287280" cy="200160"/>
              </p14:xfrm>
            </p:contentPart>
          </mc:Choice>
          <mc:Fallback xmlns="">
            <p:pic>
              <p:nvPicPr>
                <p:cNvPr id="89" name="Ink 88">
                  <a:extLst>
                    <a:ext uri="{FF2B5EF4-FFF2-40B4-BE49-F238E27FC236}">
                      <a16:creationId xmlns:a16="http://schemas.microsoft.com/office/drawing/2014/main" id="{1F0B36DA-2C59-347F-5E1F-716436416166}"/>
                    </a:ext>
                  </a:extLst>
                </p:cNvPr>
                <p:cNvPicPr/>
                <p:nvPr/>
              </p:nvPicPr>
              <p:blipFill>
                <a:blip r:embed="rId149"/>
                <a:stretch>
                  <a:fillRect/>
                </a:stretch>
              </p:blipFill>
              <p:spPr>
                <a:xfrm>
                  <a:off x="10222305" y="2674815"/>
                  <a:ext cx="2995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0" name="Ink 89">
                  <a:extLst>
                    <a:ext uri="{FF2B5EF4-FFF2-40B4-BE49-F238E27FC236}">
                      <a16:creationId xmlns:a16="http://schemas.microsoft.com/office/drawing/2014/main" id="{EC1158DE-626A-2271-201D-F75243DF081C}"/>
                    </a:ext>
                  </a:extLst>
                </p14:cNvPr>
                <p14:cNvContentPartPr/>
                <p14:nvPr/>
              </p14:nvContentPartPr>
              <p14:xfrm>
                <a:off x="10618305" y="2518575"/>
                <a:ext cx="23400" cy="11520"/>
              </p14:xfrm>
            </p:contentPart>
          </mc:Choice>
          <mc:Fallback xmlns="">
            <p:pic>
              <p:nvPicPr>
                <p:cNvPr id="90" name="Ink 89">
                  <a:extLst>
                    <a:ext uri="{FF2B5EF4-FFF2-40B4-BE49-F238E27FC236}">
                      <a16:creationId xmlns:a16="http://schemas.microsoft.com/office/drawing/2014/main" id="{EC1158DE-626A-2271-201D-F75243DF081C}"/>
                    </a:ext>
                  </a:extLst>
                </p:cNvPr>
                <p:cNvPicPr/>
                <p:nvPr/>
              </p:nvPicPr>
              <p:blipFill>
                <a:blip r:embed="rId45"/>
                <a:stretch>
                  <a:fillRect/>
                </a:stretch>
              </p:blipFill>
              <p:spPr>
                <a:xfrm>
                  <a:off x="10612185" y="2512455"/>
                  <a:ext cx="356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1" name="Ink 90">
                  <a:extLst>
                    <a:ext uri="{FF2B5EF4-FFF2-40B4-BE49-F238E27FC236}">
                      <a16:creationId xmlns:a16="http://schemas.microsoft.com/office/drawing/2014/main" id="{690A0562-A5ED-32C9-2479-69A5B27E049F}"/>
                    </a:ext>
                  </a:extLst>
                </p14:cNvPr>
                <p14:cNvContentPartPr/>
                <p14:nvPr/>
              </p14:nvContentPartPr>
              <p14:xfrm>
                <a:off x="10617585" y="2708295"/>
                <a:ext cx="125640" cy="111960"/>
              </p14:xfrm>
            </p:contentPart>
          </mc:Choice>
          <mc:Fallback xmlns="">
            <p:pic>
              <p:nvPicPr>
                <p:cNvPr id="91" name="Ink 90">
                  <a:extLst>
                    <a:ext uri="{FF2B5EF4-FFF2-40B4-BE49-F238E27FC236}">
                      <a16:creationId xmlns:a16="http://schemas.microsoft.com/office/drawing/2014/main" id="{690A0562-A5ED-32C9-2479-69A5B27E049F}"/>
                    </a:ext>
                  </a:extLst>
                </p:cNvPr>
                <p:cNvPicPr/>
                <p:nvPr/>
              </p:nvPicPr>
              <p:blipFill>
                <a:blip r:embed="rId152"/>
                <a:stretch>
                  <a:fillRect/>
                </a:stretch>
              </p:blipFill>
              <p:spPr>
                <a:xfrm>
                  <a:off x="10611465" y="2702175"/>
                  <a:ext cx="1378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2" name="Ink 91">
                  <a:extLst>
                    <a:ext uri="{FF2B5EF4-FFF2-40B4-BE49-F238E27FC236}">
                      <a16:creationId xmlns:a16="http://schemas.microsoft.com/office/drawing/2014/main" id="{F9B0B50C-B14D-B467-CED0-2DC6C3BDD389}"/>
                    </a:ext>
                  </a:extLst>
                </p14:cNvPr>
                <p14:cNvContentPartPr/>
                <p14:nvPr/>
              </p14:nvContentPartPr>
              <p14:xfrm>
                <a:off x="10873185" y="2663295"/>
                <a:ext cx="137160" cy="182520"/>
              </p14:xfrm>
            </p:contentPart>
          </mc:Choice>
          <mc:Fallback xmlns="">
            <p:pic>
              <p:nvPicPr>
                <p:cNvPr id="92" name="Ink 91">
                  <a:extLst>
                    <a:ext uri="{FF2B5EF4-FFF2-40B4-BE49-F238E27FC236}">
                      <a16:creationId xmlns:a16="http://schemas.microsoft.com/office/drawing/2014/main" id="{F9B0B50C-B14D-B467-CED0-2DC6C3BDD389}"/>
                    </a:ext>
                  </a:extLst>
                </p:cNvPr>
                <p:cNvPicPr/>
                <p:nvPr/>
              </p:nvPicPr>
              <p:blipFill>
                <a:blip r:embed="rId154"/>
                <a:stretch>
                  <a:fillRect/>
                </a:stretch>
              </p:blipFill>
              <p:spPr>
                <a:xfrm>
                  <a:off x="10867065" y="2657175"/>
                  <a:ext cx="1494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3" name="Ink 92">
                  <a:extLst>
                    <a:ext uri="{FF2B5EF4-FFF2-40B4-BE49-F238E27FC236}">
                      <a16:creationId xmlns:a16="http://schemas.microsoft.com/office/drawing/2014/main" id="{D27C8028-11CF-E623-E609-89F6034EBDEE}"/>
                    </a:ext>
                  </a:extLst>
                </p14:cNvPr>
                <p14:cNvContentPartPr/>
                <p14:nvPr/>
              </p14:nvContentPartPr>
              <p14:xfrm>
                <a:off x="11148945" y="2558535"/>
                <a:ext cx="320040" cy="220680"/>
              </p14:xfrm>
            </p:contentPart>
          </mc:Choice>
          <mc:Fallback xmlns="">
            <p:pic>
              <p:nvPicPr>
                <p:cNvPr id="93" name="Ink 92">
                  <a:extLst>
                    <a:ext uri="{FF2B5EF4-FFF2-40B4-BE49-F238E27FC236}">
                      <a16:creationId xmlns:a16="http://schemas.microsoft.com/office/drawing/2014/main" id="{D27C8028-11CF-E623-E609-89F6034EBDEE}"/>
                    </a:ext>
                  </a:extLst>
                </p:cNvPr>
                <p:cNvPicPr/>
                <p:nvPr/>
              </p:nvPicPr>
              <p:blipFill>
                <a:blip r:embed="rId156"/>
                <a:stretch>
                  <a:fillRect/>
                </a:stretch>
              </p:blipFill>
              <p:spPr>
                <a:xfrm>
                  <a:off x="11142825" y="2552415"/>
                  <a:ext cx="33228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4" name="Ink 93">
                  <a:extLst>
                    <a:ext uri="{FF2B5EF4-FFF2-40B4-BE49-F238E27FC236}">
                      <a16:creationId xmlns:a16="http://schemas.microsoft.com/office/drawing/2014/main" id="{59CF08F9-0F1F-A851-8A88-7FE41E69D8B1}"/>
                    </a:ext>
                  </a:extLst>
                </p14:cNvPr>
                <p14:cNvContentPartPr/>
                <p14:nvPr/>
              </p14:nvContentPartPr>
              <p14:xfrm>
                <a:off x="11272065" y="2298975"/>
                <a:ext cx="468720" cy="991440"/>
              </p14:xfrm>
            </p:contentPart>
          </mc:Choice>
          <mc:Fallback xmlns="">
            <p:pic>
              <p:nvPicPr>
                <p:cNvPr id="94" name="Ink 93">
                  <a:extLst>
                    <a:ext uri="{FF2B5EF4-FFF2-40B4-BE49-F238E27FC236}">
                      <a16:creationId xmlns:a16="http://schemas.microsoft.com/office/drawing/2014/main" id="{59CF08F9-0F1F-A851-8A88-7FE41E69D8B1}"/>
                    </a:ext>
                  </a:extLst>
                </p:cNvPr>
                <p:cNvPicPr/>
                <p:nvPr/>
              </p:nvPicPr>
              <p:blipFill>
                <a:blip r:embed="rId158"/>
                <a:stretch>
                  <a:fillRect/>
                </a:stretch>
              </p:blipFill>
              <p:spPr>
                <a:xfrm>
                  <a:off x="11265945" y="2292855"/>
                  <a:ext cx="480960" cy="10036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5" name="Ink 94">
                  <a:extLst>
                    <a:ext uri="{FF2B5EF4-FFF2-40B4-BE49-F238E27FC236}">
                      <a16:creationId xmlns:a16="http://schemas.microsoft.com/office/drawing/2014/main" id="{2B8C3A54-9A8C-4418-2226-EE9B2058BBDE}"/>
                    </a:ext>
                  </a:extLst>
                </p14:cNvPr>
                <p14:cNvContentPartPr/>
                <p14:nvPr/>
              </p14:nvContentPartPr>
              <p14:xfrm>
                <a:off x="11663025" y="3043095"/>
                <a:ext cx="20880" cy="9720"/>
              </p14:xfrm>
            </p:contentPart>
          </mc:Choice>
          <mc:Fallback xmlns="">
            <p:pic>
              <p:nvPicPr>
                <p:cNvPr id="95" name="Ink 94">
                  <a:extLst>
                    <a:ext uri="{FF2B5EF4-FFF2-40B4-BE49-F238E27FC236}">
                      <a16:creationId xmlns:a16="http://schemas.microsoft.com/office/drawing/2014/main" id="{2B8C3A54-9A8C-4418-2226-EE9B2058BBDE}"/>
                    </a:ext>
                  </a:extLst>
                </p:cNvPr>
                <p:cNvPicPr/>
                <p:nvPr/>
              </p:nvPicPr>
              <p:blipFill>
                <a:blip r:embed="rId160"/>
                <a:stretch>
                  <a:fillRect/>
                </a:stretch>
              </p:blipFill>
              <p:spPr>
                <a:xfrm>
                  <a:off x="11656905" y="3036975"/>
                  <a:ext cx="331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7" name="Ink 96">
                  <a:extLst>
                    <a:ext uri="{FF2B5EF4-FFF2-40B4-BE49-F238E27FC236}">
                      <a16:creationId xmlns:a16="http://schemas.microsoft.com/office/drawing/2014/main" id="{FB3EE12D-A168-7110-5B0E-FB7447C6C661}"/>
                    </a:ext>
                  </a:extLst>
                </p14:cNvPr>
                <p14:cNvContentPartPr/>
                <p14:nvPr/>
              </p14:nvContentPartPr>
              <p14:xfrm>
                <a:off x="5633025" y="2663295"/>
                <a:ext cx="128880" cy="792360"/>
              </p14:xfrm>
            </p:contentPart>
          </mc:Choice>
          <mc:Fallback xmlns="">
            <p:pic>
              <p:nvPicPr>
                <p:cNvPr id="97" name="Ink 96">
                  <a:extLst>
                    <a:ext uri="{FF2B5EF4-FFF2-40B4-BE49-F238E27FC236}">
                      <a16:creationId xmlns:a16="http://schemas.microsoft.com/office/drawing/2014/main" id="{FB3EE12D-A168-7110-5B0E-FB7447C6C661}"/>
                    </a:ext>
                  </a:extLst>
                </p:cNvPr>
                <p:cNvPicPr/>
                <p:nvPr/>
              </p:nvPicPr>
              <p:blipFill>
                <a:blip r:embed="rId162"/>
                <a:stretch>
                  <a:fillRect/>
                </a:stretch>
              </p:blipFill>
              <p:spPr>
                <a:xfrm>
                  <a:off x="5626905" y="2657175"/>
                  <a:ext cx="141120" cy="8046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8" name="Ink 97">
                  <a:extLst>
                    <a:ext uri="{FF2B5EF4-FFF2-40B4-BE49-F238E27FC236}">
                      <a16:creationId xmlns:a16="http://schemas.microsoft.com/office/drawing/2014/main" id="{9F4AEB8B-A4FF-03B5-37BD-27A09044174F}"/>
                    </a:ext>
                  </a:extLst>
                </p14:cNvPr>
                <p14:cNvContentPartPr/>
                <p14:nvPr/>
              </p14:nvContentPartPr>
              <p14:xfrm>
                <a:off x="5307945" y="3242535"/>
                <a:ext cx="410760" cy="116640"/>
              </p14:xfrm>
            </p:contentPart>
          </mc:Choice>
          <mc:Fallback xmlns="">
            <p:pic>
              <p:nvPicPr>
                <p:cNvPr id="98" name="Ink 97">
                  <a:extLst>
                    <a:ext uri="{FF2B5EF4-FFF2-40B4-BE49-F238E27FC236}">
                      <a16:creationId xmlns:a16="http://schemas.microsoft.com/office/drawing/2014/main" id="{9F4AEB8B-A4FF-03B5-37BD-27A09044174F}"/>
                    </a:ext>
                  </a:extLst>
                </p:cNvPr>
                <p:cNvPicPr/>
                <p:nvPr/>
              </p:nvPicPr>
              <p:blipFill>
                <a:blip r:embed="rId164"/>
                <a:stretch>
                  <a:fillRect/>
                </a:stretch>
              </p:blipFill>
              <p:spPr>
                <a:xfrm>
                  <a:off x="5301825" y="3236415"/>
                  <a:ext cx="42300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9" name="Ink 98">
                  <a:extLst>
                    <a:ext uri="{FF2B5EF4-FFF2-40B4-BE49-F238E27FC236}">
                      <a16:creationId xmlns:a16="http://schemas.microsoft.com/office/drawing/2014/main" id="{0493733B-B01C-648E-8AA5-285FC61B00C6}"/>
                    </a:ext>
                  </a:extLst>
                </p14:cNvPr>
                <p14:cNvContentPartPr/>
                <p14:nvPr/>
              </p14:nvContentPartPr>
              <p14:xfrm>
                <a:off x="5708985" y="3304455"/>
                <a:ext cx="568440" cy="214200"/>
              </p14:xfrm>
            </p:contentPart>
          </mc:Choice>
          <mc:Fallback xmlns="">
            <p:pic>
              <p:nvPicPr>
                <p:cNvPr id="99" name="Ink 98">
                  <a:extLst>
                    <a:ext uri="{FF2B5EF4-FFF2-40B4-BE49-F238E27FC236}">
                      <a16:creationId xmlns:a16="http://schemas.microsoft.com/office/drawing/2014/main" id="{0493733B-B01C-648E-8AA5-285FC61B00C6}"/>
                    </a:ext>
                  </a:extLst>
                </p:cNvPr>
                <p:cNvPicPr/>
                <p:nvPr/>
              </p:nvPicPr>
              <p:blipFill>
                <a:blip r:embed="rId166"/>
                <a:stretch>
                  <a:fillRect/>
                </a:stretch>
              </p:blipFill>
              <p:spPr>
                <a:xfrm>
                  <a:off x="5702865" y="3298335"/>
                  <a:ext cx="58068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0" name="Ink 99">
                  <a:extLst>
                    <a:ext uri="{FF2B5EF4-FFF2-40B4-BE49-F238E27FC236}">
                      <a16:creationId xmlns:a16="http://schemas.microsoft.com/office/drawing/2014/main" id="{A8998366-4FEE-4999-2163-933745554AEA}"/>
                    </a:ext>
                  </a:extLst>
                </p14:cNvPr>
                <p14:cNvContentPartPr/>
                <p14:nvPr/>
              </p14:nvContentPartPr>
              <p14:xfrm>
                <a:off x="3072345" y="3983415"/>
                <a:ext cx="144360" cy="527040"/>
              </p14:xfrm>
            </p:contentPart>
          </mc:Choice>
          <mc:Fallback xmlns="">
            <p:pic>
              <p:nvPicPr>
                <p:cNvPr id="100" name="Ink 99">
                  <a:extLst>
                    <a:ext uri="{FF2B5EF4-FFF2-40B4-BE49-F238E27FC236}">
                      <a16:creationId xmlns:a16="http://schemas.microsoft.com/office/drawing/2014/main" id="{A8998366-4FEE-4999-2163-933745554AEA}"/>
                    </a:ext>
                  </a:extLst>
                </p:cNvPr>
                <p:cNvPicPr/>
                <p:nvPr/>
              </p:nvPicPr>
              <p:blipFill>
                <a:blip r:embed="rId168"/>
                <a:stretch>
                  <a:fillRect/>
                </a:stretch>
              </p:blipFill>
              <p:spPr>
                <a:xfrm>
                  <a:off x="3066225" y="3977295"/>
                  <a:ext cx="156600" cy="53928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1" name="Ink 100">
                  <a:extLst>
                    <a:ext uri="{FF2B5EF4-FFF2-40B4-BE49-F238E27FC236}">
                      <a16:creationId xmlns:a16="http://schemas.microsoft.com/office/drawing/2014/main" id="{ED8C550F-2B69-6F19-2BAC-45D3AA7C8110}"/>
                    </a:ext>
                  </a:extLst>
                </p14:cNvPr>
                <p14:cNvContentPartPr/>
                <p14:nvPr/>
              </p14:nvContentPartPr>
              <p14:xfrm>
                <a:off x="3241545" y="4064055"/>
                <a:ext cx="570240" cy="576000"/>
              </p14:xfrm>
            </p:contentPart>
          </mc:Choice>
          <mc:Fallback xmlns="">
            <p:pic>
              <p:nvPicPr>
                <p:cNvPr id="101" name="Ink 100">
                  <a:extLst>
                    <a:ext uri="{FF2B5EF4-FFF2-40B4-BE49-F238E27FC236}">
                      <a16:creationId xmlns:a16="http://schemas.microsoft.com/office/drawing/2014/main" id="{ED8C550F-2B69-6F19-2BAC-45D3AA7C8110}"/>
                    </a:ext>
                  </a:extLst>
                </p:cNvPr>
                <p:cNvPicPr/>
                <p:nvPr/>
              </p:nvPicPr>
              <p:blipFill>
                <a:blip r:embed="rId170"/>
                <a:stretch>
                  <a:fillRect/>
                </a:stretch>
              </p:blipFill>
              <p:spPr>
                <a:xfrm>
                  <a:off x="3235425" y="4057935"/>
                  <a:ext cx="582480" cy="5882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2" name="Ink 101">
                  <a:extLst>
                    <a:ext uri="{FF2B5EF4-FFF2-40B4-BE49-F238E27FC236}">
                      <a16:creationId xmlns:a16="http://schemas.microsoft.com/office/drawing/2014/main" id="{1D9977F7-2C14-4CA0-3788-7118EDB1851E}"/>
                    </a:ext>
                  </a:extLst>
                </p14:cNvPr>
                <p14:cNvContentPartPr/>
                <p14:nvPr/>
              </p14:nvContentPartPr>
              <p14:xfrm>
                <a:off x="4060905" y="4224615"/>
                <a:ext cx="227160" cy="321840"/>
              </p14:xfrm>
            </p:contentPart>
          </mc:Choice>
          <mc:Fallback xmlns="">
            <p:pic>
              <p:nvPicPr>
                <p:cNvPr id="102" name="Ink 101">
                  <a:extLst>
                    <a:ext uri="{FF2B5EF4-FFF2-40B4-BE49-F238E27FC236}">
                      <a16:creationId xmlns:a16="http://schemas.microsoft.com/office/drawing/2014/main" id="{1D9977F7-2C14-4CA0-3788-7118EDB1851E}"/>
                    </a:ext>
                  </a:extLst>
                </p:cNvPr>
                <p:cNvPicPr/>
                <p:nvPr/>
              </p:nvPicPr>
              <p:blipFill>
                <a:blip r:embed="rId172"/>
                <a:stretch>
                  <a:fillRect/>
                </a:stretch>
              </p:blipFill>
              <p:spPr>
                <a:xfrm>
                  <a:off x="4054785" y="4218495"/>
                  <a:ext cx="23940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3" name="Ink 102">
                  <a:extLst>
                    <a:ext uri="{FF2B5EF4-FFF2-40B4-BE49-F238E27FC236}">
                      <a16:creationId xmlns:a16="http://schemas.microsoft.com/office/drawing/2014/main" id="{057452C5-CC59-CBCF-632C-C601A545FD7C}"/>
                    </a:ext>
                  </a:extLst>
                </p14:cNvPr>
                <p14:cNvContentPartPr/>
                <p14:nvPr/>
              </p14:nvContentPartPr>
              <p14:xfrm>
                <a:off x="4484625" y="3875775"/>
                <a:ext cx="695520" cy="556200"/>
              </p14:xfrm>
            </p:contentPart>
          </mc:Choice>
          <mc:Fallback xmlns="">
            <p:pic>
              <p:nvPicPr>
                <p:cNvPr id="103" name="Ink 102">
                  <a:extLst>
                    <a:ext uri="{FF2B5EF4-FFF2-40B4-BE49-F238E27FC236}">
                      <a16:creationId xmlns:a16="http://schemas.microsoft.com/office/drawing/2014/main" id="{057452C5-CC59-CBCF-632C-C601A545FD7C}"/>
                    </a:ext>
                  </a:extLst>
                </p:cNvPr>
                <p:cNvPicPr/>
                <p:nvPr/>
              </p:nvPicPr>
              <p:blipFill>
                <a:blip r:embed="rId174"/>
                <a:stretch>
                  <a:fillRect/>
                </a:stretch>
              </p:blipFill>
              <p:spPr>
                <a:xfrm>
                  <a:off x="4478505" y="3869655"/>
                  <a:ext cx="707760" cy="5684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4" name="Ink 103">
                  <a:extLst>
                    <a:ext uri="{FF2B5EF4-FFF2-40B4-BE49-F238E27FC236}">
                      <a16:creationId xmlns:a16="http://schemas.microsoft.com/office/drawing/2014/main" id="{649EB7C5-72FD-885C-986D-1E51EC28C08D}"/>
                    </a:ext>
                  </a:extLst>
                </p14:cNvPr>
                <p14:cNvContentPartPr/>
                <p14:nvPr/>
              </p14:nvContentPartPr>
              <p14:xfrm>
                <a:off x="5490825" y="4103655"/>
                <a:ext cx="63360" cy="240120"/>
              </p14:xfrm>
            </p:contentPart>
          </mc:Choice>
          <mc:Fallback xmlns="">
            <p:pic>
              <p:nvPicPr>
                <p:cNvPr id="104" name="Ink 103">
                  <a:extLst>
                    <a:ext uri="{FF2B5EF4-FFF2-40B4-BE49-F238E27FC236}">
                      <a16:creationId xmlns:a16="http://schemas.microsoft.com/office/drawing/2014/main" id="{649EB7C5-72FD-885C-986D-1E51EC28C08D}"/>
                    </a:ext>
                  </a:extLst>
                </p:cNvPr>
                <p:cNvPicPr/>
                <p:nvPr/>
              </p:nvPicPr>
              <p:blipFill>
                <a:blip r:embed="rId176"/>
                <a:stretch>
                  <a:fillRect/>
                </a:stretch>
              </p:blipFill>
              <p:spPr>
                <a:xfrm>
                  <a:off x="5484705" y="4097535"/>
                  <a:ext cx="7560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5" name="Ink 104">
                  <a:extLst>
                    <a:ext uri="{FF2B5EF4-FFF2-40B4-BE49-F238E27FC236}">
                      <a16:creationId xmlns:a16="http://schemas.microsoft.com/office/drawing/2014/main" id="{E47C86E1-E6E0-1740-8C45-022503288BC8}"/>
                    </a:ext>
                  </a:extLst>
                </p14:cNvPr>
                <p14:cNvContentPartPr/>
                <p14:nvPr/>
              </p14:nvContentPartPr>
              <p14:xfrm>
                <a:off x="5653185" y="3908175"/>
                <a:ext cx="58680" cy="81720"/>
              </p14:xfrm>
            </p:contentPart>
          </mc:Choice>
          <mc:Fallback xmlns="">
            <p:pic>
              <p:nvPicPr>
                <p:cNvPr id="105" name="Ink 104">
                  <a:extLst>
                    <a:ext uri="{FF2B5EF4-FFF2-40B4-BE49-F238E27FC236}">
                      <a16:creationId xmlns:a16="http://schemas.microsoft.com/office/drawing/2014/main" id="{E47C86E1-E6E0-1740-8C45-022503288BC8}"/>
                    </a:ext>
                  </a:extLst>
                </p:cNvPr>
                <p:cNvPicPr/>
                <p:nvPr/>
              </p:nvPicPr>
              <p:blipFill>
                <a:blip r:embed="rId178"/>
                <a:stretch>
                  <a:fillRect/>
                </a:stretch>
              </p:blipFill>
              <p:spPr>
                <a:xfrm>
                  <a:off x="5647065" y="3902055"/>
                  <a:ext cx="709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6" name="Ink 105">
                  <a:extLst>
                    <a:ext uri="{FF2B5EF4-FFF2-40B4-BE49-F238E27FC236}">
                      <a16:creationId xmlns:a16="http://schemas.microsoft.com/office/drawing/2014/main" id="{B97F23FD-B094-1880-F7C0-FF478564A983}"/>
                    </a:ext>
                  </a:extLst>
                </p14:cNvPr>
                <p14:cNvContentPartPr/>
                <p14:nvPr/>
              </p14:nvContentPartPr>
              <p14:xfrm>
                <a:off x="5791425" y="4122375"/>
                <a:ext cx="131760" cy="306720"/>
              </p14:xfrm>
            </p:contentPart>
          </mc:Choice>
          <mc:Fallback xmlns="">
            <p:pic>
              <p:nvPicPr>
                <p:cNvPr id="106" name="Ink 105">
                  <a:extLst>
                    <a:ext uri="{FF2B5EF4-FFF2-40B4-BE49-F238E27FC236}">
                      <a16:creationId xmlns:a16="http://schemas.microsoft.com/office/drawing/2014/main" id="{B97F23FD-B094-1880-F7C0-FF478564A983}"/>
                    </a:ext>
                  </a:extLst>
                </p:cNvPr>
                <p:cNvPicPr/>
                <p:nvPr/>
              </p:nvPicPr>
              <p:blipFill>
                <a:blip r:embed="rId180"/>
                <a:stretch>
                  <a:fillRect/>
                </a:stretch>
              </p:blipFill>
              <p:spPr>
                <a:xfrm>
                  <a:off x="5785305" y="4116255"/>
                  <a:ext cx="14400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07" name="Ink 106">
                  <a:extLst>
                    <a:ext uri="{FF2B5EF4-FFF2-40B4-BE49-F238E27FC236}">
                      <a16:creationId xmlns:a16="http://schemas.microsoft.com/office/drawing/2014/main" id="{A83C2491-A5F7-3567-3AA4-EF9765D27F2A}"/>
                    </a:ext>
                  </a:extLst>
                </p14:cNvPr>
                <p14:cNvContentPartPr/>
                <p14:nvPr/>
              </p14:nvContentPartPr>
              <p14:xfrm>
                <a:off x="6777465" y="3946335"/>
                <a:ext cx="350640" cy="287280"/>
              </p14:xfrm>
            </p:contentPart>
          </mc:Choice>
          <mc:Fallback xmlns="">
            <p:pic>
              <p:nvPicPr>
                <p:cNvPr id="107" name="Ink 106">
                  <a:extLst>
                    <a:ext uri="{FF2B5EF4-FFF2-40B4-BE49-F238E27FC236}">
                      <a16:creationId xmlns:a16="http://schemas.microsoft.com/office/drawing/2014/main" id="{A83C2491-A5F7-3567-3AA4-EF9765D27F2A}"/>
                    </a:ext>
                  </a:extLst>
                </p:cNvPr>
                <p:cNvPicPr/>
                <p:nvPr/>
              </p:nvPicPr>
              <p:blipFill>
                <a:blip r:embed="rId182"/>
                <a:stretch>
                  <a:fillRect/>
                </a:stretch>
              </p:blipFill>
              <p:spPr>
                <a:xfrm>
                  <a:off x="6771345" y="3940215"/>
                  <a:ext cx="36288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08" name="Ink 107">
                  <a:extLst>
                    <a:ext uri="{FF2B5EF4-FFF2-40B4-BE49-F238E27FC236}">
                      <a16:creationId xmlns:a16="http://schemas.microsoft.com/office/drawing/2014/main" id="{18887ACF-A3B0-957A-1401-B5D16DED07EB}"/>
                    </a:ext>
                  </a:extLst>
                </p14:cNvPr>
                <p14:cNvContentPartPr/>
                <p14:nvPr/>
              </p14:nvContentPartPr>
              <p14:xfrm>
                <a:off x="7221705" y="3954975"/>
                <a:ext cx="439920" cy="317880"/>
              </p14:xfrm>
            </p:contentPart>
          </mc:Choice>
          <mc:Fallback xmlns="">
            <p:pic>
              <p:nvPicPr>
                <p:cNvPr id="108" name="Ink 107">
                  <a:extLst>
                    <a:ext uri="{FF2B5EF4-FFF2-40B4-BE49-F238E27FC236}">
                      <a16:creationId xmlns:a16="http://schemas.microsoft.com/office/drawing/2014/main" id="{18887ACF-A3B0-957A-1401-B5D16DED07EB}"/>
                    </a:ext>
                  </a:extLst>
                </p:cNvPr>
                <p:cNvPicPr/>
                <p:nvPr/>
              </p:nvPicPr>
              <p:blipFill>
                <a:blip r:embed="rId184"/>
                <a:stretch>
                  <a:fillRect/>
                </a:stretch>
              </p:blipFill>
              <p:spPr>
                <a:xfrm>
                  <a:off x="7215585" y="3948855"/>
                  <a:ext cx="45216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09" name="Ink 108">
                  <a:extLst>
                    <a:ext uri="{FF2B5EF4-FFF2-40B4-BE49-F238E27FC236}">
                      <a16:creationId xmlns:a16="http://schemas.microsoft.com/office/drawing/2014/main" id="{9B285327-635F-56B6-E1A2-61410EC17216}"/>
                    </a:ext>
                  </a:extLst>
                </p14:cNvPr>
                <p14:cNvContentPartPr/>
                <p14:nvPr/>
              </p14:nvContentPartPr>
              <p14:xfrm>
                <a:off x="7759905" y="3691095"/>
                <a:ext cx="285840" cy="496800"/>
              </p14:xfrm>
            </p:contentPart>
          </mc:Choice>
          <mc:Fallback xmlns="">
            <p:pic>
              <p:nvPicPr>
                <p:cNvPr id="109" name="Ink 108">
                  <a:extLst>
                    <a:ext uri="{FF2B5EF4-FFF2-40B4-BE49-F238E27FC236}">
                      <a16:creationId xmlns:a16="http://schemas.microsoft.com/office/drawing/2014/main" id="{9B285327-635F-56B6-E1A2-61410EC17216}"/>
                    </a:ext>
                  </a:extLst>
                </p:cNvPr>
                <p:cNvPicPr/>
                <p:nvPr/>
              </p:nvPicPr>
              <p:blipFill>
                <a:blip r:embed="rId186"/>
                <a:stretch>
                  <a:fillRect/>
                </a:stretch>
              </p:blipFill>
              <p:spPr>
                <a:xfrm>
                  <a:off x="7753785" y="3684975"/>
                  <a:ext cx="298080" cy="50904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0" name="Ink 109">
                  <a:extLst>
                    <a:ext uri="{FF2B5EF4-FFF2-40B4-BE49-F238E27FC236}">
                      <a16:creationId xmlns:a16="http://schemas.microsoft.com/office/drawing/2014/main" id="{F094018B-3CD8-237A-C1B6-4DB1C64CF618}"/>
                    </a:ext>
                  </a:extLst>
                </p14:cNvPr>
                <p14:cNvContentPartPr/>
                <p14:nvPr/>
              </p14:nvContentPartPr>
              <p14:xfrm>
                <a:off x="8186505" y="3912855"/>
                <a:ext cx="272880" cy="268920"/>
              </p14:xfrm>
            </p:contentPart>
          </mc:Choice>
          <mc:Fallback xmlns="">
            <p:pic>
              <p:nvPicPr>
                <p:cNvPr id="110" name="Ink 109">
                  <a:extLst>
                    <a:ext uri="{FF2B5EF4-FFF2-40B4-BE49-F238E27FC236}">
                      <a16:creationId xmlns:a16="http://schemas.microsoft.com/office/drawing/2014/main" id="{F094018B-3CD8-237A-C1B6-4DB1C64CF618}"/>
                    </a:ext>
                  </a:extLst>
                </p:cNvPr>
                <p:cNvPicPr/>
                <p:nvPr/>
              </p:nvPicPr>
              <p:blipFill>
                <a:blip r:embed="rId188"/>
                <a:stretch>
                  <a:fillRect/>
                </a:stretch>
              </p:blipFill>
              <p:spPr>
                <a:xfrm>
                  <a:off x="8180385" y="3906735"/>
                  <a:ext cx="28512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1" name="Ink 110">
                  <a:extLst>
                    <a:ext uri="{FF2B5EF4-FFF2-40B4-BE49-F238E27FC236}">
                      <a16:creationId xmlns:a16="http://schemas.microsoft.com/office/drawing/2014/main" id="{2D883100-BA30-2D34-8277-B4611BFC21ED}"/>
                    </a:ext>
                  </a:extLst>
                </p14:cNvPr>
                <p14:cNvContentPartPr/>
                <p14:nvPr/>
              </p14:nvContentPartPr>
              <p14:xfrm>
                <a:off x="8455785" y="3735375"/>
                <a:ext cx="315720" cy="398880"/>
              </p14:xfrm>
            </p:contentPart>
          </mc:Choice>
          <mc:Fallback xmlns="">
            <p:pic>
              <p:nvPicPr>
                <p:cNvPr id="111" name="Ink 110">
                  <a:extLst>
                    <a:ext uri="{FF2B5EF4-FFF2-40B4-BE49-F238E27FC236}">
                      <a16:creationId xmlns:a16="http://schemas.microsoft.com/office/drawing/2014/main" id="{2D883100-BA30-2D34-8277-B4611BFC21ED}"/>
                    </a:ext>
                  </a:extLst>
                </p:cNvPr>
                <p:cNvPicPr/>
                <p:nvPr/>
              </p:nvPicPr>
              <p:blipFill>
                <a:blip r:embed="rId190"/>
                <a:stretch>
                  <a:fillRect/>
                </a:stretch>
              </p:blipFill>
              <p:spPr>
                <a:xfrm>
                  <a:off x="8449665" y="3729255"/>
                  <a:ext cx="327960"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2" name="Ink 111">
                  <a:extLst>
                    <a:ext uri="{FF2B5EF4-FFF2-40B4-BE49-F238E27FC236}">
                      <a16:creationId xmlns:a16="http://schemas.microsoft.com/office/drawing/2014/main" id="{E85EA012-E6F1-70E2-0605-4D6E61EB21DA}"/>
                    </a:ext>
                  </a:extLst>
                </p14:cNvPr>
                <p14:cNvContentPartPr/>
                <p14:nvPr/>
              </p14:nvContentPartPr>
              <p14:xfrm>
                <a:off x="8789505" y="3424695"/>
                <a:ext cx="143280" cy="257400"/>
              </p14:xfrm>
            </p:contentPart>
          </mc:Choice>
          <mc:Fallback xmlns="">
            <p:pic>
              <p:nvPicPr>
                <p:cNvPr id="112" name="Ink 111">
                  <a:extLst>
                    <a:ext uri="{FF2B5EF4-FFF2-40B4-BE49-F238E27FC236}">
                      <a16:creationId xmlns:a16="http://schemas.microsoft.com/office/drawing/2014/main" id="{E85EA012-E6F1-70E2-0605-4D6E61EB21DA}"/>
                    </a:ext>
                  </a:extLst>
                </p:cNvPr>
                <p:cNvPicPr/>
                <p:nvPr/>
              </p:nvPicPr>
              <p:blipFill>
                <a:blip r:embed="rId192"/>
                <a:stretch>
                  <a:fillRect/>
                </a:stretch>
              </p:blipFill>
              <p:spPr>
                <a:xfrm>
                  <a:off x="8783385" y="3418575"/>
                  <a:ext cx="15552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6" name="Ink 115">
                  <a:extLst>
                    <a:ext uri="{FF2B5EF4-FFF2-40B4-BE49-F238E27FC236}">
                      <a16:creationId xmlns:a16="http://schemas.microsoft.com/office/drawing/2014/main" id="{91FD592B-95C5-F191-E411-1F8541A249F9}"/>
                    </a:ext>
                  </a:extLst>
                </p14:cNvPr>
                <p14:cNvContentPartPr/>
                <p14:nvPr/>
              </p14:nvContentPartPr>
              <p14:xfrm>
                <a:off x="8587545" y="3303735"/>
                <a:ext cx="459360" cy="1224720"/>
              </p14:xfrm>
            </p:contentPart>
          </mc:Choice>
          <mc:Fallback xmlns="">
            <p:pic>
              <p:nvPicPr>
                <p:cNvPr id="116" name="Ink 115">
                  <a:extLst>
                    <a:ext uri="{FF2B5EF4-FFF2-40B4-BE49-F238E27FC236}">
                      <a16:creationId xmlns:a16="http://schemas.microsoft.com/office/drawing/2014/main" id="{91FD592B-95C5-F191-E411-1F8541A249F9}"/>
                    </a:ext>
                  </a:extLst>
                </p:cNvPr>
                <p:cNvPicPr/>
                <p:nvPr/>
              </p:nvPicPr>
              <p:blipFill>
                <a:blip r:embed="rId194"/>
                <a:stretch>
                  <a:fillRect/>
                </a:stretch>
              </p:blipFill>
              <p:spPr>
                <a:xfrm>
                  <a:off x="8581425" y="3297615"/>
                  <a:ext cx="471600" cy="12369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7" name="Ink 116">
                  <a:extLst>
                    <a:ext uri="{FF2B5EF4-FFF2-40B4-BE49-F238E27FC236}">
                      <a16:creationId xmlns:a16="http://schemas.microsoft.com/office/drawing/2014/main" id="{2E3185CF-AB98-3303-99B1-F63648F13FEE}"/>
                    </a:ext>
                  </a:extLst>
                </p14:cNvPr>
                <p14:cNvContentPartPr/>
                <p14:nvPr/>
              </p14:nvContentPartPr>
              <p14:xfrm>
                <a:off x="9401145" y="3735375"/>
                <a:ext cx="54000" cy="242280"/>
              </p14:xfrm>
            </p:contentPart>
          </mc:Choice>
          <mc:Fallback xmlns="">
            <p:pic>
              <p:nvPicPr>
                <p:cNvPr id="117" name="Ink 116">
                  <a:extLst>
                    <a:ext uri="{FF2B5EF4-FFF2-40B4-BE49-F238E27FC236}">
                      <a16:creationId xmlns:a16="http://schemas.microsoft.com/office/drawing/2014/main" id="{2E3185CF-AB98-3303-99B1-F63648F13FEE}"/>
                    </a:ext>
                  </a:extLst>
                </p:cNvPr>
                <p:cNvPicPr/>
                <p:nvPr/>
              </p:nvPicPr>
              <p:blipFill>
                <a:blip r:embed="rId196"/>
                <a:stretch>
                  <a:fillRect/>
                </a:stretch>
              </p:blipFill>
              <p:spPr>
                <a:xfrm>
                  <a:off x="9395025" y="3729255"/>
                  <a:ext cx="6624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8" name="Ink 117">
                  <a:extLst>
                    <a:ext uri="{FF2B5EF4-FFF2-40B4-BE49-F238E27FC236}">
                      <a16:creationId xmlns:a16="http://schemas.microsoft.com/office/drawing/2014/main" id="{383E51C2-5A10-5811-AF3D-1524690CC64F}"/>
                    </a:ext>
                  </a:extLst>
                </p14:cNvPr>
                <p14:cNvContentPartPr/>
                <p14:nvPr/>
              </p14:nvContentPartPr>
              <p14:xfrm>
                <a:off x="9441105" y="3557535"/>
                <a:ext cx="30240" cy="24120"/>
              </p14:xfrm>
            </p:contentPart>
          </mc:Choice>
          <mc:Fallback xmlns="">
            <p:pic>
              <p:nvPicPr>
                <p:cNvPr id="118" name="Ink 117">
                  <a:extLst>
                    <a:ext uri="{FF2B5EF4-FFF2-40B4-BE49-F238E27FC236}">
                      <a16:creationId xmlns:a16="http://schemas.microsoft.com/office/drawing/2014/main" id="{383E51C2-5A10-5811-AF3D-1524690CC64F}"/>
                    </a:ext>
                  </a:extLst>
                </p:cNvPr>
                <p:cNvPicPr/>
                <p:nvPr/>
              </p:nvPicPr>
              <p:blipFill>
                <a:blip r:embed="rId198"/>
                <a:stretch>
                  <a:fillRect/>
                </a:stretch>
              </p:blipFill>
              <p:spPr>
                <a:xfrm>
                  <a:off x="9434985" y="3551415"/>
                  <a:ext cx="4248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9" name="Ink 118">
                  <a:extLst>
                    <a:ext uri="{FF2B5EF4-FFF2-40B4-BE49-F238E27FC236}">
                      <a16:creationId xmlns:a16="http://schemas.microsoft.com/office/drawing/2014/main" id="{66544C1E-7CF8-EEEE-613A-5875598214F0}"/>
                    </a:ext>
                  </a:extLst>
                </p14:cNvPr>
                <p14:cNvContentPartPr/>
                <p14:nvPr/>
              </p14:nvContentPartPr>
              <p14:xfrm>
                <a:off x="9674025" y="3434055"/>
                <a:ext cx="139680" cy="482400"/>
              </p14:xfrm>
            </p:contentPart>
          </mc:Choice>
          <mc:Fallback xmlns="">
            <p:pic>
              <p:nvPicPr>
                <p:cNvPr id="119" name="Ink 118">
                  <a:extLst>
                    <a:ext uri="{FF2B5EF4-FFF2-40B4-BE49-F238E27FC236}">
                      <a16:creationId xmlns:a16="http://schemas.microsoft.com/office/drawing/2014/main" id="{66544C1E-7CF8-EEEE-613A-5875598214F0}"/>
                    </a:ext>
                  </a:extLst>
                </p:cNvPr>
                <p:cNvPicPr/>
                <p:nvPr/>
              </p:nvPicPr>
              <p:blipFill>
                <a:blip r:embed="rId200"/>
                <a:stretch>
                  <a:fillRect/>
                </a:stretch>
              </p:blipFill>
              <p:spPr>
                <a:xfrm>
                  <a:off x="9667905" y="3427935"/>
                  <a:ext cx="151920" cy="4946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20" name="Ink 119">
                  <a:extLst>
                    <a:ext uri="{FF2B5EF4-FFF2-40B4-BE49-F238E27FC236}">
                      <a16:creationId xmlns:a16="http://schemas.microsoft.com/office/drawing/2014/main" id="{63244A07-D57E-9A91-6EE5-07E6A91531DA}"/>
                    </a:ext>
                  </a:extLst>
                </p14:cNvPr>
                <p14:cNvContentPartPr/>
                <p14:nvPr/>
              </p14:nvContentPartPr>
              <p14:xfrm>
                <a:off x="9605625" y="3598935"/>
                <a:ext cx="369000" cy="392040"/>
              </p14:xfrm>
            </p:contentPart>
          </mc:Choice>
          <mc:Fallback xmlns="">
            <p:pic>
              <p:nvPicPr>
                <p:cNvPr id="120" name="Ink 119">
                  <a:extLst>
                    <a:ext uri="{FF2B5EF4-FFF2-40B4-BE49-F238E27FC236}">
                      <a16:creationId xmlns:a16="http://schemas.microsoft.com/office/drawing/2014/main" id="{63244A07-D57E-9A91-6EE5-07E6A91531DA}"/>
                    </a:ext>
                  </a:extLst>
                </p:cNvPr>
                <p:cNvPicPr/>
                <p:nvPr/>
              </p:nvPicPr>
              <p:blipFill>
                <a:blip r:embed="rId202"/>
                <a:stretch>
                  <a:fillRect/>
                </a:stretch>
              </p:blipFill>
              <p:spPr>
                <a:xfrm>
                  <a:off x="9599505" y="3592815"/>
                  <a:ext cx="381240" cy="4042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1" name="Ink 120">
                  <a:extLst>
                    <a:ext uri="{FF2B5EF4-FFF2-40B4-BE49-F238E27FC236}">
                      <a16:creationId xmlns:a16="http://schemas.microsoft.com/office/drawing/2014/main" id="{1585150A-8F21-49E3-D959-664F617C7181}"/>
                    </a:ext>
                  </a:extLst>
                </p14:cNvPr>
                <p14:cNvContentPartPr/>
                <p14:nvPr/>
              </p14:nvContentPartPr>
              <p14:xfrm>
                <a:off x="9740985" y="3772095"/>
                <a:ext cx="418320" cy="154800"/>
              </p14:xfrm>
            </p:contentPart>
          </mc:Choice>
          <mc:Fallback xmlns="">
            <p:pic>
              <p:nvPicPr>
                <p:cNvPr id="121" name="Ink 120">
                  <a:extLst>
                    <a:ext uri="{FF2B5EF4-FFF2-40B4-BE49-F238E27FC236}">
                      <a16:creationId xmlns:a16="http://schemas.microsoft.com/office/drawing/2014/main" id="{1585150A-8F21-49E3-D959-664F617C7181}"/>
                    </a:ext>
                  </a:extLst>
                </p:cNvPr>
                <p:cNvPicPr/>
                <p:nvPr/>
              </p:nvPicPr>
              <p:blipFill>
                <a:blip r:embed="rId204"/>
                <a:stretch>
                  <a:fillRect/>
                </a:stretch>
              </p:blipFill>
              <p:spPr>
                <a:xfrm>
                  <a:off x="9734865" y="3765975"/>
                  <a:ext cx="43056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22" name="Ink 121">
                  <a:extLst>
                    <a:ext uri="{FF2B5EF4-FFF2-40B4-BE49-F238E27FC236}">
                      <a16:creationId xmlns:a16="http://schemas.microsoft.com/office/drawing/2014/main" id="{C7E9EFE7-16C9-DFF2-5C9D-9F84F1F4C8F3}"/>
                    </a:ext>
                  </a:extLst>
                </p14:cNvPr>
                <p14:cNvContentPartPr/>
                <p14:nvPr/>
              </p14:nvContentPartPr>
              <p14:xfrm>
                <a:off x="10286745" y="3609015"/>
                <a:ext cx="75960" cy="25200"/>
              </p14:xfrm>
            </p:contentPart>
          </mc:Choice>
          <mc:Fallback xmlns="">
            <p:pic>
              <p:nvPicPr>
                <p:cNvPr id="122" name="Ink 121">
                  <a:extLst>
                    <a:ext uri="{FF2B5EF4-FFF2-40B4-BE49-F238E27FC236}">
                      <a16:creationId xmlns:a16="http://schemas.microsoft.com/office/drawing/2014/main" id="{C7E9EFE7-16C9-DFF2-5C9D-9F84F1F4C8F3}"/>
                    </a:ext>
                  </a:extLst>
                </p:cNvPr>
                <p:cNvPicPr/>
                <p:nvPr/>
              </p:nvPicPr>
              <p:blipFill>
                <a:blip r:embed="rId206"/>
                <a:stretch>
                  <a:fillRect/>
                </a:stretch>
              </p:blipFill>
              <p:spPr>
                <a:xfrm>
                  <a:off x="10280625" y="3602895"/>
                  <a:ext cx="882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3" name="Ink 122">
                  <a:extLst>
                    <a:ext uri="{FF2B5EF4-FFF2-40B4-BE49-F238E27FC236}">
                      <a16:creationId xmlns:a16="http://schemas.microsoft.com/office/drawing/2014/main" id="{2393FF43-FBF5-FFA2-DBB6-14586354935C}"/>
                    </a:ext>
                  </a:extLst>
                </p14:cNvPr>
                <p14:cNvContentPartPr/>
                <p14:nvPr/>
              </p14:nvContentPartPr>
              <p14:xfrm>
                <a:off x="10372425" y="3691815"/>
                <a:ext cx="495360" cy="649440"/>
              </p14:xfrm>
            </p:contentPart>
          </mc:Choice>
          <mc:Fallback xmlns="">
            <p:pic>
              <p:nvPicPr>
                <p:cNvPr id="123" name="Ink 122">
                  <a:extLst>
                    <a:ext uri="{FF2B5EF4-FFF2-40B4-BE49-F238E27FC236}">
                      <a16:creationId xmlns:a16="http://schemas.microsoft.com/office/drawing/2014/main" id="{2393FF43-FBF5-FFA2-DBB6-14586354935C}"/>
                    </a:ext>
                  </a:extLst>
                </p:cNvPr>
                <p:cNvPicPr/>
                <p:nvPr/>
              </p:nvPicPr>
              <p:blipFill>
                <a:blip r:embed="rId208"/>
                <a:stretch>
                  <a:fillRect/>
                </a:stretch>
              </p:blipFill>
              <p:spPr>
                <a:xfrm>
                  <a:off x="10366305" y="3685695"/>
                  <a:ext cx="507600" cy="6616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4" name="Ink 123">
                  <a:extLst>
                    <a:ext uri="{FF2B5EF4-FFF2-40B4-BE49-F238E27FC236}">
                      <a16:creationId xmlns:a16="http://schemas.microsoft.com/office/drawing/2014/main" id="{F4A6CD7E-680E-91E0-2646-42DD87FC82DE}"/>
                    </a:ext>
                  </a:extLst>
                </p14:cNvPr>
                <p14:cNvContentPartPr/>
                <p14:nvPr/>
              </p14:nvContentPartPr>
              <p14:xfrm>
                <a:off x="11223105" y="3764175"/>
                <a:ext cx="66600" cy="9720"/>
              </p14:xfrm>
            </p:contentPart>
          </mc:Choice>
          <mc:Fallback xmlns="">
            <p:pic>
              <p:nvPicPr>
                <p:cNvPr id="124" name="Ink 123">
                  <a:extLst>
                    <a:ext uri="{FF2B5EF4-FFF2-40B4-BE49-F238E27FC236}">
                      <a16:creationId xmlns:a16="http://schemas.microsoft.com/office/drawing/2014/main" id="{F4A6CD7E-680E-91E0-2646-42DD87FC82DE}"/>
                    </a:ext>
                  </a:extLst>
                </p:cNvPr>
                <p:cNvPicPr/>
                <p:nvPr/>
              </p:nvPicPr>
              <p:blipFill>
                <a:blip r:embed="rId210"/>
                <a:stretch>
                  <a:fillRect/>
                </a:stretch>
              </p:blipFill>
              <p:spPr>
                <a:xfrm>
                  <a:off x="11216985" y="3758055"/>
                  <a:ext cx="788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7" name="Ink 126">
                  <a:extLst>
                    <a:ext uri="{FF2B5EF4-FFF2-40B4-BE49-F238E27FC236}">
                      <a16:creationId xmlns:a16="http://schemas.microsoft.com/office/drawing/2014/main" id="{2B7DA978-9122-36FC-9CC3-CCB8D4E9C9C2}"/>
                    </a:ext>
                  </a:extLst>
                </p14:cNvPr>
                <p14:cNvContentPartPr/>
                <p14:nvPr/>
              </p14:nvContentPartPr>
              <p14:xfrm>
                <a:off x="3311385" y="4738335"/>
                <a:ext cx="1135080" cy="213480"/>
              </p14:xfrm>
            </p:contentPart>
          </mc:Choice>
          <mc:Fallback xmlns="">
            <p:pic>
              <p:nvPicPr>
                <p:cNvPr id="127" name="Ink 126">
                  <a:extLst>
                    <a:ext uri="{FF2B5EF4-FFF2-40B4-BE49-F238E27FC236}">
                      <a16:creationId xmlns:a16="http://schemas.microsoft.com/office/drawing/2014/main" id="{2B7DA978-9122-36FC-9CC3-CCB8D4E9C9C2}"/>
                    </a:ext>
                  </a:extLst>
                </p:cNvPr>
                <p:cNvPicPr/>
                <p:nvPr/>
              </p:nvPicPr>
              <p:blipFill>
                <a:blip r:embed="rId212"/>
                <a:stretch>
                  <a:fillRect/>
                </a:stretch>
              </p:blipFill>
              <p:spPr>
                <a:xfrm>
                  <a:off x="3305265" y="4732215"/>
                  <a:ext cx="11473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8" name="Ink 127">
                  <a:extLst>
                    <a:ext uri="{FF2B5EF4-FFF2-40B4-BE49-F238E27FC236}">
                      <a16:creationId xmlns:a16="http://schemas.microsoft.com/office/drawing/2014/main" id="{390FBB44-C6F5-6AFA-823B-822039800A04}"/>
                    </a:ext>
                  </a:extLst>
                </p14:cNvPr>
                <p14:cNvContentPartPr/>
                <p14:nvPr/>
              </p14:nvContentPartPr>
              <p14:xfrm>
                <a:off x="10191705" y="2287815"/>
                <a:ext cx="934200" cy="133920"/>
              </p14:xfrm>
            </p:contentPart>
          </mc:Choice>
          <mc:Fallback xmlns="">
            <p:pic>
              <p:nvPicPr>
                <p:cNvPr id="128" name="Ink 127">
                  <a:extLst>
                    <a:ext uri="{FF2B5EF4-FFF2-40B4-BE49-F238E27FC236}">
                      <a16:creationId xmlns:a16="http://schemas.microsoft.com/office/drawing/2014/main" id="{390FBB44-C6F5-6AFA-823B-822039800A04}"/>
                    </a:ext>
                  </a:extLst>
                </p:cNvPr>
                <p:cNvPicPr/>
                <p:nvPr/>
              </p:nvPicPr>
              <p:blipFill>
                <a:blip r:embed="rId214"/>
                <a:stretch>
                  <a:fillRect/>
                </a:stretch>
              </p:blipFill>
              <p:spPr>
                <a:xfrm>
                  <a:off x="10185585" y="2281695"/>
                  <a:ext cx="9464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9" name="Ink 128">
                  <a:extLst>
                    <a:ext uri="{FF2B5EF4-FFF2-40B4-BE49-F238E27FC236}">
                      <a16:creationId xmlns:a16="http://schemas.microsoft.com/office/drawing/2014/main" id="{8FEC97B8-EA2B-003A-A464-3B1F9DFF5105}"/>
                    </a:ext>
                  </a:extLst>
                </p14:cNvPr>
                <p14:cNvContentPartPr/>
                <p14:nvPr/>
              </p14:nvContentPartPr>
              <p14:xfrm>
                <a:off x="10016025" y="2985495"/>
                <a:ext cx="1357920" cy="200880"/>
              </p14:xfrm>
            </p:contentPart>
          </mc:Choice>
          <mc:Fallback xmlns="">
            <p:pic>
              <p:nvPicPr>
                <p:cNvPr id="129" name="Ink 128">
                  <a:extLst>
                    <a:ext uri="{FF2B5EF4-FFF2-40B4-BE49-F238E27FC236}">
                      <a16:creationId xmlns:a16="http://schemas.microsoft.com/office/drawing/2014/main" id="{8FEC97B8-EA2B-003A-A464-3B1F9DFF5105}"/>
                    </a:ext>
                  </a:extLst>
                </p:cNvPr>
                <p:cNvPicPr/>
                <p:nvPr/>
              </p:nvPicPr>
              <p:blipFill>
                <a:blip r:embed="rId216"/>
                <a:stretch>
                  <a:fillRect/>
                </a:stretch>
              </p:blipFill>
              <p:spPr>
                <a:xfrm>
                  <a:off x="10009905" y="2979375"/>
                  <a:ext cx="1370160" cy="213120"/>
                </a:xfrm>
                <a:prstGeom prst="rect">
                  <a:avLst/>
                </a:prstGeom>
              </p:spPr>
            </p:pic>
          </mc:Fallback>
        </mc:AlternateContent>
      </p:grpSp>
    </p:spTree>
    <p:extLst>
      <p:ext uri="{BB962C8B-B14F-4D97-AF65-F5344CB8AC3E}">
        <p14:creationId xmlns:p14="http://schemas.microsoft.com/office/powerpoint/2010/main" val="592673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3CEA494-5D2B-87A3-8038-212741CE353C}"/>
                  </a:ext>
                </a:extLst>
              </p14:cNvPr>
              <p14:cNvContentPartPr/>
              <p14:nvPr/>
            </p14:nvContentPartPr>
            <p14:xfrm>
              <a:off x="813345" y="272535"/>
              <a:ext cx="720" cy="2271240"/>
            </p14:xfrm>
          </p:contentPart>
        </mc:Choice>
        <mc:Fallback xmlns="">
          <p:pic>
            <p:nvPicPr>
              <p:cNvPr id="3" name="Ink 2">
                <a:extLst>
                  <a:ext uri="{FF2B5EF4-FFF2-40B4-BE49-F238E27FC236}">
                    <a16:creationId xmlns:a16="http://schemas.microsoft.com/office/drawing/2014/main" id="{33CEA494-5D2B-87A3-8038-212741CE353C}"/>
                  </a:ext>
                </a:extLst>
              </p:cNvPr>
              <p:cNvPicPr/>
              <p:nvPr/>
            </p:nvPicPr>
            <p:blipFill>
              <a:blip r:embed="rId3"/>
              <a:stretch>
                <a:fillRect/>
              </a:stretch>
            </p:blipFill>
            <p:spPr>
              <a:xfrm>
                <a:off x="801105" y="266415"/>
                <a:ext cx="25200" cy="2283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E4D739D-E235-5DEA-C58E-032C668223F0}"/>
                  </a:ext>
                </a:extLst>
              </p14:cNvPr>
              <p14:cNvContentPartPr/>
              <p14:nvPr/>
            </p14:nvContentPartPr>
            <p14:xfrm>
              <a:off x="735585" y="2623335"/>
              <a:ext cx="3083760" cy="720"/>
            </p14:xfrm>
          </p:contentPart>
        </mc:Choice>
        <mc:Fallback xmlns="">
          <p:pic>
            <p:nvPicPr>
              <p:cNvPr id="5" name="Ink 4">
                <a:extLst>
                  <a:ext uri="{FF2B5EF4-FFF2-40B4-BE49-F238E27FC236}">
                    <a16:creationId xmlns:a16="http://schemas.microsoft.com/office/drawing/2014/main" id="{4E4D739D-E235-5DEA-C58E-032C668223F0}"/>
                  </a:ext>
                </a:extLst>
              </p:cNvPr>
              <p:cNvPicPr/>
              <p:nvPr/>
            </p:nvPicPr>
            <p:blipFill>
              <a:blip r:embed="rId5"/>
              <a:stretch>
                <a:fillRect/>
              </a:stretch>
            </p:blipFill>
            <p:spPr>
              <a:xfrm>
                <a:off x="729464" y="2611095"/>
                <a:ext cx="3096001"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51C89D1E-39E9-DAF0-C22C-68CDB603C4A9}"/>
                  </a:ext>
                </a:extLst>
              </p14:cNvPr>
              <p14:cNvContentPartPr/>
              <p14:nvPr/>
            </p14:nvContentPartPr>
            <p14:xfrm>
              <a:off x="6985545" y="244815"/>
              <a:ext cx="720" cy="2777760"/>
            </p14:xfrm>
          </p:contentPart>
        </mc:Choice>
        <mc:Fallback xmlns="">
          <p:pic>
            <p:nvPicPr>
              <p:cNvPr id="8" name="Ink 7">
                <a:extLst>
                  <a:ext uri="{FF2B5EF4-FFF2-40B4-BE49-F238E27FC236}">
                    <a16:creationId xmlns:a16="http://schemas.microsoft.com/office/drawing/2014/main" id="{51C89D1E-39E9-DAF0-C22C-68CDB603C4A9}"/>
                  </a:ext>
                </a:extLst>
              </p:cNvPr>
              <p:cNvPicPr/>
              <p:nvPr/>
            </p:nvPicPr>
            <p:blipFill>
              <a:blip r:embed="rId7"/>
              <a:stretch>
                <a:fillRect/>
              </a:stretch>
            </p:blipFill>
            <p:spPr>
              <a:xfrm>
                <a:off x="6973305" y="238695"/>
                <a:ext cx="25200" cy="279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7746260E-8BD1-648F-DD70-C491F34A4541}"/>
                  </a:ext>
                </a:extLst>
              </p14:cNvPr>
              <p14:cNvContentPartPr/>
              <p14:nvPr/>
            </p14:nvContentPartPr>
            <p14:xfrm>
              <a:off x="6890865" y="3104655"/>
              <a:ext cx="3585600" cy="720"/>
            </p14:xfrm>
          </p:contentPart>
        </mc:Choice>
        <mc:Fallback xmlns="">
          <p:pic>
            <p:nvPicPr>
              <p:cNvPr id="10" name="Ink 9">
                <a:extLst>
                  <a:ext uri="{FF2B5EF4-FFF2-40B4-BE49-F238E27FC236}">
                    <a16:creationId xmlns:a16="http://schemas.microsoft.com/office/drawing/2014/main" id="{7746260E-8BD1-648F-DD70-C491F34A4541}"/>
                  </a:ext>
                </a:extLst>
              </p:cNvPr>
              <p:cNvPicPr/>
              <p:nvPr/>
            </p:nvPicPr>
            <p:blipFill>
              <a:blip r:embed="rId9"/>
              <a:stretch>
                <a:fillRect/>
              </a:stretch>
            </p:blipFill>
            <p:spPr>
              <a:xfrm>
                <a:off x="6884745" y="3092415"/>
                <a:ext cx="35978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2F62DACA-3B5C-2B36-F48F-15E4CA798BDB}"/>
                  </a:ext>
                </a:extLst>
              </p14:cNvPr>
              <p14:cNvContentPartPr/>
              <p14:nvPr/>
            </p14:nvContentPartPr>
            <p14:xfrm>
              <a:off x="838545" y="496095"/>
              <a:ext cx="2405520" cy="1919520"/>
            </p14:xfrm>
          </p:contentPart>
        </mc:Choice>
        <mc:Fallback xmlns="">
          <p:pic>
            <p:nvPicPr>
              <p:cNvPr id="23" name="Ink 22">
                <a:extLst>
                  <a:ext uri="{FF2B5EF4-FFF2-40B4-BE49-F238E27FC236}">
                    <a16:creationId xmlns:a16="http://schemas.microsoft.com/office/drawing/2014/main" id="{2F62DACA-3B5C-2B36-F48F-15E4CA798BDB}"/>
                  </a:ext>
                </a:extLst>
              </p:cNvPr>
              <p:cNvPicPr/>
              <p:nvPr/>
            </p:nvPicPr>
            <p:blipFill>
              <a:blip r:embed="rId11"/>
              <a:stretch>
                <a:fillRect/>
              </a:stretch>
            </p:blipFill>
            <p:spPr>
              <a:xfrm>
                <a:off x="832425" y="489975"/>
                <a:ext cx="2417760" cy="1931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Ink 29">
                <a:extLst>
                  <a:ext uri="{FF2B5EF4-FFF2-40B4-BE49-F238E27FC236}">
                    <a16:creationId xmlns:a16="http://schemas.microsoft.com/office/drawing/2014/main" id="{0A513AF7-D335-A54A-4B78-798E68E20E1A}"/>
                  </a:ext>
                </a:extLst>
              </p14:cNvPr>
              <p14:cNvContentPartPr/>
              <p14:nvPr/>
            </p14:nvContentPartPr>
            <p14:xfrm>
              <a:off x="7091745" y="576375"/>
              <a:ext cx="2792880" cy="2278800"/>
            </p14:xfrm>
          </p:contentPart>
        </mc:Choice>
        <mc:Fallback xmlns="">
          <p:pic>
            <p:nvPicPr>
              <p:cNvPr id="30" name="Ink 29">
                <a:extLst>
                  <a:ext uri="{FF2B5EF4-FFF2-40B4-BE49-F238E27FC236}">
                    <a16:creationId xmlns:a16="http://schemas.microsoft.com/office/drawing/2014/main" id="{0A513AF7-D335-A54A-4B78-798E68E20E1A}"/>
                  </a:ext>
                </a:extLst>
              </p:cNvPr>
              <p:cNvPicPr/>
              <p:nvPr/>
            </p:nvPicPr>
            <p:blipFill>
              <a:blip r:embed="rId13"/>
              <a:stretch>
                <a:fillRect/>
              </a:stretch>
            </p:blipFill>
            <p:spPr>
              <a:xfrm>
                <a:off x="7085625" y="570255"/>
                <a:ext cx="2805120" cy="2291040"/>
              </a:xfrm>
              <a:prstGeom prst="rect">
                <a:avLst/>
              </a:prstGeom>
            </p:spPr>
          </p:pic>
        </mc:Fallback>
      </mc:AlternateContent>
      <p:grpSp>
        <p:nvGrpSpPr>
          <p:cNvPr id="33" name="Group 32">
            <a:extLst>
              <a:ext uri="{FF2B5EF4-FFF2-40B4-BE49-F238E27FC236}">
                <a16:creationId xmlns:a16="http://schemas.microsoft.com/office/drawing/2014/main" id="{33DE6BE2-FE6C-36E7-48AF-DA92D3DF9871}"/>
              </a:ext>
            </a:extLst>
          </p:cNvPr>
          <p:cNvGrpSpPr/>
          <p:nvPr/>
        </p:nvGrpSpPr>
        <p:grpSpPr>
          <a:xfrm>
            <a:off x="9197385" y="1227255"/>
            <a:ext cx="141120" cy="99360"/>
            <a:chOff x="9197385" y="1227255"/>
            <a:chExt cx="141120" cy="99360"/>
          </a:xfrm>
        </p:grpSpPr>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1595A572-FFEF-AEC8-DEB6-EB9A525B2F0F}"/>
                    </a:ext>
                  </a:extLst>
                </p14:cNvPr>
                <p14:cNvContentPartPr/>
                <p14:nvPr/>
              </p14:nvContentPartPr>
              <p14:xfrm>
                <a:off x="9199185" y="1227255"/>
                <a:ext cx="139320" cy="36360"/>
              </p14:xfrm>
            </p:contentPart>
          </mc:Choice>
          <mc:Fallback xmlns="">
            <p:pic>
              <p:nvPicPr>
                <p:cNvPr id="31" name="Ink 30">
                  <a:extLst>
                    <a:ext uri="{FF2B5EF4-FFF2-40B4-BE49-F238E27FC236}">
                      <a16:creationId xmlns:a16="http://schemas.microsoft.com/office/drawing/2014/main" id="{1595A572-FFEF-AEC8-DEB6-EB9A525B2F0F}"/>
                    </a:ext>
                  </a:extLst>
                </p:cNvPr>
                <p:cNvPicPr/>
                <p:nvPr/>
              </p:nvPicPr>
              <p:blipFill>
                <a:blip r:embed="rId15"/>
                <a:stretch>
                  <a:fillRect/>
                </a:stretch>
              </p:blipFill>
              <p:spPr>
                <a:xfrm>
                  <a:off x="9193065" y="1221135"/>
                  <a:ext cx="15156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2" name="Ink 31">
                  <a:extLst>
                    <a:ext uri="{FF2B5EF4-FFF2-40B4-BE49-F238E27FC236}">
                      <a16:creationId xmlns:a16="http://schemas.microsoft.com/office/drawing/2014/main" id="{59382FC5-3123-C05D-D008-E43CEA7F5C94}"/>
                    </a:ext>
                  </a:extLst>
                </p14:cNvPr>
                <p14:cNvContentPartPr/>
                <p14:nvPr/>
              </p14:nvContentPartPr>
              <p14:xfrm>
                <a:off x="9197385" y="1232655"/>
                <a:ext cx="113400" cy="93960"/>
              </p14:xfrm>
            </p:contentPart>
          </mc:Choice>
          <mc:Fallback xmlns="">
            <p:pic>
              <p:nvPicPr>
                <p:cNvPr id="32" name="Ink 31">
                  <a:extLst>
                    <a:ext uri="{FF2B5EF4-FFF2-40B4-BE49-F238E27FC236}">
                      <a16:creationId xmlns:a16="http://schemas.microsoft.com/office/drawing/2014/main" id="{59382FC5-3123-C05D-D008-E43CEA7F5C94}"/>
                    </a:ext>
                  </a:extLst>
                </p:cNvPr>
                <p:cNvPicPr/>
                <p:nvPr/>
              </p:nvPicPr>
              <p:blipFill>
                <a:blip r:embed="rId17"/>
                <a:stretch>
                  <a:fillRect/>
                </a:stretch>
              </p:blipFill>
              <p:spPr>
                <a:xfrm>
                  <a:off x="9191265" y="1226535"/>
                  <a:ext cx="125640" cy="106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34" name="Ink 33">
                <a:extLst>
                  <a:ext uri="{FF2B5EF4-FFF2-40B4-BE49-F238E27FC236}">
                    <a16:creationId xmlns:a16="http://schemas.microsoft.com/office/drawing/2014/main" id="{3373A547-9A81-E7CD-C57E-4EE21C6DE6E6}"/>
                  </a:ext>
                </a:extLst>
              </p14:cNvPr>
              <p14:cNvContentPartPr/>
              <p14:nvPr/>
            </p14:nvContentPartPr>
            <p14:xfrm>
              <a:off x="7359945" y="2076855"/>
              <a:ext cx="227520" cy="121680"/>
            </p14:xfrm>
          </p:contentPart>
        </mc:Choice>
        <mc:Fallback xmlns="">
          <p:pic>
            <p:nvPicPr>
              <p:cNvPr id="34" name="Ink 33">
                <a:extLst>
                  <a:ext uri="{FF2B5EF4-FFF2-40B4-BE49-F238E27FC236}">
                    <a16:creationId xmlns:a16="http://schemas.microsoft.com/office/drawing/2014/main" id="{3373A547-9A81-E7CD-C57E-4EE21C6DE6E6}"/>
                  </a:ext>
                </a:extLst>
              </p:cNvPr>
              <p:cNvPicPr/>
              <p:nvPr/>
            </p:nvPicPr>
            <p:blipFill>
              <a:blip r:embed="rId19"/>
              <a:stretch>
                <a:fillRect/>
              </a:stretch>
            </p:blipFill>
            <p:spPr>
              <a:xfrm>
                <a:off x="7353825" y="2070735"/>
                <a:ext cx="239760" cy="133920"/>
              </a:xfrm>
              <a:prstGeom prst="rect">
                <a:avLst/>
              </a:prstGeom>
            </p:spPr>
          </p:pic>
        </mc:Fallback>
      </mc:AlternateContent>
      <p:grpSp>
        <p:nvGrpSpPr>
          <p:cNvPr id="49" name="Group 48">
            <a:extLst>
              <a:ext uri="{FF2B5EF4-FFF2-40B4-BE49-F238E27FC236}">
                <a16:creationId xmlns:a16="http://schemas.microsoft.com/office/drawing/2014/main" id="{500CB1D0-3B1B-BD82-EEAC-1F6F8C018E8A}"/>
              </a:ext>
            </a:extLst>
          </p:cNvPr>
          <p:cNvGrpSpPr/>
          <p:nvPr/>
        </p:nvGrpSpPr>
        <p:grpSpPr>
          <a:xfrm>
            <a:off x="7960785" y="1621455"/>
            <a:ext cx="207360" cy="102240"/>
            <a:chOff x="7960785" y="1621455"/>
            <a:chExt cx="207360" cy="102240"/>
          </a:xfrm>
        </p:grpSpPr>
        <mc:AlternateContent xmlns:mc="http://schemas.openxmlformats.org/markup-compatibility/2006" xmlns:p14="http://schemas.microsoft.com/office/powerpoint/2010/main">
          <mc:Choice Requires="p14">
            <p:contentPart p14:bwMode="auto" r:id="rId20">
              <p14:nvContentPartPr>
                <p14:cNvPr id="35" name="Ink 34">
                  <a:extLst>
                    <a:ext uri="{FF2B5EF4-FFF2-40B4-BE49-F238E27FC236}">
                      <a16:creationId xmlns:a16="http://schemas.microsoft.com/office/drawing/2014/main" id="{FECF8385-29BB-2E77-809F-1EDCD1CC4B52}"/>
                    </a:ext>
                  </a:extLst>
                </p14:cNvPr>
                <p14:cNvContentPartPr/>
                <p14:nvPr/>
              </p14:nvContentPartPr>
              <p14:xfrm>
                <a:off x="7960785" y="1700295"/>
                <a:ext cx="207360" cy="15120"/>
              </p14:xfrm>
            </p:contentPart>
          </mc:Choice>
          <mc:Fallback xmlns="">
            <p:pic>
              <p:nvPicPr>
                <p:cNvPr id="35" name="Ink 34">
                  <a:extLst>
                    <a:ext uri="{FF2B5EF4-FFF2-40B4-BE49-F238E27FC236}">
                      <a16:creationId xmlns:a16="http://schemas.microsoft.com/office/drawing/2014/main" id="{FECF8385-29BB-2E77-809F-1EDCD1CC4B52}"/>
                    </a:ext>
                  </a:extLst>
                </p:cNvPr>
                <p:cNvPicPr/>
                <p:nvPr/>
              </p:nvPicPr>
              <p:blipFill>
                <a:blip r:embed="rId21"/>
                <a:stretch>
                  <a:fillRect/>
                </a:stretch>
              </p:blipFill>
              <p:spPr>
                <a:xfrm>
                  <a:off x="7954665" y="1694175"/>
                  <a:ext cx="2196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6" name="Ink 35">
                  <a:extLst>
                    <a:ext uri="{FF2B5EF4-FFF2-40B4-BE49-F238E27FC236}">
                      <a16:creationId xmlns:a16="http://schemas.microsoft.com/office/drawing/2014/main" id="{AFE1889C-89C9-A23F-FDAB-FBC72BE15CE3}"/>
                    </a:ext>
                  </a:extLst>
                </p14:cNvPr>
                <p14:cNvContentPartPr/>
                <p14:nvPr/>
              </p14:nvContentPartPr>
              <p14:xfrm>
                <a:off x="8022705" y="1621455"/>
                <a:ext cx="83880" cy="102240"/>
              </p14:xfrm>
            </p:contentPart>
          </mc:Choice>
          <mc:Fallback xmlns="">
            <p:pic>
              <p:nvPicPr>
                <p:cNvPr id="36" name="Ink 35">
                  <a:extLst>
                    <a:ext uri="{FF2B5EF4-FFF2-40B4-BE49-F238E27FC236}">
                      <a16:creationId xmlns:a16="http://schemas.microsoft.com/office/drawing/2014/main" id="{AFE1889C-89C9-A23F-FDAB-FBC72BE15CE3}"/>
                    </a:ext>
                  </a:extLst>
                </p:cNvPr>
                <p:cNvPicPr/>
                <p:nvPr/>
              </p:nvPicPr>
              <p:blipFill>
                <a:blip r:embed="rId23"/>
                <a:stretch>
                  <a:fillRect/>
                </a:stretch>
              </p:blipFill>
              <p:spPr>
                <a:xfrm>
                  <a:off x="8016585" y="1615335"/>
                  <a:ext cx="96120" cy="114480"/>
                </a:xfrm>
                <a:prstGeom prst="rect">
                  <a:avLst/>
                </a:prstGeom>
              </p:spPr>
            </p:pic>
          </mc:Fallback>
        </mc:AlternateContent>
      </p:grpSp>
      <p:grpSp>
        <p:nvGrpSpPr>
          <p:cNvPr id="48" name="Group 47">
            <a:extLst>
              <a:ext uri="{FF2B5EF4-FFF2-40B4-BE49-F238E27FC236}">
                <a16:creationId xmlns:a16="http://schemas.microsoft.com/office/drawing/2014/main" id="{10565D8F-0BD1-6AE0-432C-002F23412CA1}"/>
              </a:ext>
            </a:extLst>
          </p:cNvPr>
          <p:cNvGrpSpPr/>
          <p:nvPr/>
        </p:nvGrpSpPr>
        <p:grpSpPr>
          <a:xfrm>
            <a:off x="8756385" y="655575"/>
            <a:ext cx="316800" cy="113400"/>
            <a:chOff x="8756385" y="655575"/>
            <a:chExt cx="316800" cy="113400"/>
          </a:xfrm>
        </p:grpSpPr>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75C5B6E7-73F5-A23C-6E8A-80F2FFEB3A67}"/>
                    </a:ext>
                  </a:extLst>
                </p14:cNvPr>
                <p14:cNvContentPartPr/>
                <p14:nvPr/>
              </p14:nvContentPartPr>
              <p14:xfrm>
                <a:off x="8756385" y="672855"/>
                <a:ext cx="316800" cy="77400"/>
              </p14:xfrm>
            </p:contentPart>
          </mc:Choice>
          <mc:Fallback xmlns="">
            <p:pic>
              <p:nvPicPr>
                <p:cNvPr id="37" name="Ink 36">
                  <a:extLst>
                    <a:ext uri="{FF2B5EF4-FFF2-40B4-BE49-F238E27FC236}">
                      <a16:creationId xmlns:a16="http://schemas.microsoft.com/office/drawing/2014/main" id="{75C5B6E7-73F5-A23C-6E8A-80F2FFEB3A67}"/>
                    </a:ext>
                  </a:extLst>
                </p:cNvPr>
                <p:cNvPicPr/>
                <p:nvPr/>
              </p:nvPicPr>
              <p:blipFill>
                <a:blip r:embed="rId25"/>
                <a:stretch>
                  <a:fillRect/>
                </a:stretch>
              </p:blipFill>
              <p:spPr>
                <a:xfrm>
                  <a:off x="8750265" y="666735"/>
                  <a:ext cx="3290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8" name="Ink 37">
                  <a:extLst>
                    <a:ext uri="{FF2B5EF4-FFF2-40B4-BE49-F238E27FC236}">
                      <a16:creationId xmlns:a16="http://schemas.microsoft.com/office/drawing/2014/main" id="{7999D50C-E089-F558-429F-8B66A3867092}"/>
                    </a:ext>
                  </a:extLst>
                </p14:cNvPr>
                <p14:cNvContentPartPr/>
                <p14:nvPr/>
              </p14:nvContentPartPr>
              <p14:xfrm>
                <a:off x="8906145" y="655575"/>
                <a:ext cx="100800" cy="113400"/>
              </p14:xfrm>
            </p:contentPart>
          </mc:Choice>
          <mc:Fallback xmlns="">
            <p:pic>
              <p:nvPicPr>
                <p:cNvPr id="38" name="Ink 37">
                  <a:extLst>
                    <a:ext uri="{FF2B5EF4-FFF2-40B4-BE49-F238E27FC236}">
                      <a16:creationId xmlns:a16="http://schemas.microsoft.com/office/drawing/2014/main" id="{7999D50C-E089-F558-429F-8B66A3867092}"/>
                    </a:ext>
                  </a:extLst>
                </p:cNvPr>
                <p:cNvPicPr/>
                <p:nvPr/>
              </p:nvPicPr>
              <p:blipFill>
                <a:blip r:embed="rId27"/>
                <a:stretch>
                  <a:fillRect/>
                </a:stretch>
              </p:blipFill>
              <p:spPr>
                <a:xfrm>
                  <a:off x="8900025" y="649455"/>
                  <a:ext cx="113040" cy="125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39" name="Ink 38">
                <a:extLst>
                  <a:ext uri="{FF2B5EF4-FFF2-40B4-BE49-F238E27FC236}">
                    <a16:creationId xmlns:a16="http://schemas.microsoft.com/office/drawing/2014/main" id="{8F4793D6-BDDF-A24B-1B28-74B0D1BB1167}"/>
                  </a:ext>
                </a:extLst>
              </p14:cNvPr>
              <p14:cNvContentPartPr/>
              <p14:nvPr/>
            </p14:nvContentPartPr>
            <p14:xfrm>
              <a:off x="9572505" y="474495"/>
              <a:ext cx="177120" cy="119880"/>
            </p14:xfrm>
          </p:contentPart>
        </mc:Choice>
        <mc:Fallback xmlns="">
          <p:pic>
            <p:nvPicPr>
              <p:cNvPr id="39" name="Ink 38">
                <a:extLst>
                  <a:ext uri="{FF2B5EF4-FFF2-40B4-BE49-F238E27FC236}">
                    <a16:creationId xmlns:a16="http://schemas.microsoft.com/office/drawing/2014/main" id="{8F4793D6-BDDF-A24B-1B28-74B0D1BB1167}"/>
                  </a:ext>
                </a:extLst>
              </p:cNvPr>
              <p:cNvPicPr/>
              <p:nvPr/>
            </p:nvPicPr>
            <p:blipFill>
              <a:blip r:embed="rId29"/>
              <a:stretch>
                <a:fillRect/>
              </a:stretch>
            </p:blipFill>
            <p:spPr>
              <a:xfrm>
                <a:off x="9566385" y="468375"/>
                <a:ext cx="189360" cy="132120"/>
              </a:xfrm>
              <a:prstGeom prst="rect">
                <a:avLst/>
              </a:prstGeom>
            </p:spPr>
          </p:pic>
        </mc:Fallback>
      </mc:AlternateContent>
      <p:grpSp>
        <p:nvGrpSpPr>
          <p:cNvPr id="47" name="Group 46">
            <a:extLst>
              <a:ext uri="{FF2B5EF4-FFF2-40B4-BE49-F238E27FC236}">
                <a16:creationId xmlns:a16="http://schemas.microsoft.com/office/drawing/2014/main" id="{20704D2A-9D0D-FA00-22CE-CBE4A171A9FD}"/>
              </a:ext>
            </a:extLst>
          </p:cNvPr>
          <p:cNvGrpSpPr/>
          <p:nvPr/>
        </p:nvGrpSpPr>
        <p:grpSpPr>
          <a:xfrm>
            <a:off x="7533105" y="2587335"/>
            <a:ext cx="291960" cy="102240"/>
            <a:chOff x="7533105" y="2587335"/>
            <a:chExt cx="291960" cy="102240"/>
          </a:xfrm>
        </p:grpSpPr>
        <mc:AlternateContent xmlns:mc="http://schemas.openxmlformats.org/markup-compatibility/2006" xmlns:p14="http://schemas.microsoft.com/office/powerpoint/2010/main">
          <mc:Choice Requires="p14">
            <p:contentPart p14:bwMode="auto" r:id="rId30">
              <p14:nvContentPartPr>
                <p14:cNvPr id="40" name="Ink 39">
                  <a:extLst>
                    <a:ext uri="{FF2B5EF4-FFF2-40B4-BE49-F238E27FC236}">
                      <a16:creationId xmlns:a16="http://schemas.microsoft.com/office/drawing/2014/main" id="{7D7D200B-2A0C-23DE-96E9-F30B15B9F64D}"/>
                    </a:ext>
                  </a:extLst>
                </p14:cNvPr>
                <p14:cNvContentPartPr/>
                <p14:nvPr/>
              </p14:nvContentPartPr>
              <p14:xfrm>
                <a:off x="7533105" y="2611095"/>
                <a:ext cx="291960" cy="54720"/>
              </p14:xfrm>
            </p:contentPart>
          </mc:Choice>
          <mc:Fallback xmlns="">
            <p:pic>
              <p:nvPicPr>
                <p:cNvPr id="40" name="Ink 39">
                  <a:extLst>
                    <a:ext uri="{FF2B5EF4-FFF2-40B4-BE49-F238E27FC236}">
                      <a16:creationId xmlns:a16="http://schemas.microsoft.com/office/drawing/2014/main" id="{7D7D200B-2A0C-23DE-96E9-F30B15B9F64D}"/>
                    </a:ext>
                  </a:extLst>
                </p:cNvPr>
                <p:cNvPicPr/>
                <p:nvPr/>
              </p:nvPicPr>
              <p:blipFill>
                <a:blip r:embed="rId31"/>
                <a:stretch>
                  <a:fillRect/>
                </a:stretch>
              </p:blipFill>
              <p:spPr>
                <a:xfrm>
                  <a:off x="7526985" y="2604975"/>
                  <a:ext cx="3042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1" name="Ink 40">
                  <a:extLst>
                    <a:ext uri="{FF2B5EF4-FFF2-40B4-BE49-F238E27FC236}">
                      <a16:creationId xmlns:a16="http://schemas.microsoft.com/office/drawing/2014/main" id="{FC81AE5E-9F9E-E99E-24FD-3986D696ED76}"/>
                    </a:ext>
                  </a:extLst>
                </p14:cNvPr>
                <p14:cNvContentPartPr/>
                <p14:nvPr/>
              </p14:nvContentPartPr>
              <p14:xfrm>
                <a:off x="7668105" y="2587335"/>
                <a:ext cx="75960" cy="102240"/>
              </p14:xfrm>
            </p:contentPart>
          </mc:Choice>
          <mc:Fallback xmlns="">
            <p:pic>
              <p:nvPicPr>
                <p:cNvPr id="41" name="Ink 40">
                  <a:extLst>
                    <a:ext uri="{FF2B5EF4-FFF2-40B4-BE49-F238E27FC236}">
                      <a16:creationId xmlns:a16="http://schemas.microsoft.com/office/drawing/2014/main" id="{FC81AE5E-9F9E-E99E-24FD-3986D696ED76}"/>
                    </a:ext>
                  </a:extLst>
                </p:cNvPr>
                <p:cNvPicPr/>
                <p:nvPr/>
              </p:nvPicPr>
              <p:blipFill>
                <a:blip r:embed="rId33"/>
                <a:stretch>
                  <a:fillRect/>
                </a:stretch>
              </p:blipFill>
              <p:spPr>
                <a:xfrm>
                  <a:off x="7661985" y="2581215"/>
                  <a:ext cx="88200" cy="114480"/>
                </a:xfrm>
                <a:prstGeom prst="rect">
                  <a:avLst/>
                </a:prstGeom>
              </p:spPr>
            </p:pic>
          </mc:Fallback>
        </mc:AlternateContent>
      </p:grpSp>
      <p:grpSp>
        <p:nvGrpSpPr>
          <p:cNvPr id="46" name="Group 45">
            <a:extLst>
              <a:ext uri="{FF2B5EF4-FFF2-40B4-BE49-F238E27FC236}">
                <a16:creationId xmlns:a16="http://schemas.microsoft.com/office/drawing/2014/main" id="{24B8E244-8AAC-16C2-C3E7-0DACE1DFD208}"/>
              </a:ext>
            </a:extLst>
          </p:cNvPr>
          <p:cNvGrpSpPr/>
          <p:nvPr/>
        </p:nvGrpSpPr>
        <p:grpSpPr>
          <a:xfrm>
            <a:off x="8271825" y="2068935"/>
            <a:ext cx="254520" cy="117720"/>
            <a:chOff x="8271825" y="2068935"/>
            <a:chExt cx="254520" cy="117720"/>
          </a:xfrm>
        </p:grpSpPr>
        <mc:AlternateContent xmlns:mc="http://schemas.openxmlformats.org/markup-compatibility/2006" xmlns:p14="http://schemas.microsoft.com/office/powerpoint/2010/main">
          <mc:Choice Requires="p14">
            <p:contentPart p14:bwMode="auto" r:id="rId34">
              <p14:nvContentPartPr>
                <p14:cNvPr id="42" name="Ink 41">
                  <a:extLst>
                    <a:ext uri="{FF2B5EF4-FFF2-40B4-BE49-F238E27FC236}">
                      <a16:creationId xmlns:a16="http://schemas.microsoft.com/office/drawing/2014/main" id="{8F0744CA-1E1F-EAEC-E152-F87DF58849AE}"/>
                    </a:ext>
                  </a:extLst>
                </p14:cNvPr>
                <p14:cNvContentPartPr/>
                <p14:nvPr/>
              </p14:nvContentPartPr>
              <p14:xfrm>
                <a:off x="8271825" y="2153175"/>
                <a:ext cx="254520" cy="19800"/>
              </p14:xfrm>
            </p:contentPart>
          </mc:Choice>
          <mc:Fallback xmlns="">
            <p:pic>
              <p:nvPicPr>
                <p:cNvPr id="42" name="Ink 41">
                  <a:extLst>
                    <a:ext uri="{FF2B5EF4-FFF2-40B4-BE49-F238E27FC236}">
                      <a16:creationId xmlns:a16="http://schemas.microsoft.com/office/drawing/2014/main" id="{8F0744CA-1E1F-EAEC-E152-F87DF58849AE}"/>
                    </a:ext>
                  </a:extLst>
                </p:cNvPr>
                <p:cNvPicPr/>
                <p:nvPr/>
              </p:nvPicPr>
              <p:blipFill>
                <a:blip r:embed="rId35"/>
                <a:stretch>
                  <a:fillRect/>
                </a:stretch>
              </p:blipFill>
              <p:spPr>
                <a:xfrm>
                  <a:off x="8265705" y="2147055"/>
                  <a:ext cx="2667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3" name="Ink 42">
                  <a:extLst>
                    <a:ext uri="{FF2B5EF4-FFF2-40B4-BE49-F238E27FC236}">
                      <a16:creationId xmlns:a16="http://schemas.microsoft.com/office/drawing/2014/main" id="{98CC8CE8-241B-F38D-C235-C2FB3258C51E}"/>
                    </a:ext>
                  </a:extLst>
                </p14:cNvPr>
                <p14:cNvContentPartPr/>
                <p14:nvPr/>
              </p14:nvContentPartPr>
              <p14:xfrm>
                <a:off x="8420145" y="2068935"/>
                <a:ext cx="67680" cy="117720"/>
              </p14:xfrm>
            </p:contentPart>
          </mc:Choice>
          <mc:Fallback xmlns="">
            <p:pic>
              <p:nvPicPr>
                <p:cNvPr id="43" name="Ink 42">
                  <a:extLst>
                    <a:ext uri="{FF2B5EF4-FFF2-40B4-BE49-F238E27FC236}">
                      <a16:creationId xmlns:a16="http://schemas.microsoft.com/office/drawing/2014/main" id="{98CC8CE8-241B-F38D-C235-C2FB3258C51E}"/>
                    </a:ext>
                  </a:extLst>
                </p:cNvPr>
                <p:cNvPicPr/>
                <p:nvPr/>
              </p:nvPicPr>
              <p:blipFill>
                <a:blip r:embed="rId37"/>
                <a:stretch>
                  <a:fillRect/>
                </a:stretch>
              </p:blipFill>
              <p:spPr>
                <a:xfrm>
                  <a:off x="8414025" y="2062815"/>
                  <a:ext cx="79920" cy="129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44" name="Ink 43">
                <a:extLst>
                  <a:ext uri="{FF2B5EF4-FFF2-40B4-BE49-F238E27FC236}">
                    <a16:creationId xmlns:a16="http://schemas.microsoft.com/office/drawing/2014/main" id="{9FC5F3EF-1305-5658-71EB-89F3F9212743}"/>
                  </a:ext>
                </a:extLst>
              </p14:cNvPr>
              <p14:cNvContentPartPr/>
              <p14:nvPr/>
            </p14:nvContentPartPr>
            <p14:xfrm>
              <a:off x="8720745" y="1872375"/>
              <a:ext cx="58680" cy="7560"/>
            </p14:xfrm>
          </p:contentPart>
        </mc:Choice>
        <mc:Fallback xmlns="">
          <p:pic>
            <p:nvPicPr>
              <p:cNvPr id="44" name="Ink 43">
                <a:extLst>
                  <a:ext uri="{FF2B5EF4-FFF2-40B4-BE49-F238E27FC236}">
                    <a16:creationId xmlns:a16="http://schemas.microsoft.com/office/drawing/2014/main" id="{9FC5F3EF-1305-5658-71EB-89F3F9212743}"/>
                  </a:ext>
                </a:extLst>
              </p:cNvPr>
              <p:cNvPicPr/>
              <p:nvPr/>
            </p:nvPicPr>
            <p:blipFill>
              <a:blip r:embed="rId39"/>
              <a:stretch>
                <a:fillRect/>
              </a:stretch>
            </p:blipFill>
            <p:spPr>
              <a:xfrm>
                <a:off x="8714625" y="1866255"/>
                <a:ext cx="7092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5" name="Ink 44">
                <a:extLst>
                  <a:ext uri="{FF2B5EF4-FFF2-40B4-BE49-F238E27FC236}">
                    <a16:creationId xmlns:a16="http://schemas.microsoft.com/office/drawing/2014/main" id="{377382A8-E519-B660-A231-6442AF3A8750}"/>
                  </a:ext>
                </a:extLst>
              </p14:cNvPr>
              <p14:cNvContentPartPr/>
              <p14:nvPr/>
            </p14:nvContentPartPr>
            <p14:xfrm>
              <a:off x="9037545" y="1727295"/>
              <a:ext cx="97560" cy="60120"/>
            </p14:xfrm>
          </p:contentPart>
        </mc:Choice>
        <mc:Fallback xmlns="">
          <p:pic>
            <p:nvPicPr>
              <p:cNvPr id="45" name="Ink 44">
                <a:extLst>
                  <a:ext uri="{FF2B5EF4-FFF2-40B4-BE49-F238E27FC236}">
                    <a16:creationId xmlns:a16="http://schemas.microsoft.com/office/drawing/2014/main" id="{377382A8-E519-B660-A231-6442AF3A8750}"/>
                  </a:ext>
                </a:extLst>
              </p:cNvPr>
              <p:cNvPicPr/>
              <p:nvPr/>
            </p:nvPicPr>
            <p:blipFill>
              <a:blip r:embed="rId41"/>
              <a:stretch>
                <a:fillRect/>
              </a:stretch>
            </p:blipFill>
            <p:spPr>
              <a:xfrm>
                <a:off x="9031425" y="1721175"/>
                <a:ext cx="1098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0" name="Ink 49">
                <a:extLst>
                  <a:ext uri="{FF2B5EF4-FFF2-40B4-BE49-F238E27FC236}">
                    <a16:creationId xmlns:a16="http://schemas.microsoft.com/office/drawing/2014/main" id="{B3990560-0417-E74D-2B94-1D6E91487706}"/>
                  </a:ext>
                </a:extLst>
              </p14:cNvPr>
              <p14:cNvContentPartPr/>
              <p14:nvPr/>
            </p14:nvContentPartPr>
            <p14:xfrm>
              <a:off x="9614625" y="1043295"/>
              <a:ext cx="240120" cy="138240"/>
            </p14:xfrm>
          </p:contentPart>
        </mc:Choice>
        <mc:Fallback xmlns="">
          <p:pic>
            <p:nvPicPr>
              <p:cNvPr id="50" name="Ink 49">
                <a:extLst>
                  <a:ext uri="{FF2B5EF4-FFF2-40B4-BE49-F238E27FC236}">
                    <a16:creationId xmlns:a16="http://schemas.microsoft.com/office/drawing/2014/main" id="{B3990560-0417-E74D-2B94-1D6E91487706}"/>
                  </a:ext>
                </a:extLst>
              </p:cNvPr>
              <p:cNvPicPr/>
              <p:nvPr/>
            </p:nvPicPr>
            <p:blipFill>
              <a:blip r:embed="rId43"/>
              <a:stretch>
                <a:fillRect/>
              </a:stretch>
            </p:blipFill>
            <p:spPr>
              <a:xfrm>
                <a:off x="9608505" y="1037175"/>
                <a:ext cx="252360" cy="150480"/>
              </a:xfrm>
              <a:prstGeom prst="rect">
                <a:avLst/>
              </a:prstGeom>
            </p:spPr>
          </p:pic>
        </mc:Fallback>
      </mc:AlternateContent>
      <p:grpSp>
        <p:nvGrpSpPr>
          <p:cNvPr id="96" name="Group 95">
            <a:extLst>
              <a:ext uri="{FF2B5EF4-FFF2-40B4-BE49-F238E27FC236}">
                <a16:creationId xmlns:a16="http://schemas.microsoft.com/office/drawing/2014/main" id="{9A1B1681-A7F8-A010-B5A5-B172DF4520DC}"/>
              </a:ext>
            </a:extLst>
          </p:cNvPr>
          <p:cNvGrpSpPr/>
          <p:nvPr/>
        </p:nvGrpSpPr>
        <p:grpSpPr>
          <a:xfrm>
            <a:off x="1118985" y="257055"/>
            <a:ext cx="2229120" cy="1931400"/>
            <a:chOff x="1118985" y="257055"/>
            <a:chExt cx="2229120" cy="1931400"/>
          </a:xfrm>
        </p:grpSpPr>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711A4737-780E-2F04-C4D0-7C1C15C195F0}"/>
                    </a:ext>
                  </a:extLst>
                </p14:cNvPr>
                <p14:cNvContentPartPr/>
                <p14:nvPr/>
              </p14:nvContentPartPr>
              <p14:xfrm>
                <a:off x="1209345" y="1936455"/>
                <a:ext cx="276120" cy="252000"/>
              </p14:xfrm>
            </p:contentPart>
          </mc:Choice>
          <mc:Fallback xmlns="">
            <p:pic>
              <p:nvPicPr>
                <p:cNvPr id="24" name="Ink 23">
                  <a:extLst>
                    <a:ext uri="{FF2B5EF4-FFF2-40B4-BE49-F238E27FC236}">
                      <a16:creationId xmlns:a16="http://schemas.microsoft.com/office/drawing/2014/main" id="{711A4737-780E-2F04-C4D0-7C1C15C195F0}"/>
                    </a:ext>
                  </a:extLst>
                </p:cNvPr>
                <p:cNvPicPr/>
                <p:nvPr/>
              </p:nvPicPr>
              <p:blipFill>
                <a:blip r:embed="rId45"/>
                <a:stretch>
                  <a:fillRect/>
                </a:stretch>
              </p:blipFill>
              <p:spPr>
                <a:xfrm>
                  <a:off x="1203225" y="1930335"/>
                  <a:ext cx="28836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1" name="Ink 10">
                  <a:extLst>
                    <a:ext uri="{FF2B5EF4-FFF2-40B4-BE49-F238E27FC236}">
                      <a16:creationId xmlns:a16="http://schemas.microsoft.com/office/drawing/2014/main" id="{D63DAB61-0D31-9508-DADC-2D8CF67D167F}"/>
                    </a:ext>
                  </a:extLst>
                </p14:cNvPr>
                <p14:cNvContentPartPr/>
                <p14:nvPr/>
              </p14:nvContentPartPr>
              <p14:xfrm>
                <a:off x="1240665" y="2052735"/>
                <a:ext cx="204120" cy="42120"/>
              </p14:xfrm>
            </p:contentPart>
          </mc:Choice>
          <mc:Fallback xmlns="">
            <p:pic>
              <p:nvPicPr>
                <p:cNvPr id="11" name="Ink 10">
                  <a:extLst>
                    <a:ext uri="{FF2B5EF4-FFF2-40B4-BE49-F238E27FC236}">
                      <a16:creationId xmlns:a16="http://schemas.microsoft.com/office/drawing/2014/main" id="{D63DAB61-0D31-9508-DADC-2D8CF67D167F}"/>
                    </a:ext>
                  </a:extLst>
                </p:cNvPr>
                <p:cNvPicPr/>
                <p:nvPr/>
              </p:nvPicPr>
              <p:blipFill>
                <a:blip r:embed="rId47"/>
                <a:stretch>
                  <a:fillRect/>
                </a:stretch>
              </p:blipFill>
              <p:spPr>
                <a:xfrm>
                  <a:off x="1234545" y="2046615"/>
                  <a:ext cx="2163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2" name="Ink 11">
                  <a:extLst>
                    <a:ext uri="{FF2B5EF4-FFF2-40B4-BE49-F238E27FC236}">
                      <a16:creationId xmlns:a16="http://schemas.microsoft.com/office/drawing/2014/main" id="{DFE72418-6557-EA4A-9563-3B68CDF161A8}"/>
                    </a:ext>
                  </a:extLst>
                </p14:cNvPr>
                <p14:cNvContentPartPr/>
                <p14:nvPr/>
              </p14:nvContentPartPr>
              <p14:xfrm>
                <a:off x="1328145" y="1969215"/>
                <a:ext cx="58680" cy="142200"/>
              </p14:xfrm>
            </p:contentPart>
          </mc:Choice>
          <mc:Fallback xmlns="">
            <p:pic>
              <p:nvPicPr>
                <p:cNvPr id="12" name="Ink 11">
                  <a:extLst>
                    <a:ext uri="{FF2B5EF4-FFF2-40B4-BE49-F238E27FC236}">
                      <a16:creationId xmlns:a16="http://schemas.microsoft.com/office/drawing/2014/main" id="{DFE72418-6557-EA4A-9563-3B68CDF161A8}"/>
                    </a:ext>
                  </a:extLst>
                </p:cNvPr>
                <p:cNvPicPr/>
                <p:nvPr/>
              </p:nvPicPr>
              <p:blipFill>
                <a:blip r:embed="rId49"/>
                <a:stretch>
                  <a:fillRect/>
                </a:stretch>
              </p:blipFill>
              <p:spPr>
                <a:xfrm>
                  <a:off x="1322025" y="1963095"/>
                  <a:ext cx="709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4" name="Ink 13">
                  <a:extLst>
                    <a:ext uri="{FF2B5EF4-FFF2-40B4-BE49-F238E27FC236}">
                      <a16:creationId xmlns:a16="http://schemas.microsoft.com/office/drawing/2014/main" id="{A6913344-D39B-346C-12EA-563D9F0D84E4}"/>
                    </a:ext>
                  </a:extLst>
                </p14:cNvPr>
                <p14:cNvContentPartPr/>
                <p14:nvPr/>
              </p14:nvContentPartPr>
              <p14:xfrm>
                <a:off x="1311945" y="1977495"/>
                <a:ext cx="52920" cy="183600"/>
              </p14:xfrm>
            </p:contentPart>
          </mc:Choice>
          <mc:Fallback xmlns="">
            <p:pic>
              <p:nvPicPr>
                <p:cNvPr id="14" name="Ink 13">
                  <a:extLst>
                    <a:ext uri="{FF2B5EF4-FFF2-40B4-BE49-F238E27FC236}">
                      <a16:creationId xmlns:a16="http://schemas.microsoft.com/office/drawing/2014/main" id="{A6913344-D39B-346C-12EA-563D9F0D84E4}"/>
                    </a:ext>
                  </a:extLst>
                </p:cNvPr>
                <p:cNvPicPr/>
                <p:nvPr/>
              </p:nvPicPr>
              <p:blipFill>
                <a:blip r:embed="rId51"/>
                <a:stretch>
                  <a:fillRect/>
                </a:stretch>
              </p:blipFill>
              <p:spPr>
                <a:xfrm>
                  <a:off x="1305825" y="1971375"/>
                  <a:ext cx="651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5" name="Ink 14">
                  <a:extLst>
                    <a:ext uri="{FF2B5EF4-FFF2-40B4-BE49-F238E27FC236}">
                      <a16:creationId xmlns:a16="http://schemas.microsoft.com/office/drawing/2014/main" id="{6AEB3D32-C5DA-600C-9C54-DAE2F771225F}"/>
                    </a:ext>
                  </a:extLst>
                </p14:cNvPr>
                <p14:cNvContentPartPr/>
                <p14:nvPr/>
              </p14:nvContentPartPr>
              <p14:xfrm>
                <a:off x="1282065" y="1985055"/>
                <a:ext cx="79560" cy="162360"/>
              </p14:xfrm>
            </p:contentPart>
          </mc:Choice>
          <mc:Fallback xmlns="">
            <p:pic>
              <p:nvPicPr>
                <p:cNvPr id="15" name="Ink 14">
                  <a:extLst>
                    <a:ext uri="{FF2B5EF4-FFF2-40B4-BE49-F238E27FC236}">
                      <a16:creationId xmlns:a16="http://schemas.microsoft.com/office/drawing/2014/main" id="{6AEB3D32-C5DA-600C-9C54-DAE2F771225F}"/>
                    </a:ext>
                  </a:extLst>
                </p:cNvPr>
                <p:cNvPicPr/>
                <p:nvPr/>
              </p:nvPicPr>
              <p:blipFill>
                <a:blip r:embed="rId53"/>
                <a:stretch>
                  <a:fillRect/>
                </a:stretch>
              </p:blipFill>
              <p:spPr>
                <a:xfrm>
                  <a:off x="1275945" y="1978935"/>
                  <a:ext cx="918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1" name="Ink 50">
                  <a:extLst>
                    <a:ext uri="{FF2B5EF4-FFF2-40B4-BE49-F238E27FC236}">
                      <a16:creationId xmlns:a16="http://schemas.microsoft.com/office/drawing/2014/main" id="{BB4AE15A-09A8-7856-EEE2-C2E4F60F33D2}"/>
                    </a:ext>
                  </a:extLst>
                </p14:cNvPr>
                <p14:cNvContentPartPr/>
                <p14:nvPr/>
              </p14:nvContentPartPr>
              <p14:xfrm>
                <a:off x="1249305" y="2076135"/>
                <a:ext cx="37080" cy="41400"/>
              </p14:xfrm>
            </p:contentPart>
          </mc:Choice>
          <mc:Fallback xmlns="">
            <p:pic>
              <p:nvPicPr>
                <p:cNvPr id="51" name="Ink 50">
                  <a:extLst>
                    <a:ext uri="{FF2B5EF4-FFF2-40B4-BE49-F238E27FC236}">
                      <a16:creationId xmlns:a16="http://schemas.microsoft.com/office/drawing/2014/main" id="{BB4AE15A-09A8-7856-EEE2-C2E4F60F33D2}"/>
                    </a:ext>
                  </a:extLst>
                </p:cNvPr>
                <p:cNvPicPr/>
                <p:nvPr/>
              </p:nvPicPr>
              <p:blipFill>
                <a:blip r:embed="rId55"/>
                <a:stretch>
                  <a:fillRect/>
                </a:stretch>
              </p:blipFill>
              <p:spPr>
                <a:xfrm>
                  <a:off x="1243185" y="2070015"/>
                  <a:ext cx="493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7" name="Ink 66">
                  <a:extLst>
                    <a:ext uri="{FF2B5EF4-FFF2-40B4-BE49-F238E27FC236}">
                      <a16:creationId xmlns:a16="http://schemas.microsoft.com/office/drawing/2014/main" id="{B3C64F49-FCBF-0266-E101-940963B4CAA4}"/>
                    </a:ext>
                  </a:extLst>
                </p14:cNvPr>
                <p14:cNvContentPartPr/>
                <p14:nvPr/>
              </p14:nvContentPartPr>
              <p14:xfrm>
                <a:off x="1631985" y="1981455"/>
                <a:ext cx="288360" cy="85680"/>
              </p14:xfrm>
            </p:contentPart>
          </mc:Choice>
          <mc:Fallback xmlns="">
            <p:pic>
              <p:nvPicPr>
                <p:cNvPr id="67" name="Ink 66">
                  <a:extLst>
                    <a:ext uri="{FF2B5EF4-FFF2-40B4-BE49-F238E27FC236}">
                      <a16:creationId xmlns:a16="http://schemas.microsoft.com/office/drawing/2014/main" id="{B3C64F49-FCBF-0266-E101-940963B4CAA4}"/>
                    </a:ext>
                  </a:extLst>
                </p:cNvPr>
                <p:cNvPicPr/>
                <p:nvPr/>
              </p:nvPicPr>
              <p:blipFill>
                <a:blip r:embed="rId57"/>
                <a:stretch>
                  <a:fillRect/>
                </a:stretch>
              </p:blipFill>
              <p:spPr>
                <a:xfrm>
                  <a:off x="1625865" y="1975335"/>
                  <a:ext cx="3006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8" name="Ink 67">
                  <a:extLst>
                    <a:ext uri="{FF2B5EF4-FFF2-40B4-BE49-F238E27FC236}">
                      <a16:creationId xmlns:a16="http://schemas.microsoft.com/office/drawing/2014/main" id="{784EC687-BE21-F1D9-98B2-59E76D9D85DE}"/>
                    </a:ext>
                  </a:extLst>
                </p14:cNvPr>
                <p14:cNvContentPartPr/>
                <p14:nvPr/>
              </p14:nvContentPartPr>
              <p14:xfrm>
                <a:off x="1797585" y="1931055"/>
                <a:ext cx="64440" cy="116640"/>
              </p14:xfrm>
            </p:contentPart>
          </mc:Choice>
          <mc:Fallback xmlns="">
            <p:pic>
              <p:nvPicPr>
                <p:cNvPr id="68" name="Ink 67">
                  <a:extLst>
                    <a:ext uri="{FF2B5EF4-FFF2-40B4-BE49-F238E27FC236}">
                      <a16:creationId xmlns:a16="http://schemas.microsoft.com/office/drawing/2014/main" id="{784EC687-BE21-F1D9-98B2-59E76D9D85DE}"/>
                    </a:ext>
                  </a:extLst>
                </p:cNvPr>
                <p:cNvPicPr/>
                <p:nvPr/>
              </p:nvPicPr>
              <p:blipFill>
                <a:blip r:embed="rId59"/>
                <a:stretch>
                  <a:fillRect/>
                </a:stretch>
              </p:blipFill>
              <p:spPr>
                <a:xfrm>
                  <a:off x="1791465" y="1924935"/>
                  <a:ext cx="7668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7" name="Ink 16">
                  <a:extLst>
                    <a:ext uri="{FF2B5EF4-FFF2-40B4-BE49-F238E27FC236}">
                      <a16:creationId xmlns:a16="http://schemas.microsoft.com/office/drawing/2014/main" id="{6B25E531-6767-105B-1290-C082F1DFF99E}"/>
                    </a:ext>
                  </a:extLst>
                </p14:cNvPr>
                <p14:cNvContentPartPr/>
                <p14:nvPr/>
              </p14:nvContentPartPr>
              <p14:xfrm>
                <a:off x="2342985" y="1175055"/>
                <a:ext cx="169560" cy="36360"/>
              </p14:xfrm>
            </p:contentPart>
          </mc:Choice>
          <mc:Fallback xmlns="">
            <p:pic>
              <p:nvPicPr>
                <p:cNvPr id="17" name="Ink 16">
                  <a:extLst>
                    <a:ext uri="{FF2B5EF4-FFF2-40B4-BE49-F238E27FC236}">
                      <a16:creationId xmlns:a16="http://schemas.microsoft.com/office/drawing/2014/main" id="{6B25E531-6767-105B-1290-C082F1DFF99E}"/>
                    </a:ext>
                  </a:extLst>
                </p:cNvPr>
                <p:cNvPicPr/>
                <p:nvPr/>
              </p:nvPicPr>
              <p:blipFill>
                <a:blip r:embed="rId61"/>
                <a:stretch>
                  <a:fillRect/>
                </a:stretch>
              </p:blipFill>
              <p:spPr>
                <a:xfrm>
                  <a:off x="2336865" y="1168935"/>
                  <a:ext cx="1818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8" name="Ink 17">
                  <a:extLst>
                    <a:ext uri="{FF2B5EF4-FFF2-40B4-BE49-F238E27FC236}">
                      <a16:creationId xmlns:a16="http://schemas.microsoft.com/office/drawing/2014/main" id="{71BDC671-4080-3864-4763-F9BBDADDBA00}"/>
                    </a:ext>
                  </a:extLst>
                </p14:cNvPr>
                <p14:cNvContentPartPr/>
                <p14:nvPr/>
              </p14:nvContentPartPr>
              <p14:xfrm>
                <a:off x="2392665" y="1131855"/>
                <a:ext cx="32760" cy="201960"/>
              </p14:xfrm>
            </p:contentPart>
          </mc:Choice>
          <mc:Fallback xmlns="">
            <p:pic>
              <p:nvPicPr>
                <p:cNvPr id="18" name="Ink 17">
                  <a:extLst>
                    <a:ext uri="{FF2B5EF4-FFF2-40B4-BE49-F238E27FC236}">
                      <a16:creationId xmlns:a16="http://schemas.microsoft.com/office/drawing/2014/main" id="{71BDC671-4080-3864-4763-F9BBDADDBA00}"/>
                    </a:ext>
                  </a:extLst>
                </p:cNvPr>
                <p:cNvPicPr/>
                <p:nvPr/>
              </p:nvPicPr>
              <p:blipFill>
                <a:blip r:embed="rId63"/>
                <a:stretch>
                  <a:fillRect/>
                </a:stretch>
              </p:blipFill>
              <p:spPr>
                <a:xfrm>
                  <a:off x="2386545" y="1125735"/>
                  <a:ext cx="450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9" name="Ink 18">
                  <a:extLst>
                    <a:ext uri="{FF2B5EF4-FFF2-40B4-BE49-F238E27FC236}">
                      <a16:creationId xmlns:a16="http://schemas.microsoft.com/office/drawing/2014/main" id="{483F3244-A93C-A67A-6642-DE512363E969}"/>
                    </a:ext>
                  </a:extLst>
                </p14:cNvPr>
                <p14:cNvContentPartPr/>
                <p14:nvPr/>
              </p14:nvContentPartPr>
              <p14:xfrm>
                <a:off x="2375025" y="1095855"/>
                <a:ext cx="47160" cy="115560"/>
              </p14:xfrm>
            </p:contentPart>
          </mc:Choice>
          <mc:Fallback xmlns="">
            <p:pic>
              <p:nvPicPr>
                <p:cNvPr id="19" name="Ink 18">
                  <a:extLst>
                    <a:ext uri="{FF2B5EF4-FFF2-40B4-BE49-F238E27FC236}">
                      <a16:creationId xmlns:a16="http://schemas.microsoft.com/office/drawing/2014/main" id="{483F3244-A93C-A67A-6642-DE512363E969}"/>
                    </a:ext>
                  </a:extLst>
                </p:cNvPr>
                <p:cNvPicPr/>
                <p:nvPr/>
              </p:nvPicPr>
              <p:blipFill>
                <a:blip r:embed="rId65"/>
                <a:stretch>
                  <a:fillRect/>
                </a:stretch>
              </p:blipFill>
              <p:spPr>
                <a:xfrm>
                  <a:off x="2368905" y="1089735"/>
                  <a:ext cx="59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0" name="Ink 19">
                  <a:extLst>
                    <a:ext uri="{FF2B5EF4-FFF2-40B4-BE49-F238E27FC236}">
                      <a16:creationId xmlns:a16="http://schemas.microsoft.com/office/drawing/2014/main" id="{6372FC2F-33EF-1352-049B-7847E9062EEE}"/>
                    </a:ext>
                  </a:extLst>
                </p14:cNvPr>
                <p14:cNvContentPartPr/>
                <p14:nvPr/>
              </p14:nvContentPartPr>
              <p14:xfrm>
                <a:off x="2260545" y="1114215"/>
                <a:ext cx="189000" cy="142200"/>
              </p14:xfrm>
            </p:contentPart>
          </mc:Choice>
          <mc:Fallback xmlns="">
            <p:pic>
              <p:nvPicPr>
                <p:cNvPr id="20" name="Ink 19">
                  <a:extLst>
                    <a:ext uri="{FF2B5EF4-FFF2-40B4-BE49-F238E27FC236}">
                      <a16:creationId xmlns:a16="http://schemas.microsoft.com/office/drawing/2014/main" id="{6372FC2F-33EF-1352-049B-7847E9062EEE}"/>
                    </a:ext>
                  </a:extLst>
                </p:cNvPr>
                <p:cNvPicPr/>
                <p:nvPr/>
              </p:nvPicPr>
              <p:blipFill>
                <a:blip r:embed="rId67"/>
                <a:stretch>
                  <a:fillRect/>
                </a:stretch>
              </p:blipFill>
              <p:spPr>
                <a:xfrm>
                  <a:off x="2254425" y="1108095"/>
                  <a:ext cx="2012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5" name="Ink 24">
                  <a:extLst>
                    <a:ext uri="{FF2B5EF4-FFF2-40B4-BE49-F238E27FC236}">
                      <a16:creationId xmlns:a16="http://schemas.microsoft.com/office/drawing/2014/main" id="{E3E4745C-1B5E-445A-0066-29AAB75141DC}"/>
                    </a:ext>
                  </a:extLst>
                </p14:cNvPr>
                <p14:cNvContentPartPr/>
                <p14:nvPr/>
              </p14:nvContentPartPr>
              <p14:xfrm>
                <a:off x="2365665" y="1113135"/>
                <a:ext cx="121680" cy="48600"/>
              </p14:xfrm>
            </p:contentPart>
          </mc:Choice>
          <mc:Fallback xmlns="">
            <p:pic>
              <p:nvPicPr>
                <p:cNvPr id="25" name="Ink 24">
                  <a:extLst>
                    <a:ext uri="{FF2B5EF4-FFF2-40B4-BE49-F238E27FC236}">
                      <a16:creationId xmlns:a16="http://schemas.microsoft.com/office/drawing/2014/main" id="{E3E4745C-1B5E-445A-0066-29AAB75141DC}"/>
                    </a:ext>
                  </a:extLst>
                </p:cNvPr>
                <p:cNvPicPr/>
                <p:nvPr/>
              </p:nvPicPr>
              <p:blipFill>
                <a:blip r:embed="rId69"/>
                <a:stretch>
                  <a:fillRect/>
                </a:stretch>
              </p:blipFill>
              <p:spPr>
                <a:xfrm>
                  <a:off x="2359545" y="1107015"/>
                  <a:ext cx="1339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6" name="Ink 25">
                  <a:extLst>
                    <a:ext uri="{FF2B5EF4-FFF2-40B4-BE49-F238E27FC236}">
                      <a16:creationId xmlns:a16="http://schemas.microsoft.com/office/drawing/2014/main" id="{4C51D0FF-C74C-BB97-505B-0A8DB62AB6CE}"/>
                    </a:ext>
                  </a:extLst>
                </p14:cNvPr>
                <p14:cNvContentPartPr/>
                <p14:nvPr/>
              </p14:nvContentPartPr>
              <p14:xfrm>
                <a:off x="2333985" y="1098735"/>
                <a:ext cx="39240" cy="97200"/>
              </p14:xfrm>
            </p:contentPart>
          </mc:Choice>
          <mc:Fallback xmlns="">
            <p:pic>
              <p:nvPicPr>
                <p:cNvPr id="26" name="Ink 25">
                  <a:extLst>
                    <a:ext uri="{FF2B5EF4-FFF2-40B4-BE49-F238E27FC236}">
                      <a16:creationId xmlns:a16="http://schemas.microsoft.com/office/drawing/2014/main" id="{4C51D0FF-C74C-BB97-505B-0A8DB62AB6CE}"/>
                    </a:ext>
                  </a:extLst>
                </p:cNvPr>
                <p:cNvPicPr/>
                <p:nvPr/>
              </p:nvPicPr>
              <p:blipFill>
                <a:blip r:embed="rId71"/>
                <a:stretch>
                  <a:fillRect/>
                </a:stretch>
              </p:blipFill>
              <p:spPr>
                <a:xfrm>
                  <a:off x="2327865" y="1092615"/>
                  <a:ext cx="5148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3" name="Ink 52">
                  <a:extLst>
                    <a:ext uri="{FF2B5EF4-FFF2-40B4-BE49-F238E27FC236}">
                      <a16:creationId xmlns:a16="http://schemas.microsoft.com/office/drawing/2014/main" id="{F01A3568-D35C-E3E2-AF58-93E7CF65DA8E}"/>
                    </a:ext>
                  </a:extLst>
                </p14:cNvPr>
                <p14:cNvContentPartPr/>
                <p14:nvPr/>
              </p14:nvContentPartPr>
              <p14:xfrm>
                <a:off x="1118985" y="1809735"/>
                <a:ext cx="225360" cy="18000"/>
              </p14:xfrm>
            </p:contentPart>
          </mc:Choice>
          <mc:Fallback xmlns="">
            <p:pic>
              <p:nvPicPr>
                <p:cNvPr id="53" name="Ink 52">
                  <a:extLst>
                    <a:ext uri="{FF2B5EF4-FFF2-40B4-BE49-F238E27FC236}">
                      <a16:creationId xmlns:a16="http://schemas.microsoft.com/office/drawing/2014/main" id="{F01A3568-D35C-E3E2-AF58-93E7CF65DA8E}"/>
                    </a:ext>
                  </a:extLst>
                </p:cNvPr>
                <p:cNvPicPr/>
                <p:nvPr/>
              </p:nvPicPr>
              <p:blipFill>
                <a:blip r:embed="rId73"/>
                <a:stretch>
                  <a:fillRect/>
                </a:stretch>
              </p:blipFill>
              <p:spPr>
                <a:xfrm>
                  <a:off x="1112865" y="1803615"/>
                  <a:ext cx="23760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4" name="Ink 53">
                  <a:extLst>
                    <a:ext uri="{FF2B5EF4-FFF2-40B4-BE49-F238E27FC236}">
                      <a16:creationId xmlns:a16="http://schemas.microsoft.com/office/drawing/2014/main" id="{EB846656-F3D1-BCAB-B547-5B113DA43DAF}"/>
                    </a:ext>
                  </a:extLst>
                </p14:cNvPr>
                <p14:cNvContentPartPr/>
                <p14:nvPr/>
              </p14:nvContentPartPr>
              <p14:xfrm>
                <a:off x="1199985" y="1711815"/>
                <a:ext cx="65520" cy="136080"/>
              </p14:xfrm>
            </p:contentPart>
          </mc:Choice>
          <mc:Fallback xmlns="">
            <p:pic>
              <p:nvPicPr>
                <p:cNvPr id="54" name="Ink 53">
                  <a:extLst>
                    <a:ext uri="{FF2B5EF4-FFF2-40B4-BE49-F238E27FC236}">
                      <a16:creationId xmlns:a16="http://schemas.microsoft.com/office/drawing/2014/main" id="{EB846656-F3D1-BCAB-B547-5B113DA43DAF}"/>
                    </a:ext>
                  </a:extLst>
                </p:cNvPr>
                <p:cNvPicPr/>
                <p:nvPr/>
              </p:nvPicPr>
              <p:blipFill>
                <a:blip r:embed="rId75"/>
                <a:stretch>
                  <a:fillRect/>
                </a:stretch>
              </p:blipFill>
              <p:spPr>
                <a:xfrm>
                  <a:off x="1193865" y="1705695"/>
                  <a:ext cx="7776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5" name="Ink 54">
                  <a:extLst>
                    <a:ext uri="{FF2B5EF4-FFF2-40B4-BE49-F238E27FC236}">
                      <a16:creationId xmlns:a16="http://schemas.microsoft.com/office/drawing/2014/main" id="{9778E481-3BA6-61B2-64D0-2D79BBACCB09}"/>
                    </a:ext>
                  </a:extLst>
                </p14:cNvPr>
                <p14:cNvContentPartPr/>
                <p14:nvPr/>
              </p14:nvContentPartPr>
              <p14:xfrm>
                <a:off x="1379265" y="1488615"/>
                <a:ext cx="186840" cy="33120"/>
              </p14:xfrm>
            </p:contentPart>
          </mc:Choice>
          <mc:Fallback xmlns="">
            <p:pic>
              <p:nvPicPr>
                <p:cNvPr id="55" name="Ink 54">
                  <a:extLst>
                    <a:ext uri="{FF2B5EF4-FFF2-40B4-BE49-F238E27FC236}">
                      <a16:creationId xmlns:a16="http://schemas.microsoft.com/office/drawing/2014/main" id="{9778E481-3BA6-61B2-64D0-2D79BBACCB09}"/>
                    </a:ext>
                  </a:extLst>
                </p:cNvPr>
                <p:cNvPicPr/>
                <p:nvPr/>
              </p:nvPicPr>
              <p:blipFill>
                <a:blip r:embed="rId77"/>
                <a:stretch>
                  <a:fillRect/>
                </a:stretch>
              </p:blipFill>
              <p:spPr>
                <a:xfrm>
                  <a:off x="1373145" y="1482495"/>
                  <a:ext cx="1990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6" name="Ink 55">
                  <a:extLst>
                    <a:ext uri="{FF2B5EF4-FFF2-40B4-BE49-F238E27FC236}">
                      <a16:creationId xmlns:a16="http://schemas.microsoft.com/office/drawing/2014/main" id="{9183E3F4-7349-9683-1A3B-979F80B677C7}"/>
                    </a:ext>
                  </a:extLst>
                </p14:cNvPr>
                <p14:cNvContentPartPr/>
                <p14:nvPr/>
              </p14:nvContentPartPr>
              <p14:xfrm>
                <a:off x="1466385" y="1510215"/>
                <a:ext cx="39240" cy="126720"/>
              </p14:xfrm>
            </p:contentPart>
          </mc:Choice>
          <mc:Fallback xmlns="">
            <p:pic>
              <p:nvPicPr>
                <p:cNvPr id="56" name="Ink 55">
                  <a:extLst>
                    <a:ext uri="{FF2B5EF4-FFF2-40B4-BE49-F238E27FC236}">
                      <a16:creationId xmlns:a16="http://schemas.microsoft.com/office/drawing/2014/main" id="{9183E3F4-7349-9683-1A3B-979F80B677C7}"/>
                    </a:ext>
                  </a:extLst>
                </p:cNvPr>
                <p:cNvPicPr/>
                <p:nvPr/>
              </p:nvPicPr>
              <p:blipFill>
                <a:blip r:embed="rId79"/>
                <a:stretch>
                  <a:fillRect/>
                </a:stretch>
              </p:blipFill>
              <p:spPr>
                <a:xfrm>
                  <a:off x="1460265" y="1504095"/>
                  <a:ext cx="5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7" name="Ink 56">
                  <a:extLst>
                    <a:ext uri="{FF2B5EF4-FFF2-40B4-BE49-F238E27FC236}">
                      <a16:creationId xmlns:a16="http://schemas.microsoft.com/office/drawing/2014/main" id="{C386C77B-AFCC-0949-32B8-9586B321421C}"/>
                    </a:ext>
                  </a:extLst>
                </p14:cNvPr>
                <p14:cNvContentPartPr/>
                <p14:nvPr/>
              </p14:nvContentPartPr>
              <p14:xfrm>
                <a:off x="1671945" y="1294215"/>
                <a:ext cx="215280" cy="41400"/>
              </p14:xfrm>
            </p:contentPart>
          </mc:Choice>
          <mc:Fallback xmlns="">
            <p:pic>
              <p:nvPicPr>
                <p:cNvPr id="57" name="Ink 56">
                  <a:extLst>
                    <a:ext uri="{FF2B5EF4-FFF2-40B4-BE49-F238E27FC236}">
                      <a16:creationId xmlns:a16="http://schemas.microsoft.com/office/drawing/2014/main" id="{C386C77B-AFCC-0949-32B8-9586B321421C}"/>
                    </a:ext>
                  </a:extLst>
                </p:cNvPr>
                <p:cNvPicPr/>
                <p:nvPr/>
              </p:nvPicPr>
              <p:blipFill>
                <a:blip r:embed="rId81"/>
                <a:stretch>
                  <a:fillRect/>
                </a:stretch>
              </p:blipFill>
              <p:spPr>
                <a:xfrm>
                  <a:off x="1665825" y="1288095"/>
                  <a:ext cx="2275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8" name="Ink 57">
                  <a:extLst>
                    <a:ext uri="{FF2B5EF4-FFF2-40B4-BE49-F238E27FC236}">
                      <a16:creationId xmlns:a16="http://schemas.microsoft.com/office/drawing/2014/main" id="{3A12FCE2-8A0F-88F9-30EB-A11EC3FF3DFC}"/>
                    </a:ext>
                  </a:extLst>
                </p14:cNvPr>
                <p14:cNvContentPartPr/>
                <p14:nvPr/>
              </p14:nvContentPartPr>
              <p14:xfrm>
                <a:off x="1922505" y="1136895"/>
                <a:ext cx="63360" cy="133920"/>
              </p14:xfrm>
            </p:contentPart>
          </mc:Choice>
          <mc:Fallback xmlns="">
            <p:pic>
              <p:nvPicPr>
                <p:cNvPr id="58" name="Ink 57">
                  <a:extLst>
                    <a:ext uri="{FF2B5EF4-FFF2-40B4-BE49-F238E27FC236}">
                      <a16:creationId xmlns:a16="http://schemas.microsoft.com/office/drawing/2014/main" id="{3A12FCE2-8A0F-88F9-30EB-A11EC3FF3DFC}"/>
                    </a:ext>
                  </a:extLst>
                </p:cNvPr>
                <p:cNvPicPr/>
                <p:nvPr/>
              </p:nvPicPr>
              <p:blipFill>
                <a:blip r:embed="rId83"/>
                <a:stretch>
                  <a:fillRect/>
                </a:stretch>
              </p:blipFill>
              <p:spPr>
                <a:xfrm>
                  <a:off x="1916385" y="1130775"/>
                  <a:ext cx="756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9" name="Ink 58">
                  <a:extLst>
                    <a:ext uri="{FF2B5EF4-FFF2-40B4-BE49-F238E27FC236}">
                      <a16:creationId xmlns:a16="http://schemas.microsoft.com/office/drawing/2014/main" id="{FEE6A603-E1D7-E3E8-A24E-1A092F400A4D}"/>
                    </a:ext>
                  </a:extLst>
                </p14:cNvPr>
                <p14:cNvContentPartPr/>
                <p14:nvPr/>
              </p14:nvContentPartPr>
              <p14:xfrm>
                <a:off x="1978305" y="1024575"/>
                <a:ext cx="237960" cy="104400"/>
              </p14:xfrm>
            </p:contentPart>
          </mc:Choice>
          <mc:Fallback xmlns="">
            <p:pic>
              <p:nvPicPr>
                <p:cNvPr id="59" name="Ink 58">
                  <a:extLst>
                    <a:ext uri="{FF2B5EF4-FFF2-40B4-BE49-F238E27FC236}">
                      <a16:creationId xmlns:a16="http://schemas.microsoft.com/office/drawing/2014/main" id="{FEE6A603-E1D7-E3E8-A24E-1A092F400A4D}"/>
                    </a:ext>
                  </a:extLst>
                </p:cNvPr>
                <p:cNvPicPr/>
                <p:nvPr/>
              </p:nvPicPr>
              <p:blipFill>
                <a:blip r:embed="rId85"/>
                <a:stretch>
                  <a:fillRect/>
                </a:stretch>
              </p:blipFill>
              <p:spPr>
                <a:xfrm>
                  <a:off x="1972185" y="1018455"/>
                  <a:ext cx="2502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0" name="Ink 59">
                  <a:extLst>
                    <a:ext uri="{FF2B5EF4-FFF2-40B4-BE49-F238E27FC236}">
                      <a16:creationId xmlns:a16="http://schemas.microsoft.com/office/drawing/2014/main" id="{C22326E5-462C-132D-35AB-7CD36D1417A1}"/>
                    </a:ext>
                  </a:extLst>
                </p14:cNvPr>
                <p14:cNvContentPartPr/>
                <p14:nvPr/>
              </p14:nvContentPartPr>
              <p14:xfrm>
                <a:off x="2341905" y="788055"/>
                <a:ext cx="48240" cy="56880"/>
              </p14:xfrm>
            </p:contentPart>
          </mc:Choice>
          <mc:Fallback xmlns="">
            <p:pic>
              <p:nvPicPr>
                <p:cNvPr id="60" name="Ink 59">
                  <a:extLst>
                    <a:ext uri="{FF2B5EF4-FFF2-40B4-BE49-F238E27FC236}">
                      <a16:creationId xmlns:a16="http://schemas.microsoft.com/office/drawing/2014/main" id="{C22326E5-462C-132D-35AB-7CD36D1417A1}"/>
                    </a:ext>
                  </a:extLst>
                </p:cNvPr>
                <p:cNvPicPr/>
                <p:nvPr/>
              </p:nvPicPr>
              <p:blipFill>
                <a:blip r:embed="rId87"/>
                <a:stretch>
                  <a:fillRect/>
                </a:stretch>
              </p:blipFill>
              <p:spPr>
                <a:xfrm>
                  <a:off x="2335785" y="781935"/>
                  <a:ext cx="604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1" name="Ink 60">
                  <a:extLst>
                    <a:ext uri="{FF2B5EF4-FFF2-40B4-BE49-F238E27FC236}">
                      <a16:creationId xmlns:a16="http://schemas.microsoft.com/office/drawing/2014/main" id="{E98C9F28-CECC-B483-E48D-B3A2756E2B88}"/>
                    </a:ext>
                  </a:extLst>
                </p14:cNvPr>
                <p14:cNvContentPartPr/>
                <p14:nvPr/>
              </p14:nvContentPartPr>
              <p14:xfrm>
                <a:off x="2250465" y="750975"/>
                <a:ext cx="86040" cy="38520"/>
              </p14:xfrm>
            </p:contentPart>
          </mc:Choice>
          <mc:Fallback xmlns="">
            <p:pic>
              <p:nvPicPr>
                <p:cNvPr id="61" name="Ink 60">
                  <a:extLst>
                    <a:ext uri="{FF2B5EF4-FFF2-40B4-BE49-F238E27FC236}">
                      <a16:creationId xmlns:a16="http://schemas.microsoft.com/office/drawing/2014/main" id="{E98C9F28-CECC-B483-E48D-B3A2756E2B88}"/>
                    </a:ext>
                  </a:extLst>
                </p:cNvPr>
                <p:cNvPicPr/>
                <p:nvPr/>
              </p:nvPicPr>
              <p:blipFill>
                <a:blip r:embed="rId89"/>
                <a:stretch>
                  <a:fillRect/>
                </a:stretch>
              </p:blipFill>
              <p:spPr>
                <a:xfrm>
                  <a:off x="2244345" y="744855"/>
                  <a:ext cx="982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2" name="Ink 61">
                  <a:extLst>
                    <a:ext uri="{FF2B5EF4-FFF2-40B4-BE49-F238E27FC236}">
                      <a16:creationId xmlns:a16="http://schemas.microsoft.com/office/drawing/2014/main" id="{41FF4DEA-79C9-1699-7FCF-8DD0E442E106}"/>
                    </a:ext>
                  </a:extLst>
                </p14:cNvPr>
                <p14:cNvContentPartPr/>
                <p14:nvPr/>
              </p14:nvContentPartPr>
              <p14:xfrm>
                <a:off x="2606865" y="565935"/>
                <a:ext cx="83880" cy="29160"/>
              </p14:xfrm>
            </p:contentPart>
          </mc:Choice>
          <mc:Fallback xmlns="">
            <p:pic>
              <p:nvPicPr>
                <p:cNvPr id="62" name="Ink 61">
                  <a:extLst>
                    <a:ext uri="{FF2B5EF4-FFF2-40B4-BE49-F238E27FC236}">
                      <a16:creationId xmlns:a16="http://schemas.microsoft.com/office/drawing/2014/main" id="{41FF4DEA-79C9-1699-7FCF-8DD0E442E106}"/>
                    </a:ext>
                  </a:extLst>
                </p:cNvPr>
                <p:cNvPicPr/>
                <p:nvPr/>
              </p:nvPicPr>
              <p:blipFill>
                <a:blip r:embed="rId91"/>
                <a:stretch>
                  <a:fillRect/>
                </a:stretch>
              </p:blipFill>
              <p:spPr>
                <a:xfrm>
                  <a:off x="2600745" y="559815"/>
                  <a:ext cx="961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3" name="Ink 62">
                  <a:extLst>
                    <a:ext uri="{FF2B5EF4-FFF2-40B4-BE49-F238E27FC236}">
                      <a16:creationId xmlns:a16="http://schemas.microsoft.com/office/drawing/2014/main" id="{448431A3-6BCE-24E7-DBA8-9C59A41D188A}"/>
                    </a:ext>
                  </a:extLst>
                </p14:cNvPr>
                <p14:cNvContentPartPr/>
                <p14:nvPr/>
              </p14:nvContentPartPr>
              <p14:xfrm>
                <a:off x="2651505" y="472335"/>
                <a:ext cx="97560" cy="110520"/>
              </p14:xfrm>
            </p:contentPart>
          </mc:Choice>
          <mc:Fallback xmlns="">
            <p:pic>
              <p:nvPicPr>
                <p:cNvPr id="63" name="Ink 62">
                  <a:extLst>
                    <a:ext uri="{FF2B5EF4-FFF2-40B4-BE49-F238E27FC236}">
                      <a16:creationId xmlns:a16="http://schemas.microsoft.com/office/drawing/2014/main" id="{448431A3-6BCE-24E7-DBA8-9C59A41D188A}"/>
                    </a:ext>
                  </a:extLst>
                </p:cNvPr>
                <p:cNvPicPr/>
                <p:nvPr/>
              </p:nvPicPr>
              <p:blipFill>
                <a:blip r:embed="rId93"/>
                <a:stretch>
                  <a:fillRect/>
                </a:stretch>
              </p:blipFill>
              <p:spPr>
                <a:xfrm>
                  <a:off x="2645385" y="466215"/>
                  <a:ext cx="1098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4" name="Ink 63">
                  <a:extLst>
                    <a:ext uri="{FF2B5EF4-FFF2-40B4-BE49-F238E27FC236}">
                      <a16:creationId xmlns:a16="http://schemas.microsoft.com/office/drawing/2014/main" id="{A70A4289-F0CC-7DB6-A884-17677CD9C22A}"/>
                    </a:ext>
                  </a:extLst>
                </p14:cNvPr>
                <p14:cNvContentPartPr/>
                <p14:nvPr/>
              </p14:nvContentPartPr>
              <p14:xfrm>
                <a:off x="2836905" y="423015"/>
                <a:ext cx="92880" cy="3600"/>
              </p14:xfrm>
            </p:contentPart>
          </mc:Choice>
          <mc:Fallback xmlns="">
            <p:pic>
              <p:nvPicPr>
                <p:cNvPr id="64" name="Ink 63">
                  <a:extLst>
                    <a:ext uri="{FF2B5EF4-FFF2-40B4-BE49-F238E27FC236}">
                      <a16:creationId xmlns:a16="http://schemas.microsoft.com/office/drawing/2014/main" id="{A70A4289-F0CC-7DB6-A884-17677CD9C22A}"/>
                    </a:ext>
                  </a:extLst>
                </p:cNvPr>
                <p:cNvPicPr/>
                <p:nvPr/>
              </p:nvPicPr>
              <p:blipFill>
                <a:blip r:embed="rId95"/>
                <a:stretch>
                  <a:fillRect/>
                </a:stretch>
              </p:blipFill>
              <p:spPr>
                <a:xfrm>
                  <a:off x="2830785" y="416895"/>
                  <a:ext cx="10512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5" name="Ink 64">
                  <a:extLst>
                    <a:ext uri="{FF2B5EF4-FFF2-40B4-BE49-F238E27FC236}">
                      <a16:creationId xmlns:a16="http://schemas.microsoft.com/office/drawing/2014/main" id="{3FF43FC0-3011-18CF-DE1E-BC0211CF0D18}"/>
                    </a:ext>
                  </a:extLst>
                </p14:cNvPr>
                <p14:cNvContentPartPr/>
                <p14:nvPr/>
              </p14:nvContentPartPr>
              <p14:xfrm>
                <a:off x="2974065" y="257055"/>
                <a:ext cx="135360" cy="215640"/>
              </p14:xfrm>
            </p:contentPart>
          </mc:Choice>
          <mc:Fallback xmlns="">
            <p:pic>
              <p:nvPicPr>
                <p:cNvPr id="65" name="Ink 64">
                  <a:extLst>
                    <a:ext uri="{FF2B5EF4-FFF2-40B4-BE49-F238E27FC236}">
                      <a16:creationId xmlns:a16="http://schemas.microsoft.com/office/drawing/2014/main" id="{3FF43FC0-3011-18CF-DE1E-BC0211CF0D18}"/>
                    </a:ext>
                  </a:extLst>
                </p:cNvPr>
                <p:cNvPicPr/>
                <p:nvPr/>
              </p:nvPicPr>
              <p:blipFill>
                <a:blip r:embed="rId97"/>
                <a:stretch>
                  <a:fillRect/>
                </a:stretch>
              </p:blipFill>
              <p:spPr>
                <a:xfrm>
                  <a:off x="2967945" y="250935"/>
                  <a:ext cx="14760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6" name="Ink 65">
                  <a:extLst>
                    <a:ext uri="{FF2B5EF4-FFF2-40B4-BE49-F238E27FC236}">
                      <a16:creationId xmlns:a16="http://schemas.microsoft.com/office/drawing/2014/main" id="{6B2EEEAD-C0EE-8990-0968-B073BC56BE14}"/>
                    </a:ext>
                  </a:extLst>
                </p14:cNvPr>
                <p14:cNvContentPartPr/>
                <p14:nvPr/>
              </p14:nvContentPartPr>
              <p14:xfrm>
                <a:off x="2874345" y="423015"/>
                <a:ext cx="21960" cy="19800"/>
              </p14:xfrm>
            </p:contentPart>
          </mc:Choice>
          <mc:Fallback xmlns="">
            <p:pic>
              <p:nvPicPr>
                <p:cNvPr id="66" name="Ink 65">
                  <a:extLst>
                    <a:ext uri="{FF2B5EF4-FFF2-40B4-BE49-F238E27FC236}">
                      <a16:creationId xmlns:a16="http://schemas.microsoft.com/office/drawing/2014/main" id="{6B2EEEAD-C0EE-8990-0968-B073BC56BE14}"/>
                    </a:ext>
                  </a:extLst>
                </p:cNvPr>
                <p:cNvPicPr/>
                <p:nvPr/>
              </p:nvPicPr>
              <p:blipFill>
                <a:blip r:embed="rId99"/>
                <a:stretch>
                  <a:fillRect/>
                </a:stretch>
              </p:blipFill>
              <p:spPr>
                <a:xfrm>
                  <a:off x="2868225" y="416895"/>
                  <a:ext cx="342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9" name="Ink 68">
                  <a:extLst>
                    <a:ext uri="{FF2B5EF4-FFF2-40B4-BE49-F238E27FC236}">
                      <a16:creationId xmlns:a16="http://schemas.microsoft.com/office/drawing/2014/main" id="{06119ACD-C4A9-ACFC-7DEC-82A716C1A7D9}"/>
                    </a:ext>
                  </a:extLst>
                </p14:cNvPr>
                <p14:cNvContentPartPr/>
                <p14:nvPr/>
              </p14:nvContentPartPr>
              <p14:xfrm>
                <a:off x="2318865" y="1494015"/>
                <a:ext cx="248400" cy="62640"/>
              </p14:xfrm>
            </p:contentPart>
          </mc:Choice>
          <mc:Fallback xmlns="">
            <p:pic>
              <p:nvPicPr>
                <p:cNvPr id="69" name="Ink 68">
                  <a:extLst>
                    <a:ext uri="{FF2B5EF4-FFF2-40B4-BE49-F238E27FC236}">
                      <a16:creationId xmlns:a16="http://schemas.microsoft.com/office/drawing/2014/main" id="{06119ACD-C4A9-ACFC-7DEC-82A716C1A7D9}"/>
                    </a:ext>
                  </a:extLst>
                </p:cNvPr>
                <p:cNvPicPr/>
                <p:nvPr/>
              </p:nvPicPr>
              <p:blipFill>
                <a:blip r:embed="rId101"/>
                <a:stretch>
                  <a:fillRect/>
                </a:stretch>
              </p:blipFill>
              <p:spPr>
                <a:xfrm>
                  <a:off x="2312745" y="1487895"/>
                  <a:ext cx="2606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0" name="Ink 69">
                  <a:extLst>
                    <a:ext uri="{FF2B5EF4-FFF2-40B4-BE49-F238E27FC236}">
                      <a16:creationId xmlns:a16="http://schemas.microsoft.com/office/drawing/2014/main" id="{80EE4FC1-71F9-1ECE-7FED-587511EBB343}"/>
                    </a:ext>
                  </a:extLst>
                </p14:cNvPr>
                <p14:cNvContentPartPr/>
                <p14:nvPr/>
              </p14:nvContentPartPr>
              <p14:xfrm>
                <a:off x="2411385" y="1415535"/>
                <a:ext cx="159120" cy="200880"/>
              </p14:xfrm>
            </p:contentPart>
          </mc:Choice>
          <mc:Fallback xmlns="">
            <p:pic>
              <p:nvPicPr>
                <p:cNvPr id="70" name="Ink 69">
                  <a:extLst>
                    <a:ext uri="{FF2B5EF4-FFF2-40B4-BE49-F238E27FC236}">
                      <a16:creationId xmlns:a16="http://schemas.microsoft.com/office/drawing/2014/main" id="{80EE4FC1-71F9-1ECE-7FED-587511EBB343}"/>
                    </a:ext>
                  </a:extLst>
                </p:cNvPr>
                <p:cNvPicPr/>
                <p:nvPr/>
              </p:nvPicPr>
              <p:blipFill>
                <a:blip r:embed="rId103"/>
                <a:stretch>
                  <a:fillRect/>
                </a:stretch>
              </p:blipFill>
              <p:spPr>
                <a:xfrm>
                  <a:off x="2405265" y="1409415"/>
                  <a:ext cx="17136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1" name="Ink 70">
                  <a:extLst>
                    <a:ext uri="{FF2B5EF4-FFF2-40B4-BE49-F238E27FC236}">
                      <a16:creationId xmlns:a16="http://schemas.microsoft.com/office/drawing/2014/main" id="{CC5B225B-FB7D-8B03-E58E-54217CFA8B80}"/>
                    </a:ext>
                  </a:extLst>
                </p14:cNvPr>
                <p14:cNvContentPartPr/>
                <p14:nvPr/>
              </p14:nvContentPartPr>
              <p14:xfrm>
                <a:off x="2499585" y="1344615"/>
                <a:ext cx="216360" cy="90720"/>
              </p14:xfrm>
            </p:contentPart>
          </mc:Choice>
          <mc:Fallback xmlns="">
            <p:pic>
              <p:nvPicPr>
                <p:cNvPr id="71" name="Ink 70">
                  <a:extLst>
                    <a:ext uri="{FF2B5EF4-FFF2-40B4-BE49-F238E27FC236}">
                      <a16:creationId xmlns:a16="http://schemas.microsoft.com/office/drawing/2014/main" id="{CC5B225B-FB7D-8B03-E58E-54217CFA8B80}"/>
                    </a:ext>
                  </a:extLst>
                </p:cNvPr>
                <p:cNvPicPr/>
                <p:nvPr/>
              </p:nvPicPr>
              <p:blipFill>
                <a:blip r:embed="rId105"/>
                <a:stretch>
                  <a:fillRect/>
                </a:stretch>
              </p:blipFill>
              <p:spPr>
                <a:xfrm>
                  <a:off x="2493465" y="1338495"/>
                  <a:ext cx="2286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2" name="Ink 71">
                  <a:extLst>
                    <a:ext uri="{FF2B5EF4-FFF2-40B4-BE49-F238E27FC236}">
                      <a16:creationId xmlns:a16="http://schemas.microsoft.com/office/drawing/2014/main" id="{54DB38EC-B70A-B6A1-CE17-068A78F0DB9F}"/>
                    </a:ext>
                  </a:extLst>
                </p14:cNvPr>
                <p14:cNvContentPartPr/>
                <p14:nvPr/>
              </p14:nvContentPartPr>
              <p14:xfrm>
                <a:off x="2811705" y="1171815"/>
                <a:ext cx="113400" cy="128160"/>
              </p14:xfrm>
            </p:contentPart>
          </mc:Choice>
          <mc:Fallback xmlns="">
            <p:pic>
              <p:nvPicPr>
                <p:cNvPr id="72" name="Ink 71">
                  <a:extLst>
                    <a:ext uri="{FF2B5EF4-FFF2-40B4-BE49-F238E27FC236}">
                      <a16:creationId xmlns:a16="http://schemas.microsoft.com/office/drawing/2014/main" id="{54DB38EC-B70A-B6A1-CE17-068A78F0DB9F}"/>
                    </a:ext>
                  </a:extLst>
                </p:cNvPr>
                <p:cNvPicPr/>
                <p:nvPr/>
              </p:nvPicPr>
              <p:blipFill>
                <a:blip r:embed="rId107"/>
                <a:stretch>
                  <a:fillRect/>
                </a:stretch>
              </p:blipFill>
              <p:spPr>
                <a:xfrm>
                  <a:off x="2805585" y="1165695"/>
                  <a:ext cx="1256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3" name="Ink 72">
                  <a:extLst>
                    <a:ext uri="{FF2B5EF4-FFF2-40B4-BE49-F238E27FC236}">
                      <a16:creationId xmlns:a16="http://schemas.microsoft.com/office/drawing/2014/main" id="{CCF63C6E-001A-8853-068B-3C93535DB6A4}"/>
                    </a:ext>
                  </a:extLst>
                </p14:cNvPr>
                <p14:cNvContentPartPr/>
                <p14:nvPr/>
              </p14:nvContentPartPr>
              <p14:xfrm>
                <a:off x="2972625" y="888495"/>
                <a:ext cx="217800" cy="13320"/>
              </p14:xfrm>
            </p:contentPart>
          </mc:Choice>
          <mc:Fallback xmlns="">
            <p:pic>
              <p:nvPicPr>
                <p:cNvPr id="73" name="Ink 72">
                  <a:extLst>
                    <a:ext uri="{FF2B5EF4-FFF2-40B4-BE49-F238E27FC236}">
                      <a16:creationId xmlns:a16="http://schemas.microsoft.com/office/drawing/2014/main" id="{CCF63C6E-001A-8853-068B-3C93535DB6A4}"/>
                    </a:ext>
                  </a:extLst>
                </p:cNvPr>
                <p:cNvPicPr/>
                <p:nvPr/>
              </p:nvPicPr>
              <p:blipFill>
                <a:blip r:embed="rId109"/>
                <a:stretch>
                  <a:fillRect/>
                </a:stretch>
              </p:blipFill>
              <p:spPr>
                <a:xfrm>
                  <a:off x="2966505" y="882375"/>
                  <a:ext cx="2300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4" name="Ink 73">
                  <a:extLst>
                    <a:ext uri="{FF2B5EF4-FFF2-40B4-BE49-F238E27FC236}">
                      <a16:creationId xmlns:a16="http://schemas.microsoft.com/office/drawing/2014/main" id="{D8BBA8B6-9A4C-6EC1-75B3-554101677D3E}"/>
                    </a:ext>
                  </a:extLst>
                </p14:cNvPr>
                <p14:cNvContentPartPr/>
                <p14:nvPr/>
              </p14:nvContentPartPr>
              <p14:xfrm>
                <a:off x="3080265" y="795255"/>
                <a:ext cx="49680" cy="142200"/>
              </p14:xfrm>
            </p:contentPart>
          </mc:Choice>
          <mc:Fallback xmlns="">
            <p:pic>
              <p:nvPicPr>
                <p:cNvPr id="74" name="Ink 73">
                  <a:extLst>
                    <a:ext uri="{FF2B5EF4-FFF2-40B4-BE49-F238E27FC236}">
                      <a16:creationId xmlns:a16="http://schemas.microsoft.com/office/drawing/2014/main" id="{D8BBA8B6-9A4C-6EC1-75B3-554101677D3E}"/>
                    </a:ext>
                  </a:extLst>
                </p:cNvPr>
                <p:cNvPicPr/>
                <p:nvPr/>
              </p:nvPicPr>
              <p:blipFill>
                <a:blip r:embed="rId111"/>
                <a:stretch>
                  <a:fillRect/>
                </a:stretch>
              </p:blipFill>
              <p:spPr>
                <a:xfrm>
                  <a:off x="3074145" y="789135"/>
                  <a:ext cx="619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5" name="Ink 74">
                  <a:extLst>
                    <a:ext uri="{FF2B5EF4-FFF2-40B4-BE49-F238E27FC236}">
                      <a16:creationId xmlns:a16="http://schemas.microsoft.com/office/drawing/2014/main" id="{47794CE2-5E64-CF44-6C38-717AEB93EF4F}"/>
                    </a:ext>
                  </a:extLst>
                </p14:cNvPr>
                <p14:cNvContentPartPr/>
                <p14:nvPr/>
              </p14:nvContentPartPr>
              <p14:xfrm>
                <a:off x="2666265" y="541095"/>
                <a:ext cx="183240" cy="61200"/>
              </p14:xfrm>
            </p:contentPart>
          </mc:Choice>
          <mc:Fallback xmlns="">
            <p:pic>
              <p:nvPicPr>
                <p:cNvPr id="75" name="Ink 74">
                  <a:extLst>
                    <a:ext uri="{FF2B5EF4-FFF2-40B4-BE49-F238E27FC236}">
                      <a16:creationId xmlns:a16="http://schemas.microsoft.com/office/drawing/2014/main" id="{47794CE2-5E64-CF44-6C38-717AEB93EF4F}"/>
                    </a:ext>
                  </a:extLst>
                </p:cNvPr>
                <p:cNvPicPr/>
                <p:nvPr/>
              </p:nvPicPr>
              <p:blipFill>
                <a:blip r:embed="rId113"/>
                <a:stretch>
                  <a:fillRect/>
                </a:stretch>
              </p:blipFill>
              <p:spPr>
                <a:xfrm>
                  <a:off x="2660145" y="534975"/>
                  <a:ext cx="19548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6" name="Ink 75">
                  <a:extLst>
                    <a:ext uri="{FF2B5EF4-FFF2-40B4-BE49-F238E27FC236}">
                      <a16:creationId xmlns:a16="http://schemas.microsoft.com/office/drawing/2014/main" id="{8A622C4F-CE4E-FF49-377C-8B101BFC0441}"/>
                    </a:ext>
                  </a:extLst>
                </p14:cNvPr>
                <p14:cNvContentPartPr/>
                <p14:nvPr/>
              </p14:nvContentPartPr>
              <p14:xfrm>
                <a:off x="2592105" y="545415"/>
                <a:ext cx="156960" cy="168120"/>
              </p14:xfrm>
            </p:contentPart>
          </mc:Choice>
          <mc:Fallback xmlns="">
            <p:pic>
              <p:nvPicPr>
                <p:cNvPr id="76" name="Ink 75">
                  <a:extLst>
                    <a:ext uri="{FF2B5EF4-FFF2-40B4-BE49-F238E27FC236}">
                      <a16:creationId xmlns:a16="http://schemas.microsoft.com/office/drawing/2014/main" id="{8A622C4F-CE4E-FF49-377C-8B101BFC0441}"/>
                    </a:ext>
                  </a:extLst>
                </p:cNvPr>
                <p:cNvPicPr/>
                <p:nvPr/>
              </p:nvPicPr>
              <p:blipFill>
                <a:blip r:embed="rId115"/>
                <a:stretch>
                  <a:fillRect/>
                </a:stretch>
              </p:blipFill>
              <p:spPr>
                <a:xfrm>
                  <a:off x="2585985" y="539295"/>
                  <a:ext cx="1692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7" name="Ink 76">
                  <a:extLst>
                    <a:ext uri="{FF2B5EF4-FFF2-40B4-BE49-F238E27FC236}">
                      <a16:creationId xmlns:a16="http://schemas.microsoft.com/office/drawing/2014/main" id="{4E84EE17-66E1-B822-D520-7FB61963FEF4}"/>
                    </a:ext>
                  </a:extLst>
                </p14:cNvPr>
                <p14:cNvContentPartPr/>
                <p14:nvPr/>
              </p14:nvContentPartPr>
              <p14:xfrm>
                <a:off x="2235705" y="777975"/>
                <a:ext cx="387720" cy="29160"/>
              </p14:xfrm>
            </p:contentPart>
          </mc:Choice>
          <mc:Fallback xmlns="">
            <p:pic>
              <p:nvPicPr>
                <p:cNvPr id="77" name="Ink 76">
                  <a:extLst>
                    <a:ext uri="{FF2B5EF4-FFF2-40B4-BE49-F238E27FC236}">
                      <a16:creationId xmlns:a16="http://schemas.microsoft.com/office/drawing/2014/main" id="{4E84EE17-66E1-B822-D520-7FB61963FEF4}"/>
                    </a:ext>
                  </a:extLst>
                </p:cNvPr>
                <p:cNvPicPr/>
                <p:nvPr/>
              </p:nvPicPr>
              <p:blipFill>
                <a:blip r:embed="rId117"/>
                <a:stretch>
                  <a:fillRect/>
                </a:stretch>
              </p:blipFill>
              <p:spPr>
                <a:xfrm>
                  <a:off x="2229585" y="771855"/>
                  <a:ext cx="3999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8" name="Ink 77">
                  <a:extLst>
                    <a:ext uri="{FF2B5EF4-FFF2-40B4-BE49-F238E27FC236}">
                      <a16:creationId xmlns:a16="http://schemas.microsoft.com/office/drawing/2014/main" id="{49A2EAD7-0D61-7234-65C5-36F8DFE8C689}"/>
                    </a:ext>
                  </a:extLst>
                </p14:cNvPr>
                <p14:cNvContentPartPr/>
                <p14:nvPr/>
              </p14:nvContentPartPr>
              <p14:xfrm>
                <a:off x="2385105" y="703815"/>
                <a:ext cx="179640" cy="184320"/>
              </p14:xfrm>
            </p:contentPart>
          </mc:Choice>
          <mc:Fallback xmlns="">
            <p:pic>
              <p:nvPicPr>
                <p:cNvPr id="78" name="Ink 77">
                  <a:extLst>
                    <a:ext uri="{FF2B5EF4-FFF2-40B4-BE49-F238E27FC236}">
                      <a16:creationId xmlns:a16="http://schemas.microsoft.com/office/drawing/2014/main" id="{49A2EAD7-0D61-7234-65C5-36F8DFE8C689}"/>
                    </a:ext>
                  </a:extLst>
                </p:cNvPr>
                <p:cNvPicPr/>
                <p:nvPr/>
              </p:nvPicPr>
              <p:blipFill>
                <a:blip r:embed="rId119"/>
                <a:stretch>
                  <a:fillRect/>
                </a:stretch>
              </p:blipFill>
              <p:spPr>
                <a:xfrm>
                  <a:off x="2378985" y="697695"/>
                  <a:ext cx="19188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9" name="Ink 78">
                  <a:extLst>
                    <a:ext uri="{FF2B5EF4-FFF2-40B4-BE49-F238E27FC236}">
                      <a16:creationId xmlns:a16="http://schemas.microsoft.com/office/drawing/2014/main" id="{F028309E-195C-C836-239C-1EC8E08B1B75}"/>
                    </a:ext>
                  </a:extLst>
                </p14:cNvPr>
                <p14:cNvContentPartPr/>
                <p14:nvPr/>
              </p14:nvContentPartPr>
              <p14:xfrm>
                <a:off x="1987305" y="1002975"/>
                <a:ext cx="303480" cy="51120"/>
              </p14:xfrm>
            </p:contentPart>
          </mc:Choice>
          <mc:Fallback xmlns="">
            <p:pic>
              <p:nvPicPr>
                <p:cNvPr id="79" name="Ink 78">
                  <a:extLst>
                    <a:ext uri="{FF2B5EF4-FFF2-40B4-BE49-F238E27FC236}">
                      <a16:creationId xmlns:a16="http://schemas.microsoft.com/office/drawing/2014/main" id="{F028309E-195C-C836-239C-1EC8E08B1B75}"/>
                    </a:ext>
                  </a:extLst>
                </p:cNvPr>
                <p:cNvPicPr/>
                <p:nvPr/>
              </p:nvPicPr>
              <p:blipFill>
                <a:blip r:embed="rId121"/>
                <a:stretch>
                  <a:fillRect/>
                </a:stretch>
              </p:blipFill>
              <p:spPr>
                <a:xfrm>
                  <a:off x="1981185" y="996855"/>
                  <a:ext cx="3157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0" name="Ink 79">
                  <a:extLst>
                    <a:ext uri="{FF2B5EF4-FFF2-40B4-BE49-F238E27FC236}">
                      <a16:creationId xmlns:a16="http://schemas.microsoft.com/office/drawing/2014/main" id="{5C961993-DEBA-193B-EF7D-A5373D3AE1FF}"/>
                    </a:ext>
                  </a:extLst>
                </p14:cNvPr>
                <p14:cNvContentPartPr/>
                <p14:nvPr/>
              </p14:nvContentPartPr>
              <p14:xfrm>
                <a:off x="2113305" y="969135"/>
                <a:ext cx="102240" cy="151560"/>
              </p14:xfrm>
            </p:contentPart>
          </mc:Choice>
          <mc:Fallback xmlns="">
            <p:pic>
              <p:nvPicPr>
                <p:cNvPr id="80" name="Ink 79">
                  <a:extLst>
                    <a:ext uri="{FF2B5EF4-FFF2-40B4-BE49-F238E27FC236}">
                      <a16:creationId xmlns:a16="http://schemas.microsoft.com/office/drawing/2014/main" id="{5C961993-DEBA-193B-EF7D-A5373D3AE1FF}"/>
                    </a:ext>
                  </a:extLst>
                </p:cNvPr>
                <p:cNvPicPr/>
                <p:nvPr/>
              </p:nvPicPr>
              <p:blipFill>
                <a:blip r:embed="rId123"/>
                <a:stretch>
                  <a:fillRect/>
                </a:stretch>
              </p:blipFill>
              <p:spPr>
                <a:xfrm>
                  <a:off x="2107185" y="963015"/>
                  <a:ext cx="1144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1" name="Ink 80">
                  <a:extLst>
                    <a:ext uri="{FF2B5EF4-FFF2-40B4-BE49-F238E27FC236}">
                      <a16:creationId xmlns:a16="http://schemas.microsoft.com/office/drawing/2014/main" id="{92648EDE-5AF1-55DA-4222-52E3066F6B12}"/>
                    </a:ext>
                  </a:extLst>
                </p14:cNvPr>
                <p14:cNvContentPartPr/>
                <p14:nvPr/>
              </p14:nvContentPartPr>
              <p14:xfrm>
                <a:off x="1773825" y="1241295"/>
                <a:ext cx="333000" cy="36000"/>
              </p14:xfrm>
            </p:contentPart>
          </mc:Choice>
          <mc:Fallback xmlns="">
            <p:pic>
              <p:nvPicPr>
                <p:cNvPr id="81" name="Ink 80">
                  <a:extLst>
                    <a:ext uri="{FF2B5EF4-FFF2-40B4-BE49-F238E27FC236}">
                      <a16:creationId xmlns:a16="http://schemas.microsoft.com/office/drawing/2014/main" id="{92648EDE-5AF1-55DA-4222-52E3066F6B12}"/>
                    </a:ext>
                  </a:extLst>
                </p:cNvPr>
                <p:cNvPicPr/>
                <p:nvPr/>
              </p:nvPicPr>
              <p:blipFill>
                <a:blip r:embed="rId125"/>
                <a:stretch>
                  <a:fillRect/>
                </a:stretch>
              </p:blipFill>
              <p:spPr>
                <a:xfrm>
                  <a:off x="1767705" y="1235175"/>
                  <a:ext cx="3452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2" name="Ink 81">
                  <a:extLst>
                    <a:ext uri="{FF2B5EF4-FFF2-40B4-BE49-F238E27FC236}">
                      <a16:creationId xmlns:a16="http://schemas.microsoft.com/office/drawing/2014/main" id="{EF6113C7-D573-037C-7C45-1A35D304FEBE}"/>
                    </a:ext>
                  </a:extLst>
                </p14:cNvPr>
                <p14:cNvContentPartPr/>
                <p14:nvPr/>
              </p14:nvContentPartPr>
              <p14:xfrm>
                <a:off x="1859505" y="1182255"/>
                <a:ext cx="130680" cy="167040"/>
              </p14:xfrm>
            </p:contentPart>
          </mc:Choice>
          <mc:Fallback xmlns="">
            <p:pic>
              <p:nvPicPr>
                <p:cNvPr id="82" name="Ink 81">
                  <a:extLst>
                    <a:ext uri="{FF2B5EF4-FFF2-40B4-BE49-F238E27FC236}">
                      <a16:creationId xmlns:a16="http://schemas.microsoft.com/office/drawing/2014/main" id="{EF6113C7-D573-037C-7C45-1A35D304FEBE}"/>
                    </a:ext>
                  </a:extLst>
                </p:cNvPr>
                <p:cNvPicPr/>
                <p:nvPr/>
              </p:nvPicPr>
              <p:blipFill>
                <a:blip r:embed="rId127"/>
                <a:stretch>
                  <a:fillRect/>
                </a:stretch>
              </p:blipFill>
              <p:spPr>
                <a:xfrm>
                  <a:off x="1853385" y="1176135"/>
                  <a:ext cx="1429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3" name="Ink 82">
                  <a:extLst>
                    <a:ext uri="{FF2B5EF4-FFF2-40B4-BE49-F238E27FC236}">
                      <a16:creationId xmlns:a16="http://schemas.microsoft.com/office/drawing/2014/main" id="{2B6499DC-2E52-6150-3A29-8766082F7979}"/>
                    </a:ext>
                  </a:extLst>
                </p14:cNvPr>
                <p14:cNvContentPartPr/>
                <p14:nvPr/>
              </p14:nvContentPartPr>
              <p14:xfrm>
                <a:off x="1521105" y="1453695"/>
                <a:ext cx="327240" cy="41400"/>
              </p14:xfrm>
            </p:contentPart>
          </mc:Choice>
          <mc:Fallback xmlns="">
            <p:pic>
              <p:nvPicPr>
                <p:cNvPr id="83" name="Ink 82">
                  <a:extLst>
                    <a:ext uri="{FF2B5EF4-FFF2-40B4-BE49-F238E27FC236}">
                      <a16:creationId xmlns:a16="http://schemas.microsoft.com/office/drawing/2014/main" id="{2B6499DC-2E52-6150-3A29-8766082F7979}"/>
                    </a:ext>
                  </a:extLst>
                </p:cNvPr>
                <p:cNvPicPr/>
                <p:nvPr/>
              </p:nvPicPr>
              <p:blipFill>
                <a:blip r:embed="rId129"/>
                <a:stretch>
                  <a:fillRect/>
                </a:stretch>
              </p:blipFill>
              <p:spPr>
                <a:xfrm>
                  <a:off x="1514985" y="1447575"/>
                  <a:ext cx="3394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4" name="Ink 83">
                  <a:extLst>
                    <a:ext uri="{FF2B5EF4-FFF2-40B4-BE49-F238E27FC236}">
                      <a16:creationId xmlns:a16="http://schemas.microsoft.com/office/drawing/2014/main" id="{D76088F0-6C2C-2833-1496-CD94BF883E33}"/>
                    </a:ext>
                  </a:extLst>
                </p14:cNvPr>
                <p14:cNvContentPartPr/>
                <p14:nvPr/>
              </p14:nvContentPartPr>
              <p14:xfrm>
                <a:off x="1703985" y="1367295"/>
                <a:ext cx="55080" cy="143280"/>
              </p14:xfrm>
            </p:contentPart>
          </mc:Choice>
          <mc:Fallback xmlns="">
            <p:pic>
              <p:nvPicPr>
                <p:cNvPr id="84" name="Ink 83">
                  <a:extLst>
                    <a:ext uri="{FF2B5EF4-FFF2-40B4-BE49-F238E27FC236}">
                      <a16:creationId xmlns:a16="http://schemas.microsoft.com/office/drawing/2014/main" id="{D76088F0-6C2C-2833-1496-CD94BF883E33}"/>
                    </a:ext>
                  </a:extLst>
                </p:cNvPr>
                <p:cNvPicPr/>
                <p:nvPr/>
              </p:nvPicPr>
              <p:blipFill>
                <a:blip r:embed="rId131"/>
                <a:stretch>
                  <a:fillRect/>
                </a:stretch>
              </p:blipFill>
              <p:spPr>
                <a:xfrm>
                  <a:off x="1697865" y="1361175"/>
                  <a:ext cx="673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5" name="Ink 84">
                  <a:extLst>
                    <a:ext uri="{FF2B5EF4-FFF2-40B4-BE49-F238E27FC236}">
                      <a16:creationId xmlns:a16="http://schemas.microsoft.com/office/drawing/2014/main" id="{F952FCDC-EAE1-F320-6A32-C9E9B9A2507B}"/>
                    </a:ext>
                  </a:extLst>
                </p14:cNvPr>
                <p14:cNvContentPartPr/>
                <p14:nvPr/>
              </p14:nvContentPartPr>
              <p14:xfrm>
                <a:off x="1595625" y="1485735"/>
                <a:ext cx="21960" cy="153720"/>
              </p14:xfrm>
            </p:contentPart>
          </mc:Choice>
          <mc:Fallback xmlns="">
            <p:pic>
              <p:nvPicPr>
                <p:cNvPr id="85" name="Ink 84">
                  <a:extLst>
                    <a:ext uri="{FF2B5EF4-FFF2-40B4-BE49-F238E27FC236}">
                      <a16:creationId xmlns:a16="http://schemas.microsoft.com/office/drawing/2014/main" id="{F952FCDC-EAE1-F320-6A32-C9E9B9A2507B}"/>
                    </a:ext>
                  </a:extLst>
                </p:cNvPr>
                <p:cNvPicPr/>
                <p:nvPr/>
              </p:nvPicPr>
              <p:blipFill>
                <a:blip r:embed="rId133"/>
                <a:stretch>
                  <a:fillRect/>
                </a:stretch>
              </p:blipFill>
              <p:spPr>
                <a:xfrm>
                  <a:off x="1589505" y="1479615"/>
                  <a:ext cx="342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6" name="Ink 85">
                  <a:extLst>
                    <a:ext uri="{FF2B5EF4-FFF2-40B4-BE49-F238E27FC236}">
                      <a16:creationId xmlns:a16="http://schemas.microsoft.com/office/drawing/2014/main" id="{2977BC66-81A7-2019-0A71-C8A3E46EF57B}"/>
                    </a:ext>
                  </a:extLst>
                </p14:cNvPr>
                <p14:cNvContentPartPr/>
                <p14:nvPr/>
              </p14:nvContentPartPr>
              <p14:xfrm>
                <a:off x="1277745" y="1716135"/>
                <a:ext cx="320400" cy="40320"/>
              </p14:xfrm>
            </p:contentPart>
          </mc:Choice>
          <mc:Fallback xmlns="">
            <p:pic>
              <p:nvPicPr>
                <p:cNvPr id="86" name="Ink 85">
                  <a:extLst>
                    <a:ext uri="{FF2B5EF4-FFF2-40B4-BE49-F238E27FC236}">
                      <a16:creationId xmlns:a16="http://schemas.microsoft.com/office/drawing/2014/main" id="{2977BC66-81A7-2019-0A71-C8A3E46EF57B}"/>
                    </a:ext>
                  </a:extLst>
                </p:cNvPr>
                <p:cNvPicPr/>
                <p:nvPr/>
              </p:nvPicPr>
              <p:blipFill>
                <a:blip r:embed="rId135"/>
                <a:stretch>
                  <a:fillRect/>
                </a:stretch>
              </p:blipFill>
              <p:spPr>
                <a:xfrm>
                  <a:off x="1271625" y="1710015"/>
                  <a:ext cx="3326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7" name="Ink 86">
                  <a:extLst>
                    <a:ext uri="{FF2B5EF4-FFF2-40B4-BE49-F238E27FC236}">
                      <a16:creationId xmlns:a16="http://schemas.microsoft.com/office/drawing/2014/main" id="{907DF076-D89C-8279-3FF6-FD9984460BCF}"/>
                    </a:ext>
                  </a:extLst>
                </p14:cNvPr>
                <p14:cNvContentPartPr/>
                <p14:nvPr/>
              </p14:nvContentPartPr>
              <p14:xfrm>
                <a:off x="1370265" y="1644135"/>
                <a:ext cx="109080" cy="147600"/>
              </p14:xfrm>
            </p:contentPart>
          </mc:Choice>
          <mc:Fallback xmlns="">
            <p:pic>
              <p:nvPicPr>
                <p:cNvPr id="87" name="Ink 86">
                  <a:extLst>
                    <a:ext uri="{FF2B5EF4-FFF2-40B4-BE49-F238E27FC236}">
                      <a16:creationId xmlns:a16="http://schemas.microsoft.com/office/drawing/2014/main" id="{907DF076-D89C-8279-3FF6-FD9984460BCF}"/>
                    </a:ext>
                  </a:extLst>
                </p:cNvPr>
                <p:cNvPicPr/>
                <p:nvPr/>
              </p:nvPicPr>
              <p:blipFill>
                <a:blip r:embed="rId137"/>
                <a:stretch>
                  <a:fillRect/>
                </a:stretch>
              </p:blipFill>
              <p:spPr>
                <a:xfrm>
                  <a:off x="1364145" y="1638015"/>
                  <a:ext cx="1213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0" name="Ink 89">
                  <a:extLst>
                    <a:ext uri="{FF2B5EF4-FFF2-40B4-BE49-F238E27FC236}">
                      <a16:creationId xmlns:a16="http://schemas.microsoft.com/office/drawing/2014/main" id="{735DD048-E973-D854-2AEA-9BA29F99F585}"/>
                    </a:ext>
                  </a:extLst>
                </p14:cNvPr>
                <p14:cNvContentPartPr/>
                <p14:nvPr/>
              </p14:nvContentPartPr>
              <p14:xfrm>
                <a:off x="3132825" y="716055"/>
                <a:ext cx="215280" cy="48960"/>
              </p14:xfrm>
            </p:contentPart>
          </mc:Choice>
          <mc:Fallback xmlns="">
            <p:pic>
              <p:nvPicPr>
                <p:cNvPr id="90" name="Ink 89">
                  <a:extLst>
                    <a:ext uri="{FF2B5EF4-FFF2-40B4-BE49-F238E27FC236}">
                      <a16:creationId xmlns:a16="http://schemas.microsoft.com/office/drawing/2014/main" id="{735DD048-E973-D854-2AEA-9BA29F99F585}"/>
                    </a:ext>
                  </a:extLst>
                </p:cNvPr>
                <p:cNvPicPr/>
                <p:nvPr/>
              </p:nvPicPr>
              <p:blipFill>
                <a:blip r:embed="rId139"/>
                <a:stretch>
                  <a:fillRect/>
                </a:stretch>
              </p:blipFill>
              <p:spPr>
                <a:xfrm>
                  <a:off x="3126705" y="709935"/>
                  <a:ext cx="22752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1" name="Ink 90">
                  <a:extLst>
                    <a:ext uri="{FF2B5EF4-FFF2-40B4-BE49-F238E27FC236}">
                      <a16:creationId xmlns:a16="http://schemas.microsoft.com/office/drawing/2014/main" id="{0F6DA43F-A300-5124-8D67-03D645365F3C}"/>
                    </a:ext>
                  </a:extLst>
                </p14:cNvPr>
                <p14:cNvContentPartPr/>
                <p14:nvPr/>
              </p14:nvContentPartPr>
              <p14:xfrm>
                <a:off x="3155505" y="670695"/>
                <a:ext cx="170640" cy="244440"/>
              </p14:xfrm>
            </p:contentPart>
          </mc:Choice>
          <mc:Fallback xmlns="">
            <p:pic>
              <p:nvPicPr>
                <p:cNvPr id="91" name="Ink 90">
                  <a:extLst>
                    <a:ext uri="{FF2B5EF4-FFF2-40B4-BE49-F238E27FC236}">
                      <a16:creationId xmlns:a16="http://schemas.microsoft.com/office/drawing/2014/main" id="{0F6DA43F-A300-5124-8D67-03D645365F3C}"/>
                    </a:ext>
                  </a:extLst>
                </p:cNvPr>
                <p:cNvPicPr/>
                <p:nvPr/>
              </p:nvPicPr>
              <p:blipFill>
                <a:blip r:embed="rId141"/>
                <a:stretch>
                  <a:fillRect/>
                </a:stretch>
              </p:blipFill>
              <p:spPr>
                <a:xfrm>
                  <a:off x="3149385" y="664575"/>
                  <a:ext cx="1828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2" name="Ink 91">
                  <a:extLst>
                    <a:ext uri="{FF2B5EF4-FFF2-40B4-BE49-F238E27FC236}">
                      <a16:creationId xmlns:a16="http://schemas.microsoft.com/office/drawing/2014/main" id="{82185C86-27FA-0297-D089-A479238E4BCC}"/>
                    </a:ext>
                  </a:extLst>
                </p14:cNvPr>
                <p14:cNvContentPartPr/>
                <p14:nvPr/>
              </p14:nvContentPartPr>
              <p14:xfrm>
                <a:off x="2065425" y="1658175"/>
                <a:ext cx="277920" cy="30600"/>
              </p14:xfrm>
            </p:contentPart>
          </mc:Choice>
          <mc:Fallback xmlns="">
            <p:pic>
              <p:nvPicPr>
                <p:cNvPr id="92" name="Ink 91">
                  <a:extLst>
                    <a:ext uri="{FF2B5EF4-FFF2-40B4-BE49-F238E27FC236}">
                      <a16:creationId xmlns:a16="http://schemas.microsoft.com/office/drawing/2014/main" id="{82185C86-27FA-0297-D089-A479238E4BCC}"/>
                    </a:ext>
                  </a:extLst>
                </p:cNvPr>
                <p:cNvPicPr/>
                <p:nvPr/>
              </p:nvPicPr>
              <p:blipFill>
                <a:blip r:embed="rId143"/>
                <a:stretch>
                  <a:fillRect/>
                </a:stretch>
              </p:blipFill>
              <p:spPr>
                <a:xfrm>
                  <a:off x="2059305" y="1652055"/>
                  <a:ext cx="2901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3" name="Ink 92">
                  <a:extLst>
                    <a:ext uri="{FF2B5EF4-FFF2-40B4-BE49-F238E27FC236}">
                      <a16:creationId xmlns:a16="http://schemas.microsoft.com/office/drawing/2014/main" id="{9910DA4A-170B-A092-FFC7-79ED81BDC71C}"/>
                    </a:ext>
                  </a:extLst>
                </p14:cNvPr>
                <p14:cNvContentPartPr/>
                <p14:nvPr/>
              </p14:nvContentPartPr>
              <p14:xfrm>
                <a:off x="2181705" y="1563855"/>
                <a:ext cx="127080" cy="179280"/>
              </p14:xfrm>
            </p:contentPart>
          </mc:Choice>
          <mc:Fallback xmlns="">
            <p:pic>
              <p:nvPicPr>
                <p:cNvPr id="93" name="Ink 92">
                  <a:extLst>
                    <a:ext uri="{FF2B5EF4-FFF2-40B4-BE49-F238E27FC236}">
                      <a16:creationId xmlns:a16="http://schemas.microsoft.com/office/drawing/2014/main" id="{9910DA4A-170B-A092-FFC7-79ED81BDC71C}"/>
                    </a:ext>
                  </a:extLst>
                </p:cNvPr>
                <p:cNvPicPr/>
                <p:nvPr/>
              </p:nvPicPr>
              <p:blipFill>
                <a:blip r:embed="rId145"/>
                <a:stretch>
                  <a:fillRect/>
                </a:stretch>
              </p:blipFill>
              <p:spPr>
                <a:xfrm>
                  <a:off x="2175585" y="1557735"/>
                  <a:ext cx="1393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4" name="Ink 93">
                  <a:extLst>
                    <a:ext uri="{FF2B5EF4-FFF2-40B4-BE49-F238E27FC236}">
                      <a16:creationId xmlns:a16="http://schemas.microsoft.com/office/drawing/2014/main" id="{FDC0F12C-90C0-D1DB-E443-6307D590D6D6}"/>
                    </a:ext>
                  </a:extLst>
                </p14:cNvPr>
                <p14:cNvContentPartPr/>
                <p14:nvPr/>
              </p14:nvContentPartPr>
              <p14:xfrm>
                <a:off x="1907385" y="1868415"/>
                <a:ext cx="11880" cy="15840"/>
              </p14:xfrm>
            </p:contentPart>
          </mc:Choice>
          <mc:Fallback xmlns="">
            <p:pic>
              <p:nvPicPr>
                <p:cNvPr id="94" name="Ink 93">
                  <a:extLst>
                    <a:ext uri="{FF2B5EF4-FFF2-40B4-BE49-F238E27FC236}">
                      <a16:creationId xmlns:a16="http://schemas.microsoft.com/office/drawing/2014/main" id="{FDC0F12C-90C0-D1DB-E443-6307D590D6D6}"/>
                    </a:ext>
                  </a:extLst>
                </p:cNvPr>
                <p:cNvPicPr/>
                <p:nvPr/>
              </p:nvPicPr>
              <p:blipFill>
                <a:blip r:embed="rId147"/>
                <a:stretch>
                  <a:fillRect/>
                </a:stretch>
              </p:blipFill>
              <p:spPr>
                <a:xfrm>
                  <a:off x="1901265" y="1862295"/>
                  <a:ext cx="241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5" name="Ink 94">
                  <a:extLst>
                    <a:ext uri="{FF2B5EF4-FFF2-40B4-BE49-F238E27FC236}">
                      <a16:creationId xmlns:a16="http://schemas.microsoft.com/office/drawing/2014/main" id="{9F5441BA-2C1A-3537-E6D6-F0A66A4DC5FC}"/>
                    </a:ext>
                  </a:extLst>
                </p14:cNvPr>
                <p14:cNvContentPartPr/>
                <p14:nvPr/>
              </p14:nvContentPartPr>
              <p14:xfrm>
                <a:off x="1937265" y="1283055"/>
                <a:ext cx="88200" cy="115560"/>
              </p14:xfrm>
            </p:contentPart>
          </mc:Choice>
          <mc:Fallback xmlns="">
            <p:pic>
              <p:nvPicPr>
                <p:cNvPr id="95" name="Ink 94">
                  <a:extLst>
                    <a:ext uri="{FF2B5EF4-FFF2-40B4-BE49-F238E27FC236}">
                      <a16:creationId xmlns:a16="http://schemas.microsoft.com/office/drawing/2014/main" id="{9F5441BA-2C1A-3537-E6D6-F0A66A4DC5FC}"/>
                    </a:ext>
                  </a:extLst>
                </p:cNvPr>
                <p:cNvPicPr/>
                <p:nvPr/>
              </p:nvPicPr>
              <p:blipFill>
                <a:blip r:embed="rId149"/>
                <a:stretch>
                  <a:fillRect/>
                </a:stretch>
              </p:blipFill>
              <p:spPr>
                <a:xfrm>
                  <a:off x="1931145" y="1276935"/>
                  <a:ext cx="100440" cy="12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0">
            <p14:nvContentPartPr>
              <p14:cNvPr id="113" name="Ink 112">
                <a:extLst>
                  <a:ext uri="{FF2B5EF4-FFF2-40B4-BE49-F238E27FC236}">
                    <a16:creationId xmlns:a16="http://schemas.microsoft.com/office/drawing/2014/main" id="{21AF3538-8274-E900-9802-98728B0CAB94}"/>
                  </a:ext>
                </a:extLst>
              </p14:cNvPr>
              <p14:cNvContentPartPr/>
              <p14:nvPr/>
            </p14:nvContentPartPr>
            <p14:xfrm>
              <a:off x="8627145" y="1217175"/>
              <a:ext cx="243360" cy="181440"/>
            </p14:xfrm>
          </p:contentPart>
        </mc:Choice>
        <mc:Fallback xmlns="">
          <p:pic>
            <p:nvPicPr>
              <p:cNvPr id="113" name="Ink 112">
                <a:extLst>
                  <a:ext uri="{FF2B5EF4-FFF2-40B4-BE49-F238E27FC236}">
                    <a16:creationId xmlns:a16="http://schemas.microsoft.com/office/drawing/2014/main" id="{21AF3538-8274-E900-9802-98728B0CAB94}"/>
                  </a:ext>
                </a:extLst>
              </p:cNvPr>
              <p:cNvPicPr/>
              <p:nvPr/>
            </p:nvPicPr>
            <p:blipFill>
              <a:blip r:embed="rId151"/>
              <a:stretch>
                <a:fillRect/>
              </a:stretch>
            </p:blipFill>
            <p:spPr>
              <a:xfrm>
                <a:off x="8621025" y="1211055"/>
                <a:ext cx="255600" cy="193680"/>
              </a:xfrm>
              <a:prstGeom prst="rect">
                <a:avLst/>
              </a:prstGeom>
            </p:spPr>
          </p:pic>
        </mc:Fallback>
      </mc:AlternateContent>
      <p:grpSp>
        <p:nvGrpSpPr>
          <p:cNvPr id="126" name="Group 125">
            <a:extLst>
              <a:ext uri="{FF2B5EF4-FFF2-40B4-BE49-F238E27FC236}">
                <a16:creationId xmlns:a16="http://schemas.microsoft.com/office/drawing/2014/main" id="{06868E63-D2CC-3C5F-3212-5D9D45D741F0}"/>
              </a:ext>
            </a:extLst>
          </p:cNvPr>
          <p:cNvGrpSpPr/>
          <p:nvPr/>
        </p:nvGrpSpPr>
        <p:grpSpPr>
          <a:xfrm>
            <a:off x="9237705" y="822255"/>
            <a:ext cx="159120" cy="142200"/>
            <a:chOff x="9237705" y="822255"/>
            <a:chExt cx="159120" cy="142200"/>
          </a:xfrm>
        </p:grpSpPr>
        <mc:AlternateContent xmlns:mc="http://schemas.openxmlformats.org/markup-compatibility/2006" xmlns:p14="http://schemas.microsoft.com/office/powerpoint/2010/main">
          <mc:Choice Requires="p14">
            <p:contentPart p14:bwMode="auto" r:id="rId152">
              <p14:nvContentPartPr>
                <p14:cNvPr id="114" name="Ink 113">
                  <a:extLst>
                    <a:ext uri="{FF2B5EF4-FFF2-40B4-BE49-F238E27FC236}">
                      <a16:creationId xmlns:a16="http://schemas.microsoft.com/office/drawing/2014/main" id="{08CDA237-9B9F-71F8-2CF0-403344D7E0EE}"/>
                    </a:ext>
                  </a:extLst>
                </p14:cNvPr>
                <p14:cNvContentPartPr/>
                <p14:nvPr/>
              </p14:nvContentPartPr>
              <p14:xfrm>
                <a:off x="9237705" y="887775"/>
                <a:ext cx="121680" cy="14760"/>
              </p14:xfrm>
            </p:contentPart>
          </mc:Choice>
          <mc:Fallback xmlns="">
            <p:pic>
              <p:nvPicPr>
                <p:cNvPr id="114" name="Ink 113">
                  <a:extLst>
                    <a:ext uri="{FF2B5EF4-FFF2-40B4-BE49-F238E27FC236}">
                      <a16:creationId xmlns:a16="http://schemas.microsoft.com/office/drawing/2014/main" id="{08CDA237-9B9F-71F8-2CF0-403344D7E0EE}"/>
                    </a:ext>
                  </a:extLst>
                </p:cNvPr>
                <p:cNvPicPr/>
                <p:nvPr/>
              </p:nvPicPr>
              <p:blipFill>
                <a:blip r:embed="rId153"/>
                <a:stretch>
                  <a:fillRect/>
                </a:stretch>
              </p:blipFill>
              <p:spPr>
                <a:xfrm>
                  <a:off x="9231585" y="881655"/>
                  <a:ext cx="1339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5" name="Ink 114">
                  <a:extLst>
                    <a:ext uri="{FF2B5EF4-FFF2-40B4-BE49-F238E27FC236}">
                      <a16:creationId xmlns:a16="http://schemas.microsoft.com/office/drawing/2014/main" id="{1594F287-CB7C-70BE-F393-7E3612312300}"/>
                    </a:ext>
                  </a:extLst>
                </p14:cNvPr>
                <p14:cNvContentPartPr/>
                <p14:nvPr/>
              </p14:nvContentPartPr>
              <p14:xfrm>
                <a:off x="9268305" y="822255"/>
                <a:ext cx="128520" cy="45720"/>
              </p14:xfrm>
            </p:contentPart>
          </mc:Choice>
          <mc:Fallback xmlns="">
            <p:pic>
              <p:nvPicPr>
                <p:cNvPr id="115" name="Ink 114">
                  <a:extLst>
                    <a:ext uri="{FF2B5EF4-FFF2-40B4-BE49-F238E27FC236}">
                      <a16:creationId xmlns:a16="http://schemas.microsoft.com/office/drawing/2014/main" id="{1594F287-CB7C-70BE-F393-7E3612312300}"/>
                    </a:ext>
                  </a:extLst>
                </p:cNvPr>
                <p:cNvPicPr/>
                <p:nvPr/>
              </p:nvPicPr>
              <p:blipFill>
                <a:blip r:embed="rId155"/>
                <a:stretch>
                  <a:fillRect/>
                </a:stretch>
              </p:blipFill>
              <p:spPr>
                <a:xfrm>
                  <a:off x="9262185" y="816135"/>
                  <a:ext cx="1407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6" name="Ink 115">
                  <a:extLst>
                    <a:ext uri="{FF2B5EF4-FFF2-40B4-BE49-F238E27FC236}">
                      <a16:creationId xmlns:a16="http://schemas.microsoft.com/office/drawing/2014/main" id="{50F479EE-0C3F-419A-269A-889EC57E9172}"/>
                    </a:ext>
                  </a:extLst>
                </p14:cNvPr>
                <p14:cNvContentPartPr/>
                <p14:nvPr/>
              </p14:nvContentPartPr>
              <p14:xfrm>
                <a:off x="9257145" y="953655"/>
                <a:ext cx="3960" cy="10800"/>
              </p14:xfrm>
            </p:contentPart>
          </mc:Choice>
          <mc:Fallback xmlns="">
            <p:pic>
              <p:nvPicPr>
                <p:cNvPr id="116" name="Ink 115">
                  <a:extLst>
                    <a:ext uri="{FF2B5EF4-FFF2-40B4-BE49-F238E27FC236}">
                      <a16:creationId xmlns:a16="http://schemas.microsoft.com/office/drawing/2014/main" id="{50F479EE-0C3F-419A-269A-889EC57E9172}"/>
                    </a:ext>
                  </a:extLst>
                </p:cNvPr>
                <p:cNvPicPr/>
                <p:nvPr/>
              </p:nvPicPr>
              <p:blipFill>
                <a:blip r:embed="rId157"/>
                <a:stretch>
                  <a:fillRect/>
                </a:stretch>
              </p:blipFill>
              <p:spPr>
                <a:xfrm>
                  <a:off x="9251025" y="947535"/>
                  <a:ext cx="16200" cy="23040"/>
                </a:xfrm>
                <a:prstGeom prst="rect">
                  <a:avLst/>
                </a:prstGeom>
              </p:spPr>
            </p:pic>
          </mc:Fallback>
        </mc:AlternateContent>
      </p:grpSp>
      <p:grpSp>
        <p:nvGrpSpPr>
          <p:cNvPr id="125" name="Group 124">
            <a:extLst>
              <a:ext uri="{FF2B5EF4-FFF2-40B4-BE49-F238E27FC236}">
                <a16:creationId xmlns:a16="http://schemas.microsoft.com/office/drawing/2014/main" id="{9CC0B108-8ED4-F492-4974-8C4C6578DD12}"/>
              </a:ext>
            </a:extLst>
          </p:cNvPr>
          <p:cNvGrpSpPr/>
          <p:nvPr/>
        </p:nvGrpSpPr>
        <p:grpSpPr>
          <a:xfrm>
            <a:off x="10066065" y="750255"/>
            <a:ext cx="373320" cy="277200"/>
            <a:chOff x="10066065" y="750255"/>
            <a:chExt cx="373320" cy="277200"/>
          </a:xfrm>
        </p:grpSpPr>
        <mc:AlternateContent xmlns:mc="http://schemas.openxmlformats.org/markup-compatibility/2006" xmlns:p14="http://schemas.microsoft.com/office/powerpoint/2010/main">
          <mc:Choice Requires="p14">
            <p:contentPart p14:bwMode="auto" r:id="rId158">
              <p14:nvContentPartPr>
                <p14:cNvPr id="117" name="Ink 116">
                  <a:extLst>
                    <a:ext uri="{FF2B5EF4-FFF2-40B4-BE49-F238E27FC236}">
                      <a16:creationId xmlns:a16="http://schemas.microsoft.com/office/drawing/2014/main" id="{F057758D-1FB9-DFF3-37CE-A4CEF883B49D}"/>
                    </a:ext>
                  </a:extLst>
                </p14:cNvPr>
                <p14:cNvContentPartPr/>
                <p14:nvPr/>
              </p14:nvContentPartPr>
              <p14:xfrm>
                <a:off x="10140585" y="750255"/>
                <a:ext cx="298800" cy="240120"/>
              </p14:xfrm>
            </p:contentPart>
          </mc:Choice>
          <mc:Fallback xmlns="">
            <p:pic>
              <p:nvPicPr>
                <p:cNvPr id="117" name="Ink 116">
                  <a:extLst>
                    <a:ext uri="{FF2B5EF4-FFF2-40B4-BE49-F238E27FC236}">
                      <a16:creationId xmlns:a16="http://schemas.microsoft.com/office/drawing/2014/main" id="{F057758D-1FB9-DFF3-37CE-A4CEF883B49D}"/>
                    </a:ext>
                  </a:extLst>
                </p:cNvPr>
                <p:cNvPicPr/>
                <p:nvPr/>
              </p:nvPicPr>
              <p:blipFill>
                <a:blip r:embed="rId159"/>
                <a:stretch>
                  <a:fillRect/>
                </a:stretch>
              </p:blipFill>
              <p:spPr>
                <a:xfrm>
                  <a:off x="10134465" y="744135"/>
                  <a:ext cx="31104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8" name="Ink 117">
                  <a:extLst>
                    <a:ext uri="{FF2B5EF4-FFF2-40B4-BE49-F238E27FC236}">
                      <a16:creationId xmlns:a16="http://schemas.microsoft.com/office/drawing/2014/main" id="{5BA68C78-BF57-B1F7-AE6B-C0356D91D9C0}"/>
                    </a:ext>
                  </a:extLst>
                </p14:cNvPr>
                <p14:cNvContentPartPr/>
                <p14:nvPr/>
              </p14:nvContentPartPr>
              <p14:xfrm>
                <a:off x="10066065" y="771855"/>
                <a:ext cx="313560" cy="255600"/>
              </p14:xfrm>
            </p:contentPart>
          </mc:Choice>
          <mc:Fallback xmlns="">
            <p:pic>
              <p:nvPicPr>
                <p:cNvPr id="118" name="Ink 117">
                  <a:extLst>
                    <a:ext uri="{FF2B5EF4-FFF2-40B4-BE49-F238E27FC236}">
                      <a16:creationId xmlns:a16="http://schemas.microsoft.com/office/drawing/2014/main" id="{5BA68C78-BF57-B1F7-AE6B-C0356D91D9C0}"/>
                    </a:ext>
                  </a:extLst>
                </p:cNvPr>
                <p:cNvPicPr/>
                <p:nvPr/>
              </p:nvPicPr>
              <p:blipFill>
                <a:blip r:embed="rId161"/>
                <a:stretch>
                  <a:fillRect/>
                </a:stretch>
              </p:blipFill>
              <p:spPr>
                <a:xfrm>
                  <a:off x="10059945" y="765735"/>
                  <a:ext cx="325800" cy="267840"/>
                </a:xfrm>
                <a:prstGeom prst="rect">
                  <a:avLst/>
                </a:prstGeom>
              </p:spPr>
            </p:pic>
          </mc:Fallback>
        </mc:AlternateContent>
      </p:grpSp>
      <p:grpSp>
        <p:nvGrpSpPr>
          <p:cNvPr id="124" name="Group 123">
            <a:extLst>
              <a:ext uri="{FF2B5EF4-FFF2-40B4-BE49-F238E27FC236}">
                <a16:creationId xmlns:a16="http://schemas.microsoft.com/office/drawing/2014/main" id="{92251F9B-6FDA-BB82-BC44-2B696DF17630}"/>
              </a:ext>
            </a:extLst>
          </p:cNvPr>
          <p:cNvGrpSpPr/>
          <p:nvPr/>
        </p:nvGrpSpPr>
        <p:grpSpPr>
          <a:xfrm>
            <a:off x="8239785" y="634695"/>
            <a:ext cx="401400" cy="253440"/>
            <a:chOff x="8239785" y="634695"/>
            <a:chExt cx="401400" cy="253440"/>
          </a:xfrm>
        </p:grpSpPr>
        <mc:AlternateContent xmlns:mc="http://schemas.openxmlformats.org/markup-compatibility/2006" xmlns:p14="http://schemas.microsoft.com/office/powerpoint/2010/main">
          <mc:Choice Requires="p14">
            <p:contentPart p14:bwMode="auto" r:id="rId162">
              <p14:nvContentPartPr>
                <p14:cNvPr id="119" name="Ink 118">
                  <a:extLst>
                    <a:ext uri="{FF2B5EF4-FFF2-40B4-BE49-F238E27FC236}">
                      <a16:creationId xmlns:a16="http://schemas.microsoft.com/office/drawing/2014/main" id="{9FE9315E-ECB8-14C4-5AC9-831A757F4C55}"/>
                    </a:ext>
                  </a:extLst>
                </p14:cNvPr>
                <p14:cNvContentPartPr/>
                <p14:nvPr/>
              </p14:nvContentPartPr>
              <p14:xfrm>
                <a:off x="8239785" y="727575"/>
                <a:ext cx="401400" cy="66240"/>
              </p14:xfrm>
            </p:contentPart>
          </mc:Choice>
          <mc:Fallback xmlns="">
            <p:pic>
              <p:nvPicPr>
                <p:cNvPr id="119" name="Ink 118">
                  <a:extLst>
                    <a:ext uri="{FF2B5EF4-FFF2-40B4-BE49-F238E27FC236}">
                      <a16:creationId xmlns:a16="http://schemas.microsoft.com/office/drawing/2014/main" id="{9FE9315E-ECB8-14C4-5AC9-831A757F4C55}"/>
                    </a:ext>
                  </a:extLst>
                </p:cNvPr>
                <p:cNvPicPr/>
                <p:nvPr/>
              </p:nvPicPr>
              <p:blipFill>
                <a:blip r:embed="rId163"/>
                <a:stretch>
                  <a:fillRect/>
                </a:stretch>
              </p:blipFill>
              <p:spPr>
                <a:xfrm>
                  <a:off x="8233665" y="721455"/>
                  <a:ext cx="41364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0" name="Ink 119">
                  <a:extLst>
                    <a:ext uri="{FF2B5EF4-FFF2-40B4-BE49-F238E27FC236}">
                      <a16:creationId xmlns:a16="http://schemas.microsoft.com/office/drawing/2014/main" id="{CA49B406-A1F3-898C-DA45-0269060BDFEB}"/>
                    </a:ext>
                  </a:extLst>
                </p14:cNvPr>
                <p14:cNvContentPartPr/>
                <p14:nvPr/>
              </p14:nvContentPartPr>
              <p14:xfrm>
                <a:off x="8360745" y="634695"/>
                <a:ext cx="207360" cy="253440"/>
              </p14:xfrm>
            </p:contentPart>
          </mc:Choice>
          <mc:Fallback xmlns="">
            <p:pic>
              <p:nvPicPr>
                <p:cNvPr id="120" name="Ink 119">
                  <a:extLst>
                    <a:ext uri="{FF2B5EF4-FFF2-40B4-BE49-F238E27FC236}">
                      <a16:creationId xmlns:a16="http://schemas.microsoft.com/office/drawing/2014/main" id="{CA49B406-A1F3-898C-DA45-0269060BDFEB}"/>
                    </a:ext>
                  </a:extLst>
                </p:cNvPr>
                <p:cNvPicPr/>
                <p:nvPr/>
              </p:nvPicPr>
              <p:blipFill>
                <a:blip r:embed="rId165"/>
                <a:stretch>
                  <a:fillRect/>
                </a:stretch>
              </p:blipFill>
              <p:spPr>
                <a:xfrm>
                  <a:off x="8354625" y="628575"/>
                  <a:ext cx="219600" cy="265680"/>
                </a:xfrm>
                <a:prstGeom prst="rect">
                  <a:avLst/>
                </a:prstGeom>
              </p:spPr>
            </p:pic>
          </mc:Fallback>
        </mc:AlternateContent>
      </p:grpSp>
      <p:grpSp>
        <p:nvGrpSpPr>
          <p:cNvPr id="123" name="Group 122">
            <a:extLst>
              <a:ext uri="{FF2B5EF4-FFF2-40B4-BE49-F238E27FC236}">
                <a16:creationId xmlns:a16="http://schemas.microsoft.com/office/drawing/2014/main" id="{A68B11A0-9EC4-2594-0237-6EB6C232F27B}"/>
              </a:ext>
            </a:extLst>
          </p:cNvPr>
          <p:cNvGrpSpPr/>
          <p:nvPr/>
        </p:nvGrpSpPr>
        <p:grpSpPr>
          <a:xfrm>
            <a:off x="7542465" y="1081455"/>
            <a:ext cx="233640" cy="168120"/>
            <a:chOff x="7542465" y="1081455"/>
            <a:chExt cx="233640" cy="168120"/>
          </a:xfrm>
        </p:grpSpPr>
        <mc:AlternateContent xmlns:mc="http://schemas.openxmlformats.org/markup-compatibility/2006" xmlns:p14="http://schemas.microsoft.com/office/powerpoint/2010/main">
          <mc:Choice Requires="p14">
            <p:contentPart p14:bwMode="auto" r:id="rId166">
              <p14:nvContentPartPr>
                <p14:cNvPr id="121" name="Ink 120">
                  <a:extLst>
                    <a:ext uri="{FF2B5EF4-FFF2-40B4-BE49-F238E27FC236}">
                      <a16:creationId xmlns:a16="http://schemas.microsoft.com/office/drawing/2014/main" id="{FFDC9764-CF1B-9976-FB70-44ECAA3834A9}"/>
                    </a:ext>
                  </a:extLst>
                </p14:cNvPr>
                <p14:cNvContentPartPr/>
                <p14:nvPr/>
              </p14:nvContentPartPr>
              <p14:xfrm>
                <a:off x="7542465" y="1081455"/>
                <a:ext cx="233640" cy="42480"/>
              </p14:xfrm>
            </p:contentPart>
          </mc:Choice>
          <mc:Fallback xmlns="">
            <p:pic>
              <p:nvPicPr>
                <p:cNvPr id="121" name="Ink 120">
                  <a:extLst>
                    <a:ext uri="{FF2B5EF4-FFF2-40B4-BE49-F238E27FC236}">
                      <a16:creationId xmlns:a16="http://schemas.microsoft.com/office/drawing/2014/main" id="{FFDC9764-CF1B-9976-FB70-44ECAA3834A9}"/>
                    </a:ext>
                  </a:extLst>
                </p:cNvPr>
                <p:cNvPicPr/>
                <p:nvPr/>
              </p:nvPicPr>
              <p:blipFill>
                <a:blip r:embed="rId167"/>
                <a:stretch>
                  <a:fillRect/>
                </a:stretch>
              </p:blipFill>
              <p:spPr>
                <a:xfrm>
                  <a:off x="7536345" y="1075335"/>
                  <a:ext cx="2458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22" name="Ink 121">
                  <a:extLst>
                    <a:ext uri="{FF2B5EF4-FFF2-40B4-BE49-F238E27FC236}">
                      <a16:creationId xmlns:a16="http://schemas.microsoft.com/office/drawing/2014/main" id="{0EC5C1FE-6C2D-AC9E-CB1B-55CCC8F400A1}"/>
                    </a:ext>
                  </a:extLst>
                </p14:cNvPr>
                <p14:cNvContentPartPr/>
                <p14:nvPr/>
              </p14:nvContentPartPr>
              <p14:xfrm>
                <a:off x="7598625" y="1116375"/>
                <a:ext cx="79200" cy="133200"/>
              </p14:xfrm>
            </p:contentPart>
          </mc:Choice>
          <mc:Fallback xmlns="">
            <p:pic>
              <p:nvPicPr>
                <p:cNvPr id="122" name="Ink 121">
                  <a:extLst>
                    <a:ext uri="{FF2B5EF4-FFF2-40B4-BE49-F238E27FC236}">
                      <a16:creationId xmlns:a16="http://schemas.microsoft.com/office/drawing/2014/main" id="{0EC5C1FE-6C2D-AC9E-CB1B-55CCC8F400A1}"/>
                    </a:ext>
                  </a:extLst>
                </p:cNvPr>
                <p:cNvPicPr/>
                <p:nvPr/>
              </p:nvPicPr>
              <p:blipFill>
                <a:blip r:embed="rId169"/>
                <a:stretch>
                  <a:fillRect/>
                </a:stretch>
              </p:blipFill>
              <p:spPr>
                <a:xfrm>
                  <a:off x="7592505" y="1110255"/>
                  <a:ext cx="91440" cy="14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0">
            <p14:nvContentPartPr>
              <p14:cNvPr id="130" name="Ink 129">
                <a:extLst>
                  <a:ext uri="{FF2B5EF4-FFF2-40B4-BE49-F238E27FC236}">
                    <a16:creationId xmlns:a16="http://schemas.microsoft.com/office/drawing/2014/main" id="{16C9150C-BE02-CD2C-5211-C1C27A43080B}"/>
                  </a:ext>
                </a:extLst>
              </p14:cNvPr>
              <p14:cNvContentPartPr/>
              <p14:nvPr/>
            </p14:nvContentPartPr>
            <p14:xfrm>
              <a:off x="10242105" y="2110695"/>
              <a:ext cx="236880" cy="138600"/>
            </p14:xfrm>
          </p:contentPart>
        </mc:Choice>
        <mc:Fallback xmlns="">
          <p:pic>
            <p:nvPicPr>
              <p:cNvPr id="130" name="Ink 129">
                <a:extLst>
                  <a:ext uri="{FF2B5EF4-FFF2-40B4-BE49-F238E27FC236}">
                    <a16:creationId xmlns:a16="http://schemas.microsoft.com/office/drawing/2014/main" id="{16C9150C-BE02-CD2C-5211-C1C27A43080B}"/>
                  </a:ext>
                </a:extLst>
              </p:cNvPr>
              <p:cNvPicPr/>
              <p:nvPr/>
            </p:nvPicPr>
            <p:blipFill>
              <a:blip r:embed="rId171"/>
              <a:stretch>
                <a:fillRect/>
              </a:stretch>
            </p:blipFill>
            <p:spPr>
              <a:xfrm>
                <a:off x="10233465" y="2102055"/>
                <a:ext cx="254520" cy="156240"/>
              </a:xfrm>
              <a:prstGeom prst="rect">
                <a:avLst/>
              </a:prstGeom>
            </p:spPr>
          </p:pic>
        </mc:Fallback>
      </mc:AlternateContent>
      <p:grpSp>
        <p:nvGrpSpPr>
          <p:cNvPr id="145" name="Group 144">
            <a:extLst>
              <a:ext uri="{FF2B5EF4-FFF2-40B4-BE49-F238E27FC236}">
                <a16:creationId xmlns:a16="http://schemas.microsoft.com/office/drawing/2014/main" id="{865B5658-22FB-872A-0A70-B388A60B2F4A}"/>
              </a:ext>
            </a:extLst>
          </p:cNvPr>
          <p:cNvGrpSpPr/>
          <p:nvPr/>
        </p:nvGrpSpPr>
        <p:grpSpPr>
          <a:xfrm>
            <a:off x="10046625" y="1419855"/>
            <a:ext cx="684000" cy="456120"/>
            <a:chOff x="10046625" y="1419855"/>
            <a:chExt cx="684000" cy="456120"/>
          </a:xfrm>
        </p:grpSpPr>
        <mc:AlternateContent xmlns:mc="http://schemas.openxmlformats.org/markup-compatibility/2006" xmlns:p14="http://schemas.microsoft.com/office/powerpoint/2010/main">
          <mc:Choice Requires="p14">
            <p:contentPart p14:bwMode="auto" r:id="rId172">
              <p14:nvContentPartPr>
                <p14:cNvPr id="131" name="Ink 130">
                  <a:extLst>
                    <a:ext uri="{FF2B5EF4-FFF2-40B4-BE49-F238E27FC236}">
                      <a16:creationId xmlns:a16="http://schemas.microsoft.com/office/drawing/2014/main" id="{38FB4C22-89EE-AB8F-0FA9-F74E0DE7F99A}"/>
                    </a:ext>
                  </a:extLst>
                </p14:cNvPr>
                <p14:cNvContentPartPr/>
                <p14:nvPr/>
              </p14:nvContentPartPr>
              <p14:xfrm>
                <a:off x="10489065" y="1783815"/>
                <a:ext cx="241560" cy="92160"/>
              </p14:xfrm>
            </p:contentPart>
          </mc:Choice>
          <mc:Fallback xmlns="">
            <p:pic>
              <p:nvPicPr>
                <p:cNvPr id="131" name="Ink 130">
                  <a:extLst>
                    <a:ext uri="{FF2B5EF4-FFF2-40B4-BE49-F238E27FC236}">
                      <a16:creationId xmlns:a16="http://schemas.microsoft.com/office/drawing/2014/main" id="{38FB4C22-89EE-AB8F-0FA9-F74E0DE7F99A}"/>
                    </a:ext>
                  </a:extLst>
                </p:cNvPr>
                <p:cNvPicPr/>
                <p:nvPr/>
              </p:nvPicPr>
              <p:blipFill>
                <a:blip r:embed="rId173"/>
                <a:stretch>
                  <a:fillRect/>
                </a:stretch>
              </p:blipFill>
              <p:spPr>
                <a:xfrm>
                  <a:off x="10480425" y="1775175"/>
                  <a:ext cx="2592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32" name="Ink 131">
                  <a:extLst>
                    <a:ext uri="{FF2B5EF4-FFF2-40B4-BE49-F238E27FC236}">
                      <a16:creationId xmlns:a16="http://schemas.microsoft.com/office/drawing/2014/main" id="{7B91F615-D31C-4A39-FDA0-9FA92CADC3B0}"/>
                    </a:ext>
                  </a:extLst>
                </p14:cNvPr>
                <p14:cNvContentPartPr/>
                <p14:nvPr/>
              </p14:nvContentPartPr>
              <p14:xfrm>
                <a:off x="10386105" y="1419855"/>
                <a:ext cx="222840" cy="273960"/>
              </p14:xfrm>
            </p:contentPart>
          </mc:Choice>
          <mc:Fallback xmlns="">
            <p:pic>
              <p:nvPicPr>
                <p:cNvPr id="132" name="Ink 131">
                  <a:extLst>
                    <a:ext uri="{FF2B5EF4-FFF2-40B4-BE49-F238E27FC236}">
                      <a16:creationId xmlns:a16="http://schemas.microsoft.com/office/drawing/2014/main" id="{7B91F615-D31C-4A39-FDA0-9FA92CADC3B0}"/>
                    </a:ext>
                  </a:extLst>
                </p:cNvPr>
                <p:cNvPicPr/>
                <p:nvPr/>
              </p:nvPicPr>
              <p:blipFill>
                <a:blip r:embed="rId175"/>
                <a:stretch>
                  <a:fillRect/>
                </a:stretch>
              </p:blipFill>
              <p:spPr>
                <a:xfrm>
                  <a:off x="10377465" y="1410855"/>
                  <a:ext cx="24048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33" name="Ink 132">
                  <a:extLst>
                    <a:ext uri="{FF2B5EF4-FFF2-40B4-BE49-F238E27FC236}">
                      <a16:creationId xmlns:a16="http://schemas.microsoft.com/office/drawing/2014/main" id="{A25C6A1C-C13E-583C-2131-E4E568A7A3F6}"/>
                    </a:ext>
                  </a:extLst>
                </p14:cNvPr>
                <p14:cNvContentPartPr/>
                <p14:nvPr/>
              </p14:nvContentPartPr>
              <p14:xfrm>
                <a:off x="10046625" y="1572855"/>
                <a:ext cx="276840" cy="187560"/>
              </p14:xfrm>
            </p:contentPart>
          </mc:Choice>
          <mc:Fallback xmlns="">
            <p:pic>
              <p:nvPicPr>
                <p:cNvPr id="133" name="Ink 132">
                  <a:extLst>
                    <a:ext uri="{FF2B5EF4-FFF2-40B4-BE49-F238E27FC236}">
                      <a16:creationId xmlns:a16="http://schemas.microsoft.com/office/drawing/2014/main" id="{A25C6A1C-C13E-583C-2131-E4E568A7A3F6}"/>
                    </a:ext>
                  </a:extLst>
                </p:cNvPr>
                <p:cNvPicPr/>
                <p:nvPr/>
              </p:nvPicPr>
              <p:blipFill>
                <a:blip r:embed="rId177"/>
                <a:stretch>
                  <a:fillRect/>
                </a:stretch>
              </p:blipFill>
              <p:spPr>
                <a:xfrm>
                  <a:off x="10037985" y="1564215"/>
                  <a:ext cx="294480" cy="205200"/>
                </a:xfrm>
                <a:prstGeom prst="rect">
                  <a:avLst/>
                </a:prstGeom>
              </p:spPr>
            </p:pic>
          </mc:Fallback>
        </mc:AlternateContent>
      </p:grpSp>
      <p:grpSp>
        <p:nvGrpSpPr>
          <p:cNvPr id="144" name="Group 143">
            <a:extLst>
              <a:ext uri="{FF2B5EF4-FFF2-40B4-BE49-F238E27FC236}">
                <a16:creationId xmlns:a16="http://schemas.microsoft.com/office/drawing/2014/main" id="{7534DFDF-3678-62DD-9824-18BABF7881A4}"/>
              </a:ext>
            </a:extLst>
          </p:cNvPr>
          <p:cNvGrpSpPr/>
          <p:nvPr/>
        </p:nvGrpSpPr>
        <p:grpSpPr>
          <a:xfrm>
            <a:off x="8718585" y="2149215"/>
            <a:ext cx="1036080" cy="652680"/>
            <a:chOff x="8718585" y="2149215"/>
            <a:chExt cx="1036080" cy="652680"/>
          </a:xfrm>
        </p:grpSpPr>
        <mc:AlternateContent xmlns:mc="http://schemas.openxmlformats.org/markup-compatibility/2006" xmlns:p14="http://schemas.microsoft.com/office/powerpoint/2010/main">
          <mc:Choice Requires="p14">
            <p:contentPart p14:bwMode="auto" r:id="rId178">
              <p14:nvContentPartPr>
                <p14:cNvPr id="134" name="Ink 133">
                  <a:extLst>
                    <a:ext uri="{FF2B5EF4-FFF2-40B4-BE49-F238E27FC236}">
                      <a16:creationId xmlns:a16="http://schemas.microsoft.com/office/drawing/2014/main" id="{B4D61AEF-B575-0CAE-F604-9F899E1B526A}"/>
                    </a:ext>
                  </a:extLst>
                </p14:cNvPr>
                <p14:cNvContentPartPr/>
                <p14:nvPr/>
              </p14:nvContentPartPr>
              <p14:xfrm>
                <a:off x="9168945" y="2149215"/>
                <a:ext cx="213120" cy="326520"/>
              </p14:xfrm>
            </p:contentPart>
          </mc:Choice>
          <mc:Fallback xmlns="">
            <p:pic>
              <p:nvPicPr>
                <p:cNvPr id="134" name="Ink 133">
                  <a:extLst>
                    <a:ext uri="{FF2B5EF4-FFF2-40B4-BE49-F238E27FC236}">
                      <a16:creationId xmlns:a16="http://schemas.microsoft.com/office/drawing/2014/main" id="{B4D61AEF-B575-0CAE-F604-9F899E1B526A}"/>
                    </a:ext>
                  </a:extLst>
                </p:cNvPr>
                <p:cNvPicPr/>
                <p:nvPr/>
              </p:nvPicPr>
              <p:blipFill>
                <a:blip r:embed="rId179"/>
                <a:stretch>
                  <a:fillRect/>
                </a:stretch>
              </p:blipFill>
              <p:spPr>
                <a:xfrm>
                  <a:off x="9160305" y="2140215"/>
                  <a:ext cx="23076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35" name="Ink 134">
                  <a:extLst>
                    <a:ext uri="{FF2B5EF4-FFF2-40B4-BE49-F238E27FC236}">
                      <a16:creationId xmlns:a16="http://schemas.microsoft.com/office/drawing/2014/main" id="{6D11734F-372A-4564-C480-C735332C2F2E}"/>
                    </a:ext>
                  </a:extLst>
                </p14:cNvPr>
                <p14:cNvContentPartPr/>
                <p14:nvPr/>
              </p14:nvContentPartPr>
              <p14:xfrm>
                <a:off x="8728665" y="2348655"/>
                <a:ext cx="491040" cy="117720"/>
              </p14:xfrm>
            </p:contentPart>
          </mc:Choice>
          <mc:Fallback xmlns="">
            <p:pic>
              <p:nvPicPr>
                <p:cNvPr id="135" name="Ink 134">
                  <a:extLst>
                    <a:ext uri="{FF2B5EF4-FFF2-40B4-BE49-F238E27FC236}">
                      <a16:creationId xmlns:a16="http://schemas.microsoft.com/office/drawing/2014/main" id="{6D11734F-372A-4564-C480-C735332C2F2E}"/>
                    </a:ext>
                  </a:extLst>
                </p:cNvPr>
                <p:cNvPicPr/>
                <p:nvPr/>
              </p:nvPicPr>
              <p:blipFill>
                <a:blip r:embed="rId181"/>
                <a:stretch>
                  <a:fillRect/>
                </a:stretch>
              </p:blipFill>
              <p:spPr>
                <a:xfrm>
                  <a:off x="8719665" y="2340015"/>
                  <a:ext cx="5086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6" name="Ink 135">
                  <a:extLst>
                    <a:ext uri="{FF2B5EF4-FFF2-40B4-BE49-F238E27FC236}">
                      <a16:creationId xmlns:a16="http://schemas.microsoft.com/office/drawing/2014/main" id="{F099962C-A621-EA78-6D01-44B54E06ACCD}"/>
                    </a:ext>
                  </a:extLst>
                </p14:cNvPr>
                <p14:cNvContentPartPr/>
                <p14:nvPr/>
              </p14:nvContentPartPr>
              <p14:xfrm>
                <a:off x="8827305" y="2524695"/>
                <a:ext cx="195840" cy="88920"/>
              </p14:xfrm>
            </p:contentPart>
          </mc:Choice>
          <mc:Fallback xmlns="">
            <p:pic>
              <p:nvPicPr>
                <p:cNvPr id="136" name="Ink 135">
                  <a:extLst>
                    <a:ext uri="{FF2B5EF4-FFF2-40B4-BE49-F238E27FC236}">
                      <a16:creationId xmlns:a16="http://schemas.microsoft.com/office/drawing/2014/main" id="{F099962C-A621-EA78-6D01-44B54E06ACCD}"/>
                    </a:ext>
                  </a:extLst>
                </p:cNvPr>
                <p:cNvPicPr/>
                <p:nvPr/>
              </p:nvPicPr>
              <p:blipFill>
                <a:blip r:embed="rId183"/>
                <a:stretch>
                  <a:fillRect/>
                </a:stretch>
              </p:blipFill>
              <p:spPr>
                <a:xfrm>
                  <a:off x="8818305" y="2515695"/>
                  <a:ext cx="2134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7" name="Ink 136">
                  <a:extLst>
                    <a:ext uri="{FF2B5EF4-FFF2-40B4-BE49-F238E27FC236}">
                      <a16:creationId xmlns:a16="http://schemas.microsoft.com/office/drawing/2014/main" id="{2AE1F8A8-4C2C-F967-2FEA-BF86050E53D3}"/>
                    </a:ext>
                  </a:extLst>
                </p14:cNvPr>
                <p14:cNvContentPartPr/>
                <p14:nvPr/>
              </p14:nvContentPartPr>
              <p14:xfrm>
                <a:off x="8718585" y="2733495"/>
                <a:ext cx="291960" cy="36720"/>
              </p14:xfrm>
            </p:contentPart>
          </mc:Choice>
          <mc:Fallback xmlns="">
            <p:pic>
              <p:nvPicPr>
                <p:cNvPr id="137" name="Ink 136">
                  <a:extLst>
                    <a:ext uri="{FF2B5EF4-FFF2-40B4-BE49-F238E27FC236}">
                      <a16:creationId xmlns:a16="http://schemas.microsoft.com/office/drawing/2014/main" id="{2AE1F8A8-4C2C-F967-2FEA-BF86050E53D3}"/>
                    </a:ext>
                  </a:extLst>
                </p:cNvPr>
                <p:cNvPicPr/>
                <p:nvPr/>
              </p:nvPicPr>
              <p:blipFill>
                <a:blip r:embed="rId185"/>
                <a:stretch>
                  <a:fillRect/>
                </a:stretch>
              </p:blipFill>
              <p:spPr>
                <a:xfrm>
                  <a:off x="8709945" y="2724495"/>
                  <a:ext cx="3096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7" name="Ink 126">
                  <a:extLst>
                    <a:ext uri="{FF2B5EF4-FFF2-40B4-BE49-F238E27FC236}">
                      <a16:creationId xmlns:a16="http://schemas.microsoft.com/office/drawing/2014/main" id="{F699458A-E5E8-1D1B-83BF-D4593B5D8A78}"/>
                    </a:ext>
                  </a:extLst>
                </p14:cNvPr>
                <p14:cNvContentPartPr/>
                <p14:nvPr/>
              </p14:nvContentPartPr>
              <p14:xfrm>
                <a:off x="9351825" y="2609295"/>
                <a:ext cx="402840" cy="158400"/>
              </p14:xfrm>
            </p:contentPart>
          </mc:Choice>
          <mc:Fallback xmlns="">
            <p:pic>
              <p:nvPicPr>
                <p:cNvPr id="127" name="Ink 126">
                  <a:extLst>
                    <a:ext uri="{FF2B5EF4-FFF2-40B4-BE49-F238E27FC236}">
                      <a16:creationId xmlns:a16="http://schemas.microsoft.com/office/drawing/2014/main" id="{F699458A-E5E8-1D1B-83BF-D4593B5D8A78}"/>
                    </a:ext>
                  </a:extLst>
                </p:cNvPr>
                <p:cNvPicPr/>
                <p:nvPr/>
              </p:nvPicPr>
              <p:blipFill>
                <a:blip r:embed="rId187"/>
                <a:stretch>
                  <a:fillRect/>
                </a:stretch>
              </p:blipFill>
              <p:spPr>
                <a:xfrm>
                  <a:off x="9343185" y="2600295"/>
                  <a:ext cx="4204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8" name="Ink 127">
                  <a:extLst>
                    <a:ext uri="{FF2B5EF4-FFF2-40B4-BE49-F238E27FC236}">
                      <a16:creationId xmlns:a16="http://schemas.microsoft.com/office/drawing/2014/main" id="{E62AB129-9127-CC6F-98C8-15B55DEBD4BF}"/>
                    </a:ext>
                  </a:extLst>
                </p14:cNvPr>
                <p14:cNvContentPartPr/>
                <p14:nvPr/>
              </p14:nvContentPartPr>
              <p14:xfrm>
                <a:off x="9496905" y="2590575"/>
                <a:ext cx="30240" cy="199800"/>
              </p14:xfrm>
            </p:contentPart>
          </mc:Choice>
          <mc:Fallback xmlns="">
            <p:pic>
              <p:nvPicPr>
                <p:cNvPr id="128" name="Ink 127">
                  <a:extLst>
                    <a:ext uri="{FF2B5EF4-FFF2-40B4-BE49-F238E27FC236}">
                      <a16:creationId xmlns:a16="http://schemas.microsoft.com/office/drawing/2014/main" id="{E62AB129-9127-CC6F-98C8-15B55DEBD4BF}"/>
                    </a:ext>
                  </a:extLst>
                </p:cNvPr>
                <p:cNvPicPr/>
                <p:nvPr/>
              </p:nvPicPr>
              <p:blipFill>
                <a:blip r:embed="rId189"/>
                <a:stretch>
                  <a:fillRect/>
                </a:stretch>
              </p:blipFill>
              <p:spPr>
                <a:xfrm>
                  <a:off x="9488265" y="2581575"/>
                  <a:ext cx="478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9" name="Ink 128">
                  <a:extLst>
                    <a:ext uri="{FF2B5EF4-FFF2-40B4-BE49-F238E27FC236}">
                      <a16:creationId xmlns:a16="http://schemas.microsoft.com/office/drawing/2014/main" id="{BC544DBE-BDF3-7C8B-5718-6AA64DBD0BC6}"/>
                    </a:ext>
                  </a:extLst>
                </p14:cNvPr>
                <p14:cNvContentPartPr/>
                <p14:nvPr/>
              </p14:nvContentPartPr>
              <p14:xfrm>
                <a:off x="9378825" y="2654295"/>
                <a:ext cx="248760" cy="77040"/>
              </p14:xfrm>
            </p:contentPart>
          </mc:Choice>
          <mc:Fallback xmlns="">
            <p:pic>
              <p:nvPicPr>
                <p:cNvPr id="129" name="Ink 128">
                  <a:extLst>
                    <a:ext uri="{FF2B5EF4-FFF2-40B4-BE49-F238E27FC236}">
                      <a16:creationId xmlns:a16="http://schemas.microsoft.com/office/drawing/2014/main" id="{BC544DBE-BDF3-7C8B-5718-6AA64DBD0BC6}"/>
                    </a:ext>
                  </a:extLst>
                </p:cNvPr>
                <p:cNvPicPr/>
                <p:nvPr/>
              </p:nvPicPr>
              <p:blipFill>
                <a:blip r:embed="rId191"/>
                <a:stretch>
                  <a:fillRect/>
                </a:stretch>
              </p:blipFill>
              <p:spPr>
                <a:xfrm>
                  <a:off x="9370185" y="2645295"/>
                  <a:ext cx="26640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38" name="Ink 137">
                  <a:extLst>
                    <a:ext uri="{FF2B5EF4-FFF2-40B4-BE49-F238E27FC236}">
                      <a16:creationId xmlns:a16="http://schemas.microsoft.com/office/drawing/2014/main" id="{9B18EE53-C81E-543A-EC08-4EE60A440CBB}"/>
                    </a:ext>
                  </a:extLst>
                </p14:cNvPr>
                <p14:cNvContentPartPr/>
                <p14:nvPr/>
              </p14:nvContentPartPr>
              <p14:xfrm>
                <a:off x="9276585" y="2742855"/>
                <a:ext cx="38160" cy="59040"/>
              </p14:xfrm>
            </p:contentPart>
          </mc:Choice>
          <mc:Fallback xmlns="">
            <p:pic>
              <p:nvPicPr>
                <p:cNvPr id="138" name="Ink 137">
                  <a:extLst>
                    <a:ext uri="{FF2B5EF4-FFF2-40B4-BE49-F238E27FC236}">
                      <a16:creationId xmlns:a16="http://schemas.microsoft.com/office/drawing/2014/main" id="{9B18EE53-C81E-543A-EC08-4EE60A440CBB}"/>
                    </a:ext>
                  </a:extLst>
                </p:cNvPr>
                <p:cNvPicPr/>
                <p:nvPr/>
              </p:nvPicPr>
              <p:blipFill>
                <a:blip r:embed="rId193"/>
                <a:stretch>
                  <a:fillRect/>
                </a:stretch>
              </p:blipFill>
              <p:spPr>
                <a:xfrm>
                  <a:off x="9267585" y="2733855"/>
                  <a:ext cx="55800" cy="76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4">
            <p14:nvContentPartPr>
              <p14:cNvPr id="139" name="Ink 138">
                <a:extLst>
                  <a:ext uri="{FF2B5EF4-FFF2-40B4-BE49-F238E27FC236}">
                    <a16:creationId xmlns:a16="http://schemas.microsoft.com/office/drawing/2014/main" id="{7192B822-66C6-31D7-5ADB-C6E0A2DD14CE}"/>
                  </a:ext>
                </a:extLst>
              </p14:cNvPr>
              <p14:cNvContentPartPr/>
              <p14:nvPr/>
            </p14:nvContentPartPr>
            <p14:xfrm>
              <a:off x="10239945" y="2427855"/>
              <a:ext cx="43920" cy="12600"/>
            </p14:xfrm>
          </p:contentPart>
        </mc:Choice>
        <mc:Fallback xmlns="">
          <p:pic>
            <p:nvPicPr>
              <p:cNvPr id="139" name="Ink 138">
                <a:extLst>
                  <a:ext uri="{FF2B5EF4-FFF2-40B4-BE49-F238E27FC236}">
                    <a16:creationId xmlns:a16="http://schemas.microsoft.com/office/drawing/2014/main" id="{7192B822-66C6-31D7-5ADB-C6E0A2DD14CE}"/>
                  </a:ext>
                </a:extLst>
              </p:cNvPr>
              <p:cNvPicPr/>
              <p:nvPr/>
            </p:nvPicPr>
            <p:blipFill>
              <a:blip r:embed="rId195"/>
              <a:stretch>
                <a:fillRect/>
              </a:stretch>
            </p:blipFill>
            <p:spPr>
              <a:xfrm>
                <a:off x="10231305" y="2419215"/>
                <a:ext cx="615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40" name="Ink 139">
                <a:extLst>
                  <a:ext uri="{FF2B5EF4-FFF2-40B4-BE49-F238E27FC236}">
                    <a16:creationId xmlns:a16="http://schemas.microsoft.com/office/drawing/2014/main" id="{FA196C46-04E8-D5F3-8CCC-2FD3F6EBE47B}"/>
                  </a:ext>
                </a:extLst>
              </p14:cNvPr>
              <p14:cNvContentPartPr/>
              <p14:nvPr/>
            </p14:nvContentPartPr>
            <p14:xfrm>
              <a:off x="8488905" y="1258575"/>
              <a:ext cx="119160" cy="58680"/>
            </p14:xfrm>
          </p:contentPart>
        </mc:Choice>
        <mc:Fallback xmlns="">
          <p:pic>
            <p:nvPicPr>
              <p:cNvPr id="140" name="Ink 139">
                <a:extLst>
                  <a:ext uri="{FF2B5EF4-FFF2-40B4-BE49-F238E27FC236}">
                    <a16:creationId xmlns:a16="http://schemas.microsoft.com/office/drawing/2014/main" id="{FA196C46-04E8-D5F3-8CCC-2FD3F6EBE47B}"/>
                  </a:ext>
                </a:extLst>
              </p:cNvPr>
              <p:cNvPicPr/>
              <p:nvPr/>
            </p:nvPicPr>
            <p:blipFill>
              <a:blip r:embed="rId197"/>
              <a:stretch>
                <a:fillRect/>
              </a:stretch>
            </p:blipFill>
            <p:spPr>
              <a:xfrm>
                <a:off x="8479905" y="1249935"/>
                <a:ext cx="13680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41" name="Ink 140">
                <a:extLst>
                  <a:ext uri="{FF2B5EF4-FFF2-40B4-BE49-F238E27FC236}">
                    <a16:creationId xmlns:a16="http://schemas.microsoft.com/office/drawing/2014/main" id="{6C0A4B5B-A0C3-582A-FD54-1A049509927D}"/>
                  </a:ext>
                </a:extLst>
              </p14:cNvPr>
              <p14:cNvContentPartPr/>
              <p14:nvPr/>
            </p14:nvContentPartPr>
            <p14:xfrm>
              <a:off x="10465305" y="2056695"/>
              <a:ext cx="259920" cy="115920"/>
            </p14:xfrm>
          </p:contentPart>
        </mc:Choice>
        <mc:Fallback xmlns="">
          <p:pic>
            <p:nvPicPr>
              <p:cNvPr id="141" name="Ink 140">
                <a:extLst>
                  <a:ext uri="{FF2B5EF4-FFF2-40B4-BE49-F238E27FC236}">
                    <a16:creationId xmlns:a16="http://schemas.microsoft.com/office/drawing/2014/main" id="{6C0A4B5B-A0C3-582A-FD54-1A049509927D}"/>
                  </a:ext>
                </a:extLst>
              </p:cNvPr>
              <p:cNvPicPr/>
              <p:nvPr/>
            </p:nvPicPr>
            <p:blipFill>
              <a:blip r:embed="rId199"/>
              <a:stretch>
                <a:fillRect/>
              </a:stretch>
            </p:blipFill>
            <p:spPr>
              <a:xfrm>
                <a:off x="10456305" y="2047695"/>
                <a:ext cx="27756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42" name="Ink 141">
                <a:extLst>
                  <a:ext uri="{FF2B5EF4-FFF2-40B4-BE49-F238E27FC236}">
                    <a16:creationId xmlns:a16="http://schemas.microsoft.com/office/drawing/2014/main" id="{DEED5ADC-B324-E2C3-8259-91DE1DA2B2AB}"/>
                  </a:ext>
                </a:extLst>
              </p14:cNvPr>
              <p14:cNvContentPartPr/>
              <p14:nvPr/>
            </p14:nvContentPartPr>
            <p14:xfrm>
              <a:off x="8659185" y="1446495"/>
              <a:ext cx="32400" cy="6480"/>
            </p14:xfrm>
          </p:contentPart>
        </mc:Choice>
        <mc:Fallback xmlns="">
          <p:pic>
            <p:nvPicPr>
              <p:cNvPr id="142" name="Ink 141">
                <a:extLst>
                  <a:ext uri="{FF2B5EF4-FFF2-40B4-BE49-F238E27FC236}">
                    <a16:creationId xmlns:a16="http://schemas.microsoft.com/office/drawing/2014/main" id="{DEED5ADC-B324-E2C3-8259-91DE1DA2B2AB}"/>
                  </a:ext>
                </a:extLst>
              </p:cNvPr>
              <p:cNvPicPr/>
              <p:nvPr/>
            </p:nvPicPr>
            <p:blipFill>
              <a:blip r:embed="rId201"/>
              <a:stretch>
                <a:fillRect/>
              </a:stretch>
            </p:blipFill>
            <p:spPr>
              <a:xfrm>
                <a:off x="8650545" y="1437855"/>
                <a:ext cx="50040" cy="24120"/>
              </a:xfrm>
              <a:prstGeom prst="rect">
                <a:avLst/>
              </a:prstGeom>
            </p:spPr>
          </p:pic>
        </mc:Fallback>
      </mc:AlternateContent>
      <p:grpSp>
        <p:nvGrpSpPr>
          <p:cNvPr id="148" name="Group 147">
            <a:extLst>
              <a:ext uri="{FF2B5EF4-FFF2-40B4-BE49-F238E27FC236}">
                <a16:creationId xmlns:a16="http://schemas.microsoft.com/office/drawing/2014/main" id="{F529B4E6-5972-073F-BB76-F536EE1D4366}"/>
              </a:ext>
            </a:extLst>
          </p:cNvPr>
          <p:cNvGrpSpPr/>
          <p:nvPr/>
        </p:nvGrpSpPr>
        <p:grpSpPr>
          <a:xfrm>
            <a:off x="7952865" y="3147135"/>
            <a:ext cx="1006200" cy="931320"/>
            <a:chOff x="7952865" y="3147135"/>
            <a:chExt cx="1006200" cy="931320"/>
          </a:xfrm>
        </p:grpSpPr>
        <mc:AlternateContent xmlns:mc="http://schemas.openxmlformats.org/markup-compatibility/2006" xmlns:p14="http://schemas.microsoft.com/office/powerpoint/2010/main">
          <mc:Choice Requires="p14">
            <p:contentPart p14:bwMode="auto" r:id="rId202">
              <p14:nvContentPartPr>
                <p14:cNvPr id="146" name="Ink 145">
                  <a:extLst>
                    <a:ext uri="{FF2B5EF4-FFF2-40B4-BE49-F238E27FC236}">
                      <a16:creationId xmlns:a16="http://schemas.microsoft.com/office/drawing/2014/main" id="{20144E55-7C7B-EB76-EC7B-522FC919F3BC}"/>
                    </a:ext>
                  </a:extLst>
                </p14:cNvPr>
                <p14:cNvContentPartPr/>
                <p14:nvPr/>
              </p14:nvContentPartPr>
              <p14:xfrm>
                <a:off x="8522025" y="3147135"/>
                <a:ext cx="38520" cy="691560"/>
              </p14:xfrm>
            </p:contentPart>
          </mc:Choice>
          <mc:Fallback xmlns="">
            <p:pic>
              <p:nvPicPr>
                <p:cNvPr id="146" name="Ink 145">
                  <a:extLst>
                    <a:ext uri="{FF2B5EF4-FFF2-40B4-BE49-F238E27FC236}">
                      <a16:creationId xmlns:a16="http://schemas.microsoft.com/office/drawing/2014/main" id="{20144E55-7C7B-EB76-EC7B-522FC919F3BC}"/>
                    </a:ext>
                  </a:extLst>
                </p:cNvPr>
                <p:cNvPicPr/>
                <p:nvPr/>
              </p:nvPicPr>
              <p:blipFill>
                <a:blip r:embed="rId203"/>
                <a:stretch>
                  <a:fillRect/>
                </a:stretch>
              </p:blipFill>
              <p:spPr>
                <a:xfrm>
                  <a:off x="8515905" y="3141015"/>
                  <a:ext cx="50760" cy="7038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47" name="Ink 146">
                  <a:extLst>
                    <a:ext uri="{FF2B5EF4-FFF2-40B4-BE49-F238E27FC236}">
                      <a16:creationId xmlns:a16="http://schemas.microsoft.com/office/drawing/2014/main" id="{279ACE57-C2E4-3C69-5F29-3319ACA2CADD}"/>
                    </a:ext>
                  </a:extLst>
                </p14:cNvPr>
                <p14:cNvContentPartPr/>
                <p14:nvPr/>
              </p14:nvContentPartPr>
              <p14:xfrm>
                <a:off x="7952865" y="3730695"/>
                <a:ext cx="1006200" cy="347760"/>
              </p14:xfrm>
            </p:contentPart>
          </mc:Choice>
          <mc:Fallback xmlns="">
            <p:pic>
              <p:nvPicPr>
                <p:cNvPr id="147" name="Ink 146">
                  <a:extLst>
                    <a:ext uri="{FF2B5EF4-FFF2-40B4-BE49-F238E27FC236}">
                      <a16:creationId xmlns:a16="http://schemas.microsoft.com/office/drawing/2014/main" id="{279ACE57-C2E4-3C69-5F29-3319ACA2CADD}"/>
                    </a:ext>
                  </a:extLst>
                </p:cNvPr>
                <p:cNvPicPr/>
                <p:nvPr/>
              </p:nvPicPr>
              <p:blipFill>
                <a:blip r:embed="rId205"/>
                <a:stretch>
                  <a:fillRect/>
                </a:stretch>
              </p:blipFill>
              <p:spPr>
                <a:xfrm>
                  <a:off x="7946745" y="3724575"/>
                  <a:ext cx="1018440" cy="360000"/>
                </a:xfrm>
                <a:prstGeom prst="rect">
                  <a:avLst/>
                </a:prstGeom>
              </p:spPr>
            </p:pic>
          </mc:Fallback>
        </mc:AlternateContent>
      </p:grpSp>
      <p:grpSp>
        <p:nvGrpSpPr>
          <p:cNvPr id="166" name="Group 165">
            <a:extLst>
              <a:ext uri="{FF2B5EF4-FFF2-40B4-BE49-F238E27FC236}">
                <a16:creationId xmlns:a16="http://schemas.microsoft.com/office/drawing/2014/main" id="{4AFAA9D3-6006-5C03-71AD-FEDC6A05D6E5}"/>
              </a:ext>
            </a:extLst>
          </p:cNvPr>
          <p:cNvGrpSpPr/>
          <p:nvPr/>
        </p:nvGrpSpPr>
        <p:grpSpPr>
          <a:xfrm>
            <a:off x="7191105" y="4694775"/>
            <a:ext cx="4382640" cy="1378440"/>
            <a:chOff x="7191105" y="4694775"/>
            <a:chExt cx="4382640" cy="1378440"/>
          </a:xfrm>
        </p:grpSpPr>
        <mc:AlternateContent xmlns:mc="http://schemas.openxmlformats.org/markup-compatibility/2006" xmlns:p14="http://schemas.microsoft.com/office/powerpoint/2010/main">
          <mc:Choice Requires="p14">
            <p:contentPart p14:bwMode="auto" r:id="rId206">
              <p14:nvContentPartPr>
                <p14:cNvPr id="149" name="Ink 148">
                  <a:extLst>
                    <a:ext uri="{FF2B5EF4-FFF2-40B4-BE49-F238E27FC236}">
                      <a16:creationId xmlns:a16="http://schemas.microsoft.com/office/drawing/2014/main" id="{720E81F8-9004-9CF1-1EA3-6D4B4FD08341}"/>
                    </a:ext>
                  </a:extLst>
                </p14:cNvPr>
                <p14:cNvContentPartPr/>
                <p14:nvPr/>
              </p14:nvContentPartPr>
              <p14:xfrm>
                <a:off x="7191105" y="5057655"/>
                <a:ext cx="615600" cy="461160"/>
              </p14:xfrm>
            </p:contentPart>
          </mc:Choice>
          <mc:Fallback xmlns="">
            <p:pic>
              <p:nvPicPr>
                <p:cNvPr id="149" name="Ink 148">
                  <a:extLst>
                    <a:ext uri="{FF2B5EF4-FFF2-40B4-BE49-F238E27FC236}">
                      <a16:creationId xmlns:a16="http://schemas.microsoft.com/office/drawing/2014/main" id="{720E81F8-9004-9CF1-1EA3-6D4B4FD08341}"/>
                    </a:ext>
                  </a:extLst>
                </p:cNvPr>
                <p:cNvPicPr/>
                <p:nvPr/>
              </p:nvPicPr>
              <p:blipFill>
                <a:blip r:embed="rId207"/>
                <a:stretch>
                  <a:fillRect/>
                </a:stretch>
              </p:blipFill>
              <p:spPr>
                <a:xfrm>
                  <a:off x="7184985" y="5051535"/>
                  <a:ext cx="62784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50" name="Ink 149">
                  <a:extLst>
                    <a:ext uri="{FF2B5EF4-FFF2-40B4-BE49-F238E27FC236}">
                      <a16:creationId xmlns:a16="http://schemas.microsoft.com/office/drawing/2014/main" id="{52D1A84A-D434-1C12-DAC3-F9006D9781D6}"/>
                    </a:ext>
                  </a:extLst>
                </p14:cNvPr>
                <p14:cNvContentPartPr/>
                <p14:nvPr/>
              </p14:nvContentPartPr>
              <p14:xfrm>
                <a:off x="7905345" y="5168535"/>
                <a:ext cx="309240" cy="127080"/>
              </p14:xfrm>
            </p:contentPart>
          </mc:Choice>
          <mc:Fallback xmlns="">
            <p:pic>
              <p:nvPicPr>
                <p:cNvPr id="150" name="Ink 149">
                  <a:extLst>
                    <a:ext uri="{FF2B5EF4-FFF2-40B4-BE49-F238E27FC236}">
                      <a16:creationId xmlns:a16="http://schemas.microsoft.com/office/drawing/2014/main" id="{52D1A84A-D434-1C12-DAC3-F9006D9781D6}"/>
                    </a:ext>
                  </a:extLst>
                </p:cNvPr>
                <p:cNvPicPr/>
                <p:nvPr/>
              </p:nvPicPr>
              <p:blipFill>
                <a:blip r:embed="rId209"/>
                <a:stretch>
                  <a:fillRect/>
                </a:stretch>
              </p:blipFill>
              <p:spPr>
                <a:xfrm>
                  <a:off x="7899225" y="5162415"/>
                  <a:ext cx="3214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51" name="Ink 150">
                  <a:extLst>
                    <a:ext uri="{FF2B5EF4-FFF2-40B4-BE49-F238E27FC236}">
                      <a16:creationId xmlns:a16="http://schemas.microsoft.com/office/drawing/2014/main" id="{550B2C1B-166B-6708-7E5B-8D91ED08638C}"/>
                    </a:ext>
                  </a:extLst>
                </p14:cNvPr>
                <p14:cNvContentPartPr/>
                <p14:nvPr/>
              </p14:nvContentPartPr>
              <p14:xfrm>
                <a:off x="8542545" y="4827975"/>
                <a:ext cx="575280" cy="362880"/>
              </p14:xfrm>
            </p:contentPart>
          </mc:Choice>
          <mc:Fallback xmlns="">
            <p:pic>
              <p:nvPicPr>
                <p:cNvPr id="151" name="Ink 150">
                  <a:extLst>
                    <a:ext uri="{FF2B5EF4-FFF2-40B4-BE49-F238E27FC236}">
                      <a16:creationId xmlns:a16="http://schemas.microsoft.com/office/drawing/2014/main" id="{550B2C1B-166B-6708-7E5B-8D91ED08638C}"/>
                    </a:ext>
                  </a:extLst>
                </p:cNvPr>
                <p:cNvPicPr/>
                <p:nvPr/>
              </p:nvPicPr>
              <p:blipFill>
                <a:blip r:embed="rId211"/>
                <a:stretch>
                  <a:fillRect/>
                </a:stretch>
              </p:blipFill>
              <p:spPr>
                <a:xfrm>
                  <a:off x="8536425" y="4821855"/>
                  <a:ext cx="58752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52" name="Ink 151">
                  <a:extLst>
                    <a:ext uri="{FF2B5EF4-FFF2-40B4-BE49-F238E27FC236}">
                      <a16:creationId xmlns:a16="http://schemas.microsoft.com/office/drawing/2014/main" id="{2E539F82-F23F-5394-931B-52AEAF5F6531}"/>
                    </a:ext>
                  </a:extLst>
                </p14:cNvPr>
                <p14:cNvContentPartPr/>
                <p14:nvPr/>
              </p14:nvContentPartPr>
              <p14:xfrm>
                <a:off x="9247785" y="4737255"/>
                <a:ext cx="63360" cy="23040"/>
              </p14:xfrm>
            </p:contentPart>
          </mc:Choice>
          <mc:Fallback xmlns="">
            <p:pic>
              <p:nvPicPr>
                <p:cNvPr id="152" name="Ink 151">
                  <a:extLst>
                    <a:ext uri="{FF2B5EF4-FFF2-40B4-BE49-F238E27FC236}">
                      <a16:creationId xmlns:a16="http://schemas.microsoft.com/office/drawing/2014/main" id="{2E539F82-F23F-5394-931B-52AEAF5F6531}"/>
                    </a:ext>
                  </a:extLst>
                </p:cNvPr>
                <p:cNvPicPr/>
                <p:nvPr/>
              </p:nvPicPr>
              <p:blipFill>
                <a:blip r:embed="rId213"/>
                <a:stretch>
                  <a:fillRect/>
                </a:stretch>
              </p:blipFill>
              <p:spPr>
                <a:xfrm>
                  <a:off x="9241665" y="4731135"/>
                  <a:ext cx="756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53" name="Ink 152">
                  <a:extLst>
                    <a:ext uri="{FF2B5EF4-FFF2-40B4-BE49-F238E27FC236}">
                      <a16:creationId xmlns:a16="http://schemas.microsoft.com/office/drawing/2014/main" id="{3E775768-F69E-C652-2878-74BEAC663A30}"/>
                    </a:ext>
                  </a:extLst>
                </p14:cNvPr>
                <p14:cNvContentPartPr/>
                <p14:nvPr/>
              </p14:nvContentPartPr>
              <p14:xfrm>
                <a:off x="9447585" y="4694775"/>
                <a:ext cx="338760" cy="213480"/>
              </p14:xfrm>
            </p:contentPart>
          </mc:Choice>
          <mc:Fallback xmlns="">
            <p:pic>
              <p:nvPicPr>
                <p:cNvPr id="153" name="Ink 152">
                  <a:extLst>
                    <a:ext uri="{FF2B5EF4-FFF2-40B4-BE49-F238E27FC236}">
                      <a16:creationId xmlns:a16="http://schemas.microsoft.com/office/drawing/2014/main" id="{3E775768-F69E-C652-2878-74BEAC663A30}"/>
                    </a:ext>
                  </a:extLst>
                </p:cNvPr>
                <p:cNvPicPr/>
                <p:nvPr/>
              </p:nvPicPr>
              <p:blipFill>
                <a:blip r:embed="rId215"/>
                <a:stretch>
                  <a:fillRect/>
                </a:stretch>
              </p:blipFill>
              <p:spPr>
                <a:xfrm>
                  <a:off x="9441465" y="4688655"/>
                  <a:ext cx="35100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54" name="Ink 153">
                  <a:extLst>
                    <a:ext uri="{FF2B5EF4-FFF2-40B4-BE49-F238E27FC236}">
                      <a16:creationId xmlns:a16="http://schemas.microsoft.com/office/drawing/2014/main" id="{55C7F248-1792-44B8-0A2B-E87337177101}"/>
                    </a:ext>
                  </a:extLst>
                </p14:cNvPr>
                <p14:cNvContentPartPr/>
                <p14:nvPr/>
              </p14:nvContentPartPr>
              <p14:xfrm>
                <a:off x="9883185" y="4711695"/>
                <a:ext cx="12960" cy="12600"/>
              </p14:xfrm>
            </p:contentPart>
          </mc:Choice>
          <mc:Fallback xmlns="">
            <p:pic>
              <p:nvPicPr>
                <p:cNvPr id="154" name="Ink 153">
                  <a:extLst>
                    <a:ext uri="{FF2B5EF4-FFF2-40B4-BE49-F238E27FC236}">
                      <a16:creationId xmlns:a16="http://schemas.microsoft.com/office/drawing/2014/main" id="{55C7F248-1792-44B8-0A2B-E87337177101}"/>
                    </a:ext>
                  </a:extLst>
                </p:cNvPr>
                <p:cNvPicPr/>
                <p:nvPr/>
              </p:nvPicPr>
              <p:blipFill>
                <a:blip r:embed="rId217"/>
                <a:stretch>
                  <a:fillRect/>
                </a:stretch>
              </p:blipFill>
              <p:spPr>
                <a:xfrm>
                  <a:off x="9877065" y="4705575"/>
                  <a:ext cx="252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57" name="Ink 156">
                  <a:extLst>
                    <a:ext uri="{FF2B5EF4-FFF2-40B4-BE49-F238E27FC236}">
                      <a16:creationId xmlns:a16="http://schemas.microsoft.com/office/drawing/2014/main" id="{8ED99E21-AD76-3B11-132D-885E32E8309A}"/>
                    </a:ext>
                  </a:extLst>
                </p14:cNvPr>
                <p14:cNvContentPartPr/>
                <p14:nvPr/>
              </p14:nvContentPartPr>
              <p14:xfrm>
                <a:off x="8457945" y="5817255"/>
                <a:ext cx="72360" cy="255960"/>
              </p14:xfrm>
            </p:contentPart>
          </mc:Choice>
          <mc:Fallback xmlns="">
            <p:pic>
              <p:nvPicPr>
                <p:cNvPr id="157" name="Ink 156">
                  <a:extLst>
                    <a:ext uri="{FF2B5EF4-FFF2-40B4-BE49-F238E27FC236}">
                      <a16:creationId xmlns:a16="http://schemas.microsoft.com/office/drawing/2014/main" id="{8ED99E21-AD76-3B11-132D-885E32E8309A}"/>
                    </a:ext>
                  </a:extLst>
                </p:cNvPr>
                <p:cNvPicPr/>
                <p:nvPr/>
              </p:nvPicPr>
              <p:blipFill>
                <a:blip r:embed="rId219"/>
                <a:stretch>
                  <a:fillRect/>
                </a:stretch>
              </p:blipFill>
              <p:spPr>
                <a:xfrm>
                  <a:off x="8451825" y="5811135"/>
                  <a:ext cx="8460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8" name="Ink 157">
                  <a:extLst>
                    <a:ext uri="{FF2B5EF4-FFF2-40B4-BE49-F238E27FC236}">
                      <a16:creationId xmlns:a16="http://schemas.microsoft.com/office/drawing/2014/main" id="{611F2AAA-C0B5-A26E-437B-2639946885AF}"/>
                    </a:ext>
                  </a:extLst>
                </p14:cNvPr>
                <p14:cNvContentPartPr/>
                <p14:nvPr/>
              </p14:nvContentPartPr>
              <p14:xfrm>
                <a:off x="8614545" y="5677575"/>
                <a:ext cx="294120" cy="315360"/>
              </p14:xfrm>
            </p:contentPart>
          </mc:Choice>
          <mc:Fallback xmlns="">
            <p:pic>
              <p:nvPicPr>
                <p:cNvPr id="158" name="Ink 157">
                  <a:extLst>
                    <a:ext uri="{FF2B5EF4-FFF2-40B4-BE49-F238E27FC236}">
                      <a16:creationId xmlns:a16="http://schemas.microsoft.com/office/drawing/2014/main" id="{611F2AAA-C0B5-A26E-437B-2639946885AF}"/>
                    </a:ext>
                  </a:extLst>
                </p:cNvPr>
                <p:cNvPicPr/>
                <p:nvPr/>
              </p:nvPicPr>
              <p:blipFill>
                <a:blip r:embed="rId221"/>
                <a:stretch>
                  <a:fillRect/>
                </a:stretch>
              </p:blipFill>
              <p:spPr>
                <a:xfrm>
                  <a:off x="8608425" y="5671455"/>
                  <a:ext cx="30636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59" name="Ink 158">
                  <a:extLst>
                    <a:ext uri="{FF2B5EF4-FFF2-40B4-BE49-F238E27FC236}">
                      <a16:creationId xmlns:a16="http://schemas.microsoft.com/office/drawing/2014/main" id="{0B2AE5D3-19E7-12C6-46B7-31CBEC56EB0B}"/>
                    </a:ext>
                  </a:extLst>
                </p14:cNvPr>
                <p14:cNvContentPartPr/>
                <p14:nvPr/>
              </p14:nvContentPartPr>
              <p14:xfrm>
                <a:off x="9155265" y="5742375"/>
                <a:ext cx="34560" cy="75600"/>
              </p14:xfrm>
            </p:contentPart>
          </mc:Choice>
          <mc:Fallback xmlns="">
            <p:pic>
              <p:nvPicPr>
                <p:cNvPr id="159" name="Ink 158">
                  <a:extLst>
                    <a:ext uri="{FF2B5EF4-FFF2-40B4-BE49-F238E27FC236}">
                      <a16:creationId xmlns:a16="http://schemas.microsoft.com/office/drawing/2014/main" id="{0B2AE5D3-19E7-12C6-46B7-31CBEC56EB0B}"/>
                    </a:ext>
                  </a:extLst>
                </p:cNvPr>
                <p:cNvPicPr/>
                <p:nvPr/>
              </p:nvPicPr>
              <p:blipFill>
                <a:blip r:embed="rId223"/>
                <a:stretch>
                  <a:fillRect/>
                </a:stretch>
              </p:blipFill>
              <p:spPr>
                <a:xfrm>
                  <a:off x="9149145" y="5736255"/>
                  <a:ext cx="468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0" name="Ink 159">
                  <a:extLst>
                    <a:ext uri="{FF2B5EF4-FFF2-40B4-BE49-F238E27FC236}">
                      <a16:creationId xmlns:a16="http://schemas.microsoft.com/office/drawing/2014/main" id="{0004894A-BE23-C204-6DF1-E358D691ECF3}"/>
                    </a:ext>
                  </a:extLst>
                </p14:cNvPr>
                <p14:cNvContentPartPr/>
                <p14:nvPr/>
              </p14:nvContentPartPr>
              <p14:xfrm>
                <a:off x="9308265" y="5469855"/>
                <a:ext cx="47160" cy="30240"/>
              </p14:xfrm>
            </p:contentPart>
          </mc:Choice>
          <mc:Fallback xmlns="">
            <p:pic>
              <p:nvPicPr>
                <p:cNvPr id="160" name="Ink 159">
                  <a:extLst>
                    <a:ext uri="{FF2B5EF4-FFF2-40B4-BE49-F238E27FC236}">
                      <a16:creationId xmlns:a16="http://schemas.microsoft.com/office/drawing/2014/main" id="{0004894A-BE23-C204-6DF1-E358D691ECF3}"/>
                    </a:ext>
                  </a:extLst>
                </p:cNvPr>
                <p:cNvPicPr/>
                <p:nvPr/>
              </p:nvPicPr>
              <p:blipFill>
                <a:blip r:embed="rId225"/>
                <a:stretch>
                  <a:fillRect/>
                </a:stretch>
              </p:blipFill>
              <p:spPr>
                <a:xfrm>
                  <a:off x="9302145" y="5463735"/>
                  <a:ext cx="594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1" name="Ink 160">
                  <a:extLst>
                    <a:ext uri="{FF2B5EF4-FFF2-40B4-BE49-F238E27FC236}">
                      <a16:creationId xmlns:a16="http://schemas.microsoft.com/office/drawing/2014/main" id="{5B579540-2EA3-F98A-95D7-AF22F21D068E}"/>
                    </a:ext>
                  </a:extLst>
                </p14:cNvPr>
                <p14:cNvContentPartPr/>
                <p14:nvPr/>
              </p14:nvContentPartPr>
              <p14:xfrm>
                <a:off x="9444705" y="5448615"/>
                <a:ext cx="794520" cy="617760"/>
              </p14:xfrm>
            </p:contentPart>
          </mc:Choice>
          <mc:Fallback xmlns="">
            <p:pic>
              <p:nvPicPr>
                <p:cNvPr id="161" name="Ink 160">
                  <a:extLst>
                    <a:ext uri="{FF2B5EF4-FFF2-40B4-BE49-F238E27FC236}">
                      <a16:creationId xmlns:a16="http://schemas.microsoft.com/office/drawing/2014/main" id="{5B579540-2EA3-F98A-95D7-AF22F21D068E}"/>
                    </a:ext>
                  </a:extLst>
                </p:cNvPr>
                <p:cNvPicPr/>
                <p:nvPr/>
              </p:nvPicPr>
              <p:blipFill>
                <a:blip r:embed="rId227"/>
                <a:stretch>
                  <a:fillRect/>
                </a:stretch>
              </p:blipFill>
              <p:spPr>
                <a:xfrm>
                  <a:off x="9438585" y="5442495"/>
                  <a:ext cx="806760" cy="6300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62" name="Ink 161">
                  <a:extLst>
                    <a:ext uri="{FF2B5EF4-FFF2-40B4-BE49-F238E27FC236}">
                      <a16:creationId xmlns:a16="http://schemas.microsoft.com/office/drawing/2014/main" id="{B7F82CBA-0BDD-A2A3-B51F-78B4DAC4834C}"/>
                    </a:ext>
                  </a:extLst>
                </p14:cNvPr>
                <p14:cNvContentPartPr/>
                <p14:nvPr/>
              </p14:nvContentPartPr>
              <p14:xfrm>
                <a:off x="10132665" y="4961535"/>
                <a:ext cx="449640" cy="420840"/>
              </p14:xfrm>
            </p:contentPart>
          </mc:Choice>
          <mc:Fallback xmlns="">
            <p:pic>
              <p:nvPicPr>
                <p:cNvPr id="162" name="Ink 161">
                  <a:extLst>
                    <a:ext uri="{FF2B5EF4-FFF2-40B4-BE49-F238E27FC236}">
                      <a16:creationId xmlns:a16="http://schemas.microsoft.com/office/drawing/2014/main" id="{B7F82CBA-0BDD-A2A3-B51F-78B4DAC4834C}"/>
                    </a:ext>
                  </a:extLst>
                </p:cNvPr>
                <p:cNvPicPr/>
                <p:nvPr/>
              </p:nvPicPr>
              <p:blipFill>
                <a:blip r:embed="rId229"/>
                <a:stretch>
                  <a:fillRect/>
                </a:stretch>
              </p:blipFill>
              <p:spPr>
                <a:xfrm>
                  <a:off x="10126545" y="4955415"/>
                  <a:ext cx="461880" cy="4330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63" name="Ink 162">
                  <a:extLst>
                    <a:ext uri="{FF2B5EF4-FFF2-40B4-BE49-F238E27FC236}">
                      <a16:creationId xmlns:a16="http://schemas.microsoft.com/office/drawing/2014/main" id="{66DDF1AC-0264-A6BE-D780-6252CDADFAC4}"/>
                    </a:ext>
                  </a:extLst>
                </p14:cNvPr>
                <p14:cNvContentPartPr/>
                <p14:nvPr/>
              </p14:nvContentPartPr>
              <p14:xfrm>
                <a:off x="10607145" y="5006895"/>
                <a:ext cx="104040" cy="156960"/>
              </p14:xfrm>
            </p:contentPart>
          </mc:Choice>
          <mc:Fallback xmlns="">
            <p:pic>
              <p:nvPicPr>
                <p:cNvPr id="163" name="Ink 162">
                  <a:extLst>
                    <a:ext uri="{FF2B5EF4-FFF2-40B4-BE49-F238E27FC236}">
                      <a16:creationId xmlns:a16="http://schemas.microsoft.com/office/drawing/2014/main" id="{66DDF1AC-0264-A6BE-D780-6252CDADFAC4}"/>
                    </a:ext>
                  </a:extLst>
                </p:cNvPr>
                <p:cNvPicPr/>
                <p:nvPr/>
              </p:nvPicPr>
              <p:blipFill>
                <a:blip r:embed="rId231"/>
                <a:stretch>
                  <a:fillRect/>
                </a:stretch>
              </p:blipFill>
              <p:spPr>
                <a:xfrm>
                  <a:off x="10601025" y="5000775"/>
                  <a:ext cx="11628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64" name="Ink 163">
                  <a:extLst>
                    <a:ext uri="{FF2B5EF4-FFF2-40B4-BE49-F238E27FC236}">
                      <a16:creationId xmlns:a16="http://schemas.microsoft.com/office/drawing/2014/main" id="{A29E15DD-9A3A-E9E7-C2EB-5E1922AAF8B0}"/>
                    </a:ext>
                  </a:extLst>
                </p14:cNvPr>
                <p14:cNvContentPartPr/>
                <p14:nvPr/>
              </p14:nvContentPartPr>
              <p14:xfrm>
                <a:off x="10787505" y="4791255"/>
                <a:ext cx="393480" cy="357840"/>
              </p14:xfrm>
            </p:contentPart>
          </mc:Choice>
          <mc:Fallback xmlns="">
            <p:pic>
              <p:nvPicPr>
                <p:cNvPr id="164" name="Ink 163">
                  <a:extLst>
                    <a:ext uri="{FF2B5EF4-FFF2-40B4-BE49-F238E27FC236}">
                      <a16:creationId xmlns:a16="http://schemas.microsoft.com/office/drawing/2014/main" id="{A29E15DD-9A3A-E9E7-C2EB-5E1922AAF8B0}"/>
                    </a:ext>
                  </a:extLst>
                </p:cNvPr>
                <p:cNvPicPr/>
                <p:nvPr/>
              </p:nvPicPr>
              <p:blipFill>
                <a:blip r:embed="rId233"/>
                <a:stretch>
                  <a:fillRect/>
                </a:stretch>
              </p:blipFill>
              <p:spPr>
                <a:xfrm>
                  <a:off x="10781385" y="4785135"/>
                  <a:ext cx="40572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65" name="Ink 164">
                  <a:extLst>
                    <a:ext uri="{FF2B5EF4-FFF2-40B4-BE49-F238E27FC236}">
                      <a16:creationId xmlns:a16="http://schemas.microsoft.com/office/drawing/2014/main" id="{E02F3FC7-CA2B-5248-7F21-3A696E393AE5}"/>
                    </a:ext>
                  </a:extLst>
                </p14:cNvPr>
                <p14:cNvContentPartPr/>
                <p14:nvPr/>
              </p14:nvContentPartPr>
              <p14:xfrm>
                <a:off x="11229945" y="4809255"/>
                <a:ext cx="343800" cy="110160"/>
              </p14:xfrm>
            </p:contentPart>
          </mc:Choice>
          <mc:Fallback xmlns="">
            <p:pic>
              <p:nvPicPr>
                <p:cNvPr id="165" name="Ink 164">
                  <a:extLst>
                    <a:ext uri="{FF2B5EF4-FFF2-40B4-BE49-F238E27FC236}">
                      <a16:creationId xmlns:a16="http://schemas.microsoft.com/office/drawing/2014/main" id="{E02F3FC7-CA2B-5248-7F21-3A696E393AE5}"/>
                    </a:ext>
                  </a:extLst>
                </p:cNvPr>
                <p:cNvPicPr/>
                <p:nvPr/>
              </p:nvPicPr>
              <p:blipFill>
                <a:blip r:embed="rId235"/>
                <a:stretch>
                  <a:fillRect/>
                </a:stretch>
              </p:blipFill>
              <p:spPr>
                <a:xfrm>
                  <a:off x="11223825" y="4803135"/>
                  <a:ext cx="356040" cy="122400"/>
                </a:xfrm>
                <a:prstGeom prst="rect">
                  <a:avLst/>
                </a:prstGeom>
              </p:spPr>
            </p:pic>
          </mc:Fallback>
        </mc:AlternateContent>
      </p:grpSp>
      <p:grpSp>
        <p:nvGrpSpPr>
          <p:cNvPr id="178" name="Group 177">
            <a:extLst>
              <a:ext uri="{FF2B5EF4-FFF2-40B4-BE49-F238E27FC236}">
                <a16:creationId xmlns:a16="http://schemas.microsoft.com/office/drawing/2014/main" id="{9F0CBDB7-4C0C-05AE-29B5-43C98712C432}"/>
              </a:ext>
            </a:extLst>
          </p:cNvPr>
          <p:cNvGrpSpPr/>
          <p:nvPr/>
        </p:nvGrpSpPr>
        <p:grpSpPr>
          <a:xfrm>
            <a:off x="1140585" y="2746815"/>
            <a:ext cx="4567680" cy="3396240"/>
            <a:chOff x="1140585" y="2746815"/>
            <a:chExt cx="4567680" cy="3396240"/>
          </a:xfrm>
        </p:grpSpPr>
        <mc:AlternateContent xmlns:mc="http://schemas.openxmlformats.org/markup-compatibility/2006" xmlns:p14="http://schemas.microsoft.com/office/powerpoint/2010/main">
          <mc:Choice Requires="p14">
            <p:contentPart p14:bwMode="auto" r:id="rId236">
              <p14:nvContentPartPr>
                <p14:cNvPr id="97" name="Ink 96">
                  <a:extLst>
                    <a:ext uri="{FF2B5EF4-FFF2-40B4-BE49-F238E27FC236}">
                      <a16:creationId xmlns:a16="http://schemas.microsoft.com/office/drawing/2014/main" id="{19545E8C-6308-F772-1C92-87B0373BD6C3}"/>
                    </a:ext>
                  </a:extLst>
                </p14:cNvPr>
                <p14:cNvContentPartPr/>
                <p14:nvPr/>
              </p14:nvContentPartPr>
              <p14:xfrm>
                <a:off x="1372425" y="2746815"/>
                <a:ext cx="32400" cy="378000"/>
              </p14:xfrm>
            </p:contentPart>
          </mc:Choice>
          <mc:Fallback xmlns="">
            <p:pic>
              <p:nvPicPr>
                <p:cNvPr id="97" name="Ink 96">
                  <a:extLst>
                    <a:ext uri="{FF2B5EF4-FFF2-40B4-BE49-F238E27FC236}">
                      <a16:creationId xmlns:a16="http://schemas.microsoft.com/office/drawing/2014/main" id="{19545E8C-6308-F772-1C92-87B0373BD6C3}"/>
                    </a:ext>
                  </a:extLst>
                </p:cNvPr>
                <p:cNvPicPr/>
                <p:nvPr/>
              </p:nvPicPr>
              <p:blipFill>
                <a:blip r:embed="rId237"/>
                <a:stretch>
                  <a:fillRect/>
                </a:stretch>
              </p:blipFill>
              <p:spPr>
                <a:xfrm>
                  <a:off x="1366305" y="2740695"/>
                  <a:ext cx="4464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98" name="Ink 97">
                  <a:extLst>
                    <a:ext uri="{FF2B5EF4-FFF2-40B4-BE49-F238E27FC236}">
                      <a16:creationId xmlns:a16="http://schemas.microsoft.com/office/drawing/2014/main" id="{53EFA1AF-D1C1-0392-F852-46AFABB8359B}"/>
                    </a:ext>
                  </a:extLst>
                </p14:cNvPr>
                <p14:cNvContentPartPr/>
                <p14:nvPr/>
              </p14:nvContentPartPr>
              <p14:xfrm>
                <a:off x="1174785" y="2992695"/>
                <a:ext cx="515880" cy="384120"/>
              </p14:xfrm>
            </p:contentPart>
          </mc:Choice>
          <mc:Fallback xmlns="">
            <p:pic>
              <p:nvPicPr>
                <p:cNvPr id="98" name="Ink 97">
                  <a:extLst>
                    <a:ext uri="{FF2B5EF4-FFF2-40B4-BE49-F238E27FC236}">
                      <a16:creationId xmlns:a16="http://schemas.microsoft.com/office/drawing/2014/main" id="{53EFA1AF-D1C1-0392-F852-46AFABB8359B}"/>
                    </a:ext>
                  </a:extLst>
                </p:cNvPr>
                <p:cNvPicPr/>
                <p:nvPr/>
              </p:nvPicPr>
              <p:blipFill>
                <a:blip r:embed="rId239"/>
                <a:stretch>
                  <a:fillRect/>
                </a:stretch>
              </p:blipFill>
              <p:spPr>
                <a:xfrm>
                  <a:off x="1168665" y="2986575"/>
                  <a:ext cx="528120" cy="3963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99" name="Ink 98">
                  <a:extLst>
                    <a:ext uri="{FF2B5EF4-FFF2-40B4-BE49-F238E27FC236}">
                      <a16:creationId xmlns:a16="http://schemas.microsoft.com/office/drawing/2014/main" id="{EF3747C1-E940-0D21-FF17-F25E2EED2205}"/>
                    </a:ext>
                  </a:extLst>
                </p14:cNvPr>
                <p14:cNvContentPartPr/>
                <p14:nvPr/>
              </p14:nvContentPartPr>
              <p14:xfrm>
                <a:off x="1377105" y="3622335"/>
                <a:ext cx="588600" cy="413640"/>
              </p14:xfrm>
            </p:contentPart>
          </mc:Choice>
          <mc:Fallback xmlns="">
            <p:pic>
              <p:nvPicPr>
                <p:cNvPr id="99" name="Ink 98">
                  <a:extLst>
                    <a:ext uri="{FF2B5EF4-FFF2-40B4-BE49-F238E27FC236}">
                      <a16:creationId xmlns:a16="http://schemas.microsoft.com/office/drawing/2014/main" id="{EF3747C1-E940-0D21-FF17-F25E2EED2205}"/>
                    </a:ext>
                  </a:extLst>
                </p:cNvPr>
                <p:cNvPicPr/>
                <p:nvPr/>
              </p:nvPicPr>
              <p:blipFill>
                <a:blip r:embed="rId241"/>
                <a:stretch>
                  <a:fillRect/>
                </a:stretch>
              </p:blipFill>
              <p:spPr>
                <a:xfrm>
                  <a:off x="1370985" y="3616215"/>
                  <a:ext cx="60084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00" name="Ink 99">
                  <a:extLst>
                    <a:ext uri="{FF2B5EF4-FFF2-40B4-BE49-F238E27FC236}">
                      <a16:creationId xmlns:a16="http://schemas.microsoft.com/office/drawing/2014/main" id="{FBE12443-D81F-1CF4-15E3-6437EC490B4B}"/>
                    </a:ext>
                  </a:extLst>
                </p14:cNvPr>
                <p14:cNvContentPartPr/>
                <p14:nvPr/>
              </p14:nvContentPartPr>
              <p14:xfrm>
                <a:off x="2106105" y="3675615"/>
                <a:ext cx="206280" cy="145080"/>
              </p14:xfrm>
            </p:contentPart>
          </mc:Choice>
          <mc:Fallback xmlns="">
            <p:pic>
              <p:nvPicPr>
                <p:cNvPr id="100" name="Ink 99">
                  <a:extLst>
                    <a:ext uri="{FF2B5EF4-FFF2-40B4-BE49-F238E27FC236}">
                      <a16:creationId xmlns:a16="http://schemas.microsoft.com/office/drawing/2014/main" id="{FBE12443-D81F-1CF4-15E3-6437EC490B4B}"/>
                    </a:ext>
                  </a:extLst>
                </p:cNvPr>
                <p:cNvPicPr/>
                <p:nvPr/>
              </p:nvPicPr>
              <p:blipFill>
                <a:blip r:embed="rId243"/>
                <a:stretch>
                  <a:fillRect/>
                </a:stretch>
              </p:blipFill>
              <p:spPr>
                <a:xfrm>
                  <a:off x="2099985" y="3669495"/>
                  <a:ext cx="21852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01" name="Ink 100">
                  <a:extLst>
                    <a:ext uri="{FF2B5EF4-FFF2-40B4-BE49-F238E27FC236}">
                      <a16:creationId xmlns:a16="http://schemas.microsoft.com/office/drawing/2014/main" id="{6ED3EBFD-C723-8E71-E4C1-3B958D334F69}"/>
                    </a:ext>
                  </a:extLst>
                </p14:cNvPr>
                <p14:cNvContentPartPr/>
                <p14:nvPr/>
              </p14:nvContentPartPr>
              <p14:xfrm>
                <a:off x="2683905" y="3335775"/>
                <a:ext cx="417240" cy="427320"/>
              </p14:xfrm>
            </p:contentPart>
          </mc:Choice>
          <mc:Fallback xmlns="">
            <p:pic>
              <p:nvPicPr>
                <p:cNvPr id="101" name="Ink 100">
                  <a:extLst>
                    <a:ext uri="{FF2B5EF4-FFF2-40B4-BE49-F238E27FC236}">
                      <a16:creationId xmlns:a16="http://schemas.microsoft.com/office/drawing/2014/main" id="{6ED3EBFD-C723-8E71-E4C1-3B958D334F69}"/>
                    </a:ext>
                  </a:extLst>
                </p:cNvPr>
                <p:cNvPicPr/>
                <p:nvPr/>
              </p:nvPicPr>
              <p:blipFill>
                <a:blip r:embed="rId245"/>
                <a:stretch>
                  <a:fillRect/>
                </a:stretch>
              </p:blipFill>
              <p:spPr>
                <a:xfrm>
                  <a:off x="2677785" y="3329655"/>
                  <a:ext cx="42948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02" name="Ink 101">
                  <a:extLst>
                    <a:ext uri="{FF2B5EF4-FFF2-40B4-BE49-F238E27FC236}">
                      <a16:creationId xmlns:a16="http://schemas.microsoft.com/office/drawing/2014/main" id="{A3B90240-9115-6ACE-8A5A-5DF8F1675674}"/>
                    </a:ext>
                  </a:extLst>
                </p14:cNvPr>
                <p14:cNvContentPartPr/>
                <p14:nvPr/>
              </p14:nvContentPartPr>
              <p14:xfrm>
                <a:off x="3214905" y="3250815"/>
                <a:ext cx="78120" cy="35280"/>
              </p14:xfrm>
            </p:contentPart>
          </mc:Choice>
          <mc:Fallback xmlns="">
            <p:pic>
              <p:nvPicPr>
                <p:cNvPr id="102" name="Ink 101">
                  <a:extLst>
                    <a:ext uri="{FF2B5EF4-FFF2-40B4-BE49-F238E27FC236}">
                      <a16:creationId xmlns:a16="http://schemas.microsoft.com/office/drawing/2014/main" id="{A3B90240-9115-6ACE-8A5A-5DF8F1675674}"/>
                    </a:ext>
                  </a:extLst>
                </p:cNvPr>
                <p:cNvPicPr/>
                <p:nvPr/>
              </p:nvPicPr>
              <p:blipFill>
                <a:blip r:embed="rId247"/>
                <a:stretch>
                  <a:fillRect/>
                </a:stretch>
              </p:blipFill>
              <p:spPr>
                <a:xfrm>
                  <a:off x="3208785" y="3244695"/>
                  <a:ext cx="903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03" name="Ink 102">
                  <a:extLst>
                    <a:ext uri="{FF2B5EF4-FFF2-40B4-BE49-F238E27FC236}">
                      <a16:creationId xmlns:a16="http://schemas.microsoft.com/office/drawing/2014/main" id="{008D7C8D-335F-945F-365B-FC1431A2B6BC}"/>
                    </a:ext>
                  </a:extLst>
                </p14:cNvPr>
                <p14:cNvContentPartPr/>
                <p14:nvPr/>
              </p14:nvContentPartPr>
              <p14:xfrm>
                <a:off x="3390945" y="3350895"/>
                <a:ext cx="401400" cy="303840"/>
              </p14:xfrm>
            </p:contentPart>
          </mc:Choice>
          <mc:Fallback xmlns="">
            <p:pic>
              <p:nvPicPr>
                <p:cNvPr id="103" name="Ink 102">
                  <a:extLst>
                    <a:ext uri="{FF2B5EF4-FFF2-40B4-BE49-F238E27FC236}">
                      <a16:creationId xmlns:a16="http://schemas.microsoft.com/office/drawing/2014/main" id="{008D7C8D-335F-945F-365B-FC1431A2B6BC}"/>
                    </a:ext>
                  </a:extLst>
                </p:cNvPr>
                <p:cNvPicPr/>
                <p:nvPr/>
              </p:nvPicPr>
              <p:blipFill>
                <a:blip r:embed="rId249"/>
                <a:stretch>
                  <a:fillRect/>
                </a:stretch>
              </p:blipFill>
              <p:spPr>
                <a:xfrm>
                  <a:off x="3384825" y="3344775"/>
                  <a:ext cx="41364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07" name="Ink 106">
                  <a:extLst>
                    <a:ext uri="{FF2B5EF4-FFF2-40B4-BE49-F238E27FC236}">
                      <a16:creationId xmlns:a16="http://schemas.microsoft.com/office/drawing/2014/main" id="{6D716E4E-5B65-D659-628A-A621C4280190}"/>
                    </a:ext>
                  </a:extLst>
                </p14:cNvPr>
                <p14:cNvContentPartPr/>
                <p14:nvPr/>
              </p14:nvContentPartPr>
              <p14:xfrm>
                <a:off x="2038785" y="4296255"/>
                <a:ext cx="572040" cy="453240"/>
              </p14:xfrm>
            </p:contentPart>
          </mc:Choice>
          <mc:Fallback xmlns="">
            <p:pic>
              <p:nvPicPr>
                <p:cNvPr id="107" name="Ink 106">
                  <a:extLst>
                    <a:ext uri="{FF2B5EF4-FFF2-40B4-BE49-F238E27FC236}">
                      <a16:creationId xmlns:a16="http://schemas.microsoft.com/office/drawing/2014/main" id="{6D716E4E-5B65-D659-628A-A621C4280190}"/>
                    </a:ext>
                  </a:extLst>
                </p:cNvPr>
                <p:cNvPicPr/>
                <p:nvPr/>
              </p:nvPicPr>
              <p:blipFill>
                <a:blip r:embed="rId251"/>
                <a:stretch>
                  <a:fillRect/>
                </a:stretch>
              </p:blipFill>
              <p:spPr>
                <a:xfrm>
                  <a:off x="2032665" y="4290135"/>
                  <a:ext cx="584280" cy="4654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08" name="Ink 107">
                  <a:extLst>
                    <a:ext uri="{FF2B5EF4-FFF2-40B4-BE49-F238E27FC236}">
                      <a16:creationId xmlns:a16="http://schemas.microsoft.com/office/drawing/2014/main" id="{2DD5A96F-C0FE-0762-5A54-0A51D359A476}"/>
                    </a:ext>
                  </a:extLst>
                </p14:cNvPr>
                <p14:cNvContentPartPr/>
                <p14:nvPr/>
              </p14:nvContentPartPr>
              <p14:xfrm>
                <a:off x="2729985" y="4223895"/>
                <a:ext cx="371880" cy="216000"/>
              </p14:xfrm>
            </p:contentPart>
          </mc:Choice>
          <mc:Fallback xmlns="">
            <p:pic>
              <p:nvPicPr>
                <p:cNvPr id="108" name="Ink 107">
                  <a:extLst>
                    <a:ext uri="{FF2B5EF4-FFF2-40B4-BE49-F238E27FC236}">
                      <a16:creationId xmlns:a16="http://schemas.microsoft.com/office/drawing/2014/main" id="{2DD5A96F-C0FE-0762-5A54-0A51D359A476}"/>
                    </a:ext>
                  </a:extLst>
                </p:cNvPr>
                <p:cNvPicPr/>
                <p:nvPr/>
              </p:nvPicPr>
              <p:blipFill>
                <a:blip r:embed="rId253"/>
                <a:stretch>
                  <a:fillRect/>
                </a:stretch>
              </p:blipFill>
              <p:spPr>
                <a:xfrm>
                  <a:off x="2723865" y="4217775"/>
                  <a:ext cx="3841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09" name="Ink 108">
                  <a:extLst>
                    <a:ext uri="{FF2B5EF4-FFF2-40B4-BE49-F238E27FC236}">
                      <a16:creationId xmlns:a16="http://schemas.microsoft.com/office/drawing/2014/main" id="{5C408E47-EFAB-2BCC-222D-94DE970D737F}"/>
                    </a:ext>
                  </a:extLst>
                </p14:cNvPr>
                <p14:cNvContentPartPr/>
                <p14:nvPr/>
              </p14:nvContentPartPr>
              <p14:xfrm>
                <a:off x="3419745" y="3919335"/>
                <a:ext cx="162720" cy="322200"/>
              </p14:xfrm>
            </p:contentPart>
          </mc:Choice>
          <mc:Fallback xmlns="">
            <p:pic>
              <p:nvPicPr>
                <p:cNvPr id="109" name="Ink 108">
                  <a:extLst>
                    <a:ext uri="{FF2B5EF4-FFF2-40B4-BE49-F238E27FC236}">
                      <a16:creationId xmlns:a16="http://schemas.microsoft.com/office/drawing/2014/main" id="{5C408E47-EFAB-2BCC-222D-94DE970D737F}"/>
                    </a:ext>
                  </a:extLst>
                </p:cNvPr>
                <p:cNvPicPr/>
                <p:nvPr/>
              </p:nvPicPr>
              <p:blipFill>
                <a:blip r:embed="rId255"/>
                <a:stretch>
                  <a:fillRect/>
                </a:stretch>
              </p:blipFill>
              <p:spPr>
                <a:xfrm>
                  <a:off x="3413625" y="3913215"/>
                  <a:ext cx="17496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10" name="Ink 109">
                  <a:extLst>
                    <a:ext uri="{FF2B5EF4-FFF2-40B4-BE49-F238E27FC236}">
                      <a16:creationId xmlns:a16="http://schemas.microsoft.com/office/drawing/2014/main" id="{B8DF4BB9-3CEA-D8A8-9FEC-EF64E0D884B2}"/>
                    </a:ext>
                  </a:extLst>
                </p14:cNvPr>
                <p14:cNvContentPartPr/>
                <p14:nvPr/>
              </p14:nvContentPartPr>
              <p14:xfrm>
                <a:off x="3749505" y="3785775"/>
                <a:ext cx="688680" cy="315000"/>
              </p14:xfrm>
            </p:contentPart>
          </mc:Choice>
          <mc:Fallback xmlns="">
            <p:pic>
              <p:nvPicPr>
                <p:cNvPr id="110" name="Ink 109">
                  <a:extLst>
                    <a:ext uri="{FF2B5EF4-FFF2-40B4-BE49-F238E27FC236}">
                      <a16:creationId xmlns:a16="http://schemas.microsoft.com/office/drawing/2014/main" id="{B8DF4BB9-3CEA-D8A8-9FEC-EF64E0D884B2}"/>
                    </a:ext>
                  </a:extLst>
                </p:cNvPr>
                <p:cNvPicPr/>
                <p:nvPr/>
              </p:nvPicPr>
              <p:blipFill>
                <a:blip r:embed="rId257"/>
                <a:stretch>
                  <a:fillRect/>
                </a:stretch>
              </p:blipFill>
              <p:spPr>
                <a:xfrm>
                  <a:off x="3743385" y="3779655"/>
                  <a:ext cx="70092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7" name="Ink 166">
                  <a:extLst>
                    <a:ext uri="{FF2B5EF4-FFF2-40B4-BE49-F238E27FC236}">
                      <a16:creationId xmlns:a16="http://schemas.microsoft.com/office/drawing/2014/main" id="{F0CA8D9C-8A0C-36AB-249F-C38474D1A80E}"/>
                    </a:ext>
                  </a:extLst>
                </p14:cNvPr>
                <p14:cNvContentPartPr/>
                <p14:nvPr/>
              </p14:nvContentPartPr>
              <p14:xfrm>
                <a:off x="2612625" y="4755975"/>
                <a:ext cx="20880" cy="297720"/>
              </p14:xfrm>
            </p:contentPart>
          </mc:Choice>
          <mc:Fallback xmlns="">
            <p:pic>
              <p:nvPicPr>
                <p:cNvPr id="167" name="Ink 166">
                  <a:extLst>
                    <a:ext uri="{FF2B5EF4-FFF2-40B4-BE49-F238E27FC236}">
                      <a16:creationId xmlns:a16="http://schemas.microsoft.com/office/drawing/2014/main" id="{F0CA8D9C-8A0C-36AB-249F-C38474D1A80E}"/>
                    </a:ext>
                  </a:extLst>
                </p:cNvPr>
                <p:cNvPicPr/>
                <p:nvPr/>
              </p:nvPicPr>
              <p:blipFill>
                <a:blip r:embed="rId259"/>
                <a:stretch>
                  <a:fillRect/>
                </a:stretch>
              </p:blipFill>
              <p:spPr>
                <a:xfrm>
                  <a:off x="2606505" y="4749855"/>
                  <a:ext cx="3312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8" name="Ink 167">
                  <a:extLst>
                    <a:ext uri="{FF2B5EF4-FFF2-40B4-BE49-F238E27FC236}">
                      <a16:creationId xmlns:a16="http://schemas.microsoft.com/office/drawing/2014/main" id="{FC4FA674-44CE-97E4-2C6E-F0C943F28F01}"/>
                    </a:ext>
                  </a:extLst>
                </p14:cNvPr>
                <p14:cNvContentPartPr/>
                <p14:nvPr/>
              </p14:nvContentPartPr>
              <p14:xfrm>
                <a:off x="2341905" y="4989975"/>
                <a:ext cx="482400" cy="360720"/>
              </p14:xfrm>
            </p:contentPart>
          </mc:Choice>
          <mc:Fallback xmlns="">
            <p:pic>
              <p:nvPicPr>
                <p:cNvPr id="168" name="Ink 167">
                  <a:extLst>
                    <a:ext uri="{FF2B5EF4-FFF2-40B4-BE49-F238E27FC236}">
                      <a16:creationId xmlns:a16="http://schemas.microsoft.com/office/drawing/2014/main" id="{FC4FA674-44CE-97E4-2C6E-F0C943F28F01}"/>
                    </a:ext>
                  </a:extLst>
                </p:cNvPr>
                <p:cNvPicPr/>
                <p:nvPr/>
              </p:nvPicPr>
              <p:blipFill>
                <a:blip r:embed="rId261"/>
                <a:stretch>
                  <a:fillRect/>
                </a:stretch>
              </p:blipFill>
              <p:spPr>
                <a:xfrm>
                  <a:off x="2335785" y="4983855"/>
                  <a:ext cx="494640" cy="3729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9" name="Ink 168">
                  <a:extLst>
                    <a:ext uri="{FF2B5EF4-FFF2-40B4-BE49-F238E27FC236}">
                      <a16:creationId xmlns:a16="http://schemas.microsoft.com/office/drawing/2014/main" id="{323B1710-A696-82BF-ABC8-A5D7EE161725}"/>
                    </a:ext>
                  </a:extLst>
                </p14:cNvPr>
                <p14:cNvContentPartPr/>
                <p14:nvPr/>
              </p14:nvContentPartPr>
              <p14:xfrm>
                <a:off x="1140585" y="5765775"/>
                <a:ext cx="866520" cy="342360"/>
              </p14:xfrm>
            </p:contentPart>
          </mc:Choice>
          <mc:Fallback xmlns="">
            <p:pic>
              <p:nvPicPr>
                <p:cNvPr id="169" name="Ink 168">
                  <a:extLst>
                    <a:ext uri="{FF2B5EF4-FFF2-40B4-BE49-F238E27FC236}">
                      <a16:creationId xmlns:a16="http://schemas.microsoft.com/office/drawing/2014/main" id="{323B1710-A696-82BF-ABC8-A5D7EE161725}"/>
                    </a:ext>
                  </a:extLst>
                </p:cNvPr>
                <p:cNvPicPr/>
                <p:nvPr/>
              </p:nvPicPr>
              <p:blipFill>
                <a:blip r:embed="rId263"/>
                <a:stretch>
                  <a:fillRect/>
                </a:stretch>
              </p:blipFill>
              <p:spPr>
                <a:xfrm>
                  <a:off x="1134465" y="5759655"/>
                  <a:ext cx="87876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70" name="Ink 169">
                  <a:extLst>
                    <a:ext uri="{FF2B5EF4-FFF2-40B4-BE49-F238E27FC236}">
                      <a16:creationId xmlns:a16="http://schemas.microsoft.com/office/drawing/2014/main" id="{16599AB2-216A-5DB9-4C99-7DCABAD95F76}"/>
                    </a:ext>
                  </a:extLst>
                </p14:cNvPr>
                <p14:cNvContentPartPr/>
                <p14:nvPr/>
              </p14:nvContentPartPr>
              <p14:xfrm>
                <a:off x="2295105" y="5399655"/>
                <a:ext cx="920520" cy="425880"/>
              </p14:xfrm>
            </p:contentPart>
          </mc:Choice>
          <mc:Fallback xmlns="">
            <p:pic>
              <p:nvPicPr>
                <p:cNvPr id="170" name="Ink 169">
                  <a:extLst>
                    <a:ext uri="{FF2B5EF4-FFF2-40B4-BE49-F238E27FC236}">
                      <a16:creationId xmlns:a16="http://schemas.microsoft.com/office/drawing/2014/main" id="{16599AB2-216A-5DB9-4C99-7DCABAD95F76}"/>
                    </a:ext>
                  </a:extLst>
                </p:cNvPr>
                <p:cNvPicPr/>
                <p:nvPr/>
              </p:nvPicPr>
              <p:blipFill>
                <a:blip r:embed="rId265"/>
                <a:stretch>
                  <a:fillRect/>
                </a:stretch>
              </p:blipFill>
              <p:spPr>
                <a:xfrm>
                  <a:off x="2288985" y="5393535"/>
                  <a:ext cx="932760" cy="4381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71" name="Ink 170">
                  <a:extLst>
                    <a:ext uri="{FF2B5EF4-FFF2-40B4-BE49-F238E27FC236}">
                      <a16:creationId xmlns:a16="http://schemas.microsoft.com/office/drawing/2014/main" id="{6D29D4FC-5A77-EC8C-D810-AA638D520481}"/>
                    </a:ext>
                  </a:extLst>
                </p14:cNvPr>
                <p14:cNvContentPartPr/>
                <p14:nvPr/>
              </p14:nvContentPartPr>
              <p14:xfrm>
                <a:off x="3242985" y="5117055"/>
                <a:ext cx="304920" cy="345240"/>
              </p14:xfrm>
            </p:contentPart>
          </mc:Choice>
          <mc:Fallback xmlns="">
            <p:pic>
              <p:nvPicPr>
                <p:cNvPr id="171" name="Ink 170">
                  <a:extLst>
                    <a:ext uri="{FF2B5EF4-FFF2-40B4-BE49-F238E27FC236}">
                      <a16:creationId xmlns:a16="http://schemas.microsoft.com/office/drawing/2014/main" id="{6D29D4FC-5A77-EC8C-D810-AA638D520481}"/>
                    </a:ext>
                  </a:extLst>
                </p:cNvPr>
                <p:cNvPicPr/>
                <p:nvPr/>
              </p:nvPicPr>
              <p:blipFill>
                <a:blip r:embed="rId267"/>
                <a:stretch>
                  <a:fillRect/>
                </a:stretch>
              </p:blipFill>
              <p:spPr>
                <a:xfrm>
                  <a:off x="3236865" y="5110935"/>
                  <a:ext cx="31716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72" name="Ink 171">
                  <a:extLst>
                    <a:ext uri="{FF2B5EF4-FFF2-40B4-BE49-F238E27FC236}">
                      <a16:creationId xmlns:a16="http://schemas.microsoft.com/office/drawing/2014/main" id="{0B619C12-4296-F362-AE51-DB6855F63868}"/>
                    </a:ext>
                  </a:extLst>
                </p14:cNvPr>
                <p14:cNvContentPartPr/>
                <p14:nvPr/>
              </p14:nvContentPartPr>
              <p14:xfrm>
                <a:off x="3553665" y="4847775"/>
                <a:ext cx="477000" cy="401400"/>
              </p14:xfrm>
            </p:contentPart>
          </mc:Choice>
          <mc:Fallback xmlns="">
            <p:pic>
              <p:nvPicPr>
                <p:cNvPr id="172" name="Ink 171">
                  <a:extLst>
                    <a:ext uri="{FF2B5EF4-FFF2-40B4-BE49-F238E27FC236}">
                      <a16:creationId xmlns:a16="http://schemas.microsoft.com/office/drawing/2014/main" id="{0B619C12-4296-F362-AE51-DB6855F63868}"/>
                    </a:ext>
                  </a:extLst>
                </p:cNvPr>
                <p:cNvPicPr/>
                <p:nvPr/>
              </p:nvPicPr>
              <p:blipFill>
                <a:blip r:embed="rId269"/>
                <a:stretch>
                  <a:fillRect/>
                </a:stretch>
              </p:blipFill>
              <p:spPr>
                <a:xfrm>
                  <a:off x="3547545" y="4841655"/>
                  <a:ext cx="48924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3" name="Ink 172">
                  <a:extLst>
                    <a:ext uri="{FF2B5EF4-FFF2-40B4-BE49-F238E27FC236}">
                      <a16:creationId xmlns:a16="http://schemas.microsoft.com/office/drawing/2014/main" id="{0650A346-0AF1-A07B-1B5D-7542F14846A4}"/>
                    </a:ext>
                  </a:extLst>
                </p14:cNvPr>
                <p14:cNvContentPartPr/>
                <p14:nvPr/>
              </p14:nvContentPartPr>
              <p14:xfrm>
                <a:off x="4075665" y="4518015"/>
                <a:ext cx="767160" cy="523080"/>
              </p14:xfrm>
            </p:contentPart>
          </mc:Choice>
          <mc:Fallback xmlns="">
            <p:pic>
              <p:nvPicPr>
                <p:cNvPr id="173" name="Ink 172">
                  <a:extLst>
                    <a:ext uri="{FF2B5EF4-FFF2-40B4-BE49-F238E27FC236}">
                      <a16:creationId xmlns:a16="http://schemas.microsoft.com/office/drawing/2014/main" id="{0650A346-0AF1-A07B-1B5D-7542F14846A4}"/>
                    </a:ext>
                  </a:extLst>
                </p:cNvPr>
                <p:cNvPicPr/>
                <p:nvPr/>
              </p:nvPicPr>
              <p:blipFill>
                <a:blip r:embed="rId271"/>
                <a:stretch>
                  <a:fillRect/>
                </a:stretch>
              </p:blipFill>
              <p:spPr>
                <a:xfrm>
                  <a:off x="4069545" y="4511895"/>
                  <a:ext cx="779400" cy="5353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4" name="Ink 173">
                  <a:extLst>
                    <a:ext uri="{FF2B5EF4-FFF2-40B4-BE49-F238E27FC236}">
                      <a16:creationId xmlns:a16="http://schemas.microsoft.com/office/drawing/2014/main" id="{DB22AFE1-D13C-CED3-DBC5-486DA702C31F}"/>
                    </a:ext>
                  </a:extLst>
                </p14:cNvPr>
                <p14:cNvContentPartPr/>
                <p14:nvPr/>
              </p14:nvContentPartPr>
              <p14:xfrm>
                <a:off x="3425865" y="5657775"/>
                <a:ext cx="38880" cy="485280"/>
              </p14:xfrm>
            </p:contentPart>
          </mc:Choice>
          <mc:Fallback xmlns="">
            <p:pic>
              <p:nvPicPr>
                <p:cNvPr id="174" name="Ink 173">
                  <a:extLst>
                    <a:ext uri="{FF2B5EF4-FFF2-40B4-BE49-F238E27FC236}">
                      <a16:creationId xmlns:a16="http://schemas.microsoft.com/office/drawing/2014/main" id="{DB22AFE1-D13C-CED3-DBC5-486DA702C31F}"/>
                    </a:ext>
                  </a:extLst>
                </p:cNvPr>
                <p:cNvPicPr/>
                <p:nvPr/>
              </p:nvPicPr>
              <p:blipFill>
                <a:blip r:embed="rId273"/>
                <a:stretch>
                  <a:fillRect/>
                </a:stretch>
              </p:blipFill>
              <p:spPr>
                <a:xfrm>
                  <a:off x="3419745" y="5651655"/>
                  <a:ext cx="5112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75" name="Ink 174">
                  <a:extLst>
                    <a:ext uri="{FF2B5EF4-FFF2-40B4-BE49-F238E27FC236}">
                      <a16:creationId xmlns:a16="http://schemas.microsoft.com/office/drawing/2014/main" id="{453262F1-3368-3C2B-3534-8E0C8EA62FCA}"/>
                    </a:ext>
                  </a:extLst>
                </p14:cNvPr>
                <p14:cNvContentPartPr/>
                <p14:nvPr/>
              </p14:nvContentPartPr>
              <p14:xfrm>
                <a:off x="3548985" y="5568855"/>
                <a:ext cx="839160" cy="310680"/>
              </p14:xfrm>
            </p:contentPart>
          </mc:Choice>
          <mc:Fallback xmlns="">
            <p:pic>
              <p:nvPicPr>
                <p:cNvPr id="175" name="Ink 174">
                  <a:extLst>
                    <a:ext uri="{FF2B5EF4-FFF2-40B4-BE49-F238E27FC236}">
                      <a16:creationId xmlns:a16="http://schemas.microsoft.com/office/drawing/2014/main" id="{453262F1-3368-3C2B-3534-8E0C8EA62FCA}"/>
                    </a:ext>
                  </a:extLst>
                </p:cNvPr>
                <p:cNvPicPr/>
                <p:nvPr/>
              </p:nvPicPr>
              <p:blipFill>
                <a:blip r:embed="rId275"/>
                <a:stretch>
                  <a:fillRect/>
                </a:stretch>
              </p:blipFill>
              <p:spPr>
                <a:xfrm>
                  <a:off x="3542865" y="5562735"/>
                  <a:ext cx="85140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6" name="Ink 175">
                  <a:extLst>
                    <a:ext uri="{FF2B5EF4-FFF2-40B4-BE49-F238E27FC236}">
                      <a16:creationId xmlns:a16="http://schemas.microsoft.com/office/drawing/2014/main" id="{C93DD887-4176-FA78-BFA2-215BFEE45AC3}"/>
                    </a:ext>
                  </a:extLst>
                </p14:cNvPr>
                <p14:cNvContentPartPr/>
                <p14:nvPr/>
              </p14:nvContentPartPr>
              <p14:xfrm>
                <a:off x="4545465" y="4859655"/>
                <a:ext cx="906840" cy="744840"/>
              </p14:xfrm>
            </p:contentPart>
          </mc:Choice>
          <mc:Fallback xmlns="">
            <p:pic>
              <p:nvPicPr>
                <p:cNvPr id="176" name="Ink 175">
                  <a:extLst>
                    <a:ext uri="{FF2B5EF4-FFF2-40B4-BE49-F238E27FC236}">
                      <a16:creationId xmlns:a16="http://schemas.microsoft.com/office/drawing/2014/main" id="{C93DD887-4176-FA78-BFA2-215BFEE45AC3}"/>
                    </a:ext>
                  </a:extLst>
                </p:cNvPr>
                <p:cNvPicPr/>
                <p:nvPr/>
              </p:nvPicPr>
              <p:blipFill>
                <a:blip r:embed="rId277"/>
                <a:stretch>
                  <a:fillRect/>
                </a:stretch>
              </p:blipFill>
              <p:spPr>
                <a:xfrm>
                  <a:off x="4539345" y="4853535"/>
                  <a:ext cx="919080" cy="75708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7" name="Ink 176">
                  <a:extLst>
                    <a:ext uri="{FF2B5EF4-FFF2-40B4-BE49-F238E27FC236}">
                      <a16:creationId xmlns:a16="http://schemas.microsoft.com/office/drawing/2014/main" id="{0D653FB9-C3EF-BC89-25FF-B30333924A18}"/>
                    </a:ext>
                  </a:extLst>
                </p14:cNvPr>
                <p14:cNvContentPartPr/>
                <p14:nvPr/>
              </p14:nvContentPartPr>
              <p14:xfrm>
                <a:off x="5656425" y="4869015"/>
                <a:ext cx="51840" cy="63000"/>
              </p14:xfrm>
            </p:contentPart>
          </mc:Choice>
          <mc:Fallback xmlns="">
            <p:pic>
              <p:nvPicPr>
                <p:cNvPr id="177" name="Ink 176">
                  <a:extLst>
                    <a:ext uri="{FF2B5EF4-FFF2-40B4-BE49-F238E27FC236}">
                      <a16:creationId xmlns:a16="http://schemas.microsoft.com/office/drawing/2014/main" id="{0D653FB9-C3EF-BC89-25FF-B30333924A18}"/>
                    </a:ext>
                  </a:extLst>
                </p:cNvPr>
                <p:cNvPicPr/>
                <p:nvPr/>
              </p:nvPicPr>
              <p:blipFill>
                <a:blip r:embed="rId279"/>
                <a:stretch>
                  <a:fillRect/>
                </a:stretch>
              </p:blipFill>
              <p:spPr>
                <a:xfrm>
                  <a:off x="5650305" y="4862895"/>
                  <a:ext cx="64080" cy="75240"/>
                </a:xfrm>
                <a:prstGeom prst="rect">
                  <a:avLst/>
                </a:prstGeom>
              </p:spPr>
            </p:pic>
          </mc:Fallback>
        </mc:AlternateContent>
      </p:grpSp>
    </p:spTree>
    <p:extLst>
      <p:ext uri="{BB962C8B-B14F-4D97-AF65-F5344CB8AC3E}">
        <p14:creationId xmlns:p14="http://schemas.microsoft.com/office/powerpoint/2010/main" val="3435900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CBC5A2-452B-60D8-2ABA-747DDB3D349C}"/>
              </a:ext>
            </a:extLst>
          </p:cNvPr>
          <p:cNvSpPr txBox="1"/>
          <p:nvPr/>
        </p:nvSpPr>
        <p:spPr>
          <a:xfrm>
            <a:off x="1076325" y="571501"/>
            <a:ext cx="8067675" cy="3703578"/>
          </a:xfrm>
          <a:prstGeom prst="rect">
            <a:avLst/>
          </a:prstGeom>
          <a:noFill/>
        </p:spPr>
        <p:txBody>
          <a:bodyPr wrap="square">
            <a:spAutoFit/>
          </a:bodyPr>
          <a:lstStyle/>
          <a:p>
            <a:pPr algn="l" rtl="0" fontAlgn="base">
              <a:spcAft>
                <a:spcPts val="750"/>
              </a:spcAft>
              <a:buNone/>
            </a:pPr>
            <a:r>
              <a:rPr lang="en-US" b="1" i="0" dirty="0">
                <a:solidFill>
                  <a:srgbClr val="273239"/>
                </a:solidFill>
                <a:effectLst/>
                <a:latin typeface="Nunito" pitchFamily="2" charset="0"/>
              </a:rPr>
              <a:t>Bias</a:t>
            </a:r>
            <a:r>
              <a:rPr lang="en-US" b="0" i="0" dirty="0">
                <a:solidFill>
                  <a:srgbClr val="273239"/>
                </a:solidFill>
                <a:effectLst/>
                <a:latin typeface="Nunito" pitchFamily="2" charset="0"/>
              </a:rPr>
              <a:t>: is the error that happens when a machine learning model is too simple and doesn't learn enough details from the data. It's like assuming all birds can only be small and fly, so the model fails to recognize big birds like ostriches or penguins that can't fly and get biased with predictions.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These assumptions make the model easier to train but may prevent it from capturing the underlying complexities of the data.</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High bias typically leads to </a:t>
            </a:r>
            <a:r>
              <a:rPr lang="en-US" b="1" i="0" dirty="0">
                <a:solidFill>
                  <a:srgbClr val="273239"/>
                </a:solidFill>
                <a:effectLst/>
                <a:latin typeface="Nunito" pitchFamily="2" charset="0"/>
              </a:rPr>
              <a:t>underfitting</a:t>
            </a:r>
            <a:r>
              <a:rPr lang="en-US" b="0" i="0" dirty="0">
                <a:solidFill>
                  <a:srgbClr val="273239"/>
                </a:solidFill>
                <a:effectLst/>
                <a:latin typeface="Nunito" pitchFamily="2" charset="0"/>
              </a:rPr>
              <a:t>, where the model performs poorly on both training and testing data because it fails to learn enough from the data.</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Example</a:t>
            </a:r>
            <a:r>
              <a:rPr lang="en-US" b="0" i="0" dirty="0">
                <a:solidFill>
                  <a:srgbClr val="273239"/>
                </a:solidFill>
                <a:effectLst/>
                <a:latin typeface="Nunito" pitchFamily="2" charset="0"/>
              </a:rPr>
              <a:t>: A linear regression model applied to a dataset with a non-linear relationship.</a:t>
            </a:r>
          </a:p>
        </p:txBody>
      </p:sp>
    </p:spTree>
    <p:extLst>
      <p:ext uri="{BB962C8B-B14F-4D97-AF65-F5344CB8AC3E}">
        <p14:creationId xmlns:p14="http://schemas.microsoft.com/office/powerpoint/2010/main" val="1793611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9A405F-4504-C9F1-89D9-C947F4427F1D}"/>
              </a:ext>
            </a:extLst>
          </p:cNvPr>
          <p:cNvSpPr txBox="1"/>
          <p:nvPr/>
        </p:nvSpPr>
        <p:spPr>
          <a:xfrm>
            <a:off x="1438275" y="838200"/>
            <a:ext cx="7705725" cy="2087751"/>
          </a:xfrm>
          <a:prstGeom prst="rect">
            <a:avLst/>
          </a:prstGeom>
          <a:noFill/>
        </p:spPr>
        <p:txBody>
          <a:bodyPr wrap="square">
            <a:spAutoFit/>
          </a:bodyPr>
          <a:lstStyle/>
          <a:p>
            <a:pPr algn="l" rtl="0" fontAlgn="base">
              <a:spcAft>
                <a:spcPts val="750"/>
              </a:spcAft>
              <a:buNone/>
            </a:pPr>
            <a:r>
              <a:rPr lang="en-US" b="1" i="0" dirty="0">
                <a:solidFill>
                  <a:srgbClr val="273239"/>
                </a:solidFill>
                <a:effectLst/>
                <a:latin typeface="Nunito" pitchFamily="2" charset="0"/>
              </a:rPr>
              <a:t>Variance</a:t>
            </a:r>
            <a:r>
              <a:rPr lang="en-US" b="0" i="0" dirty="0">
                <a:solidFill>
                  <a:srgbClr val="273239"/>
                </a:solidFill>
                <a:effectLst/>
                <a:latin typeface="Nunito" pitchFamily="2" charset="0"/>
              </a:rPr>
              <a:t>: Error that happens when a machine learning model learns too much from the data, including random noise.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high-variance model learns not only the patterns but also the noise in the training data, which leads to poor generalization on unseen data.</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High variance typically leads to </a:t>
            </a:r>
            <a:r>
              <a:rPr lang="en-US" b="1" i="0" dirty="0">
                <a:solidFill>
                  <a:srgbClr val="273239"/>
                </a:solidFill>
                <a:effectLst/>
                <a:latin typeface="Nunito" pitchFamily="2" charset="0"/>
              </a:rPr>
              <a:t>overfitting</a:t>
            </a:r>
            <a:r>
              <a:rPr lang="en-US" b="0" i="0" dirty="0">
                <a:solidFill>
                  <a:srgbClr val="273239"/>
                </a:solidFill>
                <a:effectLst/>
                <a:latin typeface="Nunito" pitchFamily="2" charset="0"/>
              </a:rPr>
              <a:t>, where the model performs well on training data but poorly on testing data.</a:t>
            </a:r>
          </a:p>
        </p:txBody>
      </p:sp>
      <p:sp>
        <p:nvSpPr>
          <p:cNvPr id="5" name="TextBox 4">
            <a:extLst>
              <a:ext uri="{FF2B5EF4-FFF2-40B4-BE49-F238E27FC236}">
                <a16:creationId xmlns:a16="http://schemas.microsoft.com/office/drawing/2014/main" id="{EC24723C-EC3E-2207-2C52-DE060CC71334}"/>
              </a:ext>
            </a:extLst>
          </p:cNvPr>
          <p:cNvSpPr txBox="1"/>
          <p:nvPr/>
        </p:nvSpPr>
        <p:spPr>
          <a:xfrm>
            <a:off x="733425" y="3429000"/>
            <a:ext cx="8410575" cy="646331"/>
          </a:xfrm>
          <a:prstGeom prst="rect">
            <a:avLst/>
          </a:prstGeom>
          <a:noFill/>
        </p:spPr>
        <p:txBody>
          <a:bodyPr wrap="square">
            <a:spAutoFit/>
          </a:bodyPr>
          <a:lstStyle/>
          <a:p>
            <a:r>
              <a:rPr lang="en-IN" b="1" i="1" dirty="0"/>
              <a:t>https://www.geeksforgeeks.org/machine-learning/underfitting-and-overfitting-in-machine-learning/</a:t>
            </a:r>
          </a:p>
        </p:txBody>
      </p:sp>
    </p:spTree>
    <p:extLst>
      <p:ext uri="{BB962C8B-B14F-4D97-AF65-F5344CB8AC3E}">
        <p14:creationId xmlns:p14="http://schemas.microsoft.com/office/powerpoint/2010/main" val="1649197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CAEE2D-B032-13F3-DDE6-D467E2368C41}"/>
              </a:ext>
            </a:extLst>
          </p:cNvPr>
          <p:cNvPicPr>
            <a:picLocks noChangeAspect="1"/>
          </p:cNvPicPr>
          <p:nvPr/>
        </p:nvPicPr>
        <p:blipFill>
          <a:blip r:embed="rId2"/>
          <a:stretch>
            <a:fillRect/>
          </a:stretch>
        </p:blipFill>
        <p:spPr>
          <a:xfrm>
            <a:off x="899423" y="409290"/>
            <a:ext cx="9878804" cy="4077269"/>
          </a:xfrm>
          <a:prstGeom prst="rect">
            <a:avLst/>
          </a:prstGeom>
        </p:spPr>
      </p:pic>
    </p:spTree>
    <p:extLst>
      <p:ext uri="{BB962C8B-B14F-4D97-AF65-F5344CB8AC3E}">
        <p14:creationId xmlns:p14="http://schemas.microsoft.com/office/powerpoint/2010/main" val="3027634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9CB0BA9-A4FC-129B-8917-E503A74781F4}"/>
              </a:ext>
            </a:extLst>
          </p:cNvPr>
          <p:cNvGrpSpPr/>
          <p:nvPr/>
        </p:nvGrpSpPr>
        <p:grpSpPr>
          <a:xfrm>
            <a:off x="383505" y="64455"/>
            <a:ext cx="2289960" cy="1166040"/>
            <a:chOff x="383505" y="64455"/>
            <a:chExt cx="2289960" cy="11660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48483CF-CDEF-A621-746E-A6BE7316DECE}"/>
                    </a:ext>
                  </a:extLst>
                </p14:cNvPr>
                <p14:cNvContentPartPr/>
                <p14:nvPr/>
              </p14:nvContentPartPr>
              <p14:xfrm>
                <a:off x="443625" y="297735"/>
                <a:ext cx="108720" cy="541080"/>
              </p14:xfrm>
            </p:contentPart>
          </mc:Choice>
          <mc:Fallback xmlns="">
            <p:pic>
              <p:nvPicPr>
                <p:cNvPr id="2" name="Ink 1">
                  <a:extLst>
                    <a:ext uri="{FF2B5EF4-FFF2-40B4-BE49-F238E27FC236}">
                      <a16:creationId xmlns:a16="http://schemas.microsoft.com/office/drawing/2014/main" id="{848483CF-CDEF-A621-746E-A6BE7316DECE}"/>
                    </a:ext>
                  </a:extLst>
                </p:cNvPr>
                <p:cNvPicPr/>
                <p:nvPr/>
              </p:nvPicPr>
              <p:blipFill>
                <a:blip r:embed="rId3"/>
                <a:stretch>
                  <a:fillRect/>
                </a:stretch>
              </p:blipFill>
              <p:spPr>
                <a:xfrm>
                  <a:off x="437505" y="291615"/>
                  <a:ext cx="120960" cy="553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C0442CE-8D6B-D07D-7264-0D2C2C30B825}"/>
                    </a:ext>
                  </a:extLst>
                </p14:cNvPr>
                <p14:cNvContentPartPr/>
                <p14:nvPr/>
              </p14:nvContentPartPr>
              <p14:xfrm>
                <a:off x="383505" y="64455"/>
                <a:ext cx="717480" cy="767520"/>
              </p14:xfrm>
            </p:contentPart>
          </mc:Choice>
          <mc:Fallback xmlns="">
            <p:pic>
              <p:nvPicPr>
                <p:cNvPr id="3" name="Ink 2">
                  <a:extLst>
                    <a:ext uri="{FF2B5EF4-FFF2-40B4-BE49-F238E27FC236}">
                      <a16:creationId xmlns:a16="http://schemas.microsoft.com/office/drawing/2014/main" id="{0C0442CE-8D6B-D07D-7264-0D2C2C30B825}"/>
                    </a:ext>
                  </a:extLst>
                </p:cNvPr>
                <p:cNvPicPr/>
                <p:nvPr/>
              </p:nvPicPr>
              <p:blipFill>
                <a:blip r:embed="rId5"/>
                <a:stretch>
                  <a:fillRect/>
                </a:stretch>
              </p:blipFill>
              <p:spPr>
                <a:xfrm>
                  <a:off x="377385" y="58335"/>
                  <a:ext cx="729720" cy="779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4D9874C-05F5-4D00-9187-0D7C2543D50F}"/>
                    </a:ext>
                  </a:extLst>
                </p14:cNvPr>
                <p14:cNvContentPartPr/>
                <p14:nvPr/>
              </p14:nvContentPartPr>
              <p14:xfrm>
                <a:off x="1180545" y="435975"/>
                <a:ext cx="33480" cy="44640"/>
              </p14:xfrm>
            </p:contentPart>
          </mc:Choice>
          <mc:Fallback xmlns="">
            <p:pic>
              <p:nvPicPr>
                <p:cNvPr id="4" name="Ink 3">
                  <a:extLst>
                    <a:ext uri="{FF2B5EF4-FFF2-40B4-BE49-F238E27FC236}">
                      <a16:creationId xmlns:a16="http://schemas.microsoft.com/office/drawing/2014/main" id="{44D9874C-05F5-4D00-9187-0D7C2543D50F}"/>
                    </a:ext>
                  </a:extLst>
                </p:cNvPr>
                <p:cNvPicPr/>
                <p:nvPr/>
              </p:nvPicPr>
              <p:blipFill>
                <a:blip r:embed="rId7"/>
                <a:stretch>
                  <a:fillRect/>
                </a:stretch>
              </p:blipFill>
              <p:spPr>
                <a:xfrm>
                  <a:off x="1174425" y="429855"/>
                  <a:ext cx="4572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8F4F28FC-CF67-E5C6-BAE1-A0F0B4509BD8}"/>
                    </a:ext>
                  </a:extLst>
                </p14:cNvPr>
                <p14:cNvContentPartPr/>
                <p14:nvPr/>
              </p14:nvContentPartPr>
              <p14:xfrm>
                <a:off x="1332465" y="165615"/>
                <a:ext cx="1341000" cy="1064880"/>
              </p14:xfrm>
            </p:contentPart>
          </mc:Choice>
          <mc:Fallback xmlns="">
            <p:pic>
              <p:nvPicPr>
                <p:cNvPr id="6" name="Ink 5">
                  <a:extLst>
                    <a:ext uri="{FF2B5EF4-FFF2-40B4-BE49-F238E27FC236}">
                      <a16:creationId xmlns:a16="http://schemas.microsoft.com/office/drawing/2014/main" id="{8F4F28FC-CF67-E5C6-BAE1-A0F0B4509BD8}"/>
                    </a:ext>
                  </a:extLst>
                </p:cNvPr>
                <p:cNvPicPr/>
                <p:nvPr/>
              </p:nvPicPr>
              <p:blipFill>
                <a:blip r:embed="rId9"/>
                <a:stretch>
                  <a:fillRect/>
                </a:stretch>
              </p:blipFill>
              <p:spPr>
                <a:xfrm>
                  <a:off x="1326345" y="159495"/>
                  <a:ext cx="1353240" cy="1077120"/>
                </a:xfrm>
                <a:prstGeom prst="rect">
                  <a:avLst/>
                </a:prstGeom>
              </p:spPr>
            </p:pic>
          </mc:Fallback>
        </mc:AlternateContent>
      </p:grpSp>
      <p:grpSp>
        <p:nvGrpSpPr>
          <p:cNvPr id="15" name="Group 14">
            <a:extLst>
              <a:ext uri="{FF2B5EF4-FFF2-40B4-BE49-F238E27FC236}">
                <a16:creationId xmlns:a16="http://schemas.microsoft.com/office/drawing/2014/main" id="{F228977F-C51A-C2FF-70AF-7C83EE24E2B3}"/>
              </a:ext>
            </a:extLst>
          </p:cNvPr>
          <p:cNvGrpSpPr/>
          <p:nvPr/>
        </p:nvGrpSpPr>
        <p:grpSpPr>
          <a:xfrm>
            <a:off x="3395985" y="193695"/>
            <a:ext cx="4421160" cy="1183680"/>
            <a:chOff x="3395985" y="193695"/>
            <a:chExt cx="4421160" cy="1183680"/>
          </a:xfrm>
        </p:grpSpPr>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6B02439B-5484-487E-28A9-542B0761235E}"/>
                    </a:ext>
                  </a:extLst>
                </p14:cNvPr>
                <p14:cNvContentPartPr/>
                <p14:nvPr/>
              </p14:nvContentPartPr>
              <p14:xfrm>
                <a:off x="3395985" y="193695"/>
                <a:ext cx="504360" cy="504000"/>
              </p14:xfrm>
            </p:contentPart>
          </mc:Choice>
          <mc:Fallback xmlns="">
            <p:pic>
              <p:nvPicPr>
                <p:cNvPr id="7" name="Ink 6">
                  <a:extLst>
                    <a:ext uri="{FF2B5EF4-FFF2-40B4-BE49-F238E27FC236}">
                      <a16:creationId xmlns:a16="http://schemas.microsoft.com/office/drawing/2014/main" id="{6B02439B-5484-487E-28A9-542B0761235E}"/>
                    </a:ext>
                  </a:extLst>
                </p:cNvPr>
                <p:cNvPicPr/>
                <p:nvPr/>
              </p:nvPicPr>
              <p:blipFill>
                <a:blip r:embed="rId11"/>
                <a:stretch>
                  <a:fillRect/>
                </a:stretch>
              </p:blipFill>
              <p:spPr>
                <a:xfrm>
                  <a:off x="3389865" y="187575"/>
                  <a:ext cx="516600" cy="516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95EA000E-5C13-4235-908B-7F59D7D939E4}"/>
                    </a:ext>
                  </a:extLst>
                </p14:cNvPr>
                <p14:cNvContentPartPr/>
                <p14:nvPr/>
              </p14:nvContentPartPr>
              <p14:xfrm>
                <a:off x="4097625" y="524895"/>
                <a:ext cx="890640" cy="852480"/>
              </p14:xfrm>
            </p:contentPart>
          </mc:Choice>
          <mc:Fallback xmlns="">
            <p:pic>
              <p:nvPicPr>
                <p:cNvPr id="8" name="Ink 7">
                  <a:extLst>
                    <a:ext uri="{FF2B5EF4-FFF2-40B4-BE49-F238E27FC236}">
                      <a16:creationId xmlns:a16="http://schemas.microsoft.com/office/drawing/2014/main" id="{95EA000E-5C13-4235-908B-7F59D7D939E4}"/>
                    </a:ext>
                  </a:extLst>
                </p:cNvPr>
                <p:cNvPicPr/>
                <p:nvPr/>
              </p:nvPicPr>
              <p:blipFill>
                <a:blip r:embed="rId13"/>
                <a:stretch>
                  <a:fillRect/>
                </a:stretch>
              </p:blipFill>
              <p:spPr>
                <a:xfrm>
                  <a:off x="4091505" y="518775"/>
                  <a:ext cx="902880" cy="864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08FCB4EB-B238-C3D6-E7E6-8887C6A9CE22}"/>
                    </a:ext>
                  </a:extLst>
                </p14:cNvPr>
                <p14:cNvContentPartPr/>
                <p14:nvPr/>
              </p14:nvContentPartPr>
              <p14:xfrm>
                <a:off x="5040465" y="496815"/>
                <a:ext cx="396000" cy="344880"/>
              </p14:xfrm>
            </p:contentPart>
          </mc:Choice>
          <mc:Fallback xmlns="">
            <p:pic>
              <p:nvPicPr>
                <p:cNvPr id="9" name="Ink 8">
                  <a:extLst>
                    <a:ext uri="{FF2B5EF4-FFF2-40B4-BE49-F238E27FC236}">
                      <a16:creationId xmlns:a16="http://schemas.microsoft.com/office/drawing/2014/main" id="{08FCB4EB-B238-C3D6-E7E6-8887C6A9CE22}"/>
                    </a:ext>
                  </a:extLst>
                </p:cNvPr>
                <p:cNvPicPr/>
                <p:nvPr/>
              </p:nvPicPr>
              <p:blipFill>
                <a:blip r:embed="rId15"/>
                <a:stretch>
                  <a:fillRect/>
                </a:stretch>
              </p:blipFill>
              <p:spPr>
                <a:xfrm>
                  <a:off x="5034345" y="490695"/>
                  <a:ext cx="40824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BEB5CA0E-81B5-B779-0DA5-F48B0F116C86}"/>
                    </a:ext>
                  </a:extLst>
                </p14:cNvPr>
                <p14:cNvContentPartPr/>
                <p14:nvPr/>
              </p14:nvContentPartPr>
              <p14:xfrm>
                <a:off x="5425665" y="419775"/>
                <a:ext cx="1360440" cy="410400"/>
              </p14:xfrm>
            </p:contentPart>
          </mc:Choice>
          <mc:Fallback xmlns="">
            <p:pic>
              <p:nvPicPr>
                <p:cNvPr id="10" name="Ink 9">
                  <a:extLst>
                    <a:ext uri="{FF2B5EF4-FFF2-40B4-BE49-F238E27FC236}">
                      <a16:creationId xmlns:a16="http://schemas.microsoft.com/office/drawing/2014/main" id="{BEB5CA0E-81B5-B779-0DA5-F48B0F116C86}"/>
                    </a:ext>
                  </a:extLst>
                </p:cNvPr>
                <p:cNvPicPr/>
                <p:nvPr/>
              </p:nvPicPr>
              <p:blipFill>
                <a:blip r:embed="rId17"/>
                <a:stretch>
                  <a:fillRect/>
                </a:stretch>
              </p:blipFill>
              <p:spPr>
                <a:xfrm>
                  <a:off x="5419545" y="413655"/>
                  <a:ext cx="1372680"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795CC6BD-65D6-FCFF-3BFA-6A8C63A6F1CE}"/>
                    </a:ext>
                  </a:extLst>
                </p14:cNvPr>
                <p14:cNvContentPartPr/>
                <p14:nvPr/>
              </p14:nvContentPartPr>
              <p14:xfrm>
                <a:off x="7011105" y="378375"/>
                <a:ext cx="50760" cy="47520"/>
              </p14:xfrm>
            </p:contentPart>
          </mc:Choice>
          <mc:Fallback xmlns="">
            <p:pic>
              <p:nvPicPr>
                <p:cNvPr id="11" name="Ink 10">
                  <a:extLst>
                    <a:ext uri="{FF2B5EF4-FFF2-40B4-BE49-F238E27FC236}">
                      <a16:creationId xmlns:a16="http://schemas.microsoft.com/office/drawing/2014/main" id="{795CC6BD-65D6-FCFF-3BFA-6A8C63A6F1CE}"/>
                    </a:ext>
                  </a:extLst>
                </p:cNvPr>
                <p:cNvPicPr/>
                <p:nvPr/>
              </p:nvPicPr>
              <p:blipFill>
                <a:blip r:embed="rId19"/>
                <a:stretch>
                  <a:fillRect/>
                </a:stretch>
              </p:blipFill>
              <p:spPr>
                <a:xfrm>
                  <a:off x="7004985" y="372255"/>
                  <a:ext cx="630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36745096-BC4C-5B07-B4D5-97486F54D30D}"/>
                    </a:ext>
                  </a:extLst>
                </p14:cNvPr>
                <p14:cNvContentPartPr/>
                <p14:nvPr/>
              </p14:nvContentPartPr>
              <p14:xfrm>
                <a:off x="6994905" y="562695"/>
                <a:ext cx="186840" cy="247320"/>
              </p14:xfrm>
            </p:contentPart>
          </mc:Choice>
          <mc:Fallback xmlns="">
            <p:pic>
              <p:nvPicPr>
                <p:cNvPr id="12" name="Ink 11">
                  <a:extLst>
                    <a:ext uri="{FF2B5EF4-FFF2-40B4-BE49-F238E27FC236}">
                      <a16:creationId xmlns:a16="http://schemas.microsoft.com/office/drawing/2014/main" id="{36745096-BC4C-5B07-B4D5-97486F54D30D}"/>
                    </a:ext>
                  </a:extLst>
                </p:cNvPr>
                <p:cNvPicPr/>
                <p:nvPr/>
              </p:nvPicPr>
              <p:blipFill>
                <a:blip r:embed="rId21"/>
                <a:stretch>
                  <a:fillRect/>
                </a:stretch>
              </p:blipFill>
              <p:spPr>
                <a:xfrm>
                  <a:off x="6988785" y="556575"/>
                  <a:ext cx="19908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4952C3AF-CEA0-4A21-4168-BBF48C26E2F1}"/>
                    </a:ext>
                  </a:extLst>
                </p14:cNvPr>
                <p14:cNvContentPartPr/>
                <p14:nvPr/>
              </p14:nvContentPartPr>
              <p14:xfrm>
                <a:off x="7250865" y="628575"/>
                <a:ext cx="451800" cy="141120"/>
              </p14:xfrm>
            </p:contentPart>
          </mc:Choice>
          <mc:Fallback xmlns="">
            <p:pic>
              <p:nvPicPr>
                <p:cNvPr id="13" name="Ink 12">
                  <a:extLst>
                    <a:ext uri="{FF2B5EF4-FFF2-40B4-BE49-F238E27FC236}">
                      <a16:creationId xmlns:a16="http://schemas.microsoft.com/office/drawing/2014/main" id="{4952C3AF-CEA0-4A21-4168-BBF48C26E2F1}"/>
                    </a:ext>
                  </a:extLst>
                </p:cNvPr>
                <p:cNvPicPr/>
                <p:nvPr/>
              </p:nvPicPr>
              <p:blipFill>
                <a:blip r:embed="rId23"/>
                <a:stretch>
                  <a:fillRect/>
                </a:stretch>
              </p:blipFill>
              <p:spPr>
                <a:xfrm>
                  <a:off x="7244745" y="622455"/>
                  <a:ext cx="4640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D03FF88D-C77F-49A7-56C6-CCFB32CB7DBD}"/>
                    </a:ext>
                  </a:extLst>
                </p14:cNvPr>
                <p14:cNvContentPartPr/>
                <p14:nvPr/>
              </p14:nvContentPartPr>
              <p14:xfrm>
                <a:off x="7783665" y="742695"/>
                <a:ext cx="33480" cy="57960"/>
              </p14:xfrm>
            </p:contentPart>
          </mc:Choice>
          <mc:Fallback xmlns="">
            <p:pic>
              <p:nvPicPr>
                <p:cNvPr id="14" name="Ink 13">
                  <a:extLst>
                    <a:ext uri="{FF2B5EF4-FFF2-40B4-BE49-F238E27FC236}">
                      <a16:creationId xmlns:a16="http://schemas.microsoft.com/office/drawing/2014/main" id="{D03FF88D-C77F-49A7-56C6-CCFB32CB7DBD}"/>
                    </a:ext>
                  </a:extLst>
                </p:cNvPr>
                <p:cNvPicPr/>
                <p:nvPr/>
              </p:nvPicPr>
              <p:blipFill>
                <a:blip r:embed="rId25"/>
                <a:stretch>
                  <a:fillRect/>
                </a:stretch>
              </p:blipFill>
              <p:spPr>
                <a:xfrm>
                  <a:off x="7777545" y="736575"/>
                  <a:ext cx="45720" cy="70200"/>
                </a:xfrm>
                <a:prstGeom prst="rect">
                  <a:avLst/>
                </a:prstGeom>
              </p:spPr>
            </p:pic>
          </mc:Fallback>
        </mc:AlternateContent>
      </p:grpSp>
      <p:grpSp>
        <p:nvGrpSpPr>
          <p:cNvPr id="30" name="Group 29">
            <a:extLst>
              <a:ext uri="{FF2B5EF4-FFF2-40B4-BE49-F238E27FC236}">
                <a16:creationId xmlns:a16="http://schemas.microsoft.com/office/drawing/2014/main" id="{A14D9E85-271D-025F-A3AC-891937AAF0CC}"/>
              </a:ext>
            </a:extLst>
          </p:cNvPr>
          <p:cNvGrpSpPr/>
          <p:nvPr/>
        </p:nvGrpSpPr>
        <p:grpSpPr>
          <a:xfrm>
            <a:off x="849345" y="1502655"/>
            <a:ext cx="4773240" cy="1487880"/>
            <a:chOff x="849345" y="1502655"/>
            <a:chExt cx="4773240" cy="1487880"/>
          </a:xfrm>
        </p:grpSpPr>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A32D8EA1-D37E-8373-7BEE-9195FC69A580}"/>
                    </a:ext>
                  </a:extLst>
                </p14:cNvPr>
                <p14:cNvContentPartPr/>
                <p14:nvPr/>
              </p14:nvContentPartPr>
              <p14:xfrm>
                <a:off x="849345" y="1736655"/>
                <a:ext cx="773280" cy="758880"/>
              </p14:xfrm>
            </p:contentPart>
          </mc:Choice>
          <mc:Fallback xmlns="">
            <p:pic>
              <p:nvPicPr>
                <p:cNvPr id="17" name="Ink 16">
                  <a:extLst>
                    <a:ext uri="{FF2B5EF4-FFF2-40B4-BE49-F238E27FC236}">
                      <a16:creationId xmlns:a16="http://schemas.microsoft.com/office/drawing/2014/main" id="{A32D8EA1-D37E-8373-7BEE-9195FC69A580}"/>
                    </a:ext>
                  </a:extLst>
                </p:cNvPr>
                <p:cNvPicPr/>
                <p:nvPr/>
              </p:nvPicPr>
              <p:blipFill>
                <a:blip r:embed="rId27"/>
                <a:stretch>
                  <a:fillRect/>
                </a:stretch>
              </p:blipFill>
              <p:spPr>
                <a:xfrm>
                  <a:off x="843225" y="1730535"/>
                  <a:ext cx="785520" cy="771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662E9336-D835-B370-9837-C181643E195F}"/>
                    </a:ext>
                  </a:extLst>
                </p14:cNvPr>
                <p14:cNvContentPartPr/>
                <p14:nvPr/>
              </p14:nvContentPartPr>
              <p14:xfrm>
                <a:off x="1657545" y="2095575"/>
                <a:ext cx="212760" cy="511200"/>
              </p14:xfrm>
            </p:contentPart>
          </mc:Choice>
          <mc:Fallback xmlns="">
            <p:pic>
              <p:nvPicPr>
                <p:cNvPr id="18" name="Ink 17">
                  <a:extLst>
                    <a:ext uri="{FF2B5EF4-FFF2-40B4-BE49-F238E27FC236}">
                      <a16:creationId xmlns:a16="http://schemas.microsoft.com/office/drawing/2014/main" id="{662E9336-D835-B370-9837-C181643E195F}"/>
                    </a:ext>
                  </a:extLst>
                </p:cNvPr>
                <p:cNvPicPr/>
                <p:nvPr/>
              </p:nvPicPr>
              <p:blipFill>
                <a:blip r:embed="rId29"/>
                <a:stretch>
                  <a:fillRect/>
                </a:stretch>
              </p:blipFill>
              <p:spPr>
                <a:xfrm>
                  <a:off x="1651425" y="2089455"/>
                  <a:ext cx="22500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B1AA5136-A694-5BC6-B3DB-6C15EE8B2F06}"/>
                    </a:ext>
                  </a:extLst>
                </p14:cNvPr>
                <p14:cNvContentPartPr/>
                <p14:nvPr/>
              </p14:nvContentPartPr>
              <p14:xfrm>
                <a:off x="2062545" y="2082975"/>
                <a:ext cx="88560" cy="333720"/>
              </p14:xfrm>
            </p:contentPart>
          </mc:Choice>
          <mc:Fallback xmlns="">
            <p:pic>
              <p:nvPicPr>
                <p:cNvPr id="19" name="Ink 18">
                  <a:extLst>
                    <a:ext uri="{FF2B5EF4-FFF2-40B4-BE49-F238E27FC236}">
                      <a16:creationId xmlns:a16="http://schemas.microsoft.com/office/drawing/2014/main" id="{B1AA5136-A694-5BC6-B3DB-6C15EE8B2F06}"/>
                    </a:ext>
                  </a:extLst>
                </p:cNvPr>
                <p:cNvPicPr/>
                <p:nvPr/>
              </p:nvPicPr>
              <p:blipFill>
                <a:blip r:embed="rId31"/>
                <a:stretch>
                  <a:fillRect/>
                </a:stretch>
              </p:blipFill>
              <p:spPr>
                <a:xfrm>
                  <a:off x="2056425" y="2076855"/>
                  <a:ext cx="10080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78D8F04A-9999-C75F-0108-E812FDA8A545}"/>
                    </a:ext>
                  </a:extLst>
                </p14:cNvPr>
                <p14:cNvContentPartPr/>
                <p14:nvPr/>
              </p14:nvContentPartPr>
              <p14:xfrm>
                <a:off x="2029785" y="2181615"/>
                <a:ext cx="298800" cy="144360"/>
              </p14:xfrm>
            </p:contentPart>
          </mc:Choice>
          <mc:Fallback xmlns="">
            <p:pic>
              <p:nvPicPr>
                <p:cNvPr id="20" name="Ink 19">
                  <a:extLst>
                    <a:ext uri="{FF2B5EF4-FFF2-40B4-BE49-F238E27FC236}">
                      <a16:creationId xmlns:a16="http://schemas.microsoft.com/office/drawing/2014/main" id="{78D8F04A-9999-C75F-0108-E812FDA8A545}"/>
                    </a:ext>
                  </a:extLst>
                </p:cNvPr>
                <p:cNvPicPr/>
                <p:nvPr/>
              </p:nvPicPr>
              <p:blipFill>
                <a:blip r:embed="rId33"/>
                <a:stretch>
                  <a:fillRect/>
                </a:stretch>
              </p:blipFill>
              <p:spPr>
                <a:xfrm>
                  <a:off x="2023665" y="2175495"/>
                  <a:ext cx="3110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CDFEB51F-4361-E7CA-63C2-F7A63D5C9F07}"/>
                    </a:ext>
                  </a:extLst>
                </p14:cNvPr>
                <p14:cNvContentPartPr/>
                <p14:nvPr/>
              </p14:nvContentPartPr>
              <p14:xfrm>
                <a:off x="2331825" y="1502655"/>
                <a:ext cx="605880" cy="1487880"/>
              </p14:xfrm>
            </p:contentPart>
          </mc:Choice>
          <mc:Fallback xmlns="">
            <p:pic>
              <p:nvPicPr>
                <p:cNvPr id="21" name="Ink 20">
                  <a:extLst>
                    <a:ext uri="{FF2B5EF4-FFF2-40B4-BE49-F238E27FC236}">
                      <a16:creationId xmlns:a16="http://schemas.microsoft.com/office/drawing/2014/main" id="{CDFEB51F-4361-E7CA-63C2-F7A63D5C9F07}"/>
                    </a:ext>
                  </a:extLst>
                </p:cNvPr>
                <p:cNvPicPr/>
                <p:nvPr/>
              </p:nvPicPr>
              <p:blipFill>
                <a:blip r:embed="rId35"/>
                <a:stretch>
                  <a:fillRect/>
                </a:stretch>
              </p:blipFill>
              <p:spPr>
                <a:xfrm>
                  <a:off x="2325705" y="1496535"/>
                  <a:ext cx="618120" cy="15001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71165B77-7337-C42F-DC0B-0434004EB465}"/>
                    </a:ext>
                  </a:extLst>
                </p14:cNvPr>
                <p14:cNvContentPartPr/>
                <p14:nvPr/>
              </p14:nvContentPartPr>
              <p14:xfrm>
                <a:off x="3008265" y="2313375"/>
                <a:ext cx="366120" cy="225720"/>
              </p14:xfrm>
            </p:contentPart>
          </mc:Choice>
          <mc:Fallback xmlns="">
            <p:pic>
              <p:nvPicPr>
                <p:cNvPr id="22" name="Ink 21">
                  <a:extLst>
                    <a:ext uri="{FF2B5EF4-FFF2-40B4-BE49-F238E27FC236}">
                      <a16:creationId xmlns:a16="http://schemas.microsoft.com/office/drawing/2014/main" id="{71165B77-7337-C42F-DC0B-0434004EB465}"/>
                    </a:ext>
                  </a:extLst>
                </p:cNvPr>
                <p:cNvPicPr/>
                <p:nvPr/>
              </p:nvPicPr>
              <p:blipFill>
                <a:blip r:embed="rId37"/>
                <a:stretch>
                  <a:fillRect/>
                </a:stretch>
              </p:blipFill>
              <p:spPr>
                <a:xfrm>
                  <a:off x="3002145" y="2307255"/>
                  <a:ext cx="37836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93D5373D-3119-A483-D626-C445198B3BF1}"/>
                    </a:ext>
                  </a:extLst>
                </p14:cNvPr>
                <p14:cNvContentPartPr/>
                <p14:nvPr/>
              </p14:nvContentPartPr>
              <p14:xfrm>
                <a:off x="3817545" y="2141655"/>
                <a:ext cx="236880" cy="104400"/>
              </p14:xfrm>
            </p:contentPart>
          </mc:Choice>
          <mc:Fallback xmlns="">
            <p:pic>
              <p:nvPicPr>
                <p:cNvPr id="23" name="Ink 22">
                  <a:extLst>
                    <a:ext uri="{FF2B5EF4-FFF2-40B4-BE49-F238E27FC236}">
                      <a16:creationId xmlns:a16="http://schemas.microsoft.com/office/drawing/2014/main" id="{93D5373D-3119-A483-D626-C445198B3BF1}"/>
                    </a:ext>
                  </a:extLst>
                </p:cNvPr>
                <p:cNvPicPr/>
                <p:nvPr/>
              </p:nvPicPr>
              <p:blipFill>
                <a:blip r:embed="rId39"/>
                <a:stretch>
                  <a:fillRect/>
                </a:stretch>
              </p:blipFill>
              <p:spPr>
                <a:xfrm>
                  <a:off x="3811425" y="2135535"/>
                  <a:ext cx="24912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24EE5170-602F-0E0C-F647-B72B1EE59469}"/>
                    </a:ext>
                  </a:extLst>
                </p14:cNvPr>
                <p14:cNvContentPartPr/>
                <p14:nvPr/>
              </p14:nvContentPartPr>
              <p14:xfrm>
                <a:off x="3952185" y="2347215"/>
                <a:ext cx="288360" cy="121680"/>
              </p14:xfrm>
            </p:contentPart>
          </mc:Choice>
          <mc:Fallback xmlns="">
            <p:pic>
              <p:nvPicPr>
                <p:cNvPr id="24" name="Ink 23">
                  <a:extLst>
                    <a:ext uri="{FF2B5EF4-FFF2-40B4-BE49-F238E27FC236}">
                      <a16:creationId xmlns:a16="http://schemas.microsoft.com/office/drawing/2014/main" id="{24EE5170-602F-0E0C-F647-B72B1EE59469}"/>
                    </a:ext>
                  </a:extLst>
                </p:cNvPr>
                <p:cNvPicPr/>
                <p:nvPr/>
              </p:nvPicPr>
              <p:blipFill>
                <a:blip r:embed="rId41"/>
                <a:stretch>
                  <a:fillRect/>
                </a:stretch>
              </p:blipFill>
              <p:spPr>
                <a:xfrm>
                  <a:off x="3946065" y="2341095"/>
                  <a:ext cx="30060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3F11F61F-8381-3AFD-F7FB-902EDC6DFEEC}"/>
                    </a:ext>
                  </a:extLst>
                </p14:cNvPr>
                <p14:cNvContentPartPr/>
                <p14:nvPr/>
              </p14:nvContentPartPr>
              <p14:xfrm>
                <a:off x="4848585" y="1513815"/>
                <a:ext cx="79560" cy="472680"/>
              </p14:xfrm>
            </p:contentPart>
          </mc:Choice>
          <mc:Fallback xmlns="">
            <p:pic>
              <p:nvPicPr>
                <p:cNvPr id="26" name="Ink 25">
                  <a:extLst>
                    <a:ext uri="{FF2B5EF4-FFF2-40B4-BE49-F238E27FC236}">
                      <a16:creationId xmlns:a16="http://schemas.microsoft.com/office/drawing/2014/main" id="{3F11F61F-8381-3AFD-F7FB-902EDC6DFEEC}"/>
                    </a:ext>
                  </a:extLst>
                </p:cNvPr>
                <p:cNvPicPr/>
                <p:nvPr/>
              </p:nvPicPr>
              <p:blipFill>
                <a:blip r:embed="rId43"/>
                <a:stretch>
                  <a:fillRect/>
                </a:stretch>
              </p:blipFill>
              <p:spPr>
                <a:xfrm>
                  <a:off x="4842465" y="1507695"/>
                  <a:ext cx="9180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224F1371-530C-E68B-976A-02D540BB2AB4}"/>
                    </a:ext>
                  </a:extLst>
                </p14:cNvPr>
                <p14:cNvContentPartPr/>
                <p14:nvPr/>
              </p14:nvContentPartPr>
              <p14:xfrm>
                <a:off x="4250625" y="2238855"/>
                <a:ext cx="1333080" cy="129600"/>
              </p14:xfrm>
            </p:contentPart>
          </mc:Choice>
          <mc:Fallback xmlns="">
            <p:pic>
              <p:nvPicPr>
                <p:cNvPr id="27" name="Ink 26">
                  <a:extLst>
                    <a:ext uri="{FF2B5EF4-FFF2-40B4-BE49-F238E27FC236}">
                      <a16:creationId xmlns:a16="http://schemas.microsoft.com/office/drawing/2014/main" id="{224F1371-530C-E68B-976A-02D540BB2AB4}"/>
                    </a:ext>
                  </a:extLst>
                </p:cNvPr>
                <p:cNvPicPr/>
                <p:nvPr/>
              </p:nvPicPr>
              <p:blipFill>
                <a:blip r:embed="rId45"/>
                <a:stretch>
                  <a:fillRect/>
                </a:stretch>
              </p:blipFill>
              <p:spPr>
                <a:xfrm>
                  <a:off x="4244505" y="2232735"/>
                  <a:ext cx="134532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3371235C-DA00-46B6-E083-DAD4F644E65F}"/>
                    </a:ext>
                  </a:extLst>
                </p14:cNvPr>
                <p14:cNvContentPartPr/>
                <p14:nvPr/>
              </p14:nvContentPartPr>
              <p14:xfrm>
                <a:off x="4573545" y="2495535"/>
                <a:ext cx="615960" cy="484920"/>
              </p14:xfrm>
            </p:contentPart>
          </mc:Choice>
          <mc:Fallback xmlns="">
            <p:pic>
              <p:nvPicPr>
                <p:cNvPr id="28" name="Ink 27">
                  <a:extLst>
                    <a:ext uri="{FF2B5EF4-FFF2-40B4-BE49-F238E27FC236}">
                      <a16:creationId xmlns:a16="http://schemas.microsoft.com/office/drawing/2014/main" id="{3371235C-DA00-46B6-E083-DAD4F644E65F}"/>
                    </a:ext>
                  </a:extLst>
                </p:cNvPr>
                <p:cNvPicPr/>
                <p:nvPr/>
              </p:nvPicPr>
              <p:blipFill>
                <a:blip r:embed="rId47"/>
                <a:stretch>
                  <a:fillRect/>
                </a:stretch>
              </p:blipFill>
              <p:spPr>
                <a:xfrm>
                  <a:off x="4567425" y="2489415"/>
                  <a:ext cx="628200" cy="497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527AB110-35DB-9C1B-201A-D86C23DCAD2D}"/>
                    </a:ext>
                  </a:extLst>
                </p14:cNvPr>
                <p14:cNvContentPartPr/>
                <p14:nvPr/>
              </p14:nvContentPartPr>
              <p14:xfrm>
                <a:off x="5218665" y="2581215"/>
                <a:ext cx="403920" cy="356040"/>
              </p14:xfrm>
            </p:contentPart>
          </mc:Choice>
          <mc:Fallback xmlns="">
            <p:pic>
              <p:nvPicPr>
                <p:cNvPr id="29" name="Ink 28">
                  <a:extLst>
                    <a:ext uri="{FF2B5EF4-FFF2-40B4-BE49-F238E27FC236}">
                      <a16:creationId xmlns:a16="http://schemas.microsoft.com/office/drawing/2014/main" id="{527AB110-35DB-9C1B-201A-D86C23DCAD2D}"/>
                    </a:ext>
                  </a:extLst>
                </p:cNvPr>
                <p:cNvPicPr/>
                <p:nvPr/>
              </p:nvPicPr>
              <p:blipFill>
                <a:blip r:embed="rId49"/>
                <a:stretch>
                  <a:fillRect/>
                </a:stretch>
              </p:blipFill>
              <p:spPr>
                <a:xfrm>
                  <a:off x="5212545" y="2575095"/>
                  <a:ext cx="416160" cy="368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A4952CB9-0C8D-0397-99DD-BB497901FB99}"/>
                  </a:ext>
                </a:extLst>
              </p14:cNvPr>
              <p14:cNvContentPartPr/>
              <p14:nvPr/>
            </p14:nvContentPartPr>
            <p14:xfrm>
              <a:off x="6038385" y="1680495"/>
              <a:ext cx="1040400" cy="69480"/>
            </p14:xfrm>
          </p:contentPart>
        </mc:Choice>
        <mc:Fallback xmlns="">
          <p:pic>
            <p:nvPicPr>
              <p:cNvPr id="31" name="Ink 30">
                <a:extLst>
                  <a:ext uri="{FF2B5EF4-FFF2-40B4-BE49-F238E27FC236}">
                    <a16:creationId xmlns:a16="http://schemas.microsoft.com/office/drawing/2014/main" id="{A4952CB9-0C8D-0397-99DD-BB497901FB99}"/>
                  </a:ext>
                </a:extLst>
              </p:cNvPr>
              <p:cNvPicPr/>
              <p:nvPr/>
            </p:nvPicPr>
            <p:blipFill>
              <a:blip r:embed="rId51"/>
              <a:stretch>
                <a:fillRect/>
              </a:stretch>
            </p:blipFill>
            <p:spPr>
              <a:xfrm>
                <a:off x="6032265" y="1674375"/>
                <a:ext cx="10526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5B948E7E-43BF-D776-A59B-99D9497B3469}"/>
                  </a:ext>
                </a:extLst>
              </p14:cNvPr>
              <p14:cNvContentPartPr/>
              <p14:nvPr/>
            </p14:nvContentPartPr>
            <p14:xfrm>
              <a:off x="5941185" y="1662135"/>
              <a:ext cx="1009440" cy="658800"/>
            </p14:xfrm>
          </p:contentPart>
        </mc:Choice>
        <mc:Fallback xmlns="">
          <p:pic>
            <p:nvPicPr>
              <p:cNvPr id="32" name="Ink 31">
                <a:extLst>
                  <a:ext uri="{FF2B5EF4-FFF2-40B4-BE49-F238E27FC236}">
                    <a16:creationId xmlns:a16="http://schemas.microsoft.com/office/drawing/2014/main" id="{5B948E7E-43BF-D776-A59B-99D9497B3469}"/>
                  </a:ext>
                </a:extLst>
              </p:cNvPr>
              <p:cNvPicPr/>
              <p:nvPr/>
            </p:nvPicPr>
            <p:blipFill>
              <a:blip r:embed="rId53"/>
              <a:stretch>
                <a:fillRect/>
              </a:stretch>
            </p:blipFill>
            <p:spPr>
              <a:xfrm>
                <a:off x="5935065" y="1656015"/>
                <a:ext cx="1021680" cy="671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2" name="Ink 41">
                <a:extLst>
                  <a:ext uri="{FF2B5EF4-FFF2-40B4-BE49-F238E27FC236}">
                    <a16:creationId xmlns:a16="http://schemas.microsoft.com/office/drawing/2014/main" id="{0EFC46FC-4148-E39B-CECC-208BD60E5267}"/>
                  </a:ext>
                </a:extLst>
              </p14:cNvPr>
              <p14:cNvContentPartPr/>
              <p14:nvPr/>
            </p14:nvContentPartPr>
            <p14:xfrm>
              <a:off x="6461025" y="1281255"/>
              <a:ext cx="456480" cy="184680"/>
            </p14:xfrm>
          </p:contentPart>
        </mc:Choice>
        <mc:Fallback xmlns="">
          <p:pic>
            <p:nvPicPr>
              <p:cNvPr id="42" name="Ink 41">
                <a:extLst>
                  <a:ext uri="{FF2B5EF4-FFF2-40B4-BE49-F238E27FC236}">
                    <a16:creationId xmlns:a16="http://schemas.microsoft.com/office/drawing/2014/main" id="{0EFC46FC-4148-E39B-CECC-208BD60E5267}"/>
                  </a:ext>
                </a:extLst>
              </p:cNvPr>
              <p:cNvPicPr/>
              <p:nvPr/>
            </p:nvPicPr>
            <p:blipFill>
              <a:blip r:embed="rId55"/>
              <a:stretch>
                <a:fillRect/>
              </a:stretch>
            </p:blipFill>
            <p:spPr>
              <a:xfrm>
                <a:off x="6454905" y="1275135"/>
                <a:ext cx="468720" cy="196920"/>
              </a:xfrm>
              <a:prstGeom prst="rect">
                <a:avLst/>
              </a:prstGeom>
            </p:spPr>
          </p:pic>
        </mc:Fallback>
      </mc:AlternateContent>
      <p:grpSp>
        <p:nvGrpSpPr>
          <p:cNvPr id="55" name="Group 54">
            <a:extLst>
              <a:ext uri="{FF2B5EF4-FFF2-40B4-BE49-F238E27FC236}">
                <a16:creationId xmlns:a16="http://schemas.microsoft.com/office/drawing/2014/main" id="{D0366C17-D810-0DF0-2D7E-533028266D06}"/>
              </a:ext>
            </a:extLst>
          </p:cNvPr>
          <p:cNvGrpSpPr/>
          <p:nvPr/>
        </p:nvGrpSpPr>
        <p:grpSpPr>
          <a:xfrm>
            <a:off x="7277145" y="1146975"/>
            <a:ext cx="2599920" cy="1367280"/>
            <a:chOff x="7277145" y="1146975"/>
            <a:chExt cx="2599920" cy="1367280"/>
          </a:xfrm>
        </p:grpSpPr>
        <mc:AlternateContent xmlns:mc="http://schemas.openxmlformats.org/markup-compatibility/2006" xmlns:p14="http://schemas.microsoft.com/office/powerpoint/2010/main">
          <mc:Choice Requires="p14">
            <p:contentPart p14:bwMode="auto" r:id="rId56">
              <p14:nvContentPartPr>
                <p14:cNvPr id="43" name="Ink 42">
                  <a:extLst>
                    <a:ext uri="{FF2B5EF4-FFF2-40B4-BE49-F238E27FC236}">
                      <a16:creationId xmlns:a16="http://schemas.microsoft.com/office/drawing/2014/main" id="{ADD47F4B-1A3A-95BB-DD0A-3457387A6603}"/>
                    </a:ext>
                  </a:extLst>
                </p14:cNvPr>
                <p14:cNvContentPartPr/>
                <p14:nvPr/>
              </p14:nvContentPartPr>
              <p14:xfrm>
                <a:off x="7585305" y="1155615"/>
                <a:ext cx="327960" cy="72000"/>
              </p14:xfrm>
            </p:contentPart>
          </mc:Choice>
          <mc:Fallback xmlns="">
            <p:pic>
              <p:nvPicPr>
                <p:cNvPr id="43" name="Ink 42">
                  <a:extLst>
                    <a:ext uri="{FF2B5EF4-FFF2-40B4-BE49-F238E27FC236}">
                      <a16:creationId xmlns:a16="http://schemas.microsoft.com/office/drawing/2014/main" id="{ADD47F4B-1A3A-95BB-DD0A-3457387A6603}"/>
                    </a:ext>
                  </a:extLst>
                </p:cNvPr>
                <p:cNvPicPr/>
                <p:nvPr/>
              </p:nvPicPr>
              <p:blipFill>
                <a:blip r:embed="rId57"/>
                <a:stretch>
                  <a:fillRect/>
                </a:stretch>
              </p:blipFill>
              <p:spPr>
                <a:xfrm>
                  <a:off x="7579185" y="1149495"/>
                  <a:ext cx="3402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4" name="Ink 43">
                  <a:extLst>
                    <a:ext uri="{FF2B5EF4-FFF2-40B4-BE49-F238E27FC236}">
                      <a16:creationId xmlns:a16="http://schemas.microsoft.com/office/drawing/2014/main" id="{3EC553A1-0BAA-0C5F-29F0-DB48D0A0FF1A}"/>
                    </a:ext>
                  </a:extLst>
                </p14:cNvPr>
                <p14:cNvContentPartPr/>
                <p14:nvPr/>
              </p14:nvContentPartPr>
              <p14:xfrm>
                <a:off x="7277145" y="1146975"/>
                <a:ext cx="398160" cy="1367280"/>
              </p14:xfrm>
            </p:contentPart>
          </mc:Choice>
          <mc:Fallback xmlns="">
            <p:pic>
              <p:nvPicPr>
                <p:cNvPr id="44" name="Ink 43">
                  <a:extLst>
                    <a:ext uri="{FF2B5EF4-FFF2-40B4-BE49-F238E27FC236}">
                      <a16:creationId xmlns:a16="http://schemas.microsoft.com/office/drawing/2014/main" id="{3EC553A1-0BAA-0C5F-29F0-DB48D0A0FF1A}"/>
                    </a:ext>
                  </a:extLst>
                </p:cNvPr>
                <p:cNvPicPr/>
                <p:nvPr/>
              </p:nvPicPr>
              <p:blipFill>
                <a:blip r:embed="rId59"/>
                <a:stretch>
                  <a:fillRect/>
                </a:stretch>
              </p:blipFill>
              <p:spPr>
                <a:xfrm>
                  <a:off x="7271025" y="1140855"/>
                  <a:ext cx="410400" cy="1379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5" name="Ink 44">
                  <a:extLst>
                    <a:ext uri="{FF2B5EF4-FFF2-40B4-BE49-F238E27FC236}">
                      <a16:creationId xmlns:a16="http://schemas.microsoft.com/office/drawing/2014/main" id="{3B2DF2D6-BC44-40E5-9FFE-12CA21AEA51F}"/>
                    </a:ext>
                  </a:extLst>
                </p14:cNvPr>
                <p14:cNvContentPartPr/>
                <p14:nvPr/>
              </p14:nvContentPartPr>
              <p14:xfrm>
                <a:off x="7905345" y="1510215"/>
                <a:ext cx="303840" cy="464040"/>
              </p14:xfrm>
            </p:contentPart>
          </mc:Choice>
          <mc:Fallback xmlns="">
            <p:pic>
              <p:nvPicPr>
                <p:cNvPr id="45" name="Ink 44">
                  <a:extLst>
                    <a:ext uri="{FF2B5EF4-FFF2-40B4-BE49-F238E27FC236}">
                      <a16:creationId xmlns:a16="http://schemas.microsoft.com/office/drawing/2014/main" id="{3B2DF2D6-BC44-40E5-9FFE-12CA21AEA51F}"/>
                    </a:ext>
                  </a:extLst>
                </p:cNvPr>
                <p:cNvPicPr/>
                <p:nvPr/>
              </p:nvPicPr>
              <p:blipFill>
                <a:blip r:embed="rId61"/>
                <a:stretch>
                  <a:fillRect/>
                </a:stretch>
              </p:blipFill>
              <p:spPr>
                <a:xfrm>
                  <a:off x="7899225" y="1504095"/>
                  <a:ext cx="316080" cy="476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6" name="Ink 45">
                  <a:extLst>
                    <a:ext uri="{FF2B5EF4-FFF2-40B4-BE49-F238E27FC236}">
                      <a16:creationId xmlns:a16="http://schemas.microsoft.com/office/drawing/2014/main" id="{D0C4D7B1-2331-C51C-EB6B-480E4CEFB80D}"/>
                    </a:ext>
                  </a:extLst>
                </p14:cNvPr>
                <p14:cNvContentPartPr/>
                <p14:nvPr/>
              </p14:nvContentPartPr>
              <p14:xfrm>
                <a:off x="8336985" y="1661775"/>
                <a:ext cx="204840" cy="347400"/>
              </p14:xfrm>
            </p:contentPart>
          </mc:Choice>
          <mc:Fallback xmlns="">
            <p:pic>
              <p:nvPicPr>
                <p:cNvPr id="46" name="Ink 45">
                  <a:extLst>
                    <a:ext uri="{FF2B5EF4-FFF2-40B4-BE49-F238E27FC236}">
                      <a16:creationId xmlns:a16="http://schemas.microsoft.com/office/drawing/2014/main" id="{D0C4D7B1-2331-C51C-EB6B-480E4CEFB80D}"/>
                    </a:ext>
                  </a:extLst>
                </p:cNvPr>
                <p:cNvPicPr/>
                <p:nvPr/>
              </p:nvPicPr>
              <p:blipFill>
                <a:blip r:embed="rId63"/>
                <a:stretch>
                  <a:fillRect/>
                </a:stretch>
              </p:blipFill>
              <p:spPr>
                <a:xfrm>
                  <a:off x="8330865" y="1655655"/>
                  <a:ext cx="21708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7" name="Ink 46">
                  <a:extLst>
                    <a:ext uri="{FF2B5EF4-FFF2-40B4-BE49-F238E27FC236}">
                      <a16:creationId xmlns:a16="http://schemas.microsoft.com/office/drawing/2014/main" id="{2DB28120-AD38-F660-0B10-AD55E59CEF09}"/>
                    </a:ext>
                  </a:extLst>
                </p14:cNvPr>
                <p14:cNvContentPartPr/>
                <p14:nvPr/>
              </p14:nvContentPartPr>
              <p14:xfrm>
                <a:off x="8708505" y="1578615"/>
                <a:ext cx="297360" cy="342360"/>
              </p14:xfrm>
            </p:contentPart>
          </mc:Choice>
          <mc:Fallback xmlns="">
            <p:pic>
              <p:nvPicPr>
                <p:cNvPr id="47" name="Ink 46">
                  <a:extLst>
                    <a:ext uri="{FF2B5EF4-FFF2-40B4-BE49-F238E27FC236}">
                      <a16:creationId xmlns:a16="http://schemas.microsoft.com/office/drawing/2014/main" id="{2DB28120-AD38-F660-0B10-AD55E59CEF09}"/>
                    </a:ext>
                  </a:extLst>
                </p:cNvPr>
                <p:cNvPicPr/>
                <p:nvPr/>
              </p:nvPicPr>
              <p:blipFill>
                <a:blip r:embed="rId65"/>
                <a:stretch>
                  <a:fillRect/>
                </a:stretch>
              </p:blipFill>
              <p:spPr>
                <a:xfrm>
                  <a:off x="8702385" y="1572495"/>
                  <a:ext cx="30960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8" name="Ink 47">
                  <a:extLst>
                    <a:ext uri="{FF2B5EF4-FFF2-40B4-BE49-F238E27FC236}">
                      <a16:creationId xmlns:a16="http://schemas.microsoft.com/office/drawing/2014/main" id="{D4D64E6C-9211-41DB-C509-50B1C2863B07}"/>
                    </a:ext>
                  </a:extLst>
                </p14:cNvPr>
                <p14:cNvContentPartPr/>
                <p14:nvPr/>
              </p14:nvContentPartPr>
              <p14:xfrm>
                <a:off x="8689785" y="1531455"/>
                <a:ext cx="99000" cy="329400"/>
              </p14:xfrm>
            </p:contentPart>
          </mc:Choice>
          <mc:Fallback xmlns="">
            <p:pic>
              <p:nvPicPr>
                <p:cNvPr id="48" name="Ink 47">
                  <a:extLst>
                    <a:ext uri="{FF2B5EF4-FFF2-40B4-BE49-F238E27FC236}">
                      <a16:creationId xmlns:a16="http://schemas.microsoft.com/office/drawing/2014/main" id="{D4D64E6C-9211-41DB-C509-50B1C2863B07}"/>
                    </a:ext>
                  </a:extLst>
                </p:cNvPr>
                <p:cNvPicPr/>
                <p:nvPr/>
              </p:nvPicPr>
              <p:blipFill>
                <a:blip r:embed="rId67"/>
                <a:stretch>
                  <a:fillRect/>
                </a:stretch>
              </p:blipFill>
              <p:spPr>
                <a:xfrm>
                  <a:off x="8683665" y="1525335"/>
                  <a:ext cx="11124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9" name="Ink 48">
                  <a:extLst>
                    <a:ext uri="{FF2B5EF4-FFF2-40B4-BE49-F238E27FC236}">
                      <a16:creationId xmlns:a16="http://schemas.microsoft.com/office/drawing/2014/main" id="{2EA1884E-3B12-FECF-D253-BB4324578F4E}"/>
                    </a:ext>
                  </a:extLst>
                </p14:cNvPr>
                <p14:cNvContentPartPr/>
                <p14:nvPr/>
              </p14:nvContentPartPr>
              <p14:xfrm>
                <a:off x="8894625" y="1666815"/>
                <a:ext cx="175320" cy="320760"/>
              </p14:xfrm>
            </p:contentPart>
          </mc:Choice>
          <mc:Fallback xmlns="">
            <p:pic>
              <p:nvPicPr>
                <p:cNvPr id="49" name="Ink 48">
                  <a:extLst>
                    <a:ext uri="{FF2B5EF4-FFF2-40B4-BE49-F238E27FC236}">
                      <a16:creationId xmlns:a16="http://schemas.microsoft.com/office/drawing/2014/main" id="{2EA1884E-3B12-FECF-D253-BB4324578F4E}"/>
                    </a:ext>
                  </a:extLst>
                </p:cNvPr>
                <p:cNvPicPr/>
                <p:nvPr/>
              </p:nvPicPr>
              <p:blipFill>
                <a:blip r:embed="rId69"/>
                <a:stretch>
                  <a:fillRect/>
                </a:stretch>
              </p:blipFill>
              <p:spPr>
                <a:xfrm>
                  <a:off x="8888505" y="1660695"/>
                  <a:ext cx="18756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0" name="Ink 49">
                  <a:extLst>
                    <a:ext uri="{FF2B5EF4-FFF2-40B4-BE49-F238E27FC236}">
                      <a16:creationId xmlns:a16="http://schemas.microsoft.com/office/drawing/2014/main" id="{D61D842C-FD92-4A04-B19A-01EBA5A82FEA}"/>
                    </a:ext>
                  </a:extLst>
                </p14:cNvPr>
                <p14:cNvContentPartPr/>
                <p14:nvPr/>
              </p14:nvContentPartPr>
              <p14:xfrm>
                <a:off x="9285585" y="1440015"/>
                <a:ext cx="119160" cy="177120"/>
              </p14:xfrm>
            </p:contentPart>
          </mc:Choice>
          <mc:Fallback xmlns="">
            <p:pic>
              <p:nvPicPr>
                <p:cNvPr id="50" name="Ink 49">
                  <a:extLst>
                    <a:ext uri="{FF2B5EF4-FFF2-40B4-BE49-F238E27FC236}">
                      <a16:creationId xmlns:a16="http://schemas.microsoft.com/office/drawing/2014/main" id="{D61D842C-FD92-4A04-B19A-01EBA5A82FEA}"/>
                    </a:ext>
                  </a:extLst>
                </p:cNvPr>
                <p:cNvPicPr/>
                <p:nvPr/>
              </p:nvPicPr>
              <p:blipFill>
                <a:blip r:embed="rId71"/>
                <a:stretch>
                  <a:fillRect/>
                </a:stretch>
              </p:blipFill>
              <p:spPr>
                <a:xfrm>
                  <a:off x="9279465" y="1433895"/>
                  <a:ext cx="1314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1" name="Ink 50">
                  <a:extLst>
                    <a:ext uri="{FF2B5EF4-FFF2-40B4-BE49-F238E27FC236}">
                      <a16:creationId xmlns:a16="http://schemas.microsoft.com/office/drawing/2014/main" id="{4E8BEAF7-4F8F-010C-63FC-4D96EFB803CC}"/>
                    </a:ext>
                  </a:extLst>
                </p14:cNvPr>
                <p14:cNvContentPartPr/>
                <p14:nvPr/>
              </p14:nvContentPartPr>
              <p14:xfrm>
                <a:off x="9461625" y="1305375"/>
                <a:ext cx="6120" cy="42480"/>
              </p14:xfrm>
            </p:contentPart>
          </mc:Choice>
          <mc:Fallback xmlns="">
            <p:pic>
              <p:nvPicPr>
                <p:cNvPr id="51" name="Ink 50">
                  <a:extLst>
                    <a:ext uri="{FF2B5EF4-FFF2-40B4-BE49-F238E27FC236}">
                      <a16:creationId xmlns:a16="http://schemas.microsoft.com/office/drawing/2014/main" id="{4E8BEAF7-4F8F-010C-63FC-4D96EFB803CC}"/>
                    </a:ext>
                  </a:extLst>
                </p:cNvPr>
                <p:cNvPicPr/>
                <p:nvPr/>
              </p:nvPicPr>
              <p:blipFill>
                <a:blip r:embed="rId73"/>
                <a:stretch>
                  <a:fillRect/>
                </a:stretch>
              </p:blipFill>
              <p:spPr>
                <a:xfrm>
                  <a:off x="9455505" y="1299255"/>
                  <a:ext cx="183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2" name="Ink 51">
                  <a:extLst>
                    <a:ext uri="{FF2B5EF4-FFF2-40B4-BE49-F238E27FC236}">
                      <a16:creationId xmlns:a16="http://schemas.microsoft.com/office/drawing/2014/main" id="{322BCB68-A541-F98C-D03E-6CEB6C68399E}"/>
                    </a:ext>
                  </a:extLst>
                </p14:cNvPr>
                <p14:cNvContentPartPr/>
                <p14:nvPr/>
              </p14:nvContentPartPr>
              <p14:xfrm>
                <a:off x="9181545" y="1316535"/>
                <a:ext cx="78120" cy="204120"/>
              </p14:xfrm>
            </p:contentPart>
          </mc:Choice>
          <mc:Fallback xmlns="">
            <p:pic>
              <p:nvPicPr>
                <p:cNvPr id="52" name="Ink 51">
                  <a:extLst>
                    <a:ext uri="{FF2B5EF4-FFF2-40B4-BE49-F238E27FC236}">
                      <a16:creationId xmlns:a16="http://schemas.microsoft.com/office/drawing/2014/main" id="{322BCB68-A541-F98C-D03E-6CEB6C68399E}"/>
                    </a:ext>
                  </a:extLst>
                </p:cNvPr>
                <p:cNvPicPr/>
                <p:nvPr/>
              </p:nvPicPr>
              <p:blipFill>
                <a:blip r:embed="rId75"/>
                <a:stretch>
                  <a:fillRect/>
                </a:stretch>
              </p:blipFill>
              <p:spPr>
                <a:xfrm>
                  <a:off x="9175425" y="1310415"/>
                  <a:ext cx="903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3" name="Ink 52">
                  <a:extLst>
                    <a:ext uri="{FF2B5EF4-FFF2-40B4-BE49-F238E27FC236}">
                      <a16:creationId xmlns:a16="http://schemas.microsoft.com/office/drawing/2014/main" id="{C7F9D007-0A58-65CA-1685-6BA96B0ACF69}"/>
                    </a:ext>
                  </a:extLst>
                </p14:cNvPr>
                <p14:cNvContentPartPr/>
                <p14:nvPr/>
              </p14:nvContentPartPr>
              <p14:xfrm>
                <a:off x="9394305" y="1346415"/>
                <a:ext cx="163440" cy="296640"/>
              </p14:xfrm>
            </p:contentPart>
          </mc:Choice>
          <mc:Fallback xmlns="">
            <p:pic>
              <p:nvPicPr>
                <p:cNvPr id="53" name="Ink 52">
                  <a:extLst>
                    <a:ext uri="{FF2B5EF4-FFF2-40B4-BE49-F238E27FC236}">
                      <a16:creationId xmlns:a16="http://schemas.microsoft.com/office/drawing/2014/main" id="{C7F9D007-0A58-65CA-1685-6BA96B0ACF69}"/>
                    </a:ext>
                  </a:extLst>
                </p:cNvPr>
                <p:cNvPicPr/>
                <p:nvPr/>
              </p:nvPicPr>
              <p:blipFill>
                <a:blip r:embed="rId77"/>
                <a:stretch>
                  <a:fillRect/>
                </a:stretch>
              </p:blipFill>
              <p:spPr>
                <a:xfrm>
                  <a:off x="9388185" y="1340295"/>
                  <a:ext cx="17568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4" name="Ink 53">
                  <a:extLst>
                    <a:ext uri="{FF2B5EF4-FFF2-40B4-BE49-F238E27FC236}">
                      <a16:creationId xmlns:a16="http://schemas.microsoft.com/office/drawing/2014/main" id="{28655AFD-9D97-F91F-0FAD-CAF6101DC1D9}"/>
                    </a:ext>
                  </a:extLst>
                </p14:cNvPr>
                <p14:cNvContentPartPr/>
                <p14:nvPr/>
              </p14:nvContentPartPr>
              <p14:xfrm>
                <a:off x="9443265" y="1810455"/>
                <a:ext cx="433800" cy="31680"/>
              </p14:xfrm>
            </p:contentPart>
          </mc:Choice>
          <mc:Fallback xmlns="">
            <p:pic>
              <p:nvPicPr>
                <p:cNvPr id="54" name="Ink 53">
                  <a:extLst>
                    <a:ext uri="{FF2B5EF4-FFF2-40B4-BE49-F238E27FC236}">
                      <a16:creationId xmlns:a16="http://schemas.microsoft.com/office/drawing/2014/main" id="{28655AFD-9D97-F91F-0FAD-CAF6101DC1D9}"/>
                    </a:ext>
                  </a:extLst>
                </p:cNvPr>
                <p:cNvPicPr/>
                <p:nvPr/>
              </p:nvPicPr>
              <p:blipFill>
                <a:blip r:embed="rId79"/>
                <a:stretch>
                  <a:fillRect/>
                </a:stretch>
              </p:blipFill>
              <p:spPr>
                <a:xfrm>
                  <a:off x="9437145" y="1804335"/>
                  <a:ext cx="446040" cy="43920"/>
                </a:xfrm>
                <a:prstGeom prst="rect">
                  <a:avLst/>
                </a:prstGeom>
              </p:spPr>
            </p:pic>
          </mc:Fallback>
        </mc:AlternateContent>
      </p:grpSp>
      <p:grpSp>
        <p:nvGrpSpPr>
          <p:cNvPr id="66" name="Group 65">
            <a:extLst>
              <a:ext uri="{FF2B5EF4-FFF2-40B4-BE49-F238E27FC236}">
                <a16:creationId xmlns:a16="http://schemas.microsoft.com/office/drawing/2014/main" id="{BB029CB2-C481-D46C-B39D-E18F6D4A4353}"/>
              </a:ext>
            </a:extLst>
          </p:cNvPr>
          <p:cNvGrpSpPr/>
          <p:nvPr/>
        </p:nvGrpSpPr>
        <p:grpSpPr>
          <a:xfrm>
            <a:off x="10203225" y="830895"/>
            <a:ext cx="1874880" cy="1632600"/>
            <a:chOff x="10203225" y="830895"/>
            <a:chExt cx="1874880" cy="1632600"/>
          </a:xfrm>
        </p:grpSpPr>
        <mc:AlternateContent xmlns:mc="http://schemas.openxmlformats.org/markup-compatibility/2006" xmlns:p14="http://schemas.microsoft.com/office/powerpoint/2010/main">
          <mc:Choice Requires="p14">
            <p:contentPart p14:bwMode="auto" r:id="rId80">
              <p14:nvContentPartPr>
                <p14:cNvPr id="56" name="Ink 55">
                  <a:extLst>
                    <a:ext uri="{FF2B5EF4-FFF2-40B4-BE49-F238E27FC236}">
                      <a16:creationId xmlns:a16="http://schemas.microsoft.com/office/drawing/2014/main" id="{3AC36ACD-D8FC-0CE6-5BD1-CB632E964A8B}"/>
                    </a:ext>
                  </a:extLst>
                </p14:cNvPr>
                <p14:cNvContentPartPr/>
                <p14:nvPr/>
              </p14:nvContentPartPr>
              <p14:xfrm>
                <a:off x="10203225" y="1558455"/>
                <a:ext cx="545760" cy="835560"/>
              </p14:xfrm>
            </p:contentPart>
          </mc:Choice>
          <mc:Fallback xmlns="">
            <p:pic>
              <p:nvPicPr>
                <p:cNvPr id="56" name="Ink 55">
                  <a:extLst>
                    <a:ext uri="{FF2B5EF4-FFF2-40B4-BE49-F238E27FC236}">
                      <a16:creationId xmlns:a16="http://schemas.microsoft.com/office/drawing/2014/main" id="{3AC36ACD-D8FC-0CE6-5BD1-CB632E964A8B}"/>
                    </a:ext>
                  </a:extLst>
                </p:cNvPr>
                <p:cNvPicPr/>
                <p:nvPr/>
              </p:nvPicPr>
              <p:blipFill>
                <a:blip r:embed="rId81"/>
                <a:stretch>
                  <a:fillRect/>
                </a:stretch>
              </p:blipFill>
              <p:spPr>
                <a:xfrm>
                  <a:off x="10197105" y="1552335"/>
                  <a:ext cx="558000" cy="847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7" name="Ink 56">
                  <a:extLst>
                    <a:ext uri="{FF2B5EF4-FFF2-40B4-BE49-F238E27FC236}">
                      <a16:creationId xmlns:a16="http://schemas.microsoft.com/office/drawing/2014/main" id="{8D36E46E-286F-3823-CAB2-B47E9F3110C7}"/>
                    </a:ext>
                  </a:extLst>
                </p14:cNvPr>
                <p14:cNvContentPartPr/>
                <p14:nvPr/>
              </p14:nvContentPartPr>
              <p14:xfrm>
                <a:off x="10887945" y="1517055"/>
                <a:ext cx="142200" cy="172080"/>
              </p14:xfrm>
            </p:contentPart>
          </mc:Choice>
          <mc:Fallback xmlns="">
            <p:pic>
              <p:nvPicPr>
                <p:cNvPr id="57" name="Ink 56">
                  <a:extLst>
                    <a:ext uri="{FF2B5EF4-FFF2-40B4-BE49-F238E27FC236}">
                      <a16:creationId xmlns:a16="http://schemas.microsoft.com/office/drawing/2014/main" id="{8D36E46E-286F-3823-CAB2-B47E9F3110C7}"/>
                    </a:ext>
                  </a:extLst>
                </p:cNvPr>
                <p:cNvPicPr/>
                <p:nvPr/>
              </p:nvPicPr>
              <p:blipFill>
                <a:blip r:embed="rId83"/>
                <a:stretch>
                  <a:fillRect/>
                </a:stretch>
              </p:blipFill>
              <p:spPr>
                <a:xfrm>
                  <a:off x="10881825" y="1510935"/>
                  <a:ext cx="15444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8" name="Ink 57">
                  <a:extLst>
                    <a:ext uri="{FF2B5EF4-FFF2-40B4-BE49-F238E27FC236}">
                      <a16:creationId xmlns:a16="http://schemas.microsoft.com/office/drawing/2014/main" id="{B966501A-C33A-0C31-C1E7-D53C6B6EC1FB}"/>
                    </a:ext>
                  </a:extLst>
                </p14:cNvPr>
                <p14:cNvContentPartPr/>
                <p14:nvPr/>
              </p14:nvContentPartPr>
              <p14:xfrm>
                <a:off x="11029785" y="1365135"/>
                <a:ext cx="16200" cy="64080"/>
              </p14:xfrm>
            </p:contentPart>
          </mc:Choice>
          <mc:Fallback xmlns="">
            <p:pic>
              <p:nvPicPr>
                <p:cNvPr id="58" name="Ink 57">
                  <a:extLst>
                    <a:ext uri="{FF2B5EF4-FFF2-40B4-BE49-F238E27FC236}">
                      <a16:creationId xmlns:a16="http://schemas.microsoft.com/office/drawing/2014/main" id="{B966501A-C33A-0C31-C1E7-D53C6B6EC1FB}"/>
                    </a:ext>
                  </a:extLst>
                </p:cNvPr>
                <p:cNvPicPr/>
                <p:nvPr/>
              </p:nvPicPr>
              <p:blipFill>
                <a:blip r:embed="rId85"/>
                <a:stretch>
                  <a:fillRect/>
                </a:stretch>
              </p:blipFill>
              <p:spPr>
                <a:xfrm>
                  <a:off x="11023665" y="1359015"/>
                  <a:ext cx="2844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9" name="Ink 58">
                  <a:extLst>
                    <a:ext uri="{FF2B5EF4-FFF2-40B4-BE49-F238E27FC236}">
                      <a16:creationId xmlns:a16="http://schemas.microsoft.com/office/drawing/2014/main" id="{23200F6D-F255-D2BE-3404-E4D6DE73D837}"/>
                    </a:ext>
                  </a:extLst>
                </p14:cNvPr>
                <p14:cNvContentPartPr/>
                <p14:nvPr/>
              </p14:nvContentPartPr>
              <p14:xfrm>
                <a:off x="10675545" y="1356855"/>
                <a:ext cx="77040" cy="252360"/>
              </p14:xfrm>
            </p:contentPart>
          </mc:Choice>
          <mc:Fallback xmlns="">
            <p:pic>
              <p:nvPicPr>
                <p:cNvPr id="59" name="Ink 58">
                  <a:extLst>
                    <a:ext uri="{FF2B5EF4-FFF2-40B4-BE49-F238E27FC236}">
                      <a16:creationId xmlns:a16="http://schemas.microsoft.com/office/drawing/2014/main" id="{23200F6D-F255-D2BE-3404-E4D6DE73D837}"/>
                    </a:ext>
                  </a:extLst>
                </p:cNvPr>
                <p:cNvPicPr/>
                <p:nvPr/>
              </p:nvPicPr>
              <p:blipFill>
                <a:blip r:embed="rId87"/>
                <a:stretch>
                  <a:fillRect/>
                </a:stretch>
              </p:blipFill>
              <p:spPr>
                <a:xfrm>
                  <a:off x="10669425" y="1350735"/>
                  <a:ext cx="892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0" name="Ink 59">
                  <a:extLst>
                    <a:ext uri="{FF2B5EF4-FFF2-40B4-BE49-F238E27FC236}">
                      <a16:creationId xmlns:a16="http://schemas.microsoft.com/office/drawing/2014/main" id="{346EF8D0-5397-2B35-E5C6-6B5142D36D17}"/>
                    </a:ext>
                  </a:extLst>
                </p14:cNvPr>
                <p14:cNvContentPartPr/>
                <p14:nvPr/>
              </p14:nvContentPartPr>
              <p14:xfrm>
                <a:off x="10849065" y="1476735"/>
                <a:ext cx="314280" cy="326880"/>
              </p14:xfrm>
            </p:contentPart>
          </mc:Choice>
          <mc:Fallback xmlns="">
            <p:pic>
              <p:nvPicPr>
                <p:cNvPr id="60" name="Ink 59">
                  <a:extLst>
                    <a:ext uri="{FF2B5EF4-FFF2-40B4-BE49-F238E27FC236}">
                      <a16:creationId xmlns:a16="http://schemas.microsoft.com/office/drawing/2014/main" id="{346EF8D0-5397-2B35-E5C6-6B5142D36D17}"/>
                    </a:ext>
                  </a:extLst>
                </p:cNvPr>
                <p:cNvPicPr/>
                <p:nvPr/>
              </p:nvPicPr>
              <p:blipFill>
                <a:blip r:embed="rId89"/>
                <a:stretch>
                  <a:fillRect/>
                </a:stretch>
              </p:blipFill>
              <p:spPr>
                <a:xfrm>
                  <a:off x="10842945" y="1470615"/>
                  <a:ext cx="32652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2" name="Ink 61">
                  <a:extLst>
                    <a:ext uri="{FF2B5EF4-FFF2-40B4-BE49-F238E27FC236}">
                      <a16:creationId xmlns:a16="http://schemas.microsoft.com/office/drawing/2014/main" id="{1A0AC830-76A8-5CF1-54FF-0AFD8FD52B4F}"/>
                    </a:ext>
                  </a:extLst>
                </p14:cNvPr>
                <p14:cNvContentPartPr/>
                <p14:nvPr/>
              </p14:nvContentPartPr>
              <p14:xfrm>
                <a:off x="10921065" y="1110975"/>
                <a:ext cx="735480" cy="1352520"/>
              </p14:xfrm>
            </p:contentPart>
          </mc:Choice>
          <mc:Fallback xmlns="">
            <p:pic>
              <p:nvPicPr>
                <p:cNvPr id="62" name="Ink 61">
                  <a:extLst>
                    <a:ext uri="{FF2B5EF4-FFF2-40B4-BE49-F238E27FC236}">
                      <a16:creationId xmlns:a16="http://schemas.microsoft.com/office/drawing/2014/main" id="{1A0AC830-76A8-5CF1-54FF-0AFD8FD52B4F}"/>
                    </a:ext>
                  </a:extLst>
                </p:cNvPr>
                <p:cNvPicPr/>
                <p:nvPr/>
              </p:nvPicPr>
              <p:blipFill>
                <a:blip r:embed="rId91"/>
                <a:stretch>
                  <a:fillRect/>
                </a:stretch>
              </p:blipFill>
              <p:spPr>
                <a:xfrm>
                  <a:off x="10914945" y="1104855"/>
                  <a:ext cx="747720" cy="1364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4" name="Ink 63">
                  <a:extLst>
                    <a:ext uri="{FF2B5EF4-FFF2-40B4-BE49-F238E27FC236}">
                      <a16:creationId xmlns:a16="http://schemas.microsoft.com/office/drawing/2014/main" id="{EA1F6712-2568-2DEB-A075-DD0450D1F507}"/>
                    </a:ext>
                  </a:extLst>
                </p14:cNvPr>
                <p14:cNvContentPartPr/>
                <p14:nvPr/>
              </p14:nvContentPartPr>
              <p14:xfrm>
                <a:off x="11722065" y="830895"/>
                <a:ext cx="212400" cy="316440"/>
              </p14:xfrm>
            </p:contentPart>
          </mc:Choice>
          <mc:Fallback xmlns="">
            <p:pic>
              <p:nvPicPr>
                <p:cNvPr id="64" name="Ink 63">
                  <a:extLst>
                    <a:ext uri="{FF2B5EF4-FFF2-40B4-BE49-F238E27FC236}">
                      <a16:creationId xmlns:a16="http://schemas.microsoft.com/office/drawing/2014/main" id="{EA1F6712-2568-2DEB-A075-DD0450D1F507}"/>
                    </a:ext>
                  </a:extLst>
                </p:cNvPr>
                <p:cNvPicPr/>
                <p:nvPr/>
              </p:nvPicPr>
              <p:blipFill>
                <a:blip r:embed="rId93"/>
                <a:stretch>
                  <a:fillRect/>
                </a:stretch>
              </p:blipFill>
              <p:spPr>
                <a:xfrm>
                  <a:off x="11715945" y="824775"/>
                  <a:ext cx="2246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5" name="Ink 64">
                  <a:extLst>
                    <a:ext uri="{FF2B5EF4-FFF2-40B4-BE49-F238E27FC236}">
                      <a16:creationId xmlns:a16="http://schemas.microsoft.com/office/drawing/2014/main" id="{4EBD33CE-4373-11BE-27B9-F99047959EC6}"/>
                    </a:ext>
                  </a:extLst>
                </p14:cNvPr>
                <p14:cNvContentPartPr/>
                <p14:nvPr/>
              </p14:nvContentPartPr>
              <p14:xfrm>
                <a:off x="12050385" y="1141575"/>
                <a:ext cx="27720" cy="9720"/>
              </p14:xfrm>
            </p:contentPart>
          </mc:Choice>
          <mc:Fallback xmlns="">
            <p:pic>
              <p:nvPicPr>
                <p:cNvPr id="65" name="Ink 64">
                  <a:extLst>
                    <a:ext uri="{FF2B5EF4-FFF2-40B4-BE49-F238E27FC236}">
                      <a16:creationId xmlns:a16="http://schemas.microsoft.com/office/drawing/2014/main" id="{4EBD33CE-4373-11BE-27B9-F99047959EC6}"/>
                    </a:ext>
                  </a:extLst>
                </p:cNvPr>
                <p:cNvPicPr/>
                <p:nvPr/>
              </p:nvPicPr>
              <p:blipFill>
                <a:blip r:embed="rId95"/>
                <a:stretch>
                  <a:fillRect/>
                </a:stretch>
              </p:blipFill>
              <p:spPr>
                <a:xfrm>
                  <a:off x="12044265" y="1135455"/>
                  <a:ext cx="39960" cy="21960"/>
                </a:xfrm>
                <a:prstGeom prst="rect">
                  <a:avLst/>
                </a:prstGeom>
              </p:spPr>
            </p:pic>
          </mc:Fallback>
        </mc:AlternateContent>
      </p:grpSp>
      <p:grpSp>
        <p:nvGrpSpPr>
          <p:cNvPr id="78" name="Group 77">
            <a:extLst>
              <a:ext uri="{FF2B5EF4-FFF2-40B4-BE49-F238E27FC236}">
                <a16:creationId xmlns:a16="http://schemas.microsoft.com/office/drawing/2014/main" id="{189B7346-8261-37F7-4738-57FFD321F762}"/>
              </a:ext>
            </a:extLst>
          </p:cNvPr>
          <p:cNvGrpSpPr/>
          <p:nvPr/>
        </p:nvGrpSpPr>
        <p:grpSpPr>
          <a:xfrm>
            <a:off x="6268065" y="2432895"/>
            <a:ext cx="2255400" cy="1896840"/>
            <a:chOff x="6268065" y="2432895"/>
            <a:chExt cx="2255400" cy="1896840"/>
          </a:xfrm>
        </p:grpSpPr>
        <mc:AlternateContent xmlns:mc="http://schemas.openxmlformats.org/markup-compatibility/2006" xmlns:p14="http://schemas.microsoft.com/office/powerpoint/2010/main">
          <mc:Choice Requires="p14">
            <p:contentPart p14:bwMode="auto" r:id="rId96">
              <p14:nvContentPartPr>
                <p14:cNvPr id="37" name="Ink 36">
                  <a:extLst>
                    <a:ext uri="{FF2B5EF4-FFF2-40B4-BE49-F238E27FC236}">
                      <a16:creationId xmlns:a16="http://schemas.microsoft.com/office/drawing/2014/main" id="{8E09D6F4-800E-BBEA-0841-03BCAA7F2904}"/>
                    </a:ext>
                  </a:extLst>
                </p14:cNvPr>
                <p14:cNvContentPartPr/>
                <p14:nvPr/>
              </p14:nvContentPartPr>
              <p14:xfrm>
                <a:off x="6310185" y="2550975"/>
                <a:ext cx="93960" cy="90000"/>
              </p14:xfrm>
            </p:contentPart>
          </mc:Choice>
          <mc:Fallback xmlns="">
            <p:pic>
              <p:nvPicPr>
                <p:cNvPr id="37" name="Ink 36">
                  <a:extLst>
                    <a:ext uri="{FF2B5EF4-FFF2-40B4-BE49-F238E27FC236}">
                      <a16:creationId xmlns:a16="http://schemas.microsoft.com/office/drawing/2014/main" id="{8E09D6F4-800E-BBEA-0841-03BCAA7F2904}"/>
                    </a:ext>
                  </a:extLst>
                </p:cNvPr>
                <p:cNvPicPr/>
                <p:nvPr/>
              </p:nvPicPr>
              <p:blipFill>
                <a:blip r:embed="rId97"/>
                <a:stretch>
                  <a:fillRect/>
                </a:stretch>
              </p:blipFill>
              <p:spPr>
                <a:xfrm>
                  <a:off x="6304065" y="2544855"/>
                  <a:ext cx="1062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8" name="Ink 37">
                  <a:extLst>
                    <a:ext uri="{FF2B5EF4-FFF2-40B4-BE49-F238E27FC236}">
                      <a16:creationId xmlns:a16="http://schemas.microsoft.com/office/drawing/2014/main" id="{70308C21-3B84-9B6D-5ED8-EF34869F96E0}"/>
                    </a:ext>
                  </a:extLst>
                </p14:cNvPr>
                <p14:cNvContentPartPr/>
                <p14:nvPr/>
              </p14:nvContentPartPr>
              <p14:xfrm>
                <a:off x="6453105" y="2432895"/>
                <a:ext cx="21960" cy="27000"/>
              </p14:xfrm>
            </p:contentPart>
          </mc:Choice>
          <mc:Fallback xmlns="">
            <p:pic>
              <p:nvPicPr>
                <p:cNvPr id="38" name="Ink 37">
                  <a:extLst>
                    <a:ext uri="{FF2B5EF4-FFF2-40B4-BE49-F238E27FC236}">
                      <a16:creationId xmlns:a16="http://schemas.microsoft.com/office/drawing/2014/main" id="{70308C21-3B84-9B6D-5ED8-EF34869F96E0}"/>
                    </a:ext>
                  </a:extLst>
                </p:cNvPr>
                <p:cNvPicPr/>
                <p:nvPr/>
              </p:nvPicPr>
              <p:blipFill>
                <a:blip r:embed="rId99"/>
                <a:stretch>
                  <a:fillRect/>
                </a:stretch>
              </p:blipFill>
              <p:spPr>
                <a:xfrm>
                  <a:off x="6446985" y="2426775"/>
                  <a:ext cx="342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9" name="Ink 38">
                  <a:extLst>
                    <a:ext uri="{FF2B5EF4-FFF2-40B4-BE49-F238E27FC236}">
                      <a16:creationId xmlns:a16="http://schemas.microsoft.com/office/drawing/2014/main" id="{9E8EE50C-441A-7DD4-DDCE-D5A69A43C890}"/>
                    </a:ext>
                  </a:extLst>
                </p14:cNvPr>
                <p14:cNvContentPartPr/>
                <p14:nvPr/>
              </p14:nvContentPartPr>
              <p14:xfrm>
                <a:off x="6607545" y="2538735"/>
                <a:ext cx="124920" cy="13680"/>
              </p14:xfrm>
            </p:contentPart>
          </mc:Choice>
          <mc:Fallback xmlns="">
            <p:pic>
              <p:nvPicPr>
                <p:cNvPr id="39" name="Ink 38">
                  <a:extLst>
                    <a:ext uri="{FF2B5EF4-FFF2-40B4-BE49-F238E27FC236}">
                      <a16:creationId xmlns:a16="http://schemas.microsoft.com/office/drawing/2014/main" id="{9E8EE50C-441A-7DD4-DDCE-D5A69A43C890}"/>
                    </a:ext>
                  </a:extLst>
                </p:cNvPr>
                <p:cNvPicPr/>
                <p:nvPr/>
              </p:nvPicPr>
              <p:blipFill>
                <a:blip r:embed="rId101"/>
                <a:stretch>
                  <a:fillRect/>
                </a:stretch>
              </p:blipFill>
              <p:spPr>
                <a:xfrm>
                  <a:off x="6601425" y="2532615"/>
                  <a:ext cx="1371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40" name="Ink 39">
                  <a:extLst>
                    <a:ext uri="{FF2B5EF4-FFF2-40B4-BE49-F238E27FC236}">
                      <a16:creationId xmlns:a16="http://schemas.microsoft.com/office/drawing/2014/main" id="{D0DD64DE-2090-B651-A022-3ABE718C38DD}"/>
                    </a:ext>
                  </a:extLst>
                </p14:cNvPr>
                <p14:cNvContentPartPr/>
                <p14:nvPr/>
              </p14:nvContentPartPr>
              <p14:xfrm>
                <a:off x="6612945" y="2543775"/>
                <a:ext cx="321840" cy="109440"/>
              </p14:xfrm>
            </p:contentPart>
          </mc:Choice>
          <mc:Fallback xmlns="">
            <p:pic>
              <p:nvPicPr>
                <p:cNvPr id="40" name="Ink 39">
                  <a:extLst>
                    <a:ext uri="{FF2B5EF4-FFF2-40B4-BE49-F238E27FC236}">
                      <a16:creationId xmlns:a16="http://schemas.microsoft.com/office/drawing/2014/main" id="{D0DD64DE-2090-B651-A022-3ABE718C38DD}"/>
                    </a:ext>
                  </a:extLst>
                </p:cNvPr>
                <p:cNvPicPr/>
                <p:nvPr/>
              </p:nvPicPr>
              <p:blipFill>
                <a:blip r:embed="rId103"/>
                <a:stretch>
                  <a:fillRect/>
                </a:stretch>
              </p:blipFill>
              <p:spPr>
                <a:xfrm>
                  <a:off x="6606825" y="2537655"/>
                  <a:ext cx="3340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4126E60A-FC86-4C14-8829-5BF0E7183DC7}"/>
                    </a:ext>
                  </a:extLst>
                </p14:cNvPr>
                <p14:cNvContentPartPr/>
                <p14:nvPr/>
              </p14:nvContentPartPr>
              <p14:xfrm>
                <a:off x="7175625" y="2602455"/>
                <a:ext cx="138960" cy="870480"/>
              </p14:xfrm>
            </p:contentPart>
          </mc:Choice>
          <mc:Fallback xmlns="">
            <p:pic>
              <p:nvPicPr>
                <p:cNvPr id="67" name="Ink 66">
                  <a:extLst>
                    <a:ext uri="{FF2B5EF4-FFF2-40B4-BE49-F238E27FC236}">
                      <a16:creationId xmlns:a16="http://schemas.microsoft.com/office/drawing/2014/main" id="{4126E60A-FC86-4C14-8829-5BF0E7183DC7}"/>
                    </a:ext>
                  </a:extLst>
                </p:cNvPr>
                <p:cNvPicPr/>
                <p:nvPr/>
              </p:nvPicPr>
              <p:blipFill>
                <a:blip r:embed="rId105"/>
                <a:stretch>
                  <a:fillRect/>
                </a:stretch>
              </p:blipFill>
              <p:spPr>
                <a:xfrm>
                  <a:off x="7169505" y="2596335"/>
                  <a:ext cx="151200" cy="8827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8" name="Ink 67">
                  <a:extLst>
                    <a:ext uri="{FF2B5EF4-FFF2-40B4-BE49-F238E27FC236}">
                      <a16:creationId xmlns:a16="http://schemas.microsoft.com/office/drawing/2014/main" id="{3780D493-1950-9525-E25B-B91DF28BACE4}"/>
                    </a:ext>
                  </a:extLst>
                </p14:cNvPr>
                <p14:cNvContentPartPr/>
                <p14:nvPr/>
              </p14:nvContentPartPr>
              <p14:xfrm>
                <a:off x="6778905" y="3255855"/>
                <a:ext cx="398160" cy="153720"/>
              </p14:xfrm>
            </p:contentPart>
          </mc:Choice>
          <mc:Fallback xmlns="">
            <p:pic>
              <p:nvPicPr>
                <p:cNvPr id="68" name="Ink 67">
                  <a:extLst>
                    <a:ext uri="{FF2B5EF4-FFF2-40B4-BE49-F238E27FC236}">
                      <a16:creationId xmlns:a16="http://schemas.microsoft.com/office/drawing/2014/main" id="{3780D493-1950-9525-E25B-B91DF28BACE4}"/>
                    </a:ext>
                  </a:extLst>
                </p:cNvPr>
                <p:cNvPicPr/>
                <p:nvPr/>
              </p:nvPicPr>
              <p:blipFill>
                <a:blip r:embed="rId107"/>
                <a:stretch>
                  <a:fillRect/>
                </a:stretch>
              </p:blipFill>
              <p:spPr>
                <a:xfrm>
                  <a:off x="6772785" y="3249735"/>
                  <a:ext cx="4104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C2BBDB09-7629-A856-EE45-5EB5ECF3ED18}"/>
                    </a:ext>
                  </a:extLst>
                </p14:cNvPr>
                <p14:cNvContentPartPr/>
                <p14:nvPr/>
              </p14:nvContentPartPr>
              <p14:xfrm>
                <a:off x="7270305" y="3354135"/>
                <a:ext cx="380880" cy="163080"/>
              </p14:xfrm>
            </p:contentPart>
          </mc:Choice>
          <mc:Fallback xmlns="">
            <p:pic>
              <p:nvPicPr>
                <p:cNvPr id="69" name="Ink 68">
                  <a:extLst>
                    <a:ext uri="{FF2B5EF4-FFF2-40B4-BE49-F238E27FC236}">
                      <a16:creationId xmlns:a16="http://schemas.microsoft.com/office/drawing/2014/main" id="{C2BBDB09-7629-A856-EE45-5EB5ECF3ED18}"/>
                    </a:ext>
                  </a:extLst>
                </p:cNvPr>
                <p:cNvPicPr/>
                <p:nvPr/>
              </p:nvPicPr>
              <p:blipFill>
                <a:blip r:embed="rId109"/>
                <a:stretch>
                  <a:fillRect/>
                </a:stretch>
              </p:blipFill>
              <p:spPr>
                <a:xfrm>
                  <a:off x="7264185" y="3348015"/>
                  <a:ext cx="3931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B5196D5C-521B-ABF2-03D0-6BC37594DE88}"/>
                    </a:ext>
                  </a:extLst>
                </p14:cNvPr>
                <p14:cNvContentPartPr/>
                <p14:nvPr/>
              </p14:nvContentPartPr>
              <p14:xfrm>
                <a:off x="6268065" y="3911415"/>
                <a:ext cx="49680" cy="248040"/>
              </p14:xfrm>
            </p:contentPart>
          </mc:Choice>
          <mc:Fallback xmlns="">
            <p:pic>
              <p:nvPicPr>
                <p:cNvPr id="70" name="Ink 69">
                  <a:extLst>
                    <a:ext uri="{FF2B5EF4-FFF2-40B4-BE49-F238E27FC236}">
                      <a16:creationId xmlns:a16="http://schemas.microsoft.com/office/drawing/2014/main" id="{B5196D5C-521B-ABF2-03D0-6BC37594DE88}"/>
                    </a:ext>
                  </a:extLst>
                </p:cNvPr>
                <p:cNvPicPr/>
                <p:nvPr/>
              </p:nvPicPr>
              <p:blipFill>
                <a:blip r:embed="rId111"/>
                <a:stretch>
                  <a:fillRect/>
                </a:stretch>
              </p:blipFill>
              <p:spPr>
                <a:xfrm>
                  <a:off x="6261945" y="3905295"/>
                  <a:ext cx="6192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EFE69928-BE71-CEBA-BBD5-595CAE269EA6}"/>
                    </a:ext>
                  </a:extLst>
                </p14:cNvPr>
                <p14:cNvContentPartPr/>
                <p14:nvPr/>
              </p14:nvContentPartPr>
              <p14:xfrm>
                <a:off x="6323865" y="3856335"/>
                <a:ext cx="472320" cy="392400"/>
              </p14:xfrm>
            </p:contentPart>
          </mc:Choice>
          <mc:Fallback xmlns="">
            <p:pic>
              <p:nvPicPr>
                <p:cNvPr id="71" name="Ink 70">
                  <a:extLst>
                    <a:ext uri="{FF2B5EF4-FFF2-40B4-BE49-F238E27FC236}">
                      <a16:creationId xmlns:a16="http://schemas.microsoft.com/office/drawing/2014/main" id="{EFE69928-BE71-CEBA-BBD5-595CAE269EA6}"/>
                    </a:ext>
                  </a:extLst>
                </p:cNvPr>
                <p:cNvPicPr/>
                <p:nvPr/>
              </p:nvPicPr>
              <p:blipFill>
                <a:blip r:embed="rId113"/>
                <a:stretch>
                  <a:fillRect/>
                </a:stretch>
              </p:blipFill>
              <p:spPr>
                <a:xfrm>
                  <a:off x="6317745" y="3850215"/>
                  <a:ext cx="48456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2BE53AA3-3A10-05EB-9A9B-6E373D823BCF}"/>
                    </a:ext>
                  </a:extLst>
                </p14:cNvPr>
                <p14:cNvContentPartPr/>
                <p14:nvPr/>
              </p14:nvContentPartPr>
              <p14:xfrm>
                <a:off x="7132065" y="3792255"/>
                <a:ext cx="248760" cy="537480"/>
              </p14:xfrm>
            </p:contentPart>
          </mc:Choice>
          <mc:Fallback xmlns="">
            <p:pic>
              <p:nvPicPr>
                <p:cNvPr id="72" name="Ink 71">
                  <a:extLst>
                    <a:ext uri="{FF2B5EF4-FFF2-40B4-BE49-F238E27FC236}">
                      <a16:creationId xmlns:a16="http://schemas.microsoft.com/office/drawing/2014/main" id="{2BE53AA3-3A10-05EB-9A9B-6E373D823BCF}"/>
                    </a:ext>
                  </a:extLst>
                </p:cNvPr>
                <p:cNvPicPr/>
                <p:nvPr/>
              </p:nvPicPr>
              <p:blipFill>
                <a:blip r:embed="rId115"/>
                <a:stretch>
                  <a:fillRect/>
                </a:stretch>
              </p:blipFill>
              <p:spPr>
                <a:xfrm>
                  <a:off x="7125945" y="3786135"/>
                  <a:ext cx="261000" cy="5497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3" name="Ink 72">
                  <a:extLst>
                    <a:ext uri="{FF2B5EF4-FFF2-40B4-BE49-F238E27FC236}">
                      <a16:creationId xmlns:a16="http://schemas.microsoft.com/office/drawing/2014/main" id="{5ADFA73D-E4F0-A9B0-B9CA-DDC5420B490C}"/>
                    </a:ext>
                  </a:extLst>
                </p14:cNvPr>
                <p14:cNvContentPartPr/>
                <p14:nvPr/>
              </p14:nvContentPartPr>
              <p14:xfrm>
                <a:off x="7706265" y="3767055"/>
                <a:ext cx="320040" cy="482040"/>
              </p14:xfrm>
            </p:contentPart>
          </mc:Choice>
          <mc:Fallback xmlns="">
            <p:pic>
              <p:nvPicPr>
                <p:cNvPr id="73" name="Ink 72">
                  <a:extLst>
                    <a:ext uri="{FF2B5EF4-FFF2-40B4-BE49-F238E27FC236}">
                      <a16:creationId xmlns:a16="http://schemas.microsoft.com/office/drawing/2014/main" id="{5ADFA73D-E4F0-A9B0-B9CA-DDC5420B490C}"/>
                    </a:ext>
                  </a:extLst>
                </p:cNvPr>
                <p:cNvPicPr/>
                <p:nvPr/>
              </p:nvPicPr>
              <p:blipFill>
                <a:blip r:embed="rId117"/>
                <a:stretch>
                  <a:fillRect/>
                </a:stretch>
              </p:blipFill>
              <p:spPr>
                <a:xfrm>
                  <a:off x="7700145" y="3760935"/>
                  <a:ext cx="332280" cy="4942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4" name="Ink 73">
                  <a:extLst>
                    <a:ext uri="{FF2B5EF4-FFF2-40B4-BE49-F238E27FC236}">
                      <a16:creationId xmlns:a16="http://schemas.microsoft.com/office/drawing/2014/main" id="{A51DE72C-8234-4DB0-D052-38AAE7ABECDF}"/>
                    </a:ext>
                  </a:extLst>
                </p14:cNvPr>
                <p14:cNvContentPartPr/>
                <p14:nvPr/>
              </p14:nvContentPartPr>
              <p14:xfrm>
                <a:off x="7994265" y="3630615"/>
                <a:ext cx="259560" cy="75960"/>
              </p14:xfrm>
            </p:contentPart>
          </mc:Choice>
          <mc:Fallback xmlns="">
            <p:pic>
              <p:nvPicPr>
                <p:cNvPr id="74" name="Ink 73">
                  <a:extLst>
                    <a:ext uri="{FF2B5EF4-FFF2-40B4-BE49-F238E27FC236}">
                      <a16:creationId xmlns:a16="http://schemas.microsoft.com/office/drawing/2014/main" id="{A51DE72C-8234-4DB0-D052-38AAE7ABECDF}"/>
                    </a:ext>
                  </a:extLst>
                </p:cNvPr>
                <p:cNvPicPr/>
                <p:nvPr/>
              </p:nvPicPr>
              <p:blipFill>
                <a:blip r:embed="rId119"/>
                <a:stretch>
                  <a:fillRect/>
                </a:stretch>
              </p:blipFill>
              <p:spPr>
                <a:xfrm>
                  <a:off x="7988145" y="3624495"/>
                  <a:ext cx="2718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5" name="Ink 74">
                  <a:extLst>
                    <a:ext uri="{FF2B5EF4-FFF2-40B4-BE49-F238E27FC236}">
                      <a16:creationId xmlns:a16="http://schemas.microsoft.com/office/drawing/2014/main" id="{01E71965-C74F-8663-29A3-F59BDA22D845}"/>
                    </a:ext>
                  </a:extLst>
                </p14:cNvPr>
                <p14:cNvContentPartPr/>
                <p14:nvPr/>
              </p14:nvContentPartPr>
              <p14:xfrm>
                <a:off x="7672785" y="4014735"/>
                <a:ext cx="396000" cy="31320"/>
              </p14:xfrm>
            </p:contentPart>
          </mc:Choice>
          <mc:Fallback xmlns="">
            <p:pic>
              <p:nvPicPr>
                <p:cNvPr id="75" name="Ink 74">
                  <a:extLst>
                    <a:ext uri="{FF2B5EF4-FFF2-40B4-BE49-F238E27FC236}">
                      <a16:creationId xmlns:a16="http://schemas.microsoft.com/office/drawing/2014/main" id="{01E71965-C74F-8663-29A3-F59BDA22D845}"/>
                    </a:ext>
                  </a:extLst>
                </p:cNvPr>
                <p:cNvPicPr/>
                <p:nvPr/>
              </p:nvPicPr>
              <p:blipFill>
                <a:blip r:embed="rId121"/>
                <a:stretch>
                  <a:fillRect/>
                </a:stretch>
              </p:blipFill>
              <p:spPr>
                <a:xfrm>
                  <a:off x="7666665" y="4008615"/>
                  <a:ext cx="4082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6" name="Ink 75">
                  <a:extLst>
                    <a:ext uri="{FF2B5EF4-FFF2-40B4-BE49-F238E27FC236}">
                      <a16:creationId xmlns:a16="http://schemas.microsoft.com/office/drawing/2014/main" id="{ABBB9953-21E0-DEA3-2B40-9A8D4E3D2E53}"/>
                    </a:ext>
                  </a:extLst>
                </p14:cNvPr>
                <p14:cNvContentPartPr/>
                <p14:nvPr/>
              </p14:nvContentPartPr>
              <p14:xfrm>
                <a:off x="8330505" y="3978735"/>
                <a:ext cx="99360" cy="54000"/>
              </p14:xfrm>
            </p:contentPart>
          </mc:Choice>
          <mc:Fallback xmlns="">
            <p:pic>
              <p:nvPicPr>
                <p:cNvPr id="76" name="Ink 75">
                  <a:extLst>
                    <a:ext uri="{FF2B5EF4-FFF2-40B4-BE49-F238E27FC236}">
                      <a16:creationId xmlns:a16="http://schemas.microsoft.com/office/drawing/2014/main" id="{ABBB9953-21E0-DEA3-2B40-9A8D4E3D2E53}"/>
                    </a:ext>
                  </a:extLst>
                </p:cNvPr>
                <p:cNvPicPr/>
                <p:nvPr/>
              </p:nvPicPr>
              <p:blipFill>
                <a:blip r:embed="rId123"/>
                <a:stretch>
                  <a:fillRect/>
                </a:stretch>
              </p:blipFill>
              <p:spPr>
                <a:xfrm>
                  <a:off x="8324385" y="3972615"/>
                  <a:ext cx="1116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7" name="Ink 76">
                  <a:extLst>
                    <a:ext uri="{FF2B5EF4-FFF2-40B4-BE49-F238E27FC236}">
                      <a16:creationId xmlns:a16="http://schemas.microsoft.com/office/drawing/2014/main" id="{01997C0E-2045-4BF4-2AA8-33F47C639425}"/>
                    </a:ext>
                  </a:extLst>
                </p14:cNvPr>
                <p14:cNvContentPartPr/>
                <p14:nvPr/>
              </p14:nvContentPartPr>
              <p14:xfrm>
                <a:off x="8517345" y="3939855"/>
                <a:ext cx="6120" cy="19800"/>
              </p14:xfrm>
            </p:contentPart>
          </mc:Choice>
          <mc:Fallback xmlns="">
            <p:pic>
              <p:nvPicPr>
                <p:cNvPr id="77" name="Ink 76">
                  <a:extLst>
                    <a:ext uri="{FF2B5EF4-FFF2-40B4-BE49-F238E27FC236}">
                      <a16:creationId xmlns:a16="http://schemas.microsoft.com/office/drawing/2014/main" id="{01997C0E-2045-4BF4-2AA8-33F47C639425}"/>
                    </a:ext>
                  </a:extLst>
                </p:cNvPr>
                <p:cNvPicPr/>
                <p:nvPr/>
              </p:nvPicPr>
              <p:blipFill>
                <a:blip r:embed="rId125"/>
                <a:stretch>
                  <a:fillRect/>
                </a:stretch>
              </p:blipFill>
              <p:spPr>
                <a:xfrm>
                  <a:off x="8511225" y="3933735"/>
                  <a:ext cx="18360" cy="32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6">
            <p14:nvContentPartPr>
              <p14:cNvPr id="79" name="Ink 78">
                <a:extLst>
                  <a:ext uri="{FF2B5EF4-FFF2-40B4-BE49-F238E27FC236}">
                    <a16:creationId xmlns:a16="http://schemas.microsoft.com/office/drawing/2014/main" id="{C71082B2-2B75-D521-C870-714E713D14CF}"/>
                  </a:ext>
                </a:extLst>
              </p14:cNvPr>
              <p14:cNvContentPartPr/>
              <p14:nvPr/>
            </p14:nvContentPartPr>
            <p14:xfrm>
              <a:off x="6144225" y="4609455"/>
              <a:ext cx="2170080" cy="43560"/>
            </p14:xfrm>
          </p:contentPart>
        </mc:Choice>
        <mc:Fallback xmlns="">
          <p:pic>
            <p:nvPicPr>
              <p:cNvPr id="79" name="Ink 78">
                <a:extLst>
                  <a:ext uri="{FF2B5EF4-FFF2-40B4-BE49-F238E27FC236}">
                    <a16:creationId xmlns:a16="http://schemas.microsoft.com/office/drawing/2014/main" id="{C71082B2-2B75-D521-C870-714E713D14CF}"/>
                  </a:ext>
                </a:extLst>
              </p:cNvPr>
              <p:cNvPicPr/>
              <p:nvPr/>
            </p:nvPicPr>
            <p:blipFill>
              <a:blip r:embed="rId127"/>
              <a:stretch>
                <a:fillRect/>
              </a:stretch>
            </p:blipFill>
            <p:spPr>
              <a:xfrm>
                <a:off x="6138105" y="4603335"/>
                <a:ext cx="2182320" cy="55800"/>
              </a:xfrm>
              <a:prstGeom prst="rect">
                <a:avLst/>
              </a:prstGeom>
            </p:spPr>
          </p:pic>
        </mc:Fallback>
      </mc:AlternateContent>
      <p:grpSp>
        <p:nvGrpSpPr>
          <p:cNvPr id="92" name="Group 91">
            <a:extLst>
              <a:ext uri="{FF2B5EF4-FFF2-40B4-BE49-F238E27FC236}">
                <a16:creationId xmlns:a16="http://schemas.microsoft.com/office/drawing/2014/main" id="{2442BACA-650B-5EEF-B677-DB3BB5A24243}"/>
              </a:ext>
            </a:extLst>
          </p:cNvPr>
          <p:cNvGrpSpPr/>
          <p:nvPr/>
        </p:nvGrpSpPr>
        <p:grpSpPr>
          <a:xfrm>
            <a:off x="743865" y="4957935"/>
            <a:ext cx="2473920" cy="726840"/>
            <a:chOff x="743865" y="4957935"/>
            <a:chExt cx="2473920" cy="726840"/>
          </a:xfrm>
        </p:grpSpPr>
        <mc:AlternateContent xmlns:mc="http://schemas.openxmlformats.org/markup-compatibility/2006" xmlns:p14="http://schemas.microsoft.com/office/powerpoint/2010/main">
          <mc:Choice Requires="p14">
            <p:contentPart p14:bwMode="auto" r:id="rId128">
              <p14:nvContentPartPr>
                <p14:cNvPr id="80" name="Ink 79">
                  <a:extLst>
                    <a:ext uri="{FF2B5EF4-FFF2-40B4-BE49-F238E27FC236}">
                      <a16:creationId xmlns:a16="http://schemas.microsoft.com/office/drawing/2014/main" id="{35C3F717-7B1A-6952-02C9-233E2EA54C5E}"/>
                    </a:ext>
                  </a:extLst>
                </p14:cNvPr>
                <p14:cNvContentPartPr/>
                <p14:nvPr/>
              </p14:nvContentPartPr>
              <p14:xfrm>
                <a:off x="743865" y="4966575"/>
                <a:ext cx="825120" cy="84600"/>
              </p14:xfrm>
            </p:contentPart>
          </mc:Choice>
          <mc:Fallback xmlns="">
            <p:pic>
              <p:nvPicPr>
                <p:cNvPr id="80" name="Ink 79">
                  <a:extLst>
                    <a:ext uri="{FF2B5EF4-FFF2-40B4-BE49-F238E27FC236}">
                      <a16:creationId xmlns:a16="http://schemas.microsoft.com/office/drawing/2014/main" id="{35C3F717-7B1A-6952-02C9-233E2EA54C5E}"/>
                    </a:ext>
                  </a:extLst>
                </p:cNvPr>
                <p:cNvPicPr/>
                <p:nvPr/>
              </p:nvPicPr>
              <p:blipFill>
                <a:blip r:embed="rId129"/>
                <a:stretch>
                  <a:fillRect/>
                </a:stretch>
              </p:blipFill>
              <p:spPr>
                <a:xfrm>
                  <a:off x="737745" y="4960455"/>
                  <a:ext cx="8373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1" name="Ink 80">
                  <a:extLst>
                    <a:ext uri="{FF2B5EF4-FFF2-40B4-BE49-F238E27FC236}">
                      <a16:creationId xmlns:a16="http://schemas.microsoft.com/office/drawing/2014/main" id="{A5ECDE5C-8265-4DDD-16F4-634F9049847C}"/>
                    </a:ext>
                  </a:extLst>
                </p14:cNvPr>
                <p14:cNvContentPartPr/>
                <p14:nvPr/>
              </p14:nvContentPartPr>
              <p14:xfrm>
                <a:off x="1208625" y="4957935"/>
                <a:ext cx="66240" cy="375120"/>
              </p14:xfrm>
            </p:contentPart>
          </mc:Choice>
          <mc:Fallback xmlns="">
            <p:pic>
              <p:nvPicPr>
                <p:cNvPr id="81" name="Ink 80">
                  <a:extLst>
                    <a:ext uri="{FF2B5EF4-FFF2-40B4-BE49-F238E27FC236}">
                      <a16:creationId xmlns:a16="http://schemas.microsoft.com/office/drawing/2014/main" id="{A5ECDE5C-8265-4DDD-16F4-634F9049847C}"/>
                    </a:ext>
                  </a:extLst>
                </p:cNvPr>
                <p:cNvPicPr/>
                <p:nvPr/>
              </p:nvPicPr>
              <p:blipFill>
                <a:blip r:embed="rId131"/>
                <a:stretch>
                  <a:fillRect/>
                </a:stretch>
              </p:blipFill>
              <p:spPr>
                <a:xfrm>
                  <a:off x="1202505" y="4951815"/>
                  <a:ext cx="78480" cy="3873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2" name="Ink 81">
                  <a:extLst>
                    <a:ext uri="{FF2B5EF4-FFF2-40B4-BE49-F238E27FC236}">
                      <a16:creationId xmlns:a16="http://schemas.microsoft.com/office/drawing/2014/main" id="{3293D324-03A1-14C1-EDDD-86FAC18E7384}"/>
                    </a:ext>
                  </a:extLst>
                </p14:cNvPr>
                <p14:cNvContentPartPr/>
                <p14:nvPr/>
              </p14:nvContentPartPr>
              <p14:xfrm>
                <a:off x="1466385" y="5166015"/>
                <a:ext cx="494280" cy="286920"/>
              </p14:xfrm>
            </p:contentPart>
          </mc:Choice>
          <mc:Fallback xmlns="">
            <p:pic>
              <p:nvPicPr>
                <p:cNvPr id="82" name="Ink 81">
                  <a:extLst>
                    <a:ext uri="{FF2B5EF4-FFF2-40B4-BE49-F238E27FC236}">
                      <a16:creationId xmlns:a16="http://schemas.microsoft.com/office/drawing/2014/main" id="{3293D324-03A1-14C1-EDDD-86FAC18E7384}"/>
                    </a:ext>
                  </a:extLst>
                </p:cNvPr>
                <p:cNvPicPr/>
                <p:nvPr/>
              </p:nvPicPr>
              <p:blipFill>
                <a:blip r:embed="rId133"/>
                <a:stretch>
                  <a:fillRect/>
                </a:stretch>
              </p:blipFill>
              <p:spPr>
                <a:xfrm>
                  <a:off x="1460265" y="5159895"/>
                  <a:ext cx="50652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3" name="Ink 82">
                  <a:extLst>
                    <a:ext uri="{FF2B5EF4-FFF2-40B4-BE49-F238E27FC236}">
                      <a16:creationId xmlns:a16="http://schemas.microsoft.com/office/drawing/2014/main" id="{205C45E6-1642-8D52-CB0C-9F16566E799C}"/>
                    </a:ext>
                  </a:extLst>
                </p14:cNvPr>
                <p14:cNvContentPartPr/>
                <p14:nvPr/>
              </p14:nvContentPartPr>
              <p14:xfrm>
                <a:off x="1982625" y="5178975"/>
                <a:ext cx="488880" cy="108360"/>
              </p14:xfrm>
            </p:contentPart>
          </mc:Choice>
          <mc:Fallback xmlns="">
            <p:pic>
              <p:nvPicPr>
                <p:cNvPr id="83" name="Ink 82">
                  <a:extLst>
                    <a:ext uri="{FF2B5EF4-FFF2-40B4-BE49-F238E27FC236}">
                      <a16:creationId xmlns:a16="http://schemas.microsoft.com/office/drawing/2014/main" id="{205C45E6-1642-8D52-CB0C-9F16566E799C}"/>
                    </a:ext>
                  </a:extLst>
                </p:cNvPr>
                <p:cNvPicPr/>
                <p:nvPr/>
              </p:nvPicPr>
              <p:blipFill>
                <a:blip r:embed="rId135"/>
                <a:stretch>
                  <a:fillRect/>
                </a:stretch>
              </p:blipFill>
              <p:spPr>
                <a:xfrm>
                  <a:off x="1976505" y="5172855"/>
                  <a:ext cx="5011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4" name="Ink 83">
                  <a:extLst>
                    <a:ext uri="{FF2B5EF4-FFF2-40B4-BE49-F238E27FC236}">
                      <a16:creationId xmlns:a16="http://schemas.microsoft.com/office/drawing/2014/main" id="{0CF45C0A-94E5-5213-D50B-520635FBBA95}"/>
                    </a:ext>
                  </a:extLst>
                </p14:cNvPr>
                <p14:cNvContentPartPr/>
                <p14:nvPr/>
              </p14:nvContentPartPr>
              <p14:xfrm>
                <a:off x="2612625" y="5040375"/>
                <a:ext cx="18720" cy="16920"/>
              </p14:xfrm>
            </p:contentPart>
          </mc:Choice>
          <mc:Fallback xmlns="">
            <p:pic>
              <p:nvPicPr>
                <p:cNvPr id="84" name="Ink 83">
                  <a:extLst>
                    <a:ext uri="{FF2B5EF4-FFF2-40B4-BE49-F238E27FC236}">
                      <a16:creationId xmlns:a16="http://schemas.microsoft.com/office/drawing/2014/main" id="{0CF45C0A-94E5-5213-D50B-520635FBBA95}"/>
                    </a:ext>
                  </a:extLst>
                </p:cNvPr>
                <p:cNvPicPr/>
                <p:nvPr/>
              </p:nvPicPr>
              <p:blipFill>
                <a:blip r:embed="rId137"/>
                <a:stretch>
                  <a:fillRect/>
                </a:stretch>
              </p:blipFill>
              <p:spPr>
                <a:xfrm>
                  <a:off x="2606505" y="5034255"/>
                  <a:ext cx="309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5" name="Ink 84">
                  <a:extLst>
                    <a:ext uri="{FF2B5EF4-FFF2-40B4-BE49-F238E27FC236}">
                      <a16:creationId xmlns:a16="http://schemas.microsoft.com/office/drawing/2014/main" id="{9850381C-266B-6DBA-30C0-9970D0252A1B}"/>
                    </a:ext>
                  </a:extLst>
                </p14:cNvPr>
                <p14:cNvContentPartPr/>
                <p14:nvPr/>
              </p14:nvContentPartPr>
              <p14:xfrm>
                <a:off x="2627745" y="5173935"/>
                <a:ext cx="590040" cy="510840"/>
              </p14:xfrm>
            </p:contentPart>
          </mc:Choice>
          <mc:Fallback xmlns="">
            <p:pic>
              <p:nvPicPr>
                <p:cNvPr id="85" name="Ink 84">
                  <a:extLst>
                    <a:ext uri="{FF2B5EF4-FFF2-40B4-BE49-F238E27FC236}">
                      <a16:creationId xmlns:a16="http://schemas.microsoft.com/office/drawing/2014/main" id="{9850381C-266B-6DBA-30C0-9970D0252A1B}"/>
                    </a:ext>
                  </a:extLst>
                </p:cNvPr>
                <p:cNvPicPr/>
                <p:nvPr/>
              </p:nvPicPr>
              <p:blipFill>
                <a:blip r:embed="rId139"/>
                <a:stretch>
                  <a:fillRect/>
                </a:stretch>
              </p:blipFill>
              <p:spPr>
                <a:xfrm>
                  <a:off x="2621625" y="5167815"/>
                  <a:ext cx="602280" cy="52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0">
            <p14:nvContentPartPr>
              <p14:cNvPr id="86" name="Ink 85">
                <a:extLst>
                  <a:ext uri="{FF2B5EF4-FFF2-40B4-BE49-F238E27FC236}">
                    <a16:creationId xmlns:a16="http://schemas.microsoft.com/office/drawing/2014/main" id="{A287686C-4A19-B590-D153-6CC105B367F0}"/>
                  </a:ext>
                </a:extLst>
              </p14:cNvPr>
              <p14:cNvContentPartPr/>
              <p14:nvPr/>
            </p14:nvContentPartPr>
            <p14:xfrm>
              <a:off x="3655185" y="5327655"/>
              <a:ext cx="434520" cy="12600"/>
            </p14:xfrm>
          </p:contentPart>
        </mc:Choice>
        <mc:Fallback xmlns="">
          <p:pic>
            <p:nvPicPr>
              <p:cNvPr id="86" name="Ink 85">
                <a:extLst>
                  <a:ext uri="{FF2B5EF4-FFF2-40B4-BE49-F238E27FC236}">
                    <a16:creationId xmlns:a16="http://schemas.microsoft.com/office/drawing/2014/main" id="{A287686C-4A19-B590-D153-6CC105B367F0}"/>
                  </a:ext>
                </a:extLst>
              </p:cNvPr>
              <p:cNvPicPr/>
              <p:nvPr/>
            </p:nvPicPr>
            <p:blipFill>
              <a:blip r:embed="rId141"/>
              <a:stretch>
                <a:fillRect/>
              </a:stretch>
            </p:blipFill>
            <p:spPr>
              <a:xfrm>
                <a:off x="3649065" y="5321535"/>
                <a:ext cx="446760" cy="24840"/>
              </a:xfrm>
              <a:prstGeom prst="rect">
                <a:avLst/>
              </a:prstGeom>
            </p:spPr>
          </p:pic>
        </mc:Fallback>
      </mc:AlternateContent>
      <p:grpSp>
        <p:nvGrpSpPr>
          <p:cNvPr id="106" name="Group 105">
            <a:extLst>
              <a:ext uri="{FF2B5EF4-FFF2-40B4-BE49-F238E27FC236}">
                <a16:creationId xmlns:a16="http://schemas.microsoft.com/office/drawing/2014/main" id="{15A4916B-7EDB-E45C-2708-AB544012E7B7}"/>
              </a:ext>
            </a:extLst>
          </p:cNvPr>
          <p:cNvGrpSpPr/>
          <p:nvPr/>
        </p:nvGrpSpPr>
        <p:grpSpPr>
          <a:xfrm>
            <a:off x="4967385" y="5032455"/>
            <a:ext cx="2146680" cy="516600"/>
            <a:chOff x="4967385" y="5032455"/>
            <a:chExt cx="2146680" cy="516600"/>
          </a:xfrm>
        </p:grpSpPr>
        <mc:AlternateContent xmlns:mc="http://schemas.openxmlformats.org/markup-compatibility/2006" xmlns:p14="http://schemas.microsoft.com/office/powerpoint/2010/main">
          <mc:Choice Requires="p14">
            <p:contentPart p14:bwMode="auto" r:id="rId142">
              <p14:nvContentPartPr>
                <p14:cNvPr id="87" name="Ink 86">
                  <a:extLst>
                    <a:ext uri="{FF2B5EF4-FFF2-40B4-BE49-F238E27FC236}">
                      <a16:creationId xmlns:a16="http://schemas.microsoft.com/office/drawing/2014/main" id="{DED5A314-6C6C-9E7C-C426-AA51EDF6C10A}"/>
                    </a:ext>
                  </a:extLst>
                </p14:cNvPr>
                <p14:cNvContentPartPr/>
                <p14:nvPr/>
              </p14:nvContentPartPr>
              <p14:xfrm>
                <a:off x="4967385" y="5032455"/>
                <a:ext cx="386640" cy="516600"/>
              </p14:xfrm>
            </p:contentPart>
          </mc:Choice>
          <mc:Fallback xmlns="">
            <p:pic>
              <p:nvPicPr>
                <p:cNvPr id="87" name="Ink 86">
                  <a:extLst>
                    <a:ext uri="{FF2B5EF4-FFF2-40B4-BE49-F238E27FC236}">
                      <a16:creationId xmlns:a16="http://schemas.microsoft.com/office/drawing/2014/main" id="{DED5A314-6C6C-9E7C-C426-AA51EDF6C10A}"/>
                    </a:ext>
                  </a:extLst>
                </p:cNvPr>
                <p:cNvPicPr/>
                <p:nvPr/>
              </p:nvPicPr>
              <p:blipFill>
                <a:blip r:embed="rId143"/>
                <a:stretch>
                  <a:fillRect/>
                </a:stretch>
              </p:blipFill>
              <p:spPr>
                <a:xfrm>
                  <a:off x="4961265" y="5026335"/>
                  <a:ext cx="398880" cy="528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8" name="Ink 87">
                  <a:extLst>
                    <a:ext uri="{FF2B5EF4-FFF2-40B4-BE49-F238E27FC236}">
                      <a16:creationId xmlns:a16="http://schemas.microsoft.com/office/drawing/2014/main" id="{00CF70A2-CDDC-CD79-FDA0-7269E94D9073}"/>
                    </a:ext>
                  </a:extLst>
                </p14:cNvPr>
                <p14:cNvContentPartPr/>
                <p14:nvPr/>
              </p14:nvContentPartPr>
              <p14:xfrm>
                <a:off x="5167185" y="5307855"/>
                <a:ext cx="305640" cy="15840"/>
              </p14:xfrm>
            </p:contentPart>
          </mc:Choice>
          <mc:Fallback xmlns="">
            <p:pic>
              <p:nvPicPr>
                <p:cNvPr id="88" name="Ink 87">
                  <a:extLst>
                    <a:ext uri="{FF2B5EF4-FFF2-40B4-BE49-F238E27FC236}">
                      <a16:creationId xmlns:a16="http://schemas.microsoft.com/office/drawing/2014/main" id="{00CF70A2-CDDC-CD79-FDA0-7269E94D9073}"/>
                    </a:ext>
                  </a:extLst>
                </p:cNvPr>
                <p:cNvPicPr/>
                <p:nvPr/>
              </p:nvPicPr>
              <p:blipFill>
                <a:blip r:embed="rId145"/>
                <a:stretch>
                  <a:fillRect/>
                </a:stretch>
              </p:blipFill>
              <p:spPr>
                <a:xfrm>
                  <a:off x="5161065" y="5301735"/>
                  <a:ext cx="3178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9" name="Ink 88">
                  <a:extLst>
                    <a:ext uri="{FF2B5EF4-FFF2-40B4-BE49-F238E27FC236}">
                      <a16:creationId xmlns:a16="http://schemas.microsoft.com/office/drawing/2014/main" id="{BF23E177-6D7F-4B84-62A6-475C8EC5E06D}"/>
                    </a:ext>
                  </a:extLst>
                </p14:cNvPr>
                <p14:cNvContentPartPr/>
                <p14:nvPr/>
              </p14:nvContentPartPr>
              <p14:xfrm>
                <a:off x="5643825" y="5181855"/>
                <a:ext cx="346680" cy="329400"/>
              </p14:xfrm>
            </p:contentPart>
          </mc:Choice>
          <mc:Fallback xmlns="">
            <p:pic>
              <p:nvPicPr>
                <p:cNvPr id="89" name="Ink 88">
                  <a:extLst>
                    <a:ext uri="{FF2B5EF4-FFF2-40B4-BE49-F238E27FC236}">
                      <a16:creationId xmlns:a16="http://schemas.microsoft.com/office/drawing/2014/main" id="{BF23E177-6D7F-4B84-62A6-475C8EC5E06D}"/>
                    </a:ext>
                  </a:extLst>
                </p:cNvPr>
                <p:cNvPicPr/>
                <p:nvPr/>
              </p:nvPicPr>
              <p:blipFill>
                <a:blip r:embed="rId147"/>
                <a:stretch>
                  <a:fillRect/>
                </a:stretch>
              </p:blipFill>
              <p:spPr>
                <a:xfrm>
                  <a:off x="5637705" y="5175735"/>
                  <a:ext cx="35892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0" name="Ink 89">
                  <a:extLst>
                    <a:ext uri="{FF2B5EF4-FFF2-40B4-BE49-F238E27FC236}">
                      <a16:creationId xmlns:a16="http://schemas.microsoft.com/office/drawing/2014/main" id="{F60AD33A-B83D-0A24-2ACE-836FDC45EA83}"/>
                    </a:ext>
                  </a:extLst>
                </p14:cNvPr>
                <p14:cNvContentPartPr/>
                <p14:nvPr/>
              </p14:nvContentPartPr>
              <p14:xfrm>
                <a:off x="6136665" y="5163855"/>
                <a:ext cx="243720" cy="288720"/>
              </p14:xfrm>
            </p:contentPart>
          </mc:Choice>
          <mc:Fallback xmlns="">
            <p:pic>
              <p:nvPicPr>
                <p:cNvPr id="90" name="Ink 89">
                  <a:extLst>
                    <a:ext uri="{FF2B5EF4-FFF2-40B4-BE49-F238E27FC236}">
                      <a16:creationId xmlns:a16="http://schemas.microsoft.com/office/drawing/2014/main" id="{F60AD33A-B83D-0A24-2ACE-836FDC45EA83}"/>
                    </a:ext>
                  </a:extLst>
                </p:cNvPr>
                <p:cNvPicPr/>
                <p:nvPr/>
              </p:nvPicPr>
              <p:blipFill>
                <a:blip r:embed="rId149"/>
                <a:stretch>
                  <a:fillRect/>
                </a:stretch>
              </p:blipFill>
              <p:spPr>
                <a:xfrm>
                  <a:off x="6130545" y="5157735"/>
                  <a:ext cx="25596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3" name="Ink 92">
                  <a:extLst>
                    <a:ext uri="{FF2B5EF4-FFF2-40B4-BE49-F238E27FC236}">
                      <a16:creationId xmlns:a16="http://schemas.microsoft.com/office/drawing/2014/main" id="{17EA6955-E576-174F-7E9D-5A7F70F94370}"/>
                    </a:ext>
                  </a:extLst>
                </p14:cNvPr>
                <p14:cNvContentPartPr/>
                <p14:nvPr/>
              </p14:nvContentPartPr>
              <p14:xfrm>
                <a:off x="6668385" y="5068815"/>
                <a:ext cx="91440" cy="391680"/>
              </p14:xfrm>
            </p:contentPart>
          </mc:Choice>
          <mc:Fallback xmlns="">
            <p:pic>
              <p:nvPicPr>
                <p:cNvPr id="93" name="Ink 92">
                  <a:extLst>
                    <a:ext uri="{FF2B5EF4-FFF2-40B4-BE49-F238E27FC236}">
                      <a16:creationId xmlns:a16="http://schemas.microsoft.com/office/drawing/2014/main" id="{17EA6955-E576-174F-7E9D-5A7F70F94370}"/>
                    </a:ext>
                  </a:extLst>
                </p:cNvPr>
                <p:cNvPicPr/>
                <p:nvPr/>
              </p:nvPicPr>
              <p:blipFill>
                <a:blip r:embed="rId151"/>
                <a:stretch>
                  <a:fillRect/>
                </a:stretch>
              </p:blipFill>
              <p:spPr>
                <a:xfrm>
                  <a:off x="6662265" y="5062695"/>
                  <a:ext cx="10368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D29F3ACB-1B31-70DE-FB09-E37F27143D67}"/>
                    </a:ext>
                  </a:extLst>
                </p14:cNvPr>
                <p14:cNvContentPartPr/>
                <p14:nvPr/>
              </p14:nvContentPartPr>
              <p14:xfrm>
                <a:off x="6577665" y="5064855"/>
                <a:ext cx="249480" cy="142560"/>
              </p14:xfrm>
            </p:contentPart>
          </mc:Choice>
          <mc:Fallback xmlns="">
            <p:pic>
              <p:nvPicPr>
                <p:cNvPr id="94" name="Ink 93">
                  <a:extLst>
                    <a:ext uri="{FF2B5EF4-FFF2-40B4-BE49-F238E27FC236}">
                      <a16:creationId xmlns:a16="http://schemas.microsoft.com/office/drawing/2014/main" id="{D29F3ACB-1B31-70DE-FB09-E37F27143D67}"/>
                    </a:ext>
                  </a:extLst>
                </p:cNvPr>
                <p:cNvPicPr/>
                <p:nvPr/>
              </p:nvPicPr>
              <p:blipFill>
                <a:blip r:embed="rId153"/>
                <a:stretch>
                  <a:fillRect/>
                </a:stretch>
              </p:blipFill>
              <p:spPr>
                <a:xfrm>
                  <a:off x="6571545" y="5058735"/>
                  <a:ext cx="26172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D2753B1B-F7AA-8736-F53D-C997F098CAFF}"/>
                    </a:ext>
                  </a:extLst>
                </p14:cNvPr>
                <p14:cNvContentPartPr/>
                <p14:nvPr/>
              </p14:nvContentPartPr>
              <p14:xfrm>
                <a:off x="6954945" y="5070255"/>
                <a:ext cx="159120" cy="171000"/>
              </p14:xfrm>
            </p:contentPart>
          </mc:Choice>
          <mc:Fallback xmlns="">
            <p:pic>
              <p:nvPicPr>
                <p:cNvPr id="95" name="Ink 94">
                  <a:extLst>
                    <a:ext uri="{FF2B5EF4-FFF2-40B4-BE49-F238E27FC236}">
                      <a16:creationId xmlns:a16="http://schemas.microsoft.com/office/drawing/2014/main" id="{D2753B1B-F7AA-8736-F53D-C997F098CAFF}"/>
                    </a:ext>
                  </a:extLst>
                </p:cNvPr>
                <p:cNvPicPr/>
                <p:nvPr/>
              </p:nvPicPr>
              <p:blipFill>
                <a:blip r:embed="rId155"/>
                <a:stretch>
                  <a:fillRect/>
                </a:stretch>
              </p:blipFill>
              <p:spPr>
                <a:xfrm>
                  <a:off x="6948825" y="5064135"/>
                  <a:ext cx="171360" cy="183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3554E4AD-A95E-6D27-85C4-477E694BBCE4}"/>
                  </a:ext>
                </a:extLst>
              </p14:cNvPr>
              <p14:cNvContentPartPr/>
              <p14:nvPr/>
            </p14:nvContentPartPr>
            <p14:xfrm>
              <a:off x="7941345" y="5261415"/>
              <a:ext cx="698760" cy="38520"/>
            </p14:xfrm>
          </p:contentPart>
        </mc:Choice>
        <mc:Fallback xmlns="">
          <p:pic>
            <p:nvPicPr>
              <p:cNvPr id="96" name="Ink 95">
                <a:extLst>
                  <a:ext uri="{FF2B5EF4-FFF2-40B4-BE49-F238E27FC236}">
                    <a16:creationId xmlns:a16="http://schemas.microsoft.com/office/drawing/2014/main" id="{3554E4AD-A95E-6D27-85C4-477E694BBCE4}"/>
                  </a:ext>
                </a:extLst>
              </p:cNvPr>
              <p:cNvPicPr/>
              <p:nvPr/>
            </p:nvPicPr>
            <p:blipFill>
              <a:blip r:embed="rId157"/>
              <a:stretch>
                <a:fillRect/>
              </a:stretch>
            </p:blipFill>
            <p:spPr>
              <a:xfrm>
                <a:off x="7935225" y="5255295"/>
                <a:ext cx="711000" cy="50760"/>
              </a:xfrm>
              <a:prstGeom prst="rect">
                <a:avLst/>
              </a:prstGeom>
            </p:spPr>
          </p:pic>
        </mc:Fallback>
      </mc:AlternateContent>
      <p:grpSp>
        <p:nvGrpSpPr>
          <p:cNvPr id="105" name="Group 104">
            <a:extLst>
              <a:ext uri="{FF2B5EF4-FFF2-40B4-BE49-F238E27FC236}">
                <a16:creationId xmlns:a16="http://schemas.microsoft.com/office/drawing/2014/main" id="{57F19F55-B140-EEF2-8ABA-016A60929BF5}"/>
              </a:ext>
            </a:extLst>
          </p:cNvPr>
          <p:cNvGrpSpPr/>
          <p:nvPr/>
        </p:nvGrpSpPr>
        <p:grpSpPr>
          <a:xfrm>
            <a:off x="9586545" y="4811055"/>
            <a:ext cx="2265480" cy="620280"/>
            <a:chOff x="9586545" y="4811055"/>
            <a:chExt cx="2265480" cy="620280"/>
          </a:xfrm>
        </p:grpSpPr>
        <mc:AlternateContent xmlns:mc="http://schemas.openxmlformats.org/markup-compatibility/2006" xmlns:p14="http://schemas.microsoft.com/office/powerpoint/2010/main">
          <mc:Choice Requires="p14">
            <p:contentPart p14:bwMode="auto" r:id="rId158">
              <p14:nvContentPartPr>
                <p14:cNvPr id="97" name="Ink 96">
                  <a:extLst>
                    <a:ext uri="{FF2B5EF4-FFF2-40B4-BE49-F238E27FC236}">
                      <a16:creationId xmlns:a16="http://schemas.microsoft.com/office/drawing/2014/main" id="{E7F43ACE-EF0A-5DF6-727F-08CCE6635748}"/>
                    </a:ext>
                  </a:extLst>
                </p14:cNvPr>
                <p14:cNvContentPartPr/>
                <p14:nvPr/>
              </p14:nvContentPartPr>
              <p14:xfrm>
                <a:off x="9586545" y="4811055"/>
                <a:ext cx="598320" cy="510120"/>
              </p14:xfrm>
            </p:contentPart>
          </mc:Choice>
          <mc:Fallback xmlns="">
            <p:pic>
              <p:nvPicPr>
                <p:cNvPr id="97" name="Ink 96">
                  <a:extLst>
                    <a:ext uri="{FF2B5EF4-FFF2-40B4-BE49-F238E27FC236}">
                      <a16:creationId xmlns:a16="http://schemas.microsoft.com/office/drawing/2014/main" id="{E7F43ACE-EF0A-5DF6-727F-08CCE6635748}"/>
                    </a:ext>
                  </a:extLst>
                </p:cNvPr>
                <p:cNvPicPr/>
                <p:nvPr/>
              </p:nvPicPr>
              <p:blipFill>
                <a:blip r:embed="rId159"/>
                <a:stretch>
                  <a:fillRect/>
                </a:stretch>
              </p:blipFill>
              <p:spPr>
                <a:xfrm>
                  <a:off x="9580425" y="4804935"/>
                  <a:ext cx="610560" cy="5223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8" name="Ink 97">
                  <a:extLst>
                    <a:ext uri="{FF2B5EF4-FFF2-40B4-BE49-F238E27FC236}">
                      <a16:creationId xmlns:a16="http://schemas.microsoft.com/office/drawing/2014/main" id="{5E96F4D1-7A0A-D10C-2750-C3A6D68D82DD}"/>
                    </a:ext>
                  </a:extLst>
                </p14:cNvPr>
                <p14:cNvContentPartPr/>
                <p14:nvPr/>
              </p14:nvContentPartPr>
              <p14:xfrm>
                <a:off x="10360905" y="5147655"/>
                <a:ext cx="288360" cy="171720"/>
              </p14:xfrm>
            </p:contentPart>
          </mc:Choice>
          <mc:Fallback xmlns="">
            <p:pic>
              <p:nvPicPr>
                <p:cNvPr id="98" name="Ink 97">
                  <a:extLst>
                    <a:ext uri="{FF2B5EF4-FFF2-40B4-BE49-F238E27FC236}">
                      <a16:creationId xmlns:a16="http://schemas.microsoft.com/office/drawing/2014/main" id="{5E96F4D1-7A0A-D10C-2750-C3A6D68D82DD}"/>
                    </a:ext>
                  </a:extLst>
                </p:cNvPr>
                <p:cNvPicPr/>
                <p:nvPr/>
              </p:nvPicPr>
              <p:blipFill>
                <a:blip r:embed="rId161"/>
                <a:stretch>
                  <a:fillRect/>
                </a:stretch>
              </p:blipFill>
              <p:spPr>
                <a:xfrm>
                  <a:off x="10354785" y="5141535"/>
                  <a:ext cx="30060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973D8543-77B3-981C-584C-7CAB09F60FA0}"/>
                    </a:ext>
                  </a:extLst>
                </p14:cNvPr>
                <p14:cNvContentPartPr/>
                <p14:nvPr/>
              </p14:nvContentPartPr>
              <p14:xfrm>
                <a:off x="10836105" y="5128935"/>
                <a:ext cx="107280" cy="249480"/>
              </p14:xfrm>
            </p:contentPart>
          </mc:Choice>
          <mc:Fallback xmlns="">
            <p:pic>
              <p:nvPicPr>
                <p:cNvPr id="99" name="Ink 98">
                  <a:extLst>
                    <a:ext uri="{FF2B5EF4-FFF2-40B4-BE49-F238E27FC236}">
                      <a16:creationId xmlns:a16="http://schemas.microsoft.com/office/drawing/2014/main" id="{973D8543-77B3-981C-584C-7CAB09F60FA0}"/>
                    </a:ext>
                  </a:extLst>
                </p:cNvPr>
                <p:cNvPicPr/>
                <p:nvPr/>
              </p:nvPicPr>
              <p:blipFill>
                <a:blip r:embed="rId163"/>
                <a:stretch>
                  <a:fillRect/>
                </a:stretch>
              </p:blipFill>
              <p:spPr>
                <a:xfrm>
                  <a:off x="10829985" y="5122815"/>
                  <a:ext cx="11952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0" name="Ink 99">
                  <a:extLst>
                    <a:ext uri="{FF2B5EF4-FFF2-40B4-BE49-F238E27FC236}">
                      <a16:creationId xmlns:a16="http://schemas.microsoft.com/office/drawing/2014/main" id="{D60A2A1E-85F3-F939-B17E-6CED2E38BB07}"/>
                    </a:ext>
                  </a:extLst>
                </p14:cNvPr>
                <p14:cNvContentPartPr/>
                <p14:nvPr/>
              </p14:nvContentPartPr>
              <p14:xfrm>
                <a:off x="10953105" y="5046855"/>
                <a:ext cx="291600" cy="384480"/>
              </p14:xfrm>
            </p:contentPart>
          </mc:Choice>
          <mc:Fallback xmlns="">
            <p:pic>
              <p:nvPicPr>
                <p:cNvPr id="100" name="Ink 99">
                  <a:extLst>
                    <a:ext uri="{FF2B5EF4-FFF2-40B4-BE49-F238E27FC236}">
                      <a16:creationId xmlns:a16="http://schemas.microsoft.com/office/drawing/2014/main" id="{D60A2A1E-85F3-F939-B17E-6CED2E38BB07}"/>
                    </a:ext>
                  </a:extLst>
                </p:cNvPr>
                <p:cNvPicPr/>
                <p:nvPr/>
              </p:nvPicPr>
              <p:blipFill>
                <a:blip r:embed="rId165"/>
                <a:stretch>
                  <a:fillRect/>
                </a:stretch>
              </p:blipFill>
              <p:spPr>
                <a:xfrm>
                  <a:off x="10946985" y="5040735"/>
                  <a:ext cx="30384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1" name="Ink 100">
                  <a:extLst>
                    <a:ext uri="{FF2B5EF4-FFF2-40B4-BE49-F238E27FC236}">
                      <a16:creationId xmlns:a16="http://schemas.microsoft.com/office/drawing/2014/main" id="{D231598B-663A-E280-4D7C-C7E373080A20}"/>
                    </a:ext>
                  </a:extLst>
                </p14:cNvPr>
                <p14:cNvContentPartPr/>
                <p14:nvPr/>
              </p14:nvContentPartPr>
              <p14:xfrm>
                <a:off x="11531625" y="5262855"/>
                <a:ext cx="19800" cy="3600"/>
              </p14:xfrm>
            </p:contentPart>
          </mc:Choice>
          <mc:Fallback xmlns="">
            <p:pic>
              <p:nvPicPr>
                <p:cNvPr id="101" name="Ink 100">
                  <a:extLst>
                    <a:ext uri="{FF2B5EF4-FFF2-40B4-BE49-F238E27FC236}">
                      <a16:creationId xmlns:a16="http://schemas.microsoft.com/office/drawing/2014/main" id="{D231598B-663A-E280-4D7C-C7E373080A20}"/>
                    </a:ext>
                  </a:extLst>
                </p:cNvPr>
                <p:cNvPicPr/>
                <p:nvPr/>
              </p:nvPicPr>
              <p:blipFill>
                <a:blip r:embed="rId167"/>
                <a:stretch>
                  <a:fillRect/>
                </a:stretch>
              </p:blipFill>
              <p:spPr>
                <a:xfrm>
                  <a:off x="11525505" y="5256735"/>
                  <a:ext cx="320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2" name="Ink 101">
                  <a:extLst>
                    <a:ext uri="{FF2B5EF4-FFF2-40B4-BE49-F238E27FC236}">
                      <a16:creationId xmlns:a16="http://schemas.microsoft.com/office/drawing/2014/main" id="{3212B95E-3637-93F7-4A1E-12D3F89832DB}"/>
                    </a:ext>
                  </a:extLst>
                </p14:cNvPr>
                <p14:cNvContentPartPr/>
                <p14:nvPr/>
              </p14:nvContentPartPr>
              <p14:xfrm>
                <a:off x="11509305" y="5318295"/>
                <a:ext cx="169920" cy="100080"/>
              </p14:xfrm>
            </p:contentPart>
          </mc:Choice>
          <mc:Fallback xmlns="">
            <p:pic>
              <p:nvPicPr>
                <p:cNvPr id="102" name="Ink 101">
                  <a:extLst>
                    <a:ext uri="{FF2B5EF4-FFF2-40B4-BE49-F238E27FC236}">
                      <a16:creationId xmlns:a16="http://schemas.microsoft.com/office/drawing/2014/main" id="{3212B95E-3637-93F7-4A1E-12D3F89832DB}"/>
                    </a:ext>
                  </a:extLst>
                </p:cNvPr>
                <p:cNvPicPr/>
                <p:nvPr/>
              </p:nvPicPr>
              <p:blipFill>
                <a:blip r:embed="rId169"/>
                <a:stretch>
                  <a:fillRect/>
                </a:stretch>
              </p:blipFill>
              <p:spPr>
                <a:xfrm>
                  <a:off x="11503185" y="5312175"/>
                  <a:ext cx="18216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3" name="Ink 102">
                  <a:extLst>
                    <a:ext uri="{FF2B5EF4-FFF2-40B4-BE49-F238E27FC236}">
                      <a16:creationId xmlns:a16="http://schemas.microsoft.com/office/drawing/2014/main" id="{DAC9317E-42DC-4C56-8416-86EA69AFED56}"/>
                    </a:ext>
                  </a:extLst>
                </p14:cNvPr>
                <p14:cNvContentPartPr/>
                <p14:nvPr/>
              </p14:nvContentPartPr>
              <p14:xfrm>
                <a:off x="11800185" y="5388135"/>
                <a:ext cx="51840" cy="34200"/>
              </p14:xfrm>
            </p:contentPart>
          </mc:Choice>
          <mc:Fallback xmlns="">
            <p:pic>
              <p:nvPicPr>
                <p:cNvPr id="103" name="Ink 102">
                  <a:extLst>
                    <a:ext uri="{FF2B5EF4-FFF2-40B4-BE49-F238E27FC236}">
                      <a16:creationId xmlns:a16="http://schemas.microsoft.com/office/drawing/2014/main" id="{DAC9317E-42DC-4C56-8416-86EA69AFED56}"/>
                    </a:ext>
                  </a:extLst>
                </p:cNvPr>
                <p:cNvPicPr/>
                <p:nvPr/>
              </p:nvPicPr>
              <p:blipFill>
                <a:blip r:embed="rId171"/>
                <a:stretch>
                  <a:fillRect/>
                </a:stretch>
              </p:blipFill>
              <p:spPr>
                <a:xfrm>
                  <a:off x="11794065" y="5382015"/>
                  <a:ext cx="64080" cy="46440"/>
                </a:xfrm>
                <a:prstGeom prst="rect">
                  <a:avLst/>
                </a:prstGeom>
              </p:spPr>
            </p:pic>
          </mc:Fallback>
        </mc:AlternateContent>
      </p:grpSp>
      <p:grpSp>
        <p:nvGrpSpPr>
          <p:cNvPr id="114" name="Group 113">
            <a:extLst>
              <a:ext uri="{FF2B5EF4-FFF2-40B4-BE49-F238E27FC236}">
                <a16:creationId xmlns:a16="http://schemas.microsoft.com/office/drawing/2014/main" id="{A6FCEBF8-D08C-91C1-5333-33746F8EF107}"/>
              </a:ext>
            </a:extLst>
          </p:cNvPr>
          <p:cNvGrpSpPr/>
          <p:nvPr/>
        </p:nvGrpSpPr>
        <p:grpSpPr>
          <a:xfrm>
            <a:off x="342825" y="5920575"/>
            <a:ext cx="2666880" cy="529920"/>
            <a:chOff x="342825" y="5920575"/>
            <a:chExt cx="2666880" cy="529920"/>
          </a:xfrm>
        </p:grpSpPr>
        <mc:AlternateContent xmlns:mc="http://schemas.openxmlformats.org/markup-compatibility/2006" xmlns:p14="http://schemas.microsoft.com/office/powerpoint/2010/main">
          <mc:Choice Requires="p14">
            <p:contentPart p14:bwMode="auto" r:id="rId172">
              <p14:nvContentPartPr>
                <p14:cNvPr id="107" name="Ink 106">
                  <a:extLst>
                    <a:ext uri="{FF2B5EF4-FFF2-40B4-BE49-F238E27FC236}">
                      <a16:creationId xmlns:a16="http://schemas.microsoft.com/office/drawing/2014/main" id="{909B15D3-4EE2-CB66-0725-9C20F69E131C}"/>
                    </a:ext>
                  </a:extLst>
                </p14:cNvPr>
                <p14:cNvContentPartPr/>
                <p14:nvPr/>
              </p14:nvContentPartPr>
              <p14:xfrm>
                <a:off x="342825" y="5920575"/>
                <a:ext cx="1393560" cy="143640"/>
              </p14:xfrm>
            </p:contentPart>
          </mc:Choice>
          <mc:Fallback xmlns="">
            <p:pic>
              <p:nvPicPr>
                <p:cNvPr id="107" name="Ink 106">
                  <a:extLst>
                    <a:ext uri="{FF2B5EF4-FFF2-40B4-BE49-F238E27FC236}">
                      <a16:creationId xmlns:a16="http://schemas.microsoft.com/office/drawing/2014/main" id="{909B15D3-4EE2-CB66-0725-9C20F69E131C}"/>
                    </a:ext>
                  </a:extLst>
                </p:cNvPr>
                <p:cNvPicPr/>
                <p:nvPr/>
              </p:nvPicPr>
              <p:blipFill>
                <a:blip r:embed="rId173"/>
                <a:stretch>
                  <a:fillRect/>
                </a:stretch>
              </p:blipFill>
              <p:spPr>
                <a:xfrm>
                  <a:off x="336705" y="5914455"/>
                  <a:ext cx="14058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8" name="Ink 107">
                  <a:extLst>
                    <a:ext uri="{FF2B5EF4-FFF2-40B4-BE49-F238E27FC236}">
                      <a16:creationId xmlns:a16="http://schemas.microsoft.com/office/drawing/2014/main" id="{92FC2ED2-A5ED-7197-3C33-64D70E531002}"/>
                    </a:ext>
                  </a:extLst>
                </p14:cNvPr>
                <p14:cNvContentPartPr/>
                <p14:nvPr/>
              </p14:nvContentPartPr>
              <p14:xfrm>
                <a:off x="1337145" y="6014535"/>
                <a:ext cx="174240" cy="416880"/>
              </p14:xfrm>
            </p:contentPart>
          </mc:Choice>
          <mc:Fallback xmlns="">
            <p:pic>
              <p:nvPicPr>
                <p:cNvPr id="108" name="Ink 107">
                  <a:extLst>
                    <a:ext uri="{FF2B5EF4-FFF2-40B4-BE49-F238E27FC236}">
                      <a16:creationId xmlns:a16="http://schemas.microsoft.com/office/drawing/2014/main" id="{92FC2ED2-A5ED-7197-3C33-64D70E531002}"/>
                    </a:ext>
                  </a:extLst>
                </p:cNvPr>
                <p:cNvPicPr/>
                <p:nvPr/>
              </p:nvPicPr>
              <p:blipFill>
                <a:blip r:embed="rId175"/>
                <a:stretch>
                  <a:fillRect/>
                </a:stretch>
              </p:blipFill>
              <p:spPr>
                <a:xfrm>
                  <a:off x="1331025" y="6008415"/>
                  <a:ext cx="18648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9" name="Ink 108">
                  <a:extLst>
                    <a:ext uri="{FF2B5EF4-FFF2-40B4-BE49-F238E27FC236}">
                      <a16:creationId xmlns:a16="http://schemas.microsoft.com/office/drawing/2014/main" id="{815A4F76-7A76-4F7B-DAE0-ECBEF53C9B93}"/>
                    </a:ext>
                  </a:extLst>
                </p14:cNvPr>
                <p14:cNvContentPartPr/>
                <p14:nvPr/>
              </p14:nvContentPartPr>
              <p14:xfrm>
                <a:off x="1766985" y="6090135"/>
                <a:ext cx="816480" cy="360360"/>
              </p14:xfrm>
            </p:contentPart>
          </mc:Choice>
          <mc:Fallback xmlns="">
            <p:pic>
              <p:nvPicPr>
                <p:cNvPr id="109" name="Ink 108">
                  <a:extLst>
                    <a:ext uri="{FF2B5EF4-FFF2-40B4-BE49-F238E27FC236}">
                      <a16:creationId xmlns:a16="http://schemas.microsoft.com/office/drawing/2014/main" id="{815A4F76-7A76-4F7B-DAE0-ECBEF53C9B93}"/>
                    </a:ext>
                  </a:extLst>
                </p:cNvPr>
                <p:cNvPicPr/>
                <p:nvPr/>
              </p:nvPicPr>
              <p:blipFill>
                <a:blip r:embed="rId177"/>
                <a:stretch>
                  <a:fillRect/>
                </a:stretch>
              </p:blipFill>
              <p:spPr>
                <a:xfrm>
                  <a:off x="1760865" y="6084015"/>
                  <a:ext cx="82872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EAAF4271-33E3-403B-1E2D-9C3582BB8F80}"/>
                    </a:ext>
                  </a:extLst>
                </p14:cNvPr>
                <p14:cNvContentPartPr/>
                <p14:nvPr/>
              </p14:nvContentPartPr>
              <p14:xfrm>
                <a:off x="2626305" y="6086535"/>
                <a:ext cx="383400" cy="83520"/>
              </p14:xfrm>
            </p:contentPart>
          </mc:Choice>
          <mc:Fallback xmlns="">
            <p:pic>
              <p:nvPicPr>
                <p:cNvPr id="110" name="Ink 109">
                  <a:extLst>
                    <a:ext uri="{FF2B5EF4-FFF2-40B4-BE49-F238E27FC236}">
                      <a16:creationId xmlns:a16="http://schemas.microsoft.com/office/drawing/2014/main" id="{EAAF4271-33E3-403B-1E2D-9C3582BB8F80}"/>
                    </a:ext>
                  </a:extLst>
                </p:cNvPr>
                <p:cNvPicPr/>
                <p:nvPr/>
              </p:nvPicPr>
              <p:blipFill>
                <a:blip r:embed="rId179"/>
                <a:stretch>
                  <a:fillRect/>
                </a:stretch>
              </p:blipFill>
              <p:spPr>
                <a:xfrm>
                  <a:off x="2620185" y="6080415"/>
                  <a:ext cx="395640" cy="95760"/>
                </a:xfrm>
                <a:prstGeom prst="rect">
                  <a:avLst/>
                </a:prstGeom>
              </p:spPr>
            </p:pic>
          </mc:Fallback>
        </mc:AlternateContent>
      </p:grpSp>
      <p:grpSp>
        <p:nvGrpSpPr>
          <p:cNvPr id="113" name="Group 112">
            <a:extLst>
              <a:ext uri="{FF2B5EF4-FFF2-40B4-BE49-F238E27FC236}">
                <a16:creationId xmlns:a16="http://schemas.microsoft.com/office/drawing/2014/main" id="{46AAA495-8862-F788-D054-99D0B7B57F9E}"/>
              </a:ext>
            </a:extLst>
          </p:cNvPr>
          <p:cNvGrpSpPr/>
          <p:nvPr/>
        </p:nvGrpSpPr>
        <p:grpSpPr>
          <a:xfrm>
            <a:off x="3959025" y="5817255"/>
            <a:ext cx="669600" cy="452160"/>
            <a:chOff x="3959025" y="5817255"/>
            <a:chExt cx="669600" cy="452160"/>
          </a:xfrm>
        </p:grpSpPr>
        <mc:AlternateContent xmlns:mc="http://schemas.openxmlformats.org/markup-compatibility/2006" xmlns:p14="http://schemas.microsoft.com/office/powerpoint/2010/main">
          <mc:Choice Requires="p14">
            <p:contentPart p14:bwMode="auto" r:id="rId180">
              <p14:nvContentPartPr>
                <p14:cNvPr id="111" name="Ink 110">
                  <a:extLst>
                    <a:ext uri="{FF2B5EF4-FFF2-40B4-BE49-F238E27FC236}">
                      <a16:creationId xmlns:a16="http://schemas.microsoft.com/office/drawing/2014/main" id="{4DE437AD-1049-F269-AADC-BD0EEA40D8A3}"/>
                    </a:ext>
                  </a:extLst>
                </p14:cNvPr>
                <p14:cNvContentPartPr/>
                <p14:nvPr/>
              </p14:nvContentPartPr>
              <p14:xfrm>
                <a:off x="3959025" y="6032175"/>
                <a:ext cx="562680" cy="38160"/>
              </p14:xfrm>
            </p:contentPart>
          </mc:Choice>
          <mc:Fallback xmlns="">
            <p:pic>
              <p:nvPicPr>
                <p:cNvPr id="111" name="Ink 110">
                  <a:extLst>
                    <a:ext uri="{FF2B5EF4-FFF2-40B4-BE49-F238E27FC236}">
                      <a16:creationId xmlns:a16="http://schemas.microsoft.com/office/drawing/2014/main" id="{4DE437AD-1049-F269-AADC-BD0EEA40D8A3}"/>
                    </a:ext>
                  </a:extLst>
                </p:cNvPr>
                <p:cNvPicPr/>
                <p:nvPr/>
              </p:nvPicPr>
              <p:blipFill>
                <a:blip r:embed="rId181"/>
                <a:stretch>
                  <a:fillRect/>
                </a:stretch>
              </p:blipFill>
              <p:spPr>
                <a:xfrm>
                  <a:off x="3952905" y="6026055"/>
                  <a:ext cx="5749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2" name="Ink 111">
                  <a:extLst>
                    <a:ext uri="{FF2B5EF4-FFF2-40B4-BE49-F238E27FC236}">
                      <a16:creationId xmlns:a16="http://schemas.microsoft.com/office/drawing/2014/main" id="{388F949F-66BD-82EE-5580-1133002EDE48}"/>
                    </a:ext>
                  </a:extLst>
                </p14:cNvPr>
                <p14:cNvContentPartPr/>
                <p14:nvPr/>
              </p14:nvContentPartPr>
              <p14:xfrm>
                <a:off x="4402545" y="5817255"/>
                <a:ext cx="226080" cy="452160"/>
              </p14:xfrm>
            </p:contentPart>
          </mc:Choice>
          <mc:Fallback xmlns="">
            <p:pic>
              <p:nvPicPr>
                <p:cNvPr id="112" name="Ink 111">
                  <a:extLst>
                    <a:ext uri="{FF2B5EF4-FFF2-40B4-BE49-F238E27FC236}">
                      <a16:creationId xmlns:a16="http://schemas.microsoft.com/office/drawing/2014/main" id="{388F949F-66BD-82EE-5580-1133002EDE48}"/>
                    </a:ext>
                  </a:extLst>
                </p:cNvPr>
                <p:cNvPicPr/>
                <p:nvPr/>
              </p:nvPicPr>
              <p:blipFill>
                <a:blip r:embed="rId183"/>
                <a:stretch>
                  <a:fillRect/>
                </a:stretch>
              </p:blipFill>
              <p:spPr>
                <a:xfrm>
                  <a:off x="4396425" y="5811135"/>
                  <a:ext cx="238320" cy="464400"/>
                </a:xfrm>
                <a:prstGeom prst="rect">
                  <a:avLst/>
                </a:prstGeom>
              </p:spPr>
            </p:pic>
          </mc:Fallback>
        </mc:AlternateContent>
      </p:grpSp>
      <p:grpSp>
        <p:nvGrpSpPr>
          <p:cNvPr id="121" name="Group 120">
            <a:extLst>
              <a:ext uri="{FF2B5EF4-FFF2-40B4-BE49-F238E27FC236}">
                <a16:creationId xmlns:a16="http://schemas.microsoft.com/office/drawing/2014/main" id="{8C08C063-6DE3-741F-64E1-7D81B962965D}"/>
              </a:ext>
            </a:extLst>
          </p:cNvPr>
          <p:cNvGrpSpPr/>
          <p:nvPr/>
        </p:nvGrpSpPr>
        <p:grpSpPr>
          <a:xfrm>
            <a:off x="5414145" y="5667135"/>
            <a:ext cx="1891440" cy="554760"/>
            <a:chOff x="5414145" y="5667135"/>
            <a:chExt cx="1891440" cy="554760"/>
          </a:xfrm>
        </p:grpSpPr>
        <mc:AlternateContent xmlns:mc="http://schemas.openxmlformats.org/markup-compatibility/2006" xmlns:p14="http://schemas.microsoft.com/office/powerpoint/2010/main">
          <mc:Choice Requires="p14">
            <p:contentPart p14:bwMode="auto" r:id="rId184">
              <p14:nvContentPartPr>
                <p14:cNvPr id="115" name="Ink 114">
                  <a:extLst>
                    <a:ext uri="{FF2B5EF4-FFF2-40B4-BE49-F238E27FC236}">
                      <a16:creationId xmlns:a16="http://schemas.microsoft.com/office/drawing/2014/main" id="{5B6CC88E-AEC9-0756-07D8-E10F5790C658}"/>
                    </a:ext>
                  </a:extLst>
                </p14:cNvPr>
                <p14:cNvContentPartPr/>
                <p14:nvPr/>
              </p14:nvContentPartPr>
              <p14:xfrm>
                <a:off x="5414145" y="5779815"/>
                <a:ext cx="308880" cy="442080"/>
              </p14:xfrm>
            </p:contentPart>
          </mc:Choice>
          <mc:Fallback xmlns="">
            <p:pic>
              <p:nvPicPr>
                <p:cNvPr id="115" name="Ink 114">
                  <a:extLst>
                    <a:ext uri="{FF2B5EF4-FFF2-40B4-BE49-F238E27FC236}">
                      <a16:creationId xmlns:a16="http://schemas.microsoft.com/office/drawing/2014/main" id="{5B6CC88E-AEC9-0756-07D8-E10F5790C658}"/>
                    </a:ext>
                  </a:extLst>
                </p:cNvPr>
                <p:cNvPicPr/>
                <p:nvPr/>
              </p:nvPicPr>
              <p:blipFill>
                <a:blip r:embed="rId185"/>
                <a:stretch>
                  <a:fillRect/>
                </a:stretch>
              </p:blipFill>
              <p:spPr>
                <a:xfrm>
                  <a:off x="5408025" y="5773695"/>
                  <a:ext cx="321120" cy="4543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6" name="Ink 115">
                  <a:extLst>
                    <a:ext uri="{FF2B5EF4-FFF2-40B4-BE49-F238E27FC236}">
                      <a16:creationId xmlns:a16="http://schemas.microsoft.com/office/drawing/2014/main" id="{BA80378B-7F6D-DEB5-17A2-A7994A17EF73}"/>
                    </a:ext>
                  </a:extLst>
                </p14:cNvPr>
                <p14:cNvContentPartPr/>
                <p14:nvPr/>
              </p14:nvContentPartPr>
              <p14:xfrm>
                <a:off x="5592345" y="5847135"/>
                <a:ext cx="599400" cy="258480"/>
              </p14:xfrm>
            </p:contentPart>
          </mc:Choice>
          <mc:Fallback xmlns="">
            <p:pic>
              <p:nvPicPr>
                <p:cNvPr id="116" name="Ink 115">
                  <a:extLst>
                    <a:ext uri="{FF2B5EF4-FFF2-40B4-BE49-F238E27FC236}">
                      <a16:creationId xmlns:a16="http://schemas.microsoft.com/office/drawing/2014/main" id="{BA80378B-7F6D-DEB5-17A2-A7994A17EF73}"/>
                    </a:ext>
                  </a:extLst>
                </p:cNvPr>
                <p:cNvPicPr/>
                <p:nvPr/>
              </p:nvPicPr>
              <p:blipFill>
                <a:blip r:embed="rId187"/>
                <a:stretch>
                  <a:fillRect/>
                </a:stretch>
              </p:blipFill>
              <p:spPr>
                <a:xfrm>
                  <a:off x="5586225" y="5841015"/>
                  <a:ext cx="61164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7" name="Ink 116">
                  <a:extLst>
                    <a:ext uri="{FF2B5EF4-FFF2-40B4-BE49-F238E27FC236}">
                      <a16:creationId xmlns:a16="http://schemas.microsoft.com/office/drawing/2014/main" id="{2EC1A74D-0C96-87CA-63C8-171C4190A0D3}"/>
                    </a:ext>
                  </a:extLst>
                </p14:cNvPr>
                <p14:cNvContentPartPr/>
                <p14:nvPr/>
              </p14:nvContentPartPr>
              <p14:xfrm>
                <a:off x="6363105" y="5887095"/>
                <a:ext cx="200160" cy="181080"/>
              </p14:xfrm>
            </p:contentPart>
          </mc:Choice>
          <mc:Fallback xmlns="">
            <p:pic>
              <p:nvPicPr>
                <p:cNvPr id="117" name="Ink 116">
                  <a:extLst>
                    <a:ext uri="{FF2B5EF4-FFF2-40B4-BE49-F238E27FC236}">
                      <a16:creationId xmlns:a16="http://schemas.microsoft.com/office/drawing/2014/main" id="{2EC1A74D-0C96-87CA-63C8-171C4190A0D3}"/>
                    </a:ext>
                  </a:extLst>
                </p:cNvPr>
                <p:cNvPicPr/>
                <p:nvPr/>
              </p:nvPicPr>
              <p:blipFill>
                <a:blip r:embed="rId189"/>
                <a:stretch>
                  <a:fillRect/>
                </a:stretch>
              </p:blipFill>
              <p:spPr>
                <a:xfrm>
                  <a:off x="6356985" y="5880975"/>
                  <a:ext cx="21240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8" name="Ink 117">
                  <a:extLst>
                    <a:ext uri="{FF2B5EF4-FFF2-40B4-BE49-F238E27FC236}">
                      <a16:creationId xmlns:a16="http://schemas.microsoft.com/office/drawing/2014/main" id="{70EA74F4-C8E8-2782-7BFA-26486C213239}"/>
                    </a:ext>
                  </a:extLst>
                </p14:cNvPr>
                <p14:cNvContentPartPr/>
                <p14:nvPr/>
              </p14:nvContentPartPr>
              <p14:xfrm>
                <a:off x="6986985" y="5667135"/>
                <a:ext cx="122760" cy="474480"/>
              </p14:xfrm>
            </p:contentPart>
          </mc:Choice>
          <mc:Fallback xmlns="">
            <p:pic>
              <p:nvPicPr>
                <p:cNvPr id="118" name="Ink 117">
                  <a:extLst>
                    <a:ext uri="{FF2B5EF4-FFF2-40B4-BE49-F238E27FC236}">
                      <a16:creationId xmlns:a16="http://schemas.microsoft.com/office/drawing/2014/main" id="{70EA74F4-C8E8-2782-7BFA-26486C213239}"/>
                    </a:ext>
                  </a:extLst>
                </p:cNvPr>
                <p:cNvPicPr/>
                <p:nvPr/>
              </p:nvPicPr>
              <p:blipFill>
                <a:blip r:embed="rId191"/>
                <a:stretch>
                  <a:fillRect/>
                </a:stretch>
              </p:blipFill>
              <p:spPr>
                <a:xfrm>
                  <a:off x="6980865" y="5661015"/>
                  <a:ext cx="135000" cy="4867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9" name="Ink 118">
                  <a:extLst>
                    <a:ext uri="{FF2B5EF4-FFF2-40B4-BE49-F238E27FC236}">
                      <a16:creationId xmlns:a16="http://schemas.microsoft.com/office/drawing/2014/main" id="{5DADE43C-E23D-3AAB-26E9-C1FAD5A745FD}"/>
                    </a:ext>
                  </a:extLst>
                </p14:cNvPr>
                <p14:cNvContentPartPr/>
                <p14:nvPr/>
              </p14:nvContentPartPr>
              <p14:xfrm>
                <a:off x="6681345" y="5964855"/>
                <a:ext cx="624240" cy="181800"/>
              </p14:xfrm>
            </p:contentPart>
          </mc:Choice>
          <mc:Fallback xmlns="">
            <p:pic>
              <p:nvPicPr>
                <p:cNvPr id="119" name="Ink 118">
                  <a:extLst>
                    <a:ext uri="{FF2B5EF4-FFF2-40B4-BE49-F238E27FC236}">
                      <a16:creationId xmlns:a16="http://schemas.microsoft.com/office/drawing/2014/main" id="{5DADE43C-E23D-3AAB-26E9-C1FAD5A745FD}"/>
                    </a:ext>
                  </a:extLst>
                </p:cNvPr>
                <p:cNvPicPr/>
                <p:nvPr/>
              </p:nvPicPr>
              <p:blipFill>
                <a:blip r:embed="rId193"/>
                <a:stretch>
                  <a:fillRect/>
                </a:stretch>
              </p:blipFill>
              <p:spPr>
                <a:xfrm>
                  <a:off x="6675225" y="5958735"/>
                  <a:ext cx="636480" cy="194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4">
            <p14:nvContentPartPr>
              <p14:cNvPr id="120" name="Ink 119">
                <a:extLst>
                  <a:ext uri="{FF2B5EF4-FFF2-40B4-BE49-F238E27FC236}">
                    <a16:creationId xmlns:a16="http://schemas.microsoft.com/office/drawing/2014/main" id="{BAEB2DF5-6A82-AD9B-1302-1ECC66AFA3F8}"/>
                  </a:ext>
                </a:extLst>
              </p14:cNvPr>
              <p14:cNvContentPartPr/>
              <p14:nvPr/>
            </p14:nvContentPartPr>
            <p14:xfrm>
              <a:off x="8152665" y="6027135"/>
              <a:ext cx="556920" cy="46800"/>
            </p14:xfrm>
          </p:contentPart>
        </mc:Choice>
        <mc:Fallback xmlns="">
          <p:pic>
            <p:nvPicPr>
              <p:cNvPr id="120" name="Ink 119">
                <a:extLst>
                  <a:ext uri="{FF2B5EF4-FFF2-40B4-BE49-F238E27FC236}">
                    <a16:creationId xmlns:a16="http://schemas.microsoft.com/office/drawing/2014/main" id="{BAEB2DF5-6A82-AD9B-1302-1ECC66AFA3F8}"/>
                  </a:ext>
                </a:extLst>
              </p:cNvPr>
              <p:cNvPicPr/>
              <p:nvPr/>
            </p:nvPicPr>
            <p:blipFill>
              <a:blip r:embed="rId195"/>
              <a:stretch>
                <a:fillRect/>
              </a:stretch>
            </p:blipFill>
            <p:spPr>
              <a:xfrm>
                <a:off x="8146545" y="6021015"/>
                <a:ext cx="569160" cy="59040"/>
              </a:xfrm>
              <a:prstGeom prst="rect">
                <a:avLst/>
              </a:prstGeom>
            </p:spPr>
          </p:pic>
        </mc:Fallback>
      </mc:AlternateContent>
      <p:grpSp>
        <p:nvGrpSpPr>
          <p:cNvPr id="134" name="Group 133">
            <a:extLst>
              <a:ext uri="{FF2B5EF4-FFF2-40B4-BE49-F238E27FC236}">
                <a16:creationId xmlns:a16="http://schemas.microsoft.com/office/drawing/2014/main" id="{085BDD44-20A5-5CF4-0334-ABEBE817C817}"/>
              </a:ext>
            </a:extLst>
          </p:cNvPr>
          <p:cNvGrpSpPr/>
          <p:nvPr/>
        </p:nvGrpSpPr>
        <p:grpSpPr>
          <a:xfrm>
            <a:off x="9504465" y="5612415"/>
            <a:ext cx="1732320" cy="583920"/>
            <a:chOff x="9504465" y="5612415"/>
            <a:chExt cx="1732320" cy="583920"/>
          </a:xfrm>
        </p:grpSpPr>
        <mc:AlternateContent xmlns:mc="http://schemas.openxmlformats.org/markup-compatibility/2006" xmlns:p14="http://schemas.microsoft.com/office/powerpoint/2010/main">
          <mc:Choice Requires="p14">
            <p:contentPart p14:bwMode="auto" r:id="rId196">
              <p14:nvContentPartPr>
                <p14:cNvPr id="122" name="Ink 121">
                  <a:extLst>
                    <a:ext uri="{FF2B5EF4-FFF2-40B4-BE49-F238E27FC236}">
                      <a16:creationId xmlns:a16="http://schemas.microsoft.com/office/drawing/2014/main" id="{AD57384D-5171-FA80-A586-2E170FA7D978}"/>
                    </a:ext>
                  </a:extLst>
                </p14:cNvPr>
                <p14:cNvContentPartPr/>
                <p14:nvPr/>
              </p14:nvContentPartPr>
              <p14:xfrm>
                <a:off x="9504465" y="5738055"/>
                <a:ext cx="61560" cy="338760"/>
              </p14:xfrm>
            </p:contentPart>
          </mc:Choice>
          <mc:Fallback xmlns="">
            <p:pic>
              <p:nvPicPr>
                <p:cNvPr id="122" name="Ink 121">
                  <a:extLst>
                    <a:ext uri="{FF2B5EF4-FFF2-40B4-BE49-F238E27FC236}">
                      <a16:creationId xmlns:a16="http://schemas.microsoft.com/office/drawing/2014/main" id="{AD57384D-5171-FA80-A586-2E170FA7D978}"/>
                    </a:ext>
                  </a:extLst>
                </p:cNvPr>
                <p:cNvPicPr/>
                <p:nvPr/>
              </p:nvPicPr>
              <p:blipFill>
                <a:blip r:embed="rId197"/>
                <a:stretch>
                  <a:fillRect/>
                </a:stretch>
              </p:blipFill>
              <p:spPr>
                <a:xfrm>
                  <a:off x="9498345" y="5731935"/>
                  <a:ext cx="7380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3" name="Ink 122">
                  <a:extLst>
                    <a:ext uri="{FF2B5EF4-FFF2-40B4-BE49-F238E27FC236}">
                      <a16:creationId xmlns:a16="http://schemas.microsoft.com/office/drawing/2014/main" id="{48E6A302-A7BA-D689-CDFD-55ED773B29CC}"/>
                    </a:ext>
                  </a:extLst>
                </p14:cNvPr>
                <p14:cNvContentPartPr/>
                <p14:nvPr/>
              </p14:nvContentPartPr>
              <p14:xfrm>
                <a:off x="9534705" y="5911215"/>
                <a:ext cx="404280" cy="208080"/>
              </p14:xfrm>
            </p:contentPart>
          </mc:Choice>
          <mc:Fallback xmlns="">
            <p:pic>
              <p:nvPicPr>
                <p:cNvPr id="123" name="Ink 122">
                  <a:extLst>
                    <a:ext uri="{FF2B5EF4-FFF2-40B4-BE49-F238E27FC236}">
                      <a16:creationId xmlns:a16="http://schemas.microsoft.com/office/drawing/2014/main" id="{48E6A302-A7BA-D689-CDFD-55ED773B29CC}"/>
                    </a:ext>
                  </a:extLst>
                </p:cNvPr>
                <p:cNvPicPr/>
                <p:nvPr/>
              </p:nvPicPr>
              <p:blipFill>
                <a:blip r:embed="rId199"/>
                <a:stretch>
                  <a:fillRect/>
                </a:stretch>
              </p:blipFill>
              <p:spPr>
                <a:xfrm>
                  <a:off x="9528585" y="5905095"/>
                  <a:ext cx="4165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4" name="Ink 123">
                  <a:extLst>
                    <a:ext uri="{FF2B5EF4-FFF2-40B4-BE49-F238E27FC236}">
                      <a16:creationId xmlns:a16="http://schemas.microsoft.com/office/drawing/2014/main" id="{1421BEF5-7B48-C850-5267-495875F610AF}"/>
                    </a:ext>
                  </a:extLst>
                </p14:cNvPr>
                <p14:cNvContentPartPr/>
                <p14:nvPr/>
              </p14:nvContentPartPr>
              <p14:xfrm>
                <a:off x="10121145" y="5805735"/>
                <a:ext cx="67680" cy="71280"/>
              </p14:xfrm>
            </p:contentPart>
          </mc:Choice>
          <mc:Fallback xmlns="">
            <p:pic>
              <p:nvPicPr>
                <p:cNvPr id="124" name="Ink 123">
                  <a:extLst>
                    <a:ext uri="{FF2B5EF4-FFF2-40B4-BE49-F238E27FC236}">
                      <a16:creationId xmlns:a16="http://schemas.microsoft.com/office/drawing/2014/main" id="{1421BEF5-7B48-C850-5267-495875F610AF}"/>
                    </a:ext>
                  </a:extLst>
                </p:cNvPr>
                <p:cNvPicPr/>
                <p:nvPr/>
              </p:nvPicPr>
              <p:blipFill>
                <a:blip r:embed="rId201"/>
                <a:stretch>
                  <a:fillRect/>
                </a:stretch>
              </p:blipFill>
              <p:spPr>
                <a:xfrm>
                  <a:off x="10115025" y="5799615"/>
                  <a:ext cx="799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5" name="Ink 124">
                  <a:extLst>
                    <a:ext uri="{FF2B5EF4-FFF2-40B4-BE49-F238E27FC236}">
                      <a16:creationId xmlns:a16="http://schemas.microsoft.com/office/drawing/2014/main" id="{2AD584BE-768A-A419-0734-896908ACBD18}"/>
                    </a:ext>
                  </a:extLst>
                </p14:cNvPr>
                <p14:cNvContentPartPr/>
                <p14:nvPr/>
              </p14:nvContentPartPr>
              <p14:xfrm>
                <a:off x="10342545" y="5905815"/>
                <a:ext cx="40680" cy="149400"/>
              </p14:xfrm>
            </p:contentPart>
          </mc:Choice>
          <mc:Fallback xmlns="">
            <p:pic>
              <p:nvPicPr>
                <p:cNvPr id="125" name="Ink 124">
                  <a:extLst>
                    <a:ext uri="{FF2B5EF4-FFF2-40B4-BE49-F238E27FC236}">
                      <a16:creationId xmlns:a16="http://schemas.microsoft.com/office/drawing/2014/main" id="{2AD584BE-768A-A419-0734-896908ACBD18}"/>
                    </a:ext>
                  </a:extLst>
                </p:cNvPr>
                <p:cNvPicPr/>
                <p:nvPr/>
              </p:nvPicPr>
              <p:blipFill>
                <a:blip r:embed="rId203"/>
                <a:stretch>
                  <a:fillRect/>
                </a:stretch>
              </p:blipFill>
              <p:spPr>
                <a:xfrm>
                  <a:off x="10336425" y="5899695"/>
                  <a:ext cx="5292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6" name="Ink 125">
                  <a:extLst>
                    <a:ext uri="{FF2B5EF4-FFF2-40B4-BE49-F238E27FC236}">
                      <a16:creationId xmlns:a16="http://schemas.microsoft.com/office/drawing/2014/main" id="{065EB108-1E58-7551-6D6A-C3777566FE04}"/>
                    </a:ext>
                  </a:extLst>
                </p14:cNvPr>
                <p14:cNvContentPartPr/>
                <p14:nvPr/>
              </p14:nvContentPartPr>
              <p14:xfrm>
                <a:off x="10410225" y="5612415"/>
                <a:ext cx="110160" cy="69120"/>
              </p14:xfrm>
            </p:contentPart>
          </mc:Choice>
          <mc:Fallback xmlns="">
            <p:pic>
              <p:nvPicPr>
                <p:cNvPr id="126" name="Ink 125">
                  <a:extLst>
                    <a:ext uri="{FF2B5EF4-FFF2-40B4-BE49-F238E27FC236}">
                      <a16:creationId xmlns:a16="http://schemas.microsoft.com/office/drawing/2014/main" id="{065EB108-1E58-7551-6D6A-C3777566FE04}"/>
                    </a:ext>
                  </a:extLst>
                </p:cNvPr>
                <p:cNvPicPr/>
                <p:nvPr/>
              </p:nvPicPr>
              <p:blipFill>
                <a:blip r:embed="rId205"/>
                <a:stretch>
                  <a:fillRect/>
                </a:stretch>
              </p:blipFill>
              <p:spPr>
                <a:xfrm>
                  <a:off x="10404105" y="5606295"/>
                  <a:ext cx="1224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7" name="Ink 126">
                  <a:extLst>
                    <a:ext uri="{FF2B5EF4-FFF2-40B4-BE49-F238E27FC236}">
                      <a16:creationId xmlns:a16="http://schemas.microsoft.com/office/drawing/2014/main" id="{C0543B82-4801-0AE5-2EA4-7B582E614817}"/>
                    </a:ext>
                  </a:extLst>
                </p14:cNvPr>
                <p14:cNvContentPartPr/>
                <p14:nvPr/>
              </p14:nvContentPartPr>
              <p14:xfrm>
                <a:off x="10498785" y="5870895"/>
                <a:ext cx="738000" cy="325440"/>
              </p14:xfrm>
            </p:contentPart>
          </mc:Choice>
          <mc:Fallback xmlns="">
            <p:pic>
              <p:nvPicPr>
                <p:cNvPr id="127" name="Ink 126">
                  <a:extLst>
                    <a:ext uri="{FF2B5EF4-FFF2-40B4-BE49-F238E27FC236}">
                      <a16:creationId xmlns:a16="http://schemas.microsoft.com/office/drawing/2014/main" id="{C0543B82-4801-0AE5-2EA4-7B582E614817}"/>
                    </a:ext>
                  </a:extLst>
                </p:cNvPr>
                <p:cNvPicPr/>
                <p:nvPr/>
              </p:nvPicPr>
              <p:blipFill>
                <a:blip r:embed="rId207"/>
                <a:stretch>
                  <a:fillRect/>
                </a:stretch>
              </p:blipFill>
              <p:spPr>
                <a:xfrm>
                  <a:off x="10492665" y="5864775"/>
                  <a:ext cx="750240" cy="337680"/>
                </a:xfrm>
                <a:prstGeom prst="rect">
                  <a:avLst/>
                </a:prstGeom>
              </p:spPr>
            </p:pic>
          </mc:Fallback>
        </mc:AlternateContent>
      </p:grpSp>
      <p:grpSp>
        <p:nvGrpSpPr>
          <p:cNvPr id="133" name="Group 132">
            <a:extLst>
              <a:ext uri="{FF2B5EF4-FFF2-40B4-BE49-F238E27FC236}">
                <a16:creationId xmlns:a16="http://schemas.microsoft.com/office/drawing/2014/main" id="{E2BDA825-D1AF-F9CA-C495-9C7201B771A8}"/>
              </a:ext>
            </a:extLst>
          </p:cNvPr>
          <p:cNvGrpSpPr/>
          <p:nvPr/>
        </p:nvGrpSpPr>
        <p:grpSpPr>
          <a:xfrm>
            <a:off x="10060305" y="6317295"/>
            <a:ext cx="1542600" cy="310320"/>
            <a:chOff x="10060305" y="6317295"/>
            <a:chExt cx="1542600" cy="310320"/>
          </a:xfrm>
        </p:grpSpPr>
        <mc:AlternateContent xmlns:mc="http://schemas.openxmlformats.org/markup-compatibility/2006" xmlns:p14="http://schemas.microsoft.com/office/powerpoint/2010/main">
          <mc:Choice Requires="p14">
            <p:contentPart p14:bwMode="auto" r:id="rId208">
              <p14:nvContentPartPr>
                <p14:cNvPr id="128" name="Ink 127">
                  <a:extLst>
                    <a:ext uri="{FF2B5EF4-FFF2-40B4-BE49-F238E27FC236}">
                      <a16:creationId xmlns:a16="http://schemas.microsoft.com/office/drawing/2014/main" id="{968EAE34-C71A-0078-2C8D-583A5BEAB6E7}"/>
                    </a:ext>
                  </a:extLst>
                </p14:cNvPr>
                <p14:cNvContentPartPr/>
                <p14:nvPr/>
              </p14:nvContentPartPr>
              <p14:xfrm>
                <a:off x="10060305" y="6317295"/>
                <a:ext cx="510480" cy="310320"/>
              </p14:xfrm>
            </p:contentPart>
          </mc:Choice>
          <mc:Fallback xmlns="">
            <p:pic>
              <p:nvPicPr>
                <p:cNvPr id="128" name="Ink 127">
                  <a:extLst>
                    <a:ext uri="{FF2B5EF4-FFF2-40B4-BE49-F238E27FC236}">
                      <a16:creationId xmlns:a16="http://schemas.microsoft.com/office/drawing/2014/main" id="{968EAE34-C71A-0078-2C8D-583A5BEAB6E7}"/>
                    </a:ext>
                  </a:extLst>
                </p:cNvPr>
                <p:cNvPicPr/>
                <p:nvPr/>
              </p:nvPicPr>
              <p:blipFill>
                <a:blip r:embed="rId209"/>
                <a:stretch>
                  <a:fillRect/>
                </a:stretch>
              </p:blipFill>
              <p:spPr>
                <a:xfrm>
                  <a:off x="10054185" y="6311175"/>
                  <a:ext cx="52272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9" name="Ink 128">
                  <a:extLst>
                    <a:ext uri="{FF2B5EF4-FFF2-40B4-BE49-F238E27FC236}">
                      <a16:creationId xmlns:a16="http://schemas.microsoft.com/office/drawing/2014/main" id="{FDFD6949-1593-4C3A-6021-BBECF6C1F53E}"/>
                    </a:ext>
                  </a:extLst>
                </p14:cNvPr>
                <p14:cNvContentPartPr/>
                <p14:nvPr/>
              </p14:nvContentPartPr>
              <p14:xfrm>
                <a:off x="10563585" y="6350055"/>
                <a:ext cx="173880" cy="158760"/>
              </p14:xfrm>
            </p:contentPart>
          </mc:Choice>
          <mc:Fallback xmlns="">
            <p:pic>
              <p:nvPicPr>
                <p:cNvPr id="129" name="Ink 128">
                  <a:extLst>
                    <a:ext uri="{FF2B5EF4-FFF2-40B4-BE49-F238E27FC236}">
                      <a16:creationId xmlns:a16="http://schemas.microsoft.com/office/drawing/2014/main" id="{FDFD6949-1593-4C3A-6021-BBECF6C1F53E}"/>
                    </a:ext>
                  </a:extLst>
                </p:cNvPr>
                <p:cNvPicPr/>
                <p:nvPr/>
              </p:nvPicPr>
              <p:blipFill>
                <a:blip r:embed="rId211"/>
                <a:stretch>
                  <a:fillRect/>
                </a:stretch>
              </p:blipFill>
              <p:spPr>
                <a:xfrm>
                  <a:off x="10557465" y="6343935"/>
                  <a:ext cx="1861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0" name="Ink 129">
                  <a:extLst>
                    <a:ext uri="{FF2B5EF4-FFF2-40B4-BE49-F238E27FC236}">
                      <a16:creationId xmlns:a16="http://schemas.microsoft.com/office/drawing/2014/main" id="{BD68831B-F95F-2D84-BC14-1505FD680F91}"/>
                    </a:ext>
                  </a:extLst>
                </p14:cNvPr>
                <p14:cNvContentPartPr/>
                <p14:nvPr/>
              </p14:nvContentPartPr>
              <p14:xfrm>
                <a:off x="10823505" y="6441855"/>
                <a:ext cx="318600" cy="127800"/>
              </p14:xfrm>
            </p:contentPart>
          </mc:Choice>
          <mc:Fallback xmlns="">
            <p:pic>
              <p:nvPicPr>
                <p:cNvPr id="130" name="Ink 129">
                  <a:extLst>
                    <a:ext uri="{FF2B5EF4-FFF2-40B4-BE49-F238E27FC236}">
                      <a16:creationId xmlns:a16="http://schemas.microsoft.com/office/drawing/2014/main" id="{BD68831B-F95F-2D84-BC14-1505FD680F91}"/>
                    </a:ext>
                  </a:extLst>
                </p:cNvPr>
                <p:cNvPicPr/>
                <p:nvPr/>
              </p:nvPicPr>
              <p:blipFill>
                <a:blip r:embed="rId213"/>
                <a:stretch>
                  <a:fillRect/>
                </a:stretch>
              </p:blipFill>
              <p:spPr>
                <a:xfrm>
                  <a:off x="10817385" y="6435735"/>
                  <a:ext cx="3308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1" name="Ink 130">
                  <a:extLst>
                    <a:ext uri="{FF2B5EF4-FFF2-40B4-BE49-F238E27FC236}">
                      <a16:creationId xmlns:a16="http://schemas.microsoft.com/office/drawing/2014/main" id="{84D0E49D-0B78-A982-ED8C-D825D6921FE1}"/>
                    </a:ext>
                  </a:extLst>
                </p14:cNvPr>
                <p14:cNvContentPartPr/>
                <p14:nvPr/>
              </p14:nvContentPartPr>
              <p14:xfrm>
                <a:off x="11253705" y="6328455"/>
                <a:ext cx="77040" cy="45720"/>
              </p14:xfrm>
            </p:contentPart>
          </mc:Choice>
          <mc:Fallback xmlns="">
            <p:pic>
              <p:nvPicPr>
                <p:cNvPr id="131" name="Ink 130">
                  <a:extLst>
                    <a:ext uri="{FF2B5EF4-FFF2-40B4-BE49-F238E27FC236}">
                      <a16:creationId xmlns:a16="http://schemas.microsoft.com/office/drawing/2014/main" id="{84D0E49D-0B78-A982-ED8C-D825D6921FE1}"/>
                    </a:ext>
                  </a:extLst>
                </p:cNvPr>
                <p:cNvPicPr/>
                <p:nvPr/>
              </p:nvPicPr>
              <p:blipFill>
                <a:blip r:embed="rId215"/>
                <a:stretch>
                  <a:fillRect/>
                </a:stretch>
              </p:blipFill>
              <p:spPr>
                <a:xfrm>
                  <a:off x="11247585" y="6322335"/>
                  <a:ext cx="892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2" name="Ink 131">
                  <a:extLst>
                    <a:ext uri="{FF2B5EF4-FFF2-40B4-BE49-F238E27FC236}">
                      <a16:creationId xmlns:a16="http://schemas.microsoft.com/office/drawing/2014/main" id="{8C0D35E5-8466-2D9A-2C7C-54E0AFA36A3B}"/>
                    </a:ext>
                  </a:extLst>
                </p14:cNvPr>
                <p14:cNvContentPartPr/>
                <p14:nvPr/>
              </p14:nvContentPartPr>
              <p14:xfrm>
                <a:off x="11566545" y="6399375"/>
                <a:ext cx="36360" cy="39600"/>
              </p14:xfrm>
            </p:contentPart>
          </mc:Choice>
          <mc:Fallback xmlns="">
            <p:pic>
              <p:nvPicPr>
                <p:cNvPr id="132" name="Ink 131">
                  <a:extLst>
                    <a:ext uri="{FF2B5EF4-FFF2-40B4-BE49-F238E27FC236}">
                      <a16:creationId xmlns:a16="http://schemas.microsoft.com/office/drawing/2014/main" id="{8C0D35E5-8466-2D9A-2C7C-54E0AFA36A3B}"/>
                    </a:ext>
                  </a:extLst>
                </p:cNvPr>
                <p:cNvPicPr/>
                <p:nvPr/>
              </p:nvPicPr>
              <p:blipFill>
                <a:blip r:embed="rId217"/>
                <a:stretch>
                  <a:fillRect/>
                </a:stretch>
              </p:blipFill>
              <p:spPr>
                <a:xfrm>
                  <a:off x="11560425" y="6393255"/>
                  <a:ext cx="48600" cy="51840"/>
                </a:xfrm>
                <a:prstGeom prst="rect">
                  <a:avLst/>
                </a:prstGeom>
              </p:spPr>
            </p:pic>
          </mc:Fallback>
        </mc:AlternateContent>
      </p:grpSp>
    </p:spTree>
    <p:extLst>
      <p:ext uri="{BB962C8B-B14F-4D97-AF65-F5344CB8AC3E}">
        <p14:creationId xmlns:p14="http://schemas.microsoft.com/office/powerpoint/2010/main" val="1817949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9C40B22-D8EC-562B-7C39-E3D97E0D371B}"/>
              </a:ext>
            </a:extLst>
          </p:cNvPr>
          <p:cNvGrpSpPr/>
          <p:nvPr/>
        </p:nvGrpSpPr>
        <p:grpSpPr>
          <a:xfrm>
            <a:off x="1779585" y="351015"/>
            <a:ext cx="2183760" cy="707760"/>
            <a:chOff x="1779585" y="351015"/>
            <a:chExt cx="2183760" cy="70776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ACD81AF-C0C2-32F2-033C-009E32536C7A}"/>
                    </a:ext>
                  </a:extLst>
                </p14:cNvPr>
                <p14:cNvContentPartPr/>
                <p14:nvPr/>
              </p14:nvContentPartPr>
              <p14:xfrm>
                <a:off x="1779585" y="351015"/>
                <a:ext cx="63000" cy="337320"/>
              </p14:xfrm>
            </p:contentPart>
          </mc:Choice>
          <mc:Fallback xmlns="">
            <p:pic>
              <p:nvPicPr>
                <p:cNvPr id="2" name="Ink 1">
                  <a:extLst>
                    <a:ext uri="{FF2B5EF4-FFF2-40B4-BE49-F238E27FC236}">
                      <a16:creationId xmlns:a16="http://schemas.microsoft.com/office/drawing/2014/main" id="{EACD81AF-C0C2-32F2-033C-009E32536C7A}"/>
                    </a:ext>
                  </a:extLst>
                </p:cNvPr>
                <p:cNvPicPr/>
                <p:nvPr/>
              </p:nvPicPr>
              <p:blipFill>
                <a:blip r:embed="rId3"/>
                <a:stretch>
                  <a:fillRect/>
                </a:stretch>
              </p:blipFill>
              <p:spPr>
                <a:xfrm>
                  <a:off x="1773465" y="344895"/>
                  <a:ext cx="7524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C42EBEB-AA06-1FF1-91A8-73D5368CABEE}"/>
                    </a:ext>
                  </a:extLst>
                </p14:cNvPr>
                <p14:cNvContentPartPr/>
                <p14:nvPr/>
              </p14:nvContentPartPr>
              <p14:xfrm>
                <a:off x="2147145" y="367575"/>
                <a:ext cx="709920" cy="363240"/>
              </p14:xfrm>
            </p:contentPart>
          </mc:Choice>
          <mc:Fallback xmlns="">
            <p:pic>
              <p:nvPicPr>
                <p:cNvPr id="3" name="Ink 2">
                  <a:extLst>
                    <a:ext uri="{FF2B5EF4-FFF2-40B4-BE49-F238E27FC236}">
                      <a16:creationId xmlns:a16="http://schemas.microsoft.com/office/drawing/2014/main" id="{7C42EBEB-AA06-1FF1-91A8-73D5368CABEE}"/>
                    </a:ext>
                  </a:extLst>
                </p:cNvPr>
                <p:cNvPicPr/>
                <p:nvPr/>
              </p:nvPicPr>
              <p:blipFill>
                <a:blip r:embed="rId5"/>
                <a:stretch>
                  <a:fillRect/>
                </a:stretch>
              </p:blipFill>
              <p:spPr>
                <a:xfrm>
                  <a:off x="2141025" y="361455"/>
                  <a:ext cx="72216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EB6393E4-B982-78F8-AA3F-66C06BAA9D8E}"/>
                    </a:ext>
                  </a:extLst>
                </p14:cNvPr>
                <p14:cNvContentPartPr/>
                <p14:nvPr/>
              </p14:nvContentPartPr>
              <p14:xfrm>
                <a:off x="3248745" y="383775"/>
                <a:ext cx="143640" cy="165960"/>
              </p14:xfrm>
            </p:contentPart>
          </mc:Choice>
          <mc:Fallback xmlns="">
            <p:pic>
              <p:nvPicPr>
                <p:cNvPr id="4" name="Ink 3">
                  <a:extLst>
                    <a:ext uri="{FF2B5EF4-FFF2-40B4-BE49-F238E27FC236}">
                      <a16:creationId xmlns:a16="http://schemas.microsoft.com/office/drawing/2014/main" id="{EB6393E4-B982-78F8-AA3F-66C06BAA9D8E}"/>
                    </a:ext>
                  </a:extLst>
                </p:cNvPr>
                <p:cNvPicPr/>
                <p:nvPr/>
              </p:nvPicPr>
              <p:blipFill>
                <a:blip r:embed="rId7"/>
                <a:stretch>
                  <a:fillRect/>
                </a:stretch>
              </p:blipFill>
              <p:spPr>
                <a:xfrm>
                  <a:off x="3242625" y="377655"/>
                  <a:ext cx="15588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B4BB20AC-B8C6-92B7-31F3-85854BE5D9C0}"/>
                    </a:ext>
                  </a:extLst>
                </p14:cNvPr>
                <p14:cNvContentPartPr/>
                <p14:nvPr/>
              </p14:nvContentPartPr>
              <p14:xfrm>
                <a:off x="3330105" y="425895"/>
                <a:ext cx="334800" cy="632880"/>
              </p14:xfrm>
            </p:contentPart>
          </mc:Choice>
          <mc:Fallback xmlns="">
            <p:pic>
              <p:nvPicPr>
                <p:cNvPr id="5" name="Ink 4">
                  <a:extLst>
                    <a:ext uri="{FF2B5EF4-FFF2-40B4-BE49-F238E27FC236}">
                      <a16:creationId xmlns:a16="http://schemas.microsoft.com/office/drawing/2014/main" id="{B4BB20AC-B8C6-92B7-31F3-85854BE5D9C0}"/>
                    </a:ext>
                  </a:extLst>
                </p:cNvPr>
                <p:cNvPicPr/>
                <p:nvPr/>
              </p:nvPicPr>
              <p:blipFill>
                <a:blip r:embed="rId9"/>
                <a:stretch>
                  <a:fillRect/>
                </a:stretch>
              </p:blipFill>
              <p:spPr>
                <a:xfrm>
                  <a:off x="3323985" y="419775"/>
                  <a:ext cx="347040" cy="645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A35153E8-DDE3-7D3F-349E-FB8E930B1916}"/>
                    </a:ext>
                  </a:extLst>
                </p14:cNvPr>
                <p14:cNvContentPartPr/>
                <p14:nvPr/>
              </p14:nvContentPartPr>
              <p14:xfrm>
                <a:off x="3666705" y="771135"/>
                <a:ext cx="296640" cy="198000"/>
              </p14:xfrm>
            </p:contentPart>
          </mc:Choice>
          <mc:Fallback xmlns="">
            <p:pic>
              <p:nvPicPr>
                <p:cNvPr id="6" name="Ink 5">
                  <a:extLst>
                    <a:ext uri="{FF2B5EF4-FFF2-40B4-BE49-F238E27FC236}">
                      <a16:creationId xmlns:a16="http://schemas.microsoft.com/office/drawing/2014/main" id="{A35153E8-DDE3-7D3F-349E-FB8E930B1916}"/>
                    </a:ext>
                  </a:extLst>
                </p:cNvPr>
                <p:cNvPicPr/>
                <p:nvPr/>
              </p:nvPicPr>
              <p:blipFill>
                <a:blip r:embed="rId11"/>
                <a:stretch>
                  <a:fillRect/>
                </a:stretch>
              </p:blipFill>
              <p:spPr>
                <a:xfrm>
                  <a:off x="3660585" y="765015"/>
                  <a:ext cx="308880" cy="210240"/>
                </a:xfrm>
                <a:prstGeom prst="rect">
                  <a:avLst/>
                </a:prstGeom>
              </p:spPr>
            </p:pic>
          </mc:Fallback>
        </mc:AlternateContent>
      </p:grpSp>
      <p:grpSp>
        <p:nvGrpSpPr>
          <p:cNvPr id="10" name="Group 9">
            <a:extLst>
              <a:ext uri="{FF2B5EF4-FFF2-40B4-BE49-F238E27FC236}">
                <a16:creationId xmlns:a16="http://schemas.microsoft.com/office/drawing/2014/main" id="{B97CE46E-F7D0-D3E1-A08B-C2FB74DE5F1D}"/>
              </a:ext>
            </a:extLst>
          </p:cNvPr>
          <p:cNvGrpSpPr/>
          <p:nvPr/>
        </p:nvGrpSpPr>
        <p:grpSpPr>
          <a:xfrm>
            <a:off x="5025705" y="340575"/>
            <a:ext cx="1138320" cy="675000"/>
            <a:chOff x="5025705" y="340575"/>
            <a:chExt cx="1138320" cy="675000"/>
          </a:xfrm>
        </p:grpSpPr>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E8EFC0A1-73AE-3329-12AE-C3056442E088}"/>
                    </a:ext>
                  </a:extLst>
                </p14:cNvPr>
                <p14:cNvContentPartPr/>
                <p14:nvPr/>
              </p14:nvContentPartPr>
              <p14:xfrm>
                <a:off x="5025705" y="616335"/>
                <a:ext cx="1135440" cy="41040"/>
              </p14:xfrm>
            </p:contentPart>
          </mc:Choice>
          <mc:Fallback xmlns="">
            <p:pic>
              <p:nvPicPr>
                <p:cNvPr id="7" name="Ink 6">
                  <a:extLst>
                    <a:ext uri="{FF2B5EF4-FFF2-40B4-BE49-F238E27FC236}">
                      <a16:creationId xmlns:a16="http://schemas.microsoft.com/office/drawing/2014/main" id="{E8EFC0A1-73AE-3329-12AE-C3056442E088}"/>
                    </a:ext>
                  </a:extLst>
                </p:cNvPr>
                <p:cNvPicPr/>
                <p:nvPr/>
              </p:nvPicPr>
              <p:blipFill>
                <a:blip r:embed="rId13"/>
                <a:stretch>
                  <a:fillRect/>
                </a:stretch>
              </p:blipFill>
              <p:spPr>
                <a:xfrm>
                  <a:off x="5019585" y="610215"/>
                  <a:ext cx="11476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1A343C94-C7BA-1A42-634C-98135A324A71}"/>
                    </a:ext>
                  </a:extLst>
                </p14:cNvPr>
                <p14:cNvContentPartPr/>
                <p14:nvPr/>
              </p14:nvContentPartPr>
              <p14:xfrm>
                <a:off x="5858745" y="340575"/>
                <a:ext cx="305280" cy="675000"/>
              </p14:xfrm>
            </p:contentPart>
          </mc:Choice>
          <mc:Fallback xmlns="">
            <p:pic>
              <p:nvPicPr>
                <p:cNvPr id="8" name="Ink 7">
                  <a:extLst>
                    <a:ext uri="{FF2B5EF4-FFF2-40B4-BE49-F238E27FC236}">
                      <a16:creationId xmlns:a16="http://schemas.microsoft.com/office/drawing/2014/main" id="{1A343C94-C7BA-1A42-634C-98135A324A71}"/>
                    </a:ext>
                  </a:extLst>
                </p:cNvPr>
                <p:cNvPicPr/>
                <p:nvPr/>
              </p:nvPicPr>
              <p:blipFill>
                <a:blip r:embed="rId15"/>
                <a:stretch>
                  <a:fillRect/>
                </a:stretch>
              </p:blipFill>
              <p:spPr>
                <a:xfrm>
                  <a:off x="5852625" y="334455"/>
                  <a:ext cx="317520" cy="687240"/>
                </a:xfrm>
                <a:prstGeom prst="rect">
                  <a:avLst/>
                </a:prstGeom>
              </p:spPr>
            </p:pic>
          </mc:Fallback>
        </mc:AlternateContent>
      </p:grpSp>
      <p:grpSp>
        <p:nvGrpSpPr>
          <p:cNvPr id="24" name="Group 23">
            <a:extLst>
              <a:ext uri="{FF2B5EF4-FFF2-40B4-BE49-F238E27FC236}">
                <a16:creationId xmlns:a16="http://schemas.microsoft.com/office/drawing/2014/main" id="{754E5F98-CC82-C98A-00EC-8113FC688CD1}"/>
              </a:ext>
            </a:extLst>
          </p:cNvPr>
          <p:cNvGrpSpPr/>
          <p:nvPr/>
        </p:nvGrpSpPr>
        <p:grpSpPr>
          <a:xfrm>
            <a:off x="6692145" y="266415"/>
            <a:ext cx="5252400" cy="1159560"/>
            <a:chOff x="6692145" y="266415"/>
            <a:chExt cx="5252400" cy="1159560"/>
          </a:xfrm>
        </p:grpSpPr>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B66EFA2F-BAAC-B4BE-4DEE-1C0DBD3B0578}"/>
                    </a:ext>
                  </a:extLst>
                </p14:cNvPr>
                <p14:cNvContentPartPr/>
                <p14:nvPr/>
              </p14:nvContentPartPr>
              <p14:xfrm>
                <a:off x="6692145" y="716775"/>
                <a:ext cx="47160" cy="69120"/>
              </p14:xfrm>
            </p:contentPart>
          </mc:Choice>
          <mc:Fallback xmlns="">
            <p:pic>
              <p:nvPicPr>
                <p:cNvPr id="9" name="Ink 8">
                  <a:extLst>
                    <a:ext uri="{FF2B5EF4-FFF2-40B4-BE49-F238E27FC236}">
                      <a16:creationId xmlns:a16="http://schemas.microsoft.com/office/drawing/2014/main" id="{B66EFA2F-BAAC-B4BE-4DEE-1C0DBD3B0578}"/>
                    </a:ext>
                  </a:extLst>
                </p:cNvPr>
                <p:cNvPicPr/>
                <p:nvPr/>
              </p:nvPicPr>
              <p:blipFill>
                <a:blip r:embed="rId17"/>
                <a:stretch>
                  <a:fillRect/>
                </a:stretch>
              </p:blipFill>
              <p:spPr>
                <a:xfrm>
                  <a:off x="6686025" y="710655"/>
                  <a:ext cx="594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D1DA8C2F-0D76-680F-B15B-B4241C2A9194}"/>
                    </a:ext>
                  </a:extLst>
                </p14:cNvPr>
                <p14:cNvContentPartPr/>
                <p14:nvPr/>
              </p14:nvContentPartPr>
              <p14:xfrm>
                <a:off x="7384785" y="490695"/>
                <a:ext cx="142200" cy="361080"/>
              </p14:xfrm>
            </p:contentPart>
          </mc:Choice>
          <mc:Fallback xmlns="">
            <p:pic>
              <p:nvPicPr>
                <p:cNvPr id="12" name="Ink 11">
                  <a:extLst>
                    <a:ext uri="{FF2B5EF4-FFF2-40B4-BE49-F238E27FC236}">
                      <a16:creationId xmlns:a16="http://schemas.microsoft.com/office/drawing/2014/main" id="{D1DA8C2F-0D76-680F-B15B-B4241C2A9194}"/>
                    </a:ext>
                  </a:extLst>
                </p:cNvPr>
                <p:cNvPicPr/>
                <p:nvPr/>
              </p:nvPicPr>
              <p:blipFill>
                <a:blip r:embed="rId19"/>
                <a:stretch>
                  <a:fillRect/>
                </a:stretch>
              </p:blipFill>
              <p:spPr>
                <a:xfrm>
                  <a:off x="7378665" y="484575"/>
                  <a:ext cx="15444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CF20DE8A-1048-5F22-0246-677173E34B04}"/>
                    </a:ext>
                  </a:extLst>
                </p14:cNvPr>
                <p14:cNvContentPartPr/>
                <p14:nvPr/>
              </p14:nvContentPartPr>
              <p14:xfrm>
                <a:off x="7136745" y="383775"/>
                <a:ext cx="1033560" cy="108000"/>
              </p14:xfrm>
            </p:contentPart>
          </mc:Choice>
          <mc:Fallback xmlns="">
            <p:pic>
              <p:nvPicPr>
                <p:cNvPr id="13" name="Ink 12">
                  <a:extLst>
                    <a:ext uri="{FF2B5EF4-FFF2-40B4-BE49-F238E27FC236}">
                      <a16:creationId xmlns:a16="http://schemas.microsoft.com/office/drawing/2014/main" id="{CF20DE8A-1048-5F22-0246-677173E34B04}"/>
                    </a:ext>
                  </a:extLst>
                </p:cNvPr>
                <p:cNvPicPr/>
                <p:nvPr/>
              </p:nvPicPr>
              <p:blipFill>
                <a:blip r:embed="rId21"/>
                <a:stretch>
                  <a:fillRect/>
                </a:stretch>
              </p:blipFill>
              <p:spPr>
                <a:xfrm>
                  <a:off x="7130625" y="377655"/>
                  <a:ext cx="104580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420E06D2-3DDD-735A-E9F9-CF92B6C8146A}"/>
                    </a:ext>
                  </a:extLst>
                </p14:cNvPr>
                <p14:cNvContentPartPr/>
                <p14:nvPr/>
              </p14:nvContentPartPr>
              <p14:xfrm>
                <a:off x="7871505" y="621375"/>
                <a:ext cx="876600" cy="383040"/>
              </p14:xfrm>
            </p:contentPart>
          </mc:Choice>
          <mc:Fallback xmlns="">
            <p:pic>
              <p:nvPicPr>
                <p:cNvPr id="14" name="Ink 13">
                  <a:extLst>
                    <a:ext uri="{FF2B5EF4-FFF2-40B4-BE49-F238E27FC236}">
                      <a16:creationId xmlns:a16="http://schemas.microsoft.com/office/drawing/2014/main" id="{420E06D2-3DDD-735A-E9F9-CF92B6C8146A}"/>
                    </a:ext>
                  </a:extLst>
                </p:cNvPr>
                <p:cNvPicPr/>
                <p:nvPr/>
              </p:nvPicPr>
              <p:blipFill>
                <a:blip r:embed="rId23"/>
                <a:stretch>
                  <a:fillRect/>
                </a:stretch>
              </p:blipFill>
              <p:spPr>
                <a:xfrm>
                  <a:off x="7865385" y="615255"/>
                  <a:ext cx="88884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0DEF46C2-625B-9B7C-D77B-408DA193649C}"/>
                    </a:ext>
                  </a:extLst>
                </p14:cNvPr>
                <p14:cNvContentPartPr/>
                <p14:nvPr/>
              </p14:nvContentPartPr>
              <p14:xfrm>
                <a:off x="8870505" y="541095"/>
                <a:ext cx="12960" cy="50760"/>
              </p14:xfrm>
            </p:contentPart>
          </mc:Choice>
          <mc:Fallback xmlns="">
            <p:pic>
              <p:nvPicPr>
                <p:cNvPr id="15" name="Ink 14">
                  <a:extLst>
                    <a:ext uri="{FF2B5EF4-FFF2-40B4-BE49-F238E27FC236}">
                      <a16:creationId xmlns:a16="http://schemas.microsoft.com/office/drawing/2014/main" id="{0DEF46C2-625B-9B7C-D77B-408DA193649C}"/>
                    </a:ext>
                  </a:extLst>
                </p:cNvPr>
                <p:cNvPicPr/>
                <p:nvPr/>
              </p:nvPicPr>
              <p:blipFill>
                <a:blip r:embed="rId25"/>
                <a:stretch>
                  <a:fillRect/>
                </a:stretch>
              </p:blipFill>
              <p:spPr>
                <a:xfrm>
                  <a:off x="8864385" y="534975"/>
                  <a:ext cx="2520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953CB038-B5EA-EC2B-67FB-CB68FF5A8625}"/>
                    </a:ext>
                  </a:extLst>
                </p14:cNvPr>
                <p14:cNvContentPartPr/>
                <p14:nvPr/>
              </p14:nvContentPartPr>
              <p14:xfrm>
                <a:off x="8903625" y="698055"/>
                <a:ext cx="1106640" cy="477720"/>
              </p14:xfrm>
            </p:contentPart>
          </mc:Choice>
          <mc:Fallback xmlns="">
            <p:pic>
              <p:nvPicPr>
                <p:cNvPr id="16" name="Ink 15">
                  <a:extLst>
                    <a:ext uri="{FF2B5EF4-FFF2-40B4-BE49-F238E27FC236}">
                      <a16:creationId xmlns:a16="http://schemas.microsoft.com/office/drawing/2014/main" id="{953CB038-B5EA-EC2B-67FB-CB68FF5A8625}"/>
                    </a:ext>
                  </a:extLst>
                </p:cNvPr>
                <p:cNvPicPr/>
                <p:nvPr/>
              </p:nvPicPr>
              <p:blipFill>
                <a:blip r:embed="rId27"/>
                <a:stretch>
                  <a:fillRect/>
                </a:stretch>
              </p:blipFill>
              <p:spPr>
                <a:xfrm>
                  <a:off x="8897505" y="691935"/>
                  <a:ext cx="111888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B820952E-7FF7-0D68-35E6-4BAC0185981C}"/>
                    </a:ext>
                  </a:extLst>
                </p14:cNvPr>
                <p14:cNvContentPartPr/>
                <p14:nvPr/>
              </p14:nvContentPartPr>
              <p14:xfrm>
                <a:off x="10586625" y="532815"/>
                <a:ext cx="25200" cy="391320"/>
              </p14:xfrm>
            </p:contentPart>
          </mc:Choice>
          <mc:Fallback xmlns="">
            <p:pic>
              <p:nvPicPr>
                <p:cNvPr id="17" name="Ink 16">
                  <a:extLst>
                    <a:ext uri="{FF2B5EF4-FFF2-40B4-BE49-F238E27FC236}">
                      <a16:creationId xmlns:a16="http://schemas.microsoft.com/office/drawing/2014/main" id="{B820952E-7FF7-0D68-35E6-4BAC0185981C}"/>
                    </a:ext>
                  </a:extLst>
                </p:cNvPr>
                <p:cNvPicPr/>
                <p:nvPr/>
              </p:nvPicPr>
              <p:blipFill>
                <a:blip r:embed="rId29"/>
                <a:stretch>
                  <a:fillRect/>
                </a:stretch>
              </p:blipFill>
              <p:spPr>
                <a:xfrm>
                  <a:off x="10580505" y="526695"/>
                  <a:ext cx="3744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B86140E0-1AFB-7D79-4E1F-9630B3422C34}"/>
                    </a:ext>
                  </a:extLst>
                </p14:cNvPr>
                <p14:cNvContentPartPr/>
                <p14:nvPr/>
              </p14:nvContentPartPr>
              <p14:xfrm>
                <a:off x="10693905" y="266415"/>
                <a:ext cx="305280" cy="619560"/>
              </p14:xfrm>
            </p:contentPart>
          </mc:Choice>
          <mc:Fallback xmlns="">
            <p:pic>
              <p:nvPicPr>
                <p:cNvPr id="18" name="Ink 17">
                  <a:extLst>
                    <a:ext uri="{FF2B5EF4-FFF2-40B4-BE49-F238E27FC236}">
                      <a16:creationId xmlns:a16="http://schemas.microsoft.com/office/drawing/2014/main" id="{B86140E0-1AFB-7D79-4E1F-9630B3422C34}"/>
                    </a:ext>
                  </a:extLst>
                </p:cNvPr>
                <p:cNvPicPr/>
                <p:nvPr/>
              </p:nvPicPr>
              <p:blipFill>
                <a:blip r:embed="rId31"/>
                <a:stretch>
                  <a:fillRect/>
                </a:stretch>
              </p:blipFill>
              <p:spPr>
                <a:xfrm>
                  <a:off x="10687785" y="260295"/>
                  <a:ext cx="317520" cy="631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596AE8ED-6DA7-18C9-60B0-FECBF4909CE5}"/>
                    </a:ext>
                  </a:extLst>
                </p14:cNvPr>
                <p14:cNvContentPartPr/>
                <p14:nvPr/>
              </p14:nvContentPartPr>
              <p14:xfrm>
                <a:off x="11061105" y="613095"/>
                <a:ext cx="574920" cy="291600"/>
              </p14:xfrm>
            </p:contentPart>
          </mc:Choice>
          <mc:Fallback xmlns="">
            <p:pic>
              <p:nvPicPr>
                <p:cNvPr id="19" name="Ink 18">
                  <a:extLst>
                    <a:ext uri="{FF2B5EF4-FFF2-40B4-BE49-F238E27FC236}">
                      <a16:creationId xmlns:a16="http://schemas.microsoft.com/office/drawing/2014/main" id="{596AE8ED-6DA7-18C9-60B0-FECBF4909CE5}"/>
                    </a:ext>
                  </a:extLst>
                </p:cNvPr>
                <p:cNvPicPr/>
                <p:nvPr/>
              </p:nvPicPr>
              <p:blipFill>
                <a:blip r:embed="rId33"/>
                <a:stretch>
                  <a:fillRect/>
                </a:stretch>
              </p:blipFill>
              <p:spPr>
                <a:xfrm>
                  <a:off x="11054985" y="606975"/>
                  <a:ext cx="58716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3B79E22C-D156-EADB-48F8-01F309AF60E3}"/>
                    </a:ext>
                  </a:extLst>
                </p14:cNvPr>
                <p14:cNvContentPartPr/>
                <p14:nvPr/>
              </p14:nvContentPartPr>
              <p14:xfrm>
                <a:off x="11534865" y="689055"/>
                <a:ext cx="339840" cy="117000"/>
              </p14:xfrm>
            </p:contentPart>
          </mc:Choice>
          <mc:Fallback xmlns="">
            <p:pic>
              <p:nvPicPr>
                <p:cNvPr id="20" name="Ink 19">
                  <a:extLst>
                    <a:ext uri="{FF2B5EF4-FFF2-40B4-BE49-F238E27FC236}">
                      <a16:creationId xmlns:a16="http://schemas.microsoft.com/office/drawing/2014/main" id="{3B79E22C-D156-EADB-48F8-01F309AF60E3}"/>
                    </a:ext>
                  </a:extLst>
                </p:cNvPr>
                <p:cNvPicPr/>
                <p:nvPr/>
              </p:nvPicPr>
              <p:blipFill>
                <a:blip r:embed="rId35"/>
                <a:stretch>
                  <a:fillRect/>
                </a:stretch>
              </p:blipFill>
              <p:spPr>
                <a:xfrm>
                  <a:off x="11528745" y="682935"/>
                  <a:ext cx="3520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B4978B68-E149-9090-4888-C09D7E4760C5}"/>
                    </a:ext>
                  </a:extLst>
                </p14:cNvPr>
                <p14:cNvContentPartPr/>
                <p14:nvPr/>
              </p14:nvContentPartPr>
              <p14:xfrm>
                <a:off x="11912145" y="844575"/>
                <a:ext cx="32400" cy="13680"/>
              </p14:xfrm>
            </p:contentPart>
          </mc:Choice>
          <mc:Fallback xmlns="">
            <p:pic>
              <p:nvPicPr>
                <p:cNvPr id="21" name="Ink 20">
                  <a:extLst>
                    <a:ext uri="{FF2B5EF4-FFF2-40B4-BE49-F238E27FC236}">
                      <a16:creationId xmlns:a16="http://schemas.microsoft.com/office/drawing/2014/main" id="{B4978B68-E149-9090-4888-C09D7E4760C5}"/>
                    </a:ext>
                  </a:extLst>
                </p:cNvPr>
                <p:cNvPicPr/>
                <p:nvPr/>
              </p:nvPicPr>
              <p:blipFill>
                <a:blip r:embed="rId37"/>
                <a:stretch>
                  <a:fillRect/>
                </a:stretch>
              </p:blipFill>
              <p:spPr>
                <a:xfrm>
                  <a:off x="11906025" y="838455"/>
                  <a:ext cx="446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8F250F9C-73F1-35AE-CEB4-77382806EAA7}"/>
                    </a:ext>
                  </a:extLst>
                </p14:cNvPr>
                <p14:cNvContentPartPr/>
                <p14:nvPr/>
              </p14:nvContentPartPr>
              <p14:xfrm>
                <a:off x="7012185" y="1178655"/>
                <a:ext cx="4383720" cy="205560"/>
              </p14:xfrm>
            </p:contentPart>
          </mc:Choice>
          <mc:Fallback xmlns="">
            <p:pic>
              <p:nvPicPr>
                <p:cNvPr id="22" name="Ink 21">
                  <a:extLst>
                    <a:ext uri="{FF2B5EF4-FFF2-40B4-BE49-F238E27FC236}">
                      <a16:creationId xmlns:a16="http://schemas.microsoft.com/office/drawing/2014/main" id="{8F250F9C-73F1-35AE-CEB4-77382806EAA7}"/>
                    </a:ext>
                  </a:extLst>
                </p:cNvPr>
                <p:cNvPicPr/>
                <p:nvPr/>
              </p:nvPicPr>
              <p:blipFill>
                <a:blip r:embed="rId39"/>
                <a:stretch>
                  <a:fillRect/>
                </a:stretch>
              </p:blipFill>
              <p:spPr>
                <a:xfrm>
                  <a:off x="7006065" y="1172535"/>
                  <a:ext cx="43959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1EFEAA53-ACAE-FB5F-D7DD-87977E83E613}"/>
                    </a:ext>
                  </a:extLst>
                </p14:cNvPr>
                <p14:cNvContentPartPr/>
                <p14:nvPr/>
              </p14:nvContentPartPr>
              <p14:xfrm>
                <a:off x="10724505" y="1398975"/>
                <a:ext cx="46080" cy="27000"/>
              </p14:xfrm>
            </p:contentPart>
          </mc:Choice>
          <mc:Fallback xmlns="">
            <p:pic>
              <p:nvPicPr>
                <p:cNvPr id="23" name="Ink 22">
                  <a:extLst>
                    <a:ext uri="{FF2B5EF4-FFF2-40B4-BE49-F238E27FC236}">
                      <a16:creationId xmlns:a16="http://schemas.microsoft.com/office/drawing/2014/main" id="{1EFEAA53-ACAE-FB5F-D7DD-87977E83E613}"/>
                    </a:ext>
                  </a:extLst>
                </p:cNvPr>
                <p:cNvPicPr/>
                <p:nvPr/>
              </p:nvPicPr>
              <p:blipFill>
                <a:blip r:embed="rId41"/>
                <a:stretch>
                  <a:fillRect/>
                </a:stretch>
              </p:blipFill>
              <p:spPr>
                <a:xfrm>
                  <a:off x="10718385" y="1392855"/>
                  <a:ext cx="58320" cy="39240"/>
                </a:xfrm>
                <a:prstGeom prst="rect">
                  <a:avLst/>
                </a:prstGeom>
              </p:spPr>
            </p:pic>
          </mc:Fallback>
        </mc:AlternateContent>
      </p:grpSp>
      <p:grpSp>
        <p:nvGrpSpPr>
          <p:cNvPr id="41" name="Group 40">
            <a:extLst>
              <a:ext uri="{FF2B5EF4-FFF2-40B4-BE49-F238E27FC236}">
                <a16:creationId xmlns:a16="http://schemas.microsoft.com/office/drawing/2014/main" id="{7CED97FB-438E-2F6F-1A22-7FCCD4054DE8}"/>
              </a:ext>
            </a:extLst>
          </p:cNvPr>
          <p:cNvGrpSpPr/>
          <p:nvPr/>
        </p:nvGrpSpPr>
        <p:grpSpPr>
          <a:xfrm>
            <a:off x="8059065" y="1722975"/>
            <a:ext cx="1846440" cy="732600"/>
            <a:chOff x="8059065" y="1722975"/>
            <a:chExt cx="1846440" cy="732600"/>
          </a:xfrm>
        </p:grpSpPr>
        <mc:AlternateContent xmlns:mc="http://schemas.openxmlformats.org/markup-compatibility/2006" xmlns:p14="http://schemas.microsoft.com/office/powerpoint/2010/main">
          <mc:Choice Requires="p14">
            <p:contentPart p14:bwMode="auto" r:id="rId42">
              <p14:nvContentPartPr>
                <p14:cNvPr id="38" name="Ink 37">
                  <a:extLst>
                    <a:ext uri="{FF2B5EF4-FFF2-40B4-BE49-F238E27FC236}">
                      <a16:creationId xmlns:a16="http://schemas.microsoft.com/office/drawing/2014/main" id="{DDE062B1-9566-2982-88B8-365DF2A2A882}"/>
                    </a:ext>
                  </a:extLst>
                </p14:cNvPr>
                <p14:cNvContentPartPr/>
                <p14:nvPr/>
              </p14:nvContentPartPr>
              <p14:xfrm>
                <a:off x="8059065" y="2148855"/>
                <a:ext cx="811800" cy="68400"/>
              </p14:xfrm>
            </p:contentPart>
          </mc:Choice>
          <mc:Fallback xmlns="">
            <p:pic>
              <p:nvPicPr>
                <p:cNvPr id="38" name="Ink 37">
                  <a:extLst>
                    <a:ext uri="{FF2B5EF4-FFF2-40B4-BE49-F238E27FC236}">
                      <a16:creationId xmlns:a16="http://schemas.microsoft.com/office/drawing/2014/main" id="{DDE062B1-9566-2982-88B8-365DF2A2A882}"/>
                    </a:ext>
                  </a:extLst>
                </p:cNvPr>
                <p:cNvPicPr/>
                <p:nvPr/>
              </p:nvPicPr>
              <p:blipFill>
                <a:blip r:embed="rId43"/>
                <a:stretch>
                  <a:fillRect/>
                </a:stretch>
              </p:blipFill>
              <p:spPr>
                <a:xfrm>
                  <a:off x="8052945" y="2142735"/>
                  <a:ext cx="8240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9" name="Ink 38">
                  <a:extLst>
                    <a:ext uri="{FF2B5EF4-FFF2-40B4-BE49-F238E27FC236}">
                      <a16:creationId xmlns:a16="http://schemas.microsoft.com/office/drawing/2014/main" id="{A397F462-AA91-BB7D-54F2-CD07DC5B27C6}"/>
                    </a:ext>
                  </a:extLst>
                </p14:cNvPr>
                <p14:cNvContentPartPr/>
                <p14:nvPr/>
              </p14:nvContentPartPr>
              <p14:xfrm>
                <a:off x="8861145" y="1722975"/>
                <a:ext cx="306000" cy="732600"/>
              </p14:xfrm>
            </p:contentPart>
          </mc:Choice>
          <mc:Fallback xmlns="">
            <p:pic>
              <p:nvPicPr>
                <p:cNvPr id="39" name="Ink 38">
                  <a:extLst>
                    <a:ext uri="{FF2B5EF4-FFF2-40B4-BE49-F238E27FC236}">
                      <a16:creationId xmlns:a16="http://schemas.microsoft.com/office/drawing/2014/main" id="{A397F462-AA91-BB7D-54F2-CD07DC5B27C6}"/>
                    </a:ext>
                  </a:extLst>
                </p:cNvPr>
                <p:cNvPicPr/>
                <p:nvPr/>
              </p:nvPicPr>
              <p:blipFill>
                <a:blip r:embed="rId45"/>
                <a:stretch>
                  <a:fillRect/>
                </a:stretch>
              </p:blipFill>
              <p:spPr>
                <a:xfrm>
                  <a:off x="8855025" y="1716855"/>
                  <a:ext cx="318240" cy="744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0" name="Ink 39">
                  <a:extLst>
                    <a:ext uri="{FF2B5EF4-FFF2-40B4-BE49-F238E27FC236}">
                      <a16:creationId xmlns:a16="http://schemas.microsoft.com/office/drawing/2014/main" id="{E1269A94-1A5A-9D68-0C4C-5E77E0AA5C98}"/>
                    </a:ext>
                  </a:extLst>
                </p14:cNvPr>
                <p14:cNvContentPartPr/>
                <p14:nvPr/>
              </p14:nvContentPartPr>
              <p14:xfrm>
                <a:off x="9315465" y="1764015"/>
                <a:ext cx="590040" cy="545400"/>
              </p14:xfrm>
            </p:contentPart>
          </mc:Choice>
          <mc:Fallback xmlns="">
            <p:pic>
              <p:nvPicPr>
                <p:cNvPr id="40" name="Ink 39">
                  <a:extLst>
                    <a:ext uri="{FF2B5EF4-FFF2-40B4-BE49-F238E27FC236}">
                      <a16:creationId xmlns:a16="http://schemas.microsoft.com/office/drawing/2014/main" id="{E1269A94-1A5A-9D68-0C4C-5E77E0AA5C98}"/>
                    </a:ext>
                  </a:extLst>
                </p:cNvPr>
                <p:cNvPicPr/>
                <p:nvPr/>
              </p:nvPicPr>
              <p:blipFill>
                <a:blip r:embed="rId47"/>
                <a:stretch>
                  <a:fillRect/>
                </a:stretch>
              </p:blipFill>
              <p:spPr>
                <a:xfrm>
                  <a:off x="9309345" y="1757895"/>
                  <a:ext cx="602280" cy="557640"/>
                </a:xfrm>
                <a:prstGeom prst="rect">
                  <a:avLst/>
                </a:prstGeom>
              </p:spPr>
            </p:pic>
          </mc:Fallback>
        </mc:AlternateContent>
      </p:grpSp>
      <p:grpSp>
        <p:nvGrpSpPr>
          <p:cNvPr id="56" name="Group 55">
            <a:extLst>
              <a:ext uri="{FF2B5EF4-FFF2-40B4-BE49-F238E27FC236}">
                <a16:creationId xmlns:a16="http://schemas.microsoft.com/office/drawing/2014/main" id="{D7B10BF3-E2E6-1FD8-9E59-34D91A429DF7}"/>
              </a:ext>
            </a:extLst>
          </p:cNvPr>
          <p:cNvGrpSpPr/>
          <p:nvPr/>
        </p:nvGrpSpPr>
        <p:grpSpPr>
          <a:xfrm>
            <a:off x="660345" y="1550175"/>
            <a:ext cx="6420600" cy="2087640"/>
            <a:chOff x="660345" y="1550175"/>
            <a:chExt cx="6420600" cy="2087640"/>
          </a:xfrm>
        </p:grpSpPr>
        <mc:AlternateContent xmlns:mc="http://schemas.openxmlformats.org/markup-compatibility/2006" xmlns:p14="http://schemas.microsoft.com/office/powerpoint/2010/main">
          <mc:Choice Requires="p14">
            <p:contentPart p14:bwMode="auto" r:id="rId48">
              <p14:nvContentPartPr>
                <p14:cNvPr id="25" name="Ink 24">
                  <a:extLst>
                    <a:ext uri="{FF2B5EF4-FFF2-40B4-BE49-F238E27FC236}">
                      <a16:creationId xmlns:a16="http://schemas.microsoft.com/office/drawing/2014/main" id="{849D93AD-DEA1-CABF-7BC1-7124315B6B35}"/>
                    </a:ext>
                  </a:extLst>
                </p14:cNvPr>
                <p14:cNvContentPartPr/>
                <p14:nvPr/>
              </p14:nvContentPartPr>
              <p14:xfrm>
                <a:off x="660345" y="1712535"/>
                <a:ext cx="152280" cy="511920"/>
              </p14:xfrm>
            </p:contentPart>
          </mc:Choice>
          <mc:Fallback xmlns="">
            <p:pic>
              <p:nvPicPr>
                <p:cNvPr id="25" name="Ink 24">
                  <a:extLst>
                    <a:ext uri="{FF2B5EF4-FFF2-40B4-BE49-F238E27FC236}">
                      <a16:creationId xmlns:a16="http://schemas.microsoft.com/office/drawing/2014/main" id="{849D93AD-DEA1-CABF-7BC1-7124315B6B35}"/>
                    </a:ext>
                  </a:extLst>
                </p:cNvPr>
                <p:cNvPicPr/>
                <p:nvPr/>
              </p:nvPicPr>
              <p:blipFill>
                <a:blip r:embed="rId49"/>
                <a:stretch>
                  <a:fillRect/>
                </a:stretch>
              </p:blipFill>
              <p:spPr>
                <a:xfrm>
                  <a:off x="654225" y="1706415"/>
                  <a:ext cx="164520" cy="524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Ink 25">
                  <a:extLst>
                    <a:ext uri="{FF2B5EF4-FFF2-40B4-BE49-F238E27FC236}">
                      <a16:creationId xmlns:a16="http://schemas.microsoft.com/office/drawing/2014/main" id="{7269247F-81A6-8985-C435-982554DCF734}"/>
                    </a:ext>
                  </a:extLst>
                </p14:cNvPr>
                <p14:cNvContentPartPr/>
                <p14:nvPr/>
              </p14:nvContentPartPr>
              <p14:xfrm>
                <a:off x="806865" y="1550175"/>
                <a:ext cx="369360" cy="756360"/>
              </p14:xfrm>
            </p:contentPart>
          </mc:Choice>
          <mc:Fallback xmlns="">
            <p:pic>
              <p:nvPicPr>
                <p:cNvPr id="26" name="Ink 25">
                  <a:extLst>
                    <a:ext uri="{FF2B5EF4-FFF2-40B4-BE49-F238E27FC236}">
                      <a16:creationId xmlns:a16="http://schemas.microsoft.com/office/drawing/2014/main" id="{7269247F-81A6-8985-C435-982554DCF734}"/>
                    </a:ext>
                  </a:extLst>
                </p:cNvPr>
                <p:cNvPicPr/>
                <p:nvPr/>
              </p:nvPicPr>
              <p:blipFill>
                <a:blip r:embed="rId51"/>
                <a:stretch>
                  <a:fillRect/>
                </a:stretch>
              </p:blipFill>
              <p:spPr>
                <a:xfrm>
                  <a:off x="800745" y="1544055"/>
                  <a:ext cx="381600" cy="768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057D6607-00A5-06D5-B34F-40F4975F4EB0}"/>
                    </a:ext>
                  </a:extLst>
                </p14:cNvPr>
                <p14:cNvContentPartPr/>
                <p14:nvPr/>
              </p14:nvContentPartPr>
              <p14:xfrm>
                <a:off x="1477545" y="2154975"/>
                <a:ext cx="38160" cy="169920"/>
              </p14:xfrm>
            </p:contentPart>
          </mc:Choice>
          <mc:Fallback xmlns="">
            <p:pic>
              <p:nvPicPr>
                <p:cNvPr id="28" name="Ink 27">
                  <a:extLst>
                    <a:ext uri="{FF2B5EF4-FFF2-40B4-BE49-F238E27FC236}">
                      <a16:creationId xmlns:a16="http://schemas.microsoft.com/office/drawing/2014/main" id="{057D6607-00A5-06D5-B34F-40F4975F4EB0}"/>
                    </a:ext>
                  </a:extLst>
                </p:cNvPr>
                <p:cNvPicPr/>
                <p:nvPr/>
              </p:nvPicPr>
              <p:blipFill>
                <a:blip r:embed="rId53"/>
                <a:stretch>
                  <a:fillRect/>
                </a:stretch>
              </p:blipFill>
              <p:spPr>
                <a:xfrm>
                  <a:off x="1471425" y="2148855"/>
                  <a:ext cx="504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44C25B84-C511-BF3B-CB60-B3BAAFAA7B10}"/>
                    </a:ext>
                  </a:extLst>
                </p14:cNvPr>
                <p14:cNvContentPartPr/>
                <p14:nvPr/>
              </p14:nvContentPartPr>
              <p14:xfrm>
                <a:off x="1565745" y="1914135"/>
                <a:ext cx="35640" cy="39600"/>
              </p14:xfrm>
            </p:contentPart>
          </mc:Choice>
          <mc:Fallback xmlns="">
            <p:pic>
              <p:nvPicPr>
                <p:cNvPr id="29" name="Ink 28">
                  <a:extLst>
                    <a:ext uri="{FF2B5EF4-FFF2-40B4-BE49-F238E27FC236}">
                      <a16:creationId xmlns:a16="http://schemas.microsoft.com/office/drawing/2014/main" id="{44C25B84-C511-BF3B-CB60-B3BAAFAA7B10}"/>
                    </a:ext>
                  </a:extLst>
                </p:cNvPr>
                <p:cNvPicPr/>
                <p:nvPr/>
              </p:nvPicPr>
              <p:blipFill>
                <a:blip r:embed="rId55"/>
                <a:stretch>
                  <a:fillRect/>
                </a:stretch>
              </p:blipFill>
              <p:spPr>
                <a:xfrm>
                  <a:off x="1559625" y="1908015"/>
                  <a:ext cx="478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82EBF42D-9990-2AA5-8A89-7DA2500E3BAD}"/>
                    </a:ext>
                  </a:extLst>
                </p14:cNvPr>
                <p14:cNvContentPartPr/>
                <p14:nvPr/>
              </p14:nvContentPartPr>
              <p14:xfrm>
                <a:off x="1678425" y="1799655"/>
                <a:ext cx="1172520" cy="749520"/>
              </p14:xfrm>
            </p:contentPart>
          </mc:Choice>
          <mc:Fallback xmlns="">
            <p:pic>
              <p:nvPicPr>
                <p:cNvPr id="30" name="Ink 29">
                  <a:extLst>
                    <a:ext uri="{FF2B5EF4-FFF2-40B4-BE49-F238E27FC236}">
                      <a16:creationId xmlns:a16="http://schemas.microsoft.com/office/drawing/2014/main" id="{82EBF42D-9990-2AA5-8A89-7DA2500E3BAD}"/>
                    </a:ext>
                  </a:extLst>
                </p:cNvPr>
                <p:cNvPicPr/>
                <p:nvPr/>
              </p:nvPicPr>
              <p:blipFill>
                <a:blip r:embed="rId57"/>
                <a:stretch>
                  <a:fillRect/>
                </a:stretch>
              </p:blipFill>
              <p:spPr>
                <a:xfrm>
                  <a:off x="1672305" y="1793535"/>
                  <a:ext cx="1184760" cy="7617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26A28381-50FB-0217-07D5-8B5601C24F12}"/>
                    </a:ext>
                  </a:extLst>
                </p14:cNvPr>
                <p14:cNvContentPartPr/>
                <p14:nvPr/>
              </p14:nvContentPartPr>
              <p14:xfrm>
                <a:off x="3638625" y="1974615"/>
                <a:ext cx="528840" cy="313560"/>
              </p14:xfrm>
            </p:contentPart>
          </mc:Choice>
          <mc:Fallback xmlns="">
            <p:pic>
              <p:nvPicPr>
                <p:cNvPr id="31" name="Ink 30">
                  <a:extLst>
                    <a:ext uri="{FF2B5EF4-FFF2-40B4-BE49-F238E27FC236}">
                      <a16:creationId xmlns:a16="http://schemas.microsoft.com/office/drawing/2014/main" id="{26A28381-50FB-0217-07D5-8B5601C24F12}"/>
                    </a:ext>
                  </a:extLst>
                </p:cNvPr>
                <p:cNvPicPr/>
                <p:nvPr/>
              </p:nvPicPr>
              <p:blipFill>
                <a:blip r:embed="rId59"/>
                <a:stretch>
                  <a:fillRect/>
                </a:stretch>
              </p:blipFill>
              <p:spPr>
                <a:xfrm>
                  <a:off x="3632505" y="1968495"/>
                  <a:ext cx="54108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19AB89B7-AAA8-C0D6-E4BE-DCD58A35BBCA}"/>
                    </a:ext>
                  </a:extLst>
                </p14:cNvPr>
                <p14:cNvContentPartPr/>
                <p14:nvPr/>
              </p14:nvContentPartPr>
              <p14:xfrm>
                <a:off x="4310385" y="1942575"/>
                <a:ext cx="675360" cy="626400"/>
              </p14:xfrm>
            </p:contentPart>
          </mc:Choice>
          <mc:Fallback xmlns="">
            <p:pic>
              <p:nvPicPr>
                <p:cNvPr id="32" name="Ink 31">
                  <a:extLst>
                    <a:ext uri="{FF2B5EF4-FFF2-40B4-BE49-F238E27FC236}">
                      <a16:creationId xmlns:a16="http://schemas.microsoft.com/office/drawing/2014/main" id="{19AB89B7-AAA8-C0D6-E4BE-DCD58A35BBCA}"/>
                    </a:ext>
                  </a:extLst>
                </p:cNvPr>
                <p:cNvPicPr/>
                <p:nvPr/>
              </p:nvPicPr>
              <p:blipFill>
                <a:blip r:embed="rId61"/>
                <a:stretch>
                  <a:fillRect/>
                </a:stretch>
              </p:blipFill>
              <p:spPr>
                <a:xfrm>
                  <a:off x="4304265" y="1936455"/>
                  <a:ext cx="687600" cy="638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44AEEE6D-2D70-25E6-B458-09DD0CEFB19C}"/>
                    </a:ext>
                  </a:extLst>
                </p14:cNvPr>
                <p14:cNvContentPartPr/>
                <p14:nvPr/>
              </p14:nvContentPartPr>
              <p14:xfrm>
                <a:off x="5102025" y="1958415"/>
                <a:ext cx="249480" cy="244800"/>
              </p14:xfrm>
            </p:contentPart>
          </mc:Choice>
          <mc:Fallback xmlns="">
            <p:pic>
              <p:nvPicPr>
                <p:cNvPr id="33" name="Ink 32">
                  <a:extLst>
                    <a:ext uri="{FF2B5EF4-FFF2-40B4-BE49-F238E27FC236}">
                      <a16:creationId xmlns:a16="http://schemas.microsoft.com/office/drawing/2014/main" id="{44AEEE6D-2D70-25E6-B458-09DD0CEFB19C}"/>
                    </a:ext>
                  </a:extLst>
                </p:cNvPr>
                <p:cNvPicPr/>
                <p:nvPr/>
              </p:nvPicPr>
              <p:blipFill>
                <a:blip r:embed="rId63"/>
                <a:stretch>
                  <a:fillRect/>
                </a:stretch>
              </p:blipFill>
              <p:spPr>
                <a:xfrm>
                  <a:off x="5095905" y="1952295"/>
                  <a:ext cx="26172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6ACCE1AF-12F2-99FA-5E60-587A17C1CB5A}"/>
                    </a:ext>
                  </a:extLst>
                </p14:cNvPr>
                <p14:cNvContentPartPr/>
                <p14:nvPr/>
              </p14:nvContentPartPr>
              <p14:xfrm>
                <a:off x="5450505" y="1932495"/>
                <a:ext cx="838440" cy="275760"/>
              </p14:xfrm>
            </p:contentPart>
          </mc:Choice>
          <mc:Fallback xmlns="">
            <p:pic>
              <p:nvPicPr>
                <p:cNvPr id="34" name="Ink 33">
                  <a:extLst>
                    <a:ext uri="{FF2B5EF4-FFF2-40B4-BE49-F238E27FC236}">
                      <a16:creationId xmlns:a16="http://schemas.microsoft.com/office/drawing/2014/main" id="{6ACCE1AF-12F2-99FA-5E60-587A17C1CB5A}"/>
                    </a:ext>
                  </a:extLst>
                </p:cNvPr>
                <p:cNvPicPr/>
                <p:nvPr/>
              </p:nvPicPr>
              <p:blipFill>
                <a:blip r:embed="rId65"/>
                <a:stretch>
                  <a:fillRect/>
                </a:stretch>
              </p:blipFill>
              <p:spPr>
                <a:xfrm>
                  <a:off x="5444385" y="1926375"/>
                  <a:ext cx="85068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FEF5F2E6-1A49-53A0-66FE-18DD9CF53B59}"/>
                    </a:ext>
                  </a:extLst>
                </p14:cNvPr>
                <p14:cNvContentPartPr/>
                <p14:nvPr/>
              </p14:nvContentPartPr>
              <p14:xfrm>
                <a:off x="6556065" y="1808295"/>
                <a:ext cx="57600" cy="35280"/>
              </p14:xfrm>
            </p:contentPart>
          </mc:Choice>
          <mc:Fallback xmlns="">
            <p:pic>
              <p:nvPicPr>
                <p:cNvPr id="35" name="Ink 34">
                  <a:extLst>
                    <a:ext uri="{FF2B5EF4-FFF2-40B4-BE49-F238E27FC236}">
                      <a16:creationId xmlns:a16="http://schemas.microsoft.com/office/drawing/2014/main" id="{FEF5F2E6-1A49-53A0-66FE-18DD9CF53B59}"/>
                    </a:ext>
                  </a:extLst>
                </p:cNvPr>
                <p:cNvPicPr/>
                <p:nvPr/>
              </p:nvPicPr>
              <p:blipFill>
                <a:blip r:embed="rId67"/>
                <a:stretch>
                  <a:fillRect/>
                </a:stretch>
              </p:blipFill>
              <p:spPr>
                <a:xfrm>
                  <a:off x="6549945" y="1802175"/>
                  <a:ext cx="698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C5834F65-7BA1-7F3D-CB95-BF9887B8701A}"/>
                    </a:ext>
                  </a:extLst>
                </p14:cNvPr>
                <p14:cNvContentPartPr/>
                <p14:nvPr/>
              </p14:nvContentPartPr>
              <p14:xfrm>
                <a:off x="6465345" y="2049495"/>
                <a:ext cx="143280" cy="203760"/>
              </p14:xfrm>
            </p:contentPart>
          </mc:Choice>
          <mc:Fallback xmlns="">
            <p:pic>
              <p:nvPicPr>
                <p:cNvPr id="36" name="Ink 35">
                  <a:extLst>
                    <a:ext uri="{FF2B5EF4-FFF2-40B4-BE49-F238E27FC236}">
                      <a16:creationId xmlns:a16="http://schemas.microsoft.com/office/drawing/2014/main" id="{C5834F65-7BA1-7F3D-CB95-BF9887B8701A}"/>
                    </a:ext>
                  </a:extLst>
                </p:cNvPr>
                <p:cNvPicPr/>
                <p:nvPr/>
              </p:nvPicPr>
              <p:blipFill>
                <a:blip r:embed="rId69"/>
                <a:stretch>
                  <a:fillRect/>
                </a:stretch>
              </p:blipFill>
              <p:spPr>
                <a:xfrm>
                  <a:off x="6459225" y="2043375"/>
                  <a:ext cx="1555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B6C1F110-C13D-D9B2-EF4E-1298EC3BEA43}"/>
                    </a:ext>
                  </a:extLst>
                </p14:cNvPr>
                <p14:cNvContentPartPr/>
                <p14:nvPr/>
              </p14:nvContentPartPr>
              <p14:xfrm>
                <a:off x="6706905" y="2093775"/>
                <a:ext cx="374040" cy="200520"/>
              </p14:xfrm>
            </p:contentPart>
          </mc:Choice>
          <mc:Fallback xmlns="">
            <p:pic>
              <p:nvPicPr>
                <p:cNvPr id="37" name="Ink 36">
                  <a:extLst>
                    <a:ext uri="{FF2B5EF4-FFF2-40B4-BE49-F238E27FC236}">
                      <a16:creationId xmlns:a16="http://schemas.microsoft.com/office/drawing/2014/main" id="{B6C1F110-C13D-D9B2-EF4E-1298EC3BEA43}"/>
                    </a:ext>
                  </a:extLst>
                </p:cNvPr>
                <p:cNvPicPr/>
                <p:nvPr/>
              </p:nvPicPr>
              <p:blipFill>
                <a:blip r:embed="rId71"/>
                <a:stretch>
                  <a:fillRect/>
                </a:stretch>
              </p:blipFill>
              <p:spPr>
                <a:xfrm>
                  <a:off x="6700785" y="2087655"/>
                  <a:ext cx="38628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59252F92-9FA8-7F07-9E9D-DE4140B7486D}"/>
                    </a:ext>
                  </a:extLst>
                </p14:cNvPr>
                <p14:cNvContentPartPr/>
                <p14:nvPr/>
              </p14:nvContentPartPr>
              <p14:xfrm>
                <a:off x="1630905" y="2753655"/>
                <a:ext cx="307800" cy="395280"/>
              </p14:xfrm>
            </p:contentPart>
          </mc:Choice>
          <mc:Fallback xmlns="">
            <p:pic>
              <p:nvPicPr>
                <p:cNvPr id="44" name="Ink 43">
                  <a:extLst>
                    <a:ext uri="{FF2B5EF4-FFF2-40B4-BE49-F238E27FC236}">
                      <a16:creationId xmlns:a16="http://schemas.microsoft.com/office/drawing/2014/main" id="{59252F92-9FA8-7F07-9E9D-DE4140B7486D}"/>
                    </a:ext>
                  </a:extLst>
                </p:cNvPr>
                <p:cNvPicPr/>
                <p:nvPr/>
              </p:nvPicPr>
              <p:blipFill>
                <a:blip r:embed="rId73"/>
                <a:stretch>
                  <a:fillRect/>
                </a:stretch>
              </p:blipFill>
              <p:spPr>
                <a:xfrm>
                  <a:off x="1624785" y="2747535"/>
                  <a:ext cx="32004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094FC1C0-459D-C8D4-BCCC-93195F4BC3F7}"/>
                    </a:ext>
                  </a:extLst>
                </p14:cNvPr>
                <p14:cNvContentPartPr/>
                <p14:nvPr/>
              </p14:nvContentPartPr>
              <p14:xfrm>
                <a:off x="2014305" y="2804055"/>
                <a:ext cx="1002240" cy="833760"/>
              </p14:xfrm>
            </p:contentPart>
          </mc:Choice>
          <mc:Fallback xmlns="">
            <p:pic>
              <p:nvPicPr>
                <p:cNvPr id="45" name="Ink 44">
                  <a:extLst>
                    <a:ext uri="{FF2B5EF4-FFF2-40B4-BE49-F238E27FC236}">
                      <a16:creationId xmlns:a16="http://schemas.microsoft.com/office/drawing/2014/main" id="{094FC1C0-459D-C8D4-BCCC-93195F4BC3F7}"/>
                    </a:ext>
                  </a:extLst>
                </p:cNvPr>
                <p:cNvPicPr/>
                <p:nvPr/>
              </p:nvPicPr>
              <p:blipFill>
                <a:blip r:embed="rId75"/>
                <a:stretch>
                  <a:fillRect/>
                </a:stretch>
              </p:blipFill>
              <p:spPr>
                <a:xfrm>
                  <a:off x="2008185" y="2797935"/>
                  <a:ext cx="1014480" cy="846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E9CABC6F-BB9C-8280-685A-192AA5F827AF}"/>
                    </a:ext>
                  </a:extLst>
                </p14:cNvPr>
                <p14:cNvContentPartPr/>
                <p14:nvPr/>
              </p14:nvContentPartPr>
              <p14:xfrm>
                <a:off x="3097905" y="2673375"/>
                <a:ext cx="385560" cy="466200"/>
              </p14:xfrm>
            </p:contentPart>
          </mc:Choice>
          <mc:Fallback xmlns="">
            <p:pic>
              <p:nvPicPr>
                <p:cNvPr id="46" name="Ink 45">
                  <a:extLst>
                    <a:ext uri="{FF2B5EF4-FFF2-40B4-BE49-F238E27FC236}">
                      <a16:creationId xmlns:a16="http://schemas.microsoft.com/office/drawing/2014/main" id="{E9CABC6F-BB9C-8280-685A-192AA5F827AF}"/>
                    </a:ext>
                  </a:extLst>
                </p:cNvPr>
                <p:cNvPicPr/>
                <p:nvPr/>
              </p:nvPicPr>
              <p:blipFill>
                <a:blip r:embed="rId77"/>
                <a:stretch>
                  <a:fillRect/>
                </a:stretch>
              </p:blipFill>
              <p:spPr>
                <a:xfrm>
                  <a:off x="3091785" y="2667255"/>
                  <a:ext cx="39780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DE2DD3B4-E6C1-B125-490E-51CEC093B975}"/>
                    </a:ext>
                  </a:extLst>
                </p14:cNvPr>
                <p14:cNvContentPartPr/>
                <p14:nvPr/>
              </p14:nvContentPartPr>
              <p14:xfrm>
                <a:off x="3780825" y="2889375"/>
                <a:ext cx="314640" cy="249480"/>
              </p14:xfrm>
            </p:contentPart>
          </mc:Choice>
          <mc:Fallback xmlns="">
            <p:pic>
              <p:nvPicPr>
                <p:cNvPr id="47" name="Ink 46">
                  <a:extLst>
                    <a:ext uri="{FF2B5EF4-FFF2-40B4-BE49-F238E27FC236}">
                      <a16:creationId xmlns:a16="http://schemas.microsoft.com/office/drawing/2014/main" id="{DE2DD3B4-E6C1-B125-490E-51CEC093B975}"/>
                    </a:ext>
                  </a:extLst>
                </p:cNvPr>
                <p:cNvPicPr/>
                <p:nvPr/>
              </p:nvPicPr>
              <p:blipFill>
                <a:blip r:embed="rId79"/>
                <a:stretch>
                  <a:fillRect/>
                </a:stretch>
              </p:blipFill>
              <p:spPr>
                <a:xfrm>
                  <a:off x="3774705" y="2883255"/>
                  <a:ext cx="32688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568BF1F2-CB2A-8791-95EF-B3AB60C63F39}"/>
                    </a:ext>
                  </a:extLst>
                </p14:cNvPr>
                <p14:cNvContentPartPr/>
                <p14:nvPr/>
              </p14:nvContentPartPr>
              <p14:xfrm>
                <a:off x="4215345" y="2769135"/>
                <a:ext cx="66600" cy="57960"/>
              </p14:xfrm>
            </p:contentPart>
          </mc:Choice>
          <mc:Fallback xmlns="">
            <p:pic>
              <p:nvPicPr>
                <p:cNvPr id="48" name="Ink 47">
                  <a:extLst>
                    <a:ext uri="{FF2B5EF4-FFF2-40B4-BE49-F238E27FC236}">
                      <a16:creationId xmlns:a16="http://schemas.microsoft.com/office/drawing/2014/main" id="{568BF1F2-CB2A-8791-95EF-B3AB60C63F39}"/>
                    </a:ext>
                  </a:extLst>
                </p:cNvPr>
                <p:cNvPicPr/>
                <p:nvPr/>
              </p:nvPicPr>
              <p:blipFill>
                <a:blip r:embed="rId81"/>
                <a:stretch>
                  <a:fillRect/>
                </a:stretch>
              </p:blipFill>
              <p:spPr>
                <a:xfrm>
                  <a:off x="4209225" y="2763015"/>
                  <a:ext cx="7884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8D50163B-524C-1957-C3AA-840B084DBAB7}"/>
                    </a:ext>
                  </a:extLst>
                </p14:cNvPr>
                <p14:cNvContentPartPr/>
                <p14:nvPr/>
              </p14:nvContentPartPr>
              <p14:xfrm>
                <a:off x="4268985" y="2892975"/>
                <a:ext cx="466560" cy="346680"/>
              </p14:xfrm>
            </p:contentPart>
          </mc:Choice>
          <mc:Fallback xmlns="">
            <p:pic>
              <p:nvPicPr>
                <p:cNvPr id="49" name="Ink 48">
                  <a:extLst>
                    <a:ext uri="{FF2B5EF4-FFF2-40B4-BE49-F238E27FC236}">
                      <a16:creationId xmlns:a16="http://schemas.microsoft.com/office/drawing/2014/main" id="{8D50163B-524C-1957-C3AA-840B084DBAB7}"/>
                    </a:ext>
                  </a:extLst>
                </p:cNvPr>
                <p:cNvPicPr/>
                <p:nvPr/>
              </p:nvPicPr>
              <p:blipFill>
                <a:blip r:embed="rId83"/>
                <a:stretch>
                  <a:fillRect/>
                </a:stretch>
              </p:blipFill>
              <p:spPr>
                <a:xfrm>
                  <a:off x="4262865" y="2886855"/>
                  <a:ext cx="47880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9AB6785D-4401-4DB9-7462-C6C665F5C116}"/>
                    </a:ext>
                  </a:extLst>
                </p14:cNvPr>
                <p14:cNvContentPartPr/>
                <p14:nvPr/>
              </p14:nvContentPartPr>
              <p14:xfrm>
                <a:off x="5165025" y="2717655"/>
                <a:ext cx="59760" cy="308160"/>
              </p14:xfrm>
            </p:contentPart>
          </mc:Choice>
          <mc:Fallback xmlns="">
            <p:pic>
              <p:nvPicPr>
                <p:cNvPr id="50" name="Ink 49">
                  <a:extLst>
                    <a:ext uri="{FF2B5EF4-FFF2-40B4-BE49-F238E27FC236}">
                      <a16:creationId xmlns:a16="http://schemas.microsoft.com/office/drawing/2014/main" id="{9AB6785D-4401-4DB9-7462-C6C665F5C116}"/>
                    </a:ext>
                  </a:extLst>
                </p:cNvPr>
                <p:cNvPicPr/>
                <p:nvPr/>
              </p:nvPicPr>
              <p:blipFill>
                <a:blip r:embed="rId85"/>
                <a:stretch>
                  <a:fillRect/>
                </a:stretch>
              </p:blipFill>
              <p:spPr>
                <a:xfrm>
                  <a:off x="5158905" y="2711535"/>
                  <a:ext cx="720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4B578E47-ECCA-1279-9B32-3B3873265020}"/>
                    </a:ext>
                  </a:extLst>
                </p14:cNvPr>
                <p14:cNvContentPartPr/>
                <p14:nvPr/>
              </p14:nvContentPartPr>
              <p14:xfrm>
                <a:off x="4962705" y="2945175"/>
                <a:ext cx="299880" cy="114120"/>
              </p14:xfrm>
            </p:contentPart>
          </mc:Choice>
          <mc:Fallback xmlns="">
            <p:pic>
              <p:nvPicPr>
                <p:cNvPr id="51" name="Ink 50">
                  <a:extLst>
                    <a:ext uri="{FF2B5EF4-FFF2-40B4-BE49-F238E27FC236}">
                      <a16:creationId xmlns:a16="http://schemas.microsoft.com/office/drawing/2014/main" id="{4B578E47-ECCA-1279-9B32-3B3873265020}"/>
                    </a:ext>
                  </a:extLst>
                </p:cNvPr>
                <p:cNvPicPr/>
                <p:nvPr/>
              </p:nvPicPr>
              <p:blipFill>
                <a:blip r:embed="rId87"/>
                <a:stretch>
                  <a:fillRect/>
                </a:stretch>
              </p:blipFill>
              <p:spPr>
                <a:xfrm>
                  <a:off x="4956585" y="2939055"/>
                  <a:ext cx="3121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B46D9E25-230E-3F89-23BD-60E83B44B3EB}"/>
                    </a:ext>
                  </a:extLst>
                </p14:cNvPr>
                <p14:cNvContentPartPr/>
                <p14:nvPr/>
              </p14:nvContentPartPr>
              <p14:xfrm>
                <a:off x="5302185" y="2818455"/>
                <a:ext cx="117000" cy="78480"/>
              </p14:xfrm>
            </p:contentPart>
          </mc:Choice>
          <mc:Fallback xmlns="">
            <p:pic>
              <p:nvPicPr>
                <p:cNvPr id="52" name="Ink 51">
                  <a:extLst>
                    <a:ext uri="{FF2B5EF4-FFF2-40B4-BE49-F238E27FC236}">
                      <a16:creationId xmlns:a16="http://schemas.microsoft.com/office/drawing/2014/main" id="{B46D9E25-230E-3F89-23BD-60E83B44B3EB}"/>
                    </a:ext>
                  </a:extLst>
                </p:cNvPr>
                <p:cNvPicPr/>
                <p:nvPr/>
              </p:nvPicPr>
              <p:blipFill>
                <a:blip r:embed="rId89"/>
                <a:stretch>
                  <a:fillRect/>
                </a:stretch>
              </p:blipFill>
              <p:spPr>
                <a:xfrm>
                  <a:off x="5296065" y="2812335"/>
                  <a:ext cx="1292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D767813A-8CF5-53B3-6442-475D928642E8}"/>
                    </a:ext>
                  </a:extLst>
                </p14:cNvPr>
                <p14:cNvContentPartPr/>
                <p14:nvPr/>
              </p14:nvContentPartPr>
              <p14:xfrm>
                <a:off x="5462025" y="2955255"/>
                <a:ext cx="84240" cy="162360"/>
              </p14:xfrm>
            </p:contentPart>
          </mc:Choice>
          <mc:Fallback xmlns="">
            <p:pic>
              <p:nvPicPr>
                <p:cNvPr id="53" name="Ink 52">
                  <a:extLst>
                    <a:ext uri="{FF2B5EF4-FFF2-40B4-BE49-F238E27FC236}">
                      <a16:creationId xmlns:a16="http://schemas.microsoft.com/office/drawing/2014/main" id="{D767813A-8CF5-53B3-6442-475D928642E8}"/>
                    </a:ext>
                  </a:extLst>
                </p:cNvPr>
                <p:cNvPicPr/>
                <p:nvPr/>
              </p:nvPicPr>
              <p:blipFill>
                <a:blip r:embed="rId91"/>
                <a:stretch>
                  <a:fillRect/>
                </a:stretch>
              </p:blipFill>
              <p:spPr>
                <a:xfrm>
                  <a:off x="5455905" y="2949135"/>
                  <a:ext cx="964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25A4A4AD-035A-AC78-3A79-BD15C5F26A6F}"/>
                    </a:ext>
                  </a:extLst>
                </p14:cNvPr>
                <p14:cNvContentPartPr/>
                <p14:nvPr/>
              </p14:nvContentPartPr>
              <p14:xfrm>
                <a:off x="5676945" y="2944095"/>
                <a:ext cx="366120" cy="150480"/>
              </p14:xfrm>
            </p:contentPart>
          </mc:Choice>
          <mc:Fallback xmlns="">
            <p:pic>
              <p:nvPicPr>
                <p:cNvPr id="54" name="Ink 53">
                  <a:extLst>
                    <a:ext uri="{FF2B5EF4-FFF2-40B4-BE49-F238E27FC236}">
                      <a16:creationId xmlns:a16="http://schemas.microsoft.com/office/drawing/2014/main" id="{25A4A4AD-035A-AC78-3A79-BD15C5F26A6F}"/>
                    </a:ext>
                  </a:extLst>
                </p:cNvPr>
                <p:cNvPicPr/>
                <p:nvPr/>
              </p:nvPicPr>
              <p:blipFill>
                <a:blip r:embed="rId93"/>
                <a:stretch>
                  <a:fillRect/>
                </a:stretch>
              </p:blipFill>
              <p:spPr>
                <a:xfrm>
                  <a:off x="5670825" y="2937975"/>
                  <a:ext cx="3783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51A225EE-0687-3390-2E15-DF766E891057}"/>
                    </a:ext>
                  </a:extLst>
                </p14:cNvPr>
                <p14:cNvContentPartPr/>
                <p14:nvPr/>
              </p14:nvContentPartPr>
              <p14:xfrm>
                <a:off x="6189225" y="3026175"/>
                <a:ext cx="52920" cy="30240"/>
              </p14:xfrm>
            </p:contentPart>
          </mc:Choice>
          <mc:Fallback xmlns="">
            <p:pic>
              <p:nvPicPr>
                <p:cNvPr id="55" name="Ink 54">
                  <a:extLst>
                    <a:ext uri="{FF2B5EF4-FFF2-40B4-BE49-F238E27FC236}">
                      <a16:creationId xmlns:a16="http://schemas.microsoft.com/office/drawing/2014/main" id="{51A225EE-0687-3390-2E15-DF766E891057}"/>
                    </a:ext>
                  </a:extLst>
                </p:cNvPr>
                <p:cNvPicPr/>
                <p:nvPr/>
              </p:nvPicPr>
              <p:blipFill>
                <a:blip r:embed="rId95"/>
                <a:stretch>
                  <a:fillRect/>
                </a:stretch>
              </p:blipFill>
              <p:spPr>
                <a:xfrm>
                  <a:off x="6183105" y="3020055"/>
                  <a:ext cx="65160" cy="42480"/>
                </a:xfrm>
                <a:prstGeom prst="rect">
                  <a:avLst/>
                </a:prstGeom>
              </p:spPr>
            </p:pic>
          </mc:Fallback>
        </mc:AlternateContent>
      </p:grpSp>
      <p:grpSp>
        <p:nvGrpSpPr>
          <p:cNvPr id="80" name="Group 79">
            <a:extLst>
              <a:ext uri="{FF2B5EF4-FFF2-40B4-BE49-F238E27FC236}">
                <a16:creationId xmlns:a16="http://schemas.microsoft.com/office/drawing/2014/main" id="{6910380C-7C37-986C-58DA-BC341A3A66B6}"/>
              </a:ext>
            </a:extLst>
          </p:cNvPr>
          <p:cNvGrpSpPr/>
          <p:nvPr/>
        </p:nvGrpSpPr>
        <p:grpSpPr>
          <a:xfrm>
            <a:off x="7117305" y="2852295"/>
            <a:ext cx="3494880" cy="628920"/>
            <a:chOff x="7117305" y="2852295"/>
            <a:chExt cx="3494880" cy="628920"/>
          </a:xfrm>
        </p:grpSpPr>
        <mc:AlternateContent xmlns:mc="http://schemas.openxmlformats.org/markup-compatibility/2006" xmlns:p14="http://schemas.microsoft.com/office/powerpoint/2010/main">
          <mc:Choice Requires="p14">
            <p:contentPart p14:bwMode="auto" r:id="rId96">
              <p14:nvContentPartPr>
                <p14:cNvPr id="57" name="Ink 56">
                  <a:extLst>
                    <a:ext uri="{FF2B5EF4-FFF2-40B4-BE49-F238E27FC236}">
                      <a16:creationId xmlns:a16="http://schemas.microsoft.com/office/drawing/2014/main" id="{5C0C0D03-4861-8086-06AF-DD15F5B4071F}"/>
                    </a:ext>
                  </a:extLst>
                </p14:cNvPr>
                <p14:cNvContentPartPr/>
                <p14:nvPr/>
              </p14:nvContentPartPr>
              <p14:xfrm>
                <a:off x="7117305" y="3232095"/>
                <a:ext cx="953280" cy="23760"/>
              </p14:xfrm>
            </p:contentPart>
          </mc:Choice>
          <mc:Fallback xmlns="">
            <p:pic>
              <p:nvPicPr>
                <p:cNvPr id="57" name="Ink 56">
                  <a:extLst>
                    <a:ext uri="{FF2B5EF4-FFF2-40B4-BE49-F238E27FC236}">
                      <a16:creationId xmlns:a16="http://schemas.microsoft.com/office/drawing/2014/main" id="{5C0C0D03-4861-8086-06AF-DD15F5B4071F}"/>
                    </a:ext>
                  </a:extLst>
                </p:cNvPr>
                <p:cNvPicPr/>
                <p:nvPr/>
              </p:nvPicPr>
              <p:blipFill>
                <a:blip r:embed="rId97"/>
                <a:stretch>
                  <a:fillRect/>
                </a:stretch>
              </p:blipFill>
              <p:spPr>
                <a:xfrm>
                  <a:off x="7111185" y="3225975"/>
                  <a:ext cx="965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8" name="Ink 57">
                  <a:extLst>
                    <a:ext uri="{FF2B5EF4-FFF2-40B4-BE49-F238E27FC236}">
                      <a16:creationId xmlns:a16="http://schemas.microsoft.com/office/drawing/2014/main" id="{8459C68B-BA29-7610-9D08-AA252E2A8BB2}"/>
                    </a:ext>
                  </a:extLst>
                </p14:cNvPr>
                <p14:cNvContentPartPr/>
                <p14:nvPr/>
              </p14:nvContentPartPr>
              <p14:xfrm>
                <a:off x="8373345" y="3061455"/>
                <a:ext cx="513720" cy="419760"/>
              </p14:xfrm>
            </p:contentPart>
          </mc:Choice>
          <mc:Fallback xmlns="">
            <p:pic>
              <p:nvPicPr>
                <p:cNvPr id="58" name="Ink 57">
                  <a:extLst>
                    <a:ext uri="{FF2B5EF4-FFF2-40B4-BE49-F238E27FC236}">
                      <a16:creationId xmlns:a16="http://schemas.microsoft.com/office/drawing/2014/main" id="{8459C68B-BA29-7610-9D08-AA252E2A8BB2}"/>
                    </a:ext>
                  </a:extLst>
                </p:cNvPr>
                <p:cNvPicPr/>
                <p:nvPr/>
              </p:nvPicPr>
              <p:blipFill>
                <a:blip r:embed="rId99"/>
                <a:stretch>
                  <a:fillRect/>
                </a:stretch>
              </p:blipFill>
              <p:spPr>
                <a:xfrm>
                  <a:off x="8367225" y="3055335"/>
                  <a:ext cx="52596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9" name="Ink 58">
                  <a:extLst>
                    <a:ext uri="{FF2B5EF4-FFF2-40B4-BE49-F238E27FC236}">
                      <a16:creationId xmlns:a16="http://schemas.microsoft.com/office/drawing/2014/main" id="{235F15A0-4C04-4FEE-95CC-EBACD2D51B4B}"/>
                    </a:ext>
                  </a:extLst>
                </p14:cNvPr>
                <p14:cNvContentPartPr/>
                <p14:nvPr/>
              </p14:nvContentPartPr>
              <p14:xfrm>
                <a:off x="9086505" y="3087735"/>
                <a:ext cx="261000" cy="295200"/>
              </p14:xfrm>
            </p:contentPart>
          </mc:Choice>
          <mc:Fallback xmlns="">
            <p:pic>
              <p:nvPicPr>
                <p:cNvPr id="59" name="Ink 58">
                  <a:extLst>
                    <a:ext uri="{FF2B5EF4-FFF2-40B4-BE49-F238E27FC236}">
                      <a16:creationId xmlns:a16="http://schemas.microsoft.com/office/drawing/2014/main" id="{235F15A0-4C04-4FEE-95CC-EBACD2D51B4B}"/>
                    </a:ext>
                  </a:extLst>
                </p:cNvPr>
                <p:cNvPicPr/>
                <p:nvPr/>
              </p:nvPicPr>
              <p:blipFill>
                <a:blip r:embed="rId101"/>
                <a:stretch>
                  <a:fillRect/>
                </a:stretch>
              </p:blipFill>
              <p:spPr>
                <a:xfrm>
                  <a:off x="9080385" y="3081615"/>
                  <a:ext cx="27324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0" name="Ink 59">
                  <a:extLst>
                    <a:ext uri="{FF2B5EF4-FFF2-40B4-BE49-F238E27FC236}">
                      <a16:creationId xmlns:a16="http://schemas.microsoft.com/office/drawing/2014/main" id="{340EEB3A-E242-A87C-A8D7-6DF75412646D}"/>
                    </a:ext>
                  </a:extLst>
                </p14:cNvPr>
                <p14:cNvContentPartPr/>
                <p14:nvPr/>
              </p14:nvContentPartPr>
              <p14:xfrm>
                <a:off x="9634065" y="3095655"/>
                <a:ext cx="250560" cy="291240"/>
              </p14:xfrm>
            </p:contentPart>
          </mc:Choice>
          <mc:Fallback xmlns="">
            <p:pic>
              <p:nvPicPr>
                <p:cNvPr id="60" name="Ink 59">
                  <a:extLst>
                    <a:ext uri="{FF2B5EF4-FFF2-40B4-BE49-F238E27FC236}">
                      <a16:creationId xmlns:a16="http://schemas.microsoft.com/office/drawing/2014/main" id="{340EEB3A-E242-A87C-A8D7-6DF75412646D}"/>
                    </a:ext>
                  </a:extLst>
                </p:cNvPr>
                <p:cNvPicPr/>
                <p:nvPr/>
              </p:nvPicPr>
              <p:blipFill>
                <a:blip r:embed="rId103"/>
                <a:stretch>
                  <a:fillRect/>
                </a:stretch>
              </p:blipFill>
              <p:spPr>
                <a:xfrm>
                  <a:off x="9627945" y="3089535"/>
                  <a:ext cx="26280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1" name="Ink 60">
                  <a:extLst>
                    <a:ext uri="{FF2B5EF4-FFF2-40B4-BE49-F238E27FC236}">
                      <a16:creationId xmlns:a16="http://schemas.microsoft.com/office/drawing/2014/main" id="{0D959231-C1AC-C864-7101-3C030D3664CE}"/>
                    </a:ext>
                  </a:extLst>
                </p14:cNvPr>
                <p14:cNvContentPartPr/>
                <p14:nvPr/>
              </p14:nvContentPartPr>
              <p14:xfrm>
                <a:off x="10094505" y="2852295"/>
                <a:ext cx="517680" cy="567360"/>
              </p14:xfrm>
            </p:contentPart>
          </mc:Choice>
          <mc:Fallback xmlns="">
            <p:pic>
              <p:nvPicPr>
                <p:cNvPr id="61" name="Ink 60">
                  <a:extLst>
                    <a:ext uri="{FF2B5EF4-FFF2-40B4-BE49-F238E27FC236}">
                      <a16:creationId xmlns:a16="http://schemas.microsoft.com/office/drawing/2014/main" id="{0D959231-C1AC-C864-7101-3C030D3664CE}"/>
                    </a:ext>
                  </a:extLst>
                </p:cNvPr>
                <p:cNvPicPr/>
                <p:nvPr/>
              </p:nvPicPr>
              <p:blipFill>
                <a:blip r:embed="rId105"/>
                <a:stretch>
                  <a:fillRect/>
                </a:stretch>
              </p:blipFill>
              <p:spPr>
                <a:xfrm>
                  <a:off x="10088385" y="2846175"/>
                  <a:ext cx="529920" cy="579600"/>
                </a:xfrm>
                <a:prstGeom prst="rect">
                  <a:avLst/>
                </a:prstGeom>
              </p:spPr>
            </p:pic>
          </mc:Fallback>
        </mc:AlternateContent>
      </p:grpSp>
      <p:grpSp>
        <p:nvGrpSpPr>
          <p:cNvPr id="79" name="Group 78">
            <a:extLst>
              <a:ext uri="{FF2B5EF4-FFF2-40B4-BE49-F238E27FC236}">
                <a16:creationId xmlns:a16="http://schemas.microsoft.com/office/drawing/2014/main" id="{32315362-E799-8FD9-EE94-2571DA07B3FF}"/>
              </a:ext>
            </a:extLst>
          </p:cNvPr>
          <p:cNvGrpSpPr/>
          <p:nvPr/>
        </p:nvGrpSpPr>
        <p:grpSpPr>
          <a:xfrm>
            <a:off x="936105" y="3582735"/>
            <a:ext cx="608400" cy="547560"/>
            <a:chOff x="936105" y="3582735"/>
            <a:chExt cx="608400" cy="547560"/>
          </a:xfrm>
        </p:grpSpPr>
        <mc:AlternateContent xmlns:mc="http://schemas.openxmlformats.org/markup-compatibility/2006" xmlns:p14="http://schemas.microsoft.com/office/powerpoint/2010/main">
          <mc:Choice Requires="p14">
            <p:contentPart p14:bwMode="auto" r:id="rId106">
              <p14:nvContentPartPr>
                <p14:cNvPr id="62" name="Ink 61">
                  <a:extLst>
                    <a:ext uri="{FF2B5EF4-FFF2-40B4-BE49-F238E27FC236}">
                      <a16:creationId xmlns:a16="http://schemas.microsoft.com/office/drawing/2014/main" id="{59E9D267-4F17-E2D9-48EA-ADF54812ADAE}"/>
                    </a:ext>
                  </a:extLst>
                </p14:cNvPr>
                <p14:cNvContentPartPr/>
                <p14:nvPr/>
              </p14:nvContentPartPr>
              <p14:xfrm>
                <a:off x="1090545" y="3582735"/>
                <a:ext cx="96480" cy="547560"/>
              </p14:xfrm>
            </p:contentPart>
          </mc:Choice>
          <mc:Fallback xmlns="">
            <p:pic>
              <p:nvPicPr>
                <p:cNvPr id="62" name="Ink 61">
                  <a:extLst>
                    <a:ext uri="{FF2B5EF4-FFF2-40B4-BE49-F238E27FC236}">
                      <a16:creationId xmlns:a16="http://schemas.microsoft.com/office/drawing/2014/main" id="{59E9D267-4F17-E2D9-48EA-ADF54812ADAE}"/>
                    </a:ext>
                  </a:extLst>
                </p:cNvPr>
                <p:cNvPicPr/>
                <p:nvPr/>
              </p:nvPicPr>
              <p:blipFill>
                <a:blip r:embed="rId107"/>
                <a:stretch>
                  <a:fillRect/>
                </a:stretch>
              </p:blipFill>
              <p:spPr>
                <a:xfrm>
                  <a:off x="1084425" y="3576615"/>
                  <a:ext cx="108720" cy="559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3" name="Ink 62">
                  <a:extLst>
                    <a:ext uri="{FF2B5EF4-FFF2-40B4-BE49-F238E27FC236}">
                      <a16:creationId xmlns:a16="http://schemas.microsoft.com/office/drawing/2014/main" id="{08F8E008-9C63-0C43-EEE6-A86115567472}"/>
                    </a:ext>
                  </a:extLst>
                </p14:cNvPr>
                <p14:cNvContentPartPr/>
                <p14:nvPr/>
              </p14:nvContentPartPr>
              <p14:xfrm>
                <a:off x="936105" y="3881535"/>
                <a:ext cx="608400" cy="204480"/>
              </p14:xfrm>
            </p:contentPart>
          </mc:Choice>
          <mc:Fallback xmlns="">
            <p:pic>
              <p:nvPicPr>
                <p:cNvPr id="63" name="Ink 62">
                  <a:extLst>
                    <a:ext uri="{FF2B5EF4-FFF2-40B4-BE49-F238E27FC236}">
                      <a16:creationId xmlns:a16="http://schemas.microsoft.com/office/drawing/2014/main" id="{08F8E008-9C63-0C43-EEE6-A86115567472}"/>
                    </a:ext>
                  </a:extLst>
                </p:cNvPr>
                <p:cNvPicPr/>
                <p:nvPr/>
              </p:nvPicPr>
              <p:blipFill>
                <a:blip r:embed="rId109"/>
                <a:stretch>
                  <a:fillRect/>
                </a:stretch>
              </p:blipFill>
              <p:spPr>
                <a:xfrm>
                  <a:off x="929985" y="3875415"/>
                  <a:ext cx="620640" cy="216720"/>
                </a:xfrm>
                <a:prstGeom prst="rect">
                  <a:avLst/>
                </a:prstGeom>
              </p:spPr>
            </p:pic>
          </mc:Fallback>
        </mc:AlternateContent>
      </p:grpSp>
      <p:grpSp>
        <p:nvGrpSpPr>
          <p:cNvPr id="78" name="Group 77">
            <a:extLst>
              <a:ext uri="{FF2B5EF4-FFF2-40B4-BE49-F238E27FC236}">
                <a16:creationId xmlns:a16="http://schemas.microsoft.com/office/drawing/2014/main" id="{1729A3F7-A00D-2C3F-D8DD-DFF2A7F6D126}"/>
              </a:ext>
            </a:extLst>
          </p:cNvPr>
          <p:cNvGrpSpPr/>
          <p:nvPr/>
        </p:nvGrpSpPr>
        <p:grpSpPr>
          <a:xfrm>
            <a:off x="2101785" y="3589935"/>
            <a:ext cx="2312280" cy="578520"/>
            <a:chOff x="2101785" y="3589935"/>
            <a:chExt cx="2312280" cy="578520"/>
          </a:xfrm>
        </p:grpSpPr>
        <mc:AlternateContent xmlns:mc="http://schemas.openxmlformats.org/markup-compatibility/2006" xmlns:p14="http://schemas.microsoft.com/office/powerpoint/2010/main">
          <mc:Choice Requires="p14">
            <p:contentPart p14:bwMode="auto" r:id="rId110">
              <p14:nvContentPartPr>
                <p14:cNvPr id="64" name="Ink 63">
                  <a:extLst>
                    <a:ext uri="{FF2B5EF4-FFF2-40B4-BE49-F238E27FC236}">
                      <a16:creationId xmlns:a16="http://schemas.microsoft.com/office/drawing/2014/main" id="{BA6D8901-EFF1-0C15-EC79-70AA14FA4B67}"/>
                    </a:ext>
                  </a:extLst>
                </p14:cNvPr>
                <p14:cNvContentPartPr/>
                <p14:nvPr/>
              </p14:nvContentPartPr>
              <p14:xfrm>
                <a:off x="2101785" y="3821055"/>
                <a:ext cx="474840" cy="347400"/>
              </p14:xfrm>
            </p:contentPart>
          </mc:Choice>
          <mc:Fallback xmlns="">
            <p:pic>
              <p:nvPicPr>
                <p:cNvPr id="64" name="Ink 63">
                  <a:extLst>
                    <a:ext uri="{FF2B5EF4-FFF2-40B4-BE49-F238E27FC236}">
                      <a16:creationId xmlns:a16="http://schemas.microsoft.com/office/drawing/2014/main" id="{BA6D8901-EFF1-0C15-EC79-70AA14FA4B67}"/>
                    </a:ext>
                  </a:extLst>
                </p:cNvPr>
                <p:cNvPicPr/>
                <p:nvPr/>
              </p:nvPicPr>
              <p:blipFill>
                <a:blip r:embed="rId111"/>
                <a:stretch>
                  <a:fillRect/>
                </a:stretch>
              </p:blipFill>
              <p:spPr>
                <a:xfrm>
                  <a:off x="2095665" y="3814935"/>
                  <a:ext cx="48708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5" name="Ink 64">
                  <a:extLst>
                    <a:ext uri="{FF2B5EF4-FFF2-40B4-BE49-F238E27FC236}">
                      <a16:creationId xmlns:a16="http://schemas.microsoft.com/office/drawing/2014/main" id="{3A00684F-F930-FFF3-65FD-69B09CC46C0E}"/>
                    </a:ext>
                  </a:extLst>
                </p14:cNvPr>
                <p14:cNvContentPartPr/>
                <p14:nvPr/>
              </p14:nvContentPartPr>
              <p14:xfrm>
                <a:off x="2688225" y="3589935"/>
                <a:ext cx="1311120" cy="460440"/>
              </p14:xfrm>
            </p:contentPart>
          </mc:Choice>
          <mc:Fallback xmlns="">
            <p:pic>
              <p:nvPicPr>
                <p:cNvPr id="65" name="Ink 64">
                  <a:extLst>
                    <a:ext uri="{FF2B5EF4-FFF2-40B4-BE49-F238E27FC236}">
                      <a16:creationId xmlns:a16="http://schemas.microsoft.com/office/drawing/2014/main" id="{3A00684F-F930-FFF3-65FD-69B09CC46C0E}"/>
                    </a:ext>
                  </a:extLst>
                </p:cNvPr>
                <p:cNvPicPr/>
                <p:nvPr/>
              </p:nvPicPr>
              <p:blipFill>
                <a:blip r:embed="rId113"/>
                <a:stretch>
                  <a:fillRect/>
                </a:stretch>
              </p:blipFill>
              <p:spPr>
                <a:xfrm>
                  <a:off x="2682105" y="3583815"/>
                  <a:ext cx="1323360" cy="472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6" name="Ink 65">
                  <a:extLst>
                    <a:ext uri="{FF2B5EF4-FFF2-40B4-BE49-F238E27FC236}">
                      <a16:creationId xmlns:a16="http://schemas.microsoft.com/office/drawing/2014/main" id="{98351D13-AA54-86F9-98C2-87023113F49A}"/>
                    </a:ext>
                  </a:extLst>
                </p14:cNvPr>
                <p14:cNvContentPartPr/>
                <p14:nvPr/>
              </p14:nvContentPartPr>
              <p14:xfrm>
                <a:off x="4170705" y="3821415"/>
                <a:ext cx="243360" cy="214200"/>
              </p14:xfrm>
            </p:contentPart>
          </mc:Choice>
          <mc:Fallback xmlns="">
            <p:pic>
              <p:nvPicPr>
                <p:cNvPr id="66" name="Ink 65">
                  <a:extLst>
                    <a:ext uri="{FF2B5EF4-FFF2-40B4-BE49-F238E27FC236}">
                      <a16:creationId xmlns:a16="http://schemas.microsoft.com/office/drawing/2014/main" id="{98351D13-AA54-86F9-98C2-87023113F49A}"/>
                    </a:ext>
                  </a:extLst>
                </p:cNvPr>
                <p:cNvPicPr/>
                <p:nvPr/>
              </p:nvPicPr>
              <p:blipFill>
                <a:blip r:embed="rId115"/>
                <a:stretch>
                  <a:fillRect/>
                </a:stretch>
              </p:blipFill>
              <p:spPr>
                <a:xfrm>
                  <a:off x="4164585" y="3815295"/>
                  <a:ext cx="255600" cy="226440"/>
                </a:xfrm>
                <a:prstGeom prst="rect">
                  <a:avLst/>
                </a:prstGeom>
              </p:spPr>
            </p:pic>
          </mc:Fallback>
        </mc:AlternateContent>
      </p:grpSp>
      <p:grpSp>
        <p:nvGrpSpPr>
          <p:cNvPr id="86" name="Group 85">
            <a:extLst>
              <a:ext uri="{FF2B5EF4-FFF2-40B4-BE49-F238E27FC236}">
                <a16:creationId xmlns:a16="http://schemas.microsoft.com/office/drawing/2014/main" id="{3CF6A0FB-83BE-5F68-5987-067012B6D834}"/>
              </a:ext>
            </a:extLst>
          </p:cNvPr>
          <p:cNvGrpSpPr/>
          <p:nvPr/>
        </p:nvGrpSpPr>
        <p:grpSpPr>
          <a:xfrm>
            <a:off x="6022545" y="3738975"/>
            <a:ext cx="3877200" cy="856440"/>
            <a:chOff x="6022545" y="3738975"/>
            <a:chExt cx="3877200" cy="856440"/>
          </a:xfrm>
        </p:grpSpPr>
        <mc:AlternateContent xmlns:mc="http://schemas.openxmlformats.org/markup-compatibility/2006" xmlns:p14="http://schemas.microsoft.com/office/powerpoint/2010/main">
          <mc:Choice Requires="p14">
            <p:contentPart p14:bwMode="auto" r:id="rId116">
              <p14:nvContentPartPr>
                <p14:cNvPr id="67" name="Ink 66">
                  <a:extLst>
                    <a:ext uri="{FF2B5EF4-FFF2-40B4-BE49-F238E27FC236}">
                      <a16:creationId xmlns:a16="http://schemas.microsoft.com/office/drawing/2014/main" id="{82112408-0607-AFB9-B0F7-D96939084F31}"/>
                    </a:ext>
                  </a:extLst>
                </p14:cNvPr>
                <p14:cNvContentPartPr/>
                <p14:nvPr/>
              </p14:nvContentPartPr>
              <p14:xfrm>
                <a:off x="6022545" y="3787575"/>
                <a:ext cx="412200" cy="473040"/>
              </p14:xfrm>
            </p:contentPart>
          </mc:Choice>
          <mc:Fallback xmlns="">
            <p:pic>
              <p:nvPicPr>
                <p:cNvPr id="67" name="Ink 66">
                  <a:extLst>
                    <a:ext uri="{FF2B5EF4-FFF2-40B4-BE49-F238E27FC236}">
                      <a16:creationId xmlns:a16="http://schemas.microsoft.com/office/drawing/2014/main" id="{82112408-0607-AFB9-B0F7-D96939084F31}"/>
                    </a:ext>
                  </a:extLst>
                </p:cNvPr>
                <p:cNvPicPr/>
                <p:nvPr/>
              </p:nvPicPr>
              <p:blipFill>
                <a:blip r:embed="rId117"/>
                <a:stretch>
                  <a:fillRect/>
                </a:stretch>
              </p:blipFill>
              <p:spPr>
                <a:xfrm>
                  <a:off x="6016425" y="3781455"/>
                  <a:ext cx="424440" cy="4852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8" name="Ink 67">
                  <a:extLst>
                    <a:ext uri="{FF2B5EF4-FFF2-40B4-BE49-F238E27FC236}">
                      <a16:creationId xmlns:a16="http://schemas.microsoft.com/office/drawing/2014/main" id="{41D6635A-0ADC-E48F-C3B0-2C25D314374C}"/>
                    </a:ext>
                  </a:extLst>
                </p14:cNvPr>
                <p14:cNvContentPartPr/>
                <p14:nvPr/>
              </p14:nvContentPartPr>
              <p14:xfrm>
                <a:off x="6472545" y="3839055"/>
                <a:ext cx="458640" cy="314280"/>
              </p14:xfrm>
            </p:contentPart>
          </mc:Choice>
          <mc:Fallback xmlns="">
            <p:pic>
              <p:nvPicPr>
                <p:cNvPr id="68" name="Ink 67">
                  <a:extLst>
                    <a:ext uri="{FF2B5EF4-FFF2-40B4-BE49-F238E27FC236}">
                      <a16:creationId xmlns:a16="http://schemas.microsoft.com/office/drawing/2014/main" id="{41D6635A-0ADC-E48F-C3B0-2C25D314374C}"/>
                    </a:ext>
                  </a:extLst>
                </p:cNvPr>
                <p:cNvPicPr/>
                <p:nvPr/>
              </p:nvPicPr>
              <p:blipFill>
                <a:blip r:embed="rId119"/>
                <a:stretch>
                  <a:fillRect/>
                </a:stretch>
              </p:blipFill>
              <p:spPr>
                <a:xfrm>
                  <a:off x="6466425" y="3832935"/>
                  <a:ext cx="47088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9" name="Ink 68">
                  <a:extLst>
                    <a:ext uri="{FF2B5EF4-FFF2-40B4-BE49-F238E27FC236}">
                      <a16:creationId xmlns:a16="http://schemas.microsoft.com/office/drawing/2014/main" id="{4066F787-6246-120A-AE66-44741BB8AFF5}"/>
                    </a:ext>
                  </a:extLst>
                </p14:cNvPr>
                <p14:cNvContentPartPr/>
                <p14:nvPr/>
              </p14:nvContentPartPr>
              <p14:xfrm>
                <a:off x="6914265" y="3899175"/>
                <a:ext cx="189360" cy="297360"/>
              </p14:xfrm>
            </p:contentPart>
          </mc:Choice>
          <mc:Fallback xmlns="">
            <p:pic>
              <p:nvPicPr>
                <p:cNvPr id="69" name="Ink 68">
                  <a:extLst>
                    <a:ext uri="{FF2B5EF4-FFF2-40B4-BE49-F238E27FC236}">
                      <a16:creationId xmlns:a16="http://schemas.microsoft.com/office/drawing/2014/main" id="{4066F787-6246-120A-AE66-44741BB8AFF5}"/>
                    </a:ext>
                  </a:extLst>
                </p:cNvPr>
                <p:cNvPicPr/>
                <p:nvPr/>
              </p:nvPicPr>
              <p:blipFill>
                <a:blip r:embed="rId121"/>
                <a:stretch>
                  <a:fillRect/>
                </a:stretch>
              </p:blipFill>
              <p:spPr>
                <a:xfrm>
                  <a:off x="6908145" y="3893055"/>
                  <a:ext cx="20160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0" name="Ink 69">
                  <a:extLst>
                    <a:ext uri="{FF2B5EF4-FFF2-40B4-BE49-F238E27FC236}">
                      <a16:creationId xmlns:a16="http://schemas.microsoft.com/office/drawing/2014/main" id="{F75D5F2C-BE4C-A6C1-299F-AA7BA54D3971}"/>
                    </a:ext>
                  </a:extLst>
                </p14:cNvPr>
                <p14:cNvContentPartPr/>
                <p14:nvPr/>
              </p14:nvContentPartPr>
              <p14:xfrm>
                <a:off x="7216665" y="3962535"/>
                <a:ext cx="377640" cy="144360"/>
              </p14:xfrm>
            </p:contentPart>
          </mc:Choice>
          <mc:Fallback xmlns="">
            <p:pic>
              <p:nvPicPr>
                <p:cNvPr id="70" name="Ink 69">
                  <a:extLst>
                    <a:ext uri="{FF2B5EF4-FFF2-40B4-BE49-F238E27FC236}">
                      <a16:creationId xmlns:a16="http://schemas.microsoft.com/office/drawing/2014/main" id="{F75D5F2C-BE4C-A6C1-299F-AA7BA54D3971}"/>
                    </a:ext>
                  </a:extLst>
                </p:cNvPr>
                <p:cNvPicPr/>
                <p:nvPr/>
              </p:nvPicPr>
              <p:blipFill>
                <a:blip r:embed="rId123"/>
                <a:stretch>
                  <a:fillRect/>
                </a:stretch>
              </p:blipFill>
              <p:spPr>
                <a:xfrm>
                  <a:off x="7210545" y="3956415"/>
                  <a:ext cx="38988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1" name="Ink 70">
                  <a:extLst>
                    <a:ext uri="{FF2B5EF4-FFF2-40B4-BE49-F238E27FC236}">
                      <a16:creationId xmlns:a16="http://schemas.microsoft.com/office/drawing/2014/main" id="{DD17DAC0-27A4-A0C8-ED85-E4653C623E58}"/>
                    </a:ext>
                  </a:extLst>
                </p14:cNvPr>
                <p14:cNvContentPartPr/>
                <p14:nvPr/>
              </p14:nvContentPartPr>
              <p14:xfrm>
                <a:off x="7475145" y="3738975"/>
                <a:ext cx="392040" cy="840240"/>
              </p14:xfrm>
            </p:contentPart>
          </mc:Choice>
          <mc:Fallback xmlns="">
            <p:pic>
              <p:nvPicPr>
                <p:cNvPr id="71" name="Ink 70">
                  <a:extLst>
                    <a:ext uri="{FF2B5EF4-FFF2-40B4-BE49-F238E27FC236}">
                      <a16:creationId xmlns:a16="http://schemas.microsoft.com/office/drawing/2014/main" id="{DD17DAC0-27A4-A0C8-ED85-E4653C623E58}"/>
                    </a:ext>
                  </a:extLst>
                </p:cNvPr>
                <p:cNvPicPr/>
                <p:nvPr/>
              </p:nvPicPr>
              <p:blipFill>
                <a:blip r:embed="rId125"/>
                <a:stretch>
                  <a:fillRect/>
                </a:stretch>
              </p:blipFill>
              <p:spPr>
                <a:xfrm>
                  <a:off x="7469025" y="3732855"/>
                  <a:ext cx="404280" cy="8524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2" name="Ink 71">
                  <a:extLst>
                    <a:ext uri="{FF2B5EF4-FFF2-40B4-BE49-F238E27FC236}">
                      <a16:creationId xmlns:a16="http://schemas.microsoft.com/office/drawing/2014/main" id="{6D3D3712-DFC0-8A14-3812-E656202A4DD0}"/>
                    </a:ext>
                  </a:extLst>
                </p14:cNvPr>
                <p14:cNvContentPartPr/>
                <p14:nvPr/>
              </p14:nvContentPartPr>
              <p14:xfrm>
                <a:off x="8010105" y="3932655"/>
                <a:ext cx="42480" cy="36360"/>
              </p14:xfrm>
            </p:contentPart>
          </mc:Choice>
          <mc:Fallback xmlns="">
            <p:pic>
              <p:nvPicPr>
                <p:cNvPr id="72" name="Ink 71">
                  <a:extLst>
                    <a:ext uri="{FF2B5EF4-FFF2-40B4-BE49-F238E27FC236}">
                      <a16:creationId xmlns:a16="http://schemas.microsoft.com/office/drawing/2014/main" id="{6D3D3712-DFC0-8A14-3812-E656202A4DD0}"/>
                    </a:ext>
                  </a:extLst>
                </p:cNvPr>
                <p:cNvPicPr/>
                <p:nvPr/>
              </p:nvPicPr>
              <p:blipFill>
                <a:blip r:embed="rId127"/>
                <a:stretch>
                  <a:fillRect/>
                </a:stretch>
              </p:blipFill>
              <p:spPr>
                <a:xfrm>
                  <a:off x="8003985" y="3926535"/>
                  <a:ext cx="547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3" name="Ink 72">
                  <a:extLst>
                    <a:ext uri="{FF2B5EF4-FFF2-40B4-BE49-F238E27FC236}">
                      <a16:creationId xmlns:a16="http://schemas.microsoft.com/office/drawing/2014/main" id="{D9646CFC-DBCA-E0FB-E3DC-0DB3A42EE0F4}"/>
                    </a:ext>
                  </a:extLst>
                </p14:cNvPr>
                <p14:cNvContentPartPr/>
                <p14:nvPr/>
              </p14:nvContentPartPr>
              <p14:xfrm>
                <a:off x="8086425" y="3979815"/>
                <a:ext cx="177480" cy="281160"/>
              </p14:xfrm>
            </p:contentPart>
          </mc:Choice>
          <mc:Fallback xmlns="">
            <p:pic>
              <p:nvPicPr>
                <p:cNvPr id="73" name="Ink 72">
                  <a:extLst>
                    <a:ext uri="{FF2B5EF4-FFF2-40B4-BE49-F238E27FC236}">
                      <a16:creationId xmlns:a16="http://schemas.microsoft.com/office/drawing/2014/main" id="{D9646CFC-DBCA-E0FB-E3DC-0DB3A42EE0F4}"/>
                    </a:ext>
                  </a:extLst>
                </p:cNvPr>
                <p:cNvPicPr/>
                <p:nvPr/>
              </p:nvPicPr>
              <p:blipFill>
                <a:blip r:embed="rId129"/>
                <a:stretch>
                  <a:fillRect/>
                </a:stretch>
              </p:blipFill>
              <p:spPr>
                <a:xfrm>
                  <a:off x="8080305" y="3973695"/>
                  <a:ext cx="18972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4" name="Ink 73">
                  <a:extLst>
                    <a:ext uri="{FF2B5EF4-FFF2-40B4-BE49-F238E27FC236}">
                      <a16:creationId xmlns:a16="http://schemas.microsoft.com/office/drawing/2014/main" id="{ADEA2446-8143-965E-8DF3-8E0EF06AD105}"/>
                    </a:ext>
                  </a:extLst>
                </p14:cNvPr>
                <p14:cNvContentPartPr/>
                <p14:nvPr/>
              </p14:nvContentPartPr>
              <p14:xfrm>
                <a:off x="8088945" y="4056495"/>
                <a:ext cx="593640" cy="185040"/>
              </p14:xfrm>
            </p:contentPart>
          </mc:Choice>
          <mc:Fallback xmlns="">
            <p:pic>
              <p:nvPicPr>
                <p:cNvPr id="74" name="Ink 73">
                  <a:extLst>
                    <a:ext uri="{FF2B5EF4-FFF2-40B4-BE49-F238E27FC236}">
                      <a16:creationId xmlns:a16="http://schemas.microsoft.com/office/drawing/2014/main" id="{ADEA2446-8143-965E-8DF3-8E0EF06AD105}"/>
                    </a:ext>
                  </a:extLst>
                </p:cNvPr>
                <p:cNvPicPr/>
                <p:nvPr/>
              </p:nvPicPr>
              <p:blipFill>
                <a:blip r:embed="rId131"/>
                <a:stretch>
                  <a:fillRect/>
                </a:stretch>
              </p:blipFill>
              <p:spPr>
                <a:xfrm>
                  <a:off x="8082825" y="4050375"/>
                  <a:ext cx="6058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5" name="Ink 74">
                  <a:extLst>
                    <a:ext uri="{FF2B5EF4-FFF2-40B4-BE49-F238E27FC236}">
                      <a16:creationId xmlns:a16="http://schemas.microsoft.com/office/drawing/2014/main" id="{A31032E0-DFAB-C4D9-9B79-E75302245764}"/>
                    </a:ext>
                  </a:extLst>
                </p14:cNvPr>
                <p14:cNvContentPartPr/>
                <p14:nvPr/>
              </p14:nvContentPartPr>
              <p14:xfrm>
                <a:off x="8826225" y="3935535"/>
                <a:ext cx="74520" cy="32400"/>
              </p14:xfrm>
            </p:contentPart>
          </mc:Choice>
          <mc:Fallback xmlns="">
            <p:pic>
              <p:nvPicPr>
                <p:cNvPr id="75" name="Ink 74">
                  <a:extLst>
                    <a:ext uri="{FF2B5EF4-FFF2-40B4-BE49-F238E27FC236}">
                      <a16:creationId xmlns:a16="http://schemas.microsoft.com/office/drawing/2014/main" id="{A31032E0-DFAB-C4D9-9B79-E75302245764}"/>
                    </a:ext>
                  </a:extLst>
                </p:cNvPr>
                <p:cNvPicPr/>
                <p:nvPr/>
              </p:nvPicPr>
              <p:blipFill>
                <a:blip r:embed="rId133"/>
                <a:stretch>
                  <a:fillRect/>
                </a:stretch>
              </p:blipFill>
              <p:spPr>
                <a:xfrm>
                  <a:off x="8820105" y="3929415"/>
                  <a:ext cx="867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6" name="Ink 75">
                  <a:extLst>
                    <a:ext uri="{FF2B5EF4-FFF2-40B4-BE49-F238E27FC236}">
                      <a16:creationId xmlns:a16="http://schemas.microsoft.com/office/drawing/2014/main" id="{43C874F1-39F1-9751-62A1-FA7A20C708EF}"/>
                    </a:ext>
                  </a:extLst>
                </p14:cNvPr>
                <p14:cNvContentPartPr/>
                <p14:nvPr/>
              </p14:nvContentPartPr>
              <p14:xfrm>
                <a:off x="8889945" y="4050375"/>
                <a:ext cx="649440" cy="545040"/>
              </p14:xfrm>
            </p:contentPart>
          </mc:Choice>
          <mc:Fallback xmlns="">
            <p:pic>
              <p:nvPicPr>
                <p:cNvPr id="76" name="Ink 75">
                  <a:extLst>
                    <a:ext uri="{FF2B5EF4-FFF2-40B4-BE49-F238E27FC236}">
                      <a16:creationId xmlns:a16="http://schemas.microsoft.com/office/drawing/2014/main" id="{43C874F1-39F1-9751-62A1-FA7A20C708EF}"/>
                    </a:ext>
                  </a:extLst>
                </p:cNvPr>
                <p:cNvPicPr/>
                <p:nvPr/>
              </p:nvPicPr>
              <p:blipFill>
                <a:blip r:embed="rId135"/>
                <a:stretch>
                  <a:fillRect/>
                </a:stretch>
              </p:blipFill>
              <p:spPr>
                <a:xfrm>
                  <a:off x="8883825" y="4044255"/>
                  <a:ext cx="66168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1" name="Ink 80">
                  <a:extLst>
                    <a:ext uri="{FF2B5EF4-FFF2-40B4-BE49-F238E27FC236}">
                      <a16:creationId xmlns:a16="http://schemas.microsoft.com/office/drawing/2014/main" id="{74DA597E-31FD-0CB0-268C-E9583E94A6AC}"/>
                    </a:ext>
                  </a:extLst>
                </p14:cNvPr>
                <p14:cNvContentPartPr/>
                <p14:nvPr/>
              </p14:nvContentPartPr>
              <p14:xfrm>
                <a:off x="8126025" y="3869655"/>
                <a:ext cx="219960" cy="602640"/>
              </p14:xfrm>
            </p:contentPart>
          </mc:Choice>
          <mc:Fallback xmlns="">
            <p:pic>
              <p:nvPicPr>
                <p:cNvPr id="81" name="Ink 80">
                  <a:extLst>
                    <a:ext uri="{FF2B5EF4-FFF2-40B4-BE49-F238E27FC236}">
                      <a16:creationId xmlns:a16="http://schemas.microsoft.com/office/drawing/2014/main" id="{74DA597E-31FD-0CB0-268C-E9583E94A6AC}"/>
                    </a:ext>
                  </a:extLst>
                </p:cNvPr>
                <p:cNvPicPr/>
                <p:nvPr/>
              </p:nvPicPr>
              <p:blipFill>
                <a:blip r:embed="rId137"/>
                <a:stretch>
                  <a:fillRect/>
                </a:stretch>
              </p:blipFill>
              <p:spPr>
                <a:xfrm>
                  <a:off x="8119905" y="3863535"/>
                  <a:ext cx="232200" cy="614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2" name="Ink 81">
                  <a:extLst>
                    <a:ext uri="{FF2B5EF4-FFF2-40B4-BE49-F238E27FC236}">
                      <a16:creationId xmlns:a16="http://schemas.microsoft.com/office/drawing/2014/main" id="{35A64733-D43E-65BA-CE92-B1509E6AD0DE}"/>
                    </a:ext>
                  </a:extLst>
                </p14:cNvPr>
                <p14:cNvContentPartPr/>
                <p14:nvPr/>
              </p14:nvContentPartPr>
              <p14:xfrm>
                <a:off x="8174625" y="4093215"/>
                <a:ext cx="226800" cy="18720"/>
              </p14:xfrm>
            </p:contentPart>
          </mc:Choice>
          <mc:Fallback xmlns="">
            <p:pic>
              <p:nvPicPr>
                <p:cNvPr id="82" name="Ink 81">
                  <a:extLst>
                    <a:ext uri="{FF2B5EF4-FFF2-40B4-BE49-F238E27FC236}">
                      <a16:creationId xmlns:a16="http://schemas.microsoft.com/office/drawing/2014/main" id="{35A64733-D43E-65BA-CE92-B1509E6AD0DE}"/>
                    </a:ext>
                  </a:extLst>
                </p:cNvPr>
                <p:cNvPicPr/>
                <p:nvPr/>
              </p:nvPicPr>
              <p:blipFill>
                <a:blip r:embed="rId139"/>
                <a:stretch>
                  <a:fillRect/>
                </a:stretch>
              </p:blipFill>
              <p:spPr>
                <a:xfrm>
                  <a:off x="8168505" y="4087095"/>
                  <a:ext cx="2390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3" name="Ink 82">
                  <a:extLst>
                    <a:ext uri="{FF2B5EF4-FFF2-40B4-BE49-F238E27FC236}">
                      <a16:creationId xmlns:a16="http://schemas.microsoft.com/office/drawing/2014/main" id="{F60835AA-2830-AA09-45E7-0E58F77C3BFC}"/>
                    </a:ext>
                  </a:extLst>
                </p14:cNvPr>
                <p14:cNvContentPartPr/>
                <p14:nvPr/>
              </p14:nvContentPartPr>
              <p14:xfrm>
                <a:off x="8480985" y="3912495"/>
                <a:ext cx="176400" cy="388800"/>
              </p14:xfrm>
            </p:contentPart>
          </mc:Choice>
          <mc:Fallback xmlns="">
            <p:pic>
              <p:nvPicPr>
                <p:cNvPr id="83" name="Ink 82">
                  <a:extLst>
                    <a:ext uri="{FF2B5EF4-FFF2-40B4-BE49-F238E27FC236}">
                      <a16:creationId xmlns:a16="http://schemas.microsoft.com/office/drawing/2014/main" id="{F60835AA-2830-AA09-45E7-0E58F77C3BFC}"/>
                    </a:ext>
                  </a:extLst>
                </p:cNvPr>
                <p:cNvPicPr/>
                <p:nvPr/>
              </p:nvPicPr>
              <p:blipFill>
                <a:blip r:embed="rId141"/>
                <a:stretch>
                  <a:fillRect/>
                </a:stretch>
              </p:blipFill>
              <p:spPr>
                <a:xfrm>
                  <a:off x="8474865" y="3906375"/>
                  <a:ext cx="18864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4" name="Ink 83">
                  <a:extLst>
                    <a:ext uri="{FF2B5EF4-FFF2-40B4-BE49-F238E27FC236}">
                      <a16:creationId xmlns:a16="http://schemas.microsoft.com/office/drawing/2014/main" id="{6F8441F8-5BC9-25E0-CD30-31DCBF06A976}"/>
                    </a:ext>
                  </a:extLst>
                </p14:cNvPr>
                <p14:cNvContentPartPr/>
                <p14:nvPr/>
              </p14:nvContentPartPr>
              <p14:xfrm>
                <a:off x="8392425" y="4156935"/>
                <a:ext cx="313920" cy="27000"/>
              </p14:xfrm>
            </p:contentPart>
          </mc:Choice>
          <mc:Fallback xmlns="">
            <p:pic>
              <p:nvPicPr>
                <p:cNvPr id="84" name="Ink 83">
                  <a:extLst>
                    <a:ext uri="{FF2B5EF4-FFF2-40B4-BE49-F238E27FC236}">
                      <a16:creationId xmlns:a16="http://schemas.microsoft.com/office/drawing/2014/main" id="{6F8441F8-5BC9-25E0-CD30-31DCBF06A976}"/>
                    </a:ext>
                  </a:extLst>
                </p:cNvPr>
                <p:cNvPicPr/>
                <p:nvPr/>
              </p:nvPicPr>
              <p:blipFill>
                <a:blip r:embed="rId143"/>
                <a:stretch>
                  <a:fillRect/>
                </a:stretch>
              </p:blipFill>
              <p:spPr>
                <a:xfrm>
                  <a:off x="8386305" y="4150815"/>
                  <a:ext cx="3261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5" name="Ink 84">
                  <a:extLst>
                    <a:ext uri="{FF2B5EF4-FFF2-40B4-BE49-F238E27FC236}">
                      <a16:creationId xmlns:a16="http://schemas.microsoft.com/office/drawing/2014/main" id="{9B6DD7EB-119F-9AAE-72D3-913DAB1E0B94}"/>
                    </a:ext>
                  </a:extLst>
                </p14:cNvPr>
                <p14:cNvContentPartPr/>
                <p14:nvPr/>
              </p14:nvContentPartPr>
              <p14:xfrm>
                <a:off x="9870945" y="4221735"/>
                <a:ext cx="28800" cy="8640"/>
              </p14:xfrm>
            </p:contentPart>
          </mc:Choice>
          <mc:Fallback xmlns="">
            <p:pic>
              <p:nvPicPr>
                <p:cNvPr id="85" name="Ink 84">
                  <a:extLst>
                    <a:ext uri="{FF2B5EF4-FFF2-40B4-BE49-F238E27FC236}">
                      <a16:creationId xmlns:a16="http://schemas.microsoft.com/office/drawing/2014/main" id="{9B6DD7EB-119F-9AAE-72D3-913DAB1E0B94}"/>
                    </a:ext>
                  </a:extLst>
                </p:cNvPr>
                <p:cNvPicPr/>
                <p:nvPr/>
              </p:nvPicPr>
              <p:blipFill>
                <a:blip r:embed="rId145"/>
                <a:stretch>
                  <a:fillRect/>
                </a:stretch>
              </p:blipFill>
              <p:spPr>
                <a:xfrm>
                  <a:off x="9864825" y="4215615"/>
                  <a:ext cx="41040" cy="20880"/>
                </a:xfrm>
                <a:prstGeom prst="rect">
                  <a:avLst/>
                </a:prstGeom>
              </p:spPr>
            </p:pic>
          </mc:Fallback>
        </mc:AlternateContent>
      </p:grpSp>
      <p:grpSp>
        <p:nvGrpSpPr>
          <p:cNvPr id="110" name="Group 109">
            <a:extLst>
              <a:ext uri="{FF2B5EF4-FFF2-40B4-BE49-F238E27FC236}">
                <a16:creationId xmlns:a16="http://schemas.microsoft.com/office/drawing/2014/main" id="{3C212636-F1A9-34DB-596E-2205FFF6B02E}"/>
              </a:ext>
            </a:extLst>
          </p:cNvPr>
          <p:cNvGrpSpPr/>
          <p:nvPr/>
        </p:nvGrpSpPr>
        <p:grpSpPr>
          <a:xfrm>
            <a:off x="8583225" y="4824015"/>
            <a:ext cx="1661760" cy="618120"/>
            <a:chOff x="8583225" y="4824015"/>
            <a:chExt cx="1661760" cy="618120"/>
          </a:xfrm>
        </p:grpSpPr>
        <mc:AlternateContent xmlns:mc="http://schemas.openxmlformats.org/markup-compatibility/2006" xmlns:p14="http://schemas.microsoft.com/office/powerpoint/2010/main">
          <mc:Choice Requires="p14">
            <p:contentPart p14:bwMode="auto" r:id="rId146">
              <p14:nvContentPartPr>
                <p14:cNvPr id="102" name="Ink 101">
                  <a:extLst>
                    <a:ext uri="{FF2B5EF4-FFF2-40B4-BE49-F238E27FC236}">
                      <a16:creationId xmlns:a16="http://schemas.microsoft.com/office/drawing/2014/main" id="{D0B13716-CDF0-D3FB-E0E6-56AD17289991}"/>
                    </a:ext>
                  </a:extLst>
                </p14:cNvPr>
                <p14:cNvContentPartPr/>
                <p14:nvPr/>
              </p14:nvContentPartPr>
              <p14:xfrm>
                <a:off x="8583225" y="4824015"/>
                <a:ext cx="1504080" cy="618120"/>
              </p14:xfrm>
            </p:contentPart>
          </mc:Choice>
          <mc:Fallback xmlns="">
            <p:pic>
              <p:nvPicPr>
                <p:cNvPr id="102" name="Ink 101">
                  <a:extLst>
                    <a:ext uri="{FF2B5EF4-FFF2-40B4-BE49-F238E27FC236}">
                      <a16:creationId xmlns:a16="http://schemas.microsoft.com/office/drawing/2014/main" id="{D0B13716-CDF0-D3FB-E0E6-56AD17289991}"/>
                    </a:ext>
                  </a:extLst>
                </p:cNvPr>
                <p:cNvPicPr/>
                <p:nvPr/>
              </p:nvPicPr>
              <p:blipFill>
                <a:blip r:embed="rId147"/>
                <a:stretch>
                  <a:fillRect/>
                </a:stretch>
              </p:blipFill>
              <p:spPr>
                <a:xfrm>
                  <a:off x="8577105" y="4817895"/>
                  <a:ext cx="1516320" cy="6303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3" name="Ink 102">
                  <a:extLst>
                    <a:ext uri="{FF2B5EF4-FFF2-40B4-BE49-F238E27FC236}">
                      <a16:creationId xmlns:a16="http://schemas.microsoft.com/office/drawing/2014/main" id="{E8917631-1F76-99A2-734E-C073175C0E5E}"/>
                    </a:ext>
                  </a:extLst>
                </p14:cNvPr>
                <p14:cNvContentPartPr/>
                <p14:nvPr/>
              </p14:nvContentPartPr>
              <p14:xfrm>
                <a:off x="9997665" y="5061615"/>
                <a:ext cx="247320" cy="150840"/>
              </p14:xfrm>
            </p:contentPart>
          </mc:Choice>
          <mc:Fallback xmlns="">
            <p:pic>
              <p:nvPicPr>
                <p:cNvPr id="103" name="Ink 102">
                  <a:extLst>
                    <a:ext uri="{FF2B5EF4-FFF2-40B4-BE49-F238E27FC236}">
                      <a16:creationId xmlns:a16="http://schemas.microsoft.com/office/drawing/2014/main" id="{E8917631-1F76-99A2-734E-C073175C0E5E}"/>
                    </a:ext>
                  </a:extLst>
                </p:cNvPr>
                <p:cNvPicPr/>
                <p:nvPr/>
              </p:nvPicPr>
              <p:blipFill>
                <a:blip r:embed="rId149"/>
                <a:stretch>
                  <a:fillRect/>
                </a:stretch>
              </p:blipFill>
              <p:spPr>
                <a:xfrm>
                  <a:off x="9991545" y="5055495"/>
                  <a:ext cx="259560" cy="163080"/>
                </a:xfrm>
                <a:prstGeom prst="rect">
                  <a:avLst/>
                </a:prstGeom>
              </p:spPr>
            </p:pic>
          </mc:Fallback>
        </mc:AlternateContent>
      </p:grpSp>
      <p:grpSp>
        <p:nvGrpSpPr>
          <p:cNvPr id="109" name="Group 108">
            <a:extLst>
              <a:ext uri="{FF2B5EF4-FFF2-40B4-BE49-F238E27FC236}">
                <a16:creationId xmlns:a16="http://schemas.microsoft.com/office/drawing/2014/main" id="{85A54590-A1D0-1E71-1F81-A959A188005D}"/>
              </a:ext>
            </a:extLst>
          </p:cNvPr>
          <p:cNvGrpSpPr/>
          <p:nvPr/>
        </p:nvGrpSpPr>
        <p:grpSpPr>
          <a:xfrm>
            <a:off x="10668345" y="4950375"/>
            <a:ext cx="770760" cy="272520"/>
            <a:chOff x="10668345" y="4950375"/>
            <a:chExt cx="770760" cy="272520"/>
          </a:xfrm>
        </p:grpSpPr>
        <mc:AlternateContent xmlns:mc="http://schemas.openxmlformats.org/markup-compatibility/2006" xmlns:p14="http://schemas.microsoft.com/office/powerpoint/2010/main">
          <mc:Choice Requires="p14">
            <p:contentPart p14:bwMode="auto" r:id="rId150">
              <p14:nvContentPartPr>
                <p14:cNvPr id="104" name="Ink 103">
                  <a:extLst>
                    <a:ext uri="{FF2B5EF4-FFF2-40B4-BE49-F238E27FC236}">
                      <a16:creationId xmlns:a16="http://schemas.microsoft.com/office/drawing/2014/main" id="{2A541141-6EA9-0E3A-CD0F-9720A4D3390B}"/>
                    </a:ext>
                  </a:extLst>
                </p14:cNvPr>
                <p14:cNvContentPartPr/>
                <p14:nvPr/>
              </p14:nvContentPartPr>
              <p14:xfrm>
                <a:off x="10668345" y="4950375"/>
                <a:ext cx="631440" cy="272520"/>
              </p14:xfrm>
            </p:contentPart>
          </mc:Choice>
          <mc:Fallback xmlns="">
            <p:pic>
              <p:nvPicPr>
                <p:cNvPr id="104" name="Ink 103">
                  <a:extLst>
                    <a:ext uri="{FF2B5EF4-FFF2-40B4-BE49-F238E27FC236}">
                      <a16:creationId xmlns:a16="http://schemas.microsoft.com/office/drawing/2014/main" id="{2A541141-6EA9-0E3A-CD0F-9720A4D3390B}"/>
                    </a:ext>
                  </a:extLst>
                </p:cNvPr>
                <p:cNvPicPr/>
                <p:nvPr/>
              </p:nvPicPr>
              <p:blipFill>
                <a:blip r:embed="rId151"/>
                <a:stretch>
                  <a:fillRect/>
                </a:stretch>
              </p:blipFill>
              <p:spPr>
                <a:xfrm>
                  <a:off x="10662225" y="4944255"/>
                  <a:ext cx="64368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5" name="Ink 104">
                  <a:extLst>
                    <a:ext uri="{FF2B5EF4-FFF2-40B4-BE49-F238E27FC236}">
                      <a16:creationId xmlns:a16="http://schemas.microsoft.com/office/drawing/2014/main" id="{D691CB82-65A0-7BF4-2570-216AD9B7854E}"/>
                    </a:ext>
                  </a:extLst>
                </p14:cNvPr>
                <p14:cNvContentPartPr/>
                <p14:nvPr/>
              </p14:nvContentPartPr>
              <p14:xfrm>
                <a:off x="11418225" y="5033175"/>
                <a:ext cx="20880" cy="33120"/>
              </p14:xfrm>
            </p:contentPart>
          </mc:Choice>
          <mc:Fallback xmlns="">
            <p:pic>
              <p:nvPicPr>
                <p:cNvPr id="105" name="Ink 104">
                  <a:extLst>
                    <a:ext uri="{FF2B5EF4-FFF2-40B4-BE49-F238E27FC236}">
                      <a16:creationId xmlns:a16="http://schemas.microsoft.com/office/drawing/2014/main" id="{D691CB82-65A0-7BF4-2570-216AD9B7854E}"/>
                    </a:ext>
                  </a:extLst>
                </p:cNvPr>
                <p:cNvPicPr/>
                <p:nvPr/>
              </p:nvPicPr>
              <p:blipFill>
                <a:blip r:embed="rId153"/>
                <a:stretch>
                  <a:fillRect/>
                </a:stretch>
              </p:blipFill>
              <p:spPr>
                <a:xfrm>
                  <a:off x="11412105" y="5027055"/>
                  <a:ext cx="33120" cy="45360"/>
                </a:xfrm>
                <a:prstGeom prst="rect">
                  <a:avLst/>
                </a:prstGeom>
              </p:spPr>
            </p:pic>
          </mc:Fallback>
        </mc:AlternateContent>
      </p:grpSp>
      <p:grpSp>
        <p:nvGrpSpPr>
          <p:cNvPr id="131" name="Group 130">
            <a:extLst>
              <a:ext uri="{FF2B5EF4-FFF2-40B4-BE49-F238E27FC236}">
                <a16:creationId xmlns:a16="http://schemas.microsoft.com/office/drawing/2014/main" id="{14D4218B-E056-0D6B-4BC2-FCC6B395EBAA}"/>
              </a:ext>
            </a:extLst>
          </p:cNvPr>
          <p:cNvGrpSpPr/>
          <p:nvPr/>
        </p:nvGrpSpPr>
        <p:grpSpPr>
          <a:xfrm>
            <a:off x="8444265" y="5675055"/>
            <a:ext cx="1814040" cy="406800"/>
            <a:chOff x="8444265" y="5675055"/>
            <a:chExt cx="1814040" cy="406800"/>
          </a:xfrm>
        </p:grpSpPr>
        <mc:AlternateContent xmlns:mc="http://schemas.openxmlformats.org/markup-compatibility/2006" xmlns:p14="http://schemas.microsoft.com/office/powerpoint/2010/main">
          <mc:Choice Requires="p14">
            <p:contentPart p14:bwMode="auto" r:id="rId154">
              <p14:nvContentPartPr>
                <p14:cNvPr id="127" name="Ink 126">
                  <a:extLst>
                    <a:ext uri="{FF2B5EF4-FFF2-40B4-BE49-F238E27FC236}">
                      <a16:creationId xmlns:a16="http://schemas.microsoft.com/office/drawing/2014/main" id="{5E46B374-7684-D5CA-54FC-84AF15E25192}"/>
                    </a:ext>
                  </a:extLst>
                </p14:cNvPr>
                <p14:cNvContentPartPr/>
                <p14:nvPr/>
              </p14:nvContentPartPr>
              <p14:xfrm>
                <a:off x="8516625" y="5675055"/>
                <a:ext cx="84600" cy="406800"/>
              </p14:xfrm>
            </p:contentPart>
          </mc:Choice>
          <mc:Fallback xmlns="">
            <p:pic>
              <p:nvPicPr>
                <p:cNvPr id="127" name="Ink 126">
                  <a:extLst>
                    <a:ext uri="{FF2B5EF4-FFF2-40B4-BE49-F238E27FC236}">
                      <a16:creationId xmlns:a16="http://schemas.microsoft.com/office/drawing/2014/main" id="{5E46B374-7684-D5CA-54FC-84AF15E25192}"/>
                    </a:ext>
                  </a:extLst>
                </p:cNvPr>
                <p:cNvPicPr/>
                <p:nvPr/>
              </p:nvPicPr>
              <p:blipFill>
                <a:blip r:embed="rId155"/>
                <a:stretch>
                  <a:fillRect/>
                </a:stretch>
              </p:blipFill>
              <p:spPr>
                <a:xfrm>
                  <a:off x="8510505" y="5668935"/>
                  <a:ext cx="96840" cy="4190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8" name="Ink 127">
                  <a:extLst>
                    <a:ext uri="{FF2B5EF4-FFF2-40B4-BE49-F238E27FC236}">
                      <a16:creationId xmlns:a16="http://schemas.microsoft.com/office/drawing/2014/main" id="{FC7BFB4D-FF21-C1A8-A4D6-05648E9E663A}"/>
                    </a:ext>
                  </a:extLst>
                </p14:cNvPr>
                <p14:cNvContentPartPr/>
                <p14:nvPr/>
              </p14:nvContentPartPr>
              <p14:xfrm>
                <a:off x="8444265" y="5854335"/>
                <a:ext cx="851040" cy="152640"/>
              </p14:xfrm>
            </p:contentPart>
          </mc:Choice>
          <mc:Fallback xmlns="">
            <p:pic>
              <p:nvPicPr>
                <p:cNvPr id="128" name="Ink 127">
                  <a:extLst>
                    <a:ext uri="{FF2B5EF4-FFF2-40B4-BE49-F238E27FC236}">
                      <a16:creationId xmlns:a16="http://schemas.microsoft.com/office/drawing/2014/main" id="{FC7BFB4D-FF21-C1A8-A4D6-05648E9E663A}"/>
                    </a:ext>
                  </a:extLst>
                </p:cNvPr>
                <p:cNvPicPr/>
                <p:nvPr/>
              </p:nvPicPr>
              <p:blipFill>
                <a:blip r:embed="rId157"/>
                <a:stretch>
                  <a:fillRect/>
                </a:stretch>
              </p:blipFill>
              <p:spPr>
                <a:xfrm>
                  <a:off x="8438145" y="5848215"/>
                  <a:ext cx="8632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29" name="Ink 128">
                  <a:extLst>
                    <a:ext uri="{FF2B5EF4-FFF2-40B4-BE49-F238E27FC236}">
                      <a16:creationId xmlns:a16="http://schemas.microsoft.com/office/drawing/2014/main" id="{AC12D8A4-6D02-A4D2-B8A6-A0C3CC73C610}"/>
                    </a:ext>
                  </a:extLst>
                </p14:cNvPr>
                <p14:cNvContentPartPr/>
                <p14:nvPr/>
              </p14:nvContentPartPr>
              <p14:xfrm>
                <a:off x="9342465" y="5857215"/>
                <a:ext cx="287640" cy="174240"/>
              </p14:xfrm>
            </p:contentPart>
          </mc:Choice>
          <mc:Fallback xmlns="">
            <p:pic>
              <p:nvPicPr>
                <p:cNvPr id="129" name="Ink 128">
                  <a:extLst>
                    <a:ext uri="{FF2B5EF4-FFF2-40B4-BE49-F238E27FC236}">
                      <a16:creationId xmlns:a16="http://schemas.microsoft.com/office/drawing/2014/main" id="{AC12D8A4-6D02-A4D2-B8A6-A0C3CC73C610}"/>
                    </a:ext>
                  </a:extLst>
                </p:cNvPr>
                <p:cNvPicPr/>
                <p:nvPr/>
              </p:nvPicPr>
              <p:blipFill>
                <a:blip r:embed="rId159"/>
                <a:stretch>
                  <a:fillRect/>
                </a:stretch>
              </p:blipFill>
              <p:spPr>
                <a:xfrm>
                  <a:off x="9336345" y="5851095"/>
                  <a:ext cx="2998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30" name="Ink 129">
                  <a:extLst>
                    <a:ext uri="{FF2B5EF4-FFF2-40B4-BE49-F238E27FC236}">
                      <a16:creationId xmlns:a16="http://schemas.microsoft.com/office/drawing/2014/main" id="{3FC50549-714D-77C6-598E-362A8887D782}"/>
                    </a:ext>
                  </a:extLst>
                </p14:cNvPr>
                <p14:cNvContentPartPr/>
                <p14:nvPr/>
              </p14:nvContentPartPr>
              <p14:xfrm>
                <a:off x="9791745" y="5779455"/>
                <a:ext cx="466560" cy="254160"/>
              </p14:xfrm>
            </p:contentPart>
          </mc:Choice>
          <mc:Fallback xmlns="">
            <p:pic>
              <p:nvPicPr>
                <p:cNvPr id="130" name="Ink 129">
                  <a:extLst>
                    <a:ext uri="{FF2B5EF4-FFF2-40B4-BE49-F238E27FC236}">
                      <a16:creationId xmlns:a16="http://schemas.microsoft.com/office/drawing/2014/main" id="{3FC50549-714D-77C6-598E-362A8887D782}"/>
                    </a:ext>
                  </a:extLst>
                </p:cNvPr>
                <p:cNvPicPr/>
                <p:nvPr/>
              </p:nvPicPr>
              <p:blipFill>
                <a:blip r:embed="rId161"/>
                <a:stretch>
                  <a:fillRect/>
                </a:stretch>
              </p:blipFill>
              <p:spPr>
                <a:xfrm>
                  <a:off x="9785625" y="5773335"/>
                  <a:ext cx="478800" cy="266400"/>
                </a:xfrm>
                <a:prstGeom prst="rect">
                  <a:avLst/>
                </a:prstGeom>
              </p:spPr>
            </p:pic>
          </mc:Fallback>
        </mc:AlternateContent>
      </p:grpSp>
      <p:grpSp>
        <p:nvGrpSpPr>
          <p:cNvPr id="146" name="Group 145">
            <a:extLst>
              <a:ext uri="{FF2B5EF4-FFF2-40B4-BE49-F238E27FC236}">
                <a16:creationId xmlns:a16="http://schemas.microsoft.com/office/drawing/2014/main" id="{D2C10FFA-FB15-1EF4-0460-65B1F74205BC}"/>
              </a:ext>
            </a:extLst>
          </p:cNvPr>
          <p:cNvGrpSpPr/>
          <p:nvPr/>
        </p:nvGrpSpPr>
        <p:grpSpPr>
          <a:xfrm>
            <a:off x="232305" y="4848855"/>
            <a:ext cx="7796160" cy="1972080"/>
            <a:chOff x="232305" y="4848855"/>
            <a:chExt cx="7796160" cy="1972080"/>
          </a:xfrm>
        </p:grpSpPr>
        <mc:AlternateContent xmlns:mc="http://schemas.openxmlformats.org/markup-compatibility/2006" xmlns:p14="http://schemas.microsoft.com/office/powerpoint/2010/main">
          <mc:Choice Requires="p14">
            <p:contentPart p14:bwMode="auto" r:id="rId162">
              <p14:nvContentPartPr>
                <p14:cNvPr id="87" name="Ink 86">
                  <a:extLst>
                    <a:ext uri="{FF2B5EF4-FFF2-40B4-BE49-F238E27FC236}">
                      <a16:creationId xmlns:a16="http://schemas.microsoft.com/office/drawing/2014/main" id="{90705C31-48E1-7FF7-F2D9-89C96C37359B}"/>
                    </a:ext>
                  </a:extLst>
                </p14:cNvPr>
                <p14:cNvContentPartPr/>
                <p14:nvPr/>
              </p14:nvContentPartPr>
              <p14:xfrm>
                <a:off x="232305" y="5112375"/>
                <a:ext cx="482040" cy="88200"/>
              </p14:xfrm>
            </p:contentPart>
          </mc:Choice>
          <mc:Fallback xmlns="">
            <p:pic>
              <p:nvPicPr>
                <p:cNvPr id="87" name="Ink 86">
                  <a:extLst>
                    <a:ext uri="{FF2B5EF4-FFF2-40B4-BE49-F238E27FC236}">
                      <a16:creationId xmlns:a16="http://schemas.microsoft.com/office/drawing/2014/main" id="{90705C31-48E1-7FF7-F2D9-89C96C37359B}"/>
                    </a:ext>
                  </a:extLst>
                </p:cNvPr>
                <p:cNvPicPr/>
                <p:nvPr/>
              </p:nvPicPr>
              <p:blipFill>
                <a:blip r:embed="rId163"/>
                <a:stretch>
                  <a:fillRect/>
                </a:stretch>
              </p:blipFill>
              <p:spPr>
                <a:xfrm>
                  <a:off x="226185" y="5106255"/>
                  <a:ext cx="4942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8" name="Ink 87">
                  <a:extLst>
                    <a:ext uri="{FF2B5EF4-FFF2-40B4-BE49-F238E27FC236}">
                      <a16:creationId xmlns:a16="http://schemas.microsoft.com/office/drawing/2014/main" id="{CAD7A18C-7F5B-70A1-3D50-18CFDDD4189B}"/>
                    </a:ext>
                  </a:extLst>
                </p14:cNvPr>
                <p14:cNvContentPartPr/>
                <p14:nvPr/>
              </p14:nvContentPartPr>
              <p14:xfrm>
                <a:off x="565665" y="4862535"/>
                <a:ext cx="187920" cy="512640"/>
              </p14:xfrm>
            </p:contentPart>
          </mc:Choice>
          <mc:Fallback xmlns="">
            <p:pic>
              <p:nvPicPr>
                <p:cNvPr id="88" name="Ink 87">
                  <a:extLst>
                    <a:ext uri="{FF2B5EF4-FFF2-40B4-BE49-F238E27FC236}">
                      <a16:creationId xmlns:a16="http://schemas.microsoft.com/office/drawing/2014/main" id="{CAD7A18C-7F5B-70A1-3D50-18CFDDD4189B}"/>
                    </a:ext>
                  </a:extLst>
                </p:cNvPr>
                <p:cNvPicPr/>
                <p:nvPr/>
              </p:nvPicPr>
              <p:blipFill>
                <a:blip r:embed="rId165"/>
                <a:stretch>
                  <a:fillRect/>
                </a:stretch>
              </p:blipFill>
              <p:spPr>
                <a:xfrm>
                  <a:off x="559545" y="4856415"/>
                  <a:ext cx="20016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9" name="Ink 88">
                  <a:extLst>
                    <a:ext uri="{FF2B5EF4-FFF2-40B4-BE49-F238E27FC236}">
                      <a16:creationId xmlns:a16="http://schemas.microsoft.com/office/drawing/2014/main" id="{729D708B-A93E-FB31-3C4A-7F5C591F29D7}"/>
                    </a:ext>
                  </a:extLst>
                </p14:cNvPr>
                <p14:cNvContentPartPr/>
                <p14:nvPr/>
              </p14:nvContentPartPr>
              <p14:xfrm>
                <a:off x="916665" y="4872975"/>
                <a:ext cx="430200" cy="612360"/>
              </p14:xfrm>
            </p:contentPart>
          </mc:Choice>
          <mc:Fallback xmlns="">
            <p:pic>
              <p:nvPicPr>
                <p:cNvPr id="89" name="Ink 88">
                  <a:extLst>
                    <a:ext uri="{FF2B5EF4-FFF2-40B4-BE49-F238E27FC236}">
                      <a16:creationId xmlns:a16="http://schemas.microsoft.com/office/drawing/2014/main" id="{729D708B-A93E-FB31-3C4A-7F5C591F29D7}"/>
                    </a:ext>
                  </a:extLst>
                </p:cNvPr>
                <p:cNvPicPr/>
                <p:nvPr/>
              </p:nvPicPr>
              <p:blipFill>
                <a:blip r:embed="rId167"/>
                <a:stretch>
                  <a:fillRect/>
                </a:stretch>
              </p:blipFill>
              <p:spPr>
                <a:xfrm>
                  <a:off x="910545" y="4866855"/>
                  <a:ext cx="442440" cy="6246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0" name="Ink 89">
                  <a:extLst>
                    <a:ext uri="{FF2B5EF4-FFF2-40B4-BE49-F238E27FC236}">
                      <a16:creationId xmlns:a16="http://schemas.microsoft.com/office/drawing/2014/main" id="{62E78AA6-B0F4-FC8C-F95E-8E628099AB9E}"/>
                    </a:ext>
                  </a:extLst>
                </p14:cNvPr>
                <p14:cNvContentPartPr/>
                <p14:nvPr/>
              </p14:nvContentPartPr>
              <p14:xfrm>
                <a:off x="1086945" y="5103375"/>
                <a:ext cx="422280" cy="101160"/>
              </p14:xfrm>
            </p:contentPart>
          </mc:Choice>
          <mc:Fallback xmlns="">
            <p:pic>
              <p:nvPicPr>
                <p:cNvPr id="90" name="Ink 89">
                  <a:extLst>
                    <a:ext uri="{FF2B5EF4-FFF2-40B4-BE49-F238E27FC236}">
                      <a16:creationId xmlns:a16="http://schemas.microsoft.com/office/drawing/2014/main" id="{62E78AA6-B0F4-FC8C-F95E-8E628099AB9E}"/>
                    </a:ext>
                  </a:extLst>
                </p:cNvPr>
                <p:cNvPicPr/>
                <p:nvPr/>
              </p:nvPicPr>
              <p:blipFill>
                <a:blip r:embed="rId169"/>
                <a:stretch>
                  <a:fillRect/>
                </a:stretch>
              </p:blipFill>
              <p:spPr>
                <a:xfrm>
                  <a:off x="1080825" y="5097255"/>
                  <a:ext cx="4345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1" name="Ink 90">
                  <a:extLst>
                    <a:ext uri="{FF2B5EF4-FFF2-40B4-BE49-F238E27FC236}">
                      <a16:creationId xmlns:a16="http://schemas.microsoft.com/office/drawing/2014/main" id="{A81EAC43-FE17-4C92-608B-35757EFE8C93}"/>
                    </a:ext>
                  </a:extLst>
                </p14:cNvPr>
                <p14:cNvContentPartPr/>
                <p14:nvPr/>
              </p14:nvContentPartPr>
              <p14:xfrm>
                <a:off x="1847625" y="4987095"/>
                <a:ext cx="1333440" cy="248760"/>
              </p14:xfrm>
            </p:contentPart>
          </mc:Choice>
          <mc:Fallback xmlns="">
            <p:pic>
              <p:nvPicPr>
                <p:cNvPr id="91" name="Ink 90">
                  <a:extLst>
                    <a:ext uri="{FF2B5EF4-FFF2-40B4-BE49-F238E27FC236}">
                      <a16:creationId xmlns:a16="http://schemas.microsoft.com/office/drawing/2014/main" id="{A81EAC43-FE17-4C92-608B-35757EFE8C93}"/>
                    </a:ext>
                  </a:extLst>
                </p:cNvPr>
                <p:cNvPicPr/>
                <p:nvPr/>
              </p:nvPicPr>
              <p:blipFill>
                <a:blip r:embed="rId171"/>
                <a:stretch>
                  <a:fillRect/>
                </a:stretch>
              </p:blipFill>
              <p:spPr>
                <a:xfrm>
                  <a:off x="1841505" y="4980975"/>
                  <a:ext cx="13456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2" name="Ink 91">
                  <a:extLst>
                    <a:ext uri="{FF2B5EF4-FFF2-40B4-BE49-F238E27FC236}">
                      <a16:creationId xmlns:a16="http://schemas.microsoft.com/office/drawing/2014/main" id="{446DD424-48C2-CBFB-D408-F5046DF809B5}"/>
                    </a:ext>
                  </a:extLst>
                </p14:cNvPr>
                <p14:cNvContentPartPr/>
                <p14:nvPr/>
              </p14:nvContentPartPr>
              <p14:xfrm>
                <a:off x="4001145" y="4848855"/>
                <a:ext cx="1514880" cy="995760"/>
              </p14:xfrm>
            </p:contentPart>
          </mc:Choice>
          <mc:Fallback xmlns="">
            <p:pic>
              <p:nvPicPr>
                <p:cNvPr id="92" name="Ink 91">
                  <a:extLst>
                    <a:ext uri="{FF2B5EF4-FFF2-40B4-BE49-F238E27FC236}">
                      <a16:creationId xmlns:a16="http://schemas.microsoft.com/office/drawing/2014/main" id="{446DD424-48C2-CBFB-D408-F5046DF809B5}"/>
                    </a:ext>
                  </a:extLst>
                </p:cNvPr>
                <p:cNvPicPr/>
                <p:nvPr/>
              </p:nvPicPr>
              <p:blipFill>
                <a:blip r:embed="rId173"/>
                <a:stretch>
                  <a:fillRect/>
                </a:stretch>
              </p:blipFill>
              <p:spPr>
                <a:xfrm>
                  <a:off x="3995025" y="4842735"/>
                  <a:ext cx="1527120" cy="10080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3" name="Ink 92">
                  <a:extLst>
                    <a:ext uri="{FF2B5EF4-FFF2-40B4-BE49-F238E27FC236}">
                      <a16:creationId xmlns:a16="http://schemas.microsoft.com/office/drawing/2014/main" id="{5B16DD66-57DD-D995-4605-7CE228BD250A}"/>
                    </a:ext>
                  </a:extLst>
                </p14:cNvPr>
                <p14:cNvContentPartPr/>
                <p14:nvPr/>
              </p14:nvContentPartPr>
              <p14:xfrm>
                <a:off x="5678385" y="5011935"/>
                <a:ext cx="494280" cy="295560"/>
              </p14:xfrm>
            </p:contentPart>
          </mc:Choice>
          <mc:Fallback xmlns="">
            <p:pic>
              <p:nvPicPr>
                <p:cNvPr id="93" name="Ink 92">
                  <a:extLst>
                    <a:ext uri="{FF2B5EF4-FFF2-40B4-BE49-F238E27FC236}">
                      <a16:creationId xmlns:a16="http://schemas.microsoft.com/office/drawing/2014/main" id="{5B16DD66-57DD-D995-4605-7CE228BD250A}"/>
                    </a:ext>
                  </a:extLst>
                </p:cNvPr>
                <p:cNvPicPr/>
                <p:nvPr/>
              </p:nvPicPr>
              <p:blipFill>
                <a:blip r:embed="rId175"/>
                <a:stretch>
                  <a:fillRect/>
                </a:stretch>
              </p:blipFill>
              <p:spPr>
                <a:xfrm>
                  <a:off x="5672265" y="5005815"/>
                  <a:ext cx="50652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4" name="Ink 93">
                  <a:extLst>
                    <a:ext uri="{FF2B5EF4-FFF2-40B4-BE49-F238E27FC236}">
                      <a16:creationId xmlns:a16="http://schemas.microsoft.com/office/drawing/2014/main" id="{13EB913E-9E91-AA42-61C8-125537AA9159}"/>
                    </a:ext>
                  </a:extLst>
                </p14:cNvPr>
                <p14:cNvContentPartPr/>
                <p14:nvPr/>
              </p14:nvContentPartPr>
              <p14:xfrm>
                <a:off x="6393705" y="4854255"/>
                <a:ext cx="33480" cy="41400"/>
              </p14:xfrm>
            </p:contentPart>
          </mc:Choice>
          <mc:Fallback xmlns="">
            <p:pic>
              <p:nvPicPr>
                <p:cNvPr id="94" name="Ink 93">
                  <a:extLst>
                    <a:ext uri="{FF2B5EF4-FFF2-40B4-BE49-F238E27FC236}">
                      <a16:creationId xmlns:a16="http://schemas.microsoft.com/office/drawing/2014/main" id="{13EB913E-9E91-AA42-61C8-125537AA9159}"/>
                    </a:ext>
                  </a:extLst>
                </p:cNvPr>
                <p:cNvPicPr/>
                <p:nvPr/>
              </p:nvPicPr>
              <p:blipFill>
                <a:blip r:embed="rId177"/>
                <a:stretch>
                  <a:fillRect/>
                </a:stretch>
              </p:blipFill>
              <p:spPr>
                <a:xfrm>
                  <a:off x="6387585" y="4848135"/>
                  <a:ext cx="457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5" name="Ink 94">
                  <a:extLst>
                    <a:ext uri="{FF2B5EF4-FFF2-40B4-BE49-F238E27FC236}">
                      <a16:creationId xmlns:a16="http://schemas.microsoft.com/office/drawing/2014/main" id="{E72588BA-0177-EAE0-F9D0-726439C527FA}"/>
                    </a:ext>
                  </a:extLst>
                </p14:cNvPr>
                <p14:cNvContentPartPr/>
                <p14:nvPr/>
              </p14:nvContentPartPr>
              <p14:xfrm>
                <a:off x="6571905" y="4992135"/>
                <a:ext cx="97560" cy="256680"/>
              </p14:xfrm>
            </p:contentPart>
          </mc:Choice>
          <mc:Fallback xmlns="">
            <p:pic>
              <p:nvPicPr>
                <p:cNvPr id="95" name="Ink 94">
                  <a:extLst>
                    <a:ext uri="{FF2B5EF4-FFF2-40B4-BE49-F238E27FC236}">
                      <a16:creationId xmlns:a16="http://schemas.microsoft.com/office/drawing/2014/main" id="{E72588BA-0177-EAE0-F9D0-726439C527FA}"/>
                    </a:ext>
                  </a:extLst>
                </p:cNvPr>
                <p:cNvPicPr/>
                <p:nvPr/>
              </p:nvPicPr>
              <p:blipFill>
                <a:blip r:embed="rId179"/>
                <a:stretch>
                  <a:fillRect/>
                </a:stretch>
              </p:blipFill>
              <p:spPr>
                <a:xfrm>
                  <a:off x="6565785" y="4986015"/>
                  <a:ext cx="1098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6" name="Ink 95">
                  <a:extLst>
                    <a:ext uri="{FF2B5EF4-FFF2-40B4-BE49-F238E27FC236}">
                      <a16:creationId xmlns:a16="http://schemas.microsoft.com/office/drawing/2014/main" id="{338B140E-5CB2-ECA1-B5C2-EF33B0B12993}"/>
                    </a:ext>
                  </a:extLst>
                </p14:cNvPr>
                <p14:cNvContentPartPr/>
                <p14:nvPr/>
              </p14:nvContentPartPr>
              <p14:xfrm>
                <a:off x="6458865" y="5026695"/>
                <a:ext cx="673560" cy="319680"/>
              </p14:xfrm>
            </p:contentPart>
          </mc:Choice>
          <mc:Fallback xmlns="">
            <p:pic>
              <p:nvPicPr>
                <p:cNvPr id="96" name="Ink 95">
                  <a:extLst>
                    <a:ext uri="{FF2B5EF4-FFF2-40B4-BE49-F238E27FC236}">
                      <a16:creationId xmlns:a16="http://schemas.microsoft.com/office/drawing/2014/main" id="{338B140E-5CB2-ECA1-B5C2-EF33B0B12993}"/>
                    </a:ext>
                  </a:extLst>
                </p:cNvPr>
                <p:cNvPicPr/>
                <p:nvPr/>
              </p:nvPicPr>
              <p:blipFill>
                <a:blip r:embed="rId181"/>
                <a:stretch>
                  <a:fillRect/>
                </a:stretch>
              </p:blipFill>
              <p:spPr>
                <a:xfrm>
                  <a:off x="6452745" y="5020575"/>
                  <a:ext cx="68580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7" name="Ink 96">
                  <a:extLst>
                    <a:ext uri="{FF2B5EF4-FFF2-40B4-BE49-F238E27FC236}">
                      <a16:creationId xmlns:a16="http://schemas.microsoft.com/office/drawing/2014/main" id="{102C65AC-CDCB-5008-16AD-3D3DFF6943D4}"/>
                    </a:ext>
                  </a:extLst>
                </p14:cNvPr>
                <p14:cNvContentPartPr/>
                <p14:nvPr/>
              </p14:nvContentPartPr>
              <p14:xfrm>
                <a:off x="7363185" y="5239095"/>
                <a:ext cx="54000" cy="15840"/>
              </p14:xfrm>
            </p:contentPart>
          </mc:Choice>
          <mc:Fallback xmlns="">
            <p:pic>
              <p:nvPicPr>
                <p:cNvPr id="97" name="Ink 96">
                  <a:extLst>
                    <a:ext uri="{FF2B5EF4-FFF2-40B4-BE49-F238E27FC236}">
                      <a16:creationId xmlns:a16="http://schemas.microsoft.com/office/drawing/2014/main" id="{102C65AC-CDCB-5008-16AD-3D3DFF6943D4}"/>
                    </a:ext>
                  </a:extLst>
                </p:cNvPr>
                <p:cNvPicPr/>
                <p:nvPr/>
              </p:nvPicPr>
              <p:blipFill>
                <a:blip r:embed="rId183"/>
                <a:stretch>
                  <a:fillRect/>
                </a:stretch>
              </p:blipFill>
              <p:spPr>
                <a:xfrm>
                  <a:off x="7357065" y="5232975"/>
                  <a:ext cx="662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8" name="Ink 97">
                  <a:extLst>
                    <a:ext uri="{FF2B5EF4-FFF2-40B4-BE49-F238E27FC236}">
                      <a16:creationId xmlns:a16="http://schemas.microsoft.com/office/drawing/2014/main" id="{AB3244AD-D80B-D800-6F2B-FC6514C8ADD0}"/>
                    </a:ext>
                  </a:extLst>
                </p14:cNvPr>
                <p14:cNvContentPartPr/>
                <p14:nvPr/>
              </p14:nvContentPartPr>
              <p14:xfrm>
                <a:off x="7426905" y="5194095"/>
                <a:ext cx="468000" cy="124560"/>
              </p14:xfrm>
            </p:contentPart>
          </mc:Choice>
          <mc:Fallback xmlns="">
            <p:pic>
              <p:nvPicPr>
                <p:cNvPr id="98" name="Ink 97">
                  <a:extLst>
                    <a:ext uri="{FF2B5EF4-FFF2-40B4-BE49-F238E27FC236}">
                      <a16:creationId xmlns:a16="http://schemas.microsoft.com/office/drawing/2014/main" id="{AB3244AD-D80B-D800-6F2B-FC6514C8ADD0}"/>
                    </a:ext>
                  </a:extLst>
                </p:cNvPr>
                <p:cNvPicPr/>
                <p:nvPr/>
              </p:nvPicPr>
              <p:blipFill>
                <a:blip r:embed="rId185"/>
                <a:stretch>
                  <a:fillRect/>
                </a:stretch>
              </p:blipFill>
              <p:spPr>
                <a:xfrm>
                  <a:off x="7420785" y="5187975"/>
                  <a:ext cx="48024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9" name="Ink 98">
                  <a:extLst>
                    <a:ext uri="{FF2B5EF4-FFF2-40B4-BE49-F238E27FC236}">
                      <a16:creationId xmlns:a16="http://schemas.microsoft.com/office/drawing/2014/main" id="{15D28E4F-0A4F-89D4-58B1-EDF61A198E4B}"/>
                    </a:ext>
                  </a:extLst>
                </p14:cNvPr>
                <p14:cNvContentPartPr/>
                <p14:nvPr/>
              </p14:nvContentPartPr>
              <p14:xfrm>
                <a:off x="8015505" y="5236935"/>
                <a:ext cx="12960" cy="42480"/>
              </p14:xfrm>
            </p:contentPart>
          </mc:Choice>
          <mc:Fallback xmlns="">
            <p:pic>
              <p:nvPicPr>
                <p:cNvPr id="99" name="Ink 98">
                  <a:extLst>
                    <a:ext uri="{FF2B5EF4-FFF2-40B4-BE49-F238E27FC236}">
                      <a16:creationId xmlns:a16="http://schemas.microsoft.com/office/drawing/2014/main" id="{15D28E4F-0A4F-89D4-58B1-EDF61A198E4B}"/>
                    </a:ext>
                  </a:extLst>
                </p:cNvPr>
                <p:cNvPicPr/>
                <p:nvPr/>
              </p:nvPicPr>
              <p:blipFill>
                <a:blip r:embed="rId187"/>
                <a:stretch>
                  <a:fillRect/>
                </a:stretch>
              </p:blipFill>
              <p:spPr>
                <a:xfrm>
                  <a:off x="8009385" y="5230815"/>
                  <a:ext cx="252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06" name="Ink 105">
                  <a:extLst>
                    <a:ext uri="{FF2B5EF4-FFF2-40B4-BE49-F238E27FC236}">
                      <a16:creationId xmlns:a16="http://schemas.microsoft.com/office/drawing/2014/main" id="{376400E9-D2BD-C993-5E8F-DDB501A9A8C0}"/>
                    </a:ext>
                  </a:extLst>
                </p14:cNvPr>
                <p14:cNvContentPartPr/>
                <p14:nvPr/>
              </p14:nvContentPartPr>
              <p14:xfrm>
                <a:off x="1098105" y="5690535"/>
                <a:ext cx="43920" cy="410760"/>
              </p14:xfrm>
            </p:contentPart>
          </mc:Choice>
          <mc:Fallback xmlns="">
            <p:pic>
              <p:nvPicPr>
                <p:cNvPr id="106" name="Ink 105">
                  <a:extLst>
                    <a:ext uri="{FF2B5EF4-FFF2-40B4-BE49-F238E27FC236}">
                      <a16:creationId xmlns:a16="http://schemas.microsoft.com/office/drawing/2014/main" id="{376400E9-D2BD-C993-5E8F-DDB501A9A8C0}"/>
                    </a:ext>
                  </a:extLst>
                </p:cNvPr>
                <p:cNvPicPr/>
                <p:nvPr/>
              </p:nvPicPr>
              <p:blipFill>
                <a:blip r:embed="rId189"/>
                <a:stretch>
                  <a:fillRect/>
                </a:stretch>
              </p:blipFill>
              <p:spPr>
                <a:xfrm>
                  <a:off x="1091985" y="5684415"/>
                  <a:ext cx="5616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7" name="Ink 106">
                  <a:extLst>
                    <a:ext uri="{FF2B5EF4-FFF2-40B4-BE49-F238E27FC236}">
                      <a16:creationId xmlns:a16="http://schemas.microsoft.com/office/drawing/2014/main" id="{4552472B-C84C-1F08-E5D4-1DB7DE25AA15}"/>
                    </a:ext>
                  </a:extLst>
                </p14:cNvPr>
                <p14:cNvContentPartPr/>
                <p14:nvPr/>
              </p14:nvContentPartPr>
              <p14:xfrm>
                <a:off x="927825" y="5800695"/>
                <a:ext cx="901080" cy="153000"/>
              </p14:xfrm>
            </p:contentPart>
          </mc:Choice>
          <mc:Fallback xmlns="">
            <p:pic>
              <p:nvPicPr>
                <p:cNvPr id="107" name="Ink 106">
                  <a:extLst>
                    <a:ext uri="{FF2B5EF4-FFF2-40B4-BE49-F238E27FC236}">
                      <a16:creationId xmlns:a16="http://schemas.microsoft.com/office/drawing/2014/main" id="{4552472B-C84C-1F08-E5D4-1DB7DE25AA15}"/>
                    </a:ext>
                  </a:extLst>
                </p:cNvPr>
                <p:cNvPicPr/>
                <p:nvPr/>
              </p:nvPicPr>
              <p:blipFill>
                <a:blip r:embed="rId191"/>
                <a:stretch>
                  <a:fillRect/>
                </a:stretch>
              </p:blipFill>
              <p:spPr>
                <a:xfrm>
                  <a:off x="921705" y="5794575"/>
                  <a:ext cx="9133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1" name="Ink 110">
                  <a:extLst>
                    <a:ext uri="{FF2B5EF4-FFF2-40B4-BE49-F238E27FC236}">
                      <a16:creationId xmlns:a16="http://schemas.microsoft.com/office/drawing/2014/main" id="{B4A8D40D-02C0-75A5-0C5A-59CD00DFBE91}"/>
                    </a:ext>
                  </a:extLst>
                </p14:cNvPr>
                <p14:cNvContentPartPr/>
                <p14:nvPr/>
              </p14:nvContentPartPr>
              <p14:xfrm>
                <a:off x="2765625" y="5543655"/>
                <a:ext cx="400680" cy="511560"/>
              </p14:xfrm>
            </p:contentPart>
          </mc:Choice>
          <mc:Fallback xmlns="">
            <p:pic>
              <p:nvPicPr>
                <p:cNvPr id="111" name="Ink 110">
                  <a:extLst>
                    <a:ext uri="{FF2B5EF4-FFF2-40B4-BE49-F238E27FC236}">
                      <a16:creationId xmlns:a16="http://schemas.microsoft.com/office/drawing/2014/main" id="{B4A8D40D-02C0-75A5-0C5A-59CD00DFBE91}"/>
                    </a:ext>
                  </a:extLst>
                </p:cNvPr>
                <p:cNvPicPr/>
                <p:nvPr/>
              </p:nvPicPr>
              <p:blipFill>
                <a:blip r:embed="rId193"/>
                <a:stretch>
                  <a:fillRect/>
                </a:stretch>
              </p:blipFill>
              <p:spPr>
                <a:xfrm>
                  <a:off x="2759505" y="5537535"/>
                  <a:ext cx="412920" cy="5238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2" name="Ink 111">
                  <a:extLst>
                    <a:ext uri="{FF2B5EF4-FFF2-40B4-BE49-F238E27FC236}">
                      <a16:creationId xmlns:a16="http://schemas.microsoft.com/office/drawing/2014/main" id="{EC70B56B-E56E-634C-AE62-784EE1B7B907}"/>
                    </a:ext>
                  </a:extLst>
                </p14:cNvPr>
                <p14:cNvContentPartPr/>
                <p14:nvPr/>
              </p14:nvContentPartPr>
              <p14:xfrm>
                <a:off x="2788665" y="5876295"/>
                <a:ext cx="440280" cy="418680"/>
              </p14:xfrm>
            </p:contentPart>
          </mc:Choice>
          <mc:Fallback xmlns="">
            <p:pic>
              <p:nvPicPr>
                <p:cNvPr id="112" name="Ink 111">
                  <a:extLst>
                    <a:ext uri="{FF2B5EF4-FFF2-40B4-BE49-F238E27FC236}">
                      <a16:creationId xmlns:a16="http://schemas.microsoft.com/office/drawing/2014/main" id="{EC70B56B-E56E-634C-AE62-784EE1B7B907}"/>
                    </a:ext>
                  </a:extLst>
                </p:cNvPr>
                <p:cNvPicPr/>
                <p:nvPr/>
              </p:nvPicPr>
              <p:blipFill>
                <a:blip r:embed="rId195"/>
                <a:stretch>
                  <a:fillRect/>
                </a:stretch>
              </p:blipFill>
              <p:spPr>
                <a:xfrm>
                  <a:off x="2782545" y="5870175"/>
                  <a:ext cx="45252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3" name="Ink 112">
                  <a:extLst>
                    <a:ext uri="{FF2B5EF4-FFF2-40B4-BE49-F238E27FC236}">
                      <a16:creationId xmlns:a16="http://schemas.microsoft.com/office/drawing/2014/main" id="{DB992BBD-C385-5F83-0257-196ED5FFFA83}"/>
                    </a:ext>
                  </a:extLst>
                </p14:cNvPr>
                <p14:cNvContentPartPr/>
                <p14:nvPr/>
              </p14:nvContentPartPr>
              <p14:xfrm>
                <a:off x="3407865" y="5761455"/>
                <a:ext cx="461520" cy="652320"/>
              </p14:xfrm>
            </p:contentPart>
          </mc:Choice>
          <mc:Fallback xmlns="">
            <p:pic>
              <p:nvPicPr>
                <p:cNvPr id="113" name="Ink 112">
                  <a:extLst>
                    <a:ext uri="{FF2B5EF4-FFF2-40B4-BE49-F238E27FC236}">
                      <a16:creationId xmlns:a16="http://schemas.microsoft.com/office/drawing/2014/main" id="{DB992BBD-C385-5F83-0257-196ED5FFFA83}"/>
                    </a:ext>
                  </a:extLst>
                </p:cNvPr>
                <p:cNvPicPr/>
                <p:nvPr/>
              </p:nvPicPr>
              <p:blipFill>
                <a:blip r:embed="rId197"/>
                <a:stretch>
                  <a:fillRect/>
                </a:stretch>
              </p:blipFill>
              <p:spPr>
                <a:xfrm>
                  <a:off x="3401745" y="5755335"/>
                  <a:ext cx="473760" cy="6645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4" name="Ink 113">
                  <a:extLst>
                    <a:ext uri="{FF2B5EF4-FFF2-40B4-BE49-F238E27FC236}">
                      <a16:creationId xmlns:a16="http://schemas.microsoft.com/office/drawing/2014/main" id="{E0955603-307E-A604-6907-247B2C34B74C}"/>
                    </a:ext>
                  </a:extLst>
                </p14:cNvPr>
                <p14:cNvContentPartPr/>
                <p14:nvPr/>
              </p14:nvContentPartPr>
              <p14:xfrm>
                <a:off x="3840225" y="5876655"/>
                <a:ext cx="287280" cy="201600"/>
              </p14:xfrm>
            </p:contentPart>
          </mc:Choice>
          <mc:Fallback xmlns="">
            <p:pic>
              <p:nvPicPr>
                <p:cNvPr id="114" name="Ink 113">
                  <a:extLst>
                    <a:ext uri="{FF2B5EF4-FFF2-40B4-BE49-F238E27FC236}">
                      <a16:creationId xmlns:a16="http://schemas.microsoft.com/office/drawing/2014/main" id="{E0955603-307E-A604-6907-247B2C34B74C}"/>
                    </a:ext>
                  </a:extLst>
                </p:cNvPr>
                <p:cNvPicPr/>
                <p:nvPr/>
              </p:nvPicPr>
              <p:blipFill>
                <a:blip r:embed="rId199"/>
                <a:stretch>
                  <a:fillRect/>
                </a:stretch>
              </p:blipFill>
              <p:spPr>
                <a:xfrm>
                  <a:off x="3834105" y="5870535"/>
                  <a:ext cx="29952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5" name="Ink 114">
                  <a:extLst>
                    <a:ext uri="{FF2B5EF4-FFF2-40B4-BE49-F238E27FC236}">
                      <a16:creationId xmlns:a16="http://schemas.microsoft.com/office/drawing/2014/main" id="{9BCA7B3A-6207-5EAA-393B-6426718A73A0}"/>
                    </a:ext>
                  </a:extLst>
                </p14:cNvPr>
                <p14:cNvContentPartPr/>
                <p14:nvPr/>
              </p14:nvContentPartPr>
              <p14:xfrm>
                <a:off x="4232265" y="5756415"/>
                <a:ext cx="241920" cy="307800"/>
              </p14:xfrm>
            </p:contentPart>
          </mc:Choice>
          <mc:Fallback xmlns="">
            <p:pic>
              <p:nvPicPr>
                <p:cNvPr id="115" name="Ink 114">
                  <a:extLst>
                    <a:ext uri="{FF2B5EF4-FFF2-40B4-BE49-F238E27FC236}">
                      <a16:creationId xmlns:a16="http://schemas.microsoft.com/office/drawing/2014/main" id="{9BCA7B3A-6207-5EAA-393B-6426718A73A0}"/>
                    </a:ext>
                  </a:extLst>
                </p:cNvPr>
                <p:cNvPicPr/>
                <p:nvPr/>
              </p:nvPicPr>
              <p:blipFill>
                <a:blip r:embed="rId201"/>
                <a:stretch>
                  <a:fillRect/>
                </a:stretch>
              </p:blipFill>
              <p:spPr>
                <a:xfrm>
                  <a:off x="4226145" y="5750295"/>
                  <a:ext cx="25416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6" name="Ink 115">
                  <a:extLst>
                    <a:ext uri="{FF2B5EF4-FFF2-40B4-BE49-F238E27FC236}">
                      <a16:creationId xmlns:a16="http://schemas.microsoft.com/office/drawing/2014/main" id="{355A9889-BA5F-D595-D7B2-0815A5CBB33D}"/>
                    </a:ext>
                  </a:extLst>
                </p14:cNvPr>
                <p14:cNvContentPartPr/>
                <p14:nvPr/>
              </p14:nvContentPartPr>
              <p14:xfrm>
                <a:off x="4394265" y="5722575"/>
                <a:ext cx="113040" cy="565920"/>
              </p14:xfrm>
            </p:contentPart>
          </mc:Choice>
          <mc:Fallback xmlns="">
            <p:pic>
              <p:nvPicPr>
                <p:cNvPr id="116" name="Ink 115">
                  <a:extLst>
                    <a:ext uri="{FF2B5EF4-FFF2-40B4-BE49-F238E27FC236}">
                      <a16:creationId xmlns:a16="http://schemas.microsoft.com/office/drawing/2014/main" id="{355A9889-BA5F-D595-D7B2-0815A5CBB33D}"/>
                    </a:ext>
                  </a:extLst>
                </p:cNvPr>
                <p:cNvPicPr/>
                <p:nvPr/>
              </p:nvPicPr>
              <p:blipFill>
                <a:blip r:embed="rId203"/>
                <a:stretch>
                  <a:fillRect/>
                </a:stretch>
              </p:blipFill>
              <p:spPr>
                <a:xfrm>
                  <a:off x="4388145" y="5716455"/>
                  <a:ext cx="125280" cy="5781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7" name="Ink 116">
                  <a:extLst>
                    <a:ext uri="{FF2B5EF4-FFF2-40B4-BE49-F238E27FC236}">
                      <a16:creationId xmlns:a16="http://schemas.microsoft.com/office/drawing/2014/main" id="{B7632FA6-F247-CDAC-9E2B-A6C54F92BCF5}"/>
                    </a:ext>
                  </a:extLst>
                </p14:cNvPr>
                <p14:cNvContentPartPr/>
                <p14:nvPr/>
              </p14:nvContentPartPr>
              <p14:xfrm>
                <a:off x="4552305" y="5897535"/>
                <a:ext cx="188640" cy="145800"/>
              </p14:xfrm>
            </p:contentPart>
          </mc:Choice>
          <mc:Fallback xmlns="">
            <p:pic>
              <p:nvPicPr>
                <p:cNvPr id="117" name="Ink 116">
                  <a:extLst>
                    <a:ext uri="{FF2B5EF4-FFF2-40B4-BE49-F238E27FC236}">
                      <a16:creationId xmlns:a16="http://schemas.microsoft.com/office/drawing/2014/main" id="{B7632FA6-F247-CDAC-9E2B-A6C54F92BCF5}"/>
                    </a:ext>
                  </a:extLst>
                </p:cNvPr>
                <p:cNvPicPr/>
                <p:nvPr/>
              </p:nvPicPr>
              <p:blipFill>
                <a:blip r:embed="rId205"/>
                <a:stretch>
                  <a:fillRect/>
                </a:stretch>
              </p:blipFill>
              <p:spPr>
                <a:xfrm>
                  <a:off x="4546185" y="5891415"/>
                  <a:ext cx="2008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8" name="Ink 117">
                  <a:extLst>
                    <a:ext uri="{FF2B5EF4-FFF2-40B4-BE49-F238E27FC236}">
                      <a16:creationId xmlns:a16="http://schemas.microsoft.com/office/drawing/2014/main" id="{A6CECCEB-F79E-FA42-D55C-9F658833AF80}"/>
                    </a:ext>
                  </a:extLst>
                </p14:cNvPr>
                <p14:cNvContentPartPr/>
                <p14:nvPr/>
              </p14:nvContentPartPr>
              <p14:xfrm>
                <a:off x="4743105" y="5956935"/>
                <a:ext cx="124920" cy="105120"/>
              </p14:xfrm>
            </p:contentPart>
          </mc:Choice>
          <mc:Fallback xmlns="">
            <p:pic>
              <p:nvPicPr>
                <p:cNvPr id="118" name="Ink 117">
                  <a:extLst>
                    <a:ext uri="{FF2B5EF4-FFF2-40B4-BE49-F238E27FC236}">
                      <a16:creationId xmlns:a16="http://schemas.microsoft.com/office/drawing/2014/main" id="{A6CECCEB-F79E-FA42-D55C-9F658833AF80}"/>
                    </a:ext>
                  </a:extLst>
                </p:cNvPr>
                <p:cNvPicPr/>
                <p:nvPr/>
              </p:nvPicPr>
              <p:blipFill>
                <a:blip r:embed="rId207"/>
                <a:stretch>
                  <a:fillRect/>
                </a:stretch>
              </p:blipFill>
              <p:spPr>
                <a:xfrm>
                  <a:off x="4736985" y="5950815"/>
                  <a:ext cx="13716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19" name="Ink 118">
                  <a:extLst>
                    <a:ext uri="{FF2B5EF4-FFF2-40B4-BE49-F238E27FC236}">
                      <a16:creationId xmlns:a16="http://schemas.microsoft.com/office/drawing/2014/main" id="{7E394F90-040D-CD55-4643-18A1B05D78B8}"/>
                    </a:ext>
                  </a:extLst>
                </p14:cNvPr>
                <p14:cNvContentPartPr/>
                <p14:nvPr/>
              </p14:nvContentPartPr>
              <p14:xfrm>
                <a:off x="4986465" y="5854335"/>
                <a:ext cx="245160" cy="272880"/>
              </p14:xfrm>
            </p:contentPart>
          </mc:Choice>
          <mc:Fallback xmlns="">
            <p:pic>
              <p:nvPicPr>
                <p:cNvPr id="119" name="Ink 118">
                  <a:extLst>
                    <a:ext uri="{FF2B5EF4-FFF2-40B4-BE49-F238E27FC236}">
                      <a16:creationId xmlns:a16="http://schemas.microsoft.com/office/drawing/2014/main" id="{7E394F90-040D-CD55-4643-18A1B05D78B8}"/>
                    </a:ext>
                  </a:extLst>
                </p:cNvPr>
                <p:cNvPicPr/>
                <p:nvPr/>
              </p:nvPicPr>
              <p:blipFill>
                <a:blip r:embed="rId209"/>
                <a:stretch>
                  <a:fillRect/>
                </a:stretch>
              </p:blipFill>
              <p:spPr>
                <a:xfrm>
                  <a:off x="4980345" y="5848215"/>
                  <a:ext cx="2574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0" name="Ink 119">
                  <a:extLst>
                    <a:ext uri="{FF2B5EF4-FFF2-40B4-BE49-F238E27FC236}">
                      <a16:creationId xmlns:a16="http://schemas.microsoft.com/office/drawing/2014/main" id="{AD749DBE-788F-BC12-A0C8-059208FD7F47}"/>
                    </a:ext>
                  </a:extLst>
                </p14:cNvPr>
                <p14:cNvContentPartPr/>
                <p14:nvPr/>
              </p14:nvContentPartPr>
              <p14:xfrm>
                <a:off x="5209665" y="5895015"/>
                <a:ext cx="223200" cy="166320"/>
              </p14:xfrm>
            </p:contentPart>
          </mc:Choice>
          <mc:Fallback xmlns="">
            <p:pic>
              <p:nvPicPr>
                <p:cNvPr id="120" name="Ink 119">
                  <a:extLst>
                    <a:ext uri="{FF2B5EF4-FFF2-40B4-BE49-F238E27FC236}">
                      <a16:creationId xmlns:a16="http://schemas.microsoft.com/office/drawing/2014/main" id="{AD749DBE-788F-BC12-A0C8-059208FD7F47}"/>
                    </a:ext>
                  </a:extLst>
                </p:cNvPr>
                <p:cNvPicPr/>
                <p:nvPr/>
              </p:nvPicPr>
              <p:blipFill>
                <a:blip r:embed="rId211"/>
                <a:stretch>
                  <a:fillRect/>
                </a:stretch>
              </p:blipFill>
              <p:spPr>
                <a:xfrm>
                  <a:off x="5203545" y="5888895"/>
                  <a:ext cx="2354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1" name="Ink 120">
                  <a:extLst>
                    <a:ext uri="{FF2B5EF4-FFF2-40B4-BE49-F238E27FC236}">
                      <a16:creationId xmlns:a16="http://schemas.microsoft.com/office/drawing/2014/main" id="{366FE28C-C98A-9A41-FAAD-647B247824F5}"/>
                    </a:ext>
                  </a:extLst>
                </p14:cNvPr>
                <p14:cNvContentPartPr/>
                <p14:nvPr/>
              </p14:nvContentPartPr>
              <p14:xfrm>
                <a:off x="5531865" y="5886735"/>
                <a:ext cx="487440" cy="145800"/>
              </p14:xfrm>
            </p:contentPart>
          </mc:Choice>
          <mc:Fallback xmlns="">
            <p:pic>
              <p:nvPicPr>
                <p:cNvPr id="121" name="Ink 120">
                  <a:extLst>
                    <a:ext uri="{FF2B5EF4-FFF2-40B4-BE49-F238E27FC236}">
                      <a16:creationId xmlns:a16="http://schemas.microsoft.com/office/drawing/2014/main" id="{366FE28C-C98A-9A41-FAAD-647B247824F5}"/>
                    </a:ext>
                  </a:extLst>
                </p:cNvPr>
                <p:cNvPicPr/>
                <p:nvPr/>
              </p:nvPicPr>
              <p:blipFill>
                <a:blip r:embed="rId213"/>
                <a:stretch>
                  <a:fillRect/>
                </a:stretch>
              </p:blipFill>
              <p:spPr>
                <a:xfrm>
                  <a:off x="5525745" y="5880615"/>
                  <a:ext cx="4996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2" name="Ink 121">
                  <a:extLst>
                    <a:ext uri="{FF2B5EF4-FFF2-40B4-BE49-F238E27FC236}">
                      <a16:creationId xmlns:a16="http://schemas.microsoft.com/office/drawing/2014/main" id="{12A592D2-4C1C-F078-8D54-D63E9B18F280}"/>
                    </a:ext>
                  </a:extLst>
                </p14:cNvPr>
                <p14:cNvContentPartPr/>
                <p14:nvPr/>
              </p14:nvContentPartPr>
              <p14:xfrm>
                <a:off x="6113985" y="5838135"/>
                <a:ext cx="306360" cy="232200"/>
              </p14:xfrm>
            </p:contentPart>
          </mc:Choice>
          <mc:Fallback xmlns="">
            <p:pic>
              <p:nvPicPr>
                <p:cNvPr id="122" name="Ink 121">
                  <a:extLst>
                    <a:ext uri="{FF2B5EF4-FFF2-40B4-BE49-F238E27FC236}">
                      <a16:creationId xmlns:a16="http://schemas.microsoft.com/office/drawing/2014/main" id="{12A592D2-4C1C-F078-8D54-D63E9B18F280}"/>
                    </a:ext>
                  </a:extLst>
                </p:cNvPr>
                <p:cNvPicPr/>
                <p:nvPr/>
              </p:nvPicPr>
              <p:blipFill>
                <a:blip r:embed="rId215"/>
                <a:stretch>
                  <a:fillRect/>
                </a:stretch>
              </p:blipFill>
              <p:spPr>
                <a:xfrm>
                  <a:off x="6107865" y="5832015"/>
                  <a:ext cx="31860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3" name="Ink 122">
                  <a:extLst>
                    <a:ext uri="{FF2B5EF4-FFF2-40B4-BE49-F238E27FC236}">
                      <a16:creationId xmlns:a16="http://schemas.microsoft.com/office/drawing/2014/main" id="{A2382BF8-EFC1-2683-CD58-E32CB1348A50}"/>
                    </a:ext>
                  </a:extLst>
                </p14:cNvPr>
                <p14:cNvContentPartPr/>
                <p14:nvPr/>
              </p14:nvContentPartPr>
              <p14:xfrm>
                <a:off x="6682785" y="5781975"/>
                <a:ext cx="150120" cy="333000"/>
              </p14:xfrm>
            </p:contentPart>
          </mc:Choice>
          <mc:Fallback xmlns="">
            <p:pic>
              <p:nvPicPr>
                <p:cNvPr id="123" name="Ink 122">
                  <a:extLst>
                    <a:ext uri="{FF2B5EF4-FFF2-40B4-BE49-F238E27FC236}">
                      <a16:creationId xmlns:a16="http://schemas.microsoft.com/office/drawing/2014/main" id="{A2382BF8-EFC1-2683-CD58-E32CB1348A50}"/>
                    </a:ext>
                  </a:extLst>
                </p:cNvPr>
                <p:cNvPicPr/>
                <p:nvPr/>
              </p:nvPicPr>
              <p:blipFill>
                <a:blip r:embed="rId217"/>
                <a:stretch>
                  <a:fillRect/>
                </a:stretch>
              </p:blipFill>
              <p:spPr>
                <a:xfrm>
                  <a:off x="6676665" y="5775855"/>
                  <a:ext cx="16236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4" name="Ink 123">
                  <a:extLst>
                    <a:ext uri="{FF2B5EF4-FFF2-40B4-BE49-F238E27FC236}">
                      <a16:creationId xmlns:a16="http://schemas.microsoft.com/office/drawing/2014/main" id="{91804F1A-E3E1-5EA2-7DB6-4ED55B67160A}"/>
                    </a:ext>
                  </a:extLst>
                </p14:cNvPr>
                <p14:cNvContentPartPr/>
                <p14:nvPr/>
              </p14:nvContentPartPr>
              <p14:xfrm>
                <a:off x="6582345" y="5901495"/>
                <a:ext cx="537480" cy="216000"/>
              </p14:xfrm>
            </p:contentPart>
          </mc:Choice>
          <mc:Fallback xmlns="">
            <p:pic>
              <p:nvPicPr>
                <p:cNvPr id="124" name="Ink 123">
                  <a:extLst>
                    <a:ext uri="{FF2B5EF4-FFF2-40B4-BE49-F238E27FC236}">
                      <a16:creationId xmlns:a16="http://schemas.microsoft.com/office/drawing/2014/main" id="{91804F1A-E3E1-5EA2-7DB6-4ED55B67160A}"/>
                    </a:ext>
                  </a:extLst>
                </p:cNvPr>
                <p:cNvPicPr/>
                <p:nvPr/>
              </p:nvPicPr>
              <p:blipFill>
                <a:blip r:embed="rId219"/>
                <a:stretch>
                  <a:fillRect/>
                </a:stretch>
              </p:blipFill>
              <p:spPr>
                <a:xfrm>
                  <a:off x="6576225" y="5895375"/>
                  <a:ext cx="5497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25" name="Ink 124">
                  <a:extLst>
                    <a:ext uri="{FF2B5EF4-FFF2-40B4-BE49-F238E27FC236}">
                      <a16:creationId xmlns:a16="http://schemas.microsoft.com/office/drawing/2014/main" id="{5D2A0D28-B435-1B4D-C8E8-A8DE2EF83961}"/>
                    </a:ext>
                  </a:extLst>
                </p14:cNvPr>
                <p14:cNvContentPartPr/>
                <p14:nvPr/>
              </p14:nvContentPartPr>
              <p14:xfrm>
                <a:off x="7276065" y="5861535"/>
                <a:ext cx="376560" cy="255600"/>
              </p14:xfrm>
            </p:contentPart>
          </mc:Choice>
          <mc:Fallback xmlns="">
            <p:pic>
              <p:nvPicPr>
                <p:cNvPr id="125" name="Ink 124">
                  <a:extLst>
                    <a:ext uri="{FF2B5EF4-FFF2-40B4-BE49-F238E27FC236}">
                      <a16:creationId xmlns:a16="http://schemas.microsoft.com/office/drawing/2014/main" id="{5D2A0D28-B435-1B4D-C8E8-A8DE2EF83961}"/>
                    </a:ext>
                  </a:extLst>
                </p:cNvPr>
                <p:cNvPicPr/>
                <p:nvPr/>
              </p:nvPicPr>
              <p:blipFill>
                <a:blip r:embed="rId221"/>
                <a:stretch>
                  <a:fillRect/>
                </a:stretch>
              </p:blipFill>
              <p:spPr>
                <a:xfrm>
                  <a:off x="7269945" y="5855415"/>
                  <a:ext cx="38880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2" name="Ink 131">
                  <a:extLst>
                    <a:ext uri="{FF2B5EF4-FFF2-40B4-BE49-F238E27FC236}">
                      <a16:creationId xmlns:a16="http://schemas.microsoft.com/office/drawing/2014/main" id="{0E0058EB-9474-E7C1-206C-FBC670FB786C}"/>
                    </a:ext>
                  </a:extLst>
                </p14:cNvPr>
                <p14:cNvContentPartPr/>
                <p14:nvPr/>
              </p14:nvContentPartPr>
              <p14:xfrm>
                <a:off x="1512105" y="6328815"/>
                <a:ext cx="64080" cy="270720"/>
              </p14:xfrm>
            </p:contentPart>
          </mc:Choice>
          <mc:Fallback xmlns="">
            <p:pic>
              <p:nvPicPr>
                <p:cNvPr id="132" name="Ink 131">
                  <a:extLst>
                    <a:ext uri="{FF2B5EF4-FFF2-40B4-BE49-F238E27FC236}">
                      <a16:creationId xmlns:a16="http://schemas.microsoft.com/office/drawing/2014/main" id="{0E0058EB-9474-E7C1-206C-FBC670FB786C}"/>
                    </a:ext>
                  </a:extLst>
                </p:cNvPr>
                <p:cNvPicPr/>
                <p:nvPr/>
              </p:nvPicPr>
              <p:blipFill>
                <a:blip r:embed="rId223"/>
                <a:stretch>
                  <a:fillRect/>
                </a:stretch>
              </p:blipFill>
              <p:spPr>
                <a:xfrm>
                  <a:off x="1505985" y="6322695"/>
                  <a:ext cx="7632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3" name="Ink 132">
                  <a:extLst>
                    <a:ext uri="{FF2B5EF4-FFF2-40B4-BE49-F238E27FC236}">
                      <a16:creationId xmlns:a16="http://schemas.microsoft.com/office/drawing/2014/main" id="{FD482A31-2BBA-F242-BF1C-1740502B2AD3}"/>
                    </a:ext>
                  </a:extLst>
                </p14:cNvPr>
                <p14:cNvContentPartPr/>
                <p14:nvPr/>
              </p14:nvContentPartPr>
              <p14:xfrm>
                <a:off x="1804785" y="6508455"/>
                <a:ext cx="16200" cy="97200"/>
              </p14:xfrm>
            </p:contentPart>
          </mc:Choice>
          <mc:Fallback xmlns="">
            <p:pic>
              <p:nvPicPr>
                <p:cNvPr id="133" name="Ink 132">
                  <a:extLst>
                    <a:ext uri="{FF2B5EF4-FFF2-40B4-BE49-F238E27FC236}">
                      <a16:creationId xmlns:a16="http://schemas.microsoft.com/office/drawing/2014/main" id="{FD482A31-2BBA-F242-BF1C-1740502B2AD3}"/>
                    </a:ext>
                  </a:extLst>
                </p:cNvPr>
                <p:cNvPicPr/>
                <p:nvPr/>
              </p:nvPicPr>
              <p:blipFill>
                <a:blip r:embed="rId225"/>
                <a:stretch>
                  <a:fillRect/>
                </a:stretch>
              </p:blipFill>
              <p:spPr>
                <a:xfrm>
                  <a:off x="1798665" y="6502335"/>
                  <a:ext cx="284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4" name="Ink 133">
                  <a:extLst>
                    <a:ext uri="{FF2B5EF4-FFF2-40B4-BE49-F238E27FC236}">
                      <a16:creationId xmlns:a16="http://schemas.microsoft.com/office/drawing/2014/main" id="{95A4C9CB-A8FA-CD4C-36B3-0963D4568E0E}"/>
                    </a:ext>
                  </a:extLst>
                </p14:cNvPr>
                <p14:cNvContentPartPr/>
                <p14:nvPr/>
              </p14:nvContentPartPr>
              <p14:xfrm>
                <a:off x="1869945" y="6368415"/>
                <a:ext cx="40320" cy="44640"/>
              </p14:xfrm>
            </p:contentPart>
          </mc:Choice>
          <mc:Fallback xmlns="">
            <p:pic>
              <p:nvPicPr>
                <p:cNvPr id="134" name="Ink 133">
                  <a:extLst>
                    <a:ext uri="{FF2B5EF4-FFF2-40B4-BE49-F238E27FC236}">
                      <a16:creationId xmlns:a16="http://schemas.microsoft.com/office/drawing/2014/main" id="{95A4C9CB-A8FA-CD4C-36B3-0963D4568E0E}"/>
                    </a:ext>
                  </a:extLst>
                </p:cNvPr>
                <p:cNvPicPr/>
                <p:nvPr/>
              </p:nvPicPr>
              <p:blipFill>
                <a:blip r:embed="rId227"/>
                <a:stretch>
                  <a:fillRect/>
                </a:stretch>
              </p:blipFill>
              <p:spPr>
                <a:xfrm>
                  <a:off x="1863825" y="6362295"/>
                  <a:ext cx="525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5" name="Ink 134">
                  <a:extLst>
                    <a:ext uri="{FF2B5EF4-FFF2-40B4-BE49-F238E27FC236}">
                      <a16:creationId xmlns:a16="http://schemas.microsoft.com/office/drawing/2014/main" id="{8C0B9194-C723-BFE2-5696-29A58C53050E}"/>
                    </a:ext>
                  </a:extLst>
                </p14:cNvPr>
                <p14:cNvContentPartPr/>
                <p14:nvPr/>
              </p14:nvContentPartPr>
              <p14:xfrm>
                <a:off x="1945185" y="6535815"/>
                <a:ext cx="339840" cy="134640"/>
              </p14:xfrm>
            </p:contentPart>
          </mc:Choice>
          <mc:Fallback xmlns="">
            <p:pic>
              <p:nvPicPr>
                <p:cNvPr id="135" name="Ink 134">
                  <a:extLst>
                    <a:ext uri="{FF2B5EF4-FFF2-40B4-BE49-F238E27FC236}">
                      <a16:creationId xmlns:a16="http://schemas.microsoft.com/office/drawing/2014/main" id="{8C0B9194-C723-BFE2-5696-29A58C53050E}"/>
                    </a:ext>
                  </a:extLst>
                </p:cNvPr>
                <p:cNvPicPr/>
                <p:nvPr/>
              </p:nvPicPr>
              <p:blipFill>
                <a:blip r:embed="rId229"/>
                <a:stretch>
                  <a:fillRect/>
                </a:stretch>
              </p:blipFill>
              <p:spPr>
                <a:xfrm>
                  <a:off x="1939065" y="6529695"/>
                  <a:ext cx="3520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6" name="Ink 135">
                  <a:extLst>
                    <a:ext uri="{FF2B5EF4-FFF2-40B4-BE49-F238E27FC236}">
                      <a16:creationId xmlns:a16="http://schemas.microsoft.com/office/drawing/2014/main" id="{0E35F27E-31D5-11B8-6B9C-F67B80CD1E33}"/>
                    </a:ext>
                  </a:extLst>
                </p14:cNvPr>
                <p14:cNvContentPartPr/>
                <p14:nvPr/>
              </p14:nvContentPartPr>
              <p14:xfrm>
                <a:off x="2341905" y="6496215"/>
                <a:ext cx="546840" cy="216720"/>
              </p14:xfrm>
            </p:contentPart>
          </mc:Choice>
          <mc:Fallback xmlns="">
            <p:pic>
              <p:nvPicPr>
                <p:cNvPr id="136" name="Ink 135">
                  <a:extLst>
                    <a:ext uri="{FF2B5EF4-FFF2-40B4-BE49-F238E27FC236}">
                      <a16:creationId xmlns:a16="http://schemas.microsoft.com/office/drawing/2014/main" id="{0E35F27E-31D5-11B8-6B9C-F67B80CD1E33}"/>
                    </a:ext>
                  </a:extLst>
                </p:cNvPr>
                <p:cNvPicPr/>
                <p:nvPr/>
              </p:nvPicPr>
              <p:blipFill>
                <a:blip r:embed="rId231"/>
                <a:stretch>
                  <a:fillRect/>
                </a:stretch>
              </p:blipFill>
              <p:spPr>
                <a:xfrm>
                  <a:off x="2335785" y="6490095"/>
                  <a:ext cx="55908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7" name="Ink 136">
                  <a:extLst>
                    <a:ext uri="{FF2B5EF4-FFF2-40B4-BE49-F238E27FC236}">
                      <a16:creationId xmlns:a16="http://schemas.microsoft.com/office/drawing/2014/main" id="{1664A830-096E-4A52-E5F5-BAC49B539E1C}"/>
                    </a:ext>
                  </a:extLst>
                </p14:cNvPr>
                <p14:cNvContentPartPr/>
                <p14:nvPr/>
              </p14:nvContentPartPr>
              <p14:xfrm>
                <a:off x="2891625" y="6432495"/>
                <a:ext cx="280440" cy="321840"/>
              </p14:xfrm>
            </p:contentPart>
          </mc:Choice>
          <mc:Fallback xmlns="">
            <p:pic>
              <p:nvPicPr>
                <p:cNvPr id="137" name="Ink 136">
                  <a:extLst>
                    <a:ext uri="{FF2B5EF4-FFF2-40B4-BE49-F238E27FC236}">
                      <a16:creationId xmlns:a16="http://schemas.microsoft.com/office/drawing/2014/main" id="{1664A830-096E-4A52-E5F5-BAC49B539E1C}"/>
                    </a:ext>
                  </a:extLst>
                </p:cNvPr>
                <p:cNvPicPr/>
                <p:nvPr/>
              </p:nvPicPr>
              <p:blipFill>
                <a:blip r:embed="rId233"/>
                <a:stretch>
                  <a:fillRect/>
                </a:stretch>
              </p:blipFill>
              <p:spPr>
                <a:xfrm>
                  <a:off x="2885505" y="6426375"/>
                  <a:ext cx="29268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8" name="Ink 137">
                  <a:extLst>
                    <a:ext uri="{FF2B5EF4-FFF2-40B4-BE49-F238E27FC236}">
                      <a16:creationId xmlns:a16="http://schemas.microsoft.com/office/drawing/2014/main" id="{BBFAAE06-FFC3-DC90-1EAC-27CC61DCBB9B}"/>
                    </a:ext>
                  </a:extLst>
                </p14:cNvPr>
                <p14:cNvContentPartPr/>
                <p14:nvPr/>
              </p14:nvContentPartPr>
              <p14:xfrm>
                <a:off x="4320465" y="6462015"/>
                <a:ext cx="498600" cy="293400"/>
              </p14:xfrm>
            </p:contentPart>
          </mc:Choice>
          <mc:Fallback xmlns="">
            <p:pic>
              <p:nvPicPr>
                <p:cNvPr id="138" name="Ink 137">
                  <a:extLst>
                    <a:ext uri="{FF2B5EF4-FFF2-40B4-BE49-F238E27FC236}">
                      <a16:creationId xmlns:a16="http://schemas.microsoft.com/office/drawing/2014/main" id="{BBFAAE06-FFC3-DC90-1EAC-27CC61DCBB9B}"/>
                    </a:ext>
                  </a:extLst>
                </p:cNvPr>
                <p:cNvPicPr/>
                <p:nvPr/>
              </p:nvPicPr>
              <p:blipFill>
                <a:blip r:embed="rId235"/>
                <a:stretch>
                  <a:fillRect/>
                </a:stretch>
              </p:blipFill>
              <p:spPr>
                <a:xfrm>
                  <a:off x="4314345" y="6455895"/>
                  <a:ext cx="51084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9" name="Ink 138">
                  <a:extLst>
                    <a:ext uri="{FF2B5EF4-FFF2-40B4-BE49-F238E27FC236}">
                      <a16:creationId xmlns:a16="http://schemas.microsoft.com/office/drawing/2014/main" id="{7E67F0F9-7FCD-0B68-4D2C-F58D701F9714}"/>
                    </a:ext>
                  </a:extLst>
                </p14:cNvPr>
                <p14:cNvContentPartPr/>
                <p14:nvPr/>
              </p14:nvContentPartPr>
              <p14:xfrm>
                <a:off x="4909065" y="6384615"/>
                <a:ext cx="635760" cy="436320"/>
              </p14:xfrm>
            </p:contentPart>
          </mc:Choice>
          <mc:Fallback xmlns="">
            <p:pic>
              <p:nvPicPr>
                <p:cNvPr id="139" name="Ink 138">
                  <a:extLst>
                    <a:ext uri="{FF2B5EF4-FFF2-40B4-BE49-F238E27FC236}">
                      <a16:creationId xmlns:a16="http://schemas.microsoft.com/office/drawing/2014/main" id="{7E67F0F9-7FCD-0B68-4D2C-F58D701F9714}"/>
                    </a:ext>
                  </a:extLst>
                </p:cNvPr>
                <p:cNvPicPr/>
                <p:nvPr/>
              </p:nvPicPr>
              <p:blipFill>
                <a:blip r:embed="rId237"/>
                <a:stretch>
                  <a:fillRect/>
                </a:stretch>
              </p:blipFill>
              <p:spPr>
                <a:xfrm>
                  <a:off x="4902945" y="6378495"/>
                  <a:ext cx="648000" cy="4485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0" name="Ink 139">
                  <a:extLst>
                    <a:ext uri="{FF2B5EF4-FFF2-40B4-BE49-F238E27FC236}">
                      <a16:creationId xmlns:a16="http://schemas.microsoft.com/office/drawing/2014/main" id="{FA79C5B0-3BE0-CE50-A061-5340EA366A9B}"/>
                    </a:ext>
                  </a:extLst>
                </p14:cNvPr>
                <p14:cNvContentPartPr/>
                <p14:nvPr/>
              </p14:nvContentPartPr>
              <p14:xfrm>
                <a:off x="5674065" y="6393255"/>
                <a:ext cx="228240" cy="226080"/>
              </p14:xfrm>
            </p:contentPart>
          </mc:Choice>
          <mc:Fallback xmlns="">
            <p:pic>
              <p:nvPicPr>
                <p:cNvPr id="140" name="Ink 139">
                  <a:extLst>
                    <a:ext uri="{FF2B5EF4-FFF2-40B4-BE49-F238E27FC236}">
                      <a16:creationId xmlns:a16="http://schemas.microsoft.com/office/drawing/2014/main" id="{FA79C5B0-3BE0-CE50-A061-5340EA366A9B}"/>
                    </a:ext>
                  </a:extLst>
                </p:cNvPr>
                <p:cNvPicPr/>
                <p:nvPr/>
              </p:nvPicPr>
              <p:blipFill>
                <a:blip r:embed="rId239"/>
                <a:stretch>
                  <a:fillRect/>
                </a:stretch>
              </p:blipFill>
              <p:spPr>
                <a:xfrm>
                  <a:off x="5667945" y="6387135"/>
                  <a:ext cx="24048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1" name="Ink 140">
                  <a:extLst>
                    <a:ext uri="{FF2B5EF4-FFF2-40B4-BE49-F238E27FC236}">
                      <a16:creationId xmlns:a16="http://schemas.microsoft.com/office/drawing/2014/main" id="{6DD07359-0E4A-041A-C2A9-311BF1FC23EB}"/>
                    </a:ext>
                  </a:extLst>
                </p14:cNvPr>
                <p14:cNvContentPartPr/>
                <p14:nvPr/>
              </p14:nvContentPartPr>
              <p14:xfrm>
                <a:off x="5966385" y="6346095"/>
                <a:ext cx="686880" cy="305640"/>
              </p14:xfrm>
            </p:contentPart>
          </mc:Choice>
          <mc:Fallback xmlns="">
            <p:pic>
              <p:nvPicPr>
                <p:cNvPr id="141" name="Ink 140">
                  <a:extLst>
                    <a:ext uri="{FF2B5EF4-FFF2-40B4-BE49-F238E27FC236}">
                      <a16:creationId xmlns:a16="http://schemas.microsoft.com/office/drawing/2014/main" id="{6DD07359-0E4A-041A-C2A9-311BF1FC23EB}"/>
                    </a:ext>
                  </a:extLst>
                </p:cNvPr>
                <p:cNvPicPr/>
                <p:nvPr/>
              </p:nvPicPr>
              <p:blipFill>
                <a:blip r:embed="rId241"/>
                <a:stretch>
                  <a:fillRect/>
                </a:stretch>
              </p:blipFill>
              <p:spPr>
                <a:xfrm>
                  <a:off x="5960265" y="6339975"/>
                  <a:ext cx="69912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2" name="Ink 141">
                  <a:extLst>
                    <a:ext uri="{FF2B5EF4-FFF2-40B4-BE49-F238E27FC236}">
                      <a16:creationId xmlns:a16="http://schemas.microsoft.com/office/drawing/2014/main" id="{BBF2F293-7EDF-8153-9EB9-1C0E5402DE54}"/>
                    </a:ext>
                  </a:extLst>
                </p14:cNvPr>
                <p14:cNvContentPartPr/>
                <p14:nvPr/>
              </p14:nvContentPartPr>
              <p14:xfrm>
                <a:off x="6828225" y="6274815"/>
                <a:ext cx="8280" cy="29160"/>
              </p14:xfrm>
            </p:contentPart>
          </mc:Choice>
          <mc:Fallback xmlns="">
            <p:pic>
              <p:nvPicPr>
                <p:cNvPr id="142" name="Ink 141">
                  <a:extLst>
                    <a:ext uri="{FF2B5EF4-FFF2-40B4-BE49-F238E27FC236}">
                      <a16:creationId xmlns:a16="http://schemas.microsoft.com/office/drawing/2014/main" id="{BBF2F293-7EDF-8153-9EB9-1C0E5402DE54}"/>
                    </a:ext>
                  </a:extLst>
                </p:cNvPr>
                <p:cNvPicPr/>
                <p:nvPr/>
              </p:nvPicPr>
              <p:blipFill>
                <a:blip r:embed="rId243"/>
                <a:stretch>
                  <a:fillRect/>
                </a:stretch>
              </p:blipFill>
              <p:spPr>
                <a:xfrm>
                  <a:off x="6822105" y="6268695"/>
                  <a:ext cx="205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3" name="Ink 142">
                  <a:extLst>
                    <a:ext uri="{FF2B5EF4-FFF2-40B4-BE49-F238E27FC236}">
                      <a16:creationId xmlns:a16="http://schemas.microsoft.com/office/drawing/2014/main" id="{FE590201-3715-04DA-58EA-2FBB9906CE81}"/>
                    </a:ext>
                  </a:extLst>
                </p14:cNvPr>
                <p14:cNvContentPartPr/>
                <p14:nvPr/>
              </p14:nvContentPartPr>
              <p14:xfrm>
                <a:off x="6775665" y="6432135"/>
                <a:ext cx="309240" cy="193320"/>
              </p14:xfrm>
            </p:contentPart>
          </mc:Choice>
          <mc:Fallback xmlns="">
            <p:pic>
              <p:nvPicPr>
                <p:cNvPr id="143" name="Ink 142">
                  <a:extLst>
                    <a:ext uri="{FF2B5EF4-FFF2-40B4-BE49-F238E27FC236}">
                      <a16:creationId xmlns:a16="http://schemas.microsoft.com/office/drawing/2014/main" id="{FE590201-3715-04DA-58EA-2FBB9906CE81}"/>
                    </a:ext>
                  </a:extLst>
                </p:cNvPr>
                <p:cNvPicPr/>
                <p:nvPr/>
              </p:nvPicPr>
              <p:blipFill>
                <a:blip r:embed="rId245"/>
                <a:stretch>
                  <a:fillRect/>
                </a:stretch>
              </p:blipFill>
              <p:spPr>
                <a:xfrm>
                  <a:off x="6769545" y="6426015"/>
                  <a:ext cx="32148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4" name="Ink 143">
                  <a:extLst>
                    <a:ext uri="{FF2B5EF4-FFF2-40B4-BE49-F238E27FC236}">
                      <a16:creationId xmlns:a16="http://schemas.microsoft.com/office/drawing/2014/main" id="{9DE35336-FE0B-462D-E1E8-B9C5BA90203C}"/>
                    </a:ext>
                  </a:extLst>
                </p14:cNvPr>
                <p14:cNvContentPartPr/>
                <p14:nvPr/>
              </p14:nvContentPartPr>
              <p14:xfrm>
                <a:off x="7109385" y="6472815"/>
                <a:ext cx="623160" cy="131760"/>
              </p14:xfrm>
            </p:contentPart>
          </mc:Choice>
          <mc:Fallback xmlns="">
            <p:pic>
              <p:nvPicPr>
                <p:cNvPr id="144" name="Ink 143">
                  <a:extLst>
                    <a:ext uri="{FF2B5EF4-FFF2-40B4-BE49-F238E27FC236}">
                      <a16:creationId xmlns:a16="http://schemas.microsoft.com/office/drawing/2014/main" id="{9DE35336-FE0B-462D-E1E8-B9C5BA90203C}"/>
                    </a:ext>
                  </a:extLst>
                </p:cNvPr>
                <p:cNvPicPr/>
                <p:nvPr/>
              </p:nvPicPr>
              <p:blipFill>
                <a:blip r:embed="rId247"/>
                <a:stretch>
                  <a:fillRect/>
                </a:stretch>
              </p:blipFill>
              <p:spPr>
                <a:xfrm>
                  <a:off x="7103265" y="6466695"/>
                  <a:ext cx="635400" cy="144000"/>
                </a:xfrm>
                <a:prstGeom prst="rect">
                  <a:avLst/>
                </a:prstGeom>
              </p:spPr>
            </p:pic>
          </mc:Fallback>
        </mc:AlternateContent>
      </p:grpSp>
    </p:spTree>
    <p:extLst>
      <p:ext uri="{BB962C8B-B14F-4D97-AF65-F5344CB8AC3E}">
        <p14:creationId xmlns:p14="http://schemas.microsoft.com/office/powerpoint/2010/main" val="1639961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72" name="Ink 71">
                <a:extLst>
                  <a:ext uri="{FF2B5EF4-FFF2-40B4-BE49-F238E27FC236}">
                    <a16:creationId xmlns:a16="http://schemas.microsoft.com/office/drawing/2014/main" id="{2EB08C82-3A9B-5775-AC01-E549D9B8BDC2}"/>
                  </a:ext>
                </a:extLst>
              </p14:cNvPr>
              <p14:cNvContentPartPr/>
              <p14:nvPr/>
            </p14:nvContentPartPr>
            <p14:xfrm>
              <a:off x="401865" y="1992255"/>
              <a:ext cx="720" cy="1704600"/>
            </p14:xfrm>
          </p:contentPart>
        </mc:Choice>
        <mc:Fallback xmlns="">
          <p:pic>
            <p:nvPicPr>
              <p:cNvPr id="72" name="Ink 71">
                <a:extLst>
                  <a:ext uri="{FF2B5EF4-FFF2-40B4-BE49-F238E27FC236}">
                    <a16:creationId xmlns:a16="http://schemas.microsoft.com/office/drawing/2014/main" id="{2EB08C82-3A9B-5775-AC01-E549D9B8BDC2}"/>
                  </a:ext>
                </a:extLst>
              </p:cNvPr>
              <p:cNvPicPr/>
              <p:nvPr/>
            </p:nvPicPr>
            <p:blipFill>
              <a:blip r:embed="rId3"/>
              <a:stretch>
                <a:fillRect/>
              </a:stretch>
            </p:blipFill>
            <p:spPr>
              <a:xfrm>
                <a:off x="389625" y="1986135"/>
                <a:ext cx="25200" cy="1716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5B4E342-0224-D843-070B-EA218164ACB0}"/>
                  </a:ext>
                </a:extLst>
              </p14:cNvPr>
              <p14:cNvContentPartPr/>
              <p14:nvPr/>
            </p14:nvContentPartPr>
            <p14:xfrm>
              <a:off x="262905" y="314655"/>
              <a:ext cx="450360" cy="412560"/>
            </p14:xfrm>
          </p:contentPart>
        </mc:Choice>
        <mc:Fallback xmlns="">
          <p:pic>
            <p:nvPicPr>
              <p:cNvPr id="2" name="Ink 1">
                <a:extLst>
                  <a:ext uri="{FF2B5EF4-FFF2-40B4-BE49-F238E27FC236}">
                    <a16:creationId xmlns:a16="http://schemas.microsoft.com/office/drawing/2014/main" id="{55B4E342-0224-D843-070B-EA218164ACB0}"/>
                  </a:ext>
                </a:extLst>
              </p:cNvPr>
              <p:cNvPicPr/>
              <p:nvPr/>
            </p:nvPicPr>
            <p:blipFill>
              <a:blip r:embed="rId5"/>
              <a:stretch>
                <a:fillRect/>
              </a:stretch>
            </p:blipFill>
            <p:spPr>
              <a:xfrm>
                <a:off x="256785" y="308535"/>
                <a:ext cx="462600" cy="424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C69B5F2B-46E6-5EB5-B75F-08D58E7E91C9}"/>
                  </a:ext>
                </a:extLst>
              </p14:cNvPr>
              <p14:cNvContentPartPr/>
              <p14:nvPr/>
            </p14:nvContentPartPr>
            <p14:xfrm>
              <a:off x="855825" y="474855"/>
              <a:ext cx="409680" cy="365760"/>
            </p14:xfrm>
          </p:contentPart>
        </mc:Choice>
        <mc:Fallback xmlns="">
          <p:pic>
            <p:nvPicPr>
              <p:cNvPr id="3" name="Ink 2">
                <a:extLst>
                  <a:ext uri="{FF2B5EF4-FFF2-40B4-BE49-F238E27FC236}">
                    <a16:creationId xmlns:a16="http://schemas.microsoft.com/office/drawing/2014/main" id="{C69B5F2B-46E6-5EB5-B75F-08D58E7E91C9}"/>
                  </a:ext>
                </a:extLst>
              </p:cNvPr>
              <p:cNvPicPr/>
              <p:nvPr/>
            </p:nvPicPr>
            <p:blipFill>
              <a:blip r:embed="rId7"/>
              <a:stretch>
                <a:fillRect/>
              </a:stretch>
            </p:blipFill>
            <p:spPr>
              <a:xfrm>
                <a:off x="849705" y="468735"/>
                <a:ext cx="42192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16DEEC91-37CA-4A93-6F82-14EA0DE80BC4}"/>
                  </a:ext>
                </a:extLst>
              </p14:cNvPr>
              <p14:cNvContentPartPr/>
              <p14:nvPr/>
            </p14:nvContentPartPr>
            <p14:xfrm>
              <a:off x="1419945" y="284775"/>
              <a:ext cx="460440" cy="889560"/>
            </p14:xfrm>
          </p:contentPart>
        </mc:Choice>
        <mc:Fallback xmlns="">
          <p:pic>
            <p:nvPicPr>
              <p:cNvPr id="4" name="Ink 3">
                <a:extLst>
                  <a:ext uri="{FF2B5EF4-FFF2-40B4-BE49-F238E27FC236}">
                    <a16:creationId xmlns:a16="http://schemas.microsoft.com/office/drawing/2014/main" id="{16DEEC91-37CA-4A93-6F82-14EA0DE80BC4}"/>
                  </a:ext>
                </a:extLst>
              </p:cNvPr>
              <p:cNvPicPr/>
              <p:nvPr/>
            </p:nvPicPr>
            <p:blipFill>
              <a:blip r:embed="rId9"/>
              <a:stretch>
                <a:fillRect/>
              </a:stretch>
            </p:blipFill>
            <p:spPr>
              <a:xfrm>
                <a:off x="1413825" y="278655"/>
                <a:ext cx="472680" cy="901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1A34EA78-27A1-2DD1-34EF-EFB2C6A27F26}"/>
                  </a:ext>
                </a:extLst>
              </p14:cNvPr>
              <p14:cNvContentPartPr/>
              <p14:nvPr/>
            </p14:nvContentPartPr>
            <p14:xfrm>
              <a:off x="1867425" y="592215"/>
              <a:ext cx="164160" cy="221040"/>
            </p14:xfrm>
          </p:contentPart>
        </mc:Choice>
        <mc:Fallback xmlns="">
          <p:pic>
            <p:nvPicPr>
              <p:cNvPr id="5" name="Ink 4">
                <a:extLst>
                  <a:ext uri="{FF2B5EF4-FFF2-40B4-BE49-F238E27FC236}">
                    <a16:creationId xmlns:a16="http://schemas.microsoft.com/office/drawing/2014/main" id="{1A34EA78-27A1-2DD1-34EF-EFB2C6A27F26}"/>
                  </a:ext>
                </a:extLst>
              </p:cNvPr>
              <p:cNvPicPr/>
              <p:nvPr/>
            </p:nvPicPr>
            <p:blipFill>
              <a:blip r:embed="rId11"/>
              <a:stretch>
                <a:fillRect/>
              </a:stretch>
            </p:blipFill>
            <p:spPr>
              <a:xfrm>
                <a:off x="1861305" y="586095"/>
                <a:ext cx="1764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DDF0E9AC-2154-CFAF-CDEE-81C0D89F486C}"/>
                  </a:ext>
                </a:extLst>
              </p14:cNvPr>
              <p14:cNvContentPartPr/>
              <p14:nvPr/>
            </p14:nvContentPartPr>
            <p14:xfrm>
              <a:off x="2520105" y="424095"/>
              <a:ext cx="149040" cy="75960"/>
            </p14:xfrm>
          </p:contentPart>
        </mc:Choice>
        <mc:Fallback xmlns="">
          <p:pic>
            <p:nvPicPr>
              <p:cNvPr id="7" name="Ink 6">
                <a:extLst>
                  <a:ext uri="{FF2B5EF4-FFF2-40B4-BE49-F238E27FC236}">
                    <a16:creationId xmlns:a16="http://schemas.microsoft.com/office/drawing/2014/main" id="{DDF0E9AC-2154-CFAF-CDEE-81C0D89F486C}"/>
                  </a:ext>
                </a:extLst>
              </p:cNvPr>
              <p:cNvPicPr/>
              <p:nvPr/>
            </p:nvPicPr>
            <p:blipFill>
              <a:blip r:embed="rId13"/>
              <a:stretch>
                <a:fillRect/>
              </a:stretch>
            </p:blipFill>
            <p:spPr>
              <a:xfrm>
                <a:off x="2513985" y="417975"/>
                <a:ext cx="1612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F85383E2-B899-9E3E-214C-4ACB61BEC8AA}"/>
                  </a:ext>
                </a:extLst>
              </p14:cNvPr>
              <p14:cNvContentPartPr/>
              <p14:nvPr/>
            </p14:nvContentPartPr>
            <p14:xfrm>
              <a:off x="2514345" y="577095"/>
              <a:ext cx="286200" cy="54000"/>
            </p14:xfrm>
          </p:contentPart>
        </mc:Choice>
        <mc:Fallback xmlns="">
          <p:pic>
            <p:nvPicPr>
              <p:cNvPr id="8" name="Ink 7">
                <a:extLst>
                  <a:ext uri="{FF2B5EF4-FFF2-40B4-BE49-F238E27FC236}">
                    <a16:creationId xmlns:a16="http://schemas.microsoft.com/office/drawing/2014/main" id="{F85383E2-B899-9E3E-214C-4ACB61BEC8AA}"/>
                  </a:ext>
                </a:extLst>
              </p:cNvPr>
              <p:cNvPicPr/>
              <p:nvPr/>
            </p:nvPicPr>
            <p:blipFill>
              <a:blip r:embed="rId15"/>
              <a:stretch>
                <a:fillRect/>
              </a:stretch>
            </p:blipFill>
            <p:spPr>
              <a:xfrm>
                <a:off x="2508225" y="570975"/>
                <a:ext cx="2984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78033285-510C-89DE-7493-1601F0A2CA22}"/>
                  </a:ext>
                </a:extLst>
              </p14:cNvPr>
              <p14:cNvContentPartPr/>
              <p14:nvPr/>
            </p14:nvContentPartPr>
            <p14:xfrm>
              <a:off x="3209505" y="128535"/>
              <a:ext cx="95760" cy="351000"/>
            </p14:xfrm>
          </p:contentPart>
        </mc:Choice>
        <mc:Fallback xmlns="">
          <p:pic>
            <p:nvPicPr>
              <p:cNvPr id="10" name="Ink 9">
                <a:extLst>
                  <a:ext uri="{FF2B5EF4-FFF2-40B4-BE49-F238E27FC236}">
                    <a16:creationId xmlns:a16="http://schemas.microsoft.com/office/drawing/2014/main" id="{78033285-510C-89DE-7493-1601F0A2CA22}"/>
                  </a:ext>
                </a:extLst>
              </p:cNvPr>
              <p:cNvPicPr/>
              <p:nvPr/>
            </p:nvPicPr>
            <p:blipFill>
              <a:blip r:embed="rId17"/>
              <a:stretch>
                <a:fillRect/>
              </a:stretch>
            </p:blipFill>
            <p:spPr>
              <a:xfrm>
                <a:off x="3203385" y="122415"/>
                <a:ext cx="10800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0A94ACB5-9124-1FFB-E986-4D51575A49CC}"/>
                  </a:ext>
                </a:extLst>
              </p14:cNvPr>
              <p14:cNvContentPartPr/>
              <p14:nvPr/>
            </p14:nvContentPartPr>
            <p14:xfrm>
              <a:off x="2749785" y="605895"/>
              <a:ext cx="1092600" cy="93960"/>
            </p14:xfrm>
          </p:contentPart>
        </mc:Choice>
        <mc:Fallback xmlns="">
          <p:pic>
            <p:nvPicPr>
              <p:cNvPr id="11" name="Ink 10">
                <a:extLst>
                  <a:ext uri="{FF2B5EF4-FFF2-40B4-BE49-F238E27FC236}">
                    <a16:creationId xmlns:a16="http://schemas.microsoft.com/office/drawing/2014/main" id="{0A94ACB5-9124-1FFB-E986-4D51575A49CC}"/>
                  </a:ext>
                </a:extLst>
              </p:cNvPr>
              <p:cNvPicPr/>
              <p:nvPr/>
            </p:nvPicPr>
            <p:blipFill>
              <a:blip r:embed="rId19"/>
              <a:stretch>
                <a:fillRect/>
              </a:stretch>
            </p:blipFill>
            <p:spPr>
              <a:xfrm>
                <a:off x="2743665" y="599775"/>
                <a:ext cx="11048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18710E4-AB78-8104-7E24-27AF47B63CBC}"/>
                  </a:ext>
                </a:extLst>
              </p14:cNvPr>
              <p14:cNvContentPartPr/>
              <p14:nvPr/>
            </p14:nvContentPartPr>
            <p14:xfrm>
              <a:off x="2934825" y="818655"/>
              <a:ext cx="411840" cy="316080"/>
            </p14:xfrm>
          </p:contentPart>
        </mc:Choice>
        <mc:Fallback xmlns="">
          <p:pic>
            <p:nvPicPr>
              <p:cNvPr id="12" name="Ink 11">
                <a:extLst>
                  <a:ext uri="{FF2B5EF4-FFF2-40B4-BE49-F238E27FC236}">
                    <a16:creationId xmlns:a16="http://schemas.microsoft.com/office/drawing/2014/main" id="{018710E4-AB78-8104-7E24-27AF47B63CBC}"/>
                  </a:ext>
                </a:extLst>
              </p:cNvPr>
              <p:cNvPicPr/>
              <p:nvPr/>
            </p:nvPicPr>
            <p:blipFill>
              <a:blip r:embed="rId21"/>
              <a:stretch>
                <a:fillRect/>
              </a:stretch>
            </p:blipFill>
            <p:spPr>
              <a:xfrm>
                <a:off x="2928705" y="812535"/>
                <a:ext cx="42408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539FB070-B333-9846-0EA0-E0C08F52853D}"/>
                  </a:ext>
                </a:extLst>
              </p14:cNvPr>
              <p14:cNvContentPartPr/>
              <p14:nvPr/>
            </p14:nvContentPartPr>
            <p14:xfrm>
              <a:off x="3457545" y="932055"/>
              <a:ext cx="65880" cy="198720"/>
            </p14:xfrm>
          </p:contentPart>
        </mc:Choice>
        <mc:Fallback xmlns="">
          <p:pic>
            <p:nvPicPr>
              <p:cNvPr id="13" name="Ink 12">
                <a:extLst>
                  <a:ext uri="{FF2B5EF4-FFF2-40B4-BE49-F238E27FC236}">
                    <a16:creationId xmlns:a16="http://schemas.microsoft.com/office/drawing/2014/main" id="{539FB070-B333-9846-0EA0-E0C08F52853D}"/>
                  </a:ext>
                </a:extLst>
              </p:cNvPr>
              <p:cNvPicPr/>
              <p:nvPr/>
            </p:nvPicPr>
            <p:blipFill>
              <a:blip r:embed="rId23"/>
              <a:stretch>
                <a:fillRect/>
              </a:stretch>
            </p:blipFill>
            <p:spPr>
              <a:xfrm>
                <a:off x="3451425" y="925935"/>
                <a:ext cx="7812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8D03701F-11F0-1AB1-7541-5B94F0F350FD}"/>
                  </a:ext>
                </a:extLst>
              </p14:cNvPr>
              <p14:cNvContentPartPr/>
              <p14:nvPr/>
            </p14:nvContentPartPr>
            <p14:xfrm>
              <a:off x="3465465" y="869415"/>
              <a:ext cx="290520" cy="255960"/>
            </p14:xfrm>
          </p:contentPart>
        </mc:Choice>
        <mc:Fallback xmlns="">
          <p:pic>
            <p:nvPicPr>
              <p:cNvPr id="14" name="Ink 13">
                <a:extLst>
                  <a:ext uri="{FF2B5EF4-FFF2-40B4-BE49-F238E27FC236}">
                    <a16:creationId xmlns:a16="http://schemas.microsoft.com/office/drawing/2014/main" id="{8D03701F-11F0-1AB1-7541-5B94F0F350FD}"/>
                  </a:ext>
                </a:extLst>
              </p:cNvPr>
              <p:cNvPicPr/>
              <p:nvPr/>
            </p:nvPicPr>
            <p:blipFill>
              <a:blip r:embed="rId25"/>
              <a:stretch>
                <a:fillRect/>
              </a:stretch>
            </p:blipFill>
            <p:spPr>
              <a:xfrm>
                <a:off x="3459345" y="863295"/>
                <a:ext cx="3027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AC79A9A9-82CA-FC1D-5B92-1BC99E557BA2}"/>
                  </a:ext>
                </a:extLst>
              </p14:cNvPr>
              <p14:cNvContentPartPr/>
              <p14:nvPr/>
            </p14:nvContentPartPr>
            <p14:xfrm>
              <a:off x="4020945" y="389175"/>
              <a:ext cx="472320" cy="54720"/>
            </p14:xfrm>
          </p:contentPart>
        </mc:Choice>
        <mc:Fallback xmlns="">
          <p:pic>
            <p:nvPicPr>
              <p:cNvPr id="16" name="Ink 15">
                <a:extLst>
                  <a:ext uri="{FF2B5EF4-FFF2-40B4-BE49-F238E27FC236}">
                    <a16:creationId xmlns:a16="http://schemas.microsoft.com/office/drawing/2014/main" id="{AC79A9A9-82CA-FC1D-5B92-1BC99E557BA2}"/>
                  </a:ext>
                </a:extLst>
              </p:cNvPr>
              <p:cNvPicPr/>
              <p:nvPr/>
            </p:nvPicPr>
            <p:blipFill>
              <a:blip r:embed="rId27"/>
              <a:stretch>
                <a:fillRect/>
              </a:stretch>
            </p:blipFill>
            <p:spPr>
              <a:xfrm>
                <a:off x="4014825" y="383055"/>
                <a:ext cx="4845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F5F38309-3D7C-71D0-E0DD-F52952C7BE89}"/>
                  </a:ext>
                </a:extLst>
              </p14:cNvPr>
              <p14:cNvContentPartPr/>
              <p14:nvPr/>
            </p14:nvContentPartPr>
            <p14:xfrm>
              <a:off x="4002585" y="434895"/>
              <a:ext cx="201600" cy="123840"/>
            </p14:xfrm>
          </p:contentPart>
        </mc:Choice>
        <mc:Fallback xmlns="">
          <p:pic>
            <p:nvPicPr>
              <p:cNvPr id="17" name="Ink 16">
                <a:extLst>
                  <a:ext uri="{FF2B5EF4-FFF2-40B4-BE49-F238E27FC236}">
                    <a16:creationId xmlns:a16="http://schemas.microsoft.com/office/drawing/2014/main" id="{F5F38309-3D7C-71D0-E0DD-F52952C7BE89}"/>
                  </a:ext>
                </a:extLst>
              </p:cNvPr>
              <p:cNvPicPr/>
              <p:nvPr/>
            </p:nvPicPr>
            <p:blipFill>
              <a:blip r:embed="rId29"/>
              <a:stretch>
                <a:fillRect/>
              </a:stretch>
            </p:blipFill>
            <p:spPr>
              <a:xfrm>
                <a:off x="3996465" y="428775"/>
                <a:ext cx="2138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F9C1D14C-6A4F-61D3-84FB-E3077B89D83C}"/>
                  </a:ext>
                </a:extLst>
              </p14:cNvPr>
              <p14:cNvContentPartPr/>
              <p14:nvPr/>
            </p14:nvContentPartPr>
            <p14:xfrm>
              <a:off x="3995745" y="555135"/>
              <a:ext cx="480600" cy="305280"/>
            </p14:xfrm>
          </p:contentPart>
        </mc:Choice>
        <mc:Fallback xmlns="">
          <p:pic>
            <p:nvPicPr>
              <p:cNvPr id="18" name="Ink 17">
                <a:extLst>
                  <a:ext uri="{FF2B5EF4-FFF2-40B4-BE49-F238E27FC236}">
                    <a16:creationId xmlns:a16="http://schemas.microsoft.com/office/drawing/2014/main" id="{F9C1D14C-6A4F-61D3-84FB-E3077B89D83C}"/>
                  </a:ext>
                </a:extLst>
              </p:cNvPr>
              <p:cNvPicPr/>
              <p:nvPr/>
            </p:nvPicPr>
            <p:blipFill>
              <a:blip r:embed="rId31"/>
              <a:stretch>
                <a:fillRect/>
              </a:stretch>
            </p:blipFill>
            <p:spPr>
              <a:xfrm>
                <a:off x="3989625" y="549015"/>
                <a:ext cx="49284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AB0014D6-20D4-BEDE-DC9D-CFF31DF5EC9B}"/>
                  </a:ext>
                </a:extLst>
              </p14:cNvPr>
              <p14:cNvContentPartPr/>
              <p14:nvPr/>
            </p14:nvContentPartPr>
            <p14:xfrm>
              <a:off x="4586865" y="13335"/>
              <a:ext cx="467640" cy="1126440"/>
            </p14:xfrm>
          </p:contentPart>
        </mc:Choice>
        <mc:Fallback xmlns="">
          <p:pic>
            <p:nvPicPr>
              <p:cNvPr id="20" name="Ink 19">
                <a:extLst>
                  <a:ext uri="{FF2B5EF4-FFF2-40B4-BE49-F238E27FC236}">
                    <a16:creationId xmlns:a16="http://schemas.microsoft.com/office/drawing/2014/main" id="{AB0014D6-20D4-BEDE-DC9D-CFF31DF5EC9B}"/>
                  </a:ext>
                </a:extLst>
              </p:cNvPr>
              <p:cNvPicPr/>
              <p:nvPr/>
            </p:nvPicPr>
            <p:blipFill>
              <a:blip r:embed="rId33"/>
              <a:stretch>
                <a:fillRect/>
              </a:stretch>
            </p:blipFill>
            <p:spPr>
              <a:xfrm>
                <a:off x="4580745" y="7215"/>
                <a:ext cx="479880" cy="1138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94CC908F-2F06-8F00-B36C-C64751C629C6}"/>
                  </a:ext>
                </a:extLst>
              </p14:cNvPr>
              <p14:cNvContentPartPr/>
              <p14:nvPr/>
            </p14:nvContentPartPr>
            <p14:xfrm>
              <a:off x="5048025" y="181095"/>
              <a:ext cx="425880" cy="482760"/>
            </p14:xfrm>
          </p:contentPart>
        </mc:Choice>
        <mc:Fallback xmlns="">
          <p:pic>
            <p:nvPicPr>
              <p:cNvPr id="21" name="Ink 20">
                <a:extLst>
                  <a:ext uri="{FF2B5EF4-FFF2-40B4-BE49-F238E27FC236}">
                    <a16:creationId xmlns:a16="http://schemas.microsoft.com/office/drawing/2014/main" id="{94CC908F-2F06-8F00-B36C-C64751C629C6}"/>
                  </a:ext>
                </a:extLst>
              </p:cNvPr>
              <p:cNvPicPr/>
              <p:nvPr/>
            </p:nvPicPr>
            <p:blipFill>
              <a:blip r:embed="rId35"/>
              <a:stretch>
                <a:fillRect/>
              </a:stretch>
            </p:blipFill>
            <p:spPr>
              <a:xfrm>
                <a:off x="5041905" y="174975"/>
                <a:ext cx="438120" cy="495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BBBBFB93-6C4C-DC52-A494-571FDCFDF9BC}"/>
                  </a:ext>
                </a:extLst>
              </p14:cNvPr>
              <p14:cNvContentPartPr/>
              <p14:nvPr/>
            </p14:nvContentPartPr>
            <p14:xfrm>
              <a:off x="5548425" y="289815"/>
              <a:ext cx="169920" cy="370080"/>
            </p14:xfrm>
          </p:contentPart>
        </mc:Choice>
        <mc:Fallback xmlns="">
          <p:pic>
            <p:nvPicPr>
              <p:cNvPr id="23" name="Ink 22">
                <a:extLst>
                  <a:ext uri="{FF2B5EF4-FFF2-40B4-BE49-F238E27FC236}">
                    <a16:creationId xmlns:a16="http://schemas.microsoft.com/office/drawing/2014/main" id="{BBBBFB93-6C4C-DC52-A494-571FDCFDF9BC}"/>
                  </a:ext>
                </a:extLst>
              </p:cNvPr>
              <p:cNvPicPr/>
              <p:nvPr/>
            </p:nvPicPr>
            <p:blipFill>
              <a:blip r:embed="rId37"/>
              <a:stretch>
                <a:fillRect/>
              </a:stretch>
            </p:blipFill>
            <p:spPr>
              <a:xfrm>
                <a:off x="5542305" y="283695"/>
                <a:ext cx="18216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BC1AF14F-E30F-DC8F-8B78-17CEA27728A1}"/>
                  </a:ext>
                </a:extLst>
              </p14:cNvPr>
              <p14:cNvContentPartPr/>
              <p14:nvPr/>
            </p14:nvContentPartPr>
            <p14:xfrm>
              <a:off x="5869185" y="357135"/>
              <a:ext cx="336240" cy="194760"/>
            </p14:xfrm>
          </p:contentPart>
        </mc:Choice>
        <mc:Fallback xmlns="">
          <p:pic>
            <p:nvPicPr>
              <p:cNvPr id="24" name="Ink 23">
                <a:extLst>
                  <a:ext uri="{FF2B5EF4-FFF2-40B4-BE49-F238E27FC236}">
                    <a16:creationId xmlns:a16="http://schemas.microsoft.com/office/drawing/2014/main" id="{BC1AF14F-E30F-DC8F-8B78-17CEA27728A1}"/>
                  </a:ext>
                </a:extLst>
              </p:cNvPr>
              <p:cNvPicPr/>
              <p:nvPr/>
            </p:nvPicPr>
            <p:blipFill>
              <a:blip r:embed="rId39"/>
              <a:stretch>
                <a:fillRect/>
              </a:stretch>
            </p:blipFill>
            <p:spPr>
              <a:xfrm>
                <a:off x="5863065" y="351015"/>
                <a:ext cx="34848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9C3B50E8-26B9-2648-8AFF-A4A7EF853C9C}"/>
                  </a:ext>
                </a:extLst>
              </p14:cNvPr>
              <p14:cNvContentPartPr/>
              <p14:nvPr/>
            </p14:nvContentPartPr>
            <p14:xfrm>
              <a:off x="5896545" y="325815"/>
              <a:ext cx="15120" cy="4320"/>
            </p14:xfrm>
          </p:contentPart>
        </mc:Choice>
        <mc:Fallback xmlns="">
          <p:pic>
            <p:nvPicPr>
              <p:cNvPr id="25" name="Ink 24">
                <a:extLst>
                  <a:ext uri="{FF2B5EF4-FFF2-40B4-BE49-F238E27FC236}">
                    <a16:creationId xmlns:a16="http://schemas.microsoft.com/office/drawing/2014/main" id="{9C3B50E8-26B9-2648-8AFF-A4A7EF853C9C}"/>
                  </a:ext>
                </a:extLst>
              </p:cNvPr>
              <p:cNvPicPr/>
              <p:nvPr/>
            </p:nvPicPr>
            <p:blipFill>
              <a:blip r:embed="rId41"/>
              <a:stretch>
                <a:fillRect/>
              </a:stretch>
            </p:blipFill>
            <p:spPr>
              <a:xfrm>
                <a:off x="5890425" y="319695"/>
                <a:ext cx="2736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26F26F4A-C175-D3DE-6CE9-F7AEC9CF8CA7}"/>
                  </a:ext>
                </a:extLst>
              </p14:cNvPr>
              <p14:cNvContentPartPr/>
              <p14:nvPr/>
            </p14:nvContentPartPr>
            <p14:xfrm>
              <a:off x="6216585" y="253815"/>
              <a:ext cx="74520" cy="131040"/>
            </p14:xfrm>
          </p:contentPart>
        </mc:Choice>
        <mc:Fallback xmlns="">
          <p:pic>
            <p:nvPicPr>
              <p:cNvPr id="26" name="Ink 25">
                <a:extLst>
                  <a:ext uri="{FF2B5EF4-FFF2-40B4-BE49-F238E27FC236}">
                    <a16:creationId xmlns:a16="http://schemas.microsoft.com/office/drawing/2014/main" id="{26F26F4A-C175-D3DE-6CE9-F7AEC9CF8CA7}"/>
                  </a:ext>
                </a:extLst>
              </p:cNvPr>
              <p:cNvPicPr/>
              <p:nvPr/>
            </p:nvPicPr>
            <p:blipFill>
              <a:blip r:embed="rId43"/>
              <a:stretch>
                <a:fillRect/>
              </a:stretch>
            </p:blipFill>
            <p:spPr>
              <a:xfrm>
                <a:off x="6210465" y="247695"/>
                <a:ext cx="867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6CD9E607-6F83-241F-C4ED-35BF69443389}"/>
                  </a:ext>
                </a:extLst>
              </p14:cNvPr>
              <p14:cNvContentPartPr/>
              <p14:nvPr/>
            </p14:nvContentPartPr>
            <p14:xfrm>
              <a:off x="6340065" y="162375"/>
              <a:ext cx="21960" cy="39600"/>
            </p14:xfrm>
          </p:contentPart>
        </mc:Choice>
        <mc:Fallback xmlns="">
          <p:pic>
            <p:nvPicPr>
              <p:cNvPr id="27" name="Ink 26">
                <a:extLst>
                  <a:ext uri="{FF2B5EF4-FFF2-40B4-BE49-F238E27FC236}">
                    <a16:creationId xmlns:a16="http://schemas.microsoft.com/office/drawing/2014/main" id="{6CD9E607-6F83-241F-C4ED-35BF69443389}"/>
                  </a:ext>
                </a:extLst>
              </p:cNvPr>
              <p:cNvPicPr/>
              <p:nvPr/>
            </p:nvPicPr>
            <p:blipFill>
              <a:blip r:embed="rId45"/>
              <a:stretch>
                <a:fillRect/>
              </a:stretch>
            </p:blipFill>
            <p:spPr>
              <a:xfrm>
                <a:off x="6333945" y="156255"/>
                <a:ext cx="342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FD46290E-3911-E85E-1C7F-1899458CCB93}"/>
                  </a:ext>
                </a:extLst>
              </p14:cNvPr>
              <p14:cNvContentPartPr/>
              <p14:nvPr/>
            </p14:nvContentPartPr>
            <p14:xfrm>
              <a:off x="6067905" y="181095"/>
              <a:ext cx="71280" cy="216360"/>
            </p14:xfrm>
          </p:contentPart>
        </mc:Choice>
        <mc:Fallback xmlns="">
          <p:pic>
            <p:nvPicPr>
              <p:cNvPr id="28" name="Ink 27">
                <a:extLst>
                  <a:ext uri="{FF2B5EF4-FFF2-40B4-BE49-F238E27FC236}">
                    <a16:creationId xmlns:a16="http://schemas.microsoft.com/office/drawing/2014/main" id="{FD46290E-3911-E85E-1C7F-1899458CCB93}"/>
                  </a:ext>
                </a:extLst>
              </p:cNvPr>
              <p:cNvPicPr/>
              <p:nvPr/>
            </p:nvPicPr>
            <p:blipFill>
              <a:blip r:embed="rId47"/>
              <a:stretch>
                <a:fillRect/>
              </a:stretch>
            </p:blipFill>
            <p:spPr>
              <a:xfrm>
                <a:off x="6061785" y="174975"/>
                <a:ext cx="835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3D852266-63BB-EC91-C10B-13CB85A5F180}"/>
                  </a:ext>
                </a:extLst>
              </p14:cNvPr>
              <p14:cNvContentPartPr/>
              <p14:nvPr/>
            </p14:nvContentPartPr>
            <p14:xfrm>
              <a:off x="6417825" y="156615"/>
              <a:ext cx="86760" cy="240480"/>
            </p14:xfrm>
          </p:contentPart>
        </mc:Choice>
        <mc:Fallback xmlns="">
          <p:pic>
            <p:nvPicPr>
              <p:cNvPr id="29" name="Ink 28">
                <a:extLst>
                  <a:ext uri="{FF2B5EF4-FFF2-40B4-BE49-F238E27FC236}">
                    <a16:creationId xmlns:a16="http://schemas.microsoft.com/office/drawing/2014/main" id="{3D852266-63BB-EC91-C10B-13CB85A5F180}"/>
                  </a:ext>
                </a:extLst>
              </p:cNvPr>
              <p:cNvPicPr/>
              <p:nvPr/>
            </p:nvPicPr>
            <p:blipFill>
              <a:blip r:embed="rId49"/>
              <a:stretch>
                <a:fillRect/>
              </a:stretch>
            </p:blipFill>
            <p:spPr>
              <a:xfrm>
                <a:off x="6411705" y="150495"/>
                <a:ext cx="9900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F9F45FBF-7B6C-53DE-B0B6-A9E69D246903}"/>
                  </a:ext>
                </a:extLst>
              </p14:cNvPr>
              <p14:cNvContentPartPr/>
              <p14:nvPr/>
            </p14:nvContentPartPr>
            <p14:xfrm>
              <a:off x="5811945" y="330135"/>
              <a:ext cx="126360" cy="273960"/>
            </p14:xfrm>
          </p:contentPart>
        </mc:Choice>
        <mc:Fallback xmlns="">
          <p:pic>
            <p:nvPicPr>
              <p:cNvPr id="31" name="Ink 30">
                <a:extLst>
                  <a:ext uri="{FF2B5EF4-FFF2-40B4-BE49-F238E27FC236}">
                    <a16:creationId xmlns:a16="http://schemas.microsoft.com/office/drawing/2014/main" id="{F9F45FBF-7B6C-53DE-B0B6-A9E69D246903}"/>
                  </a:ext>
                </a:extLst>
              </p:cNvPr>
              <p:cNvPicPr/>
              <p:nvPr/>
            </p:nvPicPr>
            <p:blipFill>
              <a:blip r:embed="rId51"/>
              <a:stretch>
                <a:fillRect/>
              </a:stretch>
            </p:blipFill>
            <p:spPr>
              <a:xfrm>
                <a:off x="5805825" y="324015"/>
                <a:ext cx="13860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EC577AB5-0ED2-1FF2-8AC5-8FA94CD0920D}"/>
                  </a:ext>
                </a:extLst>
              </p14:cNvPr>
              <p14:cNvContentPartPr/>
              <p14:nvPr/>
            </p14:nvContentPartPr>
            <p14:xfrm>
              <a:off x="6102465" y="404295"/>
              <a:ext cx="150120" cy="308880"/>
            </p14:xfrm>
          </p:contentPart>
        </mc:Choice>
        <mc:Fallback xmlns="">
          <p:pic>
            <p:nvPicPr>
              <p:cNvPr id="32" name="Ink 31">
                <a:extLst>
                  <a:ext uri="{FF2B5EF4-FFF2-40B4-BE49-F238E27FC236}">
                    <a16:creationId xmlns:a16="http://schemas.microsoft.com/office/drawing/2014/main" id="{EC577AB5-0ED2-1FF2-8AC5-8FA94CD0920D}"/>
                  </a:ext>
                </a:extLst>
              </p:cNvPr>
              <p:cNvPicPr/>
              <p:nvPr/>
            </p:nvPicPr>
            <p:blipFill>
              <a:blip r:embed="rId53"/>
              <a:stretch>
                <a:fillRect/>
              </a:stretch>
            </p:blipFill>
            <p:spPr>
              <a:xfrm>
                <a:off x="6096345" y="398175"/>
                <a:ext cx="16236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5BF35211-7769-8DAB-8540-01011FF32429}"/>
                  </a:ext>
                </a:extLst>
              </p14:cNvPr>
              <p14:cNvContentPartPr/>
              <p14:nvPr/>
            </p14:nvContentPartPr>
            <p14:xfrm>
              <a:off x="6674865" y="572775"/>
              <a:ext cx="520560" cy="25200"/>
            </p14:xfrm>
          </p:contentPart>
        </mc:Choice>
        <mc:Fallback xmlns="">
          <p:pic>
            <p:nvPicPr>
              <p:cNvPr id="34" name="Ink 33">
                <a:extLst>
                  <a:ext uri="{FF2B5EF4-FFF2-40B4-BE49-F238E27FC236}">
                    <a16:creationId xmlns:a16="http://schemas.microsoft.com/office/drawing/2014/main" id="{5BF35211-7769-8DAB-8540-01011FF32429}"/>
                  </a:ext>
                </a:extLst>
              </p:cNvPr>
              <p:cNvPicPr/>
              <p:nvPr/>
            </p:nvPicPr>
            <p:blipFill>
              <a:blip r:embed="rId55"/>
              <a:stretch>
                <a:fillRect/>
              </a:stretch>
            </p:blipFill>
            <p:spPr>
              <a:xfrm>
                <a:off x="6668745" y="566655"/>
                <a:ext cx="5328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4A551F5D-844C-0334-F114-499950E7C1E3}"/>
                  </a:ext>
                </a:extLst>
              </p14:cNvPr>
              <p14:cNvContentPartPr/>
              <p14:nvPr/>
            </p14:nvContentPartPr>
            <p14:xfrm>
              <a:off x="7319265" y="366135"/>
              <a:ext cx="457560" cy="831240"/>
            </p14:xfrm>
          </p:contentPart>
        </mc:Choice>
        <mc:Fallback xmlns="">
          <p:pic>
            <p:nvPicPr>
              <p:cNvPr id="35" name="Ink 34">
                <a:extLst>
                  <a:ext uri="{FF2B5EF4-FFF2-40B4-BE49-F238E27FC236}">
                    <a16:creationId xmlns:a16="http://schemas.microsoft.com/office/drawing/2014/main" id="{4A551F5D-844C-0334-F114-499950E7C1E3}"/>
                  </a:ext>
                </a:extLst>
              </p:cNvPr>
              <p:cNvPicPr/>
              <p:nvPr/>
            </p:nvPicPr>
            <p:blipFill>
              <a:blip r:embed="rId57"/>
              <a:stretch>
                <a:fillRect/>
              </a:stretch>
            </p:blipFill>
            <p:spPr>
              <a:xfrm>
                <a:off x="7313145" y="360015"/>
                <a:ext cx="469800" cy="843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24BF896E-2182-3E92-913B-C3C91059BAF0}"/>
                  </a:ext>
                </a:extLst>
              </p14:cNvPr>
              <p14:cNvContentPartPr/>
              <p14:nvPr/>
            </p14:nvContentPartPr>
            <p14:xfrm>
              <a:off x="8009745" y="245895"/>
              <a:ext cx="88560" cy="162000"/>
            </p14:xfrm>
          </p:contentPart>
        </mc:Choice>
        <mc:Fallback xmlns="">
          <p:pic>
            <p:nvPicPr>
              <p:cNvPr id="36" name="Ink 35">
                <a:extLst>
                  <a:ext uri="{FF2B5EF4-FFF2-40B4-BE49-F238E27FC236}">
                    <a16:creationId xmlns:a16="http://schemas.microsoft.com/office/drawing/2014/main" id="{24BF896E-2182-3E92-913B-C3C91059BAF0}"/>
                  </a:ext>
                </a:extLst>
              </p:cNvPr>
              <p:cNvPicPr/>
              <p:nvPr/>
            </p:nvPicPr>
            <p:blipFill>
              <a:blip r:embed="rId59"/>
              <a:stretch>
                <a:fillRect/>
              </a:stretch>
            </p:blipFill>
            <p:spPr>
              <a:xfrm>
                <a:off x="8003625" y="239775"/>
                <a:ext cx="1008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D8341FC5-AA2A-92F2-1820-49706C296B08}"/>
                  </a:ext>
                </a:extLst>
              </p14:cNvPr>
              <p14:cNvContentPartPr/>
              <p14:nvPr/>
            </p14:nvContentPartPr>
            <p14:xfrm>
              <a:off x="8094705" y="43215"/>
              <a:ext cx="40320" cy="35280"/>
            </p14:xfrm>
          </p:contentPart>
        </mc:Choice>
        <mc:Fallback xmlns="">
          <p:pic>
            <p:nvPicPr>
              <p:cNvPr id="37" name="Ink 36">
                <a:extLst>
                  <a:ext uri="{FF2B5EF4-FFF2-40B4-BE49-F238E27FC236}">
                    <a16:creationId xmlns:a16="http://schemas.microsoft.com/office/drawing/2014/main" id="{D8341FC5-AA2A-92F2-1820-49706C296B08}"/>
                  </a:ext>
                </a:extLst>
              </p:cNvPr>
              <p:cNvPicPr/>
              <p:nvPr/>
            </p:nvPicPr>
            <p:blipFill>
              <a:blip r:embed="rId61"/>
              <a:stretch>
                <a:fillRect/>
              </a:stretch>
            </p:blipFill>
            <p:spPr>
              <a:xfrm>
                <a:off x="8088585" y="37095"/>
                <a:ext cx="525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97B8B818-A31D-D8BB-A8CA-D496E44B419E}"/>
                  </a:ext>
                </a:extLst>
              </p14:cNvPr>
              <p14:cNvContentPartPr/>
              <p14:nvPr/>
            </p14:nvContentPartPr>
            <p14:xfrm>
              <a:off x="7809945" y="273615"/>
              <a:ext cx="163800" cy="138240"/>
            </p14:xfrm>
          </p:contentPart>
        </mc:Choice>
        <mc:Fallback xmlns="">
          <p:pic>
            <p:nvPicPr>
              <p:cNvPr id="38" name="Ink 37">
                <a:extLst>
                  <a:ext uri="{FF2B5EF4-FFF2-40B4-BE49-F238E27FC236}">
                    <a16:creationId xmlns:a16="http://schemas.microsoft.com/office/drawing/2014/main" id="{97B8B818-A31D-D8BB-A8CA-D496E44B419E}"/>
                  </a:ext>
                </a:extLst>
              </p:cNvPr>
              <p:cNvPicPr/>
              <p:nvPr/>
            </p:nvPicPr>
            <p:blipFill>
              <a:blip r:embed="rId63"/>
              <a:stretch>
                <a:fillRect/>
              </a:stretch>
            </p:blipFill>
            <p:spPr>
              <a:xfrm>
                <a:off x="7803825" y="267495"/>
                <a:ext cx="17604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3C49381C-7EBD-92FF-E3E9-220FFE23A8C6}"/>
                  </a:ext>
                </a:extLst>
              </p14:cNvPr>
              <p14:cNvContentPartPr/>
              <p14:nvPr/>
            </p14:nvContentPartPr>
            <p14:xfrm>
              <a:off x="8048985" y="261375"/>
              <a:ext cx="225360" cy="276840"/>
            </p14:xfrm>
          </p:contentPart>
        </mc:Choice>
        <mc:Fallback xmlns="">
          <p:pic>
            <p:nvPicPr>
              <p:cNvPr id="39" name="Ink 38">
                <a:extLst>
                  <a:ext uri="{FF2B5EF4-FFF2-40B4-BE49-F238E27FC236}">
                    <a16:creationId xmlns:a16="http://schemas.microsoft.com/office/drawing/2014/main" id="{3C49381C-7EBD-92FF-E3E9-220FFE23A8C6}"/>
                  </a:ext>
                </a:extLst>
              </p:cNvPr>
              <p:cNvPicPr/>
              <p:nvPr/>
            </p:nvPicPr>
            <p:blipFill>
              <a:blip r:embed="rId65"/>
              <a:stretch>
                <a:fillRect/>
              </a:stretch>
            </p:blipFill>
            <p:spPr>
              <a:xfrm>
                <a:off x="8042865" y="255255"/>
                <a:ext cx="23760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407F2F2A-D4E7-ECEC-F6B4-85432265B6E0}"/>
                  </a:ext>
                </a:extLst>
              </p14:cNvPr>
              <p14:cNvContentPartPr/>
              <p14:nvPr/>
            </p14:nvContentPartPr>
            <p14:xfrm>
              <a:off x="8123865" y="77415"/>
              <a:ext cx="579600" cy="1023480"/>
            </p14:xfrm>
          </p:contentPart>
        </mc:Choice>
        <mc:Fallback xmlns="">
          <p:pic>
            <p:nvPicPr>
              <p:cNvPr id="40" name="Ink 39">
                <a:extLst>
                  <a:ext uri="{FF2B5EF4-FFF2-40B4-BE49-F238E27FC236}">
                    <a16:creationId xmlns:a16="http://schemas.microsoft.com/office/drawing/2014/main" id="{407F2F2A-D4E7-ECEC-F6B4-85432265B6E0}"/>
                  </a:ext>
                </a:extLst>
              </p:cNvPr>
              <p:cNvPicPr/>
              <p:nvPr/>
            </p:nvPicPr>
            <p:blipFill>
              <a:blip r:embed="rId67"/>
              <a:stretch>
                <a:fillRect/>
              </a:stretch>
            </p:blipFill>
            <p:spPr>
              <a:xfrm>
                <a:off x="8117745" y="71295"/>
                <a:ext cx="591840" cy="10357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2701AB3E-CF1A-1C6D-42DA-A057AB8FF7A0}"/>
                  </a:ext>
                </a:extLst>
              </p14:cNvPr>
              <p14:cNvContentPartPr/>
              <p14:nvPr/>
            </p14:nvContentPartPr>
            <p14:xfrm>
              <a:off x="9015585" y="38895"/>
              <a:ext cx="133200" cy="213120"/>
            </p14:xfrm>
          </p:contentPart>
        </mc:Choice>
        <mc:Fallback xmlns="">
          <p:pic>
            <p:nvPicPr>
              <p:cNvPr id="41" name="Ink 40">
                <a:extLst>
                  <a:ext uri="{FF2B5EF4-FFF2-40B4-BE49-F238E27FC236}">
                    <a16:creationId xmlns:a16="http://schemas.microsoft.com/office/drawing/2014/main" id="{2701AB3E-CF1A-1C6D-42DA-A057AB8FF7A0}"/>
                  </a:ext>
                </a:extLst>
              </p:cNvPr>
              <p:cNvPicPr/>
              <p:nvPr/>
            </p:nvPicPr>
            <p:blipFill>
              <a:blip r:embed="rId69"/>
              <a:stretch>
                <a:fillRect/>
              </a:stretch>
            </p:blipFill>
            <p:spPr>
              <a:xfrm>
                <a:off x="9009465" y="32775"/>
                <a:ext cx="14544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B953A499-225C-12B9-38CE-E73ABA080855}"/>
                  </a:ext>
                </a:extLst>
              </p14:cNvPr>
              <p14:cNvContentPartPr/>
              <p14:nvPr/>
            </p14:nvContentPartPr>
            <p14:xfrm>
              <a:off x="8720025" y="661695"/>
              <a:ext cx="497520" cy="39960"/>
            </p14:xfrm>
          </p:contentPart>
        </mc:Choice>
        <mc:Fallback xmlns="">
          <p:pic>
            <p:nvPicPr>
              <p:cNvPr id="43" name="Ink 42">
                <a:extLst>
                  <a:ext uri="{FF2B5EF4-FFF2-40B4-BE49-F238E27FC236}">
                    <a16:creationId xmlns:a16="http://schemas.microsoft.com/office/drawing/2014/main" id="{B953A499-225C-12B9-38CE-E73ABA080855}"/>
                  </a:ext>
                </a:extLst>
              </p:cNvPr>
              <p:cNvPicPr/>
              <p:nvPr/>
            </p:nvPicPr>
            <p:blipFill>
              <a:blip r:embed="rId71"/>
              <a:stretch>
                <a:fillRect/>
              </a:stretch>
            </p:blipFill>
            <p:spPr>
              <a:xfrm>
                <a:off x="8713905" y="655575"/>
                <a:ext cx="50976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F0DA88C7-86B4-30F7-F143-5904E9749267}"/>
                  </a:ext>
                </a:extLst>
              </p14:cNvPr>
              <p14:cNvContentPartPr/>
              <p14:nvPr/>
            </p14:nvContentPartPr>
            <p14:xfrm>
              <a:off x="8952225" y="581775"/>
              <a:ext cx="99360" cy="255960"/>
            </p14:xfrm>
          </p:contentPart>
        </mc:Choice>
        <mc:Fallback xmlns="">
          <p:pic>
            <p:nvPicPr>
              <p:cNvPr id="44" name="Ink 43">
                <a:extLst>
                  <a:ext uri="{FF2B5EF4-FFF2-40B4-BE49-F238E27FC236}">
                    <a16:creationId xmlns:a16="http://schemas.microsoft.com/office/drawing/2014/main" id="{F0DA88C7-86B4-30F7-F143-5904E9749267}"/>
                  </a:ext>
                </a:extLst>
              </p:cNvPr>
              <p:cNvPicPr/>
              <p:nvPr/>
            </p:nvPicPr>
            <p:blipFill>
              <a:blip r:embed="rId73"/>
              <a:stretch>
                <a:fillRect/>
              </a:stretch>
            </p:blipFill>
            <p:spPr>
              <a:xfrm>
                <a:off x="8946105" y="575655"/>
                <a:ext cx="11160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44DB50C2-6224-7DD3-25CF-79068B4CBDB0}"/>
                  </a:ext>
                </a:extLst>
              </p14:cNvPr>
              <p14:cNvContentPartPr/>
              <p14:nvPr/>
            </p14:nvContentPartPr>
            <p14:xfrm>
              <a:off x="9581865" y="403935"/>
              <a:ext cx="575280" cy="501480"/>
            </p14:xfrm>
          </p:contentPart>
        </mc:Choice>
        <mc:Fallback xmlns="">
          <p:pic>
            <p:nvPicPr>
              <p:cNvPr id="45" name="Ink 44">
                <a:extLst>
                  <a:ext uri="{FF2B5EF4-FFF2-40B4-BE49-F238E27FC236}">
                    <a16:creationId xmlns:a16="http://schemas.microsoft.com/office/drawing/2014/main" id="{44DB50C2-6224-7DD3-25CF-79068B4CBDB0}"/>
                  </a:ext>
                </a:extLst>
              </p:cNvPr>
              <p:cNvPicPr/>
              <p:nvPr/>
            </p:nvPicPr>
            <p:blipFill>
              <a:blip r:embed="rId75"/>
              <a:stretch>
                <a:fillRect/>
              </a:stretch>
            </p:blipFill>
            <p:spPr>
              <a:xfrm>
                <a:off x="9575745" y="397815"/>
                <a:ext cx="58752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FAD6ABA7-7E2A-1AF7-FE90-0408AF9ED3BE}"/>
                  </a:ext>
                </a:extLst>
              </p14:cNvPr>
              <p14:cNvContentPartPr/>
              <p14:nvPr/>
            </p14:nvContentPartPr>
            <p14:xfrm>
              <a:off x="9413745" y="579615"/>
              <a:ext cx="230760" cy="453600"/>
            </p14:xfrm>
          </p:contentPart>
        </mc:Choice>
        <mc:Fallback xmlns="">
          <p:pic>
            <p:nvPicPr>
              <p:cNvPr id="46" name="Ink 45">
                <a:extLst>
                  <a:ext uri="{FF2B5EF4-FFF2-40B4-BE49-F238E27FC236}">
                    <a16:creationId xmlns:a16="http://schemas.microsoft.com/office/drawing/2014/main" id="{FAD6ABA7-7E2A-1AF7-FE90-0408AF9ED3BE}"/>
                  </a:ext>
                </a:extLst>
              </p:cNvPr>
              <p:cNvPicPr/>
              <p:nvPr/>
            </p:nvPicPr>
            <p:blipFill>
              <a:blip r:embed="rId77"/>
              <a:stretch>
                <a:fillRect/>
              </a:stretch>
            </p:blipFill>
            <p:spPr>
              <a:xfrm>
                <a:off x="9407625" y="573495"/>
                <a:ext cx="243000" cy="4658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1" name="Ink 90">
                <a:extLst>
                  <a:ext uri="{FF2B5EF4-FFF2-40B4-BE49-F238E27FC236}">
                    <a16:creationId xmlns:a16="http://schemas.microsoft.com/office/drawing/2014/main" id="{BCB8F25C-8B09-2FA0-1EA0-D298832899A4}"/>
                  </a:ext>
                </a:extLst>
              </p14:cNvPr>
              <p14:cNvContentPartPr/>
              <p14:nvPr/>
            </p14:nvContentPartPr>
            <p14:xfrm>
              <a:off x="4801785" y="1383495"/>
              <a:ext cx="592200" cy="731880"/>
            </p14:xfrm>
          </p:contentPart>
        </mc:Choice>
        <mc:Fallback xmlns="">
          <p:pic>
            <p:nvPicPr>
              <p:cNvPr id="91" name="Ink 90">
                <a:extLst>
                  <a:ext uri="{FF2B5EF4-FFF2-40B4-BE49-F238E27FC236}">
                    <a16:creationId xmlns:a16="http://schemas.microsoft.com/office/drawing/2014/main" id="{BCB8F25C-8B09-2FA0-1EA0-D298832899A4}"/>
                  </a:ext>
                </a:extLst>
              </p:cNvPr>
              <p:cNvPicPr/>
              <p:nvPr/>
            </p:nvPicPr>
            <p:blipFill>
              <a:blip r:embed="rId79"/>
              <a:stretch>
                <a:fillRect/>
              </a:stretch>
            </p:blipFill>
            <p:spPr>
              <a:xfrm>
                <a:off x="4795665" y="1377375"/>
                <a:ext cx="604440" cy="7441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96" name="Ink 95">
                <a:extLst>
                  <a:ext uri="{FF2B5EF4-FFF2-40B4-BE49-F238E27FC236}">
                    <a16:creationId xmlns:a16="http://schemas.microsoft.com/office/drawing/2014/main" id="{85149A24-86B3-9D62-A1C9-9754D4758104}"/>
                  </a:ext>
                </a:extLst>
              </p14:cNvPr>
              <p14:cNvContentPartPr/>
              <p14:nvPr/>
            </p14:nvContentPartPr>
            <p14:xfrm>
              <a:off x="7765305" y="1585095"/>
              <a:ext cx="200520" cy="63000"/>
            </p14:xfrm>
          </p:contentPart>
        </mc:Choice>
        <mc:Fallback xmlns="">
          <p:pic>
            <p:nvPicPr>
              <p:cNvPr id="96" name="Ink 95">
                <a:extLst>
                  <a:ext uri="{FF2B5EF4-FFF2-40B4-BE49-F238E27FC236}">
                    <a16:creationId xmlns:a16="http://schemas.microsoft.com/office/drawing/2014/main" id="{85149A24-86B3-9D62-A1C9-9754D4758104}"/>
                  </a:ext>
                </a:extLst>
              </p:cNvPr>
              <p:cNvPicPr/>
              <p:nvPr/>
            </p:nvPicPr>
            <p:blipFill>
              <a:blip r:embed="rId81"/>
              <a:stretch>
                <a:fillRect/>
              </a:stretch>
            </p:blipFill>
            <p:spPr>
              <a:xfrm>
                <a:off x="7759185" y="1578975"/>
                <a:ext cx="21276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7" name="Ink 96">
                <a:extLst>
                  <a:ext uri="{FF2B5EF4-FFF2-40B4-BE49-F238E27FC236}">
                    <a16:creationId xmlns:a16="http://schemas.microsoft.com/office/drawing/2014/main" id="{13E928A1-160E-8244-99AF-46B47C6C3A3F}"/>
                  </a:ext>
                </a:extLst>
              </p14:cNvPr>
              <p14:cNvContentPartPr/>
              <p14:nvPr/>
            </p14:nvContentPartPr>
            <p14:xfrm>
              <a:off x="7791585" y="1821615"/>
              <a:ext cx="213120" cy="39600"/>
            </p14:xfrm>
          </p:contentPart>
        </mc:Choice>
        <mc:Fallback xmlns="">
          <p:pic>
            <p:nvPicPr>
              <p:cNvPr id="97" name="Ink 96">
                <a:extLst>
                  <a:ext uri="{FF2B5EF4-FFF2-40B4-BE49-F238E27FC236}">
                    <a16:creationId xmlns:a16="http://schemas.microsoft.com/office/drawing/2014/main" id="{13E928A1-160E-8244-99AF-46B47C6C3A3F}"/>
                  </a:ext>
                </a:extLst>
              </p:cNvPr>
              <p:cNvPicPr/>
              <p:nvPr/>
            </p:nvPicPr>
            <p:blipFill>
              <a:blip r:embed="rId83"/>
              <a:stretch>
                <a:fillRect/>
              </a:stretch>
            </p:blipFill>
            <p:spPr>
              <a:xfrm>
                <a:off x="7785465" y="1815495"/>
                <a:ext cx="225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01" name="Ink 100">
                <a:extLst>
                  <a:ext uri="{FF2B5EF4-FFF2-40B4-BE49-F238E27FC236}">
                    <a16:creationId xmlns:a16="http://schemas.microsoft.com/office/drawing/2014/main" id="{28D021A7-DD9A-CCE6-7AC9-4F67C71BD68C}"/>
                  </a:ext>
                </a:extLst>
              </p14:cNvPr>
              <p14:cNvContentPartPr/>
              <p14:nvPr/>
            </p14:nvContentPartPr>
            <p14:xfrm>
              <a:off x="9324465" y="1648815"/>
              <a:ext cx="380880" cy="44640"/>
            </p14:xfrm>
          </p:contentPart>
        </mc:Choice>
        <mc:Fallback xmlns="">
          <p:pic>
            <p:nvPicPr>
              <p:cNvPr id="101" name="Ink 100">
                <a:extLst>
                  <a:ext uri="{FF2B5EF4-FFF2-40B4-BE49-F238E27FC236}">
                    <a16:creationId xmlns:a16="http://schemas.microsoft.com/office/drawing/2014/main" id="{28D021A7-DD9A-CCE6-7AC9-4F67C71BD68C}"/>
                  </a:ext>
                </a:extLst>
              </p:cNvPr>
              <p:cNvPicPr/>
              <p:nvPr/>
            </p:nvPicPr>
            <p:blipFill>
              <a:blip r:embed="rId85"/>
              <a:stretch>
                <a:fillRect/>
              </a:stretch>
            </p:blipFill>
            <p:spPr>
              <a:xfrm>
                <a:off x="9318345" y="1642695"/>
                <a:ext cx="39312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2" name="Ink 101">
                <a:extLst>
                  <a:ext uri="{FF2B5EF4-FFF2-40B4-BE49-F238E27FC236}">
                    <a16:creationId xmlns:a16="http://schemas.microsoft.com/office/drawing/2014/main" id="{649A66D9-C443-458E-49AC-A19787913E54}"/>
                  </a:ext>
                </a:extLst>
              </p14:cNvPr>
              <p14:cNvContentPartPr/>
              <p14:nvPr/>
            </p14:nvContentPartPr>
            <p14:xfrm>
              <a:off x="9524265" y="1545855"/>
              <a:ext cx="87120" cy="273960"/>
            </p14:xfrm>
          </p:contentPart>
        </mc:Choice>
        <mc:Fallback xmlns="">
          <p:pic>
            <p:nvPicPr>
              <p:cNvPr id="102" name="Ink 101">
                <a:extLst>
                  <a:ext uri="{FF2B5EF4-FFF2-40B4-BE49-F238E27FC236}">
                    <a16:creationId xmlns:a16="http://schemas.microsoft.com/office/drawing/2014/main" id="{649A66D9-C443-458E-49AC-A19787913E54}"/>
                  </a:ext>
                </a:extLst>
              </p:cNvPr>
              <p:cNvPicPr/>
              <p:nvPr/>
            </p:nvPicPr>
            <p:blipFill>
              <a:blip r:embed="rId87"/>
              <a:stretch>
                <a:fillRect/>
              </a:stretch>
            </p:blipFill>
            <p:spPr>
              <a:xfrm>
                <a:off x="9518145" y="1539735"/>
                <a:ext cx="9936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3" name="Ink 102">
                <a:extLst>
                  <a:ext uri="{FF2B5EF4-FFF2-40B4-BE49-F238E27FC236}">
                    <a16:creationId xmlns:a16="http://schemas.microsoft.com/office/drawing/2014/main" id="{9C2508F5-121D-F502-663C-66D3E13795CC}"/>
                  </a:ext>
                </a:extLst>
              </p14:cNvPr>
              <p14:cNvContentPartPr/>
              <p14:nvPr/>
            </p14:nvContentPartPr>
            <p14:xfrm>
              <a:off x="10089465" y="1490055"/>
              <a:ext cx="260640" cy="420480"/>
            </p14:xfrm>
          </p:contentPart>
        </mc:Choice>
        <mc:Fallback xmlns="">
          <p:pic>
            <p:nvPicPr>
              <p:cNvPr id="103" name="Ink 102">
                <a:extLst>
                  <a:ext uri="{FF2B5EF4-FFF2-40B4-BE49-F238E27FC236}">
                    <a16:creationId xmlns:a16="http://schemas.microsoft.com/office/drawing/2014/main" id="{9C2508F5-121D-F502-663C-66D3E13795CC}"/>
                  </a:ext>
                </a:extLst>
              </p:cNvPr>
              <p:cNvPicPr/>
              <p:nvPr/>
            </p:nvPicPr>
            <p:blipFill>
              <a:blip r:embed="rId89"/>
              <a:stretch>
                <a:fillRect/>
              </a:stretch>
            </p:blipFill>
            <p:spPr>
              <a:xfrm>
                <a:off x="10083345" y="1483935"/>
                <a:ext cx="272880" cy="432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6" name="Ink 105">
                <a:extLst>
                  <a:ext uri="{FF2B5EF4-FFF2-40B4-BE49-F238E27FC236}">
                    <a16:creationId xmlns:a16="http://schemas.microsoft.com/office/drawing/2014/main" id="{D8424A6A-B166-F6EE-C15E-1983476BB4EA}"/>
                  </a:ext>
                </a:extLst>
              </p14:cNvPr>
              <p14:cNvContentPartPr/>
              <p14:nvPr/>
            </p14:nvContentPartPr>
            <p14:xfrm>
              <a:off x="10125825" y="1365135"/>
              <a:ext cx="244800" cy="529920"/>
            </p14:xfrm>
          </p:contentPart>
        </mc:Choice>
        <mc:Fallback xmlns="">
          <p:pic>
            <p:nvPicPr>
              <p:cNvPr id="106" name="Ink 105">
                <a:extLst>
                  <a:ext uri="{FF2B5EF4-FFF2-40B4-BE49-F238E27FC236}">
                    <a16:creationId xmlns:a16="http://schemas.microsoft.com/office/drawing/2014/main" id="{D8424A6A-B166-F6EE-C15E-1983476BB4EA}"/>
                  </a:ext>
                </a:extLst>
              </p:cNvPr>
              <p:cNvPicPr/>
              <p:nvPr/>
            </p:nvPicPr>
            <p:blipFill>
              <a:blip r:embed="rId91"/>
              <a:stretch>
                <a:fillRect/>
              </a:stretch>
            </p:blipFill>
            <p:spPr>
              <a:xfrm>
                <a:off x="10119705" y="1359015"/>
                <a:ext cx="257040" cy="542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7" name="Ink 106">
                <a:extLst>
                  <a:ext uri="{FF2B5EF4-FFF2-40B4-BE49-F238E27FC236}">
                    <a16:creationId xmlns:a16="http://schemas.microsoft.com/office/drawing/2014/main" id="{07E23FCD-CECE-0BC1-29E1-DE0EAE53D908}"/>
                  </a:ext>
                </a:extLst>
              </p14:cNvPr>
              <p14:cNvContentPartPr/>
              <p14:nvPr/>
            </p14:nvContentPartPr>
            <p14:xfrm>
              <a:off x="10075425" y="1635495"/>
              <a:ext cx="285120" cy="68400"/>
            </p14:xfrm>
          </p:contentPart>
        </mc:Choice>
        <mc:Fallback xmlns="">
          <p:pic>
            <p:nvPicPr>
              <p:cNvPr id="107" name="Ink 106">
                <a:extLst>
                  <a:ext uri="{FF2B5EF4-FFF2-40B4-BE49-F238E27FC236}">
                    <a16:creationId xmlns:a16="http://schemas.microsoft.com/office/drawing/2014/main" id="{07E23FCD-CECE-0BC1-29E1-DE0EAE53D908}"/>
                  </a:ext>
                </a:extLst>
              </p:cNvPr>
              <p:cNvPicPr/>
              <p:nvPr/>
            </p:nvPicPr>
            <p:blipFill>
              <a:blip r:embed="rId93"/>
              <a:stretch>
                <a:fillRect/>
              </a:stretch>
            </p:blipFill>
            <p:spPr>
              <a:xfrm>
                <a:off x="10069305" y="1629375"/>
                <a:ext cx="2973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846827AD-7630-0C67-6AD3-4736401063EC}"/>
                  </a:ext>
                </a:extLst>
              </p14:cNvPr>
              <p14:cNvContentPartPr/>
              <p14:nvPr/>
            </p14:nvContentPartPr>
            <p14:xfrm>
              <a:off x="10444425" y="1806135"/>
              <a:ext cx="23040" cy="213480"/>
            </p14:xfrm>
          </p:contentPart>
        </mc:Choice>
        <mc:Fallback xmlns="">
          <p:pic>
            <p:nvPicPr>
              <p:cNvPr id="108" name="Ink 107">
                <a:extLst>
                  <a:ext uri="{FF2B5EF4-FFF2-40B4-BE49-F238E27FC236}">
                    <a16:creationId xmlns:a16="http://schemas.microsoft.com/office/drawing/2014/main" id="{846827AD-7630-0C67-6AD3-4736401063EC}"/>
                  </a:ext>
                </a:extLst>
              </p:cNvPr>
              <p:cNvPicPr/>
              <p:nvPr/>
            </p:nvPicPr>
            <p:blipFill>
              <a:blip r:embed="rId95"/>
              <a:stretch>
                <a:fillRect/>
              </a:stretch>
            </p:blipFill>
            <p:spPr>
              <a:xfrm>
                <a:off x="10438305" y="1800015"/>
                <a:ext cx="3528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3BC93DDA-42F6-40A2-5BE6-15ECB94D3236}"/>
                  </a:ext>
                </a:extLst>
              </p14:cNvPr>
              <p14:cNvContentPartPr/>
              <p14:nvPr/>
            </p14:nvContentPartPr>
            <p14:xfrm>
              <a:off x="10710825" y="1392495"/>
              <a:ext cx="403920" cy="385200"/>
            </p14:xfrm>
          </p:contentPart>
        </mc:Choice>
        <mc:Fallback xmlns="">
          <p:pic>
            <p:nvPicPr>
              <p:cNvPr id="109" name="Ink 108">
                <a:extLst>
                  <a:ext uri="{FF2B5EF4-FFF2-40B4-BE49-F238E27FC236}">
                    <a16:creationId xmlns:a16="http://schemas.microsoft.com/office/drawing/2014/main" id="{3BC93DDA-42F6-40A2-5BE6-15ECB94D3236}"/>
                  </a:ext>
                </a:extLst>
              </p:cNvPr>
              <p:cNvPicPr/>
              <p:nvPr/>
            </p:nvPicPr>
            <p:blipFill>
              <a:blip r:embed="rId97"/>
              <a:stretch>
                <a:fillRect/>
              </a:stretch>
            </p:blipFill>
            <p:spPr>
              <a:xfrm>
                <a:off x="10704705" y="1386375"/>
                <a:ext cx="41616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10" name="Ink 109">
                <a:extLst>
                  <a:ext uri="{FF2B5EF4-FFF2-40B4-BE49-F238E27FC236}">
                    <a16:creationId xmlns:a16="http://schemas.microsoft.com/office/drawing/2014/main" id="{8FAC8D21-16B9-450E-7608-7FE30E694217}"/>
                  </a:ext>
                </a:extLst>
              </p14:cNvPr>
              <p14:cNvContentPartPr/>
              <p14:nvPr/>
            </p14:nvContentPartPr>
            <p14:xfrm>
              <a:off x="11538465" y="1665375"/>
              <a:ext cx="24480" cy="41400"/>
            </p14:xfrm>
          </p:contentPart>
        </mc:Choice>
        <mc:Fallback xmlns="">
          <p:pic>
            <p:nvPicPr>
              <p:cNvPr id="110" name="Ink 109">
                <a:extLst>
                  <a:ext uri="{FF2B5EF4-FFF2-40B4-BE49-F238E27FC236}">
                    <a16:creationId xmlns:a16="http://schemas.microsoft.com/office/drawing/2014/main" id="{8FAC8D21-16B9-450E-7608-7FE30E694217}"/>
                  </a:ext>
                </a:extLst>
              </p:cNvPr>
              <p:cNvPicPr/>
              <p:nvPr/>
            </p:nvPicPr>
            <p:blipFill>
              <a:blip r:embed="rId99"/>
              <a:stretch>
                <a:fillRect/>
              </a:stretch>
            </p:blipFill>
            <p:spPr>
              <a:xfrm>
                <a:off x="11532345" y="1659255"/>
                <a:ext cx="367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9" name="Ink 98">
                <a:extLst>
                  <a:ext uri="{FF2B5EF4-FFF2-40B4-BE49-F238E27FC236}">
                    <a16:creationId xmlns:a16="http://schemas.microsoft.com/office/drawing/2014/main" id="{B7FF30BD-EB97-5EFE-2A1E-D693247609C4}"/>
                  </a:ext>
                </a:extLst>
              </p14:cNvPr>
              <p14:cNvContentPartPr/>
              <p14:nvPr/>
            </p14:nvContentPartPr>
            <p14:xfrm>
              <a:off x="8412945" y="1241655"/>
              <a:ext cx="301680" cy="618120"/>
            </p14:xfrm>
          </p:contentPart>
        </mc:Choice>
        <mc:Fallback xmlns="">
          <p:pic>
            <p:nvPicPr>
              <p:cNvPr id="99" name="Ink 98">
                <a:extLst>
                  <a:ext uri="{FF2B5EF4-FFF2-40B4-BE49-F238E27FC236}">
                    <a16:creationId xmlns:a16="http://schemas.microsoft.com/office/drawing/2014/main" id="{B7FF30BD-EB97-5EFE-2A1E-D693247609C4}"/>
                  </a:ext>
                </a:extLst>
              </p:cNvPr>
              <p:cNvPicPr/>
              <p:nvPr/>
            </p:nvPicPr>
            <p:blipFill>
              <a:blip r:embed="rId101"/>
              <a:stretch>
                <a:fillRect/>
              </a:stretch>
            </p:blipFill>
            <p:spPr>
              <a:xfrm>
                <a:off x="8406825" y="1235535"/>
                <a:ext cx="313920" cy="6303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0" name="Ink 99">
                <a:extLst>
                  <a:ext uri="{FF2B5EF4-FFF2-40B4-BE49-F238E27FC236}">
                    <a16:creationId xmlns:a16="http://schemas.microsoft.com/office/drawing/2014/main" id="{A6CE15AE-FBC5-C133-B3FD-D806BF50671D}"/>
                  </a:ext>
                </a:extLst>
              </p14:cNvPr>
              <p14:cNvContentPartPr/>
              <p14:nvPr/>
            </p14:nvContentPartPr>
            <p14:xfrm>
              <a:off x="8822265" y="1655295"/>
              <a:ext cx="195840" cy="228240"/>
            </p14:xfrm>
          </p:contentPart>
        </mc:Choice>
        <mc:Fallback xmlns="">
          <p:pic>
            <p:nvPicPr>
              <p:cNvPr id="100" name="Ink 99">
                <a:extLst>
                  <a:ext uri="{FF2B5EF4-FFF2-40B4-BE49-F238E27FC236}">
                    <a16:creationId xmlns:a16="http://schemas.microsoft.com/office/drawing/2014/main" id="{A6CE15AE-FBC5-C133-B3FD-D806BF50671D}"/>
                  </a:ext>
                </a:extLst>
              </p:cNvPr>
              <p:cNvPicPr/>
              <p:nvPr/>
            </p:nvPicPr>
            <p:blipFill>
              <a:blip r:embed="rId103"/>
              <a:stretch>
                <a:fillRect/>
              </a:stretch>
            </p:blipFill>
            <p:spPr>
              <a:xfrm>
                <a:off x="8816145" y="1649175"/>
                <a:ext cx="20808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12" name="Ink 111">
                <a:extLst>
                  <a:ext uri="{FF2B5EF4-FFF2-40B4-BE49-F238E27FC236}">
                    <a16:creationId xmlns:a16="http://schemas.microsoft.com/office/drawing/2014/main" id="{F2D40A75-CBAC-C9CF-A3D4-E1A3DAD6DCC4}"/>
                  </a:ext>
                </a:extLst>
              </p14:cNvPr>
              <p14:cNvContentPartPr/>
              <p14:nvPr/>
            </p14:nvContentPartPr>
            <p14:xfrm>
              <a:off x="8549385" y="1995495"/>
              <a:ext cx="357120" cy="23040"/>
            </p14:xfrm>
          </p:contentPart>
        </mc:Choice>
        <mc:Fallback xmlns="">
          <p:pic>
            <p:nvPicPr>
              <p:cNvPr id="112" name="Ink 111">
                <a:extLst>
                  <a:ext uri="{FF2B5EF4-FFF2-40B4-BE49-F238E27FC236}">
                    <a16:creationId xmlns:a16="http://schemas.microsoft.com/office/drawing/2014/main" id="{F2D40A75-CBAC-C9CF-A3D4-E1A3DAD6DCC4}"/>
                  </a:ext>
                </a:extLst>
              </p:cNvPr>
              <p:cNvPicPr/>
              <p:nvPr/>
            </p:nvPicPr>
            <p:blipFill>
              <a:blip r:embed="rId105"/>
              <a:stretch>
                <a:fillRect/>
              </a:stretch>
            </p:blipFill>
            <p:spPr>
              <a:xfrm>
                <a:off x="8543265" y="1989375"/>
                <a:ext cx="36936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13" name="Ink 112">
                <a:extLst>
                  <a:ext uri="{FF2B5EF4-FFF2-40B4-BE49-F238E27FC236}">
                    <a16:creationId xmlns:a16="http://schemas.microsoft.com/office/drawing/2014/main" id="{5C30EC05-C394-EB26-5116-1823A5E424D6}"/>
                  </a:ext>
                </a:extLst>
              </p14:cNvPr>
              <p14:cNvContentPartPr/>
              <p14:nvPr/>
            </p14:nvContentPartPr>
            <p14:xfrm>
              <a:off x="5337465" y="2418135"/>
              <a:ext cx="369000" cy="495720"/>
            </p14:xfrm>
          </p:contentPart>
        </mc:Choice>
        <mc:Fallback xmlns="">
          <p:pic>
            <p:nvPicPr>
              <p:cNvPr id="113" name="Ink 112">
                <a:extLst>
                  <a:ext uri="{FF2B5EF4-FFF2-40B4-BE49-F238E27FC236}">
                    <a16:creationId xmlns:a16="http://schemas.microsoft.com/office/drawing/2014/main" id="{5C30EC05-C394-EB26-5116-1823A5E424D6}"/>
                  </a:ext>
                </a:extLst>
              </p:cNvPr>
              <p:cNvPicPr/>
              <p:nvPr/>
            </p:nvPicPr>
            <p:blipFill>
              <a:blip r:embed="rId107"/>
              <a:stretch>
                <a:fillRect/>
              </a:stretch>
            </p:blipFill>
            <p:spPr>
              <a:xfrm>
                <a:off x="5331345" y="2412015"/>
                <a:ext cx="381240" cy="507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18" name="Ink 117">
                <a:extLst>
                  <a:ext uri="{FF2B5EF4-FFF2-40B4-BE49-F238E27FC236}">
                    <a16:creationId xmlns:a16="http://schemas.microsoft.com/office/drawing/2014/main" id="{3C2977FB-9341-67B5-092F-DA1BF78090B9}"/>
                  </a:ext>
                </a:extLst>
              </p14:cNvPr>
              <p14:cNvContentPartPr/>
              <p14:nvPr/>
            </p14:nvContentPartPr>
            <p14:xfrm>
              <a:off x="3551145" y="1298175"/>
              <a:ext cx="1076040" cy="345600"/>
            </p14:xfrm>
          </p:contentPart>
        </mc:Choice>
        <mc:Fallback xmlns="">
          <p:pic>
            <p:nvPicPr>
              <p:cNvPr id="118" name="Ink 117">
                <a:extLst>
                  <a:ext uri="{FF2B5EF4-FFF2-40B4-BE49-F238E27FC236}">
                    <a16:creationId xmlns:a16="http://schemas.microsoft.com/office/drawing/2014/main" id="{3C2977FB-9341-67B5-092F-DA1BF78090B9}"/>
                  </a:ext>
                </a:extLst>
              </p:cNvPr>
              <p:cNvPicPr/>
              <p:nvPr/>
            </p:nvPicPr>
            <p:blipFill>
              <a:blip r:embed="rId109"/>
              <a:stretch>
                <a:fillRect/>
              </a:stretch>
            </p:blipFill>
            <p:spPr>
              <a:xfrm>
                <a:off x="3545025" y="1292055"/>
                <a:ext cx="108828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19" name="Ink 118">
                <a:extLst>
                  <a:ext uri="{FF2B5EF4-FFF2-40B4-BE49-F238E27FC236}">
                    <a16:creationId xmlns:a16="http://schemas.microsoft.com/office/drawing/2014/main" id="{BBA8385D-BCB3-E0AC-5CAB-0E934FD24921}"/>
                  </a:ext>
                </a:extLst>
              </p14:cNvPr>
              <p14:cNvContentPartPr/>
              <p14:nvPr/>
            </p14:nvContentPartPr>
            <p14:xfrm>
              <a:off x="4858665" y="2072175"/>
              <a:ext cx="1313280" cy="1256400"/>
            </p14:xfrm>
          </p:contentPart>
        </mc:Choice>
        <mc:Fallback xmlns="">
          <p:pic>
            <p:nvPicPr>
              <p:cNvPr id="119" name="Ink 118">
                <a:extLst>
                  <a:ext uri="{FF2B5EF4-FFF2-40B4-BE49-F238E27FC236}">
                    <a16:creationId xmlns:a16="http://schemas.microsoft.com/office/drawing/2014/main" id="{BBA8385D-BCB3-E0AC-5CAB-0E934FD24921}"/>
                  </a:ext>
                </a:extLst>
              </p:cNvPr>
              <p:cNvPicPr/>
              <p:nvPr/>
            </p:nvPicPr>
            <p:blipFill>
              <a:blip r:embed="rId111"/>
              <a:stretch>
                <a:fillRect/>
              </a:stretch>
            </p:blipFill>
            <p:spPr>
              <a:xfrm>
                <a:off x="4852545" y="2066055"/>
                <a:ext cx="1325520" cy="1268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20" name="Ink 119">
                <a:extLst>
                  <a:ext uri="{FF2B5EF4-FFF2-40B4-BE49-F238E27FC236}">
                    <a16:creationId xmlns:a16="http://schemas.microsoft.com/office/drawing/2014/main" id="{91F9717C-1000-3335-C086-BE89C6A0D0B9}"/>
                  </a:ext>
                </a:extLst>
              </p14:cNvPr>
              <p14:cNvContentPartPr/>
              <p14:nvPr/>
            </p14:nvContentPartPr>
            <p14:xfrm>
              <a:off x="4801785" y="2130495"/>
              <a:ext cx="522360" cy="1058760"/>
            </p14:xfrm>
          </p:contentPart>
        </mc:Choice>
        <mc:Fallback xmlns="">
          <p:pic>
            <p:nvPicPr>
              <p:cNvPr id="120" name="Ink 119">
                <a:extLst>
                  <a:ext uri="{FF2B5EF4-FFF2-40B4-BE49-F238E27FC236}">
                    <a16:creationId xmlns:a16="http://schemas.microsoft.com/office/drawing/2014/main" id="{91F9717C-1000-3335-C086-BE89C6A0D0B9}"/>
                  </a:ext>
                </a:extLst>
              </p:cNvPr>
              <p:cNvPicPr/>
              <p:nvPr/>
            </p:nvPicPr>
            <p:blipFill>
              <a:blip r:embed="rId113"/>
              <a:stretch>
                <a:fillRect/>
              </a:stretch>
            </p:blipFill>
            <p:spPr>
              <a:xfrm>
                <a:off x="4795665" y="2124375"/>
                <a:ext cx="534600" cy="1071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21" name="Ink 120">
                <a:extLst>
                  <a:ext uri="{FF2B5EF4-FFF2-40B4-BE49-F238E27FC236}">
                    <a16:creationId xmlns:a16="http://schemas.microsoft.com/office/drawing/2014/main" id="{3F2BC5C5-175D-B159-65C9-4E7E0E84E33B}"/>
                  </a:ext>
                </a:extLst>
              </p14:cNvPr>
              <p14:cNvContentPartPr/>
              <p14:nvPr/>
            </p14:nvContentPartPr>
            <p14:xfrm>
              <a:off x="5625825" y="2981175"/>
              <a:ext cx="308880" cy="210240"/>
            </p14:xfrm>
          </p:contentPart>
        </mc:Choice>
        <mc:Fallback xmlns="">
          <p:pic>
            <p:nvPicPr>
              <p:cNvPr id="121" name="Ink 120">
                <a:extLst>
                  <a:ext uri="{FF2B5EF4-FFF2-40B4-BE49-F238E27FC236}">
                    <a16:creationId xmlns:a16="http://schemas.microsoft.com/office/drawing/2014/main" id="{3F2BC5C5-175D-B159-65C9-4E7E0E84E33B}"/>
                  </a:ext>
                </a:extLst>
              </p:cNvPr>
              <p:cNvPicPr/>
              <p:nvPr/>
            </p:nvPicPr>
            <p:blipFill>
              <a:blip r:embed="rId115"/>
              <a:stretch>
                <a:fillRect/>
              </a:stretch>
            </p:blipFill>
            <p:spPr>
              <a:xfrm>
                <a:off x="5619705" y="2975055"/>
                <a:ext cx="32112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22" name="Ink 121">
                <a:extLst>
                  <a:ext uri="{FF2B5EF4-FFF2-40B4-BE49-F238E27FC236}">
                    <a16:creationId xmlns:a16="http://schemas.microsoft.com/office/drawing/2014/main" id="{E5E907E4-23BF-DE71-EA89-E2E6BADDFC9E}"/>
                  </a:ext>
                </a:extLst>
              </p14:cNvPr>
              <p14:cNvContentPartPr/>
              <p14:nvPr/>
            </p14:nvContentPartPr>
            <p14:xfrm>
              <a:off x="5041545" y="2160375"/>
              <a:ext cx="1138320" cy="940320"/>
            </p14:xfrm>
          </p:contentPart>
        </mc:Choice>
        <mc:Fallback xmlns="">
          <p:pic>
            <p:nvPicPr>
              <p:cNvPr id="122" name="Ink 121">
                <a:extLst>
                  <a:ext uri="{FF2B5EF4-FFF2-40B4-BE49-F238E27FC236}">
                    <a16:creationId xmlns:a16="http://schemas.microsoft.com/office/drawing/2014/main" id="{E5E907E4-23BF-DE71-EA89-E2E6BADDFC9E}"/>
                  </a:ext>
                </a:extLst>
              </p:cNvPr>
              <p:cNvPicPr/>
              <p:nvPr/>
            </p:nvPicPr>
            <p:blipFill>
              <a:blip r:embed="rId117"/>
              <a:stretch>
                <a:fillRect/>
              </a:stretch>
            </p:blipFill>
            <p:spPr>
              <a:xfrm>
                <a:off x="5035425" y="2154255"/>
                <a:ext cx="1150560" cy="9525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23" name="Ink 122">
                <a:extLst>
                  <a:ext uri="{FF2B5EF4-FFF2-40B4-BE49-F238E27FC236}">
                    <a16:creationId xmlns:a16="http://schemas.microsoft.com/office/drawing/2014/main" id="{F7E697AD-D4FB-CBB5-DF39-D219361A8570}"/>
                  </a:ext>
                </a:extLst>
              </p14:cNvPr>
              <p14:cNvContentPartPr/>
              <p14:nvPr/>
            </p14:nvContentPartPr>
            <p14:xfrm>
              <a:off x="4542225" y="2576895"/>
              <a:ext cx="30240" cy="221400"/>
            </p14:xfrm>
          </p:contentPart>
        </mc:Choice>
        <mc:Fallback xmlns="">
          <p:pic>
            <p:nvPicPr>
              <p:cNvPr id="123" name="Ink 122">
                <a:extLst>
                  <a:ext uri="{FF2B5EF4-FFF2-40B4-BE49-F238E27FC236}">
                    <a16:creationId xmlns:a16="http://schemas.microsoft.com/office/drawing/2014/main" id="{F7E697AD-D4FB-CBB5-DF39-D219361A8570}"/>
                  </a:ext>
                </a:extLst>
              </p:cNvPr>
              <p:cNvPicPr/>
              <p:nvPr/>
            </p:nvPicPr>
            <p:blipFill>
              <a:blip r:embed="rId119"/>
              <a:stretch>
                <a:fillRect/>
              </a:stretch>
            </p:blipFill>
            <p:spPr>
              <a:xfrm>
                <a:off x="4536105" y="2570775"/>
                <a:ext cx="424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25" name="Ink 124">
                <a:extLst>
                  <a:ext uri="{FF2B5EF4-FFF2-40B4-BE49-F238E27FC236}">
                    <a16:creationId xmlns:a16="http://schemas.microsoft.com/office/drawing/2014/main" id="{21FAC6B6-2BA2-9B21-9344-8C000567809A}"/>
                  </a:ext>
                </a:extLst>
              </p14:cNvPr>
              <p14:cNvContentPartPr/>
              <p14:nvPr/>
            </p14:nvContentPartPr>
            <p14:xfrm>
              <a:off x="6846225" y="2525415"/>
              <a:ext cx="309960" cy="32400"/>
            </p14:xfrm>
          </p:contentPart>
        </mc:Choice>
        <mc:Fallback xmlns="">
          <p:pic>
            <p:nvPicPr>
              <p:cNvPr id="125" name="Ink 124">
                <a:extLst>
                  <a:ext uri="{FF2B5EF4-FFF2-40B4-BE49-F238E27FC236}">
                    <a16:creationId xmlns:a16="http://schemas.microsoft.com/office/drawing/2014/main" id="{21FAC6B6-2BA2-9B21-9344-8C000567809A}"/>
                  </a:ext>
                </a:extLst>
              </p:cNvPr>
              <p:cNvPicPr/>
              <p:nvPr/>
            </p:nvPicPr>
            <p:blipFill>
              <a:blip r:embed="rId121"/>
              <a:stretch>
                <a:fillRect/>
              </a:stretch>
            </p:blipFill>
            <p:spPr>
              <a:xfrm>
                <a:off x="6840105" y="2519295"/>
                <a:ext cx="3222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26" name="Ink 125">
                <a:extLst>
                  <a:ext uri="{FF2B5EF4-FFF2-40B4-BE49-F238E27FC236}">
                    <a16:creationId xmlns:a16="http://schemas.microsoft.com/office/drawing/2014/main" id="{1C05960A-B154-00E4-2FAF-42062676CA10}"/>
                  </a:ext>
                </a:extLst>
              </p14:cNvPr>
              <p14:cNvContentPartPr/>
              <p14:nvPr/>
            </p14:nvContentPartPr>
            <p14:xfrm>
              <a:off x="7605465" y="2330295"/>
              <a:ext cx="287280" cy="325440"/>
            </p14:xfrm>
          </p:contentPart>
        </mc:Choice>
        <mc:Fallback xmlns="">
          <p:pic>
            <p:nvPicPr>
              <p:cNvPr id="126" name="Ink 125">
                <a:extLst>
                  <a:ext uri="{FF2B5EF4-FFF2-40B4-BE49-F238E27FC236}">
                    <a16:creationId xmlns:a16="http://schemas.microsoft.com/office/drawing/2014/main" id="{1C05960A-B154-00E4-2FAF-42062676CA10}"/>
                  </a:ext>
                </a:extLst>
              </p:cNvPr>
              <p:cNvPicPr/>
              <p:nvPr/>
            </p:nvPicPr>
            <p:blipFill>
              <a:blip r:embed="rId123"/>
              <a:stretch>
                <a:fillRect/>
              </a:stretch>
            </p:blipFill>
            <p:spPr>
              <a:xfrm>
                <a:off x="7599345" y="2324175"/>
                <a:ext cx="2995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27" name="Ink 126">
                <a:extLst>
                  <a:ext uri="{FF2B5EF4-FFF2-40B4-BE49-F238E27FC236}">
                    <a16:creationId xmlns:a16="http://schemas.microsoft.com/office/drawing/2014/main" id="{4B95B53F-B317-22CF-EE53-B9497268B8E3}"/>
                  </a:ext>
                </a:extLst>
              </p14:cNvPr>
              <p14:cNvContentPartPr/>
              <p14:nvPr/>
            </p14:nvContentPartPr>
            <p14:xfrm>
              <a:off x="8120985" y="2412375"/>
              <a:ext cx="57600" cy="249480"/>
            </p14:xfrm>
          </p:contentPart>
        </mc:Choice>
        <mc:Fallback xmlns="">
          <p:pic>
            <p:nvPicPr>
              <p:cNvPr id="127" name="Ink 126">
                <a:extLst>
                  <a:ext uri="{FF2B5EF4-FFF2-40B4-BE49-F238E27FC236}">
                    <a16:creationId xmlns:a16="http://schemas.microsoft.com/office/drawing/2014/main" id="{4B95B53F-B317-22CF-EE53-B9497268B8E3}"/>
                  </a:ext>
                </a:extLst>
              </p:cNvPr>
              <p:cNvPicPr/>
              <p:nvPr/>
            </p:nvPicPr>
            <p:blipFill>
              <a:blip r:embed="rId125"/>
              <a:stretch>
                <a:fillRect/>
              </a:stretch>
            </p:blipFill>
            <p:spPr>
              <a:xfrm>
                <a:off x="8114865" y="2406255"/>
                <a:ext cx="6984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28" name="Ink 127">
                <a:extLst>
                  <a:ext uri="{FF2B5EF4-FFF2-40B4-BE49-F238E27FC236}">
                    <a16:creationId xmlns:a16="http://schemas.microsoft.com/office/drawing/2014/main" id="{B099B52F-5647-ABCB-343A-C98EC2177990}"/>
                  </a:ext>
                </a:extLst>
              </p14:cNvPr>
              <p14:cNvContentPartPr/>
              <p14:nvPr/>
            </p14:nvContentPartPr>
            <p14:xfrm>
              <a:off x="8110545" y="2346855"/>
              <a:ext cx="168840" cy="357120"/>
            </p14:xfrm>
          </p:contentPart>
        </mc:Choice>
        <mc:Fallback xmlns="">
          <p:pic>
            <p:nvPicPr>
              <p:cNvPr id="128" name="Ink 127">
                <a:extLst>
                  <a:ext uri="{FF2B5EF4-FFF2-40B4-BE49-F238E27FC236}">
                    <a16:creationId xmlns:a16="http://schemas.microsoft.com/office/drawing/2014/main" id="{B099B52F-5647-ABCB-343A-C98EC2177990}"/>
                  </a:ext>
                </a:extLst>
              </p:cNvPr>
              <p:cNvPicPr/>
              <p:nvPr/>
            </p:nvPicPr>
            <p:blipFill>
              <a:blip r:embed="rId127"/>
              <a:stretch>
                <a:fillRect/>
              </a:stretch>
            </p:blipFill>
            <p:spPr>
              <a:xfrm>
                <a:off x="8104425" y="2340735"/>
                <a:ext cx="18108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29" name="Ink 128">
                <a:extLst>
                  <a:ext uri="{FF2B5EF4-FFF2-40B4-BE49-F238E27FC236}">
                    <a16:creationId xmlns:a16="http://schemas.microsoft.com/office/drawing/2014/main" id="{0308B5AC-12A4-EC6C-3966-0B36A546644E}"/>
                  </a:ext>
                </a:extLst>
              </p14:cNvPr>
              <p14:cNvContentPartPr/>
              <p14:nvPr/>
            </p14:nvContentPartPr>
            <p14:xfrm>
              <a:off x="8626065" y="2601375"/>
              <a:ext cx="518040" cy="31320"/>
            </p14:xfrm>
          </p:contentPart>
        </mc:Choice>
        <mc:Fallback xmlns="">
          <p:pic>
            <p:nvPicPr>
              <p:cNvPr id="129" name="Ink 128">
                <a:extLst>
                  <a:ext uri="{FF2B5EF4-FFF2-40B4-BE49-F238E27FC236}">
                    <a16:creationId xmlns:a16="http://schemas.microsoft.com/office/drawing/2014/main" id="{0308B5AC-12A4-EC6C-3966-0B36A546644E}"/>
                  </a:ext>
                </a:extLst>
              </p:cNvPr>
              <p:cNvPicPr/>
              <p:nvPr/>
            </p:nvPicPr>
            <p:blipFill>
              <a:blip r:embed="rId129"/>
              <a:stretch>
                <a:fillRect/>
              </a:stretch>
            </p:blipFill>
            <p:spPr>
              <a:xfrm>
                <a:off x="8619945" y="2595255"/>
                <a:ext cx="530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30" name="Ink 129">
                <a:extLst>
                  <a:ext uri="{FF2B5EF4-FFF2-40B4-BE49-F238E27FC236}">
                    <a16:creationId xmlns:a16="http://schemas.microsoft.com/office/drawing/2014/main" id="{69122FDA-AA59-382A-9841-3BD4924B3E50}"/>
                  </a:ext>
                </a:extLst>
              </p14:cNvPr>
              <p14:cNvContentPartPr/>
              <p14:nvPr/>
            </p14:nvContentPartPr>
            <p14:xfrm>
              <a:off x="9761505" y="2179455"/>
              <a:ext cx="397080" cy="442080"/>
            </p14:xfrm>
          </p:contentPart>
        </mc:Choice>
        <mc:Fallback xmlns="">
          <p:pic>
            <p:nvPicPr>
              <p:cNvPr id="130" name="Ink 129">
                <a:extLst>
                  <a:ext uri="{FF2B5EF4-FFF2-40B4-BE49-F238E27FC236}">
                    <a16:creationId xmlns:a16="http://schemas.microsoft.com/office/drawing/2014/main" id="{69122FDA-AA59-382A-9841-3BD4924B3E50}"/>
                  </a:ext>
                </a:extLst>
              </p:cNvPr>
              <p:cNvPicPr/>
              <p:nvPr/>
            </p:nvPicPr>
            <p:blipFill>
              <a:blip r:embed="rId131"/>
              <a:stretch>
                <a:fillRect/>
              </a:stretch>
            </p:blipFill>
            <p:spPr>
              <a:xfrm>
                <a:off x="9755385" y="2173335"/>
                <a:ext cx="409320" cy="4543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31" name="Ink 130">
                <a:extLst>
                  <a:ext uri="{FF2B5EF4-FFF2-40B4-BE49-F238E27FC236}">
                    <a16:creationId xmlns:a16="http://schemas.microsoft.com/office/drawing/2014/main" id="{3652E4EB-6968-95E6-48C6-0562463A5901}"/>
                  </a:ext>
                </a:extLst>
              </p14:cNvPr>
              <p14:cNvContentPartPr/>
              <p14:nvPr/>
            </p14:nvContentPartPr>
            <p14:xfrm>
              <a:off x="10260105" y="2367735"/>
              <a:ext cx="185040" cy="174600"/>
            </p14:xfrm>
          </p:contentPart>
        </mc:Choice>
        <mc:Fallback xmlns="">
          <p:pic>
            <p:nvPicPr>
              <p:cNvPr id="131" name="Ink 130">
                <a:extLst>
                  <a:ext uri="{FF2B5EF4-FFF2-40B4-BE49-F238E27FC236}">
                    <a16:creationId xmlns:a16="http://schemas.microsoft.com/office/drawing/2014/main" id="{3652E4EB-6968-95E6-48C6-0562463A5901}"/>
                  </a:ext>
                </a:extLst>
              </p:cNvPr>
              <p:cNvPicPr/>
              <p:nvPr/>
            </p:nvPicPr>
            <p:blipFill>
              <a:blip r:embed="rId133"/>
              <a:stretch>
                <a:fillRect/>
              </a:stretch>
            </p:blipFill>
            <p:spPr>
              <a:xfrm>
                <a:off x="10253985" y="2361615"/>
                <a:ext cx="1972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32" name="Ink 131">
                <a:extLst>
                  <a:ext uri="{FF2B5EF4-FFF2-40B4-BE49-F238E27FC236}">
                    <a16:creationId xmlns:a16="http://schemas.microsoft.com/office/drawing/2014/main" id="{1F812600-1A41-9475-745D-EFA9326BC35A}"/>
                  </a:ext>
                </a:extLst>
              </p14:cNvPr>
              <p14:cNvContentPartPr/>
              <p14:nvPr/>
            </p14:nvContentPartPr>
            <p14:xfrm>
              <a:off x="10523265" y="2368455"/>
              <a:ext cx="468360" cy="104760"/>
            </p14:xfrm>
          </p:contentPart>
        </mc:Choice>
        <mc:Fallback xmlns="">
          <p:pic>
            <p:nvPicPr>
              <p:cNvPr id="132" name="Ink 131">
                <a:extLst>
                  <a:ext uri="{FF2B5EF4-FFF2-40B4-BE49-F238E27FC236}">
                    <a16:creationId xmlns:a16="http://schemas.microsoft.com/office/drawing/2014/main" id="{1F812600-1A41-9475-745D-EFA9326BC35A}"/>
                  </a:ext>
                </a:extLst>
              </p:cNvPr>
              <p:cNvPicPr/>
              <p:nvPr/>
            </p:nvPicPr>
            <p:blipFill>
              <a:blip r:embed="rId135"/>
              <a:stretch>
                <a:fillRect/>
              </a:stretch>
            </p:blipFill>
            <p:spPr>
              <a:xfrm>
                <a:off x="10517145" y="2362335"/>
                <a:ext cx="4806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35" name="Ink 134">
                <a:extLst>
                  <a:ext uri="{FF2B5EF4-FFF2-40B4-BE49-F238E27FC236}">
                    <a16:creationId xmlns:a16="http://schemas.microsoft.com/office/drawing/2014/main" id="{AC6ADA8C-D294-C503-6CDD-F324782DD2B1}"/>
                  </a:ext>
                </a:extLst>
              </p14:cNvPr>
              <p14:cNvContentPartPr/>
              <p14:nvPr/>
            </p14:nvContentPartPr>
            <p14:xfrm>
              <a:off x="6323865" y="2163255"/>
              <a:ext cx="4023720" cy="128880"/>
            </p14:xfrm>
          </p:contentPart>
        </mc:Choice>
        <mc:Fallback xmlns="">
          <p:pic>
            <p:nvPicPr>
              <p:cNvPr id="135" name="Ink 134">
                <a:extLst>
                  <a:ext uri="{FF2B5EF4-FFF2-40B4-BE49-F238E27FC236}">
                    <a16:creationId xmlns:a16="http://schemas.microsoft.com/office/drawing/2014/main" id="{AC6ADA8C-D294-C503-6CDD-F324782DD2B1}"/>
                  </a:ext>
                </a:extLst>
              </p:cNvPr>
              <p:cNvPicPr/>
              <p:nvPr/>
            </p:nvPicPr>
            <p:blipFill>
              <a:blip r:embed="rId137"/>
              <a:stretch>
                <a:fillRect/>
              </a:stretch>
            </p:blipFill>
            <p:spPr>
              <a:xfrm>
                <a:off x="6317745" y="2157135"/>
                <a:ext cx="403596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37" name="Ink 136">
                <a:extLst>
                  <a:ext uri="{FF2B5EF4-FFF2-40B4-BE49-F238E27FC236}">
                    <a16:creationId xmlns:a16="http://schemas.microsoft.com/office/drawing/2014/main" id="{B97F8D14-885D-CD23-C09C-DE0E22413E1B}"/>
                  </a:ext>
                </a:extLst>
              </p14:cNvPr>
              <p14:cNvContentPartPr/>
              <p14:nvPr/>
            </p14:nvContentPartPr>
            <p14:xfrm>
              <a:off x="10273785" y="2390055"/>
              <a:ext cx="159840" cy="192960"/>
            </p14:xfrm>
          </p:contentPart>
        </mc:Choice>
        <mc:Fallback xmlns="">
          <p:pic>
            <p:nvPicPr>
              <p:cNvPr id="137" name="Ink 136">
                <a:extLst>
                  <a:ext uri="{FF2B5EF4-FFF2-40B4-BE49-F238E27FC236}">
                    <a16:creationId xmlns:a16="http://schemas.microsoft.com/office/drawing/2014/main" id="{B97F8D14-885D-CD23-C09C-DE0E22413E1B}"/>
                  </a:ext>
                </a:extLst>
              </p:cNvPr>
              <p:cNvPicPr/>
              <p:nvPr/>
            </p:nvPicPr>
            <p:blipFill>
              <a:blip r:embed="rId139"/>
              <a:stretch>
                <a:fillRect/>
              </a:stretch>
            </p:blipFill>
            <p:spPr>
              <a:xfrm>
                <a:off x="10267665" y="2383935"/>
                <a:ext cx="17208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38" name="Ink 137">
                <a:extLst>
                  <a:ext uri="{FF2B5EF4-FFF2-40B4-BE49-F238E27FC236}">
                    <a16:creationId xmlns:a16="http://schemas.microsoft.com/office/drawing/2014/main" id="{27BE2A8F-B017-06A5-1FD6-FB5D5CE8FB68}"/>
                  </a:ext>
                </a:extLst>
              </p14:cNvPr>
              <p14:cNvContentPartPr/>
              <p14:nvPr/>
            </p14:nvContentPartPr>
            <p14:xfrm>
              <a:off x="10277745" y="2327775"/>
              <a:ext cx="453960" cy="343080"/>
            </p14:xfrm>
          </p:contentPart>
        </mc:Choice>
        <mc:Fallback xmlns="">
          <p:pic>
            <p:nvPicPr>
              <p:cNvPr id="138" name="Ink 137">
                <a:extLst>
                  <a:ext uri="{FF2B5EF4-FFF2-40B4-BE49-F238E27FC236}">
                    <a16:creationId xmlns:a16="http://schemas.microsoft.com/office/drawing/2014/main" id="{27BE2A8F-B017-06A5-1FD6-FB5D5CE8FB68}"/>
                  </a:ext>
                </a:extLst>
              </p:cNvPr>
              <p:cNvPicPr/>
              <p:nvPr/>
            </p:nvPicPr>
            <p:blipFill>
              <a:blip r:embed="rId141"/>
              <a:stretch>
                <a:fillRect/>
              </a:stretch>
            </p:blipFill>
            <p:spPr>
              <a:xfrm>
                <a:off x="10271625" y="2321655"/>
                <a:ext cx="46620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39" name="Ink 138">
                <a:extLst>
                  <a:ext uri="{FF2B5EF4-FFF2-40B4-BE49-F238E27FC236}">
                    <a16:creationId xmlns:a16="http://schemas.microsoft.com/office/drawing/2014/main" id="{C1E47AAA-203B-2ADC-05E7-1B73B7D4514C}"/>
                  </a:ext>
                </a:extLst>
              </p14:cNvPr>
              <p14:cNvContentPartPr/>
              <p14:nvPr/>
            </p14:nvContentPartPr>
            <p14:xfrm>
              <a:off x="10722345" y="2336055"/>
              <a:ext cx="422280" cy="352080"/>
            </p14:xfrm>
          </p:contentPart>
        </mc:Choice>
        <mc:Fallback xmlns="">
          <p:pic>
            <p:nvPicPr>
              <p:cNvPr id="139" name="Ink 138">
                <a:extLst>
                  <a:ext uri="{FF2B5EF4-FFF2-40B4-BE49-F238E27FC236}">
                    <a16:creationId xmlns:a16="http://schemas.microsoft.com/office/drawing/2014/main" id="{C1E47AAA-203B-2ADC-05E7-1B73B7D4514C}"/>
                  </a:ext>
                </a:extLst>
              </p:cNvPr>
              <p:cNvPicPr/>
              <p:nvPr/>
            </p:nvPicPr>
            <p:blipFill>
              <a:blip r:embed="rId143"/>
              <a:stretch>
                <a:fillRect/>
              </a:stretch>
            </p:blipFill>
            <p:spPr>
              <a:xfrm>
                <a:off x="10716225" y="2329935"/>
                <a:ext cx="43452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40" name="Ink 139">
                <a:extLst>
                  <a:ext uri="{FF2B5EF4-FFF2-40B4-BE49-F238E27FC236}">
                    <a16:creationId xmlns:a16="http://schemas.microsoft.com/office/drawing/2014/main" id="{9583F1B4-E479-4763-39FF-CE32D1EC7C84}"/>
                  </a:ext>
                </a:extLst>
              </p14:cNvPr>
              <p14:cNvContentPartPr/>
              <p14:nvPr/>
            </p14:nvContentPartPr>
            <p14:xfrm>
              <a:off x="11131665" y="2281335"/>
              <a:ext cx="489600" cy="368640"/>
            </p14:xfrm>
          </p:contentPart>
        </mc:Choice>
        <mc:Fallback xmlns="">
          <p:pic>
            <p:nvPicPr>
              <p:cNvPr id="140" name="Ink 139">
                <a:extLst>
                  <a:ext uri="{FF2B5EF4-FFF2-40B4-BE49-F238E27FC236}">
                    <a16:creationId xmlns:a16="http://schemas.microsoft.com/office/drawing/2014/main" id="{9583F1B4-E479-4763-39FF-CE32D1EC7C84}"/>
                  </a:ext>
                </a:extLst>
              </p:cNvPr>
              <p:cNvPicPr/>
              <p:nvPr/>
            </p:nvPicPr>
            <p:blipFill>
              <a:blip r:embed="rId145"/>
              <a:stretch>
                <a:fillRect/>
              </a:stretch>
            </p:blipFill>
            <p:spPr>
              <a:xfrm>
                <a:off x="11125545" y="2275215"/>
                <a:ext cx="50184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41" name="Ink 140">
                <a:extLst>
                  <a:ext uri="{FF2B5EF4-FFF2-40B4-BE49-F238E27FC236}">
                    <a16:creationId xmlns:a16="http://schemas.microsoft.com/office/drawing/2014/main" id="{3B77D105-0F99-4BA5-9EA4-5276FC93C6CC}"/>
                  </a:ext>
                </a:extLst>
              </p14:cNvPr>
              <p14:cNvContentPartPr/>
              <p14:nvPr/>
            </p14:nvContentPartPr>
            <p14:xfrm>
              <a:off x="11805945" y="2477175"/>
              <a:ext cx="41400" cy="14760"/>
            </p14:xfrm>
          </p:contentPart>
        </mc:Choice>
        <mc:Fallback xmlns="">
          <p:pic>
            <p:nvPicPr>
              <p:cNvPr id="141" name="Ink 140">
                <a:extLst>
                  <a:ext uri="{FF2B5EF4-FFF2-40B4-BE49-F238E27FC236}">
                    <a16:creationId xmlns:a16="http://schemas.microsoft.com/office/drawing/2014/main" id="{3B77D105-0F99-4BA5-9EA4-5276FC93C6CC}"/>
                  </a:ext>
                </a:extLst>
              </p:cNvPr>
              <p:cNvPicPr/>
              <p:nvPr/>
            </p:nvPicPr>
            <p:blipFill>
              <a:blip r:embed="rId147"/>
              <a:stretch>
                <a:fillRect/>
              </a:stretch>
            </p:blipFill>
            <p:spPr>
              <a:xfrm>
                <a:off x="11799825" y="2471055"/>
                <a:ext cx="5364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42" name="Ink 141">
                <a:extLst>
                  <a:ext uri="{FF2B5EF4-FFF2-40B4-BE49-F238E27FC236}">
                    <a16:creationId xmlns:a16="http://schemas.microsoft.com/office/drawing/2014/main" id="{F64458CF-1DE4-2654-95FD-F1123CFF19EE}"/>
                  </a:ext>
                </a:extLst>
              </p14:cNvPr>
              <p14:cNvContentPartPr/>
              <p14:nvPr/>
            </p14:nvContentPartPr>
            <p14:xfrm>
              <a:off x="6739665" y="2790015"/>
              <a:ext cx="4503960" cy="293040"/>
            </p14:xfrm>
          </p:contentPart>
        </mc:Choice>
        <mc:Fallback xmlns="">
          <p:pic>
            <p:nvPicPr>
              <p:cNvPr id="142" name="Ink 141">
                <a:extLst>
                  <a:ext uri="{FF2B5EF4-FFF2-40B4-BE49-F238E27FC236}">
                    <a16:creationId xmlns:a16="http://schemas.microsoft.com/office/drawing/2014/main" id="{F64458CF-1DE4-2654-95FD-F1123CFF19EE}"/>
                  </a:ext>
                </a:extLst>
              </p:cNvPr>
              <p:cNvPicPr/>
              <p:nvPr/>
            </p:nvPicPr>
            <p:blipFill>
              <a:blip r:embed="rId149"/>
              <a:stretch>
                <a:fillRect/>
              </a:stretch>
            </p:blipFill>
            <p:spPr>
              <a:xfrm>
                <a:off x="6733545" y="2783895"/>
                <a:ext cx="45162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43" name="Ink 142">
                <a:extLst>
                  <a:ext uri="{FF2B5EF4-FFF2-40B4-BE49-F238E27FC236}">
                    <a16:creationId xmlns:a16="http://schemas.microsoft.com/office/drawing/2014/main" id="{1086C5B3-B7F6-EFFB-41CA-C0E93057B54A}"/>
                  </a:ext>
                </a:extLst>
              </p14:cNvPr>
              <p14:cNvContentPartPr/>
              <p14:nvPr/>
            </p14:nvContentPartPr>
            <p14:xfrm>
              <a:off x="11272065" y="2781375"/>
              <a:ext cx="24480" cy="3600"/>
            </p14:xfrm>
          </p:contentPart>
        </mc:Choice>
        <mc:Fallback xmlns="">
          <p:pic>
            <p:nvPicPr>
              <p:cNvPr id="143" name="Ink 142">
                <a:extLst>
                  <a:ext uri="{FF2B5EF4-FFF2-40B4-BE49-F238E27FC236}">
                    <a16:creationId xmlns:a16="http://schemas.microsoft.com/office/drawing/2014/main" id="{1086C5B3-B7F6-EFFB-41CA-C0E93057B54A}"/>
                  </a:ext>
                </a:extLst>
              </p:cNvPr>
              <p:cNvPicPr/>
              <p:nvPr/>
            </p:nvPicPr>
            <p:blipFill>
              <a:blip r:embed="rId151"/>
              <a:stretch>
                <a:fillRect/>
              </a:stretch>
            </p:blipFill>
            <p:spPr>
              <a:xfrm>
                <a:off x="11265945" y="2775255"/>
                <a:ext cx="3672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2" name="Ink 91">
                <a:extLst>
                  <a:ext uri="{FF2B5EF4-FFF2-40B4-BE49-F238E27FC236}">
                    <a16:creationId xmlns:a16="http://schemas.microsoft.com/office/drawing/2014/main" id="{6CC6807B-850C-A6EA-99F2-040B3E3055A4}"/>
                  </a:ext>
                </a:extLst>
              </p14:cNvPr>
              <p14:cNvContentPartPr/>
              <p14:nvPr/>
            </p14:nvContentPartPr>
            <p14:xfrm>
              <a:off x="5804745" y="1505895"/>
              <a:ext cx="354240" cy="452160"/>
            </p14:xfrm>
          </p:contentPart>
        </mc:Choice>
        <mc:Fallback xmlns="">
          <p:pic>
            <p:nvPicPr>
              <p:cNvPr id="92" name="Ink 91">
                <a:extLst>
                  <a:ext uri="{FF2B5EF4-FFF2-40B4-BE49-F238E27FC236}">
                    <a16:creationId xmlns:a16="http://schemas.microsoft.com/office/drawing/2014/main" id="{6CC6807B-850C-A6EA-99F2-040B3E3055A4}"/>
                  </a:ext>
                </a:extLst>
              </p:cNvPr>
              <p:cNvPicPr/>
              <p:nvPr/>
            </p:nvPicPr>
            <p:blipFill>
              <a:blip r:embed="rId153"/>
              <a:stretch>
                <a:fillRect/>
              </a:stretch>
            </p:blipFill>
            <p:spPr>
              <a:xfrm>
                <a:off x="5798625" y="1499775"/>
                <a:ext cx="36648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3" name="Ink 92">
                <a:extLst>
                  <a:ext uri="{FF2B5EF4-FFF2-40B4-BE49-F238E27FC236}">
                    <a16:creationId xmlns:a16="http://schemas.microsoft.com/office/drawing/2014/main" id="{B26D5B81-24A7-4E3A-2E06-99FB4ABD09D2}"/>
                  </a:ext>
                </a:extLst>
              </p14:cNvPr>
              <p14:cNvContentPartPr/>
              <p14:nvPr/>
            </p14:nvContentPartPr>
            <p14:xfrm>
              <a:off x="6244665" y="1492935"/>
              <a:ext cx="251280" cy="486720"/>
            </p14:xfrm>
          </p:contentPart>
        </mc:Choice>
        <mc:Fallback xmlns="">
          <p:pic>
            <p:nvPicPr>
              <p:cNvPr id="93" name="Ink 92">
                <a:extLst>
                  <a:ext uri="{FF2B5EF4-FFF2-40B4-BE49-F238E27FC236}">
                    <a16:creationId xmlns:a16="http://schemas.microsoft.com/office/drawing/2014/main" id="{B26D5B81-24A7-4E3A-2E06-99FB4ABD09D2}"/>
                  </a:ext>
                </a:extLst>
              </p:cNvPr>
              <p:cNvPicPr/>
              <p:nvPr/>
            </p:nvPicPr>
            <p:blipFill>
              <a:blip r:embed="rId155"/>
              <a:stretch>
                <a:fillRect/>
              </a:stretch>
            </p:blipFill>
            <p:spPr>
              <a:xfrm>
                <a:off x="6238545" y="1486815"/>
                <a:ext cx="263520" cy="498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4" name="Ink 93">
                <a:extLst>
                  <a:ext uri="{FF2B5EF4-FFF2-40B4-BE49-F238E27FC236}">
                    <a16:creationId xmlns:a16="http://schemas.microsoft.com/office/drawing/2014/main" id="{B8387446-AE25-9420-6533-00FFE443D7F1}"/>
                  </a:ext>
                </a:extLst>
              </p14:cNvPr>
              <p14:cNvContentPartPr/>
              <p14:nvPr/>
            </p14:nvContentPartPr>
            <p14:xfrm>
              <a:off x="6720225" y="1612815"/>
              <a:ext cx="271800" cy="240120"/>
            </p14:xfrm>
          </p:contentPart>
        </mc:Choice>
        <mc:Fallback xmlns="">
          <p:pic>
            <p:nvPicPr>
              <p:cNvPr id="94" name="Ink 93">
                <a:extLst>
                  <a:ext uri="{FF2B5EF4-FFF2-40B4-BE49-F238E27FC236}">
                    <a16:creationId xmlns:a16="http://schemas.microsoft.com/office/drawing/2014/main" id="{B8387446-AE25-9420-6533-00FFE443D7F1}"/>
                  </a:ext>
                </a:extLst>
              </p:cNvPr>
              <p:cNvPicPr/>
              <p:nvPr/>
            </p:nvPicPr>
            <p:blipFill>
              <a:blip r:embed="rId157"/>
              <a:stretch>
                <a:fillRect/>
              </a:stretch>
            </p:blipFill>
            <p:spPr>
              <a:xfrm>
                <a:off x="6714105" y="1606695"/>
                <a:ext cx="28404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5" name="Ink 94">
                <a:extLst>
                  <a:ext uri="{FF2B5EF4-FFF2-40B4-BE49-F238E27FC236}">
                    <a16:creationId xmlns:a16="http://schemas.microsoft.com/office/drawing/2014/main" id="{163246C9-A538-199A-62AD-041F5DB37227}"/>
                  </a:ext>
                </a:extLst>
              </p14:cNvPr>
              <p14:cNvContentPartPr/>
              <p14:nvPr/>
            </p14:nvContentPartPr>
            <p14:xfrm>
              <a:off x="7109385" y="1443255"/>
              <a:ext cx="184320" cy="466200"/>
            </p14:xfrm>
          </p:contentPart>
        </mc:Choice>
        <mc:Fallback xmlns="">
          <p:pic>
            <p:nvPicPr>
              <p:cNvPr id="95" name="Ink 94">
                <a:extLst>
                  <a:ext uri="{FF2B5EF4-FFF2-40B4-BE49-F238E27FC236}">
                    <a16:creationId xmlns:a16="http://schemas.microsoft.com/office/drawing/2014/main" id="{163246C9-A538-199A-62AD-041F5DB37227}"/>
                  </a:ext>
                </a:extLst>
              </p:cNvPr>
              <p:cNvPicPr/>
              <p:nvPr/>
            </p:nvPicPr>
            <p:blipFill>
              <a:blip r:embed="rId159"/>
              <a:stretch>
                <a:fillRect/>
              </a:stretch>
            </p:blipFill>
            <p:spPr>
              <a:xfrm>
                <a:off x="7103265" y="1437135"/>
                <a:ext cx="19656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45" name="Ink 144">
                <a:extLst>
                  <a:ext uri="{FF2B5EF4-FFF2-40B4-BE49-F238E27FC236}">
                    <a16:creationId xmlns:a16="http://schemas.microsoft.com/office/drawing/2014/main" id="{F357A26F-4197-12FD-1547-1A90779DFFB6}"/>
                  </a:ext>
                </a:extLst>
              </p14:cNvPr>
              <p14:cNvContentPartPr/>
              <p14:nvPr/>
            </p14:nvContentPartPr>
            <p14:xfrm>
              <a:off x="6194985" y="1777335"/>
              <a:ext cx="32400" cy="8640"/>
            </p14:xfrm>
          </p:contentPart>
        </mc:Choice>
        <mc:Fallback xmlns="">
          <p:pic>
            <p:nvPicPr>
              <p:cNvPr id="145" name="Ink 144">
                <a:extLst>
                  <a:ext uri="{FF2B5EF4-FFF2-40B4-BE49-F238E27FC236}">
                    <a16:creationId xmlns:a16="http://schemas.microsoft.com/office/drawing/2014/main" id="{F357A26F-4197-12FD-1547-1A90779DFFB6}"/>
                  </a:ext>
                </a:extLst>
              </p:cNvPr>
              <p:cNvPicPr/>
              <p:nvPr/>
            </p:nvPicPr>
            <p:blipFill>
              <a:blip r:embed="rId161"/>
              <a:stretch>
                <a:fillRect/>
              </a:stretch>
            </p:blipFill>
            <p:spPr>
              <a:xfrm>
                <a:off x="6188865" y="1771215"/>
                <a:ext cx="446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47" name="Ink 146">
                <a:extLst>
                  <a:ext uri="{FF2B5EF4-FFF2-40B4-BE49-F238E27FC236}">
                    <a16:creationId xmlns:a16="http://schemas.microsoft.com/office/drawing/2014/main" id="{98F8EBF2-5209-29C7-46B9-527BADB0FD70}"/>
                  </a:ext>
                </a:extLst>
              </p14:cNvPr>
              <p14:cNvContentPartPr/>
              <p14:nvPr/>
            </p14:nvContentPartPr>
            <p14:xfrm>
              <a:off x="5726265" y="2976855"/>
              <a:ext cx="646200" cy="232920"/>
            </p14:xfrm>
          </p:contentPart>
        </mc:Choice>
        <mc:Fallback xmlns="">
          <p:pic>
            <p:nvPicPr>
              <p:cNvPr id="147" name="Ink 146">
                <a:extLst>
                  <a:ext uri="{FF2B5EF4-FFF2-40B4-BE49-F238E27FC236}">
                    <a16:creationId xmlns:a16="http://schemas.microsoft.com/office/drawing/2014/main" id="{98F8EBF2-5209-29C7-46B9-527BADB0FD70}"/>
                  </a:ext>
                </a:extLst>
              </p:cNvPr>
              <p:cNvPicPr/>
              <p:nvPr/>
            </p:nvPicPr>
            <p:blipFill>
              <a:blip r:embed="rId163"/>
              <a:stretch>
                <a:fillRect/>
              </a:stretch>
            </p:blipFill>
            <p:spPr>
              <a:xfrm>
                <a:off x="5720145" y="2970735"/>
                <a:ext cx="65844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48" name="Ink 147">
                <a:extLst>
                  <a:ext uri="{FF2B5EF4-FFF2-40B4-BE49-F238E27FC236}">
                    <a16:creationId xmlns:a16="http://schemas.microsoft.com/office/drawing/2014/main" id="{C97993AE-D960-1E8F-AE55-7F3900FE240F}"/>
                  </a:ext>
                </a:extLst>
              </p14:cNvPr>
              <p14:cNvContentPartPr/>
              <p14:nvPr/>
            </p14:nvContentPartPr>
            <p14:xfrm>
              <a:off x="5871705" y="2962455"/>
              <a:ext cx="508680" cy="242640"/>
            </p14:xfrm>
          </p:contentPart>
        </mc:Choice>
        <mc:Fallback xmlns="">
          <p:pic>
            <p:nvPicPr>
              <p:cNvPr id="148" name="Ink 147">
                <a:extLst>
                  <a:ext uri="{FF2B5EF4-FFF2-40B4-BE49-F238E27FC236}">
                    <a16:creationId xmlns:a16="http://schemas.microsoft.com/office/drawing/2014/main" id="{C97993AE-D960-1E8F-AE55-7F3900FE240F}"/>
                  </a:ext>
                </a:extLst>
              </p:cNvPr>
              <p:cNvPicPr/>
              <p:nvPr/>
            </p:nvPicPr>
            <p:blipFill>
              <a:blip r:embed="rId165"/>
              <a:stretch>
                <a:fillRect/>
              </a:stretch>
            </p:blipFill>
            <p:spPr>
              <a:xfrm>
                <a:off x="5865585" y="2956335"/>
                <a:ext cx="52092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50" name="Ink 149">
                <a:extLst>
                  <a:ext uri="{FF2B5EF4-FFF2-40B4-BE49-F238E27FC236}">
                    <a16:creationId xmlns:a16="http://schemas.microsoft.com/office/drawing/2014/main" id="{3E6B9CF4-78C8-C768-776C-DC1743E26984}"/>
                  </a:ext>
                </a:extLst>
              </p14:cNvPr>
              <p14:cNvContentPartPr/>
              <p14:nvPr/>
            </p14:nvContentPartPr>
            <p14:xfrm>
              <a:off x="5923905" y="3031215"/>
              <a:ext cx="13680" cy="3600"/>
            </p14:xfrm>
          </p:contentPart>
        </mc:Choice>
        <mc:Fallback xmlns="">
          <p:pic>
            <p:nvPicPr>
              <p:cNvPr id="150" name="Ink 149">
                <a:extLst>
                  <a:ext uri="{FF2B5EF4-FFF2-40B4-BE49-F238E27FC236}">
                    <a16:creationId xmlns:a16="http://schemas.microsoft.com/office/drawing/2014/main" id="{3E6B9CF4-78C8-C768-776C-DC1743E26984}"/>
                  </a:ext>
                </a:extLst>
              </p:cNvPr>
              <p:cNvPicPr/>
              <p:nvPr/>
            </p:nvPicPr>
            <p:blipFill>
              <a:blip r:embed="rId167"/>
              <a:stretch>
                <a:fillRect/>
              </a:stretch>
            </p:blipFill>
            <p:spPr>
              <a:xfrm>
                <a:off x="5917785" y="3025095"/>
                <a:ext cx="2592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52" name="Ink 151">
                <a:extLst>
                  <a:ext uri="{FF2B5EF4-FFF2-40B4-BE49-F238E27FC236}">
                    <a16:creationId xmlns:a16="http://schemas.microsoft.com/office/drawing/2014/main" id="{81A4172F-E0B2-4254-782B-69A7BDD6B3C5}"/>
                  </a:ext>
                </a:extLst>
              </p14:cNvPr>
              <p14:cNvContentPartPr/>
              <p14:nvPr/>
            </p14:nvContentPartPr>
            <p14:xfrm>
              <a:off x="9606705" y="1214655"/>
              <a:ext cx="2219040" cy="158760"/>
            </p14:xfrm>
          </p:contentPart>
        </mc:Choice>
        <mc:Fallback xmlns="">
          <p:pic>
            <p:nvPicPr>
              <p:cNvPr id="152" name="Ink 151">
                <a:extLst>
                  <a:ext uri="{FF2B5EF4-FFF2-40B4-BE49-F238E27FC236}">
                    <a16:creationId xmlns:a16="http://schemas.microsoft.com/office/drawing/2014/main" id="{81A4172F-E0B2-4254-782B-69A7BDD6B3C5}"/>
                  </a:ext>
                </a:extLst>
              </p:cNvPr>
              <p:cNvPicPr/>
              <p:nvPr/>
            </p:nvPicPr>
            <p:blipFill>
              <a:blip r:embed="rId169"/>
              <a:stretch>
                <a:fillRect/>
              </a:stretch>
            </p:blipFill>
            <p:spPr>
              <a:xfrm>
                <a:off x="9600585" y="1208535"/>
                <a:ext cx="223128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54" name="Ink 153">
                <a:extLst>
                  <a:ext uri="{FF2B5EF4-FFF2-40B4-BE49-F238E27FC236}">
                    <a16:creationId xmlns:a16="http://schemas.microsoft.com/office/drawing/2014/main" id="{91E2EBB9-6555-0DDB-31FB-2F3CE78258D3}"/>
                  </a:ext>
                </a:extLst>
              </p14:cNvPr>
              <p14:cNvContentPartPr/>
              <p14:nvPr/>
            </p14:nvContentPartPr>
            <p14:xfrm>
              <a:off x="5532945" y="3778575"/>
              <a:ext cx="586440" cy="386280"/>
            </p14:xfrm>
          </p:contentPart>
        </mc:Choice>
        <mc:Fallback xmlns="">
          <p:pic>
            <p:nvPicPr>
              <p:cNvPr id="154" name="Ink 153">
                <a:extLst>
                  <a:ext uri="{FF2B5EF4-FFF2-40B4-BE49-F238E27FC236}">
                    <a16:creationId xmlns:a16="http://schemas.microsoft.com/office/drawing/2014/main" id="{91E2EBB9-6555-0DDB-31FB-2F3CE78258D3}"/>
                  </a:ext>
                </a:extLst>
              </p:cNvPr>
              <p:cNvPicPr/>
              <p:nvPr/>
            </p:nvPicPr>
            <p:blipFill>
              <a:blip r:embed="rId171"/>
              <a:stretch>
                <a:fillRect/>
              </a:stretch>
            </p:blipFill>
            <p:spPr>
              <a:xfrm>
                <a:off x="5526825" y="3772455"/>
                <a:ext cx="59868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55" name="Ink 154">
                <a:extLst>
                  <a:ext uri="{FF2B5EF4-FFF2-40B4-BE49-F238E27FC236}">
                    <a16:creationId xmlns:a16="http://schemas.microsoft.com/office/drawing/2014/main" id="{93994989-E44B-BF84-87DC-B2BA444B545C}"/>
                  </a:ext>
                </a:extLst>
              </p14:cNvPr>
              <p14:cNvContentPartPr/>
              <p14:nvPr/>
            </p14:nvContentPartPr>
            <p14:xfrm>
              <a:off x="5408385" y="3956415"/>
              <a:ext cx="343440" cy="343800"/>
            </p14:xfrm>
          </p:contentPart>
        </mc:Choice>
        <mc:Fallback xmlns="">
          <p:pic>
            <p:nvPicPr>
              <p:cNvPr id="155" name="Ink 154">
                <a:extLst>
                  <a:ext uri="{FF2B5EF4-FFF2-40B4-BE49-F238E27FC236}">
                    <a16:creationId xmlns:a16="http://schemas.microsoft.com/office/drawing/2014/main" id="{93994989-E44B-BF84-87DC-B2BA444B545C}"/>
                  </a:ext>
                </a:extLst>
              </p:cNvPr>
              <p:cNvPicPr/>
              <p:nvPr/>
            </p:nvPicPr>
            <p:blipFill>
              <a:blip r:embed="rId173"/>
              <a:stretch>
                <a:fillRect/>
              </a:stretch>
            </p:blipFill>
            <p:spPr>
              <a:xfrm>
                <a:off x="5402265" y="3950295"/>
                <a:ext cx="35568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62" name="Ink 161">
                <a:extLst>
                  <a:ext uri="{FF2B5EF4-FFF2-40B4-BE49-F238E27FC236}">
                    <a16:creationId xmlns:a16="http://schemas.microsoft.com/office/drawing/2014/main" id="{EB42E1B4-6D9A-4AD1-82DF-7CF818BF320E}"/>
                  </a:ext>
                </a:extLst>
              </p14:cNvPr>
              <p14:cNvContentPartPr/>
              <p14:nvPr/>
            </p14:nvContentPartPr>
            <p14:xfrm>
              <a:off x="8424825" y="1982535"/>
              <a:ext cx="313560" cy="9360"/>
            </p14:xfrm>
          </p:contentPart>
        </mc:Choice>
        <mc:Fallback xmlns="">
          <p:pic>
            <p:nvPicPr>
              <p:cNvPr id="162" name="Ink 161">
                <a:extLst>
                  <a:ext uri="{FF2B5EF4-FFF2-40B4-BE49-F238E27FC236}">
                    <a16:creationId xmlns:a16="http://schemas.microsoft.com/office/drawing/2014/main" id="{EB42E1B4-6D9A-4AD1-82DF-7CF818BF320E}"/>
                  </a:ext>
                </a:extLst>
              </p:cNvPr>
              <p:cNvPicPr/>
              <p:nvPr/>
            </p:nvPicPr>
            <p:blipFill>
              <a:blip r:embed="rId175"/>
              <a:stretch>
                <a:fillRect/>
              </a:stretch>
            </p:blipFill>
            <p:spPr>
              <a:xfrm>
                <a:off x="8418705" y="1976415"/>
                <a:ext cx="3258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64" name="Ink 163">
                <a:extLst>
                  <a:ext uri="{FF2B5EF4-FFF2-40B4-BE49-F238E27FC236}">
                    <a16:creationId xmlns:a16="http://schemas.microsoft.com/office/drawing/2014/main" id="{FA3D4D40-1A04-F60B-DA77-3D22D26F5FB7}"/>
                  </a:ext>
                </a:extLst>
              </p14:cNvPr>
              <p14:cNvContentPartPr/>
              <p14:nvPr/>
            </p14:nvContentPartPr>
            <p14:xfrm>
              <a:off x="3199065" y="312855"/>
              <a:ext cx="5775840" cy="1269720"/>
            </p14:xfrm>
          </p:contentPart>
        </mc:Choice>
        <mc:Fallback xmlns="">
          <p:pic>
            <p:nvPicPr>
              <p:cNvPr id="164" name="Ink 163">
                <a:extLst>
                  <a:ext uri="{FF2B5EF4-FFF2-40B4-BE49-F238E27FC236}">
                    <a16:creationId xmlns:a16="http://schemas.microsoft.com/office/drawing/2014/main" id="{FA3D4D40-1A04-F60B-DA77-3D22D26F5FB7}"/>
                  </a:ext>
                </a:extLst>
              </p:cNvPr>
              <p:cNvPicPr/>
              <p:nvPr/>
            </p:nvPicPr>
            <p:blipFill>
              <a:blip r:embed="rId177"/>
              <a:stretch>
                <a:fillRect/>
              </a:stretch>
            </p:blipFill>
            <p:spPr>
              <a:xfrm>
                <a:off x="3192945" y="306735"/>
                <a:ext cx="5788080" cy="12819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65" name="Ink 164">
                <a:extLst>
                  <a:ext uri="{FF2B5EF4-FFF2-40B4-BE49-F238E27FC236}">
                    <a16:creationId xmlns:a16="http://schemas.microsoft.com/office/drawing/2014/main" id="{C7FA7D38-5563-F802-3F35-1BFFB0ADE46D}"/>
                  </a:ext>
                </a:extLst>
              </p14:cNvPr>
              <p14:cNvContentPartPr/>
              <p14:nvPr/>
            </p14:nvContentPartPr>
            <p14:xfrm>
              <a:off x="9297105" y="271455"/>
              <a:ext cx="7200" cy="28080"/>
            </p14:xfrm>
          </p:contentPart>
        </mc:Choice>
        <mc:Fallback xmlns="">
          <p:pic>
            <p:nvPicPr>
              <p:cNvPr id="165" name="Ink 164">
                <a:extLst>
                  <a:ext uri="{FF2B5EF4-FFF2-40B4-BE49-F238E27FC236}">
                    <a16:creationId xmlns:a16="http://schemas.microsoft.com/office/drawing/2014/main" id="{C7FA7D38-5563-F802-3F35-1BFFB0ADE46D}"/>
                  </a:ext>
                </a:extLst>
              </p:cNvPr>
              <p:cNvPicPr/>
              <p:nvPr/>
            </p:nvPicPr>
            <p:blipFill>
              <a:blip r:embed="rId179"/>
              <a:stretch>
                <a:fillRect/>
              </a:stretch>
            </p:blipFill>
            <p:spPr>
              <a:xfrm>
                <a:off x="9290985" y="265335"/>
                <a:ext cx="194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66" name="Ink 165">
                <a:extLst>
                  <a:ext uri="{FF2B5EF4-FFF2-40B4-BE49-F238E27FC236}">
                    <a16:creationId xmlns:a16="http://schemas.microsoft.com/office/drawing/2014/main" id="{FCD00816-C06F-298A-7F2A-B0598AA1E14E}"/>
                  </a:ext>
                </a:extLst>
              </p14:cNvPr>
              <p14:cNvContentPartPr/>
              <p14:nvPr/>
            </p14:nvContentPartPr>
            <p14:xfrm>
              <a:off x="9280905" y="-113385"/>
              <a:ext cx="68400" cy="144360"/>
            </p14:xfrm>
          </p:contentPart>
        </mc:Choice>
        <mc:Fallback xmlns="">
          <p:pic>
            <p:nvPicPr>
              <p:cNvPr id="166" name="Ink 165">
                <a:extLst>
                  <a:ext uri="{FF2B5EF4-FFF2-40B4-BE49-F238E27FC236}">
                    <a16:creationId xmlns:a16="http://schemas.microsoft.com/office/drawing/2014/main" id="{FCD00816-C06F-298A-7F2A-B0598AA1E14E}"/>
                  </a:ext>
                </a:extLst>
              </p:cNvPr>
              <p:cNvPicPr/>
              <p:nvPr/>
            </p:nvPicPr>
            <p:blipFill>
              <a:blip r:embed="rId181"/>
              <a:stretch>
                <a:fillRect/>
              </a:stretch>
            </p:blipFill>
            <p:spPr>
              <a:xfrm>
                <a:off x="9274785" y="-119505"/>
                <a:ext cx="806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68" name="Ink 167">
                <a:extLst>
                  <a:ext uri="{FF2B5EF4-FFF2-40B4-BE49-F238E27FC236}">
                    <a16:creationId xmlns:a16="http://schemas.microsoft.com/office/drawing/2014/main" id="{8A1E1BBD-040B-12CE-2514-30F25CD50F74}"/>
                  </a:ext>
                </a:extLst>
              </p14:cNvPr>
              <p14:cNvContentPartPr/>
              <p14:nvPr/>
            </p14:nvContentPartPr>
            <p14:xfrm>
              <a:off x="2754465" y="59085"/>
              <a:ext cx="138240" cy="1033200"/>
            </p14:xfrm>
          </p:contentPart>
        </mc:Choice>
        <mc:Fallback xmlns="">
          <p:pic>
            <p:nvPicPr>
              <p:cNvPr id="168" name="Ink 167">
                <a:extLst>
                  <a:ext uri="{FF2B5EF4-FFF2-40B4-BE49-F238E27FC236}">
                    <a16:creationId xmlns:a16="http://schemas.microsoft.com/office/drawing/2014/main" id="{8A1E1BBD-040B-12CE-2514-30F25CD50F74}"/>
                  </a:ext>
                </a:extLst>
              </p:cNvPr>
              <p:cNvPicPr/>
              <p:nvPr/>
            </p:nvPicPr>
            <p:blipFill>
              <a:blip r:embed="rId183"/>
              <a:stretch>
                <a:fillRect/>
              </a:stretch>
            </p:blipFill>
            <p:spPr>
              <a:xfrm>
                <a:off x="2748345" y="52965"/>
                <a:ext cx="150480" cy="10454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72" name="Ink 171">
                <a:extLst>
                  <a:ext uri="{FF2B5EF4-FFF2-40B4-BE49-F238E27FC236}">
                    <a16:creationId xmlns:a16="http://schemas.microsoft.com/office/drawing/2014/main" id="{1E750E5C-F335-CA09-65B4-39E3523AC34A}"/>
                  </a:ext>
                </a:extLst>
              </p14:cNvPr>
              <p14:cNvContentPartPr/>
              <p14:nvPr/>
            </p14:nvContentPartPr>
            <p14:xfrm>
              <a:off x="9524265" y="1039365"/>
              <a:ext cx="129600" cy="14760"/>
            </p14:xfrm>
          </p:contentPart>
        </mc:Choice>
        <mc:Fallback xmlns="">
          <p:pic>
            <p:nvPicPr>
              <p:cNvPr id="172" name="Ink 171">
                <a:extLst>
                  <a:ext uri="{FF2B5EF4-FFF2-40B4-BE49-F238E27FC236}">
                    <a16:creationId xmlns:a16="http://schemas.microsoft.com/office/drawing/2014/main" id="{1E750E5C-F335-CA09-65B4-39E3523AC34A}"/>
                  </a:ext>
                </a:extLst>
              </p:cNvPr>
              <p:cNvPicPr/>
              <p:nvPr/>
            </p:nvPicPr>
            <p:blipFill>
              <a:blip r:embed="rId185"/>
              <a:stretch>
                <a:fillRect/>
              </a:stretch>
            </p:blipFill>
            <p:spPr>
              <a:xfrm>
                <a:off x="9518145" y="1033245"/>
                <a:ext cx="141840" cy="27000"/>
              </a:xfrm>
              <a:prstGeom prst="rect">
                <a:avLst/>
              </a:prstGeom>
            </p:spPr>
          </p:pic>
        </mc:Fallback>
      </mc:AlternateContent>
      <p:grpSp>
        <p:nvGrpSpPr>
          <p:cNvPr id="174" name="Group 173">
            <a:extLst>
              <a:ext uri="{FF2B5EF4-FFF2-40B4-BE49-F238E27FC236}">
                <a16:creationId xmlns:a16="http://schemas.microsoft.com/office/drawing/2014/main" id="{437B3804-F683-D9CC-9CE4-7E7905999744}"/>
              </a:ext>
            </a:extLst>
          </p:cNvPr>
          <p:cNvGrpSpPr/>
          <p:nvPr/>
        </p:nvGrpSpPr>
        <p:grpSpPr>
          <a:xfrm>
            <a:off x="6565065" y="3750495"/>
            <a:ext cx="1022400" cy="349200"/>
            <a:chOff x="6565065" y="3750495"/>
            <a:chExt cx="1022400" cy="349200"/>
          </a:xfrm>
        </p:grpSpPr>
        <mc:AlternateContent xmlns:mc="http://schemas.openxmlformats.org/markup-compatibility/2006" xmlns:p14="http://schemas.microsoft.com/office/powerpoint/2010/main">
          <mc:Choice Requires="p14">
            <p:contentPart p14:bwMode="auto" r:id="rId186">
              <p14:nvContentPartPr>
                <p14:cNvPr id="156" name="Ink 155">
                  <a:extLst>
                    <a:ext uri="{FF2B5EF4-FFF2-40B4-BE49-F238E27FC236}">
                      <a16:creationId xmlns:a16="http://schemas.microsoft.com/office/drawing/2014/main" id="{CBDE6A34-657A-0157-4032-AC2F7EC84846}"/>
                    </a:ext>
                  </a:extLst>
                </p14:cNvPr>
                <p14:cNvContentPartPr/>
                <p14:nvPr/>
              </p14:nvContentPartPr>
              <p14:xfrm>
                <a:off x="6565065" y="3762015"/>
                <a:ext cx="149040" cy="64080"/>
              </p14:xfrm>
            </p:contentPart>
          </mc:Choice>
          <mc:Fallback xmlns="">
            <p:pic>
              <p:nvPicPr>
                <p:cNvPr id="156" name="Ink 155">
                  <a:extLst>
                    <a:ext uri="{FF2B5EF4-FFF2-40B4-BE49-F238E27FC236}">
                      <a16:creationId xmlns:a16="http://schemas.microsoft.com/office/drawing/2014/main" id="{CBDE6A34-657A-0157-4032-AC2F7EC84846}"/>
                    </a:ext>
                  </a:extLst>
                </p:cNvPr>
                <p:cNvPicPr/>
                <p:nvPr/>
              </p:nvPicPr>
              <p:blipFill>
                <a:blip r:embed="rId187"/>
                <a:stretch>
                  <a:fillRect/>
                </a:stretch>
              </p:blipFill>
              <p:spPr>
                <a:xfrm>
                  <a:off x="6558945" y="3755895"/>
                  <a:ext cx="16128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57" name="Ink 156">
                  <a:extLst>
                    <a:ext uri="{FF2B5EF4-FFF2-40B4-BE49-F238E27FC236}">
                      <a16:creationId xmlns:a16="http://schemas.microsoft.com/office/drawing/2014/main" id="{6301CFE0-2D33-605A-70EC-6FD2AEED7313}"/>
                    </a:ext>
                  </a:extLst>
                </p14:cNvPr>
                <p14:cNvContentPartPr/>
                <p14:nvPr/>
              </p14:nvContentPartPr>
              <p14:xfrm>
                <a:off x="6565065" y="4015815"/>
                <a:ext cx="253080" cy="67320"/>
              </p14:xfrm>
            </p:contentPart>
          </mc:Choice>
          <mc:Fallback xmlns="">
            <p:pic>
              <p:nvPicPr>
                <p:cNvPr id="157" name="Ink 156">
                  <a:extLst>
                    <a:ext uri="{FF2B5EF4-FFF2-40B4-BE49-F238E27FC236}">
                      <a16:creationId xmlns:a16="http://schemas.microsoft.com/office/drawing/2014/main" id="{6301CFE0-2D33-605A-70EC-6FD2AEED7313}"/>
                    </a:ext>
                  </a:extLst>
                </p:cNvPr>
                <p:cNvPicPr/>
                <p:nvPr/>
              </p:nvPicPr>
              <p:blipFill>
                <a:blip r:embed="rId189"/>
                <a:stretch>
                  <a:fillRect/>
                </a:stretch>
              </p:blipFill>
              <p:spPr>
                <a:xfrm>
                  <a:off x="6558945" y="4009695"/>
                  <a:ext cx="2653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58" name="Ink 157">
                  <a:extLst>
                    <a:ext uri="{FF2B5EF4-FFF2-40B4-BE49-F238E27FC236}">
                      <a16:creationId xmlns:a16="http://schemas.microsoft.com/office/drawing/2014/main" id="{8C2C88C7-6CFD-D1B4-4D8A-F5DD22603A52}"/>
                    </a:ext>
                  </a:extLst>
                </p14:cNvPr>
                <p14:cNvContentPartPr/>
                <p14:nvPr/>
              </p14:nvContentPartPr>
              <p14:xfrm>
                <a:off x="7112625" y="3750495"/>
                <a:ext cx="96480" cy="349200"/>
              </p14:xfrm>
            </p:contentPart>
          </mc:Choice>
          <mc:Fallback xmlns="">
            <p:pic>
              <p:nvPicPr>
                <p:cNvPr id="158" name="Ink 157">
                  <a:extLst>
                    <a:ext uri="{FF2B5EF4-FFF2-40B4-BE49-F238E27FC236}">
                      <a16:creationId xmlns:a16="http://schemas.microsoft.com/office/drawing/2014/main" id="{8C2C88C7-6CFD-D1B4-4D8A-F5DD22603A52}"/>
                    </a:ext>
                  </a:extLst>
                </p:cNvPr>
                <p:cNvPicPr/>
                <p:nvPr/>
              </p:nvPicPr>
              <p:blipFill>
                <a:blip r:embed="rId191"/>
                <a:stretch>
                  <a:fillRect/>
                </a:stretch>
              </p:blipFill>
              <p:spPr>
                <a:xfrm>
                  <a:off x="7106505" y="3744375"/>
                  <a:ext cx="10872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59" name="Ink 158">
                  <a:extLst>
                    <a:ext uri="{FF2B5EF4-FFF2-40B4-BE49-F238E27FC236}">
                      <a16:creationId xmlns:a16="http://schemas.microsoft.com/office/drawing/2014/main" id="{2A7E2387-B20C-2DA6-D073-6CEA58F3236C}"/>
                    </a:ext>
                  </a:extLst>
                </p14:cNvPr>
                <p14:cNvContentPartPr/>
                <p14:nvPr/>
              </p14:nvContentPartPr>
              <p14:xfrm>
                <a:off x="7572345" y="3930495"/>
                <a:ext cx="15120" cy="20880"/>
              </p14:xfrm>
            </p:contentPart>
          </mc:Choice>
          <mc:Fallback xmlns="">
            <p:pic>
              <p:nvPicPr>
                <p:cNvPr id="159" name="Ink 158">
                  <a:extLst>
                    <a:ext uri="{FF2B5EF4-FFF2-40B4-BE49-F238E27FC236}">
                      <a16:creationId xmlns:a16="http://schemas.microsoft.com/office/drawing/2014/main" id="{2A7E2387-B20C-2DA6-D073-6CEA58F3236C}"/>
                    </a:ext>
                  </a:extLst>
                </p:cNvPr>
                <p:cNvPicPr/>
                <p:nvPr/>
              </p:nvPicPr>
              <p:blipFill>
                <a:blip r:embed="rId193"/>
                <a:stretch>
                  <a:fillRect/>
                </a:stretch>
              </p:blipFill>
              <p:spPr>
                <a:xfrm>
                  <a:off x="7566225" y="3924375"/>
                  <a:ext cx="273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73" name="Ink 172">
                  <a:extLst>
                    <a:ext uri="{FF2B5EF4-FFF2-40B4-BE49-F238E27FC236}">
                      <a16:creationId xmlns:a16="http://schemas.microsoft.com/office/drawing/2014/main" id="{6AEAE1F6-480A-E8A2-C283-AF6ADC531FEE}"/>
                    </a:ext>
                  </a:extLst>
                </p14:cNvPr>
                <p14:cNvContentPartPr/>
                <p14:nvPr/>
              </p14:nvContentPartPr>
              <p14:xfrm>
                <a:off x="7477305" y="4018365"/>
                <a:ext cx="3960" cy="11520"/>
              </p14:xfrm>
            </p:contentPart>
          </mc:Choice>
          <mc:Fallback xmlns="">
            <p:pic>
              <p:nvPicPr>
                <p:cNvPr id="173" name="Ink 172">
                  <a:extLst>
                    <a:ext uri="{FF2B5EF4-FFF2-40B4-BE49-F238E27FC236}">
                      <a16:creationId xmlns:a16="http://schemas.microsoft.com/office/drawing/2014/main" id="{6AEAE1F6-480A-E8A2-C283-AF6ADC531FEE}"/>
                    </a:ext>
                  </a:extLst>
                </p:cNvPr>
                <p:cNvPicPr/>
                <p:nvPr/>
              </p:nvPicPr>
              <p:blipFill>
                <a:blip r:embed="rId195"/>
                <a:stretch>
                  <a:fillRect/>
                </a:stretch>
              </p:blipFill>
              <p:spPr>
                <a:xfrm>
                  <a:off x="7471185" y="4012245"/>
                  <a:ext cx="16200" cy="23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6">
            <p14:nvContentPartPr>
              <p14:cNvPr id="175" name="Ink 174">
                <a:extLst>
                  <a:ext uri="{FF2B5EF4-FFF2-40B4-BE49-F238E27FC236}">
                    <a16:creationId xmlns:a16="http://schemas.microsoft.com/office/drawing/2014/main" id="{4733F38D-224A-E043-B24F-561A847D02EB}"/>
                  </a:ext>
                </a:extLst>
              </p14:cNvPr>
              <p14:cNvContentPartPr/>
              <p14:nvPr/>
            </p14:nvContentPartPr>
            <p14:xfrm>
              <a:off x="7012185" y="4280805"/>
              <a:ext cx="265680" cy="68400"/>
            </p14:xfrm>
          </p:contentPart>
        </mc:Choice>
        <mc:Fallback xmlns="">
          <p:pic>
            <p:nvPicPr>
              <p:cNvPr id="175" name="Ink 174">
                <a:extLst>
                  <a:ext uri="{FF2B5EF4-FFF2-40B4-BE49-F238E27FC236}">
                    <a16:creationId xmlns:a16="http://schemas.microsoft.com/office/drawing/2014/main" id="{4733F38D-224A-E043-B24F-561A847D02EB}"/>
                  </a:ext>
                </a:extLst>
              </p:cNvPr>
              <p:cNvPicPr/>
              <p:nvPr/>
            </p:nvPicPr>
            <p:blipFill>
              <a:blip r:embed="rId197"/>
              <a:stretch>
                <a:fillRect/>
              </a:stretch>
            </p:blipFill>
            <p:spPr>
              <a:xfrm>
                <a:off x="7006065" y="4274685"/>
                <a:ext cx="277920" cy="80640"/>
              </a:xfrm>
              <a:prstGeom prst="rect">
                <a:avLst/>
              </a:prstGeom>
            </p:spPr>
          </p:pic>
        </mc:Fallback>
      </mc:AlternateContent>
      <p:grpSp>
        <p:nvGrpSpPr>
          <p:cNvPr id="183" name="Group 182">
            <a:extLst>
              <a:ext uri="{FF2B5EF4-FFF2-40B4-BE49-F238E27FC236}">
                <a16:creationId xmlns:a16="http://schemas.microsoft.com/office/drawing/2014/main" id="{6EC6AB1C-E264-87B4-9362-DBE7148CEEE5}"/>
              </a:ext>
            </a:extLst>
          </p:cNvPr>
          <p:cNvGrpSpPr/>
          <p:nvPr/>
        </p:nvGrpSpPr>
        <p:grpSpPr>
          <a:xfrm>
            <a:off x="9362625" y="3207645"/>
            <a:ext cx="2022840" cy="933840"/>
            <a:chOff x="9362625" y="3207645"/>
            <a:chExt cx="2022840" cy="933840"/>
          </a:xfrm>
        </p:grpSpPr>
        <mc:AlternateContent xmlns:mc="http://schemas.openxmlformats.org/markup-compatibility/2006" xmlns:p14="http://schemas.microsoft.com/office/powerpoint/2010/main">
          <mc:Choice Requires="p14">
            <p:contentPart p14:bwMode="auto" r:id="rId198">
              <p14:nvContentPartPr>
                <p14:cNvPr id="176" name="Ink 175">
                  <a:extLst>
                    <a:ext uri="{FF2B5EF4-FFF2-40B4-BE49-F238E27FC236}">
                      <a16:creationId xmlns:a16="http://schemas.microsoft.com/office/drawing/2014/main" id="{E5893983-5E61-0057-38F0-76C6E984DFD9}"/>
                    </a:ext>
                  </a:extLst>
                </p14:cNvPr>
                <p14:cNvContentPartPr/>
                <p14:nvPr/>
              </p14:nvContentPartPr>
              <p14:xfrm>
                <a:off x="9362625" y="3359205"/>
                <a:ext cx="542880" cy="377640"/>
              </p14:xfrm>
            </p:contentPart>
          </mc:Choice>
          <mc:Fallback xmlns="">
            <p:pic>
              <p:nvPicPr>
                <p:cNvPr id="176" name="Ink 175">
                  <a:extLst>
                    <a:ext uri="{FF2B5EF4-FFF2-40B4-BE49-F238E27FC236}">
                      <a16:creationId xmlns:a16="http://schemas.microsoft.com/office/drawing/2014/main" id="{E5893983-5E61-0057-38F0-76C6E984DFD9}"/>
                    </a:ext>
                  </a:extLst>
                </p:cNvPr>
                <p:cNvPicPr/>
                <p:nvPr/>
              </p:nvPicPr>
              <p:blipFill>
                <a:blip r:embed="rId199"/>
                <a:stretch>
                  <a:fillRect/>
                </a:stretch>
              </p:blipFill>
              <p:spPr>
                <a:xfrm>
                  <a:off x="9356505" y="3353085"/>
                  <a:ext cx="55512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77" name="Ink 176">
                  <a:extLst>
                    <a:ext uri="{FF2B5EF4-FFF2-40B4-BE49-F238E27FC236}">
                      <a16:creationId xmlns:a16="http://schemas.microsoft.com/office/drawing/2014/main" id="{96100804-0E76-0D5C-6778-1B161080C585}"/>
                    </a:ext>
                  </a:extLst>
                </p14:cNvPr>
                <p14:cNvContentPartPr/>
                <p14:nvPr/>
              </p14:nvContentPartPr>
              <p14:xfrm>
                <a:off x="9893265" y="3207645"/>
                <a:ext cx="295920" cy="933840"/>
              </p14:xfrm>
            </p:contentPart>
          </mc:Choice>
          <mc:Fallback xmlns="">
            <p:pic>
              <p:nvPicPr>
                <p:cNvPr id="177" name="Ink 176">
                  <a:extLst>
                    <a:ext uri="{FF2B5EF4-FFF2-40B4-BE49-F238E27FC236}">
                      <a16:creationId xmlns:a16="http://schemas.microsoft.com/office/drawing/2014/main" id="{96100804-0E76-0D5C-6778-1B161080C585}"/>
                    </a:ext>
                  </a:extLst>
                </p:cNvPr>
                <p:cNvPicPr/>
                <p:nvPr/>
              </p:nvPicPr>
              <p:blipFill>
                <a:blip r:embed="rId201"/>
                <a:stretch>
                  <a:fillRect/>
                </a:stretch>
              </p:blipFill>
              <p:spPr>
                <a:xfrm>
                  <a:off x="9887145" y="3201525"/>
                  <a:ext cx="308160" cy="9460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78" name="Ink 177">
                  <a:extLst>
                    <a:ext uri="{FF2B5EF4-FFF2-40B4-BE49-F238E27FC236}">
                      <a16:creationId xmlns:a16="http://schemas.microsoft.com/office/drawing/2014/main" id="{78C8DBBB-BC2B-EDBF-FA3C-10D586E7B996}"/>
                    </a:ext>
                  </a:extLst>
                </p14:cNvPr>
                <p14:cNvContentPartPr/>
                <p14:nvPr/>
              </p14:nvContentPartPr>
              <p14:xfrm>
                <a:off x="9898305" y="3467205"/>
                <a:ext cx="270000" cy="76320"/>
              </p14:xfrm>
            </p:contentPart>
          </mc:Choice>
          <mc:Fallback xmlns="">
            <p:pic>
              <p:nvPicPr>
                <p:cNvPr id="178" name="Ink 177">
                  <a:extLst>
                    <a:ext uri="{FF2B5EF4-FFF2-40B4-BE49-F238E27FC236}">
                      <a16:creationId xmlns:a16="http://schemas.microsoft.com/office/drawing/2014/main" id="{78C8DBBB-BC2B-EDBF-FA3C-10D586E7B996}"/>
                    </a:ext>
                  </a:extLst>
                </p:cNvPr>
                <p:cNvPicPr/>
                <p:nvPr/>
              </p:nvPicPr>
              <p:blipFill>
                <a:blip r:embed="rId203"/>
                <a:stretch>
                  <a:fillRect/>
                </a:stretch>
              </p:blipFill>
              <p:spPr>
                <a:xfrm>
                  <a:off x="9892185" y="3461085"/>
                  <a:ext cx="2822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79" name="Ink 178">
                  <a:extLst>
                    <a:ext uri="{FF2B5EF4-FFF2-40B4-BE49-F238E27FC236}">
                      <a16:creationId xmlns:a16="http://schemas.microsoft.com/office/drawing/2014/main" id="{FCD33B5D-51F6-EEA2-6529-3AEABA42B8B8}"/>
                    </a:ext>
                  </a:extLst>
                </p14:cNvPr>
                <p14:cNvContentPartPr/>
                <p14:nvPr/>
              </p14:nvContentPartPr>
              <p14:xfrm>
                <a:off x="10270185" y="3218085"/>
                <a:ext cx="746280" cy="915120"/>
              </p14:xfrm>
            </p:contentPart>
          </mc:Choice>
          <mc:Fallback xmlns="">
            <p:pic>
              <p:nvPicPr>
                <p:cNvPr id="179" name="Ink 178">
                  <a:extLst>
                    <a:ext uri="{FF2B5EF4-FFF2-40B4-BE49-F238E27FC236}">
                      <a16:creationId xmlns:a16="http://schemas.microsoft.com/office/drawing/2014/main" id="{FCD33B5D-51F6-EEA2-6529-3AEABA42B8B8}"/>
                    </a:ext>
                  </a:extLst>
                </p:cNvPr>
                <p:cNvPicPr/>
                <p:nvPr/>
              </p:nvPicPr>
              <p:blipFill>
                <a:blip r:embed="rId205"/>
                <a:stretch>
                  <a:fillRect/>
                </a:stretch>
              </p:blipFill>
              <p:spPr>
                <a:xfrm>
                  <a:off x="10264065" y="3211965"/>
                  <a:ext cx="758520" cy="9273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80" name="Ink 179">
                  <a:extLst>
                    <a:ext uri="{FF2B5EF4-FFF2-40B4-BE49-F238E27FC236}">
                      <a16:creationId xmlns:a16="http://schemas.microsoft.com/office/drawing/2014/main" id="{D5A60A7D-C48A-59C1-DB38-4CD338F34443}"/>
                    </a:ext>
                  </a:extLst>
                </p14:cNvPr>
                <p14:cNvContentPartPr/>
                <p14:nvPr/>
              </p14:nvContentPartPr>
              <p14:xfrm>
                <a:off x="11028705" y="3654405"/>
                <a:ext cx="176400" cy="25200"/>
              </p14:xfrm>
            </p:contentPart>
          </mc:Choice>
          <mc:Fallback xmlns="">
            <p:pic>
              <p:nvPicPr>
                <p:cNvPr id="180" name="Ink 179">
                  <a:extLst>
                    <a:ext uri="{FF2B5EF4-FFF2-40B4-BE49-F238E27FC236}">
                      <a16:creationId xmlns:a16="http://schemas.microsoft.com/office/drawing/2014/main" id="{D5A60A7D-C48A-59C1-DB38-4CD338F34443}"/>
                    </a:ext>
                  </a:extLst>
                </p:cNvPr>
                <p:cNvPicPr/>
                <p:nvPr/>
              </p:nvPicPr>
              <p:blipFill>
                <a:blip r:embed="rId207"/>
                <a:stretch>
                  <a:fillRect/>
                </a:stretch>
              </p:blipFill>
              <p:spPr>
                <a:xfrm>
                  <a:off x="11022585" y="3648285"/>
                  <a:ext cx="1886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81" name="Ink 180">
                  <a:extLst>
                    <a:ext uri="{FF2B5EF4-FFF2-40B4-BE49-F238E27FC236}">
                      <a16:creationId xmlns:a16="http://schemas.microsoft.com/office/drawing/2014/main" id="{DB2DF80E-BD5C-757B-F840-7CD3D8FB46AD}"/>
                    </a:ext>
                  </a:extLst>
                </p14:cNvPr>
                <p14:cNvContentPartPr/>
                <p14:nvPr/>
              </p14:nvContentPartPr>
              <p14:xfrm>
                <a:off x="11273865" y="3438405"/>
                <a:ext cx="111600" cy="279720"/>
              </p14:xfrm>
            </p:contentPart>
          </mc:Choice>
          <mc:Fallback xmlns="">
            <p:pic>
              <p:nvPicPr>
                <p:cNvPr id="181" name="Ink 180">
                  <a:extLst>
                    <a:ext uri="{FF2B5EF4-FFF2-40B4-BE49-F238E27FC236}">
                      <a16:creationId xmlns:a16="http://schemas.microsoft.com/office/drawing/2014/main" id="{DB2DF80E-BD5C-757B-F840-7CD3D8FB46AD}"/>
                    </a:ext>
                  </a:extLst>
                </p:cNvPr>
                <p:cNvPicPr/>
                <p:nvPr/>
              </p:nvPicPr>
              <p:blipFill>
                <a:blip r:embed="rId209"/>
                <a:stretch>
                  <a:fillRect/>
                </a:stretch>
              </p:blipFill>
              <p:spPr>
                <a:xfrm>
                  <a:off x="11267745" y="3432285"/>
                  <a:ext cx="12384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82" name="Ink 181">
                  <a:extLst>
                    <a:ext uri="{FF2B5EF4-FFF2-40B4-BE49-F238E27FC236}">
                      <a16:creationId xmlns:a16="http://schemas.microsoft.com/office/drawing/2014/main" id="{8728E80A-7C3C-90A9-0BA2-BE25E59683FE}"/>
                    </a:ext>
                  </a:extLst>
                </p14:cNvPr>
                <p14:cNvContentPartPr/>
                <p14:nvPr/>
              </p14:nvContentPartPr>
              <p14:xfrm>
                <a:off x="11377185" y="3792285"/>
                <a:ext cx="6120" cy="32400"/>
              </p14:xfrm>
            </p:contentPart>
          </mc:Choice>
          <mc:Fallback xmlns="">
            <p:pic>
              <p:nvPicPr>
                <p:cNvPr id="182" name="Ink 181">
                  <a:extLst>
                    <a:ext uri="{FF2B5EF4-FFF2-40B4-BE49-F238E27FC236}">
                      <a16:creationId xmlns:a16="http://schemas.microsoft.com/office/drawing/2014/main" id="{8728E80A-7C3C-90A9-0BA2-BE25E59683FE}"/>
                    </a:ext>
                  </a:extLst>
                </p:cNvPr>
                <p:cNvPicPr/>
                <p:nvPr/>
              </p:nvPicPr>
              <p:blipFill>
                <a:blip r:embed="rId211"/>
                <a:stretch>
                  <a:fillRect/>
                </a:stretch>
              </p:blipFill>
              <p:spPr>
                <a:xfrm>
                  <a:off x="11371065" y="3786165"/>
                  <a:ext cx="18360" cy="44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2">
            <p14:nvContentPartPr>
              <p14:cNvPr id="188" name="Ink 187">
                <a:extLst>
                  <a:ext uri="{FF2B5EF4-FFF2-40B4-BE49-F238E27FC236}">
                    <a16:creationId xmlns:a16="http://schemas.microsoft.com/office/drawing/2014/main" id="{85BE2855-241E-7928-8DC8-3364295526F5}"/>
                  </a:ext>
                </a:extLst>
              </p14:cNvPr>
              <p14:cNvContentPartPr/>
              <p14:nvPr/>
            </p14:nvContentPartPr>
            <p14:xfrm>
              <a:off x="11242545" y="828765"/>
              <a:ext cx="10440" cy="25920"/>
            </p14:xfrm>
          </p:contentPart>
        </mc:Choice>
        <mc:Fallback xmlns="">
          <p:pic>
            <p:nvPicPr>
              <p:cNvPr id="188" name="Ink 187">
                <a:extLst>
                  <a:ext uri="{FF2B5EF4-FFF2-40B4-BE49-F238E27FC236}">
                    <a16:creationId xmlns:a16="http://schemas.microsoft.com/office/drawing/2014/main" id="{85BE2855-241E-7928-8DC8-3364295526F5}"/>
                  </a:ext>
                </a:extLst>
              </p:cNvPr>
              <p:cNvPicPr/>
              <p:nvPr/>
            </p:nvPicPr>
            <p:blipFill>
              <a:blip r:embed="rId213"/>
              <a:stretch>
                <a:fillRect/>
              </a:stretch>
            </p:blipFill>
            <p:spPr>
              <a:xfrm>
                <a:off x="11236425" y="822645"/>
                <a:ext cx="22680" cy="38160"/>
              </a:xfrm>
              <a:prstGeom prst="rect">
                <a:avLst/>
              </a:prstGeom>
            </p:spPr>
          </p:pic>
        </mc:Fallback>
      </mc:AlternateContent>
      <p:grpSp>
        <p:nvGrpSpPr>
          <p:cNvPr id="195" name="Group 194">
            <a:extLst>
              <a:ext uri="{FF2B5EF4-FFF2-40B4-BE49-F238E27FC236}">
                <a16:creationId xmlns:a16="http://schemas.microsoft.com/office/drawing/2014/main" id="{75D511FB-84C5-1E27-DD95-C2FF71BC6984}"/>
              </a:ext>
            </a:extLst>
          </p:cNvPr>
          <p:cNvGrpSpPr/>
          <p:nvPr/>
        </p:nvGrpSpPr>
        <p:grpSpPr>
          <a:xfrm>
            <a:off x="9953385" y="4439205"/>
            <a:ext cx="1403640" cy="608040"/>
            <a:chOff x="9953385" y="4439205"/>
            <a:chExt cx="1403640" cy="608040"/>
          </a:xfrm>
        </p:grpSpPr>
        <mc:AlternateContent xmlns:mc="http://schemas.openxmlformats.org/markup-compatibility/2006" xmlns:p14="http://schemas.microsoft.com/office/powerpoint/2010/main">
          <mc:Choice Requires="p14">
            <p:contentPart p14:bwMode="auto" r:id="rId214">
              <p14:nvContentPartPr>
                <p14:cNvPr id="190" name="Ink 189">
                  <a:extLst>
                    <a:ext uri="{FF2B5EF4-FFF2-40B4-BE49-F238E27FC236}">
                      <a16:creationId xmlns:a16="http://schemas.microsoft.com/office/drawing/2014/main" id="{98E91888-04E0-935F-10E1-D2304C3D2EFC}"/>
                    </a:ext>
                  </a:extLst>
                </p14:cNvPr>
                <p14:cNvContentPartPr/>
                <p14:nvPr/>
              </p14:nvContentPartPr>
              <p14:xfrm>
                <a:off x="10194225" y="4645125"/>
                <a:ext cx="257400" cy="57960"/>
              </p14:xfrm>
            </p:contentPart>
          </mc:Choice>
          <mc:Fallback xmlns="">
            <p:pic>
              <p:nvPicPr>
                <p:cNvPr id="190" name="Ink 189">
                  <a:extLst>
                    <a:ext uri="{FF2B5EF4-FFF2-40B4-BE49-F238E27FC236}">
                      <a16:creationId xmlns:a16="http://schemas.microsoft.com/office/drawing/2014/main" id="{98E91888-04E0-935F-10E1-D2304C3D2EFC}"/>
                    </a:ext>
                  </a:extLst>
                </p:cNvPr>
                <p:cNvPicPr/>
                <p:nvPr/>
              </p:nvPicPr>
              <p:blipFill>
                <a:blip r:embed="rId215"/>
                <a:stretch>
                  <a:fillRect/>
                </a:stretch>
              </p:blipFill>
              <p:spPr>
                <a:xfrm>
                  <a:off x="10188105" y="4639005"/>
                  <a:ext cx="26964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92" name="Ink 191">
                  <a:extLst>
                    <a:ext uri="{FF2B5EF4-FFF2-40B4-BE49-F238E27FC236}">
                      <a16:creationId xmlns:a16="http://schemas.microsoft.com/office/drawing/2014/main" id="{6F403910-CA27-D5A2-A4AF-BE615092E930}"/>
                    </a:ext>
                  </a:extLst>
                </p14:cNvPr>
                <p14:cNvContentPartPr/>
                <p14:nvPr/>
              </p14:nvContentPartPr>
              <p14:xfrm>
                <a:off x="9953385" y="4451445"/>
                <a:ext cx="411480" cy="595800"/>
              </p14:xfrm>
            </p:contentPart>
          </mc:Choice>
          <mc:Fallback xmlns="">
            <p:pic>
              <p:nvPicPr>
                <p:cNvPr id="192" name="Ink 191">
                  <a:extLst>
                    <a:ext uri="{FF2B5EF4-FFF2-40B4-BE49-F238E27FC236}">
                      <a16:creationId xmlns:a16="http://schemas.microsoft.com/office/drawing/2014/main" id="{6F403910-CA27-D5A2-A4AF-BE615092E930}"/>
                    </a:ext>
                  </a:extLst>
                </p:cNvPr>
                <p:cNvPicPr/>
                <p:nvPr/>
              </p:nvPicPr>
              <p:blipFill>
                <a:blip r:embed="rId217"/>
                <a:stretch>
                  <a:fillRect/>
                </a:stretch>
              </p:blipFill>
              <p:spPr>
                <a:xfrm>
                  <a:off x="9947265" y="4445325"/>
                  <a:ext cx="423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91" name="Ink 190">
                  <a:extLst>
                    <a:ext uri="{FF2B5EF4-FFF2-40B4-BE49-F238E27FC236}">
                      <a16:creationId xmlns:a16="http://schemas.microsoft.com/office/drawing/2014/main" id="{148F03B1-5639-7A27-B842-227C23583121}"/>
                    </a:ext>
                  </a:extLst>
                </p14:cNvPr>
                <p14:cNvContentPartPr/>
                <p14:nvPr/>
              </p14:nvContentPartPr>
              <p14:xfrm>
                <a:off x="10799025" y="4439205"/>
                <a:ext cx="128520" cy="247680"/>
              </p14:xfrm>
            </p:contentPart>
          </mc:Choice>
          <mc:Fallback xmlns="">
            <p:pic>
              <p:nvPicPr>
                <p:cNvPr id="191" name="Ink 190">
                  <a:extLst>
                    <a:ext uri="{FF2B5EF4-FFF2-40B4-BE49-F238E27FC236}">
                      <a16:creationId xmlns:a16="http://schemas.microsoft.com/office/drawing/2014/main" id="{148F03B1-5639-7A27-B842-227C23583121}"/>
                    </a:ext>
                  </a:extLst>
                </p:cNvPr>
                <p:cNvPicPr/>
                <p:nvPr/>
              </p:nvPicPr>
              <p:blipFill>
                <a:blip r:embed="rId219"/>
                <a:stretch>
                  <a:fillRect/>
                </a:stretch>
              </p:blipFill>
              <p:spPr>
                <a:xfrm>
                  <a:off x="10792905" y="4433085"/>
                  <a:ext cx="1407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93" name="Ink 192">
                  <a:extLst>
                    <a:ext uri="{FF2B5EF4-FFF2-40B4-BE49-F238E27FC236}">
                      <a16:creationId xmlns:a16="http://schemas.microsoft.com/office/drawing/2014/main" id="{B4215E50-EA26-A9E5-F610-50B6FD3A769A}"/>
                    </a:ext>
                  </a:extLst>
                </p14:cNvPr>
                <p14:cNvContentPartPr/>
                <p14:nvPr/>
              </p14:nvContentPartPr>
              <p14:xfrm>
                <a:off x="11145345" y="4548285"/>
                <a:ext cx="211680" cy="363600"/>
              </p14:xfrm>
            </p:contentPart>
          </mc:Choice>
          <mc:Fallback xmlns="">
            <p:pic>
              <p:nvPicPr>
                <p:cNvPr id="193" name="Ink 192">
                  <a:extLst>
                    <a:ext uri="{FF2B5EF4-FFF2-40B4-BE49-F238E27FC236}">
                      <a16:creationId xmlns:a16="http://schemas.microsoft.com/office/drawing/2014/main" id="{B4215E50-EA26-A9E5-F610-50B6FD3A769A}"/>
                    </a:ext>
                  </a:extLst>
                </p:cNvPr>
                <p:cNvPicPr/>
                <p:nvPr/>
              </p:nvPicPr>
              <p:blipFill>
                <a:blip r:embed="rId221"/>
                <a:stretch>
                  <a:fillRect/>
                </a:stretch>
              </p:blipFill>
              <p:spPr>
                <a:xfrm>
                  <a:off x="11139225" y="4542165"/>
                  <a:ext cx="223920" cy="375840"/>
                </a:xfrm>
                <a:prstGeom prst="rect">
                  <a:avLst/>
                </a:prstGeom>
              </p:spPr>
            </p:pic>
          </mc:Fallback>
        </mc:AlternateContent>
      </p:grpSp>
      <p:grpSp>
        <p:nvGrpSpPr>
          <p:cNvPr id="199" name="Group 198">
            <a:extLst>
              <a:ext uri="{FF2B5EF4-FFF2-40B4-BE49-F238E27FC236}">
                <a16:creationId xmlns:a16="http://schemas.microsoft.com/office/drawing/2014/main" id="{79283E2B-0D25-6D8D-EC19-16CD7FE92C7E}"/>
              </a:ext>
            </a:extLst>
          </p:cNvPr>
          <p:cNvGrpSpPr/>
          <p:nvPr/>
        </p:nvGrpSpPr>
        <p:grpSpPr>
          <a:xfrm>
            <a:off x="10201785" y="109815"/>
            <a:ext cx="1986480" cy="1020600"/>
            <a:chOff x="10201785" y="109815"/>
            <a:chExt cx="1986480" cy="1020600"/>
          </a:xfrm>
        </p:grpSpPr>
        <mc:AlternateContent xmlns:mc="http://schemas.openxmlformats.org/markup-compatibility/2006" xmlns:p14="http://schemas.microsoft.com/office/powerpoint/2010/main">
          <mc:Choice Requires="p14">
            <p:contentPart p14:bwMode="auto" r:id="rId222">
              <p14:nvContentPartPr>
                <p14:cNvPr id="48" name="Ink 47">
                  <a:extLst>
                    <a:ext uri="{FF2B5EF4-FFF2-40B4-BE49-F238E27FC236}">
                      <a16:creationId xmlns:a16="http://schemas.microsoft.com/office/drawing/2014/main" id="{736E6D67-1764-0BDD-BFD3-2594035BE0A0}"/>
                    </a:ext>
                  </a:extLst>
                </p14:cNvPr>
                <p14:cNvContentPartPr/>
                <p14:nvPr/>
              </p14:nvContentPartPr>
              <p14:xfrm>
                <a:off x="10201785" y="326895"/>
                <a:ext cx="515160" cy="25200"/>
              </p14:xfrm>
            </p:contentPart>
          </mc:Choice>
          <mc:Fallback xmlns="">
            <p:pic>
              <p:nvPicPr>
                <p:cNvPr id="48" name="Ink 47">
                  <a:extLst>
                    <a:ext uri="{FF2B5EF4-FFF2-40B4-BE49-F238E27FC236}">
                      <a16:creationId xmlns:a16="http://schemas.microsoft.com/office/drawing/2014/main" id="{736E6D67-1764-0BDD-BFD3-2594035BE0A0}"/>
                    </a:ext>
                  </a:extLst>
                </p:cNvPr>
                <p:cNvPicPr/>
                <p:nvPr/>
              </p:nvPicPr>
              <p:blipFill>
                <a:blip r:embed="rId223"/>
                <a:stretch>
                  <a:fillRect/>
                </a:stretch>
              </p:blipFill>
              <p:spPr>
                <a:xfrm>
                  <a:off x="10195665" y="320775"/>
                  <a:ext cx="5274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49" name="Ink 48">
                  <a:extLst>
                    <a:ext uri="{FF2B5EF4-FFF2-40B4-BE49-F238E27FC236}">
                      <a16:creationId xmlns:a16="http://schemas.microsoft.com/office/drawing/2014/main" id="{1DD3A8F1-4F29-FA3F-9589-01CDF1C0660A}"/>
                    </a:ext>
                  </a:extLst>
                </p14:cNvPr>
                <p14:cNvContentPartPr/>
                <p14:nvPr/>
              </p14:nvContentPartPr>
              <p14:xfrm>
                <a:off x="10247865" y="376575"/>
                <a:ext cx="83880" cy="178200"/>
              </p14:xfrm>
            </p:contentPart>
          </mc:Choice>
          <mc:Fallback xmlns="">
            <p:pic>
              <p:nvPicPr>
                <p:cNvPr id="49" name="Ink 48">
                  <a:extLst>
                    <a:ext uri="{FF2B5EF4-FFF2-40B4-BE49-F238E27FC236}">
                      <a16:creationId xmlns:a16="http://schemas.microsoft.com/office/drawing/2014/main" id="{1DD3A8F1-4F29-FA3F-9589-01CDF1C0660A}"/>
                    </a:ext>
                  </a:extLst>
                </p:cNvPr>
                <p:cNvPicPr/>
                <p:nvPr/>
              </p:nvPicPr>
              <p:blipFill>
                <a:blip r:embed="rId225"/>
                <a:stretch>
                  <a:fillRect/>
                </a:stretch>
              </p:blipFill>
              <p:spPr>
                <a:xfrm>
                  <a:off x="10241745" y="370455"/>
                  <a:ext cx="9612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50" name="Ink 49">
                  <a:extLst>
                    <a:ext uri="{FF2B5EF4-FFF2-40B4-BE49-F238E27FC236}">
                      <a16:creationId xmlns:a16="http://schemas.microsoft.com/office/drawing/2014/main" id="{9B177325-8556-BCFB-99E8-76929CB9CFD1}"/>
                    </a:ext>
                  </a:extLst>
                </p14:cNvPr>
                <p14:cNvContentPartPr/>
                <p14:nvPr/>
              </p14:nvContentPartPr>
              <p14:xfrm>
                <a:off x="10218345" y="561615"/>
                <a:ext cx="417240" cy="248400"/>
              </p14:xfrm>
            </p:contentPart>
          </mc:Choice>
          <mc:Fallback xmlns="">
            <p:pic>
              <p:nvPicPr>
                <p:cNvPr id="50" name="Ink 49">
                  <a:extLst>
                    <a:ext uri="{FF2B5EF4-FFF2-40B4-BE49-F238E27FC236}">
                      <a16:creationId xmlns:a16="http://schemas.microsoft.com/office/drawing/2014/main" id="{9B177325-8556-BCFB-99E8-76929CB9CFD1}"/>
                    </a:ext>
                  </a:extLst>
                </p:cNvPr>
                <p:cNvPicPr/>
                <p:nvPr/>
              </p:nvPicPr>
              <p:blipFill>
                <a:blip r:embed="rId227"/>
                <a:stretch>
                  <a:fillRect/>
                </a:stretch>
              </p:blipFill>
              <p:spPr>
                <a:xfrm>
                  <a:off x="10212225" y="555495"/>
                  <a:ext cx="4294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52" name="Ink 51">
                  <a:extLst>
                    <a:ext uri="{FF2B5EF4-FFF2-40B4-BE49-F238E27FC236}">
                      <a16:creationId xmlns:a16="http://schemas.microsoft.com/office/drawing/2014/main" id="{3BA78BCB-17F0-A006-BF13-49927177265B}"/>
                    </a:ext>
                  </a:extLst>
                </p14:cNvPr>
                <p14:cNvContentPartPr/>
                <p14:nvPr/>
              </p14:nvContentPartPr>
              <p14:xfrm>
                <a:off x="10308705" y="109815"/>
                <a:ext cx="200520" cy="193680"/>
              </p14:xfrm>
            </p:contentPart>
          </mc:Choice>
          <mc:Fallback xmlns="">
            <p:pic>
              <p:nvPicPr>
                <p:cNvPr id="52" name="Ink 51">
                  <a:extLst>
                    <a:ext uri="{FF2B5EF4-FFF2-40B4-BE49-F238E27FC236}">
                      <a16:creationId xmlns:a16="http://schemas.microsoft.com/office/drawing/2014/main" id="{3BA78BCB-17F0-A006-BF13-49927177265B}"/>
                    </a:ext>
                  </a:extLst>
                </p:cNvPr>
                <p:cNvPicPr/>
                <p:nvPr/>
              </p:nvPicPr>
              <p:blipFill>
                <a:blip r:embed="rId229"/>
                <a:stretch>
                  <a:fillRect/>
                </a:stretch>
              </p:blipFill>
              <p:spPr>
                <a:xfrm>
                  <a:off x="10302585" y="103695"/>
                  <a:ext cx="21276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54" name="Ink 53">
                  <a:extLst>
                    <a:ext uri="{FF2B5EF4-FFF2-40B4-BE49-F238E27FC236}">
                      <a16:creationId xmlns:a16="http://schemas.microsoft.com/office/drawing/2014/main" id="{41B52277-EBF1-CF45-A7CA-0318F8C74847}"/>
                    </a:ext>
                  </a:extLst>
                </p14:cNvPr>
                <p14:cNvContentPartPr/>
                <p14:nvPr/>
              </p14:nvContentPartPr>
              <p14:xfrm>
                <a:off x="10355865" y="935655"/>
                <a:ext cx="70920" cy="194760"/>
              </p14:xfrm>
            </p:contentPart>
          </mc:Choice>
          <mc:Fallback xmlns="">
            <p:pic>
              <p:nvPicPr>
                <p:cNvPr id="54" name="Ink 53">
                  <a:extLst>
                    <a:ext uri="{FF2B5EF4-FFF2-40B4-BE49-F238E27FC236}">
                      <a16:creationId xmlns:a16="http://schemas.microsoft.com/office/drawing/2014/main" id="{41B52277-EBF1-CF45-A7CA-0318F8C74847}"/>
                    </a:ext>
                  </a:extLst>
                </p:cNvPr>
                <p:cNvPicPr/>
                <p:nvPr/>
              </p:nvPicPr>
              <p:blipFill>
                <a:blip r:embed="rId231"/>
                <a:stretch>
                  <a:fillRect/>
                </a:stretch>
              </p:blipFill>
              <p:spPr>
                <a:xfrm>
                  <a:off x="10349745" y="929535"/>
                  <a:ext cx="8316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55" name="Ink 54">
                  <a:extLst>
                    <a:ext uri="{FF2B5EF4-FFF2-40B4-BE49-F238E27FC236}">
                      <a16:creationId xmlns:a16="http://schemas.microsoft.com/office/drawing/2014/main" id="{B7161646-DF93-44BC-6DA8-71A634FCA560}"/>
                    </a:ext>
                  </a:extLst>
                </p14:cNvPr>
                <p14:cNvContentPartPr/>
                <p14:nvPr/>
              </p14:nvContentPartPr>
              <p14:xfrm>
                <a:off x="10496985" y="882375"/>
                <a:ext cx="46080" cy="19800"/>
              </p14:xfrm>
            </p:contentPart>
          </mc:Choice>
          <mc:Fallback xmlns="">
            <p:pic>
              <p:nvPicPr>
                <p:cNvPr id="55" name="Ink 54">
                  <a:extLst>
                    <a:ext uri="{FF2B5EF4-FFF2-40B4-BE49-F238E27FC236}">
                      <a16:creationId xmlns:a16="http://schemas.microsoft.com/office/drawing/2014/main" id="{B7161646-DF93-44BC-6DA8-71A634FCA560}"/>
                    </a:ext>
                  </a:extLst>
                </p:cNvPr>
                <p:cNvPicPr/>
                <p:nvPr/>
              </p:nvPicPr>
              <p:blipFill>
                <a:blip r:embed="rId233"/>
                <a:stretch>
                  <a:fillRect/>
                </a:stretch>
              </p:blipFill>
              <p:spPr>
                <a:xfrm>
                  <a:off x="10490865" y="876255"/>
                  <a:ext cx="583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56" name="Ink 55">
                  <a:extLst>
                    <a:ext uri="{FF2B5EF4-FFF2-40B4-BE49-F238E27FC236}">
                      <a16:creationId xmlns:a16="http://schemas.microsoft.com/office/drawing/2014/main" id="{A77E332F-EDAA-DEC8-0A4C-A50A01D22BFF}"/>
                    </a:ext>
                  </a:extLst>
                </p14:cNvPr>
                <p14:cNvContentPartPr/>
                <p14:nvPr/>
              </p14:nvContentPartPr>
              <p14:xfrm>
                <a:off x="10586265" y="1054095"/>
                <a:ext cx="119160" cy="19440"/>
              </p14:xfrm>
            </p:contentPart>
          </mc:Choice>
          <mc:Fallback xmlns="">
            <p:pic>
              <p:nvPicPr>
                <p:cNvPr id="56" name="Ink 55">
                  <a:extLst>
                    <a:ext uri="{FF2B5EF4-FFF2-40B4-BE49-F238E27FC236}">
                      <a16:creationId xmlns:a16="http://schemas.microsoft.com/office/drawing/2014/main" id="{A77E332F-EDAA-DEC8-0A4C-A50A01D22BFF}"/>
                    </a:ext>
                  </a:extLst>
                </p:cNvPr>
                <p:cNvPicPr/>
                <p:nvPr/>
              </p:nvPicPr>
              <p:blipFill>
                <a:blip r:embed="rId235"/>
                <a:stretch>
                  <a:fillRect/>
                </a:stretch>
              </p:blipFill>
              <p:spPr>
                <a:xfrm>
                  <a:off x="10580145" y="1047975"/>
                  <a:ext cx="1314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57" name="Ink 56">
                  <a:extLst>
                    <a:ext uri="{FF2B5EF4-FFF2-40B4-BE49-F238E27FC236}">
                      <a16:creationId xmlns:a16="http://schemas.microsoft.com/office/drawing/2014/main" id="{76AC14CD-3BE9-0939-436D-7D67986D7E95}"/>
                    </a:ext>
                  </a:extLst>
                </p14:cNvPr>
                <p14:cNvContentPartPr/>
                <p14:nvPr/>
              </p14:nvContentPartPr>
              <p14:xfrm>
                <a:off x="10775985" y="1018455"/>
                <a:ext cx="89640" cy="105120"/>
              </p14:xfrm>
            </p:contentPart>
          </mc:Choice>
          <mc:Fallback xmlns="">
            <p:pic>
              <p:nvPicPr>
                <p:cNvPr id="57" name="Ink 56">
                  <a:extLst>
                    <a:ext uri="{FF2B5EF4-FFF2-40B4-BE49-F238E27FC236}">
                      <a16:creationId xmlns:a16="http://schemas.microsoft.com/office/drawing/2014/main" id="{76AC14CD-3BE9-0939-436D-7D67986D7E95}"/>
                    </a:ext>
                  </a:extLst>
                </p:cNvPr>
                <p:cNvPicPr/>
                <p:nvPr/>
              </p:nvPicPr>
              <p:blipFill>
                <a:blip r:embed="rId237"/>
                <a:stretch>
                  <a:fillRect/>
                </a:stretch>
              </p:blipFill>
              <p:spPr>
                <a:xfrm>
                  <a:off x="10769865" y="1012335"/>
                  <a:ext cx="1018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58" name="Ink 57">
                  <a:extLst>
                    <a:ext uri="{FF2B5EF4-FFF2-40B4-BE49-F238E27FC236}">
                      <a16:creationId xmlns:a16="http://schemas.microsoft.com/office/drawing/2014/main" id="{56EDA962-AA2B-83E3-9782-84A2AA147F11}"/>
                    </a:ext>
                  </a:extLst>
                </p14:cNvPr>
                <p14:cNvContentPartPr/>
                <p14:nvPr/>
              </p14:nvContentPartPr>
              <p14:xfrm>
                <a:off x="10601025" y="956535"/>
                <a:ext cx="175320" cy="21960"/>
              </p14:xfrm>
            </p:contentPart>
          </mc:Choice>
          <mc:Fallback xmlns="">
            <p:pic>
              <p:nvPicPr>
                <p:cNvPr id="58" name="Ink 57">
                  <a:extLst>
                    <a:ext uri="{FF2B5EF4-FFF2-40B4-BE49-F238E27FC236}">
                      <a16:creationId xmlns:a16="http://schemas.microsoft.com/office/drawing/2014/main" id="{56EDA962-AA2B-83E3-9782-84A2AA147F11}"/>
                    </a:ext>
                  </a:extLst>
                </p:cNvPr>
                <p:cNvPicPr/>
                <p:nvPr/>
              </p:nvPicPr>
              <p:blipFill>
                <a:blip r:embed="rId239"/>
                <a:stretch>
                  <a:fillRect/>
                </a:stretch>
              </p:blipFill>
              <p:spPr>
                <a:xfrm>
                  <a:off x="10594905" y="950415"/>
                  <a:ext cx="1875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59" name="Ink 58">
                  <a:extLst>
                    <a:ext uri="{FF2B5EF4-FFF2-40B4-BE49-F238E27FC236}">
                      <a16:creationId xmlns:a16="http://schemas.microsoft.com/office/drawing/2014/main" id="{54C8AD71-478A-2C03-62BB-7118AA0F0862}"/>
                    </a:ext>
                  </a:extLst>
                </p14:cNvPr>
                <p14:cNvContentPartPr/>
                <p14:nvPr/>
              </p14:nvContentPartPr>
              <p14:xfrm>
                <a:off x="10834305" y="1055895"/>
                <a:ext cx="36000" cy="61560"/>
              </p14:xfrm>
            </p:contentPart>
          </mc:Choice>
          <mc:Fallback xmlns="">
            <p:pic>
              <p:nvPicPr>
                <p:cNvPr id="59" name="Ink 58">
                  <a:extLst>
                    <a:ext uri="{FF2B5EF4-FFF2-40B4-BE49-F238E27FC236}">
                      <a16:creationId xmlns:a16="http://schemas.microsoft.com/office/drawing/2014/main" id="{54C8AD71-478A-2C03-62BB-7118AA0F0862}"/>
                    </a:ext>
                  </a:extLst>
                </p:cNvPr>
                <p:cNvPicPr/>
                <p:nvPr/>
              </p:nvPicPr>
              <p:blipFill>
                <a:blip r:embed="rId241"/>
                <a:stretch>
                  <a:fillRect/>
                </a:stretch>
              </p:blipFill>
              <p:spPr>
                <a:xfrm>
                  <a:off x="10828185" y="1049775"/>
                  <a:ext cx="482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61" name="Ink 60">
                  <a:extLst>
                    <a:ext uri="{FF2B5EF4-FFF2-40B4-BE49-F238E27FC236}">
                      <a16:creationId xmlns:a16="http://schemas.microsoft.com/office/drawing/2014/main" id="{5EBFFA3C-1C07-3518-AB31-BD43FCF87A59}"/>
                    </a:ext>
                  </a:extLst>
                </p14:cNvPr>
                <p14:cNvContentPartPr/>
                <p14:nvPr/>
              </p14:nvContentPartPr>
              <p14:xfrm>
                <a:off x="10981905" y="324015"/>
                <a:ext cx="148320" cy="344880"/>
              </p14:xfrm>
            </p:contentPart>
          </mc:Choice>
          <mc:Fallback xmlns="">
            <p:pic>
              <p:nvPicPr>
                <p:cNvPr id="61" name="Ink 60">
                  <a:extLst>
                    <a:ext uri="{FF2B5EF4-FFF2-40B4-BE49-F238E27FC236}">
                      <a16:creationId xmlns:a16="http://schemas.microsoft.com/office/drawing/2014/main" id="{5EBFFA3C-1C07-3518-AB31-BD43FCF87A59}"/>
                    </a:ext>
                  </a:extLst>
                </p:cNvPr>
                <p:cNvPicPr/>
                <p:nvPr/>
              </p:nvPicPr>
              <p:blipFill>
                <a:blip r:embed="rId243"/>
                <a:stretch>
                  <a:fillRect/>
                </a:stretch>
              </p:blipFill>
              <p:spPr>
                <a:xfrm>
                  <a:off x="10975785" y="317895"/>
                  <a:ext cx="16056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62" name="Ink 61">
                  <a:extLst>
                    <a:ext uri="{FF2B5EF4-FFF2-40B4-BE49-F238E27FC236}">
                      <a16:creationId xmlns:a16="http://schemas.microsoft.com/office/drawing/2014/main" id="{BA4F9982-0FE9-3D8E-00FF-F78341112863}"/>
                    </a:ext>
                  </a:extLst>
                </p14:cNvPr>
                <p14:cNvContentPartPr/>
                <p14:nvPr/>
              </p14:nvContentPartPr>
              <p14:xfrm>
                <a:off x="11271705" y="439215"/>
                <a:ext cx="68040" cy="196920"/>
              </p14:xfrm>
            </p:contentPart>
          </mc:Choice>
          <mc:Fallback xmlns="">
            <p:pic>
              <p:nvPicPr>
                <p:cNvPr id="62" name="Ink 61">
                  <a:extLst>
                    <a:ext uri="{FF2B5EF4-FFF2-40B4-BE49-F238E27FC236}">
                      <a16:creationId xmlns:a16="http://schemas.microsoft.com/office/drawing/2014/main" id="{BA4F9982-0FE9-3D8E-00FF-F78341112863}"/>
                    </a:ext>
                  </a:extLst>
                </p:cNvPr>
                <p:cNvPicPr/>
                <p:nvPr/>
              </p:nvPicPr>
              <p:blipFill>
                <a:blip r:embed="rId245"/>
                <a:stretch>
                  <a:fillRect/>
                </a:stretch>
              </p:blipFill>
              <p:spPr>
                <a:xfrm>
                  <a:off x="11265585" y="433095"/>
                  <a:ext cx="8028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63" name="Ink 62">
                  <a:extLst>
                    <a:ext uri="{FF2B5EF4-FFF2-40B4-BE49-F238E27FC236}">
                      <a16:creationId xmlns:a16="http://schemas.microsoft.com/office/drawing/2014/main" id="{189D0167-AB68-F171-8C69-24917885EFAA}"/>
                    </a:ext>
                  </a:extLst>
                </p14:cNvPr>
                <p14:cNvContentPartPr/>
                <p14:nvPr/>
              </p14:nvContentPartPr>
              <p14:xfrm>
                <a:off x="11424705" y="455055"/>
                <a:ext cx="247680" cy="363960"/>
              </p14:xfrm>
            </p:contentPart>
          </mc:Choice>
          <mc:Fallback xmlns="">
            <p:pic>
              <p:nvPicPr>
                <p:cNvPr id="63" name="Ink 62">
                  <a:extLst>
                    <a:ext uri="{FF2B5EF4-FFF2-40B4-BE49-F238E27FC236}">
                      <a16:creationId xmlns:a16="http://schemas.microsoft.com/office/drawing/2014/main" id="{189D0167-AB68-F171-8C69-24917885EFAA}"/>
                    </a:ext>
                  </a:extLst>
                </p:cNvPr>
                <p:cNvPicPr/>
                <p:nvPr/>
              </p:nvPicPr>
              <p:blipFill>
                <a:blip r:embed="rId247"/>
                <a:stretch>
                  <a:fillRect/>
                </a:stretch>
              </p:blipFill>
              <p:spPr>
                <a:xfrm>
                  <a:off x="11418585" y="448935"/>
                  <a:ext cx="25992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64" name="Ink 63">
                  <a:extLst>
                    <a:ext uri="{FF2B5EF4-FFF2-40B4-BE49-F238E27FC236}">
                      <a16:creationId xmlns:a16="http://schemas.microsoft.com/office/drawing/2014/main" id="{E579DE1D-AB0D-B5AE-A21B-E0F204FFE2E6}"/>
                    </a:ext>
                  </a:extLst>
                </p14:cNvPr>
                <p14:cNvContentPartPr/>
                <p14:nvPr/>
              </p14:nvContentPartPr>
              <p14:xfrm>
                <a:off x="11645745" y="542895"/>
                <a:ext cx="60840" cy="94680"/>
              </p14:xfrm>
            </p:contentPart>
          </mc:Choice>
          <mc:Fallback xmlns="">
            <p:pic>
              <p:nvPicPr>
                <p:cNvPr id="64" name="Ink 63">
                  <a:extLst>
                    <a:ext uri="{FF2B5EF4-FFF2-40B4-BE49-F238E27FC236}">
                      <a16:creationId xmlns:a16="http://schemas.microsoft.com/office/drawing/2014/main" id="{E579DE1D-AB0D-B5AE-A21B-E0F204FFE2E6}"/>
                    </a:ext>
                  </a:extLst>
                </p:cNvPr>
                <p:cNvPicPr/>
                <p:nvPr/>
              </p:nvPicPr>
              <p:blipFill>
                <a:blip r:embed="rId249"/>
                <a:stretch>
                  <a:fillRect/>
                </a:stretch>
              </p:blipFill>
              <p:spPr>
                <a:xfrm>
                  <a:off x="11639625" y="536775"/>
                  <a:ext cx="730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65" name="Ink 64">
                  <a:extLst>
                    <a:ext uri="{FF2B5EF4-FFF2-40B4-BE49-F238E27FC236}">
                      <a16:creationId xmlns:a16="http://schemas.microsoft.com/office/drawing/2014/main" id="{DBEC7877-5BEE-EB5C-1F98-437D7F1F0657}"/>
                    </a:ext>
                  </a:extLst>
                </p14:cNvPr>
                <p14:cNvContentPartPr/>
                <p14:nvPr/>
              </p14:nvContentPartPr>
              <p14:xfrm>
                <a:off x="11753385" y="543255"/>
                <a:ext cx="79200" cy="123840"/>
              </p14:xfrm>
            </p:contentPart>
          </mc:Choice>
          <mc:Fallback xmlns="">
            <p:pic>
              <p:nvPicPr>
                <p:cNvPr id="65" name="Ink 64">
                  <a:extLst>
                    <a:ext uri="{FF2B5EF4-FFF2-40B4-BE49-F238E27FC236}">
                      <a16:creationId xmlns:a16="http://schemas.microsoft.com/office/drawing/2014/main" id="{DBEC7877-5BEE-EB5C-1F98-437D7F1F0657}"/>
                    </a:ext>
                  </a:extLst>
                </p:cNvPr>
                <p:cNvPicPr/>
                <p:nvPr/>
              </p:nvPicPr>
              <p:blipFill>
                <a:blip r:embed="rId251"/>
                <a:stretch>
                  <a:fillRect/>
                </a:stretch>
              </p:blipFill>
              <p:spPr>
                <a:xfrm>
                  <a:off x="11747265" y="537135"/>
                  <a:ext cx="914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66" name="Ink 65">
                  <a:extLst>
                    <a:ext uri="{FF2B5EF4-FFF2-40B4-BE49-F238E27FC236}">
                      <a16:creationId xmlns:a16="http://schemas.microsoft.com/office/drawing/2014/main" id="{82623866-1FAF-7E20-8CB5-A57376E60707}"/>
                    </a:ext>
                  </a:extLst>
                </p14:cNvPr>
                <p14:cNvContentPartPr/>
                <p14:nvPr/>
              </p14:nvContentPartPr>
              <p14:xfrm>
                <a:off x="11683545" y="384495"/>
                <a:ext cx="266760" cy="468360"/>
              </p14:xfrm>
            </p:contentPart>
          </mc:Choice>
          <mc:Fallback xmlns="">
            <p:pic>
              <p:nvPicPr>
                <p:cNvPr id="66" name="Ink 65">
                  <a:extLst>
                    <a:ext uri="{FF2B5EF4-FFF2-40B4-BE49-F238E27FC236}">
                      <a16:creationId xmlns:a16="http://schemas.microsoft.com/office/drawing/2014/main" id="{82623866-1FAF-7E20-8CB5-A57376E60707}"/>
                    </a:ext>
                  </a:extLst>
                </p:cNvPr>
                <p:cNvPicPr/>
                <p:nvPr/>
              </p:nvPicPr>
              <p:blipFill>
                <a:blip r:embed="rId253"/>
                <a:stretch>
                  <a:fillRect/>
                </a:stretch>
              </p:blipFill>
              <p:spPr>
                <a:xfrm>
                  <a:off x="11677425" y="378375"/>
                  <a:ext cx="27900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67" name="Ink 66">
                  <a:extLst>
                    <a:ext uri="{FF2B5EF4-FFF2-40B4-BE49-F238E27FC236}">
                      <a16:creationId xmlns:a16="http://schemas.microsoft.com/office/drawing/2014/main" id="{F3C317AC-9FB2-D91E-D22A-268FA29D2582}"/>
                    </a:ext>
                  </a:extLst>
                </p14:cNvPr>
                <p14:cNvContentPartPr/>
                <p14:nvPr/>
              </p14:nvContentPartPr>
              <p14:xfrm>
                <a:off x="10887225" y="222135"/>
                <a:ext cx="276480" cy="605160"/>
              </p14:xfrm>
            </p:contentPart>
          </mc:Choice>
          <mc:Fallback xmlns="">
            <p:pic>
              <p:nvPicPr>
                <p:cNvPr id="67" name="Ink 66">
                  <a:extLst>
                    <a:ext uri="{FF2B5EF4-FFF2-40B4-BE49-F238E27FC236}">
                      <a16:creationId xmlns:a16="http://schemas.microsoft.com/office/drawing/2014/main" id="{F3C317AC-9FB2-D91E-D22A-268FA29D2582}"/>
                    </a:ext>
                  </a:extLst>
                </p:cNvPr>
                <p:cNvPicPr/>
                <p:nvPr/>
              </p:nvPicPr>
              <p:blipFill>
                <a:blip r:embed="rId255"/>
                <a:stretch>
                  <a:fillRect/>
                </a:stretch>
              </p:blipFill>
              <p:spPr>
                <a:xfrm>
                  <a:off x="10881105" y="216015"/>
                  <a:ext cx="288720"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68" name="Ink 67">
                  <a:extLst>
                    <a:ext uri="{FF2B5EF4-FFF2-40B4-BE49-F238E27FC236}">
                      <a16:creationId xmlns:a16="http://schemas.microsoft.com/office/drawing/2014/main" id="{28496D0A-1442-6B75-7DA4-AF49C5594097}"/>
                    </a:ext>
                  </a:extLst>
                </p14:cNvPr>
                <p14:cNvContentPartPr/>
                <p14:nvPr/>
              </p14:nvContentPartPr>
              <p14:xfrm>
                <a:off x="11980905" y="235455"/>
                <a:ext cx="207360" cy="225720"/>
              </p14:xfrm>
            </p:contentPart>
          </mc:Choice>
          <mc:Fallback xmlns="">
            <p:pic>
              <p:nvPicPr>
                <p:cNvPr id="68" name="Ink 67">
                  <a:extLst>
                    <a:ext uri="{FF2B5EF4-FFF2-40B4-BE49-F238E27FC236}">
                      <a16:creationId xmlns:a16="http://schemas.microsoft.com/office/drawing/2014/main" id="{28496D0A-1442-6B75-7DA4-AF49C5594097}"/>
                    </a:ext>
                  </a:extLst>
                </p:cNvPr>
                <p:cNvPicPr/>
                <p:nvPr/>
              </p:nvPicPr>
              <p:blipFill>
                <a:blip r:embed="rId257"/>
                <a:stretch>
                  <a:fillRect/>
                </a:stretch>
              </p:blipFill>
              <p:spPr>
                <a:xfrm>
                  <a:off x="11974785" y="229335"/>
                  <a:ext cx="2196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69" name="Ink 68">
                  <a:extLst>
                    <a:ext uri="{FF2B5EF4-FFF2-40B4-BE49-F238E27FC236}">
                      <a16:creationId xmlns:a16="http://schemas.microsoft.com/office/drawing/2014/main" id="{2C109E5E-21AE-3F0D-652B-E76D0FDB3EFB}"/>
                    </a:ext>
                  </a:extLst>
                </p14:cNvPr>
                <p14:cNvContentPartPr/>
                <p14:nvPr/>
              </p14:nvContentPartPr>
              <p14:xfrm>
                <a:off x="12173865" y="469095"/>
                <a:ext cx="14040" cy="18720"/>
              </p14:xfrm>
            </p:contentPart>
          </mc:Choice>
          <mc:Fallback xmlns="">
            <p:pic>
              <p:nvPicPr>
                <p:cNvPr id="69" name="Ink 68">
                  <a:extLst>
                    <a:ext uri="{FF2B5EF4-FFF2-40B4-BE49-F238E27FC236}">
                      <a16:creationId xmlns:a16="http://schemas.microsoft.com/office/drawing/2014/main" id="{2C109E5E-21AE-3F0D-652B-E76D0FDB3EFB}"/>
                    </a:ext>
                  </a:extLst>
                </p:cNvPr>
                <p:cNvPicPr/>
                <p:nvPr/>
              </p:nvPicPr>
              <p:blipFill>
                <a:blip r:embed="rId259"/>
                <a:stretch>
                  <a:fillRect/>
                </a:stretch>
              </p:blipFill>
              <p:spPr>
                <a:xfrm>
                  <a:off x="12167745" y="462975"/>
                  <a:ext cx="262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84" name="Ink 183">
                  <a:extLst>
                    <a:ext uri="{FF2B5EF4-FFF2-40B4-BE49-F238E27FC236}">
                      <a16:creationId xmlns:a16="http://schemas.microsoft.com/office/drawing/2014/main" id="{DEBBC258-9841-813D-7E29-BF2A6F45F319}"/>
                    </a:ext>
                  </a:extLst>
                </p14:cNvPr>
                <p14:cNvContentPartPr/>
                <p14:nvPr/>
              </p14:nvContentPartPr>
              <p14:xfrm>
                <a:off x="11221665" y="891405"/>
                <a:ext cx="223200" cy="54720"/>
              </p14:xfrm>
            </p:contentPart>
          </mc:Choice>
          <mc:Fallback xmlns="">
            <p:pic>
              <p:nvPicPr>
                <p:cNvPr id="184" name="Ink 183">
                  <a:extLst>
                    <a:ext uri="{FF2B5EF4-FFF2-40B4-BE49-F238E27FC236}">
                      <a16:creationId xmlns:a16="http://schemas.microsoft.com/office/drawing/2014/main" id="{DEBBC258-9841-813D-7E29-BF2A6F45F319}"/>
                    </a:ext>
                  </a:extLst>
                </p:cNvPr>
                <p:cNvPicPr/>
                <p:nvPr/>
              </p:nvPicPr>
              <p:blipFill>
                <a:blip r:embed="rId261"/>
                <a:stretch>
                  <a:fillRect/>
                </a:stretch>
              </p:blipFill>
              <p:spPr>
                <a:xfrm>
                  <a:off x="11215545" y="885285"/>
                  <a:ext cx="2354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85" name="Ink 184">
                  <a:extLst>
                    <a:ext uri="{FF2B5EF4-FFF2-40B4-BE49-F238E27FC236}">
                      <a16:creationId xmlns:a16="http://schemas.microsoft.com/office/drawing/2014/main" id="{69B2046B-4CEC-3525-177D-2FFEF27430CD}"/>
                    </a:ext>
                  </a:extLst>
                </p14:cNvPr>
                <p14:cNvContentPartPr/>
                <p14:nvPr/>
              </p14:nvContentPartPr>
              <p14:xfrm>
                <a:off x="11397705" y="841005"/>
                <a:ext cx="16200" cy="21960"/>
              </p14:xfrm>
            </p:contentPart>
          </mc:Choice>
          <mc:Fallback xmlns="">
            <p:pic>
              <p:nvPicPr>
                <p:cNvPr id="185" name="Ink 184">
                  <a:extLst>
                    <a:ext uri="{FF2B5EF4-FFF2-40B4-BE49-F238E27FC236}">
                      <a16:creationId xmlns:a16="http://schemas.microsoft.com/office/drawing/2014/main" id="{69B2046B-4CEC-3525-177D-2FFEF27430CD}"/>
                    </a:ext>
                  </a:extLst>
                </p:cNvPr>
                <p:cNvPicPr/>
                <p:nvPr/>
              </p:nvPicPr>
              <p:blipFill>
                <a:blip r:embed="rId263"/>
                <a:stretch>
                  <a:fillRect/>
                </a:stretch>
              </p:blipFill>
              <p:spPr>
                <a:xfrm>
                  <a:off x="11391585" y="834885"/>
                  <a:ext cx="2844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86" name="Ink 185">
                  <a:extLst>
                    <a:ext uri="{FF2B5EF4-FFF2-40B4-BE49-F238E27FC236}">
                      <a16:creationId xmlns:a16="http://schemas.microsoft.com/office/drawing/2014/main" id="{52112D13-A68D-A49B-4161-C582D45E48F6}"/>
                    </a:ext>
                  </a:extLst>
                </p14:cNvPr>
                <p14:cNvContentPartPr/>
                <p14:nvPr/>
              </p14:nvContentPartPr>
              <p14:xfrm>
                <a:off x="11450265" y="832725"/>
                <a:ext cx="106560" cy="12600"/>
              </p14:xfrm>
            </p:contentPart>
          </mc:Choice>
          <mc:Fallback xmlns="">
            <p:pic>
              <p:nvPicPr>
                <p:cNvPr id="186" name="Ink 185">
                  <a:extLst>
                    <a:ext uri="{FF2B5EF4-FFF2-40B4-BE49-F238E27FC236}">
                      <a16:creationId xmlns:a16="http://schemas.microsoft.com/office/drawing/2014/main" id="{52112D13-A68D-A49B-4161-C582D45E48F6}"/>
                    </a:ext>
                  </a:extLst>
                </p:cNvPr>
                <p:cNvPicPr/>
                <p:nvPr/>
              </p:nvPicPr>
              <p:blipFill>
                <a:blip r:embed="rId265"/>
                <a:stretch>
                  <a:fillRect/>
                </a:stretch>
              </p:blipFill>
              <p:spPr>
                <a:xfrm>
                  <a:off x="11444145" y="826605"/>
                  <a:ext cx="1188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96" name="Ink 195">
                  <a:extLst>
                    <a:ext uri="{FF2B5EF4-FFF2-40B4-BE49-F238E27FC236}">
                      <a16:creationId xmlns:a16="http://schemas.microsoft.com/office/drawing/2014/main" id="{43D50D20-697A-D78B-E145-A6C6E2BD724A}"/>
                    </a:ext>
                  </a:extLst>
                </p14:cNvPr>
                <p14:cNvContentPartPr/>
                <p14:nvPr/>
              </p14:nvContentPartPr>
              <p14:xfrm>
                <a:off x="12011505" y="514125"/>
                <a:ext cx="42120" cy="39960"/>
              </p14:xfrm>
            </p:contentPart>
          </mc:Choice>
          <mc:Fallback xmlns="">
            <p:pic>
              <p:nvPicPr>
                <p:cNvPr id="196" name="Ink 195">
                  <a:extLst>
                    <a:ext uri="{FF2B5EF4-FFF2-40B4-BE49-F238E27FC236}">
                      <a16:creationId xmlns:a16="http://schemas.microsoft.com/office/drawing/2014/main" id="{43D50D20-697A-D78B-E145-A6C6E2BD724A}"/>
                    </a:ext>
                  </a:extLst>
                </p:cNvPr>
                <p:cNvPicPr/>
                <p:nvPr/>
              </p:nvPicPr>
              <p:blipFill>
                <a:blip r:embed="rId267"/>
                <a:stretch>
                  <a:fillRect/>
                </a:stretch>
              </p:blipFill>
              <p:spPr>
                <a:xfrm>
                  <a:off x="12005385" y="508005"/>
                  <a:ext cx="5436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97" name="Ink 196">
                  <a:extLst>
                    <a:ext uri="{FF2B5EF4-FFF2-40B4-BE49-F238E27FC236}">
                      <a16:creationId xmlns:a16="http://schemas.microsoft.com/office/drawing/2014/main" id="{B3B9159B-D4A8-B509-D6D7-96D129D89A8F}"/>
                    </a:ext>
                  </a:extLst>
                </p14:cNvPr>
                <p14:cNvContentPartPr/>
                <p14:nvPr/>
              </p14:nvContentPartPr>
              <p14:xfrm>
                <a:off x="11755545" y="752445"/>
                <a:ext cx="38160" cy="12600"/>
              </p14:xfrm>
            </p:contentPart>
          </mc:Choice>
          <mc:Fallback xmlns="">
            <p:pic>
              <p:nvPicPr>
                <p:cNvPr id="197" name="Ink 196">
                  <a:extLst>
                    <a:ext uri="{FF2B5EF4-FFF2-40B4-BE49-F238E27FC236}">
                      <a16:creationId xmlns:a16="http://schemas.microsoft.com/office/drawing/2014/main" id="{B3B9159B-D4A8-B509-D6D7-96D129D89A8F}"/>
                    </a:ext>
                  </a:extLst>
                </p:cNvPr>
                <p:cNvPicPr/>
                <p:nvPr/>
              </p:nvPicPr>
              <p:blipFill>
                <a:blip r:embed="rId269"/>
                <a:stretch>
                  <a:fillRect/>
                </a:stretch>
              </p:blipFill>
              <p:spPr>
                <a:xfrm>
                  <a:off x="11749425" y="746325"/>
                  <a:ext cx="504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98" name="Ink 197">
                  <a:extLst>
                    <a:ext uri="{FF2B5EF4-FFF2-40B4-BE49-F238E27FC236}">
                      <a16:creationId xmlns:a16="http://schemas.microsoft.com/office/drawing/2014/main" id="{7449505E-87DD-0F1B-08F2-A2E8390B8914}"/>
                    </a:ext>
                  </a:extLst>
                </p14:cNvPr>
                <p14:cNvContentPartPr/>
                <p14:nvPr/>
              </p14:nvContentPartPr>
              <p14:xfrm>
                <a:off x="11538465" y="826605"/>
                <a:ext cx="42480" cy="25200"/>
              </p14:xfrm>
            </p:contentPart>
          </mc:Choice>
          <mc:Fallback xmlns="">
            <p:pic>
              <p:nvPicPr>
                <p:cNvPr id="198" name="Ink 197">
                  <a:extLst>
                    <a:ext uri="{FF2B5EF4-FFF2-40B4-BE49-F238E27FC236}">
                      <a16:creationId xmlns:a16="http://schemas.microsoft.com/office/drawing/2014/main" id="{7449505E-87DD-0F1B-08F2-A2E8390B8914}"/>
                    </a:ext>
                  </a:extLst>
                </p:cNvPr>
                <p:cNvPicPr/>
                <p:nvPr/>
              </p:nvPicPr>
              <p:blipFill>
                <a:blip r:embed="rId271"/>
                <a:stretch>
                  <a:fillRect/>
                </a:stretch>
              </p:blipFill>
              <p:spPr>
                <a:xfrm>
                  <a:off x="11532345" y="820485"/>
                  <a:ext cx="54720" cy="37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2">
            <p14:nvContentPartPr>
              <p14:cNvPr id="200" name="Ink 199">
                <a:extLst>
                  <a:ext uri="{FF2B5EF4-FFF2-40B4-BE49-F238E27FC236}">
                    <a16:creationId xmlns:a16="http://schemas.microsoft.com/office/drawing/2014/main" id="{9127D0F8-88C7-ECCD-2E33-0FFDAADB66E0}"/>
                  </a:ext>
                </a:extLst>
              </p14:cNvPr>
              <p14:cNvContentPartPr/>
              <p14:nvPr/>
            </p14:nvContentPartPr>
            <p14:xfrm>
              <a:off x="7001745" y="1162845"/>
              <a:ext cx="23040" cy="25920"/>
            </p14:xfrm>
          </p:contentPart>
        </mc:Choice>
        <mc:Fallback xmlns="">
          <p:pic>
            <p:nvPicPr>
              <p:cNvPr id="200" name="Ink 199">
                <a:extLst>
                  <a:ext uri="{FF2B5EF4-FFF2-40B4-BE49-F238E27FC236}">
                    <a16:creationId xmlns:a16="http://schemas.microsoft.com/office/drawing/2014/main" id="{9127D0F8-88C7-ECCD-2E33-0FFDAADB66E0}"/>
                  </a:ext>
                </a:extLst>
              </p:cNvPr>
              <p:cNvPicPr/>
              <p:nvPr/>
            </p:nvPicPr>
            <p:blipFill>
              <a:blip r:embed="rId273"/>
              <a:stretch>
                <a:fillRect/>
              </a:stretch>
            </p:blipFill>
            <p:spPr>
              <a:xfrm>
                <a:off x="6995625" y="1156725"/>
                <a:ext cx="352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206" name="Ink 205">
                <a:extLst>
                  <a:ext uri="{FF2B5EF4-FFF2-40B4-BE49-F238E27FC236}">
                    <a16:creationId xmlns:a16="http://schemas.microsoft.com/office/drawing/2014/main" id="{7036E769-4108-61D7-4C30-D681AD17E08C}"/>
                  </a:ext>
                </a:extLst>
              </p14:cNvPr>
              <p14:cNvContentPartPr/>
              <p14:nvPr/>
            </p14:nvContentPartPr>
            <p14:xfrm>
              <a:off x="428505" y="3676725"/>
              <a:ext cx="2902320" cy="720"/>
            </p14:xfrm>
          </p:contentPart>
        </mc:Choice>
        <mc:Fallback xmlns="">
          <p:pic>
            <p:nvPicPr>
              <p:cNvPr id="206" name="Ink 205">
                <a:extLst>
                  <a:ext uri="{FF2B5EF4-FFF2-40B4-BE49-F238E27FC236}">
                    <a16:creationId xmlns:a16="http://schemas.microsoft.com/office/drawing/2014/main" id="{7036E769-4108-61D7-4C30-D681AD17E08C}"/>
                  </a:ext>
                </a:extLst>
              </p:cNvPr>
              <p:cNvPicPr/>
              <p:nvPr/>
            </p:nvPicPr>
            <p:blipFill>
              <a:blip r:embed="rId275"/>
              <a:stretch>
                <a:fillRect/>
              </a:stretch>
            </p:blipFill>
            <p:spPr>
              <a:xfrm>
                <a:off x="422385" y="3664485"/>
                <a:ext cx="29145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207" name="Ink 206">
                <a:extLst>
                  <a:ext uri="{FF2B5EF4-FFF2-40B4-BE49-F238E27FC236}">
                    <a16:creationId xmlns:a16="http://schemas.microsoft.com/office/drawing/2014/main" id="{29D4262D-A5C3-A222-51D5-E7A93C6DC695}"/>
                  </a:ext>
                </a:extLst>
              </p14:cNvPr>
              <p14:cNvContentPartPr/>
              <p14:nvPr/>
            </p14:nvContentPartPr>
            <p14:xfrm>
              <a:off x="389985" y="2290005"/>
              <a:ext cx="2002320" cy="1389600"/>
            </p14:xfrm>
          </p:contentPart>
        </mc:Choice>
        <mc:Fallback xmlns="">
          <p:pic>
            <p:nvPicPr>
              <p:cNvPr id="207" name="Ink 206">
                <a:extLst>
                  <a:ext uri="{FF2B5EF4-FFF2-40B4-BE49-F238E27FC236}">
                    <a16:creationId xmlns:a16="http://schemas.microsoft.com/office/drawing/2014/main" id="{29D4262D-A5C3-A222-51D5-E7A93C6DC695}"/>
                  </a:ext>
                </a:extLst>
              </p:cNvPr>
              <p:cNvPicPr/>
              <p:nvPr/>
            </p:nvPicPr>
            <p:blipFill>
              <a:blip r:embed="rId277"/>
              <a:stretch>
                <a:fillRect/>
              </a:stretch>
            </p:blipFill>
            <p:spPr>
              <a:xfrm>
                <a:off x="383865" y="2283885"/>
                <a:ext cx="2014560" cy="1401840"/>
              </a:xfrm>
              <a:prstGeom prst="rect">
                <a:avLst/>
              </a:prstGeom>
            </p:spPr>
          </p:pic>
        </mc:Fallback>
      </mc:AlternateContent>
      <p:grpSp>
        <p:nvGrpSpPr>
          <p:cNvPr id="223" name="Group 222">
            <a:extLst>
              <a:ext uri="{FF2B5EF4-FFF2-40B4-BE49-F238E27FC236}">
                <a16:creationId xmlns:a16="http://schemas.microsoft.com/office/drawing/2014/main" id="{7BDBF2BF-4263-0DEF-7DBD-885013ED4AF8}"/>
              </a:ext>
            </a:extLst>
          </p:cNvPr>
          <p:cNvGrpSpPr/>
          <p:nvPr/>
        </p:nvGrpSpPr>
        <p:grpSpPr>
          <a:xfrm>
            <a:off x="428145" y="2008320"/>
            <a:ext cx="2376000" cy="1661760"/>
            <a:chOff x="428145" y="2008320"/>
            <a:chExt cx="2376000" cy="1661760"/>
          </a:xfrm>
        </p:grpSpPr>
        <mc:AlternateContent xmlns:mc="http://schemas.openxmlformats.org/markup-compatibility/2006" xmlns:p14="http://schemas.microsoft.com/office/powerpoint/2010/main">
          <mc:Choice Requires="p14">
            <p:contentPart p14:bwMode="auto" r:id="rId278">
              <p14:nvContentPartPr>
                <p14:cNvPr id="208" name="Ink 207">
                  <a:extLst>
                    <a:ext uri="{FF2B5EF4-FFF2-40B4-BE49-F238E27FC236}">
                      <a16:creationId xmlns:a16="http://schemas.microsoft.com/office/drawing/2014/main" id="{0F782FCB-EF3B-A9BF-B74E-F5031611970A}"/>
                    </a:ext>
                  </a:extLst>
                </p14:cNvPr>
                <p14:cNvContentPartPr/>
                <p14:nvPr/>
              </p14:nvContentPartPr>
              <p14:xfrm>
                <a:off x="431745" y="3141960"/>
                <a:ext cx="273600" cy="95040"/>
              </p14:xfrm>
            </p:contentPart>
          </mc:Choice>
          <mc:Fallback xmlns="">
            <p:pic>
              <p:nvPicPr>
                <p:cNvPr id="208" name="Ink 207">
                  <a:extLst>
                    <a:ext uri="{FF2B5EF4-FFF2-40B4-BE49-F238E27FC236}">
                      <a16:creationId xmlns:a16="http://schemas.microsoft.com/office/drawing/2014/main" id="{0F782FCB-EF3B-A9BF-B74E-F5031611970A}"/>
                    </a:ext>
                  </a:extLst>
                </p:cNvPr>
                <p:cNvPicPr/>
                <p:nvPr/>
              </p:nvPicPr>
              <p:blipFill>
                <a:blip r:embed="rId279"/>
                <a:stretch>
                  <a:fillRect/>
                </a:stretch>
              </p:blipFill>
              <p:spPr>
                <a:xfrm>
                  <a:off x="425625" y="3135840"/>
                  <a:ext cx="2858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09" name="Ink 208">
                  <a:extLst>
                    <a:ext uri="{FF2B5EF4-FFF2-40B4-BE49-F238E27FC236}">
                      <a16:creationId xmlns:a16="http://schemas.microsoft.com/office/drawing/2014/main" id="{38277915-0823-CE92-F2B0-8D0C2C638FFB}"/>
                    </a:ext>
                  </a:extLst>
                </p14:cNvPr>
                <p14:cNvContentPartPr/>
                <p14:nvPr/>
              </p14:nvContentPartPr>
              <p14:xfrm>
                <a:off x="1011345" y="3037200"/>
                <a:ext cx="175320" cy="45720"/>
              </p14:xfrm>
            </p:contentPart>
          </mc:Choice>
          <mc:Fallback xmlns="">
            <p:pic>
              <p:nvPicPr>
                <p:cNvPr id="209" name="Ink 208">
                  <a:extLst>
                    <a:ext uri="{FF2B5EF4-FFF2-40B4-BE49-F238E27FC236}">
                      <a16:creationId xmlns:a16="http://schemas.microsoft.com/office/drawing/2014/main" id="{38277915-0823-CE92-F2B0-8D0C2C638FFB}"/>
                    </a:ext>
                  </a:extLst>
                </p:cNvPr>
                <p:cNvPicPr/>
                <p:nvPr/>
              </p:nvPicPr>
              <p:blipFill>
                <a:blip r:embed="rId281"/>
                <a:stretch>
                  <a:fillRect/>
                </a:stretch>
              </p:blipFill>
              <p:spPr>
                <a:xfrm>
                  <a:off x="1005225" y="3031080"/>
                  <a:ext cx="187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10" name="Ink 209">
                  <a:extLst>
                    <a:ext uri="{FF2B5EF4-FFF2-40B4-BE49-F238E27FC236}">
                      <a16:creationId xmlns:a16="http://schemas.microsoft.com/office/drawing/2014/main" id="{6A9FCF47-1037-D959-C06D-7CE0B855BCA3}"/>
                    </a:ext>
                  </a:extLst>
                </p14:cNvPr>
                <p14:cNvContentPartPr/>
                <p14:nvPr/>
              </p14:nvContentPartPr>
              <p14:xfrm>
                <a:off x="1300425" y="2961960"/>
                <a:ext cx="149040" cy="37440"/>
              </p14:xfrm>
            </p:contentPart>
          </mc:Choice>
          <mc:Fallback xmlns="">
            <p:pic>
              <p:nvPicPr>
                <p:cNvPr id="210" name="Ink 209">
                  <a:extLst>
                    <a:ext uri="{FF2B5EF4-FFF2-40B4-BE49-F238E27FC236}">
                      <a16:creationId xmlns:a16="http://schemas.microsoft.com/office/drawing/2014/main" id="{6A9FCF47-1037-D959-C06D-7CE0B855BCA3}"/>
                    </a:ext>
                  </a:extLst>
                </p:cNvPr>
                <p:cNvPicPr/>
                <p:nvPr/>
              </p:nvPicPr>
              <p:blipFill>
                <a:blip r:embed="rId283"/>
                <a:stretch>
                  <a:fillRect/>
                </a:stretch>
              </p:blipFill>
              <p:spPr>
                <a:xfrm>
                  <a:off x="1294305" y="2955840"/>
                  <a:ext cx="1612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11" name="Ink 210">
                  <a:extLst>
                    <a:ext uri="{FF2B5EF4-FFF2-40B4-BE49-F238E27FC236}">
                      <a16:creationId xmlns:a16="http://schemas.microsoft.com/office/drawing/2014/main" id="{7E2BFDAD-037D-978C-B9AE-56F030D25836}"/>
                    </a:ext>
                  </a:extLst>
                </p14:cNvPr>
                <p14:cNvContentPartPr/>
                <p14:nvPr/>
              </p14:nvContentPartPr>
              <p14:xfrm>
                <a:off x="1694625" y="2727600"/>
                <a:ext cx="839520" cy="184320"/>
              </p14:xfrm>
            </p:contentPart>
          </mc:Choice>
          <mc:Fallback xmlns="">
            <p:pic>
              <p:nvPicPr>
                <p:cNvPr id="211" name="Ink 210">
                  <a:extLst>
                    <a:ext uri="{FF2B5EF4-FFF2-40B4-BE49-F238E27FC236}">
                      <a16:creationId xmlns:a16="http://schemas.microsoft.com/office/drawing/2014/main" id="{7E2BFDAD-037D-978C-B9AE-56F030D25836}"/>
                    </a:ext>
                  </a:extLst>
                </p:cNvPr>
                <p:cNvPicPr/>
                <p:nvPr/>
              </p:nvPicPr>
              <p:blipFill>
                <a:blip r:embed="rId285"/>
                <a:stretch>
                  <a:fillRect/>
                </a:stretch>
              </p:blipFill>
              <p:spPr>
                <a:xfrm>
                  <a:off x="1688505" y="2721480"/>
                  <a:ext cx="85176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13" name="Ink 212">
                  <a:extLst>
                    <a:ext uri="{FF2B5EF4-FFF2-40B4-BE49-F238E27FC236}">
                      <a16:creationId xmlns:a16="http://schemas.microsoft.com/office/drawing/2014/main" id="{95549F9A-C5EB-DFCC-8B0C-0B59A4B11016}"/>
                    </a:ext>
                  </a:extLst>
                </p14:cNvPr>
                <p14:cNvContentPartPr/>
                <p14:nvPr/>
              </p14:nvContentPartPr>
              <p14:xfrm>
                <a:off x="722265" y="3344640"/>
                <a:ext cx="297360" cy="325440"/>
              </p14:xfrm>
            </p:contentPart>
          </mc:Choice>
          <mc:Fallback xmlns="">
            <p:pic>
              <p:nvPicPr>
                <p:cNvPr id="213" name="Ink 212">
                  <a:extLst>
                    <a:ext uri="{FF2B5EF4-FFF2-40B4-BE49-F238E27FC236}">
                      <a16:creationId xmlns:a16="http://schemas.microsoft.com/office/drawing/2014/main" id="{95549F9A-C5EB-DFCC-8B0C-0B59A4B11016}"/>
                    </a:ext>
                  </a:extLst>
                </p:cNvPr>
                <p:cNvPicPr/>
                <p:nvPr/>
              </p:nvPicPr>
              <p:blipFill>
                <a:blip r:embed="rId287"/>
                <a:stretch>
                  <a:fillRect/>
                </a:stretch>
              </p:blipFill>
              <p:spPr>
                <a:xfrm>
                  <a:off x="716145" y="3338520"/>
                  <a:ext cx="30960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14" name="Ink 213">
                  <a:extLst>
                    <a:ext uri="{FF2B5EF4-FFF2-40B4-BE49-F238E27FC236}">
                      <a16:creationId xmlns:a16="http://schemas.microsoft.com/office/drawing/2014/main" id="{3069788A-684B-6145-DB99-9CA6F48976EE}"/>
                    </a:ext>
                  </a:extLst>
                </p14:cNvPr>
                <p14:cNvContentPartPr/>
                <p14:nvPr/>
              </p14:nvContentPartPr>
              <p14:xfrm>
                <a:off x="1238145" y="3115320"/>
                <a:ext cx="194040" cy="167040"/>
              </p14:xfrm>
            </p:contentPart>
          </mc:Choice>
          <mc:Fallback xmlns="">
            <p:pic>
              <p:nvPicPr>
                <p:cNvPr id="214" name="Ink 213">
                  <a:extLst>
                    <a:ext uri="{FF2B5EF4-FFF2-40B4-BE49-F238E27FC236}">
                      <a16:creationId xmlns:a16="http://schemas.microsoft.com/office/drawing/2014/main" id="{3069788A-684B-6145-DB99-9CA6F48976EE}"/>
                    </a:ext>
                  </a:extLst>
                </p:cNvPr>
                <p:cNvPicPr/>
                <p:nvPr/>
              </p:nvPicPr>
              <p:blipFill>
                <a:blip r:embed="rId289"/>
                <a:stretch>
                  <a:fillRect/>
                </a:stretch>
              </p:blipFill>
              <p:spPr>
                <a:xfrm>
                  <a:off x="1232025" y="3109200"/>
                  <a:ext cx="2062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15" name="Ink 214">
                  <a:extLst>
                    <a:ext uri="{FF2B5EF4-FFF2-40B4-BE49-F238E27FC236}">
                      <a16:creationId xmlns:a16="http://schemas.microsoft.com/office/drawing/2014/main" id="{2ED432E3-26EE-DDA4-4080-65FA3FE1038A}"/>
                    </a:ext>
                  </a:extLst>
                </p14:cNvPr>
                <p14:cNvContentPartPr/>
                <p14:nvPr/>
              </p14:nvContentPartPr>
              <p14:xfrm>
                <a:off x="1562145" y="2728680"/>
                <a:ext cx="171720" cy="198720"/>
              </p14:xfrm>
            </p:contentPart>
          </mc:Choice>
          <mc:Fallback xmlns="">
            <p:pic>
              <p:nvPicPr>
                <p:cNvPr id="215" name="Ink 214">
                  <a:extLst>
                    <a:ext uri="{FF2B5EF4-FFF2-40B4-BE49-F238E27FC236}">
                      <a16:creationId xmlns:a16="http://schemas.microsoft.com/office/drawing/2014/main" id="{2ED432E3-26EE-DDA4-4080-65FA3FE1038A}"/>
                    </a:ext>
                  </a:extLst>
                </p:cNvPr>
                <p:cNvPicPr/>
                <p:nvPr/>
              </p:nvPicPr>
              <p:blipFill>
                <a:blip r:embed="rId291"/>
                <a:stretch>
                  <a:fillRect/>
                </a:stretch>
              </p:blipFill>
              <p:spPr>
                <a:xfrm>
                  <a:off x="1556025" y="2722560"/>
                  <a:ext cx="1839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16" name="Ink 215">
                  <a:extLst>
                    <a:ext uri="{FF2B5EF4-FFF2-40B4-BE49-F238E27FC236}">
                      <a16:creationId xmlns:a16="http://schemas.microsoft.com/office/drawing/2014/main" id="{4E25C1BB-161B-4EBF-C283-85284066A1C6}"/>
                    </a:ext>
                  </a:extLst>
                </p14:cNvPr>
                <p14:cNvContentPartPr/>
                <p14:nvPr/>
              </p14:nvContentPartPr>
              <p14:xfrm>
                <a:off x="1808025" y="2279040"/>
                <a:ext cx="186840" cy="276120"/>
              </p14:xfrm>
            </p:contentPart>
          </mc:Choice>
          <mc:Fallback xmlns="">
            <p:pic>
              <p:nvPicPr>
                <p:cNvPr id="216" name="Ink 215">
                  <a:extLst>
                    <a:ext uri="{FF2B5EF4-FFF2-40B4-BE49-F238E27FC236}">
                      <a16:creationId xmlns:a16="http://schemas.microsoft.com/office/drawing/2014/main" id="{4E25C1BB-161B-4EBF-C283-85284066A1C6}"/>
                    </a:ext>
                  </a:extLst>
                </p:cNvPr>
                <p:cNvPicPr/>
                <p:nvPr/>
              </p:nvPicPr>
              <p:blipFill>
                <a:blip r:embed="rId293"/>
                <a:stretch>
                  <a:fillRect/>
                </a:stretch>
              </p:blipFill>
              <p:spPr>
                <a:xfrm>
                  <a:off x="1801905" y="2272920"/>
                  <a:ext cx="1990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17" name="Ink 216">
                  <a:extLst>
                    <a:ext uri="{FF2B5EF4-FFF2-40B4-BE49-F238E27FC236}">
                      <a16:creationId xmlns:a16="http://schemas.microsoft.com/office/drawing/2014/main" id="{4E17ECD5-DD81-0DA1-8604-1B83FCB27D6F}"/>
                    </a:ext>
                  </a:extLst>
                </p14:cNvPr>
                <p14:cNvContentPartPr/>
                <p14:nvPr/>
              </p14:nvContentPartPr>
              <p14:xfrm>
                <a:off x="2019345" y="2008320"/>
                <a:ext cx="236880" cy="232920"/>
              </p14:xfrm>
            </p:contentPart>
          </mc:Choice>
          <mc:Fallback xmlns="">
            <p:pic>
              <p:nvPicPr>
                <p:cNvPr id="217" name="Ink 216">
                  <a:extLst>
                    <a:ext uri="{FF2B5EF4-FFF2-40B4-BE49-F238E27FC236}">
                      <a16:creationId xmlns:a16="http://schemas.microsoft.com/office/drawing/2014/main" id="{4E17ECD5-DD81-0DA1-8604-1B83FCB27D6F}"/>
                    </a:ext>
                  </a:extLst>
                </p:cNvPr>
                <p:cNvPicPr/>
                <p:nvPr/>
              </p:nvPicPr>
              <p:blipFill>
                <a:blip r:embed="rId295"/>
                <a:stretch>
                  <a:fillRect/>
                </a:stretch>
              </p:blipFill>
              <p:spPr>
                <a:xfrm>
                  <a:off x="2013225" y="2002200"/>
                  <a:ext cx="2491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18" name="Ink 217">
                  <a:extLst>
                    <a:ext uri="{FF2B5EF4-FFF2-40B4-BE49-F238E27FC236}">
                      <a16:creationId xmlns:a16="http://schemas.microsoft.com/office/drawing/2014/main" id="{50B87B1E-7403-9B18-F17B-AC01C7403D50}"/>
                    </a:ext>
                  </a:extLst>
                </p14:cNvPr>
                <p14:cNvContentPartPr/>
                <p14:nvPr/>
              </p14:nvContentPartPr>
              <p14:xfrm>
                <a:off x="428145" y="2829480"/>
                <a:ext cx="624600" cy="151560"/>
              </p14:xfrm>
            </p:contentPart>
          </mc:Choice>
          <mc:Fallback xmlns="">
            <p:pic>
              <p:nvPicPr>
                <p:cNvPr id="218" name="Ink 217">
                  <a:extLst>
                    <a:ext uri="{FF2B5EF4-FFF2-40B4-BE49-F238E27FC236}">
                      <a16:creationId xmlns:a16="http://schemas.microsoft.com/office/drawing/2014/main" id="{50B87B1E-7403-9B18-F17B-AC01C7403D50}"/>
                    </a:ext>
                  </a:extLst>
                </p:cNvPr>
                <p:cNvPicPr/>
                <p:nvPr/>
              </p:nvPicPr>
              <p:blipFill>
                <a:blip r:embed="rId297"/>
                <a:stretch>
                  <a:fillRect/>
                </a:stretch>
              </p:blipFill>
              <p:spPr>
                <a:xfrm>
                  <a:off x="422025" y="2823360"/>
                  <a:ext cx="6368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19" name="Ink 218">
                  <a:extLst>
                    <a:ext uri="{FF2B5EF4-FFF2-40B4-BE49-F238E27FC236}">
                      <a16:creationId xmlns:a16="http://schemas.microsoft.com/office/drawing/2014/main" id="{EE6301AF-D972-415E-1DAA-EA16CCF503B9}"/>
                    </a:ext>
                  </a:extLst>
                </p14:cNvPr>
                <p14:cNvContentPartPr/>
                <p14:nvPr/>
              </p14:nvContentPartPr>
              <p14:xfrm>
                <a:off x="1270905" y="2698800"/>
                <a:ext cx="554760" cy="117720"/>
              </p14:xfrm>
            </p:contentPart>
          </mc:Choice>
          <mc:Fallback xmlns="">
            <p:pic>
              <p:nvPicPr>
                <p:cNvPr id="219" name="Ink 218">
                  <a:extLst>
                    <a:ext uri="{FF2B5EF4-FFF2-40B4-BE49-F238E27FC236}">
                      <a16:creationId xmlns:a16="http://schemas.microsoft.com/office/drawing/2014/main" id="{EE6301AF-D972-415E-1DAA-EA16CCF503B9}"/>
                    </a:ext>
                  </a:extLst>
                </p:cNvPr>
                <p:cNvPicPr/>
                <p:nvPr/>
              </p:nvPicPr>
              <p:blipFill>
                <a:blip r:embed="rId299"/>
                <a:stretch>
                  <a:fillRect/>
                </a:stretch>
              </p:blipFill>
              <p:spPr>
                <a:xfrm>
                  <a:off x="1264785" y="2692680"/>
                  <a:ext cx="5670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20" name="Ink 219">
                  <a:extLst>
                    <a:ext uri="{FF2B5EF4-FFF2-40B4-BE49-F238E27FC236}">
                      <a16:creationId xmlns:a16="http://schemas.microsoft.com/office/drawing/2014/main" id="{FF37AA2F-C84D-0B31-EFB6-3E36CEACF5D3}"/>
                    </a:ext>
                  </a:extLst>
                </p14:cNvPr>
                <p14:cNvContentPartPr/>
                <p14:nvPr/>
              </p14:nvContentPartPr>
              <p14:xfrm>
                <a:off x="1944825" y="2539320"/>
                <a:ext cx="859320" cy="177480"/>
              </p14:xfrm>
            </p:contentPart>
          </mc:Choice>
          <mc:Fallback xmlns="">
            <p:pic>
              <p:nvPicPr>
                <p:cNvPr id="220" name="Ink 219">
                  <a:extLst>
                    <a:ext uri="{FF2B5EF4-FFF2-40B4-BE49-F238E27FC236}">
                      <a16:creationId xmlns:a16="http://schemas.microsoft.com/office/drawing/2014/main" id="{FF37AA2F-C84D-0B31-EFB6-3E36CEACF5D3}"/>
                    </a:ext>
                  </a:extLst>
                </p:cNvPr>
                <p:cNvPicPr/>
                <p:nvPr/>
              </p:nvPicPr>
              <p:blipFill>
                <a:blip r:embed="rId301"/>
                <a:stretch>
                  <a:fillRect/>
                </a:stretch>
              </p:blipFill>
              <p:spPr>
                <a:xfrm>
                  <a:off x="1938705" y="2533200"/>
                  <a:ext cx="8715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21" name="Ink 220">
                  <a:extLst>
                    <a:ext uri="{FF2B5EF4-FFF2-40B4-BE49-F238E27FC236}">
                      <a16:creationId xmlns:a16="http://schemas.microsoft.com/office/drawing/2014/main" id="{6C65D6FE-EEA1-3717-C735-5E53A03230C3}"/>
                    </a:ext>
                  </a:extLst>
                </p14:cNvPr>
                <p14:cNvContentPartPr/>
                <p14:nvPr/>
              </p14:nvContentPartPr>
              <p14:xfrm>
                <a:off x="1133745" y="3365160"/>
                <a:ext cx="198000" cy="91800"/>
              </p14:xfrm>
            </p:contentPart>
          </mc:Choice>
          <mc:Fallback xmlns="">
            <p:pic>
              <p:nvPicPr>
                <p:cNvPr id="221" name="Ink 220">
                  <a:extLst>
                    <a:ext uri="{FF2B5EF4-FFF2-40B4-BE49-F238E27FC236}">
                      <a16:creationId xmlns:a16="http://schemas.microsoft.com/office/drawing/2014/main" id="{6C65D6FE-EEA1-3717-C735-5E53A03230C3}"/>
                    </a:ext>
                  </a:extLst>
                </p:cNvPr>
                <p:cNvPicPr/>
                <p:nvPr/>
              </p:nvPicPr>
              <p:blipFill>
                <a:blip r:embed="rId303"/>
                <a:stretch>
                  <a:fillRect/>
                </a:stretch>
              </p:blipFill>
              <p:spPr>
                <a:xfrm>
                  <a:off x="1127625" y="3359040"/>
                  <a:ext cx="2102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22" name="Ink 221">
                  <a:extLst>
                    <a:ext uri="{FF2B5EF4-FFF2-40B4-BE49-F238E27FC236}">
                      <a16:creationId xmlns:a16="http://schemas.microsoft.com/office/drawing/2014/main" id="{92B533D4-334F-E8F9-8388-73830FBB613B}"/>
                    </a:ext>
                  </a:extLst>
                </p14:cNvPr>
                <p14:cNvContentPartPr/>
                <p14:nvPr/>
              </p14:nvContentPartPr>
              <p14:xfrm>
                <a:off x="1642425" y="2881680"/>
                <a:ext cx="831240" cy="352080"/>
              </p14:xfrm>
            </p:contentPart>
          </mc:Choice>
          <mc:Fallback xmlns="">
            <p:pic>
              <p:nvPicPr>
                <p:cNvPr id="222" name="Ink 221">
                  <a:extLst>
                    <a:ext uri="{FF2B5EF4-FFF2-40B4-BE49-F238E27FC236}">
                      <a16:creationId xmlns:a16="http://schemas.microsoft.com/office/drawing/2014/main" id="{92B533D4-334F-E8F9-8388-73830FBB613B}"/>
                    </a:ext>
                  </a:extLst>
                </p:cNvPr>
                <p:cNvPicPr/>
                <p:nvPr/>
              </p:nvPicPr>
              <p:blipFill>
                <a:blip r:embed="rId305"/>
                <a:stretch>
                  <a:fillRect/>
                </a:stretch>
              </p:blipFill>
              <p:spPr>
                <a:xfrm>
                  <a:off x="1636305" y="2875560"/>
                  <a:ext cx="843480" cy="364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6">
            <p14:nvContentPartPr>
              <p14:cNvPr id="224" name="Ink 223">
                <a:extLst>
                  <a:ext uri="{FF2B5EF4-FFF2-40B4-BE49-F238E27FC236}">
                    <a16:creationId xmlns:a16="http://schemas.microsoft.com/office/drawing/2014/main" id="{5E398E13-08E8-89EF-8B16-BBFDCF1F7C59}"/>
                  </a:ext>
                </a:extLst>
              </p14:cNvPr>
              <p14:cNvContentPartPr/>
              <p14:nvPr/>
            </p14:nvContentPartPr>
            <p14:xfrm>
              <a:off x="5011665" y="2124240"/>
              <a:ext cx="1254960" cy="1082880"/>
            </p14:xfrm>
          </p:contentPart>
        </mc:Choice>
        <mc:Fallback xmlns="">
          <p:pic>
            <p:nvPicPr>
              <p:cNvPr id="224" name="Ink 223">
                <a:extLst>
                  <a:ext uri="{FF2B5EF4-FFF2-40B4-BE49-F238E27FC236}">
                    <a16:creationId xmlns:a16="http://schemas.microsoft.com/office/drawing/2014/main" id="{5E398E13-08E8-89EF-8B16-BBFDCF1F7C59}"/>
                  </a:ext>
                </a:extLst>
              </p:cNvPr>
              <p:cNvPicPr/>
              <p:nvPr/>
            </p:nvPicPr>
            <p:blipFill>
              <a:blip r:embed="rId307"/>
              <a:stretch>
                <a:fillRect/>
              </a:stretch>
            </p:blipFill>
            <p:spPr>
              <a:xfrm>
                <a:off x="5005545" y="2118120"/>
                <a:ext cx="1267200" cy="109512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32" name="Ink 231">
                <a:extLst>
                  <a:ext uri="{FF2B5EF4-FFF2-40B4-BE49-F238E27FC236}">
                    <a16:creationId xmlns:a16="http://schemas.microsoft.com/office/drawing/2014/main" id="{53A7221E-5716-C8B9-7184-B1910CCB6A71}"/>
                  </a:ext>
                </a:extLst>
              </p14:cNvPr>
              <p14:cNvContentPartPr/>
              <p14:nvPr/>
            </p14:nvContentPartPr>
            <p14:xfrm>
              <a:off x="3349905" y="1106160"/>
              <a:ext cx="5164560" cy="191520"/>
            </p14:xfrm>
          </p:contentPart>
        </mc:Choice>
        <mc:Fallback xmlns="">
          <p:pic>
            <p:nvPicPr>
              <p:cNvPr id="232" name="Ink 231">
                <a:extLst>
                  <a:ext uri="{FF2B5EF4-FFF2-40B4-BE49-F238E27FC236}">
                    <a16:creationId xmlns:a16="http://schemas.microsoft.com/office/drawing/2014/main" id="{53A7221E-5716-C8B9-7184-B1910CCB6A71}"/>
                  </a:ext>
                </a:extLst>
              </p:cNvPr>
              <p:cNvPicPr/>
              <p:nvPr/>
            </p:nvPicPr>
            <p:blipFill>
              <a:blip r:embed="rId309"/>
              <a:stretch>
                <a:fillRect/>
              </a:stretch>
            </p:blipFill>
            <p:spPr>
              <a:xfrm>
                <a:off x="3343785" y="1100040"/>
                <a:ext cx="51768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33" name="Ink 232">
                <a:extLst>
                  <a:ext uri="{FF2B5EF4-FFF2-40B4-BE49-F238E27FC236}">
                    <a16:creationId xmlns:a16="http://schemas.microsoft.com/office/drawing/2014/main" id="{17F7456C-7389-6130-A324-7BFD12822902}"/>
                  </a:ext>
                </a:extLst>
              </p14:cNvPr>
              <p14:cNvContentPartPr/>
              <p14:nvPr/>
            </p14:nvContentPartPr>
            <p14:xfrm>
              <a:off x="5495145" y="3048360"/>
              <a:ext cx="13320" cy="38520"/>
            </p14:xfrm>
          </p:contentPart>
        </mc:Choice>
        <mc:Fallback xmlns="">
          <p:pic>
            <p:nvPicPr>
              <p:cNvPr id="233" name="Ink 232">
                <a:extLst>
                  <a:ext uri="{FF2B5EF4-FFF2-40B4-BE49-F238E27FC236}">
                    <a16:creationId xmlns:a16="http://schemas.microsoft.com/office/drawing/2014/main" id="{17F7456C-7389-6130-A324-7BFD12822902}"/>
                  </a:ext>
                </a:extLst>
              </p:cNvPr>
              <p:cNvPicPr/>
              <p:nvPr/>
            </p:nvPicPr>
            <p:blipFill>
              <a:blip r:embed="rId311"/>
              <a:stretch>
                <a:fillRect/>
              </a:stretch>
            </p:blipFill>
            <p:spPr>
              <a:xfrm>
                <a:off x="5489025" y="3042240"/>
                <a:ext cx="255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34" name="Ink 233">
                <a:extLst>
                  <a:ext uri="{FF2B5EF4-FFF2-40B4-BE49-F238E27FC236}">
                    <a16:creationId xmlns:a16="http://schemas.microsoft.com/office/drawing/2014/main" id="{ABEF19CE-0E7E-CF5A-ECF0-85F212D26B09}"/>
                  </a:ext>
                </a:extLst>
              </p14:cNvPr>
              <p14:cNvContentPartPr/>
              <p14:nvPr/>
            </p14:nvContentPartPr>
            <p14:xfrm>
              <a:off x="7316385" y="3963120"/>
              <a:ext cx="15480" cy="21960"/>
            </p14:xfrm>
          </p:contentPart>
        </mc:Choice>
        <mc:Fallback xmlns="">
          <p:pic>
            <p:nvPicPr>
              <p:cNvPr id="234" name="Ink 233">
                <a:extLst>
                  <a:ext uri="{FF2B5EF4-FFF2-40B4-BE49-F238E27FC236}">
                    <a16:creationId xmlns:a16="http://schemas.microsoft.com/office/drawing/2014/main" id="{ABEF19CE-0E7E-CF5A-ECF0-85F212D26B09}"/>
                  </a:ext>
                </a:extLst>
              </p:cNvPr>
              <p:cNvPicPr/>
              <p:nvPr/>
            </p:nvPicPr>
            <p:blipFill>
              <a:blip r:embed="rId313"/>
              <a:stretch>
                <a:fillRect/>
              </a:stretch>
            </p:blipFill>
            <p:spPr>
              <a:xfrm>
                <a:off x="7310265" y="3957000"/>
                <a:ext cx="277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35" name="Ink 234">
                <a:extLst>
                  <a:ext uri="{FF2B5EF4-FFF2-40B4-BE49-F238E27FC236}">
                    <a16:creationId xmlns:a16="http://schemas.microsoft.com/office/drawing/2014/main" id="{1062AC43-2A01-215E-ED66-EB18813F8CCB}"/>
                  </a:ext>
                </a:extLst>
              </p14:cNvPr>
              <p14:cNvContentPartPr/>
              <p14:nvPr/>
            </p14:nvContentPartPr>
            <p14:xfrm>
              <a:off x="9244545" y="1133880"/>
              <a:ext cx="2953800" cy="142200"/>
            </p14:xfrm>
          </p:contentPart>
        </mc:Choice>
        <mc:Fallback xmlns="">
          <p:pic>
            <p:nvPicPr>
              <p:cNvPr id="235" name="Ink 234">
                <a:extLst>
                  <a:ext uri="{FF2B5EF4-FFF2-40B4-BE49-F238E27FC236}">
                    <a16:creationId xmlns:a16="http://schemas.microsoft.com/office/drawing/2014/main" id="{1062AC43-2A01-215E-ED66-EB18813F8CCB}"/>
                  </a:ext>
                </a:extLst>
              </p:cNvPr>
              <p:cNvPicPr/>
              <p:nvPr/>
            </p:nvPicPr>
            <p:blipFill>
              <a:blip r:embed="rId315"/>
              <a:stretch>
                <a:fillRect/>
              </a:stretch>
            </p:blipFill>
            <p:spPr>
              <a:xfrm>
                <a:off x="9238425" y="1127760"/>
                <a:ext cx="29660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37" name="Ink 236">
                <a:extLst>
                  <a:ext uri="{FF2B5EF4-FFF2-40B4-BE49-F238E27FC236}">
                    <a16:creationId xmlns:a16="http://schemas.microsoft.com/office/drawing/2014/main" id="{7934493B-E6FE-F00A-EBA4-9DFB8631D546}"/>
                  </a:ext>
                </a:extLst>
              </p14:cNvPr>
              <p14:cNvContentPartPr/>
              <p14:nvPr/>
            </p14:nvContentPartPr>
            <p14:xfrm>
              <a:off x="9708585" y="1172400"/>
              <a:ext cx="30240" cy="28800"/>
            </p14:xfrm>
          </p:contentPart>
        </mc:Choice>
        <mc:Fallback xmlns="">
          <p:pic>
            <p:nvPicPr>
              <p:cNvPr id="237" name="Ink 236">
                <a:extLst>
                  <a:ext uri="{FF2B5EF4-FFF2-40B4-BE49-F238E27FC236}">
                    <a16:creationId xmlns:a16="http://schemas.microsoft.com/office/drawing/2014/main" id="{7934493B-E6FE-F00A-EBA4-9DFB8631D546}"/>
                  </a:ext>
                </a:extLst>
              </p:cNvPr>
              <p:cNvPicPr/>
              <p:nvPr/>
            </p:nvPicPr>
            <p:blipFill>
              <a:blip r:embed="rId317"/>
              <a:stretch>
                <a:fillRect/>
              </a:stretch>
            </p:blipFill>
            <p:spPr>
              <a:xfrm>
                <a:off x="9702465" y="1166280"/>
                <a:ext cx="424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39" name="Ink 238">
                <a:extLst>
                  <a:ext uri="{FF2B5EF4-FFF2-40B4-BE49-F238E27FC236}">
                    <a16:creationId xmlns:a16="http://schemas.microsoft.com/office/drawing/2014/main" id="{E675A9D9-511B-B449-6FD0-3D1F32715C79}"/>
                  </a:ext>
                </a:extLst>
              </p14:cNvPr>
              <p14:cNvContentPartPr/>
              <p14:nvPr/>
            </p14:nvContentPartPr>
            <p14:xfrm>
              <a:off x="5618985" y="4226280"/>
              <a:ext cx="41400" cy="29160"/>
            </p14:xfrm>
          </p:contentPart>
        </mc:Choice>
        <mc:Fallback xmlns="">
          <p:pic>
            <p:nvPicPr>
              <p:cNvPr id="239" name="Ink 238">
                <a:extLst>
                  <a:ext uri="{FF2B5EF4-FFF2-40B4-BE49-F238E27FC236}">
                    <a16:creationId xmlns:a16="http://schemas.microsoft.com/office/drawing/2014/main" id="{E675A9D9-511B-B449-6FD0-3D1F32715C79}"/>
                  </a:ext>
                </a:extLst>
              </p:cNvPr>
              <p:cNvPicPr/>
              <p:nvPr/>
            </p:nvPicPr>
            <p:blipFill>
              <a:blip r:embed="rId319"/>
              <a:stretch>
                <a:fillRect/>
              </a:stretch>
            </p:blipFill>
            <p:spPr>
              <a:xfrm>
                <a:off x="5612865" y="4220160"/>
                <a:ext cx="53640" cy="41400"/>
              </a:xfrm>
              <a:prstGeom prst="rect">
                <a:avLst/>
              </a:prstGeom>
            </p:spPr>
          </p:pic>
        </mc:Fallback>
      </mc:AlternateContent>
      <p:grpSp>
        <p:nvGrpSpPr>
          <p:cNvPr id="245" name="Group 244">
            <a:extLst>
              <a:ext uri="{FF2B5EF4-FFF2-40B4-BE49-F238E27FC236}">
                <a16:creationId xmlns:a16="http://schemas.microsoft.com/office/drawing/2014/main" id="{E45B8EEE-7AEF-9859-9DAD-61A9E7B687CC}"/>
              </a:ext>
            </a:extLst>
          </p:cNvPr>
          <p:cNvGrpSpPr/>
          <p:nvPr/>
        </p:nvGrpSpPr>
        <p:grpSpPr>
          <a:xfrm>
            <a:off x="8908305" y="162240"/>
            <a:ext cx="3300120" cy="1332360"/>
            <a:chOff x="8908305" y="162240"/>
            <a:chExt cx="3300120" cy="1332360"/>
          </a:xfrm>
        </p:grpSpPr>
        <mc:AlternateContent xmlns:mc="http://schemas.openxmlformats.org/markup-compatibility/2006" xmlns:p14="http://schemas.microsoft.com/office/powerpoint/2010/main">
          <mc:Choice Requires="p14">
            <p:contentPart p14:bwMode="auto" r:id="rId320">
              <p14:nvContentPartPr>
                <p14:cNvPr id="225" name="Ink 224">
                  <a:extLst>
                    <a:ext uri="{FF2B5EF4-FFF2-40B4-BE49-F238E27FC236}">
                      <a16:creationId xmlns:a16="http://schemas.microsoft.com/office/drawing/2014/main" id="{91233BB5-8C74-2CB9-22B0-E9068048601B}"/>
                    </a:ext>
                  </a:extLst>
                </p14:cNvPr>
                <p14:cNvContentPartPr/>
                <p14:nvPr/>
              </p14:nvContentPartPr>
              <p14:xfrm>
                <a:off x="9445425" y="1260600"/>
                <a:ext cx="2534400" cy="234000"/>
              </p14:xfrm>
            </p:contentPart>
          </mc:Choice>
          <mc:Fallback xmlns="">
            <p:pic>
              <p:nvPicPr>
                <p:cNvPr id="225" name="Ink 224">
                  <a:extLst>
                    <a:ext uri="{FF2B5EF4-FFF2-40B4-BE49-F238E27FC236}">
                      <a16:creationId xmlns:a16="http://schemas.microsoft.com/office/drawing/2014/main" id="{91233BB5-8C74-2CB9-22B0-E9068048601B}"/>
                    </a:ext>
                  </a:extLst>
                </p:cNvPr>
                <p:cNvPicPr/>
                <p:nvPr/>
              </p:nvPicPr>
              <p:blipFill>
                <a:blip r:embed="rId321"/>
                <a:stretch>
                  <a:fillRect/>
                </a:stretch>
              </p:blipFill>
              <p:spPr>
                <a:xfrm>
                  <a:off x="9439305" y="1254480"/>
                  <a:ext cx="254664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26" name="Ink 225">
                  <a:extLst>
                    <a:ext uri="{FF2B5EF4-FFF2-40B4-BE49-F238E27FC236}">
                      <a16:creationId xmlns:a16="http://schemas.microsoft.com/office/drawing/2014/main" id="{C77B16A2-544B-BB68-9901-5D179803EE9F}"/>
                    </a:ext>
                  </a:extLst>
                </p14:cNvPr>
                <p14:cNvContentPartPr/>
                <p14:nvPr/>
              </p14:nvContentPartPr>
              <p14:xfrm>
                <a:off x="9272985" y="1249080"/>
                <a:ext cx="2669400" cy="174240"/>
              </p14:xfrm>
            </p:contentPart>
          </mc:Choice>
          <mc:Fallback xmlns="">
            <p:pic>
              <p:nvPicPr>
                <p:cNvPr id="226" name="Ink 225">
                  <a:extLst>
                    <a:ext uri="{FF2B5EF4-FFF2-40B4-BE49-F238E27FC236}">
                      <a16:creationId xmlns:a16="http://schemas.microsoft.com/office/drawing/2014/main" id="{C77B16A2-544B-BB68-9901-5D179803EE9F}"/>
                    </a:ext>
                  </a:extLst>
                </p:cNvPr>
                <p:cNvPicPr/>
                <p:nvPr/>
              </p:nvPicPr>
              <p:blipFill>
                <a:blip r:embed="rId323"/>
                <a:stretch>
                  <a:fillRect/>
                </a:stretch>
              </p:blipFill>
              <p:spPr>
                <a:xfrm>
                  <a:off x="9266865" y="1242960"/>
                  <a:ext cx="26816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28" name="Ink 227">
                  <a:extLst>
                    <a:ext uri="{FF2B5EF4-FFF2-40B4-BE49-F238E27FC236}">
                      <a16:creationId xmlns:a16="http://schemas.microsoft.com/office/drawing/2014/main" id="{7C4C4FA9-4B73-E872-5D0A-0D5B7644F4D8}"/>
                    </a:ext>
                  </a:extLst>
                </p14:cNvPr>
                <p14:cNvContentPartPr/>
                <p14:nvPr/>
              </p14:nvContentPartPr>
              <p14:xfrm>
                <a:off x="8919825" y="323520"/>
                <a:ext cx="358200" cy="770760"/>
              </p14:xfrm>
            </p:contentPart>
          </mc:Choice>
          <mc:Fallback xmlns="">
            <p:pic>
              <p:nvPicPr>
                <p:cNvPr id="228" name="Ink 227">
                  <a:extLst>
                    <a:ext uri="{FF2B5EF4-FFF2-40B4-BE49-F238E27FC236}">
                      <a16:creationId xmlns:a16="http://schemas.microsoft.com/office/drawing/2014/main" id="{7C4C4FA9-4B73-E872-5D0A-0D5B7644F4D8}"/>
                    </a:ext>
                  </a:extLst>
                </p:cNvPr>
                <p:cNvPicPr/>
                <p:nvPr/>
              </p:nvPicPr>
              <p:blipFill>
                <a:blip r:embed="rId325"/>
                <a:stretch>
                  <a:fillRect/>
                </a:stretch>
              </p:blipFill>
              <p:spPr>
                <a:xfrm>
                  <a:off x="8913705" y="317400"/>
                  <a:ext cx="370440" cy="78300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29" name="Ink 228">
                  <a:extLst>
                    <a:ext uri="{FF2B5EF4-FFF2-40B4-BE49-F238E27FC236}">
                      <a16:creationId xmlns:a16="http://schemas.microsoft.com/office/drawing/2014/main" id="{A8F74093-5B8D-1300-DCCB-D75D5F17ED46}"/>
                    </a:ext>
                  </a:extLst>
                </p14:cNvPr>
                <p14:cNvContentPartPr/>
                <p14:nvPr/>
              </p14:nvContentPartPr>
              <p14:xfrm>
                <a:off x="9409065" y="162240"/>
                <a:ext cx="2632680" cy="95760"/>
              </p14:xfrm>
            </p:contentPart>
          </mc:Choice>
          <mc:Fallback xmlns="">
            <p:pic>
              <p:nvPicPr>
                <p:cNvPr id="229" name="Ink 228">
                  <a:extLst>
                    <a:ext uri="{FF2B5EF4-FFF2-40B4-BE49-F238E27FC236}">
                      <a16:creationId xmlns:a16="http://schemas.microsoft.com/office/drawing/2014/main" id="{A8F74093-5B8D-1300-DCCB-D75D5F17ED46}"/>
                    </a:ext>
                  </a:extLst>
                </p:cNvPr>
                <p:cNvPicPr/>
                <p:nvPr/>
              </p:nvPicPr>
              <p:blipFill>
                <a:blip r:embed="rId327"/>
                <a:stretch>
                  <a:fillRect/>
                </a:stretch>
              </p:blipFill>
              <p:spPr>
                <a:xfrm>
                  <a:off x="9402945" y="156120"/>
                  <a:ext cx="26449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30" name="Ink 229">
                  <a:extLst>
                    <a:ext uri="{FF2B5EF4-FFF2-40B4-BE49-F238E27FC236}">
                      <a16:creationId xmlns:a16="http://schemas.microsoft.com/office/drawing/2014/main" id="{E50C0D21-0B25-1CDB-6DC2-63AC306B44E9}"/>
                    </a:ext>
                  </a:extLst>
                </p14:cNvPr>
                <p14:cNvContentPartPr/>
                <p14:nvPr/>
              </p14:nvContentPartPr>
              <p14:xfrm>
                <a:off x="12160185" y="166920"/>
                <a:ext cx="48240" cy="71280"/>
              </p14:xfrm>
            </p:contentPart>
          </mc:Choice>
          <mc:Fallback xmlns="">
            <p:pic>
              <p:nvPicPr>
                <p:cNvPr id="230" name="Ink 229">
                  <a:extLst>
                    <a:ext uri="{FF2B5EF4-FFF2-40B4-BE49-F238E27FC236}">
                      <a16:creationId xmlns:a16="http://schemas.microsoft.com/office/drawing/2014/main" id="{E50C0D21-0B25-1CDB-6DC2-63AC306B44E9}"/>
                    </a:ext>
                  </a:extLst>
                </p:cNvPr>
                <p:cNvPicPr/>
                <p:nvPr/>
              </p:nvPicPr>
              <p:blipFill>
                <a:blip r:embed="rId329"/>
                <a:stretch>
                  <a:fillRect/>
                </a:stretch>
              </p:blipFill>
              <p:spPr>
                <a:xfrm>
                  <a:off x="12154065" y="160800"/>
                  <a:ext cx="6048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40" name="Ink 239">
                  <a:extLst>
                    <a:ext uri="{FF2B5EF4-FFF2-40B4-BE49-F238E27FC236}">
                      <a16:creationId xmlns:a16="http://schemas.microsoft.com/office/drawing/2014/main" id="{3131CC03-6C73-5717-212E-A4E32EF298CF}"/>
                    </a:ext>
                  </a:extLst>
                </p14:cNvPr>
                <p14:cNvContentPartPr/>
                <p14:nvPr/>
              </p14:nvContentPartPr>
              <p14:xfrm>
                <a:off x="9015945" y="874680"/>
                <a:ext cx="17640" cy="10800"/>
              </p14:xfrm>
            </p:contentPart>
          </mc:Choice>
          <mc:Fallback xmlns="">
            <p:pic>
              <p:nvPicPr>
                <p:cNvPr id="240" name="Ink 239">
                  <a:extLst>
                    <a:ext uri="{FF2B5EF4-FFF2-40B4-BE49-F238E27FC236}">
                      <a16:creationId xmlns:a16="http://schemas.microsoft.com/office/drawing/2014/main" id="{3131CC03-6C73-5717-212E-A4E32EF298CF}"/>
                    </a:ext>
                  </a:extLst>
                </p:cNvPr>
                <p:cNvPicPr/>
                <p:nvPr/>
              </p:nvPicPr>
              <p:blipFill>
                <a:blip r:embed="rId331"/>
                <a:stretch>
                  <a:fillRect/>
                </a:stretch>
              </p:blipFill>
              <p:spPr>
                <a:xfrm>
                  <a:off x="9009825" y="868560"/>
                  <a:ext cx="2988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41" name="Ink 240">
                  <a:extLst>
                    <a:ext uri="{FF2B5EF4-FFF2-40B4-BE49-F238E27FC236}">
                      <a16:creationId xmlns:a16="http://schemas.microsoft.com/office/drawing/2014/main" id="{0694F2E9-0B6F-4572-DE62-19B41D214415}"/>
                    </a:ext>
                  </a:extLst>
                </p14:cNvPr>
                <p14:cNvContentPartPr/>
                <p14:nvPr/>
              </p14:nvContentPartPr>
              <p14:xfrm>
                <a:off x="8908305" y="1174200"/>
                <a:ext cx="1897200" cy="23040"/>
              </p14:xfrm>
            </p:contentPart>
          </mc:Choice>
          <mc:Fallback xmlns="">
            <p:pic>
              <p:nvPicPr>
                <p:cNvPr id="241" name="Ink 240">
                  <a:extLst>
                    <a:ext uri="{FF2B5EF4-FFF2-40B4-BE49-F238E27FC236}">
                      <a16:creationId xmlns:a16="http://schemas.microsoft.com/office/drawing/2014/main" id="{0694F2E9-0B6F-4572-DE62-19B41D214415}"/>
                    </a:ext>
                  </a:extLst>
                </p:cNvPr>
                <p:cNvPicPr/>
                <p:nvPr/>
              </p:nvPicPr>
              <p:blipFill>
                <a:blip r:embed="rId333"/>
                <a:stretch>
                  <a:fillRect/>
                </a:stretch>
              </p:blipFill>
              <p:spPr>
                <a:xfrm>
                  <a:off x="8902185" y="1168080"/>
                  <a:ext cx="19094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42" name="Ink 241">
                  <a:extLst>
                    <a:ext uri="{FF2B5EF4-FFF2-40B4-BE49-F238E27FC236}">
                      <a16:creationId xmlns:a16="http://schemas.microsoft.com/office/drawing/2014/main" id="{C4674804-1E98-8CEA-C320-D2D997E88B0E}"/>
                    </a:ext>
                  </a:extLst>
                </p14:cNvPr>
                <p14:cNvContentPartPr/>
                <p14:nvPr/>
              </p14:nvContentPartPr>
              <p14:xfrm>
                <a:off x="9768705" y="1169160"/>
                <a:ext cx="1788840" cy="81000"/>
              </p14:xfrm>
            </p:contentPart>
          </mc:Choice>
          <mc:Fallback xmlns="">
            <p:pic>
              <p:nvPicPr>
                <p:cNvPr id="242" name="Ink 241">
                  <a:extLst>
                    <a:ext uri="{FF2B5EF4-FFF2-40B4-BE49-F238E27FC236}">
                      <a16:creationId xmlns:a16="http://schemas.microsoft.com/office/drawing/2014/main" id="{C4674804-1E98-8CEA-C320-D2D997E88B0E}"/>
                    </a:ext>
                  </a:extLst>
                </p:cNvPr>
                <p:cNvPicPr/>
                <p:nvPr/>
              </p:nvPicPr>
              <p:blipFill>
                <a:blip r:embed="rId335"/>
                <a:stretch>
                  <a:fillRect/>
                </a:stretch>
              </p:blipFill>
              <p:spPr>
                <a:xfrm>
                  <a:off x="9762585" y="1163040"/>
                  <a:ext cx="180108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43" name="Ink 242">
                  <a:extLst>
                    <a:ext uri="{FF2B5EF4-FFF2-40B4-BE49-F238E27FC236}">
                      <a16:creationId xmlns:a16="http://schemas.microsoft.com/office/drawing/2014/main" id="{59EA799F-BD00-ECC8-8608-9B9153BE4088}"/>
                    </a:ext>
                  </a:extLst>
                </p14:cNvPr>
                <p14:cNvContentPartPr/>
                <p14:nvPr/>
              </p14:nvContentPartPr>
              <p14:xfrm>
                <a:off x="9012345" y="311640"/>
                <a:ext cx="266760" cy="567720"/>
              </p14:xfrm>
            </p:contentPart>
          </mc:Choice>
          <mc:Fallback xmlns="">
            <p:pic>
              <p:nvPicPr>
                <p:cNvPr id="243" name="Ink 242">
                  <a:extLst>
                    <a:ext uri="{FF2B5EF4-FFF2-40B4-BE49-F238E27FC236}">
                      <a16:creationId xmlns:a16="http://schemas.microsoft.com/office/drawing/2014/main" id="{59EA799F-BD00-ECC8-8608-9B9153BE4088}"/>
                    </a:ext>
                  </a:extLst>
                </p:cNvPr>
                <p:cNvPicPr/>
                <p:nvPr/>
              </p:nvPicPr>
              <p:blipFill>
                <a:blip r:embed="rId337"/>
                <a:stretch>
                  <a:fillRect/>
                </a:stretch>
              </p:blipFill>
              <p:spPr>
                <a:xfrm>
                  <a:off x="9006225" y="305520"/>
                  <a:ext cx="279000" cy="57996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44" name="Ink 243">
                  <a:extLst>
                    <a:ext uri="{FF2B5EF4-FFF2-40B4-BE49-F238E27FC236}">
                      <a16:creationId xmlns:a16="http://schemas.microsoft.com/office/drawing/2014/main" id="{5EF3194A-6551-9440-B8AA-A0F2B56CA1BC}"/>
                    </a:ext>
                  </a:extLst>
                </p14:cNvPr>
                <p14:cNvContentPartPr/>
                <p14:nvPr/>
              </p14:nvContentPartPr>
              <p14:xfrm>
                <a:off x="9299265" y="319200"/>
                <a:ext cx="1254240" cy="48960"/>
              </p14:xfrm>
            </p:contentPart>
          </mc:Choice>
          <mc:Fallback xmlns="">
            <p:pic>
              <p:nvPicPr>
                <p:cNvPr id="244" name="Ink 243">
                  <a:extLst>
                    <a:ext uri="{FF2B5EF4-FFF2-40B4-BE49-F238E27FC236}">
                      <a16:creationId xmlns:a16="http://schemas.microsoft.com/office/drawing/2014/main" id="{5EF3194A-6551-9440-B8AA-A0F2B56CA1BC}"/>
                    </a:ext>
                  </a:extLst>
                </p:cNvPr>
                <p:cNvPicPr/>
                <p:nvPr/>
              </p:nvPicPr>
              <p:blipFill>
                <a:blip r:embed="rId339"/>
                <a:stretch>
                  <a:fillRect/>
                </a:stretch>
              </p:blipFill>
              <p:spPr>
                <a:xfrm>
                  <a:off x="9293145" y="313080"/>
                  <a:ext cx="1266480" cy="61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0">
            <p14:nvContentPartPr>
              <p14:cNvPr id="246" name="Ink 245">
                <a:extLst>
                  <a:ext uri="{FF2B5EF4-FFF2-40B4-BE49-F238E27FC236}">
                    <a16:creationId xmlns:a16="http://schemas.microsoft.com/office/drawing/2014/main" id="{FDDB2B22-D834-0B47-1070-FB25C86A5E61}"/>
                  </a:ext>
                </a:extLst>
              </p14:cNvPr>
              <p14:cNvContentPartPr/>
              <p14:nvPr/>
            </p14:nvContentPartPr>
            <p14:xfrm>
              <a:off x="9747465" y="936600"/>
              <a:ext cx="110880" cy="60840"/>
            </p14:xfrm>
          </p:contentPart>
        </mc:Choice>
        <mc:Fallback xmlns="">
          <p:pic>
            <p:nvPicPr>
              <p:cNvPr id="246" name="Ink 245">
                <a:extLst>
                  <a:ext uri="{FF2B5EF4-FFF2-40B4-BE49-F238E27FC236}">
                    <a16:creationId xmlns:a16="http://schemas.microsoft.com/office/drawing/2014/main" id="{FDDB2B22-D834-0B47-1070-FB25C86A5E61}"/>
                  </a:ext>
                </a:extLst>
              </p:cNvPr>
              <p:cNvPicPr/>
              <p:nvPr/>
            </p:nvPicPr>
            <p:blipFill>
              <a:blip r:embed="rId341"/>
              <a:stretch>
                <a:fillRect/>
              </a:stretch>
            </p:blipFill>
            <p:spPr>
              <a:xfrm>
                <a:off x="9741345" y="930480"/>
                <a:ext cx="1231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47" name="Ink 246">
                <a:extLst>
                  <a:ext uri="{FF2B5EF4-FFF2-40B4-BE49-F238E27FC236}">
                    <a16:creationId xmlns:a16="http://schemas.microsoft.com/office/drawing/2014/main" id="{D115FE89-DC4F-B085-6F61-A376F6574BCB}"/>
                  </a:ext>
                </a:extLst>
              </p14:cNvPr>
              <p14:cNvContentPartPr/>
              <p14:nvPr/>
            </p14:nvContentPartPr>
            <p14:xfrm>
              <a:off x="11226705" y="948840"/>
              <a:ext cx="170640" cy="51840"/>
            </p14:xfrm>
          </p:contentPart>
        </mc:Choice>
        <mc:Fallback xmlns="">
          <p:pic>
            <p:nvPicPr>
              <p:cNvPr id="247" name="Ink 246">
                <a:extLst>
                  <a:ext uri="{FF2B5EF4-FFF2-40B4-BE49-F238E27FC236}">
                    <a16:creationId xmlns:a16="http://schemas.microsoft.com/office/drawing/2014/main" id="{D115FE89-DC4F-B085-6F61-A376F6574BCB}"/>
                  </a:ext>
                </a:extLst>
              </p:cNvPr>
              <p:cNvPicPr/>
              <p:nvPr/>
            </p:nvPicPr>
            <p:blipFill>
              <a:blip r:embed="rId343"/>
              <a:stretch>
                <a:fillRect/>
              </a:stretch>
            </p:blipFill>
            <p:spPr>
              <a:xfrm>
                <a:off x="11220585" y="942720"/>
                <a:ext cx="182880" cy="64080"/>
              </a:xfrm>
              <a:prstGeom prst="rect">
                <a:avLst/>
              </a:prstGeom>
            </p:spPr>
          </p:pic>
        </mc:Fallback>
      </mc:AlternateContent>
    </p:spTree>
    <p:extLst>
      <p:ext uri="{BB962C8B-B14F-4D97-AF65-F5344CB8AC3E}">
        <p14:creationId xmlns:p14="http://schemas.microsoft.com/office/powerpoint/2010/main" val="2577763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658395D-89A9-371F-17F1-E421367EBB8E}"/>
                  </a:ext>
                </a:extLst>
              </p14:cNvPr>
              <p14:cNvContentPartPr/>
              <p14:nvPr/>
            </p14:nvContentPartPr>
            <p14:xfrm>
              <a:off x="2314195" y="376220"/>
              <a:ext cx="720" cy="3328560"/>
            </p14:xfrm>
          </p:contentPart>
        </mc:Choice>
        <mc:Fallback>
          <p:pic>
            <p:nvPicPr>
              <p:cNvPr id="3" name="Ink 2">
                <a:extLst>
                  <a:ext uri="{FF2B5EF4-FFF2-40B4-BE49-F238E27FC236}">
                    <a16:creationId xmlns:a16="http://schemas.microsoft.com/office/drawing/2014/main" id="{1658395D-89A9-371F-17F1-E421367EBB8E}"/>
                  </a:ext>
                </a:extLst>
              </p:cNvPr>
              <p:cNvPicPr/>
              <p:nvPr/>
            </p:nvPicPr>
            <p:blipFill>
              <a:blip r:embed="rId3"/>
              <a:stretch>
                <a:fillRect/>
              </a:stretch>
            </p:blipFill>
            <p:spPr>
              <a:xfrm>
                <a:off x="2301955" y="369740"/>
                <a:ext cx="25200" cy="3340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BE6768F8-2FA2-5D24-E257-EA398D22F527}"/>
                  </a:ext>
                </a:extLst>
              </p14:cNvPr>
              <p14:cNvContentPartPr/>
              <p14:nvPr/>
            </p14:nvContentPartPr>
            <p14:xfrm>
              <a:off x="2332555" y="3738980"/>
              <a:ext cx="5058360" cy="720"/>
            </p14:xfrm>
          </p:contentPart>
        </mc:Choice>
        <mc:Fallback>
          <p:pic>
            <p:nvPicPr>
              <p:cNvPr id="5" name="Ink 4">
                <a:extLst>
                  <a:ext uri="{FF2B5EF4-FFF2-40B4-BE49-F238E27FC236}">
                    <a16:creationId xmlns:a16="http://schemas.microsoft.com/office/drawing/2014/main" id="{BE6768F8-2FA2-5D24-E257-EA398D22F527}"/>
                  </a:ext>
                </a:extLst>
              </p:cNvPr>
              <p:cNvPicPr/>
              <p:nvPr/>
            </p:nvPicPr>
            <p:blipFill>
              <a:blip r:embed="rId5"/>
              <a:stretch>
                <a:fillRect/>
              </a:stretch>
            </p:blipFill>
            <p:spPr>
              <a:xfrm>
                <a:off x="2326435" y="3726740"/>
                <a:ext cx="50706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50C676A4-30B0-CAB4-3283-917696C8AEB6}"/>
                  </a:ext>
                </a:extLst>
              </p14:cNvPr>
              <p14:cNvContentPartPr/>
              <p14:nvPr/>
            </p14:nvContentPartPr>
            <p14:xfrm>
              <a:off x="7223515" y="3400580"/>
              <a:ext cx="358200" cy="585360"/>
            </p14:xfrm>
          </p:contentPart>
        </mc:Choice>
        <mc:Fallback>
          <p:pic>
            <p:nvPicPr>
              <p:cNvPr id="6" name="Ink 5">
                <a:extLst>
                  <a:ext uri="{FF2B5EF4-FFF2-40B4-BE49-F238E27FC236}">
                    <a16:creationId xmlns:a16="http://schemas.microsoft.com/office/drawing/2014/main" id="{50C676A4-30B0-CAB4-3283-917696C8AEB6}"/>
                  </a:ext>
                </a:extLst>
              </p:cNvPr>
              <p:cNvPicPr/>
              <p:nvPr/>
            </p:nvPicPr>
            <p:blipFill>
              <a:blip r:embed="rId7"/>
              <a:stretch>
                <a:fillRect/>
              </a:stretch>
            </p:blipFill>
            <p:spPr>
              <a:xfrm>
                <a:off x="7217395" y="3394460"/>
                <a:ext cx="370440" cy="597600"/>
              </a:xfrm>
              <a:prstGeom prst="rect">
                <a:avLst/>
              </a:prstGeom>
            </p:spPr>
          </p:pic>
        </mc:Fallback>
      </mc:AlternateContent>
      <p:grpSp>
        <p:nvGrpSpPr>
          <p:cNvPr id="9" name="Group 8">
            <a:extLst>
              <a:ext uri="{FF2B5EF4-FFF2-40B4-BE49-F238E27FC236}">
                <a16:creationId xmlns:a16="http://schemas.microsoft.com/office/drawing/2014/main" id="{1097A23E-6A82-A1F6-FBB0-A5BBF71B4CB0}"/>
              </a:ext>
            </a:extLst>
          </p:cNvPr>
          <p:cNvGrpSpPr/>
          <p:nvPr/>
        </p:nvGrpSpPr>
        <p:grpSpPr>
          <a:xfrm>
            <a:off x="1981915" y="357140"/>
            <a:ext cx="554760" cy="365400"/>
            <a:chOff x="1981915" y="357140"/>
            <a:chExt cx="554760" cy="365400"/>
          </a:xfrm>
        </p:grpSpPr>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B632E670-889E-EB2B-30B2-438D18B06EC0}"/>
                    </a:ext>
                  </a:extLst>
                </p14:cNvPr>
                <p14:cNvContentPartPr/>
                <p14:nvPr/>
              </p14:nvContentPartPr>
              <p14:xfrm>
                <a:off x="1981915" y="357140"/>
                <a:ext cx="554760" cy="365400"/>
              </p14:xfrm>
            </p:contentPart>
          </mc:Choice>
          <mc:Fallback>
            <p:pic>
              <p:nvPicPr>
                <p:cNvPr id="7" name="Ink 6">
                  <a:extLst>
                    <a:ext uri="{FF2B5EF4-FFF2-40B4-BE49-F238E27FC236}">
                      <a16:creationId xmlns:a16="http://schemas.microsoft.com/office/drawing/2014/main" id="{B632E670-889E-EB2B-30B2-438D18B06EC0}"/>
                    </a:ext>
                  </a:extLst>
                </p:cNvPr>
                <p:cNvPicPr/>
                <p:nvPr/>
              </p:nvPicPr>
              <p:blipFill>
                <a:blip r:embed="rId9"/>
                <a:stretch>
                  <a:fillRect/>
                </a:stretch>
              </p:blipFill>
              <p:spPr>
                <a:xfrm>
                  <a:off x="1975795" y="351020"/>
                  <a:ext cx="567000" cy="3776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13D76972-68C1-FECD-A760-6BDB91856FC0}"/>
                    </a:ext>
                  </a:extLst>
                </p14:cNvPr>
                <p14:cNvContentPartPr/>
                <p14:nvPr/>
              </p14:nvContentPartPr>
              <p14:xfrm>
                <a:off x="2297635" y="359660"/>
                <a:ext cx="84600" cy="284760"/>
              </p14:xfrm>
            </p:contentPart>
          </mc:Choice>
          <mc:Fallback>
            <p:pic>
              <p:nvPicPr>
                <p:cNvPr id="8" name="Ink 7">
                  <a:extLst>
                    <a:ext uri="{FF2B5EF4-FFF2-40B4-BE49-F238E27FC236}">
                      <a16:creationId xmlns:a16="http://schemas.microsoft.com/office/drawing/2014/main" id="{13D76972-68C1-FECD-A760-6BDB91856FC0}"/>
                    </a:ext>
                  </a:extLst>
                </p:cNvPr>
                <p:cNvPicPr/>
                <p:nvPr/>
              </p:nvPicPr>
              <p:blipFill>
                <a:blip r:embed="rId11"/>
                <a:stretch>
                  <a:fillRect/>
                </a:stretch>
              </p:blipFill>
              <p:spPr>
                <a:xfrm>
                  <a:off x="2291515" y="353540"/>
                  <a:ext cx="96840" cy="297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21" name="Ink 20">
                <a:extLst>
                  <a:ext uri="{FF2B5EF4-FFF2-40B4-BE49-F238E27FC236}">
                    <a16:creationId xmlns:a16="http://schemas.microsoft.com/office/drawing/2014/main" id="{B93B5953-B3EF-F33F-F9FF-F71EB80E0684}"/>
                  </a:ext>
                </a:extLst>
              </p14:cNvPr>
              <p14:cNvContentPartPr/>
              <p14:nvPr/>
            </p14:nvContentPartPr>
            <p14:xfrm>
              <a:off x="2386555" y="696260"/>
              <a:ext cx="4235400" cy="2474640"/>
            </p14:xfrm>
          </p:contentPart>
        </mc:Choice>
        <mc:Fallback>
          <p:pic>
            <p:nvPicPr>
              <p:cNvPr id="21" name="Ink 20">
                <a:extLst>
                  <a:ext uri="{FF2B5EF4-FFF2-40B4-BE49-F238E27FC236}">
                    <a16:creationId xmlns:a16="http://schemas.microsoft.com/office/drawing/2014/main" id="{B93B5953-B3EF-F33F-F9FF-F71EB80E0684}"/>
                  </a:ext>
                </a:extLst>
              </p:cNvPr>
              <p:cNvPicPr/>
              <p:nvPr/>
            </p:nvPicPr>
            <p:blipFill>
              <a:blip r:embed="rId13"/>
              <a:stretch>
                <a:fillRect/>
              </a:stretch>
            </p:blipFill>
            <p:spPr>
              <a:xfrm>
                <a:off x="2377915" y="687260"/>
                <a:ext cx="4253040" cy="24922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2" name="Ink 21">
                <a:extLst>
                  <a:ext uri="{FF2B5EF4-FFF2-40B4-BE49-F238E27FC236}">
                    <a16:creationId xmlns:a16="http://schemas.microsoft.com/office/drawing/2014/main" id="{43F1DCEE-AABE-F8C7-1251-F22A9FAE782B}"/>
                  </a:ext>
                </a:extLst>
              </p14:cNvPr>
              <p14:cNvContentPartPr/>
              <p14:nvPr/>
            </p14:nvContentPartPr>
            <p14:xfrm>
              <a:off x="6390475" y="420500"/>
              <a:ext cx="373320" cy="578880"/>
            </p14:xfrm>
          </p:contentPart>
        </mc:Choice>
        <mc:Fallback>
          <p:pic>
            <p:nvPicPr>
              <p:cNvPr id="22" name="Ink 21">
                <a:extLst>
                  <a:ext uri="{FF2B5EF4-FFF2-40B4-BE49-F238E27FC236}">
                    <a16:creationId xmlns:a16="http://schemas.microsoft.com/office/drawing/2014/main" id="{43F1DCEE-AABE-F8C7-1251-F22A9FAE782B}"/>
                  </a:ext>
                </a:extLst>
              </p:cNvPr>
              <p:cNvPicPr/>
              <p:nvPr/>
            </p:nvPicPr>
            <p:blipFill>
              <a:blip r:embed="rId15"/>
              <a:stretch>
                <a:fillRect/>
              </a:stretch>
            </p:blipFill>
            <p:spPr>
              <a:xfrm>
                <a:off x="6381835" y="411860"/>
                <a:ext cx="390960" cy="596520"/>
              </a:xfrm>
              <a:prstGeom prst="rect">
                <a:avLst/>
              </a:prstGeom>
            </p:spPr>
          </p:pic>
        </mc:Fallback>
      </mc:AlternateContent>
      <p:grpSp>
        <p:nvGrpSpPr>
          <p:cNvPr id="35" name="Group 34">
            <a:extLst>
              <a:ext uri="{FF2B5EF4-FFF2-40B4-BE49-F238E27FC236}">
                <a16:creationId xmlns:a16="http://schemas.microsoft.com/office/drawing/2014/main" id="{EB8F3777-ED3C-959B-B15A-991E6E6F2AA8}"/>
              </a:ext>
            </a:extLst>
          </p:cNvPr>
          <p:cNvGrpSpPr/>
          <p:nvPr/>
        </p:nvGrpSpPr>
        <p:grpSpPr>
          <a:xfrm>
            <a:off x="3115195" y="2232740"/>
            <a:ext cx="645480" cy="569160"/>
            <a:chOff x="3115195" y="2232740"/>
            <a:chExt cx="645480" cy="569160"/>
          </a:xfrm>
        </p:grpSpPr>
        <mc:AlternateContent xmlns:mc="http://schemas.openxmlformats.org/markup-compatibility/2006">
          <mc:Choice xmlns:p14="http://schemas.microsoft.com/office/powerpoint/2010/main" Requires="p14">
            <p:contentPart p14:bwMode="auto" r:id="rId16">
              <p14:nvContentPartPr>
                <p14:cNvPr id="27" name="Ink 26">
                  <a:extLst>
                    <a:ext uri="{FF2B5EF4-FFF2-40B4-BE49-F238E27FC236}">
                      <a16:creationId xmlns:a16="http://schemas.microsoft.com/office/drawing/2014/main" id="{2CD85A94-D6D7-AB1D-1F06-71B4FB245DC1}"/>
                    </a:ext>
                  </a:extLst>
                </p14:cNvPr>
                <p14:cNvContentPartPr/>
                <p14:nvPr/>
              </p14:nvContentPartPr>
              <p14:xfrm>
                <a:off x="3314275" y="2286020"/>
                <a:ext cx="446400" cy="286920"/>
              </p14:xfrm>
            </p:contentPart>
          </mc:Choice>
          <mc:Fallback>
            <p:pic>
              <p:nvPicPr>
                <p:cNvPr id="27" name="Ink 26">
                  <a:extLst>
                    <a:ext uri="{FF2B5EF4-FFF2-40B4-BE49-F238E27FC236}">
                      <a16:creationId xmlns:a16="http://schemas.microsoft.com/office/drawing/2014/main" id="{2CD85A94-D6D7-AB1D-1F06-71B4FB245DC1}"/>
                    </a:ext>
                  </a:extLst>
                </p:cNvPr>
                <p:cNvPicPr/>
                <p:nvPr/>
              </p:nvPicPr>
              <p:blipFill>
                <a:blip r:embed="rId17"/>
                <a:stretch>
                  <a:fillRect/>
                </a:stretch>
              </p:blipFill>
              <p:spPr>
                <a:xfrm>
                  <a:off x="3308155" y="2279900"/>
                  <a:ext cx="45864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8" name="Ink 27">
                  <a:extLst>
                    <a:ext uri="{FF2B5EF4-FFF2-40B4-BE49-F238E27FC236}">
                      <a16:creationId xmlns:a16="http://schemas.microsoft.com/office/drawing/2014/main" id="{73750BA7-5644-25D1-4C02-99A22CDFBC6A}"/>
                    </a:ext>
                  </a:extLst>
                </p14:cNvPr>
                <p14:cNvContentPartPr/>
                <p14:nvPr/>
              </p14:nvContentPartPr>
              <p14:xfrm>
                <a:off x="3457555" y="2232740"/>
                <a:ext cx="241560" cy="532080"/>
              </p14:xfrm>
            </p:contentPart>
          </mc:Choice>
          <mc:Fallback>
            <p:pic>
              <p:nvPicPr>
                <p:cNvPr id="28" name="Ink 27">
                  <a:extLst>
                    <a:ext uri="{FF2B5EF4-FFF2-40B4-BE49-F238E27FC236}">
                      <a16:creationId xmlns:a16="http://schemas.microsoft.com/office/drawing/2014/main" id="{73750BA7-5644-25D1-4C02-99A22CDFBC6A}"/>
                    </a:ext>
                  </a:extLst>
                </p:cNvPr>
                <p:cNvPicPr/>
                <p:nvPr/>
              </p:nvPicPr>
              <p:blipFill>
                <a:blip r:embed="rId19"/>
                <a:stretch>
                  <a:fillRect/>
                </a:stretch>
              </p:blipFill>
              <p:spPr>
                <a:xfrm>
                  <a:off x="3451435" y="2226620"/>
                  <a:ext cx="253800" cy="544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9" name="Ink 28">
                  <a:extLst>
                    <a:ext uri="{FF2B5EF4-FFF2-40B4-BE49-F238E27FC236}">
                      <a16:creationId xmlns:a16="http://schemas.microsoft.com/office/drawing/2014/main" id="{A4405182-E6D5-1D2F-5974-D25F36F9666C}"/>
                    </a:ext>
                  </a:extLst>
                </p14:cNvPr>
                <p14:cNvContentPartPr/>
                <p14:nvPr/>
              </p14:nvContentPartPr>
              <p14:xfrm>
                <a:off x="3452515" y="2354420"/>
                <a:ext cx="128520" cy="417240"/>
              </p14:xfrm>
            </p:contentPart>
          </mc:Choice>
          <mc:Fallback>
            <p:pic>
              <p:nvPicPr>
                <p:cNvPr id="29" name="Ink 28">
                  <a:extLst>
                    <a:ext uri="{FF2B5EF4-FFF2-40B4-BE49-F238E27FC236}">
                      <a16:creationId xmlns:a16="http://schemas.microsoft.com/office/drawing/2014/main" id="{A4405182-E6D5-1D2F-5974-D25F36F9666C}"/>
                    </a:ext>
                  </a:extLst>
                </p:cNvPr>
                <p:cNvPicPr/>
                <p:nvPr/>
              </p:nvPicPr>
              <p:blipFill>
                <a:blip r:embed="rId21"/>
                <a:stretch>
                  <a:fillRect/>
                </a:stretch>
              </p:blipFill>
              <p:spPr>
                <a:xfrm>
                  <a:off x="3446395" y="2348300"/>
                  <a:ext cx="140760" cy="429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0" name="Ink 29">
                  <a:extLst>
                    <a:ext uri="{FF2B5EF4-FFF2-40B4-BE49-F238E27FC236}">
                      <a16:creationId xmlns:a16="http://schemas.microsoft.com/office/drawing/2014/main" id="{865FF35F-EB7B-3EB3-C0C3-68559D8A08C6}"/>
                    </a:ext>
                  </a:extLst>
                </p14:cNvPr>
                <p14:cNvContentPartPr/>
                <p14:nvPr/>
              </p14:nvContentPartPr>
              <p14:xfrm>
                <a:off x="3244075" y="2363060"/>
                <a:ext cx="464760" cy="228240"/>
              </p14:xfrm>
            </p:contentPart>
          </mc:Choice>
          <mc:Fallback>
            <p:pic>
              <p:nvPicPr>
                <p:cNvPr id="30" name="Ink 29">
                  <a:extLst>
                    <a:ext uri="{FF2B5EF4-FFF2-40B4-BE49-F238E27FC236}">
                      <a16:creationId xmlns:a16="http://schemas.microsoft.com/office/drawing/2014/main" id="{865FF35F-EB7B-3EB3-C0C3-68559D8A08C6}"/>
                    </a:ext>
                  </a:extLst>
                </p:cNvPr>
                <p:cNvPicPr/>
                <p:nvPr/>
              </p:nvPicPr>
              <p:blipFill>
                <a:blip r:embed="rId23"/>
                <a:stretch>
                  <a:fillRect/>
                </a:stretch>
              </p:blipFill>
              <p:spPr>
                <a:xfrm>
                  <a:off x="3237955" y="2356940"/>
                  <a:ext cx="47700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3" name="Ink 32">
                  <a:extLst>
                    <a:ext uri="{FF2B5EF4-FFF2-40B4-BE49-F238E27FC236}">
                      <a16:creationId xmlns:a16="http://schemas.microsoft.com/office/drawing/2014/main" id="{BDCEFB65-9FB4-555B-AAF1-66C1798E2BD3}"/>
                    </a:ext>
                  </a:extLst>
                </p14:cNvPr>
                <p14:cNvContentPartPr/>
                <p14:nvPr/>
              </p14:nvContentPartPr>
              <p14:xfrm>
                <a:off x="3603715" y="2558540"/>
                <a:ext cx="25560" cy="17640"/>
              </p14:xfrm>
            </p:contentPart>
          </mc:Choice>
          <mc:Fallback>
            <p:pic>
              <p:nvPicPr>
                <p:cNvPr id="33" name="Ink 32">
                  <a:extLst>
                    <a:ext uri="{FF2B5EF4-FFF2-40B4-BE49-F238E27FC236}">
                      <a16:creationId xmlns:a16="http://schemas.microsoft.com/office/drawing/2014/main" id="{BDCEFB65-9FB4-555B-AAF1-66C1798E2BD3}"/>
                    </a:ext>
                  </a:extLst>
                </p:cNvPr>
                <p:cNvPicPr/>
                <p:nvPr/>
              </p:nvPicPr>
              <p:blipFill>
                <a:blip r:embed="rId25"/>
                <a:stretch>
                  <a:fillRect/>
                </a:stretch>
              </p:blipFill>
              <p:spPr>
                <a:xfrm>
                  <a:off x="3597595" y="2552420"/>
                  <a:ext cx="3780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4" name="Ink 33">
                  <a:extLst>
                    <a:ext uri="{FF2B5EF4-FFF2-40B4-BE49-F238E27FC236}">
                      <a16:creationId xmlns:a16="http://schemas.microsoft.com/office/drawing/2014/main" id="{03D93D08-CB2F-39A1-747B-86888CDED17D}"/>
                    </a:ext>
                  </a:extLst>
                </p14:cNvPr>
                <p14:cNvContentPartPr/>
                <p14:nvPr/>
              </p14:nvContentPartPr>
              <p14:xfrm>
                <a:off x="3115195" y="2787500"/>
                <a:ext cx="1440" cy="14400"/>
              </p14:xfrm>
            </p:contentPart>
          </mc:Choice>
          <mc:Fallback>
            <p:pic>
              <p:nvPicPr>
                <p:cNvPr id="34" name="Ink 33">
                  <a:extLst>
                    <a:ext uri="{FF2B5EF4-FFF2-40B4-BE49-F238E27FC236}">
                      <a16:creationId xmlns:a16="http://schemas.microsoft.com/office/drawing/2014/main" id="{03D93D08-CB2F-39A1-747B-86888CDED17D}"/>
                    </a:ext>
                  </a:extLst>
                </p:cNvPr>
                <p:cNvPicPr/>
                <p:nvPr/>
              </p:nvPicPr>
              <p:blipFill>
                <a:blip r:embed="rId27"/>
                <a:stretch>
                  <a:fillRect/>
                </a:stretch>
              </p:blipFill>
              <p:spPr>
                <a:xfrm>
                  <a:off x="3109075" y="2781380"/>
                  <a:ext cx="13680" cy="26640"/>
                </a:xfrm>
                <a:prstGeom prst="rect">
                  <a:avLst/>
                </a:prstGeom>
              </p:spPr>
            </p:pic>
          </mc:Fallback>
        </mc:AlternateContent>
      </p:grpSp>
      <p:grpSp>
        <p:nvGrpSpPr>
          <p:cNvPr id="68" name="Group 67">
            <a:extLst>
              <a:ext uri="{FF2B5EF4-FFF2-40B4-BE49-F238E27FC236}">
                <a16:creationId xmlns:a16="http://schemas.microsoft.com/office/drawing/2014/main" id="{354AD326-0070-D84E-33B3-3B9AA0D4E682}"/>
              </a:ext>
            </a:extLst>
          </p:cNvPr>
          <p:cNvGrpSpPr/>
          <p:nvPr/>
        </p:nvGrpSpPr>
        <p:grpSpPr>
          <a:xfrm>
            <a:off x="179395" y="4440260"/>
            <a:ext cx="1423080" cy="896760"/>
            <a:chOff x="179395" y="4440260"/>
            <a:chExt cx="1423080" cy="896760"/>
          </a:xfrm>
        </p:grpSpPr>
        <mc:AlternateContent xmlns:mc="http://schemas.openxmlformats.org/markup-compatibility/2006">
          <mc:Choice xmlns:p14="http://schemas.microsoft.com/office/powerpoint/2010/main" Requires="p14">
            <p:contentPart p14:bwMode="auto" r:id="rId28">
              <p14:nvContentPartPr>
                <p14:cNvPr id="55" name="Ink 54">
                  <a:extLst>
                    <a:ext uri="{FF2B5EF4-FFF2-40B4-BE49-F238E27FC236}">
                      <a16:creationId xmlns:a16="http://schemas.microsoft.com/office/drawing/2014/main" id="{74167536-9F30-F367-2FDE-E1D2630B7EF0}"/>
                    </a:ext>
                  </a:extLst>
                </p14:cNvPr>
                <p14:cNvContentPartPr/>
                <p14:nvPr/>
              </p14:nvContentPartPr>
              <p14:xfrm>
                <a:off x="179395" y="4558700"/>
                <a:ext cx="499320" cy="504000"/>
              </p14:xfrm>
            </p:contentPart>
          </mc:Choice>
          <mc:Fallback>
            <p:pic>
              <p:nvPicPr>
                <p:cNvPr id="55" name="Ink 54">
                  <a:extLst>
                    <a:ext uri="{FF2B5EF4-FFF2-40B4-BE49-F238E27FC236}">
                      <a16:creationId xmlns:a16="http://schemas.microsoft.com/office/drawing/2014/main" id="{74167536-9F30-F367-2FDE-E1D2630B7EF0}"/>
                    </a:ext>
                  </a:extLst>
                </p:cNvPr>
                <p:cNvPicPr/>
                <p:nvPr/>
              </p:nvPicPr>
              <p:blipFill>
                <a:blip r:embed="rId29"/>
                <a:stretch>
                  <a:fillRect/>
                </a:stretch>
              </p:blipFill>
              <p:spPr>
                <a:xfrm>
                  <a:off x="173275" y="4552580"/>
                  <a:ext cx="511560" cy="5162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56" name="Ink 55">
                  <a:extLst>
                    <a:ext uri="{FF2B5EF4-FFF2-40B4-BE49-F238E27FC236}">
                      <a16:creationId xmlns:a16="http://schemas.microsoft.com/office/drawing/2014/main" id="{6D61F048-4D93-32D7-D433-0A60E6311AE6}"/>
                    </a:ext>
                  </a:extLst>
                </p14:cNvPr>
                <p14:cNvContentPartPr/>
                <p14:nvPr/>
              </p14:nvContentPartPr>
              <p14:xfrm>
                <a:off x="714355" y="4612700"/>
                <a:ext cx="146880" cy="522360"/>
              </p14:xfrm>
            </p:contentPart>
          </mc:Choice>
          <mc:Fallback>
            <p:pic>
              <p:nvPicPr>
                <p:cNvPr id="56" name="Ink 55">
                  <a:extLst>
                    <a:ext uri="{FF2B5EF4-FFF2-40B4-BE49-F238E27FC236}">
                      <a16:creationId xmlns:a16="http://schemas.microsoft.com/office/drawing/2014/main" id="{6D61F048-4D93-32D7-D433-0A60E6311AE6}"/>
                    </a:ext>
                  </a:extLst>
                </p:cNvPr>
                <p:cNvPicPr/>
                <p:nvPr/>
              </p:nvPicPr>
              <p:blipFill>
                <a:blip r:embed="rId31"/>
                <a:stretch>
                  <a:fillRect/>
                </a:stretch>
              </p:blipFill>
              <p:spPr>
                <a:xfrm>
                  <a:off x="708235" y="4606580"/>
                  <a:ext cx="159120" cy="5346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57" name="Ink 56">
                  <a:extLst>
                    <a:ext uri="{FF2B5EF4-FFF2-40B4-BE49-F238E27FC236}">
                      <a16:creationId xmlns:a16="http://schemas.microsoft.com/office/drawing/2014/main" id="{BC265C36-266A-C651-4BF3-BE7444561ACB}"/>
                    </a:ext>
                  </a:extLst>
                </p14:cNvPr>
                <p14:cNvContentPartPr/>
                <p14:nvPr/>
              </p14:nvContentPartPr>
              <p14:xfrm>
                <a:off x="889675" y="4455380"/>
                <a:ext cx="131760" cy="478800"/>
              </p14:xfrm>
            </p:contentPart>
          </mc:Choice>
          <mc:Fallback>
            <p:pic>
              <p:nvPicPr>
                <p:cNvPr id="57" name="Ink 56">
                  <a:extLst>
                    <a:ext uri="{FF2B5EF4-FFF2-40B4-BE49-F238E27FC236}">
                      <a16:creationId xmlns:a16="http://schemas.microsoft.com/office/drawing/2014/main" id="{BC265C36-266A-C651-4BF3-BE7444561ACB}"/>
                    </a:ext>
                  </a:extLst>
                </p:cNvPr>
                <p:cNvPicPr/>
                <p:nvPr/>
              </p:nvPicPr>
              <p:blipFill>
                <a:blip r:embed="rId33"/>
                <a:stretch>
                  <a:fillRect/>
                </a:stretch>
              </p:blipFill>
              <p:spPr>
                <a:xfrm>
                  <a:off x="883555" y="4449260"/>
                  <a:ext cx="144000" cy="491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58" name="Ink 57">
                  <a:extLst>
                    <a:ext uri="{FF2B5EF4-FFF2-40B4-BE49-F238E27FC236}">
                      <a16:creationId xmlns:a16="http://schemas.microsoft.com/office/drawing/2014/main" id="{E4C344D3-9D61-3EB7-359D-FEDDB8661669}"/>
                    </a:ext>
                  </a:extLst>
                </p14:cNvPr>
                <p14:cNvContentPartPr/>
                <p14:nvPr/>
              </p14:nvContentPartPr>
              <p14:xfrm>
                <a:off x="874915" y="4750580"/>
                <a:ext cx="88560" cy="96840"/>
              </p14:xfrm>
            </p:contentPart>
          </mc:Choice>
          <mc:Fallback>
            <p:pic>
              <p:nvPicPr>
                <p:cNvPr id="58" name="Ink 57">
                  <a:extLst>
                    <a:ext uri="{FF2B5EF4-FFF2-40B4-BE49-F238E27FC236}">
                      <a16:creationId xmlns:a16="http://schemas.microsoft.com/office/drawing/2014/main" id="{E4C344D3-9D61-3EB7-359D-FEDDB8661669}"/>
                    </a:ext>
                  </a:extLst>
                </p:cNvPr>
                <p:cNvPicPr/>
                <p:nvPr/>
              </p:nvPicPr>
              <p:blipFill>
                <a:blip r:embed="rId35"/>
                <a:stretch>
                  <a:fillRect/>
                </a:stretch>
              </p:blipFill>
              <p:spPr>
                <a:xfrm>
                  <a:off x="868795" y="4744460"/>
                  <a:ext cx="10080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59" name="Ink 58">
                  <a:extLst>
                    <a:ext uri="{FF2B5EF4-FFF2-40B4-BE49-F238E27FC236}">
                      <a16:creationId xmlns:a16="http://schemas.microsoft.com/office/drawing/2014/main" id="{BA34CD9E-2CF1-7F00-CD67-F097DC38CD0C}"/>
                    </a:ext>
                  </a:extLst>
                </p14:cNvPr>
                <p14:cNvContentPartPr/>
                <p14:nvPr/>
              </p14:nvContentPartPr>
              <p14:xfrm>
                <a:off x="1055995" y="4440260"/>
                <a:ext cx="546480" cy="896760"/>
              </p14:xfrm>
            </p:contentPart>
          </mc:Choice>
          <mc:Fallback>
            <p:pic>
              <p:nvPicPr>
                <p:cNvPr id="59" name="Ink 58">
                  <a:extLst>
                    <a:ext uri="{FF2B5EF4-FFF2-40B4-BE49-F238E27FC236}">
                      <a16:creationId xmlns:a16="http://schemas.microsoft.com/office/drawing/2014/main" id="{BA34CD9E-2CF1-7F00-CD67-F097DC38CD0C}"/>
                    </a:ext>
                  </a:extLst>
                </p:cNvPr>
                <p:cNvPicPr/>
                <p:nvPr/>
              </p:nvPicPr>
              <p:blipFill>
                <a:blip r:embed="rId37"/>
                <a:stretch>
                  <a:fillRect/>
                </a:stretch>
              </p:blipFill>
              <p:spPr>
                <a:xfrm>
                  <a:off x="1049875" y="4434140"/>
                  <a:ext cx="558720" cy="909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8">
            <p14:nvContentPartPr>
              <p14:cNvPr id="60" name="Ink 59">
                <a:extLst>
                  <a:ext uri="{FF2B5EF4-FFF2-40B4-BE49-F238E27FC236}">
                    <a16:creationId xmlns:a16="http://schemas.microsoft.com/office/drawing/2014/main" id="{08E0B5F9-6ADD-0E3E-90D3-F60E25255731}"/>
                  </a:ext>
                </a:extLst>
              </p14:cNvPr>
              <p14:cNvContentPartPr/>
              <p14:nvPr/>
            </p14:nvContentPartPr>
            <p14:xfrm>
              <a:off x="2022595" y="4571660"/>
              <a:ext cx="87120" cy="38520"/>
            </p14:xfrm>
          </p:contentPart>
        </mc:Choice>
        <mc:Fallback>
          <p:pic>
            <p:nvPicPr>
              <p:cNvPr id="60" name="Ink 59">
                <a:extLst>
                  <a:ext uri="{FF2B5EF4-FFF2-40B4-BE49-F238E27FC236}">
                    <a16:creationId xmlns:a16="http://schemas.microsoft.com/office/drawing/2014/main" id="{08E0B5F9-6ADD-0E3E-90D3-F60E25255731}"/>
                  </a:ext>
                </a:extLst>
              </p:cNvPr>
              <p:cNvPicPr/>
              <p:nvPr/>
            </p:nvPicPr>
            <p:blipFill>
              <a:blip r:embed="rId39"/>
              <a:stretch>
                <a:fillRect/>
              </a:stretch>
            </p:blipFill>
            <p:spPr>
              <a:xfrm>
                <a:off x="2016475" y="4565540"/>
                <a:ext cx="9936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61" name="Ink 60">
                <a:extLst>
                  <a:ext uri="{FF2B5EF4-FFF2-40B4-BE49-F238E27FC236}">
                    <a16:creationId xmlns:a16="http://schemas.microsoft.com/office/drawing/2014/main" id="{A9C323A5-F8EF-01C1-0500-CFF4E75900A8}"/>
                  </a:ext>
                </a:extLst>
              </p14:cNvPr>
              <p14:cNvContentPartPr/>
              <p14:nvPr/>
            </p14:nvContentPartPr>
            <p14:xfrm>
              <a:off x="2139595" y="4902500"/>
              <a:ext cx="130680" cy="78480"/>
            </p14:xfrm>
          </p:contentPart>
        </mc:Choice>
        <mc:Fallback>
          <p:pic>
            <p:nvPicPr>
              <p:cNvPr id="61" name="Ink 60">
                <a:extLst>
                  <a:ext uri="{FF2B5EF4-FFF2-40B4-BE49-F238E27FC236}">
                    <a16:creationId xmlns:a16="http://schemas.microsoft.com/office/drawing/2014/main" id="{A9C323A5-F8EF-01C1-0500-CFF4E75900A8}"/>
                  </a:ext>
                </a:extLst>
              </p:cNvPr>
              <p:cNvPicPr/>
              <p:nvPr/>
            </p:nvPicPr>
            <p:blipFill>
              <a:blip r:embed="rId41"/>
              <a:stretch>
                <a:fillRect/>
              </a:stretch>
            </p:blipFill>
            <p:spPr>
              <a:xfrm>
                <a:off x="2133475" y="4896380"/>
                <a:ext cx="142920" cy="90720"/>
              </a:xfrm>
              <a:prstGeom prst="rect">
                <a:avLst/>
              </a:prstGeom>
            </p:spPr>
          </p:pic>
        </mc:Fallback>
      </mc:AlternateContent>
      <p:grpSp>
        <p:nvGrpSpPr>
          <p:cNvPr id="67" name="Group 66">
            <a:extLst>
              <a:ext uri="{FF2B5EF4-FFF2-40B4-BE49-F238E27FC236}">
                <a16:creationId xmlns:a16="http://schemas.microsoft.com/office/drawing/2014/main" id="{7DEF33C2-4048-975D-51D6-BD6C28A9C9D9}"/>
              </a:ext>
            </a:extLst>
          </p:cNvPr>
          <p:cNvGrpSpPr/>
          <p:nvPr/>
        </p:nvGrpSpPr>
        <p:grpSpPr>
          <a:xfrm>
            <a:off x="2679955" y="4157300"/>
            <a:ext cx="1366560" cy="1499040"/>
            <a:chOff x="2679955" y="4157300"/>
            <a:chExt cx="1366560" cy="1499040"/>
          </a:xfrm>
        </p:grpSpPr>
        <mc:AlternateContent xmlns:mc="http://schemas.openxmlformats.org/markup-compatibility/2006">
          <mc:Choice xmlns:p14="http://schemas.microsoft.com/office/powerpoint/2010/main" Requires="p14">
            <p:contentPart p14:bwMode="auto" r:id="rId42">
              <p14:nvContentPartPr>
                <p14:cNvPr id="62" name="Ink 61">
                  <a:extLst>
                    <a:ext uri="{FF2B5EF4-FFF2-40B4-BE49-F238E27FC236}">
                      <a16:creationId xmlns:a16="http://schemas.microsoft.com/office/drawing/2014/main" id="{07736CCA-1E4D-81BA-48BB-EC61DA9DB9BA}"/>
                    </a:ext>
                  </a:extLst>
                </p14:cNvPr>
                <p14:cNvContentPartPr/>
                <p14:nvPr/>
              </p14:nvContentPartPr>
              <p14:xfrm>
                <a:off x="3361075" y="4157300"/>
                <a:ext cx="32760" cy="526320"/>
              </p14:xfrm>
            </p:contentPart>
          </mc:Choice>
          <mc:Fallback>
            <p:pic>
              <p:nvPicPr>
                <p:cNvPr id="62" name="Ink 61">
                  <a:extLst>
                    <a:ext uri="{FF2B5EF4-FFF2-40B4-BE49-F238E27FC236}">
                      <a16:creationId xmlns:a16="http://schemas.microsoft.com/office/drawing/2014/main" id="{07736CCA-1E4D-81BA-48BB-EC61DA9DB9BA}"/>
                    </a:ext>
                  </a:extLst>
                </p:cNvPr>
                <p:cNvPicPr/>
                <p:nvPr/>
              </p:nvPicPr>
              <p:blipFill>
                <a:blip r:embed="rId43"/>
                <a:stretch>
                  <a:fillRect/>
                </a:stretch>
              </p:blipFill>
              <p:spPr>
                <a:xfrm>
                  <a:off x="3354955" y="4151180"/>
                  <a:ext cx="45000" cy="5385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3" name="Ink 62">
                  <a:extLst>
                    <a:ext uri="{FF2B5EF4-FFF2-40B4-BE49-F238E27FC236}">
                      <a16:creationId xmlns:a16="http://schemas.microsoft.com/office/drawing/2014/main" id="{A1599639-3B82-6BA8-90AC-DB173B1C8844}"/>
                    </a:ext>
                  </a:extLst>
                </p14:cNvPr>
                <p14:cNvContentPartPr/>
                <p14:nvPr/>
              </p14:nvContentPartPr>
              <p14:xfrm>
                <a:off x="2679955" y="4847060"/>
                <a:ext cx="1366560" cy="238320"/>
              </p14:xfrm>
            </p:contentPart>
          </mc:Choice>
          <mc:Fallback>
            <p:pic>
              <p:nvPicPr>
                <p:cNvPr id="63" name="Ink 62">
                  <a:extLst>
                    <a:ext uri="{FF2B5EF4-FFF2-40B4-BE49-F238E27FC236}">
                      <a16:creationId xmlns:a16="http://schemas.microsoft.com/office/drawing/2014/main" id="{A1599639-3B82-6BA8-90AC-DB173B1C8844}"/>
                    </a:ext>
                  </a:extLst>
                </p:cNvPr>
                <p:cNvPicPr/>
                <p:nvPr/>
              </p:nvPicPr>
              <p:blipFill>
                <a:blip r:embed="rId45"/>
                <a:stretch>
                  <a:fillRect/>
                </a:stretch>
              </p:blipFill>
              <p:spPr>
                <a:xfrm>
                  <a:off x="2673835" y="4840940"/>
                  <a:ext cx="137880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64" name="Ink 63">
                  <a:extLst>
                    <a:ext uri="{FF2B5EF4-FFF2-40B4-BE49-F238E27FC236}">
                      <a16:creationId xmlns:a16="http://schemas.microsoft.com/office/drawing/2014/main" id="{9186E5DE-274B-6128-D775-A5229C3497FD}"/>
                    </a:ext>
                  </a:extLst>
                </p14:cNvPr>
                <p14:cNvContentPartPr/>
                <p14:nvPr/>
              </p14:nvContentPartPr>
              <p14:xfrm>
                <a:off x="2850235" y="5139740"/>
                <a:ext cx="489600" cy="516600"/>
              </p14:xfrm>
            </p:contentPart>
          </mc:Choice>
          <mc:Fallback>
            <p:pic>
              <p:nvPicPr>
                <p:cNvPr id="64" name="Ink 63">
                  <a:extLst>
                    <a:ext uri="{FF2B5EF4-FFF2-40B4-BE49-F238E27FC236}">
                      <a16:creationId xmlns:a16="http://schemas.microsoft.com/office/drawing/2014/main" id="{9186E5DE-274B-6128-D775-A5229C3497FD}"/>
                    </a:ext>
                  </a:extLst>
                </p:cNvPr>
                <p:cNvPicPr/>
                <p:nvPr/>
              </p:nvPicPr>
              <p:blipFill>
                <a:blip r:embed="rId47"/>
                <a:stretch>
                  <a:fillRect/>
                </a:stretch>
              </p:blipFill>
              <p:spPr>
                <a:xfrm>
                  <a:off x="2844115" y="5133620"/>
                  <a:ext cx="501840" cy="5288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65" name="Ink 64">
                  <a:extLst>
                    <a:ext uri="{FF2B5EF4-FFF2-40B4-BE49-F238E27FC236}">
                      <a16:creationId xmlns:a16="http://schemas.microsoft.com/office/drawing/2014/main" id="{3B824B7C-FB01-0FFD-FB6D-414A18291514}"/>
                    </a:ext>
                  </a:extLst>
                </p14:cNvPr>
                <p14:cNvContentPartPr/>
                <p14:nvPr/>
              </p14:nvContentPartPr>
              <p14:xfrm>
                <a:off x="3445675" y="5267900"/>
                <a:ext cx="106560" cy="287280"/>
              </p14:xfrm>
            </p:contentPart>
          </mc:Choice>
          <mc:Fallback>
            <p:pic>
              <p:nvPicPr>
                <p:cNvPr id="65" name="Ink 64">
                  <a:extLst>
                    <a:ext uri="{FF2B5EF4-FFF2-40B4-BE49-F238E27FC236}">
                      <a16:creationId xmlns:a16="http://schemas.microsoft.com/office/drawing/2014/main" id="{3B824B7C-FB01-0FFD-FB6D-414A18291514}"/>
                    </a:ext>
                  </a:extLst>
                </p:cNvPr>
                <p:cNvPicPr/>
                <p:nvPr/>
              </p:nvPicPr>
              <p:blipFill>
                <a:blip r:embed="rId49"/>
                <a:stretch>
                  <a:fillRect/>
                </a:stretch>
              </p:blipFill>
              <p:spPr>
                <a:xfrm>
                  <a:off x="3439555" y="5261780"/>
                  <a:ext cx="11880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66" name="Ink 65">
                  <a:extLst>
                    <a:ext uri="{FF2B5EF4-FFF2-40B4-BE49-F238E27FC236}">
                      <a16:creationId xmlns:a16="http://schemas.microsoft.com/office/drawing/2014/main" id="{94C72BAB-7566-52ED-6240-6F93076F7E66}"/>
                    </a:ext>
                  </a:extLst>
                </p14:cNvPr>
                <p14:cNvContentPartPr/>
                <p14:nvPr/>
              </p14:nvContentPartPr>
              <p14:xfrm>
                <a:off x="3491395" y="5208860"/>
                <a:ext cx="413280" cy="365760"/>
              </p14:xfrm>
            </p:contentPart>
          </mc:Choice>
          <mc:Fallback>
            <p:pic>
              <p:nvPicPr>
                <p:cNvPr id="66" name="Ink 65">
                  <a:extLst>
                    <a:ext uri="{FF2B5EF4-FFF2-40B4-BE49-F238E27FC236}">
                      <a16:creationId xmlns:a16="http://schemas.microsoft.com/office/drawing/2014/main" id="{94C72BAB-7566-52ED-6240-6F93076F7E66}"/>
                    </a:ext>
                  </a:extLst>
                </p:cNvPr>
                <p:cNvPicPr/>
                <p:nvPr/>
              </p:nvPicPr>
              <p:blipFill>
                <a:blip r:embed="rId51"/>
                <a:stretch>
                  <a:fillRect/>
                </a:stretch>
              </p:blipFill>
              <p:spPr>
                <a:xfrm>
                  <a:off x="3485275" y="5202740"/>
                  <a:ext cx="425520" cy="378000"/>
                </a:xfrm>
                <a:prstGeom prst="rect">
                  <a:avLst/>
                </a:prstGeom>
              </p:spPr>
            </p:pic>
          </mc:Fallback>
        </mc:AlternateContent>
      </p:grpSp>
      <p:grpSp>
        <p:nvGrpSpPr>
          <p:cNvPr id="136" name="Group 135">
            <a:extLst>
              <a:ext uri="{FF2B5EF4-FFF2-40B4-BE49-F238E27FC236}">
                <a16:creationId xmlns:a16="http://schemas.microsoft.com/office/drawing/2014/main" id="{4D704262-F418-CF29-A2EC-6E25C23CFF59}"/>
              </a:ext>
            </a:extLst>
          </p:cNvPr>
          <p:cNvGrpSpPr/>
          <p:nvPr/>
        </p:nvGrpSpPr>
        <p:grpSpPr>
          <a:xfrm>
            <a:off x="4364395" y="689780"/>
            <a:ext cx="7452720" cy="6147000"/>
            <a:chOff x="4364395" y="689780"/>
            <a:chExt cx="7452720" cy="6147000"/>
          </a:xfrm>
        </p:grpSpPr>
        <mc:AlternateContent xmlns:mc="http://schemas.openxmlformats.org/markup-compatibility/2006">
          <mc:Choice xmlns:p14="http://schemas.microsoft.com/office/powerpoint/2010/main" Requires="p14">
            <p:contentPart p14:bwMode="auto" r:id="rId52">
              <p14:nvContentPartPr>
                <p14:cNvPr id="23" name="Ink 22">
                  <a:extLst>
                    <a:ext uri="{FF2B5EF4-FFF2-40B4-BE49-F238E27FC236}">
                      <a16:creationId xmlns:a16="http://schemas.microsoft.com/office/drawing/2014/main" id="{4E0AC8FF-8E52-31C6-9605-9241D8F1CAD2}"/>
                    </a:ext>
                  </a:extLst>
                </p14:cNvPr>
                <p14:cNvContentPartPr/>
                <p14:nvPr/>
              </p14:nvContentPartPr>
              <p14:xfrm>
                <a:off x="5444755" y="1205300"/>
                <a:ext cx="408960" cy="266400"/>
              </p14:xfrm>
            </p:contentPart>
          </mc:Choice>
          <mc:Fallback>
            <p:pic>
              <p:nvPicPr>
                <p:cNvPr id="23" name="Ink 22">
                  <a:extLst>
                    <a:ext uri="{FF2B5EF4-FFF2-40B4-BE49-F238E27FC236}">
                      <a16:creationId xmlns:a16="http://schemas.microsoft.com/office/drawing/2014/main" id="{4E0AC8FF-8E52-31C6-9605-9241D8F1CAD2}"/>
                    </a:ext>
                  </a:extLst>
                </p:cNvPr>
                <p:cNvPicPr/>
                <p:nvPr/>
              </p:nvPicPr>
              <p:blipFill>
                <a:blip r:embed="rId53"/>
                <a:stretch>
                  <a:fillRect/>
                </a:stretch>
              </p:blipFill>
              <p:spPr>
                <a:xfrm>
                  <a:off x="5438635" y="1199180"/>
                  <a:ext cx="42120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4" name="Ink 23">
                  <a:extLst>
                    <a:ext uri="{FF2B5EF4-FFF2-40B4-BE49-F238E27FC236}">
                      <a16:creationId xmlns:a16="http://schemas.microsoft.com/office/drawing/2014/main" id="{1FA18CDC-408C-8B02-3ED6-79677C7A75C7}"/>
                    </a:ext>
                  </a:extLst>
                </p14:cNvPr>
                <p14:cNvContentPartPr/>
                <p14:nvPr/>
              </p14:nvContentPartPr>
              <p14:xfrm>
                <a:off x="5542315" y="1202780"/>
                <a:ext cx="224640" cy="311040"/>
              </p14:xfrm>
            </p:contentPart>
          </mc:Choice>
          <mc:Fallback>
            <p:pic>
              <p:nvPicPr>
                <p:cNvPr id="24" name="Ink 23">
                  <a:extLst>
                    <a:ext uri="{FF2B5EF4-FFF2-40B4-BE49-F238E27FC236}">
                      <a16:creationId xmlns:a16="http://schemas.microsoft.com/office/drawing/2014/main" id="{1FA18CDC-408C-8B02-3ED6-79677C7A75C7}"/>
                    </a:ext>
                  </a:extLst>
                </p:cNvPr>
                <p:cNvPicPr/>
                <p:nvPr/>
              </p:nvPicPr>
              <p:blipFill>
                <a:blip r:embed="rId55"/>
                <a:stretch>
                  <a:fillRect/>
                </a:stretch>
              </p:blipFill>
              <p:spPr>
                <a:xfrm>
                  <a:off x="5536195" y="1196660"/>
                  <a:ext cx="23688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25" name="Ink 24">
                  <a:extLst>
                    <a:ext uri="{FF2B5EF4-FFF2-40B4-BE49-F238E27FC236}">
                      <a16:creationId xmlns:a16="http://schemas.microsoft.com/office/drawing/2014/main" id="{BB2FE8E9-BDD9-A0B7-DB19-70BE87B798CC}"/>
                    </a:ext>
                  </a:extLst>
                </p14:cNvPr>
                <p14:cNvContentPartPr/>
                <p14:nvPr/>
              </p14:nvContentPartPr>
              <p14:xfrm>
                <a:off x="5596675" y="1020260"/>
                <a:ext cx="109080" cy="464040"/>
              </p14:xfrm>
            </p:contentPart>
          </mc:Choice>
          <mc:Fallback>
            <p:pic>
              <p:nvPicPr>
                <p:cNvPr id="25" name="Ink 24">
                  <a:extLst>
                    <a:ext uri="{FF2B5EF4-FFF2-40B4-BE49-F238E27FC236}">
                      <a16:creationId xmlns:a16="http://schemas.microsoft.com/office/drawing/2014/main" id="{BB2FE8E9-BDD9-A0B7-DB19-70BE87B798CC}"/>
                    </a:ext>
                  </a:extLst>
                </p:cNvPr>
                <p:cNvPicPr/>
                <p:nvPr/>
              </p:nvPicPr>
              <p:blipFill>
                <a:blip r:embed="rId57"/>
                <a:stretch>
                  <a:fillRect/>
                </a:stretch>
              </p:blipFill>
              <p:spPr>
                <a:xfrm>
                  <a:off x="5590555" y="1014140"/>
                  <a:ext cx="121320" cy="4762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26" name="Ink 25">
                  <a:extLst>
                    <a:ext uri="{FF2B5EF4-FFF2-40B4-BE49-F238E27FC236}">
                      <a16:creationId xmlns:a16="http://schemas.microsoft.com/office/drawing/2014/main" id="{18B5F23C-F399-D1B4-C6D3-AD6F3A30FCED}"/>
                    </a:ext>
                  </a:extLst>
                </p14:cNvPr>
                <p14:cNvContentPartPr/>
                <p14:nvPr/>
              </p14:nvContentPartPr>
              <p14:xfrm>
                <a:off x="5394355" y="1328780"/>
                <a:ext cx="477360" cy="127080"/>
              </p14:xfrm>
            </p:contentPart>
          </mc:Choice>
          <mc:Fallback>
            <p:pic>
              <p:nvPicPr>
                <p:cNvPr id="26" name="Ink 25">
                  <a:extLst>
                    <a:ext uri="{FF2B5EF4-FFF2-40B4-BE49-F238E27FC236}">
                      <a16:creationId xmlns:a16="http://schemas.microsoft.com/office/drawing/2014/main" id="{18B5F23C-F399-D1B4-C6D3-AD6F3A30FCED}"/>
                    </a:ext>
                  </a:extLst>
                </p:cNvPr>
                <p:cNvPicPr/>
                <p:nvPr/>
              </p:nvPicPr>
              <p:blipFill>
                <a:blip r:embed="rId59"/>
                <a:stretch>
                  <a:fillRect/>
                </a:stretch>
              </p:blipFill>
              <p:spPr>
                <a:xfrm>
                  <a:off x="5388235" y="1322660"/>
                  <a:ext cx="48960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9" name="Ink 68">
                  <a:extLst>
                    <a:ext uri="{FF2B5EF4-FFF2-40B4-BE49-F238E27FC236}">
                      <a16:creationId xmlns:a16="http://schemas.microsoft.com/office/drawing/2014/main" id="{915672CD-392E-1B07-29B3-9F68740471FD}"/>
                    </a:ext>
                  </a:extLst>
                </p14:cNvPr>
                <p14:cNvContentPartPr/>
                <p14:nvPr/>
              </p14:nvContentPartPr>
              <p14:xfrm>
                <a:off x="4378795" y="4413260"/>
                <a:ext cx="465840" cy="42480"/>
              </p14:xfrm>
            </p:contentPart>
          </mc:Choice>
          <mc:Fallback>
            <p:pic>
              <p:nvPicPr>
                <p:cNvPr id="69" name="Ink 68">
                  <a:extLst>
                    <a:ext uri="{FF2B5EF4-FFF2-40B4-BE49-F238E27FC236}">
                      <a16:creationId xmlns:a16="http://schemas.microsoft.com/office/drawing/2014/main" id="{915672CD-392E-1B07-29B3-9F68740471FD}"/>
                    </a:ext>
                  </a:extLst>
                </p:cNvPr>
                <p:cNvPicPr/>
                <p:nvPr/>
              </p:nvPicPr>
              <p:blipFill>
                <a:blip r:embed="rId61"/>
                <a:stretch>
                  <a:fillRect/>
                </a:stretch>
              </p:blipFill>
              <p:spPr>
                <a:xfrm>
                  <a:off x="4372675" y="4407140"/>
                  <a:ext cx="47808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70" name="Ink 69">
                  <a:extLst>
                    <a:ext uri="{FF2B5EF4-FFF2-40B4-BE49-F238E27FC236}">
                      <a16:creationId xmlns:a16="http://schemas.microsoft.com/office/drawing/2014/main" id="{947FC246-918F-98E1-7AFF-7A63226F499E}"/>
                    </a:ext>
                  </a:extLst>
                </p14:cNvPr>
                <p14:cNvContentPartPr/>
                <p14:nvPr/>
              </p14:nvContentPartPr>
              <p14:xfrm>
                <a:off x="4364395" y="4434140"/>
                <a:ext cx="232920" cy="127800"/>
              </p14:xfrm>
            </p:contentPart>
          </mc:Choice>
          <mc:Fallback>
            <p:pic>
              <p:nvPicPr>
                <p:cNvPr id="70" name="Ink 69">
                  <a:extLst>
                    <a:ext uri="{FF2B5EF4-FFF2-40B4-BE49-F238E27FC236}">
                      <a16:creationId xmlns:a16="http://schemas.microsoft.com/office/drawing/2014/main" id="{947FC246-918F-98E1-7AFF-7A63226F499E}"/>
                    </a:ext>
                  </a:extLst>
                </p:cNvPr>
                <p:cNvPicPr/>
                <p:nvPr/>
              </p:nvPicPr>
              <p:blipFill>
                <a:blip r:embed="rId63"/>
                <a:stretch>
                  <a:fillRect/>
                </a:stretch>
              </p:blipFill>
              <p:spPr>
                <a:xfrm>
                  <a:off x="4358275" y="4428020"/>
                  <a:ext cx="24516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71" name="Ink 70">
                  <a:extLst>
                    <a:ext uri="{FF2B5EF4-FFF2-40B4-BE49-F238E27FC236}">
                      <a16:creationId xmlns:a16="http://schemas.microsoft.com/office/drawing/2014/main" id="{420D2A79-727D-977D-9171-A8748DC6E5B2}"/>
                    </a:ext>
                  </a:extLst>
                </p14:cNvPr>
                <p14:cNvContentPartPr/>
                <p14:nvPr/>
              </p14:nvContentPartPr>
              <p14:xfrm>
                <a:off x="4406515" y="4507220"/>
                <a:ext cx="331920" cy="292320"/>
              </p14:xfrm>
            </p:contentPart>
          </mc:Choice>
          <mc:Fallback>
            <p:pic>
              <p:nvPicPr>
                <p:cNvPr id="71" name="Ink 70">
                  <a:extLst>
                    <a:ext uri="{FF2B5EF4-FFF2-40B4-BE49-F238E27FC236}">
                      <a16:creationId xmlns:a16="http://schemas.microsoft.com/office/drawing/2014/main" id="{420D2A79-727D-977D-9171-A8748DC6E5B2}"/>
                    </a:ext>
                  </a:extLst>
                </p:cNvPr>
                <p:cNvPicPr/>
                <p:nvPr/>
              </p:nvPicPr>
              <p:blipFill>
                <a:blip r:embed="rId65"/>
                <a:stretch>
                  <a:fillRect/>
                </a:stretch>
              </p:blipFill>
              <p:spPr>
                <a:xfrm>
                  <a:off x="4400395" y="4501100"/>
                  <a:ext cx="34416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72" name="Ink 71">
                  <a:extLst>
                    <a:ext uri="{FF2B5EF4-FFF2-40B4-BE49-F238E27FC236}">
                      <a16:creationId xmlns:a16="http://schemas.microsoft.com/office/drawing/2014/main" id="{B15EB1FF-3D86-09CF-BA5C-1701FFFBA98F}"/>
                    </a:ext>
                  </a:extLst>
                </p14:cNvPr>
                <p14:cNvContentPartPr/>
                <p14:nvPr/>
              </p14:nvContentPartPr>
              <p14:xfrm>
                <a:off x="4447555" y="4935260"/>
                <a:ext cx="107640" cy="209880"/>
              </p14:xfrm>
            </p:contentPart>
          </mc:Choice>
          <mc:Fallback>
            <p:pic>
              <p:nvPicPr>
                <p:cNvPr id="72" name="Ink 71">
                  <a:extLst>
                    <a:ext uri="{FF2B5EF4-FFF2-40B4-BE49-F238E27FC236}">
                      <a16:creationId xmlns:a16="http://schemas.microsoft.com/office/drawing/2014/main" id="{B15EB1FF-3D86-09CF-BA5C-1701FFFBA98F}"/>
                    </a:ext>
                  </a:extLst>
                </p:cNvPr>
                <p:cNvPicPr/>
                <p:nvPr/>
              </p:nvPicPr>
              <p:blipFill>
                <a:blip r:embed="rId67"/>
                <a:stretch>
                  <a:fillRect/>
                </a:stretch>
              </p:blipFill>
              <p:spPr>
                <a:xfrm>
                  <a:off x="4441435" y="4929140"/>
                  <a:ext cx="11988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73" name="Ink 72">
                  <a:extLst>
                    <a:ext uri="{FF2B5EF4-FFF2-40B4-BE49-F238E27FC236}">
                      <a16:creationId xmlns:a16="http://schemas.microsoft.com/office/drawing/2014/main" id="{B19D0236-5A3F-76BD-A627-63F70495568C}"/>
                    </a:ext>
                  </a:extLst>
                </p14:cNvPr>
                <p14:cNvContentPartPr/>
                <p14:nvPr/>
              </p14:nvContentPartPr>
              <p14:xfrm>
                <a:off x="4609195" y="4836260"/>
                <a:ext cx="41400" cy="17640"/>
              </p14:xfrm>
            </p:contentPart>
          </mc:Choice>
          <mc:Fallback>
            <p:pic>
              <p:nvPicPr>
                <p:cNvPr id="73" name="Ink 72">
                  <a:extLst>
                    <a:ext uri="{FF2B5EF4-FFF2-40B4-BE49-F238E27FC236}">
                      <a16:creationId xmlns:a16="http://schemas.microsoft.com/office/drawing/2014/main" id="{B19D0236-5A3F-76BD-A627-63F70495568C}"/>
                    </a:ext>
                  </a:extLst>
                </p:cNvPr>
                <p:cNvPicPr/>
                <p:nvPr/>
              </p:nvPicPr>
              <p:blipFill>
                <a:blip r:embed="rId69"/>
                <a:stretch>
                  <a:fillRect/>
                </a:stretch>
              </p:blipFill>
              <p:spPr>
                <a:xfrm>
                  <a:off x="4603075" y="4830140"/>
                  <a:ext cx="5364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74" name="Ink 73">
                  <a:extLst>
                    <a:ext uri="{FF2B5EF4-FFF2-40B4-BE49-F238E27FC236}">
                      <a16:creationId xmlns:a16="http://schemas.microsoft.com/office/drawing/2014/main" id="{D17119C3-2782-D30A-8321-DCB087B5F2D4}"/>
                    </a:ext>
                  </a:extLst>
                </p14:cNvPr>
                <p14:cNvContentPartPr/>
                <p14:nvPr/>
              </p14:nvContentPartPr>
              <p14:xfrm>
                <a:off x="4733395" y="4935980"/>
                <a:ext cx="92160" cy="70920"/>
              </p14:xfrm>
            </p:contentPart>
          </mc:Choice>
          <mc:Fallback>
            <p:pic>
              <p:nvPicPr>
                <p:cNvPr id="74" name="Ink 73">
                  <a:extLst>
                    <a:ext uri="{FF2B5EF4-FFF2-40B4-BE49-F238E27FC236}">
                      <a16:creationId xmlns:a16="http://schemas.microsoft.com/office/drawing/2014/main" id="{D17119C3-2782-D30A-8321-DCB087B5F2D4}"/>
                    </a:ext>
                  </a:extLst>
                </p:cNvPr>
                <p:cNvPicPr/>
                <p:nvPr/>
              </p:nvPicPr>
              <p:blipFill>
                <a:blip r:embed="rId71"/>
                <a:stretch>
                  <a:fillRect/>
                </a:stretch>
              </p:blipFill>
              <p:spPr>
                <a:xfrm>
                  <a:off x="4727275" y="4929860"/>
                  <a:ext cx="10440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5" name="Ink 74">
                  <a:extLst>
                    <a:ext uri="{FF2B5EF4-FFF2-40B4-BE49-F238E27FC236}">
                      <a16:creationId xmlns:a16="http://schemas.microsoft.com/office/drawing/2014/main" id="{8E49C9DD-9FC8-3D3A-3241-C5B278FCAC97}"/>
                    </a:ext>
                  </a:extLst>
                </p14:cNvPr>
                <p14:cNvContentPartPr/>
                <p14:nvPr/>
              </p14:nvContentPartPr>
              <p14:xfrm>
                <a:off x="4852915" y="4966580"/>
                <a:ext cx="42480" cy="75240"/>
              </p14:xfrm>
            </p:contentPart>
          </mc:Choice>
          <mc:Fallback>
            <p:pic>
              <p:nvPicPr>
                <p:cNvPr id="75" name="Ink 74">
                  <a:extLst>
                    <a:ext uri="{FF2B5EF4-FFF2-40B4-BE49-F238E27FC236}">
                      <a16:creationId xmlns:a16="http://schemas.microsoft.com/office/drawing/2014/main" id="{8E49C9DD-9FC8-3D3A-3241-C5B278FCAC97}"/>
                    </a:ext>
                  </a:extLst>
                </p:cNvPr>
                <p:cNvPicPr/>
                <p:nvPr/>
              </p:nvPicPr>
              <p:blipFill>
                <a:blip r:embed="rId73"/>
                <a:stretch>
                  <a:fillRect/>
                </a:stretch>
              </p:blipFill>
              <p:spPr>
                <a:xfrm>
                  <a:off x="4846795" y="4960460"/>
                  <a:ext cx="5472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6" name="Ink 75">
                  <a:extLst>
                    <a:ext uri="{FF2B5EF4-FFF2-40B4-BE49-F238E27FC236}">
                      <a16:creationId xmlns:a16="http://schemas.microsoft.com/office/drawing/2014/main" id="{ED1ED8B0-ECDF-C71C-3B3D-7D5CDE7C40ED}"/>
                    </a:ext>
                  </a:extLst>
                </p14:cNvPr>
                <p14:cNvContentPartPr/>
                <p14:nvPr/>
              </p14:nvContentPartPr>
              <p14:xfrm>
                <a:off x="4593355" y="4087460"/>
                <a:ext cx="19800" cy="169560"/>
              </p14:xfrm>
            </p:contentPart>
          </mc:Choice>
          <mc:Fallback>
            <p:pic>
              <p:nvPicPr>
                <p:cNvPr id="76" name="Ink 75">
                  <a:extLst>
                    <a:ext uri="{FF2B5EF4-FFF2-40B4-BE49-F238E27FC236}">
                      <a16:creationId xmlns:a16="http://schemas.microsoft.com/office/drawing/2014/main" id="{ED1ED8B0-ECDF-C71C-3B3D-7D5CDE7C40ED}"/>
                    </a:ext>
                  </a:extLst>
                </p:cNvPr>
                <p:cNvPicPr/>
                <p:nvPr/>
              </p:nvPicPr>
              <p:blipFill>
                <a:blip r:embed="rId75"/>
                <a:stretch>
                  <a:fillRect/>
                </a:stretch>
              </p:blipFill>
              <p:spPr>
                <a:xfrm>
                  <a:off x="4587235" y="4081340"/>
                  <a:ext cx="3204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7" name="Ink 76">
                  <a:extLst>
                    <a:ext uri="{FF2B5EF4-FFF2-40B4-BE49-F238E27FC236}">
                      <a16:creationId xmlns:a16="http://schemas.microsoft.com/office/drawing/2014/main" id="{6DFCCD08-FC8C-4C3C-78A2-8032B02ECE04}"/>
                    </a:ext>
                  </a:extLst>
                </p14:cNvPr>
                <p14:cNvContentPartPr/>
                <p14:nvPr/>
              </p14:nvContentPartPr>
              <p14:xfrm>
                <a:off x="4449355" y="4061540"/>
                <a:ext cx="512280" cy="336960"/>
              </p14:xfrm>
            </p:contentPart>
          </mc:Choice>
          <mc:Fallback>
            <p:pic>
              <p:nvPicPr>
                <p:cNvPr id="77" name="Ink 76">
                  <a:extLst>
                    <a:ext uri="{FF2B5EF4-FFF2-40B4-BE49-F238E27FC236}">
                      <a16:creationId xmlns:a16="http://schemas.microsoft.com/office/drawing/2014/main" id="{6DFCCD08-FC8C-4C3C-78A2-8032B02ECE04}"/>
                    </a:ext>
                  </a:extLst>
                </p:cNvPr>
                <p:cNvPicPr/>
                <p:nvPr/>
              </p:nvPicPr>
              <p:blipFill>
                <a:blip r:embed="rId77"/>
                <a:stretch>
                  <a:fillRect/>
                </a:stretch>
              </p:blipFill>
              <p:spPr>
                <a:xfrm>
                  <a:off x="4443235" y="4055420"/>
                  <a:ext cx="524520" cy="3492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9" name="Ink 78">
                  <a:extLst>
                    <a:ext uri="{FF2B5EF4-FFF2-40B4-BE49-F238E27FC236}">
                      <a16:creationId xmlns:a16="http://schemas.microsoft.com/office/drawing/2014/main" id="{A33192D9-3FA1-8B20-D69E-AC1BA37C98F7}"/>
                    </a:ext>
                  </a:extLst>
                </p14:cNvPr>
                <p14:cNvContentPartPr/>
                <p14:nvPr/>
              </p14:nvContentPartPr>
              <p14:xfrm>
                <a:off x="5097715" y="4049300"/>
                <a:ext cx="392400" cy="960480"/>
              </p14:xfrm>
            </p:contentPart>
          </mc:Choice>
          <mc:Fallback>
            <p:pic>
              <p:nvPicPr>
                <p:cNvPr id="79" name="Ink 78">
                  <a:extLst>
                    <a:ext uri="{FF2B5EF4-FFF2-40B4-BE49-F238E27FC236}">
                      <a16:creationId xmlns:a16="http://schemas.microsoft.com/office/drawing/2014/main" id="{A33192D9-3FA1-8B20-D69E-AC1BA37C98F7}"/>
                    </a:ext>
                  </a:extLst>
                </p:cNvPr>
                <p:cNvPicPr/>
                <p:nvPr/>
              </p:nvPicPr>
              <p:blipFill>
                <a:blip r:embed="rId79"/>
                <a:stretch>
                  <a:fillRect/>
                </a:stretch>
              </p:blipFill>
              <p:spPr>
                <a:xfrm>
                  <a:off x="5091595" y="4043180"/>
                  <a:ext cx="404640" cy="9727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80" name="Ink 79">
                  <a:extLst>
                    <a:ext uri="{FF2B5EF4-FFF2-40B4-BE49-F238E27FC236}">
                      <a16:creationId xmlns:a16="http://schemas.microsoft.com/office/drawing/2014/main" id="{6BC30924-3387-5BB2-5E94-A9F03207BAAE}"/>
                    </a:ext>
                  </a:extLst>
                </p14:cNvPr>
                <p14:cNvContentPartPr/>
                <p14:nvPr/>
              </p14:nvContentPartPr>
              <p14:xfrm>
                <a:off x="5524675" y="4123460"/>
                <a:ext cx="524520" cy="714960"/>
              </p14:xfrm>
            </p:contentPart>
          </mc:Choice>
          <mc:Fallback>
            <p:pic>
              <p:nvPicPr>
                <p:cNvPr id="80" name="Ink 79">
                  <a:extLst>
                    <a:ext uri="{FF2B5EF4-FFF2-40B4-BE49-F238E27FC236}">
                      <a16:creationId xmlns:a16="http://schemas.microsoft.com/office/drawing/2014/main" id="{6BC30924-3387-5BB2-5E94-A9F03207BAAE}"/>
                    </a:ext>
                  </a:extLst>
                </p:cNvPr>
                <p:cNvPicPr/>
                <p:nvPr/>
              </p:nvPicPr>
              <p:blipFill>
                <a:blip r:embed="rId81"/>
                <a:stretch>
                  <a:fillRect/>
                </a:stretch>
              </p:blipFill>
              <p:spPr>
                <a:xfrm>
                  <a:off x="5518555" y="4117340"/>
                  <a:ext cx="536760" cy="7272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1" name="Ink 80">
                  <a:extLst>
                    <a:ext uri="{FF2B5EF4-FFF2-40B4-BE49-F238E27FC236}">
                      <a16:creationId xmlns:a16="http://schemas.microsoft.com/office/drawing/2014/main" id="{3C13E2AC-1EB5-F278-132B-80C9AEFC1FA2}"/>
                    </a:ext>
                  </a:extLst>
                </p14:cNvPr>
                <p14:cNvContentPartPr/>
                <p14:nvPr/>
              </p14:nvContentPartPr>
              <p14:xfrm>
                <a:off x="6108955" y="4254860"/>
                <a:ext cx="198360" cy="449640"/>
              </p14:xfrm>
            </p:contentPart>
          </mc:Choice>
          <mc:Fallback>
            <p:pic>
              <p:nvPicPr>
                <p:cNvPr id="81" name="Ink 80">
                  <a:extLst>
                    <a:ext uri="{FF2B5EF4-FFF2-40B4-BE49-F238E27FC236}">
                      <a16:creationId xmlns:a16="http://schemas.microsoft.com/office/drawing/2014/main" id="{3C13E2AC-1EB5-F278-132B-80C9AEFC1FA2}"/>
                    </a:ext>
                  </a:extLst>
                </p:cNvPr>
                <p:cNvPicPr/>
                <p:nvPr/>
              </p:nvPicPr>
              <p:blipFill>
                <a:blip r:embed="rId83"/>
                <a:stretch>
                  <a:fillRect/>
                </a:stretch>
              </p:blipFill>
              <p:spPr>
                <a:xfrm>
                  <a:off x="6102835" y="4248740"/>
                  <a:ext cx="210600" cy="4618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82" name="Ink 81">
                  <a:extLst>
                    <a:ext uri="{FF2B5EF4-FFF2-40B4-BE49-F238E27FC236}">
                      <a16:creationId xmlns:a16="http://schemas.microsoft.com/office/drawing/2014/main" id="{F2CEDAD7-2386-8997-C629-985D74E854D6}"/>
                    </a:ext>
                  </a:extLst>
                </p14:cNvPr>
                <p14:cNvContentPartPr/>
                <p14:nvPr/>
              </p14:nvContentPartPr>
              <p14:xfrm>
                <a:off x="6456715" y="4274300"/>
                <a:ext cx="126720" cy="466200"/>
              </p14:xfrm>
            </p:contentPart>
          </mc:Choice>
          <mc:Fallback>
            <p:pic>
              <p:nvPicPr>
                <p:cNvPr id="82" name="Ink 81">
                  <a:extLst>
                    <a:ext uri="{FF2B5EF4-FFF2-40B4-BE49-F238E27FC236}">
                      <a16:creationId xmlns:a16="http://schemas.microsoft.com/office/drawing/2014/main" id="{F2CEDAD7-2386-8997-C629-985D74E854D6}"/>
                    </a:ext>
                  </a:extLst>
                </p:cNvPr>
                <p:cNvPicPr/>
                <p:nvPr/>
              </p:nvPicPr>
              <p:blipFill>
                <a:blip r:embed="rId85"/>
                <a:stretch>
                  <a:fillRect/>
                </a:stretch>
              </p:blipFill>
              <p:spPr>
                <a:xfrm>
                  <a:off x="6450595" y="4268180"/>
                  <a:ext cx="138960" cy="4784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3" name="Ink 82">
                  <a:extLst>
                    <a:ext uri="{FF2B5EF4-FFF2-40B4-BE49-F238E27FC236}">
                      <a16:creationId xmlns:a16="http://schemas.microsoft.com/office/drawing/2014/main" id="{6D8C9DAF-727F-1791-EC31-2594413F1619}"/>
                    </a:ext>
                  </a:extLst>
                </p14:cNvPr>
                <p14:cNvContentPartPr/>
                <p14:nvPr/>
              </p14:nvContentPartPr>
              <p14:xfrm>
                <a:off x="6719515" y="4286180"/>
                <a:ext cx="227160" cy="347760"/>
              </p14:xfrm>
            </p:contentPart>
          </mc:Choice>
          <mc:Fallback>
            <p:pic>
              <p:nvPicPr>
                <p:cNvPr id="83" name="Ink 82">
                  <a:extLst>
                    <a:ext uri="{FF2B5EF4-FFF2-40B4-BE49-F238E27FC236}">
                      <a16:creationId xmlns:a16="http://schemas.microsoft.com/office/drawing/2014/main" id="{6D8C9DAF-727F-1791-EC31-2594413F1619}"/>
                    </a:ext>
                  </a:extLst>
                </p:cNvPr>
                <p:cNvPicPr/>
                <p:nvPr/>
              </p:nvPicPr>
              <p:blipFill>
                <a:blip r:embed="rId87"/>
                <a:stretch>
                  <a:fillRect/>
                </a:stretch>
              </p:blipFill>
              <p:spPr>
                <a:xfrm>
                  <a:off x="6713395" y="4280060"/>
                  <a:ext cx="2394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4" name="Ink 83">
                  <a:extLst>
                    <a:ext uri="{FF2B5EF4-FFF2-40B4-BE49-F238E27FC236}">
                      <a16:creationId xmlns:a16="http://schemas.microsoft.com/office/drawing/2014/main" id="{5EE40B34-9362-B938-9900-D9D35D61482D}"/>
                    </a:ext>
                  </a:extLst>
                </p14:cNvPr>
                <p14:cNvContentPartPr/>
                <p14:nvPr/>
              </p14:nvContentPartPr>
              <p14:xfrm>
                <a:off x="6918235" y="4267820"/>
                <a:ext cx="218520" cy="494280"/>
              </p14:xfrm>
            </p:contentPart>
          </mc:Choice>
          <mc:Fallback>
            <p:pic>
              <p:nvPicPr>
                <p:cNvPr id="84" name="Ink 83">
                  <a:extLst>
                    <a:ext uri="{FF2B5EF4-FFF2-40B4-BE49-F238E27FC236}">
                      <a16:creationId xmlns:a16="http://schemas.microsoft.com/office/drawing/2014/main" id="{5EE40B34-9362-B938-9900-D9D35D61482D}"/>
                    </a:ext>
                  </a:extLst>
                </p:cNvPr>
                <p:cNvPicPr/>
                <p:nvPr/>
              </p:nvPicPr>
              <p:blipFill>
                <a:blip r:embed="rId89"/>
                <a:stretch>
                  <a:fillRect/>
                </a:stretch>
              </p:blipFill>
              <p:spPr>
                <a:xfrm>
                  <a:off x="6912115" y="4261700"/>
                  <a:ext cx="230760" cy="5065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5" name="Ink 84">
                  <a:extLst>
                    <a:ext uri="{FF2B5EF4-FFF2-40B4-BE49-F238E27FC236}">
                      <a16:creationId xmlns:a16="http://schemas.microsoft.com/office/drawing/2014/main" id="{56817585-6E5F-40D5-7D2D-1385443A8133}"/>
                    </a:ext>
                  </a:extLst>
                </p14:cNvPr>
                <p14:cNvContentPartPr/>
                <p14:nvPr/>
              </p14:nvContentPartPr>
              <p14:xfrm>
                <a:off x="7229275" y="4109060"/>
                <a:ext cx="67680" cy="186840"/>
              </p14:xfrm>
            </p:contentPart>
          </mc:Choice>
          <mc:Fallback>
            <p:pic>
              <p:nvPicPr>
                <p:cNvPr id="85" name="Ink 84">
                  <a:extLst>
                    <a:ext uri="{FF2B5EF4-FFF2-40B4-BE49-F238E27FC236}">
                      <a16:creationId xmlns:a16="http://schemas.microsoft.com/office/drawing/2014/main" id="{56817585-6E5F-40D5-7D2D-1385443A8133}"/>
                    </a:ext>
                  </a:extLst>
                </p:cNvPr>
                <p:cNvPicPr/>
                <p:nvPr/>
              </p:nvPicPr>
              <p:blipFill>
                <a:blip r:embed="rId91"/>
                <a:stretch>
                  <a:fillRect/>
                </a:stretch>
              </p:blipFill>
              <p:spPr>
                <a:xfrm>
                  <a:off x="7223155" y="4102940"/>
                  <a:ext cx="7992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6" name="Ink 85">
                  <a:extLst>
                    <a:ext uri="{FF2B5EF4-FFF2-40B4-BE49-F238E27FC236}">
                      <a16:creationId xmlns:a16="http://schemas.microsoft.com/office/drawing/2014/main" id="{966EB12D-3AF0-0EFA-34E1-5E1AEA4BD59F}"/>
                    </a:ext>
                  </a:extLst>
                </p14:cNvPr>
                <p14:cNvContentPartPr/>
                <p14:nvPr/>
              </p14:nvContentPartPr>
              <p14:xfrm>
                <a:off x="7176355" y="4007180"/>
                <a:ext cx="31680" cy="144720"/>
              </p14:xfrm>
            </p:contentPart>
          </mc:Choice>
          <mc:Fallback>
            <p:pic>
              <p:nvPicPr>
                <p:cNvPr id="86" name="Ink 85">
                  <a:extLst>
                    <a:ext uri="{FF2B5EF4-FFF2-40B4-BE49-F238E27FC236}">
                      <a16:creationId xmlns:a16="http://schemas.microsoft.com/office/drawing/2014/main" id="{966EB12D-3AF0-0EFA-34E1-5E1AEA4BD59F}"/>
                    </a:ext>
                  </a:extLst>
                </p:cNvPr>
                <p:cNvPicPr/>
                <p:nvPr/>
              </p:nvPicPr>
              <p:blipFill>
                <a:blip r:embed="rId93"/>
                <a:stretch>
                  <a:fillRect/>
                </a:stretch>
              </p:blipFill>
              <p:spPr>
                <a:xfrm>
                  <a:off x="7170235" y="4001060"/>
                  <a:ext cx="4392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87" name="Ink 86">
                  <a:extLst>
                    <a:ext uri="{FF2B5EF4-FFF2-40B4-BE49-F238E27FC236}">
                      <a16:creationId xmlns:a16="http://schemas.microsoft.com/office/drawing/2014/main" id="{7832D0E4-40AE-B98C-1D8B-2FA4BA0021A7}"/>
                    </a:ext>
                  </a:extLst>
                </p14:cNvPr>
                <p14:cNvContentPartPr/>
                <p14:nvPr/>
              </p14:nvContentPartPr>
              <p14:xfrm>
                <a:off x="7176355" y="4029860"/>
                <a:ext cx="65520" cy="261720"/>
              </p14:xfrm>
            </p:contentPart>
          </mc:Choice>
          <mc:Fallback>
            <p:pic>
              <p:nvPicPr>
                <p:cNvPr id="87" name="Ink 86">
                  <a:extLst>
                    <a:ext uri="{FF2B5EF4-FFF2-40B4-BE49-F238E27FC236}">
                      <a16:creationId xmlns:a16="http://schemas.microsoft.com/office/drawing/2014/main" id="{7832D0E4-40AE-B98C-1D8B-2FA4BA0021A7}"/>
                    </a:ext>
                  </a:extLst>
                </p:cNvPr>
                <p:cNvPicPr/>
                <p:nvPr/>
              </p:nvPicPr>
              <p:blipFill>
                <a:blip r:embed="rId95"/>
                <a:stretch>
                  <a:fillRect/>
                </a:stretch>
              </p:blipFill>
              <p:spPr>
                <a:xfrm>
                  <a:off x="7170235" y="4023740"/>
                  <a:ext cx="7776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88" name="Ink 87">
                  <a:extLst>
                    <a:ext uri="{FF2B5EF4-FFF2-40B4-BE49-F238E27FC236}">
                      <a16:creationId xmlns:a16="http://schemas.microsoft.com/office/drawing/2014/main" id="{A492C70D-C9C6-05BB-6CF0-4C4CB0F53AD6}"/>
                    </a:ext>
                  </a:extLst>
                </p14:cNvPr>
                <p14:cNvContentPartPr/>
                <p14:nvPr/>
              </p14:nvContentPartPr>
              <p14:xfrm>
                <a:off x="7266715" y="4112300"/>
                <a:ext cx="227160" cy="341280"/>
              </p14:xfrm>
            </p:contentPart>
          </mc:Choice>
          <mc:Fallback>
            <p:pic>
              <p:nvPicPr>
                <p:cNvPr id="88" name="Ink 87">
                  <a:extLst>
                    <a:ext uri="{FF2B5EF4-FFF2-40B4-BE49-F238E27FC236}">
                      <a16:creationId xmlns:a16="http://schemas.microsoft.com/office/drawing/2014/main" id="{A492C70D-C9C6-05BB-6CF0-4C4CB0F53AD6}"/>
                    </a:ext>
                  </a:extLst>
                </p:cNvPr>
                <p:cNvPicPr/>
                <p:nvPr/>
              </p:nvPicPr>
              <p:blipFill>
                <a:blip r:embed="rId97"/>
                <a:stretch>
                  <a:fillRect/>
                </a:stretch>
              </p:blipFill>
              <p:spPr>
                <a:xfrm>
                  <a:off x="7260595" y="4106180"/>
                  <a:ext cx="239400" cy="3535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0" name="Ink 89">
                  <a:extLst>
                    <a:ext uri="{FF2B5EF4-FFF2-40B4-BE49-F238E27FC236}">
                      <a16:creationId xmlns:a16="http://schemas.microsoft.com/office/drawing/2014/main" id="{3312AAF8-CA8B-2915-D111-85A783186AD7}"/>
                    </a:ext>
                  </a:extLst>
                </p14:cNvPr>
                <p14:cNvContentPartPr/>
                <p14:nvPr/>
              </p14:nvContentPartPr>
              <p14:xfrm>
                <a:off x="7494595" y="4590380"/>
                <a:ext cx="389160" cy="42480"/>
              </p14:xfrm>
            </p:contentPart>
          </mc:Choice>
          <mc:Fallback>
            <p:pic>
              <p:nvPicPr>
                <p:cNvPr id="90" name="Ink 89">
                  <a:extLst>
                    <a:ext uri="{FF2B5EF4-FFF2-40B4-BE49-F238E27FC236}">
                      <a16:creationId xmlns:a16="http://schemas.microsoft.com/office/drawing/2014/main" id="{3312AAF8-CA8B-2915-D111-85A783186AD7}"/>
                    </a:ext>
                  </a:extLst>
                </p:cNvPr>
                <p:cNvPicPr/>
                <p:nvPr/>
              </p:nvPicPr>
              <p:blipFill>
                <a:blip r:embed="rId99"/>
                <a:stretch>
                  <a:fillRect/>
                </a:stretch>
              </p:blipFill>
              <p:spPr>
                <a:xfrm>
                  <a:off x="7488475" y="4584260"/>
                  <a:ext cx="40140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1" name="Ink 90">
                  <a:extLst>
                    <a:ext uri="{FF2B5EF4-FFF2-40B4-BE49-F238E27FC236}">
                      <a16:creationId xmlns:a16="http://schemas.microsoft.com/office/drawing/2014/main" id="{A5EE28FF-CE4A-ED8F-300B-AF9F1623AA32}"/>
                    </a:ext>
                  </a:extLst>
                </p14:cNvPr>
                <p14:cNvContentPartPr/>
                <p14:nvPr/>
              </p14:nvContentPartPr>
              <p14:xfrm>
                <a:off x="8158075" y="4215620"/>
                <a:ext cx="360360" cy="1028880"/>
              </p14:xfrm>
            </p:contentPart>
          </mc:Choice>
          <mc:Fallback>
            <p:pic>
              <p:nvPicPr>
                <p:cNvPr id="91" name="Ink 90">
                  <a:extLst>
                    <a:ext uri="{FF2B5EF4-FFF2-40B4-BE49-F238E27FC236}">
                      <a16:creationId xmlns:a16="http://schemas.microsoft.com/office/drawing/2014/main" id="{A5EE28FF-CE4A-ED8F-300B-AF9F1623AA32}"/>
                    </a:ext>
                  </a:extLst>
                </p:cNvPr>
                <p:cNvPicPr/>
                <p:nvPr/>
              </p:nvPicPr>
              <p:blipFill>
                <a:blip r:embed="rId101"/>
                <a:stretch>
                  <a:fillRect/>
                </a:stretch>
              </p:blipFill>
              <p:spPr>
                <a:xfrm>
                  <a:off x="8151955" y="4209500"/>
                  <a:ext cx="372600" cy="10411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93" name="Ink 92">
                  <a:extLst>
                    <a:ext uri="{FF2B5EF4-FFF2-40B4-BE49-F238E27FC236}">
                      <a16:creationId xmlns:a16="http://schemas.microsoft.com/office/drawing/2014/main" id="{DE9F4052-F4B7-612B-CE7C-7F5E72EDFBEB}"/>
                    </a:ext>
                  </a:extLst>
                </p14:cNvPr>
                <p14:cNvContentPartPr/>
                <p14:nvPr/>
              </p14:nvContentPartPr>
              <p14:xfrm>
                <a:off x="8705275" y="4013660"/>
                <a:ext cx="84600" cy="200160"/>
              </p14:xfrm>
            </p:contentPart>
          </mc:Choice>
          <mc:Fallback>
            <p:pic>
              <p:nvPicPr>
                <p:cNvPr id="93" name="Ink 92">
                  <a:extLst>
                    <a:ext uri="{FF2B5EF4-FFF2-40B4-BE49-F238E27FC236}">
                      <a16:creationId xmlns:a16="http://schemas.microsoft.com/office/drawing/2014/main" id="{DE9F4052-F4B7-612B-CE7C-7F5E72EDFBEB}"/>
                    </a:ext>
                  </a:extLst>
                </p:cNvPr>
                <p:cNvPicPr/>
                <p:nvPr/>
              </p:nvPicPr>
              <p:blipFill>
                <a:blip r:embed="rId103"/>
                <a:stretch>
                  <a:fillRect/>
                </a:stretch>
              </p:blipFill>
              <p:spPr>
                <a:xfrm>
                  <a:off x="8699155" y="4007540"/>
                  <a:ext cx="9684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94" name="Ink 93">
                  <a:extLst>
                    <a:ext uri="{FF2B5EF4-FFF2-40B4-BE49-F238E27FC236}">
                      <a16:creationId xmlns:a16="http://schemas.microsoft.com/office/drawing/2014/main" id="{74EB4759-9526-ECA7-7E9D-97F1BA0BC29D}"/>
                    </a:ext>
                  </a:extLst>
                </p14:cNvPr>
                <p14:cNvContentPartPr/>
                <p14:nvPr/>
              </p14:nvContentPartPr>
              <p14:xfrm>
                <a:off x="8759635" y="3796580"/>
                <a:ext cx="46080" cy="18720"/>
              </p14:xfrm>
            </p:contentPart>
          </mc:Choice>
          <mc:Fallback>
            <p:pic>
              <p:nvPicPr>
                <p:cNvPr id="94" name="Ink 93">
                  <a:extLst>
                    <a:ext uri="{FF2B5EF4-FFF2-40B4-BE49-F238E27FC236}">
                      <a16:creationId xmlns:a16="http://schemas.microsoft.com/office/drawing/2014/main" id="{74EB4759-9526-ECA7-7E9D-97F1BA0BC29D}"/>
                    </a:ext>
                  </a:extLst>
                </p:cNvPr>
                <p:cNvPicPr/>
                <p:nvPr/>
              </p:nvPicPr>
              <p:blipFill>
                <a:blip r:embed="rId105"/>
                <a:stretch>
                  <a:fillRect/>
                </a:stretch>
              </p:blipFill>
              <p:spPr>
                <a:xfrm>
                  <a:off x="8753515" y="3790460"/>
                  <a:ext cx="5832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95" name="Ink 94">
                  <a:extLst>
                    <a:ext uri="{FF2B5EF4-FFF2-40B4-BE49-F238E27FC236}">
                      <a16:creationId xmlns:a16="http://schemas.microsoft.com/office/drawing/2014/main" id="{C402AEA3-DDD7-E1A0-AF74-ACBF6C071E5F}"/>
                    </a:ext>
                  </a:extLst>
                </p14:cNvPr>
                <p14:cNvContentPartPr/>
                <p14:nvPr/>
              </p14:nvContentPartPr>
              <p14:xfrm>
                <a:off x="8485315" y="3900980"/>
                <a:ext cx="131400" cy="428040"/>
              </p14:xfrm>
            </p:contentPart>
          </mc:Choice>
          <mc:Fallback>
            <p:pic>
              <p:nvPicPr>
                <p:cNvPr id="95" name="Ink 94">
                  <a:extLst>
                    <a:ext uri="{FF2B5EF4-FFF2-40B4-BE49-F238E27FC236}">
                      <a16:creationId xmlns:a16="http://schemas.microsoft.com/office/drawing/2014/main" id="{C402AEA3-DDD7-E1A0-AF74-ACBF6C071E5F}"/>
                    </a:ext>
                  </a:extLst>
                </p:cNvPr>
                <p:cNvPicPr/>
                <p:nvPr/>
              </p:nvPicPr>
              <p:blipFill>
                <a:blip r:embed="rId107"/>
                <a:stretch>
                  <a:fillRect/>
                </a:stretch>
              </p:blipFill>
              <p:spPr>
                <a:xfrm>
                  <a:off x="8479195" y="3894860"/>
                  <a:ext cx="143640" cy="4402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96" name="Ink 95">
                  <a:extLst>
                    <a:ext uri="{FF2B5EF4-FFF2-40B4-BE49-F238E27FC236}">
                      <a16:creationId xmlns:a16="http://schemas.microsoft.com/office/drawing/2014/main" id="{82C3DBB4-D2FE-9738-00D1-1C9E2823CCC9}"/>
                    </a:ext>
                  </a:extLst>
                </p14:cNvPr>
                <p14:cNvContentPartPr/>
                <p14:nvPr/>
              </p14:nvContentPartPr>
              <p14:xfrm>
                <a:off x="8811475" y="3900980"/>
                <a:ext cx="115920" cy="449640"/>
              </p14:xfrm>
            </p:contentPart>
          </mc:Choice>
          <mc:Fallback>
            <p:pic>
              <p:nvPicPr>
                <p:cNvPr id="96" name="Ink 95">
                  <a:extLst>
                    <a:ext uri="{FF2B5EF4-FFF2-40B4-BE49-F238E27FC236}">
                      <a16:creationId xmlns:a16="http://schemas.microsoft.com/office/drawing/2014/main" id="{82C3DBB4-D2FE-9738-00D1-1C9E2823CCC9}"/>
                    </a:ext>
                  </a:extLst>
                </p:cNvPr>
                <p:cNvPicPr/>
                <p:nvPr/>
              </p:nvPicPr>
              <p:blipFill>
                <a:blip r:embed="rId109"/>
                <a:stretch>
                  <a:fillRect/>
                </a:stretch>
              </p:blipFill>
              <p:spPr>
                <a:xfrm>
                  <a:off x="8805355" y="3894860"/>
                  <a:ext cx="128160" cy="4618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97" name="Ink 96">
                  <a:extLst>
                    <a:ext uri="{FF2B5EF4-FFF2-40B4-BE49-F238E27FC236}">
                      <a16:creationId xmlns:a16="http://schemas.microsoft.com/office/drawing/2014/main" id="{5B241B0F-544A-AAEF-B376-77FCBBBCFD4E}"/>
                    </a:ext>
                  </a:extLst>
                </p14:cNvPr>
                <p14:cNvContentPartPr/>
                <p14:nvPr/>
              </p14:nvContentPartPr>
              <p14:xfrm>
                <a:off x="8897155" y="3803060"/>
                <a:ext cx="330120" cy="991080"/>
              </p14:xfrm>
            </p:contentPart>
          </mc:Choice>
          <mc:Fallback>
            <p:pic>
              <p:nvPicPr>
                <p:cNvPr id="97" name="Ink 96">
                  <a:extLst>
                    <a:ext uri="{FF2B5EF4-FFF2-40B4-BE49-F238E27FC236}">
                      <a16:creationId xmlns:a16="http://schemas.microsoft.com/office/drawing/2014/main" id="{5B241B0F-544A-AAEF-B376-77FCBBBCFD4E}"/>
                    </a:ext>
                  </a:extLst>
                </p:cNvPr>
                <p:cNvPicPr/>
                <p:nvPr/>
              </p:nvPicPr>
              <p:blipFill>
                <a:blip r:embed="rId111"/>
                <a:stretch>
                  <a:fillRect/>
                </a:stretch>
              </p:blipFill>
              <p:spPr>
                <a:xfrm>
                  <a:off x="8891035" y="3796940"/>
                  <a:ext cx="342360" cy="10033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98" name="Ink 97">
                  <a:extLst>
                    <a:ext uri="{FF2B5EF4-FFF2-40B4-BE49-F238E27FC236}">
                      <a16:creationId xmlns:a16="http://schemas.microsoft.com/office/drawing/2014/main" id="{50CEE77C-803A-992C-126F-2E5C46A8482E}"/>
                    </a:ext>
                  </a:extLst>
                </p14:cNvPr>
                <p14:cNvContentPartPr/>
                <p14:nvPr/>
              </p14:nvContentPartPr>
              <p14:xfrm>
                <a:off x="9412675" y="3481220"/>
                <a:ext cx="188640" cy="448200"/>
              </p14:xfrm>
            </p:contentPart>
          </mc:Choice>
          <mc:Fallback>
            <p:pic>
              <p:nvPicPr>
                <p:cNvPr id="98" name="Ink 97">
                  <a:extLst>
                    <a:ext uri="{FF2B5EF4-FFF2-40B4-BE49-F238E27FC236}">
                      <a16:creationId xmlns:a16="http://schemas.microsoft.com/office/drawing/2014/main" id="{50CEE77C-803A-992C-126F-2E5C46A8482E}"/>
                    </a:ext>
                  </a:extLst>
                </p:cNvPr>
                <p:cNvPicPr/>
                <p:nvPr/>
              </p:nvPicPr>
              <p:blipFill>
                <a:blip r:embed="rId113"/>
                <a:stretch>
                  <a:fillRect/>
                </a:stretch>
              </p:blipFill>
              <p:spPr>
                <a:xfrm>
                  <a:off x="9406555" y="3475100"/>
                  <a:ext cx="200880" cy="4604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00" name="Ink 99">
                  <a:extLst>
                    <a:ext uri="{FF2B5EF4-FFF2-40B4-BE49-F238E27FC236}">
                      <a16:creationId xmlns:a16="http://schemas.microsoft.com/office/drawing/2014/main" id="{4154C295-67E9-2607-39FA-85E54A6349C7}"/>
                    </a:ext>
                  </a:extLst>
                </p14:cNvPr>
                <p14:cNvContentPartPr/>
                <p14:nvPr/>
              </p14:nvContentPartPr>
              <p14:xfrm>
                <a:off x="4837075" y="5384540"/>
                <a:ext cx="209880" cy="880560"/>
              </p14:xfrm>
            </p:contentPart>
          </mc:Choice>
          <mc:Fallback>
            <p:pic>
              <p:nvPicPr>
                <p:cNvPr id="100" name="Ink 99">
                  <a:extLst>
                    <a:ext uri="{FF2B5EF4-FFF2-40B4-BE49-F238E27FC236}">
                      <a16:creationId xmlns:a16="http://schemas.microsoft.com/office/drawing/2014/main" id="{4154C295-67E9-2607-39FA-85E54A6349C7}"/>
                    </a:ext>
                  </a:extLst>
                </p:cNvPr>
                <p:cNvPicPr/>
                <p:nvPr/>
              </p:nvPicPr>
              <p:blipFill>
                <a:blip r:embed="rId115"/>
                <a:stretch>
                  <a:fillRect/>
                </a:stretch>
              </p:blipFill>
              <p:spPr>
                <a:xfrm>
                  <a:off x="4830955" y="5378420"/>
                  <a:ext cx="222120" cy="8928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01" name="Ink 100">
                  <a:extLst>
                    <a:ext uri="{FF2B5EF4-FFF2-40B4-BE49-F238E27FC236}">
                      <a16:creationId xmlns:a16="http://schemas.microsoft.com/office/drawing/2014/main" id="{976528BB-F6F2-735B-02A2-E69F2D37BE70}"/>
                    </a:ext>
                  </a:extLst>
                </p14:cNvPr>
                <p14:cNvContentPartPr/>
                <p14:nvPr/>
              </p14:nvContentPartPr>
              <p14:xfrm>
                <a:off x="4448995" y="5862980"/>
                <a:ext cx="1108440" cy="579240"/>
              </p14:xfrm>
            </p:contentPart>
          </mc:Choice>
          <mc:Fallback>
            <p:pic>
              <p:nvPicPr>
                <p:cNvPr id="101" name="Ink 100">
                  <a:extLst>
                    <a:ext uri="{FF2B5EF4-FFF2-40B4-BE49-F238E27FC236}">
                      <a16:creationId xmlns:a16="http://schemas.microsoft.com/office/drawing/2014/main" id="{976528BB-F6F2-735B-02A2-E69F2D37BE70}"/>
                    </a:ext>
                  </a:extLst>
                </p:cNvPr>
                <p:cNvPicPr/>
                <p:nvPr/>
              </p:nvPicPr>
              <p:blipFill>
                <a:blip r:embed="rId117"/>
                <a:stretch>
                  <a:fillRect/>
                </a:stretch>
              </p:blipFill>
              <p:spPr>
                <a:xfrm>
                  <a:off x="4442875" y="5856860"/>
                  <a:ext cx="1120680" cy="5914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3" name="Ink 102">
                  <a:extLst>
                    <a:ext uri="{FF2B5EF4-FFF2-40B4-BE49-F238E27FC236}">
                      <a16:creationId xmlns:a16="http://schemas.microsoft.com/office/drawing/2014/main" id="{686C3218-9F6C-AA05-91BD-AD6F6FA2CAFB}"/>
                    </a:ext>
                  </a:extLst>
                </p14:cNvPr>
                <p14:cNvContentPartPr/>
                <p14:nvPr/>
              </p14:nvContentPartPr>
              <p14:xfrm>
                <a:off x="5678035" y="6289220"/>
                <a:ext cx="358920" cy="446760"/>
              </p14:xfrm>
            </p:contentPart>
          </mc:Choice>
          <mc:Fallback>
            <p:pic>
              <p:nvPicPr>
                <p:cNvPr id="103" name="Ink 102">
                  <a:extLst>
                    <a:ext uri="{FF2B5EF4-FFF2-40B4-BE49-F238E27FC236}">
                      <a16:creationId xmlns:a16="http://schemas.microsoft.com/office/drawing/2014/main" id="{686C3218-9F6C-AA05-91BD-AD6F6FA2CAFB}"/>
                    </a:ext>
                  </a:extLst>
                </p:cNvPr>
                <p:cNvPicPr/>
                <p:nvPr/>
              </p:nvPicPr>
              <p:blipFill>
                <a:blip r:embed="rId119"/>
                <a:stretch>
                  <a:fillRect/>
                </a:stretch>
              </p:blipFill>
              <p:spPr>
                <a:xfrm>
                  <a:off x="5671915" y="6283100"/>
                  <a:ext cx="371160" cy="4590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4" name="Ink 103">
                  <a:extLst>
                    <a:ext uri="{FF2B5EF4-FFF2-40B4-BE49-F238E27FC236}">
                      <a16:creationId xmlns:a16="http://schemas.microsoft.com/office/drawing/2014/main" id="{002A47EB-2361-2590-5458-64A6A9FC15D2}"/>
                    </a:ext>
                  </a:extLst>
                </p14:cNvPr>
                <p14:cNvContentPartPr/>
                <p14:nvPr/>
              </p14:nvContentPartPr>
              <p14:xfrm>
                <a:off x="5806555" y="6353300"/>
                <a:ext cx="30600" cy="21960"/>
              </p14:xfrm>
            </p:contentPart>
          </mc:Choice>
          <mc:Fallback>
            <p:pic>
              <p:nvPicPr>
                <p:cNvPr id="104" name="Ink 103">
                  <a:extLst>
                    <a:ext uri="{FF2B5EF4-FFF2-40B4-BE49-F238E27FC236}">
                      <a16:creationId xmlns:a16="http://schemas.microsoft.com/office/drawing/2014/main" id="{002A47EB-2361-2590-5458-64A6A9FC15D2}"/>
                    </a:ext>
                  </a:extLst>
                </p:cNvPr>
                <p:cNvPicPr/>
                <p:nvPr/>
              </p:nvPicPr>
              <p:blipFill>
                <a:blip r:embed="rId121"/>
                <a:stretch>
                  <a:fillRect/>
                </a:stretch>
              </p:blipFill>
              <p:spPr>
                <a:xfrm>
                  <a:off x="5800435" y="6347180"/>
                  <a:ext cx="428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05" name="Ink 104">
                  <a:extLst>
                    <a:ext uri="{FF2B5EF4-FFF2-40B4-BE49-F238E27FC236}">
                      <a16:creationId xmlns:a16="http://schemas.microsoft.com/office/drawing/2014/main" id="{6BA01826-B248-9411-EF84-2FF55D7549E8}"/>
                    </a:ext>
                  </a:extLst>
                </p14:cNvPr>
                <p14:cNvContentPartPr/>
                <p14:nvPr/>
              </p14:nvContentPartPr>
              <p14:xfrm>
                <a:off x="6525115" y="6487940"/>
                <a:ext cx="775800" cy="348840"/>
              </p14:xfrm>
            </p:contentPart>
          </mc:Choice>
          <mc:Fallback>
            <p:pic>
              <p:nvPicPr>
                <p:cNvPr id="105" name="Ink 104">
                  <a:extLst>
                    <a:ext uri="{FF2B5EF4-FFF2-40B4-BE49-F238E27FC236}">
                      <a16:creationId xmlns:a16="http://schemas.microsoft.com/office/drawing/2014/main" id="{6BA01826-B248-9411-EF84-2FF55D7549E8}"/>
                    </a:ext>
                  </a:extLst>
                </p:cNvPr>
                <p:cNvPicPr/>
                <p:nvPr/>
              </p:nvPicPr>
              <p:blipFill>
                <a:blip r:embed="rId123"/>
                <a:stretch>
                  <a:fillRect/>
                </a:stretch>
              </p:blipFill>
              <p:spPr>
                <a:xfrm>
                  <a:off x="6518995" y="6481820"/>
                  <a:ext cx="788040" cy="3610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06" name="Ink 105">
                  <a:extLst>
                    <a:ext uri="{FF2B5EF4-FFF2-40B4-BE49-F238E27FC236}">
                      <a16:creationId xmlns:a16="http://schemas.microsoft.com/office/drawing/2014/main" id="{47B76468-62D7-A3F2-6974-0D643C977666}"/>
                    </a:ext>
                  </a:extLst>
                </p14:cNvPr>
                <p14:cNvContentPartPr/>
                <p14:nvPr/>
              </p14:nvContentPartPr>
              <p14:xfrm>
                <a:off x="7031635" y="6451220"/>
                <a:ext cx="768600" cy="298800"/>
              </p14:xfrm>
            </p:contentPart>
          </mc:Choice>
          <mc:Fallback>
            <p:pic>
              <p:nvPicPr>
                <p:cNvPr id="106" name="Ink 105">
                  <a:extLst>
                    <a:ext uri="{FF2B5EF4-FFF2-40B4-BE49-F238E27FC236}">
                      <a16:creationId xmlns:a16="http://schemas.microsoft.com/office/drawing/2014/main" id="{47B76468-62D7-A3F2-6974-0D643C977666}"/>
                    </a:ext>
                  </a:extLst>
                </p:cNvPr>
                <p:cNvPicPr/>
                <p:nvPr/>
              </p:nvPicPr>
              <p:blipFill>
                <a:blip r:embed="rId125"/>
                <a:stretch>
                  <a:fillRect/>
                </a:stretch>
              </p:blipFill>
              <p:spPr>
                <a:xfrm>
                  <a:off x="7025515" y="6445100"/>
                  <a:ext cx="78084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09" name="Ink 108">
                  <a:extLst>
                    <a:ext uri="{FF2B5EF4-FFF2-40B4-BE49-F238E27FC236}">
                      <a16:creationId xmlns:a16="http://schemas.microsoft.com/office/drawing/2014/main" id="{06262880-BAD0-2DFA-B033-7973E6838F31}"/>
                    </a:ext>
                  </a:extLst>
                </p14:cNvPr>
                <p14:cNvContentPartPr/>
                <p14:nvPr/>
              </p14:nvContentPartPr>
              <p14:xfrm>
                <a:off x="7981315" y="749180"/>
                <a:ext cx="486720" cy="357480"/>
              </p14:xfrm>
            </p:contentPart>
          </mc:Choice>
          <mc:Fallback>
            <p:pic>
              <p:nvPicPr>
                <p:cNvPr id="109" name="Ink 108">
                  <a:extLst>
                    <a:ext uri="{FF2B5EF4-FFF2-40B4-BE49-F238E27FC236}">
                      <a16:creationId xmlns:a16="http://schemas.microsoft.com/office/drawing/2014/main" id="{06262880-BAD0-2DFA-B033-7973E6838F31}"/>
                    </a:ext>
                  </a:extLst>
                </p:cNvPr>
                <p:cNvPicPr/>
                <p:nvPr/>
              </p:nvPicPr>
              <p:blipFill>
                <a:blip r:embed="rId127"/>
                <a:stretch>
                  <a:fillRect/>
                </a:stretch>
              </p:blipFill>
              <p:spPr>
                <a:xfrm>
                  <a:off x="7975195" y="743060"/>
                  <a:ext cx="49896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10" name="Ink 109">
                  <a:extLst>
                    <a:ext uri="{FF2B5EF4-FFF2-40B4-BE49-F238E27FC236}">
                      <a16:creationId xmlns:a16="http://schemas.microsoft.com/office/drawing/2014/main" id="{CA7515E6-922E-846C-1EEA-8EC6A7820507}"/>
                    </a:ext>
                  </a:extLst>
                </p14:cNvPr>
                <p14:cNvContentPartPr/>
                <p14:nvPr/>
              </p14:nvContentPartPr>
              <p14:xfrm>
                <a:off x="8760715" y="697700"/>
                <a:ext cx="486360" cy="428400"/>
              </p14:xfrm>
            </p:contentPart>
          </mc:Choice>
          <mc:Fallback>
            <p:pic>
              <p:nvPicPr>
                <p:cNvPr id="110" name="Ink 109">
                  <a:extLst>
                    <a:ext uri="{FF2B5EF4-FFF2-40B4-BE49-F238E27FC236}">
                      <a16:creationId xmlns:a16="http://schemas.microsoft.com/office/drawing/2014/main" id="{CA7515E6-922E-846C-1EEA-8EC6A7820507}"/>
                    </a:ext>
                  </a:extLst>
                </p:cNvPr>
                <p:cNvPicPr/>
                <p:nvPr/>
              </p:nvPicPr>
              <p:blipFill>
                <a:blip r:embed="rId129"/>
                <a:stretch>
                  <a:fillRect/>
                </a:stretch>
              </p:blipFill>
              <p:spPr>
                <a:xfrm>
                  <a:off x="8754595" y="691580"/>
                  <a:ext cx="498600" cy="4406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1" name="Ink 110">
                  <a:extLst>
                    <a:ext uri="{FF2B5EF4-FFF2-40B4-BE49-F238E27FC236}">
                      <a16:creationId xmlns:a16="http://schemas.microsoft.com/office/drawing/2014/main" id="{7327AF0A-344B-1F3A-5F69-2183BF504D2D}"/>
                    </a:ext>
                  </a:extLst>
                </p14:cNvPr>
                <p14:cNvContentPartPr/>
                <p14:nvPr/>
              </p14:nvContentPartPr>
              <p14:xfrm>
                <a:off x="9580435" y="689780"/>
                <a:ext cx="108000" cy="374760"/>
              </p14:xfrm>
            </p:contentPart>
          </mc:Choice>
          <mc:Fallback>
            <p:pic>
              <p:nvPicPr>
                <p:cNvPr id="111" name="Ink 110">
                  <a:extLst>
                    <a:ext uri="{FF2B5EF4-FFF2-40B4-BE49-F238E27FC236}">
                      <a16:creationId xmlns:a16="http://schemas.microsoft.com/office/drawing/2014/main" id="{7327AF0A-344B-1F3A-5F69-2183BF504D2D}"/>
                    </a:ext>
                  </a:extLst>
                </p:cNvPr>
                <p:cNvPicPr/>
                <p:nvPr/>
              </p:nvPicPr>
              <p:blipFill>
                <a:blip r:embed="rId131"/>
                <a:stretch>
                  <a:fillRect/>
                </a:stretch>
              </p:blipFill>
              <p:spPr>
                <a:xfrm>
                  <a:off x="9574315" y="683660"/>
                  <a:ext cx="120240" cy="3870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12" name="Ink 111">
                  <a:extLst>
                    <a:ext uri="{FF2B5EF4-FFF2-40B4-BE49-F238E27FC236}">
                      <a16:creationId xmlns:a16="http://schemas.microsoft.com/office/drawing/2014/main" id="{B3466E29-1DB5-C418-E711-74B36D1899A9}"/>
                    </a:ext>
                  </a:extLst>
                </p14:cNvPr>
                <p14:cNvContentPartPr/>
                <p14:nvPr/>
              </p14:nvContentPartPr>
              <p14:xfrm>
                <a:off x="9530395" y="722180"/>
                <a:ext cx="268920" cy="335520"/>
              </p14:xfrm>
            </p:contentPart>
          </mc:Choice>
          <mc:Fallback>
            <p:pic>
              <p:nvPicPr>
                <p:cNvPr id="112" name="Ink 111">
                  <a:extLst>
                    <a:ext uri="{FF2B5EF4-FFF2-40B4-BE49-F238E27FC236}">
                      <a16:creationId xmlns:a16="http://schemas.microsoft.com/office/drawing/2014/main" id="{B3466E29-1DB5-C418-E711-74B36D1899A9}"/>
                    </a:ext>
                  </a:extLst>
                </p:cNvPr>
                <p:cNvPicPr/>
                <p:nvPr/>
              </p:nvPicPr>
              <p:blipFill>
                <a:blip r:embed="rId133"/>
                <a:stretch>
                  <a:fillRect/>
                </a:stretch>
              </p:blipFill>
              <p:spPr>
                <a:xfrm>
                  <a:off x="9524275" y="716060"/>
                  <a:ext cx="281160" cy="3477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13" name="Ink 112">
                  <a:extLst>
                    <a:ext uri="{FF2B5EF4-FFF2-40B4-BE49-F238E27FC236}">
                      <a16:creationId xmlns:a16="http://schemas.microsoft.com/office/drawing/2014/main" id="{65B519A5-F1EA-8BD2-330F-A19D5A1AD28B}"/>
                    </a:ext>
                  </a:extLst>
                </p14:cNvPr>
                <p14:cNvContentPartPr/>
                <p14:nvPr/>
              </p14:nvContentPartPr>
              <p14:xfrm>
                <a:off x="10019635" y="774380"/>
                <a:ext cx="869760" cy="288000"/>
              </p14:xfrm>
            </p:contentPart>
          </mc:Choice>
          <mc:Fallback>
            <p:pic>
              <p:nvPicPr>
                <p:cNvPr id="113" name="Ink 112">
                  <a:extLst>
                    <a:ext uri="{FF2B5EF4-FFF2-40B4-BE49-F238E27FC236}">
                      <a16:creationId xmlns:a16="http://schemas.microsoft.com/office/drawing/2014/main" id="{65B519A5-F1EA-8BD2-330F-A19D5A1AD28B}"/>
                    </a:ext>
                  </a:extLst>
                </p:cNvPr>
                <p:cNvPicPr/>
                <p:nvPr/>
              </p:nvPicPr>
              <p:blipFill>
                <a:blip r:embed="rId135"/>
                <a:stretch>
                  <a:fillRect/>
                </a:stretch>
              </p:blipFill>
              <p:spPr>
                <a:xfrm>
                  <a:off x="10013515" y="768260"/>
                  <a:ext cx="88200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4" name="Ink 113">
                  <a:extLst>
                    <a:ext uri="{FF2B5EF4-FFF2-40B4-BE49-F238E27FC236}">
                      <a16:creationId xmlns:a16="http://schemas.microsoft.com/office/drawing/2014/main" id="{3786760C-927B-D2F1-3522-6F62E58D7163}"/>
                    </a:ext>
                  </a:extLst>
                </p14:cNvPr>
                <p14:cNvContentPartPr/>
                <p14:nvPr/>
              </p14:nvContentPartPr>
              <p14:xfrm>
                <a:off x="9123955" y="1743500"/>
                <a:ext cx="1091520" cy="83880"/>
              </p14:xfrm>
            </p:contentPart>
          </mc:Choice>
          <mc:Fallback>
            <p:pic>
              <p:nvPicPr>
                <p:cNvPr id="114" name="Ink 113">
                  <a:extLst>
                    <a:ext uri="{FF2B5EF4-FFF2-40B4-BE49-F238E27FC236}">
                      <a16:creationId xmlns:a16="http://schemas.microsoft.com/office/drawing/2014/main" id="{3786760C-927B-D2F1-3522-6F62E58D7163}"/>
                    </a:ext>
                  </a:extLst>
                </p:cNvPr>
                <p:cNvPicPr/>
                <p:nvPr/>
              </p:nvPicPr>
              <p:blipFill>
                <a:blip r:embed="rId137"/>
                <a:stretch>
                  <a:fillRect/>
                </a:stretch>
              </p:blipFill>
              <p:spPr>
                <a:xfrm>
                  <a:off x="9117835" y="1737380"/>
                  <a:ext cx="11037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15" name="Ink 114">
                  <a:extLst>
                    <a:ext uri="{FF2B5EF4-FFF2-40B4-BE49-F238E27FC236}">
                      <a16:creationId xmlns:a16="http://schemas.microsoft.com/office/drawing/2014/main" id="{80FF27F3-7F72-F208-82E5-0A60BFB22A21}"/>
                    </a:ext>
                  </a:extLst>
                </p14:cNvPr>
                <p14:cNvContentPartPr/>
                <p14:nvPr/>
              </p14:nvContentPartPr>
              <p14:xfrm>
                <a:off x="10446595" y="1576460"/>
                <a:ext cx="155880" cy="324720"/>
              </p14:xfrm>
            </p:contentPart>
          </mc:Choice>
          <mc:Fallback>
            <p:pic>
              <p:nvPicPr>
                <p:cNvPr id="115" name="Ink 114">
                  <a:extLst>
                    <a:ext uri="{FF2B5EF4-FFF2-40B4-BE49-F238E27FC236}">
                      <a16:creationId xmlns:a16="http://schemas.microsoft.com/office/drawing/2014/main" id="{80FF27F3-7F72-F208-82E5-0A60BFB22A21}"/>
                    </a:ext>
                  </a:extLst>
                </p:cNvPr>
                <p:cNvPicPr/>
                <p:nvPr/>
              </p:nvPicPr>
              <p:blipFill>
                <a:blip r:embed="rId139"/>
                <a:stretch>
                  <a:fillRect/>
                </a:stretch>
              </p:blipFill>
              <p:spPr>
                <a:xfrm>
                  <a:off x="10440475" y="1570340"/>
                  <a:ext cx="168120" cy="3369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16" name="Ink 115">
                  <a:extLst>
                    <a:ext uri="{FF2B5EF4-FFF2-40B4-BE49-F238E27FC236}">
                      <a16:creationId xmlns:a16="http://schemas.microsoft.com/office/drawing/2014/main" id="{AE586A59-8A93-5EB4-8CE1-CC6B58705812}"/>
                    </a:ext>
                  </a:extLst>
                </p14:cNvPr>
                <p14:cNvContentPartPr/>
                <p14:nvPr/>
              </p14:nvContentPartPr>
              <p14:xfrm>
                <a:off x="10861315" y="1643420"/>
                <a:ext cx="259920" cy="353880"/>
              </p14:xfrm>
            </p:contentPart>
          </mc:Choice>
          <mc:Fallback>
            <p:pic>
              <p:nvPicPr>
                <p:cNvPr id="116" name="Ink 115">
                  <a:extLst>
                    <a:ext uri="{FF2B5EF4-FFF2-40B4-BE49-F238E27FC236}">
                      <a16:creationId xmlns:a16="http://schemas.microsoft.com/office/drawing/2014/main" id="{AE586A59-8A93-5EB4-8CE1-CC6B58705812}"/>
                    </a:ext>
                  </a:extLst>
                </p:cNvPr>
                <p:cNvPicPr/>
                <p:nvPr/>
              </p:nvPicPr>
              <p:blipFill>
                <a:blip r:embed="rId141"/>
                <a:stretch>
                  <a:fillRect/>
                </a:stretch>
              </p:blipFill>
              <p:spPr>
                <a:xfrm>
                  <a:off x="10855195" y="1637300"/>
                  <a:ext cx="272160" cy="3661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17" name="Ink 116">
                  <a:extLst>
                    <a:ext uri="{FF2B5EF4-FFF2-40B4-BE49-F238E27FC236}">
                      <a16:creationId xmlns:a16="http://schemas.microsoft.com/office/drawing/2014/main" id="{F04765BB-7373-5A95-DF93-E84B218A3240}"/>
                    </a:ext>
                  </a:extLst>
                </p14:cNvPr>
                <p14:cNvContentPartPr/>
                <p14:nvPr/>
              </p14:nvContentPartPr>
              <p14:xfrm>
                <a:off x="11389795" y="1578260"/>
                <a:ext cx="167760" cy="196920"/>
              </p14:xfrm>
            </p:contentPart>
          </mc:Choice>
          <mc:Fallback>
            <p:pic>
              <p:nvPicPr>
                <p:cNvPr id="117" name="Ink 116">
                  <a:extLst>
                    <a:ext uri="{FF2B5EF4-FFF2-40B4-BE49-F238E27FC236}">
                      <a16:creationId xmlns:a16="http://schemas.microsoft.com/office/drawing/2014/main" id="{F04765BB-7373-5A95-DF93-E84B218A3240}"/>
                    </a:ext>
                  </a:extLst>
                </p:cNvPr>
                <p:cNvPicPr/>
                <p:nvPr/>
              </p:nvPicPr>
              <p:blipFill>
                <a:blip r:embed="rId143"/>
                <a:stretch>
                  <a:fillRect/>
                </a:stretch>
              </p:blipFill>
              <p:spPr>
                <a:xfrm>
                  <a:off x="11383675" y="1572140"/>
                  <a:ext cx="1800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18" name="Ink 117">
                  <a:extLst>
                    <a:ext uri="{FF2B5EF4-FFF2-40B4-BE49-F238E27FC236}">
                      <a16:creationId xmlns:a16="http://schemas.microsoft.com/office/drawing/2014/main" id="{11A16200-226D-7333-4D69-128829034D9E}"/>
                    </a:ext>
                  </a:extLst>
                </p14:cNvPr>
                <p14:cNvContentPartPr/>
                <p14:nvPr/>
              </p14:nvContentPartPr>
              <p14:xfrm>
                <a:off x="11284675" y="1595900"/>
                <a:ext cx="532440" cy="657720"/>
              </p14:xfrm>
            </p:contentPart>
          </mc:Choice>
          <mc:Fallback>
            <p:pic>
              <p:nvPicPr>
                <p:cNvPr id="118" name="Ink 117">
                  <a:extLst>
                    <a:ext uri="{FF2B5EF4-FFF2-40B4-BE49-F238E27FC236}">
                      <a16:creationId xmlns:a16="http://schemas.microsoft.com/office/drawing/2014/main" id="{11A16200-226D-7333-4D69-128829034D9E}"/>
                    </a:ext>
                  </a:extLst>
                </p:cNvPr>
                <p:cNvPicPr/>
                <p:nvPr/>
              </p:nvPicPr>
              <p:blipFill>
                <a:blip r:embed="rId145"/>
                <a:stretch>
                  <a:fillRect/>
                </a:stretch>
              </p:blipFill>
              <p:spPr>
                <a:xfrm>
                  <a:off x="11278555" y="1589780"/>
                  <a:ext cx="544680" cy="6699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19" name="Ink 118">
                  <a:extLst>
                    <a:ext uri="{FF2B5EF4-FFF2-40B4-BE49-F238E27FC236}">
                      <a16:creationId xmlns:a16="http://schemas.microsoft.com/office/drawing/2014/main" id="{05F546E6-2964-7C69-0EB4-FB597F9940DA}"/>
                    </a:ext>
                  </a:extLst>
                </p14:cNvPr>
                <p14:cNvContentPartPr/>
                <p14:nvPr/>
              </p14:nvContentPartPr>
              <p14:xfrm>
                <a:off x="11555395" y="2068220"/>
                <a:ext cx="111960" cy="218880"/>
              </p14:xfrm>
            </p:contentPart>
          </mc:Choice>
          <mc:Fallback>
            <p:pic>
              <p:nvPicPr>
                <p:cNvPr id="119" name="Ink 118">
                  <a:extLst>
                    <a:ext uri="{FF2B5EF4-FFF2-40B4-BE49-F238E27FC236}">
                      <a16:creationId xmlns:a16="http://schemas.microsoft.com/office/drawing/2014/main" id="{05F546E6-2964-7C69-0EB4-FB597F9940DA}"/>
                    </a:ext>
                  </a:extLst>
                </p:cNvPr>
                <p:cNvPicPr/>
                <p:nvPr/>
              </p:nvPicPr>
              <p:blipFill>
                <a:blip r:embed="rId147"/>
                <a:stretch>
                  <a:fillRect/>
                </a:stretch>
              </p:blipFill>
              <p:spPr>
                <a:xfrm>
                  <a:off x="11549275" y="2062100"/>
                  <a:ext cx="12420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22" name="Ink 121">
                  <a:extLst>
                    <a:ext uri="{FF2B5EF4-FFF2-40B4-BE49-F238E27FC236}">
                      <a16:creationId xmlns:a16="http://schemas.microsoft.com/office/drawing/2014/main" id="{F1D7CBFD-2919-C038-3CF7-F971517EAF1B}"/>
                    </a:ext>
                  </a:extLst>
                </p14:cNvPr>
                <p14:cNvContentPartPr/>
                <p14:nvPr/>
              </p14:nvContentPartPr>
              <p14:xfrm>
                <a:off x="7898875" y="1566380"/>
                <a:ext cx="1993320" cy="1087560"/>
              </p14:xfrm>
            </p:contentPart>
          </mc:Choice>
          <mc:Fallback>
            <p:pic>
              <p:nvPicPr>
                <p:cNvPr id="122" name="Ink 121">
                  <a:extLst>
                    <a:ext uri="{FF2B5EF4-FFF2-40B4-BE49-F238E27FC236}">
                      <a16:creationId xmlns:a16="http://schemas.microsoft.com/office/drawing/2014/main" id="{F1D7CBFD-2919-C038-3CF7-F971517EAF1B}"/>
                    </a:ext>
                  </a:extLst>
                </p:cNvPr>
                <p:cNvPicPr/>
                <p:nvPr/>
              </p:nvPicPr>
              <p:blipFill>
                <a:blip r:embed="rId149"/>
                <a:stretch>
                  <a:fillRect/>
                </a:stretch>
              </p:blipFill>
              <p:spPr>
                <a:xfrm>
                  <a:off x="7892755" y="1560260"/>
                  <a:ext cx="2005560" cy="10998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23" name="Ink 122">
                  <a:extLst>
                    <a:ext uri="{FF2B5EF4-FFF2-40B4-BE49-F238E27FC236}">
                      <a16:creationId xmlns:a16="http://schemas.microsoft.com/office/drawing/2014/main" id="{DD27DE56-39E5-CD02-DC19-8216E1D4BE52}"/>
                    </a:ext>
                  </a:extLst>
                </p14:cNvPr>
                <p14:cNvContentPartPr/>
                <p14:nvPr/>
              </p14:nvContentPartPr>
              <p14:xfrm>
                <a:off x="7590715" y="1267220"/>
                <a:ext cx="676080" cy="999720"/>
              </p14:xfrm>
            </p:contentPart>
          </mc:Choice>
          <mc:Fallback>
            <p:pic>
              <p:nvPicPr>
                <p:cNvPr id="123" name="Ink 122">
                  <a:extLst>
                    <a:ext uri="{FF2B5EF4-FFF2-40B4-BE49-F238E27FC236}">
                      <a16:creationId xmlns:a16="http://schemas.microsoft.com/office/drawing/2014/main" id="{DD27DE56-39E5-CD02-DC19-8216E1D4BE52}"/>
                    </a:ext>
                  </a:extLst>
                </p:cNvPr>
                <p:cNvPicPr/>
                <p:nvPr/>
              </p:nvPicPr>
              <p:blipFill>
                <a:blip r:embed="rId151"/>
                <a:stretch>
                  <a:fillRect/>
                </a:stretch>
              </p:blipFill>
              <p:spPr>
                <a:xfrm>
                  <a:off x="7584595" y="1261100"/>
                  <a:ext cx="688320" cy="10119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25" name="Ink 124">
                  <a:extLst>
                    <a:ext uri="{FF2B5EF4-FFF2-40B4-BE49-F238E27FC236}">
                      <a16:creationId xmlns:a16="http://schemas.microsoft.com/office/drawing/2014/main" id="{C2ACC557-6065-8C50-9736-49C8E246E315}"/>
                    </a:ext>
                  </a:extLst>
                </p14:cNvPr>
                <p14:cNvContentPartPr/>
                <p14:nvPr/>
              </p14:nvContentPartPr>
              <p14:xfrm>
                <a:off x="9811195" y="2595260"/>
                <a:ext cx="415440" cy="560160"/>
              </p14:xfrm>
            </p:contentPart>
          </mc:Choice>
          <mc:Fallback>
            <p:pic>
              <p:nvPicPr>
                <p:cNvPr id="125" name="Ink 124">
                  <a:extLst>
                    <a:ext uri="{FF2B5EF4-FFF2-40B4-BE49-F238E27FC236}">
                      <a16:creationId xmlns:a16="http://schemas.microsoft.com/office/drawing/2014/main" id="{C2ACC557-6065-8C50-9736-49C8E246E315}"/>
                    </a:ext>
                  </a:extLst>
                </p:cNvPr>
                <p:cNvPicPr/>
                <p:nvPr/>
              </p:nvPicPr>
              <p:blipFill>
                <a:blip r:embed="rId153"/>
                <a:stretch>
                  <a:fillRect/>
                </a:stretch>
              </p:blipFill>
              <p:spPr>
                <a:xfrm>
                  <a:off x="9805075" y="2589140"/>
                  <a:ext cx="427680" cy="5724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26" name="Ink 125">
                  <a:extLst>
                    <a:ext uri="{FF2B5EF4-FFF2-40B4-BE49-F238E27FC236}">
                      <a16:creationId xmlns:a16="http://schemas.microsoft.com/office/drawing/2014/main" id="{244671DF-9DC7-5048-E9A8-6FF012AFCC11}"/>
                    </a:ext>
                  </a:extLst>
                </p14:cNvPr>
                <p14:cNvContentPartPr/>
                <p14:nvPr/>
              </p14:nvContentPartPr>
              <p14:xfrm>
                <a:off x="10296835" y="2793980"/>
                <a:ext cx="335520" cy="424800"/>
              </p14:xfrm>
            </p:contentPart>
          </mc:Choice>
          <mc:Fallback>
            <p:pic>
              <p:nvPicPr>
                <p:cNvPr id="126" name="Ink 125">
                  <a:extLst>
                    <a:ext uri="{FF2B5EF4-FFF2-40B4-BE49-F238E27FC236}">
                      <a16:creationId xmlns:a16="http://schemas.microsoft.com/office/drawing/2014/main" id="{244671DF-9DC7-5048-E9A8-6FF012AFCC11}"/>
                    </a:ext>
                  </a:extLst>
                </p:cNvPr>
                <p:cNvPicPr/>
                <p:nvPr/>
              </p:nvPicPr>
              <p:blipFill>
                <a:blip r:embed="rId155"/>
                <a:stretch>
                  <a:fillRect/>
                </a:stretch>
              </p:blipFill>
              <p:spPr>
                <a:xfrm>
                  <a:off x="10290715" y="2787860"/>
                  <a:ext cx="347760" cy="4370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27" name="Ink 126">
                  <a:extLst>
                    <a:ext uri="{FF2B5EF4-FFF2-40B4-BE49-F238E27FC236}">
                      <a16:creationId xmlns:a16="http://schemas.microsoft.com/office/drawing/2014/main" id="{C879E59B-0A1E-F66D-FA5A-6FA848C4141B}"/>
                    </a:ext>
                  </a:extLst>
                </p14:cNvPr>
                <p14:cNvContentPartPr/>
                <p14:nvPr/>
              </p14:nvContentPartPr>
              <p14:xfrm>
                <a:off x="10574035" y="2880020"/>
                <a:ext cx="165960" cy="361800"/>
              </p14:xfrm>
            </p:contentPart>
          </mc:Choice>
          <mc:Fallback>
            <p:pic>
              <p:nvPicPr>
                <p:cNvPr id="127" name="Ink 126">
                  <a:extLst>
                    <a:ext uri="{FF2B5EF4-FFF2-40B4-BE49-F238E27FC236}">
                      <a16:creationId xmlns:a16="http://schemas.microsoft.com/office/drawing/2014/main" id="{C879E59B-0A1E-F66D-FA5A-6FA848C4141B}"/>
                    </a:ext>
                  </a:extLst>
                </p:cNvPr>
                <p:cNvPicPr/>
                <p:nvPr/>
              </p:nvPicPr>
              <p:blipFill>
                <a:blip r:embed="rId157"/>
                <a:stretch>
                  <a:fillRect/>
                </a:stretch>
              </p:blipFill>
              <p:spPr>
                <a:xfrm>
                  <a:off x="10567915" y="2873900"/>
                  <a:ext cx="178200" cy="3740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28" name="Ink 127">
                  <a:extLst>
                    <a:ext uri="{FF2B5EF4-FFF2-40B4-BE49-F238E27FC236}">
                      <a16:creationId xmlns:a16="http://schemas.microsoft.com/office/drawing/2014/main" id="{F235D75E-1686-27A7-A5DB-F7A395DDD4D5}"/>
                    </a:ext>
                  </a:extLst>
                </p14:cNvPr>
                <p14:cNvContentPartPr/>
                <p14:nvPr/>
              </p14:nvContentPartPr>
              <p14:xfrm>
                <a:off x="10836115" y="2766980"/>
                <a:ext cx="372960" cy="407160"/>
              </p14:xfrm>
            </p:contentPart>
          </mc:Choice>
          <mc:Fallback>
            <p:pic>
              <p:nvPicPr>
                <p:cNvPr id="128" name="Ink 127">
                  <a:extLst>
                    <a:ext uri="{FF2B5EF4-FFF2-40B4-BE49-F238E27FC236}">
                      <a16:creationId xmlns:a16="http://schemas.microsoft.com/office/drawing/2014/main" id="{F235D75E-1686-27A7-A5DB-F7A395DDD4D5}"/>
                    </a:ext>
                  </a:extLst>
                </p:cNvPr>
                <p:cNvPicPr/>
                <p:nvPr/>
              </p:nvPicPr>
              <p:blipFill>
                <a:blip r:embed="rId159"/>
                <a:stretch>
                  <a:fillRect/>
                </a:stretch>
              </p:blipFill>
              <p:spPr>
                <a:xfrm>
                  <a:off x="10829995" y="2760860"/>
                  <a:ext cx="385200" cy="4194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29" name="Ink 128">
                  <a:extLst>
                    <a:ext uri="{FF2B5EF4-FFF2-40B4-BE49-F238E27FC236}">
                      <a16:creationId xmlns:a16="http://schemas.microsoft.com/office/drawing/2014/main" id="{FBCA9A4D-843E-6DCC-0862-D2D2DD47FBC0}"/>
                    </a:ext>
                  </a:extLst>
                </p14:cNvPr>
                <p14:cNvContentPartPr/>
                <p14:nvPr/>
              </p14:nvContentPartPr>
              <p14:xfrm>
                <a:off x="10776355" y="2669060"/>
                <a:ext cx="496440" cy="1104480"/>
              </p14:xfrm>
            </p:contentPart>
          </mc:Choice>
          <mc:Fallback>
            <p:pic>
              <p:nvPicPr>
                <p:cNvPr id="129" name="Ink 128">
                  <a:extLst>
                    <a:ext uri="{FF2B5EF4-FFF2-40B4-BE49-F238E27FC236}">
                      <a16:creationId xmlns:a16="http://schemas.microsoft.com/office/drawing/2014/main" id="{FBCA9A4D-843E-6DCC-0862-D2D2DD47FBC0}"/>
                    </a:ext>
                  </a:extLst>
                </p:cNvPr>
                <p:cNvPicPr/>
                <p:nvPr/>
              </p:nvPicPr>
              <p:blipFill>
                <a:blip r:embed="rId161"/>
                <a:stretch>
                  <a:fillRect/>
                </a:stretch>
              </p:blipFill>
              <p:spPr>
                <a:xfrm>
                  <a:off x="10770235" y="2662940"/>
                  <a:ext cx="508680" cy="11167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30" name="Ink 129">
                  <a:extLst>
                    <a:ext uri="{FF2B5EF4-FFF2-40B4-BE49-F238E27FC236}">
                      <a16:creationId xmlns:a16="http://schemas.microsoft.com/office/drawing/2014/main" id="{3A75955D-AA5C-1745-F184-B2220C2615CD}"/>
                    </a:ext>
                  </a:extLst>
                </p14:cNvPr>
                <p14:cNvContentPartPr/>
                <p14:nvPr/>
              </p14:nvContentPartPr>
              <p14:xfrm>
                <a:off x="11606515" y="2724500"/>
                <a:ext cx="11160" cy="18720"/>
              </p14:xfrm>
            </p:contentPart>
          </mc:Choice>
          <mc:Fallback>
            <p:pic>
              <p:nvPicPr>
                <p:cNvPr id="130" name="Ink 129">
                  <a:extLst>
                    <a:ext uri="{FF2B5EF4-FFF2-40B4-BE49-F238E27FC236}">
                      <a16:creationId xmlns:a16="http://schemas.microsoft.com/office/drawing/2014/main" id="{3A75955D-AA5C-1745-F184-B2220C2615CD}"/>
                    </a:ext>
                  </a:extLst>
                </p:cNvPr>
                <p:cNvPicPr/>
                <p:nvPr/>
              </p:nvPicPr>
              <p:blipFill>
                <a:blip r:embed="rId163"/>
                <a:stretch>
                  <a:fillRect/>
                </a:stretch>
              </p:blipFill>
              <p:spPr>
                <a:xfrm>
                  <a:off x="11600395" y="2718380"/>
                  <a:ext cx="234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31" name="Ink 130">
                  <a:extLst>
                    <a:ext uri="{FF2B5EF4-FFF2-40B4-BE49-F238E27FC236}">
                      <a16:creationId xmlns:a16="http://schemas.microsoft.com/office/drawing/2014/main" id="{29744F40-B5CE-A734-A739-68DA77E6B897}"/>
                    </a:ext>
                  </a:extLst>
                </p14:cNvPr>
                <p14:cNvContentPartPr/>
                <p14:nvPr/>
              </p14:nvContentPartPr>
              <p14:xfrm>
                <a:off x="11299075" y="2962100"/>
                <a:ext cx="284760" cy="459360"/>
              </p14:xfrm>
            </p:contentPart>
          </mc:Choice>
          <mc:Fallback>
            <p:pic>
              <p:nvPicPr>
                <p:cNvPr id="131" name="Ink 130">
                  <a:extLst>
                    <a:ext uri="{FF2B5EF4-FFF2-40B4-BE49-F238E27FC236}">
                      <a16:creationId xmlns:a16="http://schemas.microsoft.com/office/drawing/2014/main" id="{29744F40-B5CE-A734-A739-68DA77E6B897}"/>
                    </a:ext>
                  </a:extLst>
                </p:cNvPr>
                <p:cNvPicPr/>
                <p:nvPr/>
              </p:nvPicPr>
              <p:blipFill>
                <a:blip r:embed="rId165"/>
                <a:stretch>
                  <a:fillRect/>
                </a:stretch>
              </p:blipFill>
              <p:spPr>
                <a:xfrm>
                  <a:off x="11292955" y="2955980"/>
                  <a:ext cx="297000" cy="4716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32" name="Ink 131">
                  <a:extLst>
                    <a:ext uri="{FF2B5EF4-FFF2-40B4-BE49-F238E27FC236}">
                      <a16:creationId xmlns:a16="http://schemas.microsoft.com/office/drawing/2014/main" id="{138B1B36-540F-2547-A21F-2B74C01901CE}"/>
                    </a:ext>
                  </a:extLst>
                </p14:cNvPr>
                <p14:cNvContentPartPr/>
                <p14:nvPr/>
              </p14:nvContentPartPr>
              <p14:xfrm>
                <a:off x="11386915" y="3056420"/>
                <a:ext cx="313920" cy="39600"/>
              </p14:xfrm>
            </p:contentPart>
          </mc:Choice>
          <mc:Fallback>
            <p:pic>
              <p:nvPicPr>
                <p:cNvPr id="132" name="Ink 131">
                  <a:extLst>
                    <a:ext uri="{FF2B5EF4-FFF2-40B4-BE49-F238E27FC236}">
                      <a16:creationId xmlns:a16="http://schemas.microsoft.com/office/drawing/2014/main" id="{138B1B36-540F-2547-A21F-2B74C01901CE}"/>
                    </a:ext>
                  </a:extLst>
                </p:cNvPr>
                <p:cNvPicPr/>
                <p:nvPr/>
              </p:nvPicPr>
              <p:blipFill>
                <a:blip r:embed="rId167"/>
                <a:stretch>
                  <a:fillRect/>
                </a:stretch>
              </p:blipFill>
              <p:spPr>
                <a:xfrm>
                  <a:off x="11380795" y="3050300"/>
                  <a:ext cx="3261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33" name="Ink 132">
                  <a:extLst>
                    <a:ext uri="{FF2B5EF4-FFF2-40B4-BE49-F238E27FC236}">
                      <a16:creationId xmlns:a16="http://schemas.microsoft.com/office/drawing/2014/main" id="{A9D08630-9662-0AAF-1E81-6D1B4FC51D36}"/>
                    </a:ext>
                  </a:extLst>
                </p14:cNvPr>
                <p14:cNvContentPartPr/>
                <p14:nvPr/>
              </p14:nvContentPartPr>
              <p14:xfrm>
                <a:off x="11279275" y="2807300"/>
                <a:ext cx="32040" cy="56520"/>
              </p14:xfrm>
            </p:contentPart>
          </mc:Choice>
          <mc:Fallback>
            <p:pic>
              <p:nvPicPr>
                <p:cNvPr id="133" name="Ink 132">
                  <a:extLst>
                    <a:ext uri="{FF2B5EF4-FFF2-40B4-BE49-F238E27FC236}">
                      <a16:creationId xmlns:a16="http://schemas.microsoft.com/office/drawing/2014/main" id="{A9D08630-9662-0AAF-1E81-6D1B4FC51D36}"/>
                    </a:ext>
                  </a:extLst>
                </p:cNvPr>
                <p:cNvPicPr/>
                <p:nvPr/>
              </p:nvPicPr>
              <p:blipFill>
                <a:blip r:embed="rId169"/>
                <a:stretch>
                  <a:fillRect/>
                </a:stretch>
              </p:blipFill>
              <p:spPr>
                <a:xfrm>
                  <a:off x="11273155" y="2801180"/>
                  <a:ext cx="4428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35" name="Ink 134">
                  <a:extLst>
                    <a:ext uri="{FF2B5EF4-FFF2-40B4-BE49-F238E27FC236}">
                      <a16:creationId xmlns:a16="http://schemas.microsoft.com/office/drawing/2014/main" id="{52CBAF79-AAB8-7DD2-C7A9-4E59736D748D}"/>
                    </a:ext>
                  </a:extLst>
                </p14:cNvPr>
                <p14:cNvContentPartPr/>
                <p14:nvPr/>
              </p14:nvContentPartPr>
              <p14:xfrm>
                <a:off x="9559195" y="3440900"/>
                <a:ext cx="1862280" cy="373680"/>
              </p14:xfrm>
            </p:contentPart>
          </mc:Choice>
          <mc:Fallback>
            <p:pic>
              <p:nvPicPr>
                <p:cNvPr id="135" name="Ink 134">
                  <a:extLst>
                    <a:ext uri="{FF2B5EF4-FFF2-40B4-BE49-F238E27FC236}">
                      <a16:creationId xmlns:a16="http://schemas.microsoft.com/office/drawing/2014/main" id="{52CBAF79-AAB8-7DD2-C7A9-4E59736D748D}"/>
                    </a:ext>
                  </a:extLst>
                </p:cNvPr>
                <p:cNvPicPr/>
                <p:nvPr/>
              </p:nvPicPr>
              <p:blipFill>
                <a:blip r:embed="rId171"/>
                <a:stretch>
                  <a:fillRect/>
                </a:stretch>
              </p:blipFill>
              <p:spPr>
                <a:xfrm>
                  <a:off x="9553075" y="3434780"/>
                  <a:ext cx="1874520" cy="385920"/>
                </a:xfrm>
                <a:prstGeom prst="rect">
                  <a:avLst/>
                </a:prstGeom>
              </p:spPr>
            </p:pic>
          </mc:Fallback>
        </mc:AlternateContent>
      </p:grpSp>
      <p:grpSp>
        <p:nvGrpSpPr>
          <p:cNvPr id="242" name="Group 241">
            <a:extLst>
              <a:ext uri="{FF2B5EF4-FFF2-40B4-BE49-F238E27FC236}">
                <a16:creationId xmlns:a16="http://schemas.microsoft.com/office/drawing/2014/main" id="{C7D8210C-8026-7FD6-7BE3-08066BA9099A}"/>
              </a:ext>
            </a:extLst>
          </p:cNvPr>
          <p:cNvGrpSpPr/>
          <p:nvPr/>
        </p:nvGrpSpPr>
        <p:grpSpPr>
          <a:xfrm>
            <a:off x="2805955" y="423740"/>
            <a:ext cx="4141440" cy="3272040"/>
            <a:chOff x="2805955" y="423740"/>
            <a:chExt cx="4141440" cy="3272040"/>
          </a:xfrm>
        </p:grpSpPr>
        <mc:AlternateContent xmlns:mc="http://schemas.openxmlformats.org/markup-compatibility/2006">
          <mc:Choice xmlns:p14="http://schemas.microsoft.com/office/powerpoint/2010/main" Requires="p14">
            <p:contentPart p14:bwMode="auto" r:id="rId172">
              <p14:nvContentPartPr>
                <p14:cNvPr id="141" name="Ink 140">
                  <a:extLst>
                    <a:ext uri="{FF2B5EF4-FFF2-40B4-BE49-F238E27FC236}">
                      <a16:creationId xmlns:a16="http://schemas.microsoft.com/office/drawing/2014/main" id="{4FE24435-DF54-48F9-8A17-75BE0DA72441}"/>
                    </a:ext>
                  </a:extLst>
                </p14:cNvPr>
                <p14:cNvContentPartPr/>
                <p14:nvPr/>
              </p14:nvContentPartPr>
              <p14:xfrm>
                <a:off x="3827995" y="1145540"/>
                <a:ext cx="265680" cy="38520"/>
              </p14:xfrm>
            </p:contentPart>
          </mc:Choice>
          <mc:Fallback>
            <p:pic>
              <p:nvPicPr>
                <p:cNvPr id="141" name="Ink 140">
                  <a:extLst>
                    <a:ext uri="{FF2B5EF4-FFF2-40B4-BE49-F238E27FC236}">
                      <a16:creationId xmlns:a16="http://schemas.microsoft.com/office/drawing/2014/main" id="{4FE24435-DF54-48F9-8A17-75BE0DA72441}"/>
                    </a:ext>
                  </a:extLst>
                </p:cNvPr>
                <p:cNvPicPr/>
                <p:nvPr/>
              </p:nvPicPr>
              <p:blipFill>
                <a:blip r:embed="rId173"/>
                <a:stretch>
                  <a:fillRect/>
                </a:stretch>
              </p:blipFill>
              <p:spPr>
                <a:xfrm>
                  <a:off x="3818995" y="1136540"/>
                  <a:ext cx="2833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42" name="Ink 141">
                  <a:extLst>
                    <a:ext uri="{FF2B5EF4-FFF2-40B4-BE49-F238E27FC236}">
                      <a16:creationId xmlns:a16="http://schemas.microsoft.com/office/drawing/2014/main" id="{739C4B5E-C9F1-0666-EC5B-8C38747FEEEA}"/>
                    </a:ext>
                  </a:extLst>
                </p14:cNvPr>
                <p14:cNvContentPartPr/>
                <p14:nvPr/>
              </p14:nvContentPartPr>
              <p14:xfrm>
                <a:off x="3952195" y="1033580"/>
                <a:ext cx="133920" cy="243360"/>
              </p14:xfrm>
            </p:contentPart>
          </mc:Choice>
          <mc:Fallback>
            <p:pic>
              <p:nvPicPr>
                <p:cNvPr id="142" name="Ink 141">
                  <a:extLst>
                    <a:ext uri="{FF2B5EF4-FFF2-40B4-BE49-F238E27FC236}">
                      <a16:creationId xmlns:a16="http://schemas.microsoft.com/office/drawing/2014/main" id="{739C4B5E-C9F1-0666-EC5B-8C38747FEEEA}"/>
                    </a:ext>
                  </a:extLst>
                </p:cNvPr>
                <p:cNvPicPr/>
                <p:nvPr/>
              </p:nvPicPr>
              <p:blipFill>
                <a:blip r:embed="rId175"/>
                <a:stretch>
                  <a:fillRect/>
                </a:stretch>
              </p:blipFill>
              <p:spPr>
                <a:xfrm>
                  <a:off x="3943195" y="1024940"/>
                  <a:ext cx="15156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57" name="Ink 156">
                  <a:extLst>
                    <a:ext uri="{FF2B5EF4-FFF2-40B4-BE49-F238E27FC236}">
                      <a16:creationId xmlns:a16="http://schemas.microsoft.com/office/drawing/2014/main" id="{357C72BA-14C5-79BE-A31B-AA6E522F6ADB}"/>
                    </a:ext>
                  </a:extLst>
                </p14:cNvPr>
                <p14:cNvContentPartPr/>
                <p14:nvPr/>
              </p14:nvContentPartPr>
              <p14:xfrm>
                <a:off x="5071075" y="3151820"/>
                <a:ext cx="430920" cy="58320"/>
              </p14:xfrm>
            </p:contentPart>
          </mc:Choice>
          <mc:Fallback>
            <p:pic>
              <p:nvPicPr>
                <p:cNvPr id="157" name="Ink 156">
                  <a:extLst>
                    <a:ext uri="{FF2B5EF4-FFF2-40B4-BE49-F238E27FC236}">
                      <a16:creationId xmlns:a16="http://schemas.microsoft.com/office/drawing/2014/main" id="{357C72BA-14C5-79BE-A31B-AA6E522F6ADB}"/>
                    </a:ext>
                  </a:extLst>
                </p:cNvPr>
                <p:cNvPicPr/>
                <p:nvPr/>
              </p:nvPicPr>
              <p:blipFill>
                <a:blip r:embed="rId177"/>
                <a:stretch>
                  <a:fillRect/>
                </a:stretch>
              </p:blipFill>
              <p:spPr>
                <a:xfrm>
                  <a:off x="5062075" y="3142820"/>
                  <a:ext cx="44856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58" name="Ink 157">
                  <a:extLst>
                    <a:ext uri="{FF2B5EF4-FFF2-40B4-BE49-F238E27FC236}">
                      <a16:creationId xmlns:a16="http://schemas.microsoft.com/office/drawing/2014/main" id="{C35169A9-E8CB-DD5E-AE05-6542EB0D8B4A}"/>
                    </a:ext>
                  </a:extLst>
                </p14:cNvPr>
                <p14:cNvContentPartPr/>
                <p14:nvPr/>
              </p14:nvContentPartPr>
              <p14:xfrm>
                <a:off x="5348275" y="3012860"/>
                <a:ext cx="213840" cy="183240"/>
              </p14:xfrm>
            </p:contentPart>
          </mc:Choice>
          <mc:Fallback>
            <p:pic>
              <p:nvPicPr>
                <p:cNvPr id="158" name="Ink 157">
                  <a:extLst>
                    <a:ext uri="{FF2B5EF4-FFF2-40B4-BE49-F238E27FC236}">
                      <a16:creationId xmlns:a16="http://schemas.microsoft.com/office/drawing/2014/main" id="{C35169A9-E8CB-DD5E-AE05-6542EB0D8B4A}"/>
                    </a:ext>
                  </a:extLst>
                </p:cNvPr>
                <p:cNvPicPr/>
                <p:nvPr/>
              </p:nvPicPr>
              <p:blipFill>
                <a:blip r:embed="rId179"/>
                <a:stretch>
                  <a:fillRect/>
                </a:stretch>
              </p:blipFill>
              <p:spPr>
                <a:xfrm>
                  <a:off x="5339635" y="3003860"/>
                  <a:ext cx="23148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59" name="Ink 158">
                  <a:extLst>
                    <a:ext uri="{FF2B5EF4-FFF2-40B4-BE49-F238E27FC236}">
                      <a16:creationId xmlns:a16="http://schemas.microsoft.com/office/drawing/2014/main" id="{060EF7E8-F799-C661-0540-443BE8145E47}"/>
                    </a:ext>
                  </a:extLst>
                </p14:cNvPr>
                <p14:cNvContentPartPr/>
                <p14:nvPr/>
              </p14:nvContentPartPr>
              <p14:xfrm>
                <a:off x="5879995" y="2801900"/>
                <a:ext cx="276480" cy="60840"/>
              </p14:xfrm>
            </p:contentPart>
          </mc:Choice>
          <mc:Fallback>
            <p:pic>
              <p:nvPicPr>
                <p:cNvPr id="159" name="Ink 158">
                  <a:extLst>
                    <a:ext uri="{FF2B5EF4-FFF2-40B4-BE49-F238E27FC236}">
                      <a16:creationId xmlns:a16="http://schemas.microsoft.com/office/drawing/2014/main" id="{060EF7E8-F799-C661-0540-443BE8145E47}"/>
                    </a:ext>
                  </a:extLst>
                </p:cNvPr>
                <p:cNvPicPr/>
                <p:nvPr/>
              </p:nvPicPr>
              <p:blipFill>
                <a:blip r:embed="rId181"/>
                <a:stretch>
                  <a:fillRect/>
                </a:stretch>
              </p:blipFill>
              <p:spPr>
                <a:xfrm>
                  <a:off x="5871355" y="2793260"/>
                  <a:ext cx="29412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60" name="Ink 159">
                  <a:extLst>
                    <a:ext uri="{FF2B5EF4-FFF2-40B4-BE49-F238E27FC236}">
                      <a16:creationId xmlns:a16="http://schemas.microsoft.com/office/drawing/2014/main" id="{B263FF4F-C184-B85C-0071-4CCDBB42C2D1}"/>
                    </a:ext>
                  </a:extLst>
                </p14:cNvPr>
                <p14:cNvContentPartPr/>
                <p14:nvPr/>
              </p14:nvContentPartPr>
              <p14:xfrm>
                <a:off x="5975395" y="2611460"/>
                <a:ext cx="201600" cy="185760"/>
              </p14:xfrm>
            </p:contentPart>
          </mc:Choice>
          <mc:Fallback>
            <p:pic>
              <p:nvPicPr>
                <p:cNvPr id="160" name="Ink 159">
                  <a:extLst>
                    <a:ext uri="{FF2B5EF4-FFF2-40B4-BE49-F238E27FC236}">
                      <a16:creationId xmlns:a16="http://schemas.microsoft.com/office/drawing/2014/main" id="{B263FF4F-C184-B85C-0071-4CCDBB42C2D1}"/>
                    </a:ext>
                  </a:extLst>
                </p:cNvPr>
                <p:cNvPicPr/>
                <p:nvPr/>
              </p:nvPicPr>
              <p:blipFill>
                <a:blip r:embed="rId183"/>
                <a:stretch>
                  <a:fillRect/>
                </a:stretch>
              </p:blipFill>
              <p:spPr>
                <a:xfrm>
                  <a:off x="5966395" y="2602820"/>
                  <a:ext cx="21924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63" name="Ink 162">
                  <a:extLst>
                    <a:ext uri="{FF2B5EF4-FFF2-40B4-BE49-F238E27FC236}">
                      <a16:creationId xmlns:a16="http://schemas.microsoft.com/office/drawing/2014/main" id="{3BDA33A2-028F-7117-9A3E-BEAD5D8520A7}"/>
                    </a:ext>
                  </a:extLst>
                </p14:cNvPr>
                <p14:cNvContentPartPr/>
                <p14:nvPr/>
              </p14:nvContentPartPr>
              <p14:xfrm>
                <a:off x="6608275" y="1571060"/>
                <a:ext cx="339120" cy="12240"/>
              </p14:xfrm>
            </p:contentPart>
          </mc:Choice>
          <mc:Fallback>
            <p:pic>
              <p:nvPicPr>
                <p:cNvPr id="163" name="Ink 162">
                  <a:extLst>
                    <a:ext uri="{FF2B5EF4-FFF2-40B4-BE49-F238E27FC236}">
                      <a16:creationId xmlns:a16="http://schemas.microsoft.com/office/drawing/2014/main" id="{3BDA33A2-028F-7117-9A3E-BEAD5D8520A7}"/>
                    </a:ext>
                  </a:extLst>
                </p:cNvPr>
                <p:cNvPicPr/>
                <p:nvPr/>
              </p:nvPicPr>
              <p:blipFill>
                <a:blip r:embed="rId185"/>
                <a:stretch>
                  <a:fillRect/>
                </a:stretch>
              </p:blipFill>
              <p:spPr>
                <a:xfrm>
                  <a:off x="6599635" y="1562060"/>
                  <a:ext cx="35676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64" name="Ink 163">
                  <a:extLst>
                    <a:ext uri="{FF2B5EF4-FFF2-40B4-BE49-F238E27FC236}">
                      <a16:creationId xmlns:a16="http://schemas.microsoft.com/office/drawing/2014/main" id="{5669B9E4-B3D0-ECE7-0881-1BCC4EDBBE5D}"/>
                    </a:ext>
                  </a:extLst>
                </p14:cNvPr>
                <p14:cNvContentPartPr/>
                <p14:nvPr/>
              </p14:nvContentPartPr>
              <p14:xfrm>
                <a:off x="6700075" y="1323380"/>
                <a:ext cx="236520" cy="260640"/>
              </p14:xfrm>
            </p:contentPart>
          </mc:Choice>
          <mc:Fallback>
            <p:pic>
              <p:nvPicPr>
                <p:cNvPr id="164" name="Ink 163">
                  <a:extLst>
                    <a:ext uri="{FF2B5EF4-FFF2-40B4-BE49-F238E27FC236}">
                      <a16:creationId xmlns:a16="http://schemas.microsoft.com/office/drawing/2014/main" id="{5669B9E4-B3D0-ECE7-0881-1BCC4EDBBE5D}"/>
                    </a:ext>
                  </a:extLst>
                </p:cNvPr>
                <p:cNvPicPr/>
                <p:nvPr/>
              </p:nvPicPr>
              <p:blipFill>
                <a:blip r:embed="rId187"/>
                <a:stretch>
                  <a:fillRect/>
                </a:stretch>
              </p:blipFill>
              <p:spPr>
                <a:xfrm>
                  <a:off x="6691075" y="1314740"/>
                  <a:ext cx="254160" cy="2782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65" name="Ink 164">
                  <a:extLst>
                    <a:ext uri="{FF2B5EF4-FFF2-40B4-BE49-F238E27FC236}">
                      <a16:creationId xmlns:a16="http://schemas.microsoft.com/office/drawing/2014/main" id="{92EB7AE5-0853-3AD6-E515-831DB786C6A3}"/>
                    </a:ext>
                  </a:extLst>
                </p14:cNvPr>
                <p14:cNvContentPartPr/>
                <p14:nvPr/>
              </p14:nvContentPartPr>
              <p14:xfrm>
                <a:off x="6528715" y="1080380"/>
                <a:ext cx="363240" cy="201240"/>
              </p14:xfrm>
            </p:contentPart>
          </mc:Choice>
          <mc:Fallback>
            <p:pic>
              <p:nvPicPr>
                <p:cNvPr id="165" name="Ink 164">
                  <a:extLst>
                    <a:ext uri="{FF2B5EF4-FFF2-40B4-BE49-F238E27FC236}">
                      <a16:creationId xmlns:a16="http://schemas.microsoft.com/office/drawing/2014/main" id="{92EB7AE5-0853-3AD6-E515-831DB786C6A3}"/>
                    </a:ext>
                  </a:extLst>
                </p:cNvPr>
                <p:cNvPicPr/>
                <p:nvPr/>
              </p:nvPicPr>
              <p:blipFill>
                <a:blip r:embed="rId189"/>
                <a:stretch>
                  <a:fillRect/>
                </a:stretch>
              </p:blipFill>
              <p:spPr>
                <a:xfrm>
                  <a:off x="6520075" y="1071380"/>
                  <a:ext cx="38088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66" name="Ink 165">
                  <a:extLst>
                    <a:ext uri="{FF2B5EF4-FFF2-40B4-BE49-F238E27FC236}">
                      <a16:creationId xmlns:a16="http://schemas.microsoft.com/office/drawing/2014/main" id="{DD373C98-7D5E-4FA4-6868-EA862B7AFF94}"/>
                    </a:ext>
                  </a:extLst>
                </p14:cNvPr>
                <p14:cNvContentPartPr/>
                <p14:nvPr/>
              </p14:nvContentPartPr>
              <p14:xfrm>
                <a:off x="6633835" y="1100900"/>
                <a:ext cx="263160" cy="309600"/>
              </p14:xfrm>
            </p:contentPart>
          </mc:Choice>
          <mc:Fallback>
            <p:pic>
              <p:nvPicPr>
                <p:cNvPr id="166" name="Ink 165">
                  <a:extLst>
                    <a:ext uri="{FF2B5EF4-FFF2-40B4-BE49-F238E27FC236}">
                      <a16:creationId xmlns:a16="http://schemas.microsoft.com/office/drawing/2014/main" id="{DD373C98-7D5E-4FA4-6868-EA862B7AFF94}"/>
                    </a:ext>
                  </a:extLst>
                </p:cNvPr>
                <p:cNvPicPr/>
                <p:nvPr/>
              </p:nvPicPr>
              <p:blipFill>
                <a:blip r:embed="rId191"/>
                <a:stretch>
                  <a:fillRect/>
                </a:stretch>
              </p:blipFill>
              <p:spPr>
                <a:xfrm>
                  <a:off x="6624835" y="1092260"/>
                  <a:ext cx="28080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61" name="Ink 160">
                  <a:extLst>
                    <a:ext uri="{FF2B5EF4-FFF2-40B4-BE49-F238E27FC236}">
                      <a16:creationId xmlns:a16="http://schemas.microsoft.com/office/drawing/2014/main" id="{752B6002-DF16-5A01-8BC2-CEB8DEDF4841}"/>
                    </a:ext>
                  </a:extLst>
                </p14:cNvPr>
                <p14:cNvContentPartPr/>
                <p14:nvPr/>
              </p14:nvContentPartPr>
              <p14:xfrm>
                <a:off x="6435835" y="2158940"/>
                <a:ext cx="245160" cy="63360"/>
              </p14:xfrm>
            </p:contentPart>
          </mc:Choice>
          <mc:Fallback>
            <p:pic>
              <p:nvPicPr>
                <p:cNvPr id="161" name="Ink 160">
                  <a:extLst>
                    <a:ext uri="{FF2B5EF4-FFF2-40B4-BE49-F238E27FC236}">
                      <a16:creationId xmlns:a16="http://schemas.microsoft.com/office/drawing/2014/main" id="{752B6002-DF16-5A01-8BC2-CEB8DEDF4841}"/>
                    </a:ext>
                  </a:extLst>
                </p:cNvPr>
                <p:cNvPicPr/>
                <p:nvPr/>
              </p:nvPicPr>
              <p:blipFill>
                <a:blip r:embed="rId193"/>
                <a:stretch>
                  <a:fillRect/>
                </a:stretch>
              </p:blipFill>
              <p:spPr>
                <a:xfrm>
                  <a:off x="6427195" y="2150300"/>
                  <a:ext cx="26280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62" name="Ink 161">
                  <a:extLst>
                    <a:ext uri="{FF2B5EF4-FFF2-40B4-BE49-F238E27FC236}">
                      <a16:creationId xmlns:a16="http://schemas.microsoft.com/office/drawing/2014/main" id="{C85CA41A-E7BE-1A42-2B17-B1F15CEE372C}"/>
                    </a:ext>
                  </a:extLst>
                </p14:cNvPr>
                <p14:cNvContentPartPr/>
                <p14:nvPr/>
              </p14:nvContentPartPr>
              <p14:xfrm>
                <a:off x="6578395" y="1955180"/>
                <a:ext cx="38880" cy="194760"/>
              </p14:xfrm>
            </p:contentPart>
          </mc:Choice>
          <mc:Fallback>
            <p:pic>
              <p:nvPicPr>
                <p:cNvPr id="162" name="Ink 161">
                  <a:extLst>
                    <a:ext uri="{FF2B5EF4-FFF2-40B4-BE49-F238E27FC236}">
                      <a16:creationId xmlns:a16="http://schemas.microsoft.com/office/drawing/2014/main" id="{C85CA41A-E7BE-1A42-2B17-B1F15CEE372C}"/>
                    </a:ext>
                  </a:extLst>
                </p:cNvPr>
                <p:cNvPicPr/>
                <p:nvPr/>
              </p:nvPicPr>
              <p:blipFill>
                <a:blip r:embed="rId195"/>
                <a:stretch>
                  <a:fillRect/>
                </a:stretch>
              </p:blipFill>
              <p:spPr>
                <a:xfrm>
                  <a:off x="6569395" y="1946180"/>
                  <a:ext cx="5652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73" name="Ink 172">
                  <a:extLst>
                    <a:ext uri="{FF2B5EF4-FFF2-40B4-BE49-F238E27FC236}">
                      <a16:creationId xmlns:a16="http://schemas.microsoft.com/office/drawing/2014/main" id="{CBE4AC17-B0AD-9A73-22A8-AFFA623636FF}"/>
                    </a:ext>
                  </a:extLst>
                </p14:cNvPr>
                <p14:cNvContentPartPr/>
                <p14:nvPr/>
              </p14:nvContentPartPr>
              <p14:xfrm>
                <a:off x="6422875" y="1920260"/>
                <a:ext cx="215640" cy="511560"/>
              </p14:xfrm>
            </p:contentPart>
          </mc:Choice>
          <mc:Fallback>
            <p:pic>
              <p:nvPicPr>
                <p:cNvPr id="173" name="Ink 172">
                  <a:extLst>
                    <a:ext uri="{FF2B5EF4-FFF2-40B4-BE49-F238E27FC236}">
                      <a16:creationId xmlns:a16="http://schemas.microsoft.com/office/drawing/2014/main" id="{CBE4AC17-B0AD-9A73-22A8-AFFA623636FF}"/>
                    </a:ext>
                  </a:extLst>
                </p:cNvPr>
                <p:cNvPicPr/>
                <p:nvPr/>
              </p:nvPicPr>
              <p:blipFill>
                <a:blip r:embed="rId197"/>
                <a:stretch>
                  <a:fillRect/>
                </a:stretch>
              </p:blipFill>
              <p:spPr>
                <a:xfrm>
                  <a:off x="6413875" y="1911620"/>
                  <a:ext cx="233280" cy="5292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74" name="Ink 173">
                  <a:extLst>
                    <a:ext uri="{FF2B5EF4-FFF2-40B4-BE49-F238E27FC236}">
                      <a16:creationId xmlns:a16="http://schemas.microsoft.com/office/drawing/2014/main" id="{C906C860-A4FE-628A-285A-ED570E6219C0}"/>
                    </a:ext>
                  </a:extLst>
                </p14:cNvPr>
                <p14:cNvContentPartPr/>
                <p14:nvPr/>
              </p14:nvContentPartPr>
              <p14:xfrm>
                <a:off x="6379315" y="2085140"/>
                <a:ext cx="260640" cy="66600"/>
              </p14:xfrm>
            </p:contentPart>
          </mc:Choice>
          <mc:Fallback>
            <p:pic>
              <p:nvPicPr>
                <p:cNvPr id="174" name="Ink 173">
                  <a:extLst>
                    <a:ext uri="{FF2B5EF4-FFF2-40B4-BE49-F238E27FC236}">
                      <a16:creationId xmlns:a16="http://schemas.microsoft.com/office/drawing/2014/main" id="{C906C860-A4FE-628A-285A-ED570E6219C0}"/>
                    </a:ext>
                  </a:extLst>
                </p:cNvPr>
                <p:cNvPicPr/>
                <p:nvPr/>
              </p:nvPicPr>
              <p:blipFill>
                <a:blip r:embed="rId199"/>
                <a:stretch>
                  <a:fillRect/>
                </a:stretch>
              </p:blipFill>
              <p:spPr>
                <a:xfrm>
                  <a:off x="6370675" y="2076500"/>
                  <a:ext cx="2782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75" name="Ink 174">
                  <a:extLst>
                    <a:ext uri="{FF2B5EF4-FFF2-40B4-BE49-F238E27FC236}">
                      <a16:creationId xmlns:a16="http://schemas.microsoft.com/office/drawing/2014/main" id="{57B2E386-EE76-C4B2-343B-BF787688FB06}"/>
                    </a:ext>
                  </a:extLst>
                </p14:cNvPr>
                <p14:cNvContentPartPr/>
                <p14:nvPr/>
              </p14:nvContentPartPr>
              <p14:xfrm>
                <a:off x="6491635" y="1913780"/>
                <a:ext cx="95760" cy="331200"/>
              </p14:xfrm>
            </p:contentPart>
          </mc:Choice>
          <mc:Fallback>
            <p:pic>
              <p:nvPicPr>
                <p:cNvPr id="175" name="Ink 174">
                  <a:extLst>
                    <a:ext uri="{FF2B5EF4-FFF2-40B4-BE49-F238E27FC236}">
                      <a16:creationId xmlns:a16="http://schemas.microsoft.com/office/drawing/2014/main" id="{57B2E386-EE76-C4B2-343B-BF787688FB06}"/>
                    </a:ext>
                  </a:extLst>
                </p:cNvPr>
                <p:cNvPicPr/>
                <p:nvPr/>
              </p:nvPicPr>
              <p:blipFill>
                <a:blip r:embed="rId201"/>
                <a:stretch>
                  <a:fillRect/>
                </a:stretch>
              </p:blipFill>
              <p:spPr>
                <a:xfrm>
                  <a:off x="6482635" y="1905140"/>
                  <a:ext cx="113400" cy="3488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82" name="Ink 181">
                  <a:extLst>
                    <a:ext uri="{FF2B5EF4-FFF2-40B4-BE49-F238E27FC236}">
                      <a16:creationId xmlns:a16="http://schemas.microsoft.com/office/drawing/2014/main" id="{365F3A40-6975-A388-C7BA-64A98BFE5558}"/>
                    </a:ext>
                  </a:extLst>
                </p14:cNvPr>
                <p14:cNvContentPartPr/>
                <p14:nvPr/>
              </p14:nvContentPartPr>
              <p14:xfrm>
                <a:off x="3876595" y="2343980"/>
                <a:ext cx="92880" cy="160560"/>
              </p14:xfrm>
            </p:contentPart>
          </mc:Choice>
          <mc:Fallback>
            <p:pic>
              <p:nvPicPr>
                <p:cNvPr id="182" name="Ink 181">
                  <a:extLst>
                    <a:ext uri="{FF2B5EF4-FFF2-40B4-BE49-F238E27FC236}">
                      <a16:creationId xmlns:a16="http://schemas.microsoft.com/office/drawing/2014/main" id="{365F3A40-6975-A388-C7BA-64A98BFE5558}"/>
                    </a:ext>
                  </a:extLst>
                </p:cNvPr>
                <p:cNvPicPr/>
                <p:nvPr/>
              </p:nvPicPr>
              <p:blipFill>
                <a:blip r:embed="rId203"/>
                <a:stretch>
                  <a:fillRect/>
                </a:stretch>
              </p:blipFill>
              <p:spPr>
                <a:xfrm>
                  <a:off x="3867595" y="2334980"/>
                  <a:ext cx="11052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55" name="Ink 154">
                  <a:extLst>
                    <a:ext uri="{FF2B5EF4-FFF2-40B4-BE49-F238E27FC236}">
                      <a16:creationId xmlns:a16="http://schemas.microsoft.com/office/drawing/2014/main" id="{EA595BA0-E98C-F350-EAA8-6EDCEFEFAD78}"/>
                    </a:ext>
                  </a:extLst>
                </p14:cNvPr>
                <p14:cNvContentPartPr/>
                <p14:nvPr/>
              </p14:nvContentPartPr>
              <p14:xfrm>
                <a:off x="4270435" y="3393020"/>
                <a:ext cx="323640" cy="75240"/>
              </p14:xfrm>
            </p:contentPart>
          </mc:Choice>
          <mc:Fallback>
            <p:pic>
              <p:nvPicPr>
                <p:cNvPr id="155" name="Ink 154">
                  <a:extLst>
                    <a:ext uri="{FF2B5EF4-FFF2-40B4-BE49-F238E27FC236}">
                      <a16:creationId xmlns:a16="http://schemas.microsoft.com/office/drawing/2014/main" id="{EA595BA0-E98C-F350-EAA8-6EDCEFEFAD78}"/>
                    </a:ext>
                  </a:extLst>
                </p:cNvPr>
                <p:cNvPicPr/>
                <p:nvPr/>
              </p:nvPicPr>
              <p:blipFill>
                <a:blip r:embed="rId205"/>
                <a:stretch>
                  <a:fillRect/>
                </a:stretch>
              </p:blipFill>
              <p:spPr>
                <a:xfrm>
                  <a:off x="4261435" y="3384380"/>
                  <a:ext cx="34128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56" name="Ink 155">
                  <a:extLst>
                    <a:ext uri="{FF2B5EF4-FFF2-40B4-BE49-F238E27FC236}">
                      <a16:creationId xmlns:a16="http://schemas.microsoft.com/office/drawing/2014/main" id="{1D15BF5F-120D-C868-4B15-B919E6B53E2F}"/>
                    </a:ext>
                  </a:extLst>
                </p14:cNvPr>
                <p14:cNvContentPartPr/>
                <p14:nvPr/>
              </p14:nvContentPartPr>
              <p14:xfrm>
                <a:off x="4422355" y="3287900"/>
                <a:ext cx="204120" cy="157680"/>
              </p14:xfrm>
            </p:contentPart>
          </mc:Choice>
          <mc:Fallback>
            <p:pic>
              <p:nvPicPr>
                <p:cNvPr id="156" name="Ink 155">
                  <a:extLst>
                    <a:ext uri="{FF2B5EF4-FFF2-40B4-BE49-F238E27FC236}">
                      <a16:creationId xmlns:a16="http://schemas.microsoft.com/office/drawing/2014/main" id="{1D15BF5F-120D-C868-4B15-B919E6B53E2F}"/>
                    </a:ext>
                  </a:extLst>
                </p:cNvPr>
                <p:cNvPicPr/>
                <p:nvPr/>
              </p:nvPicPr>
              <p:blipFill>
                <a:blip r:embed="rId207"/>
                <a:stretch>
                  <a:fillRect/>
                </a:stretch>
              </p:blipFill>
              <p:spPr>
                <a:xfrm>
                  <a:off x="4413355" y="3278900"/>
                  <a:ext cx="22176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77" name="Ink 176">
                  <a:extLst>
                    <a:ext uri="{FF2B5EF4-FFF2-40B4-BE49-F238E27FC236}">
                      <a16:creationId xmlns:a16="http://schemas.microsoft.com/office/drawing/2014/main" id="{CBC4502B-AB74-49E5-AE11-695D56F88CF8}"/>
                    </a:ext>
                  </a:extLst>
                </p14:cNvPr>
                <p14:cNvContentPartPr/>
                <p14:nvPr/>
              </p14:nvContentPartPr>
              <p14:xfrm>
                <a:off x="3229315" y="2670140"/>
                <a:ext cx="221400" cy="340200"/>
              </p14:xfrm>
            </p:contentPart>
          </mc:Choice>
          <mc:Fallback>
            <p:pic>
              <p:nvPicPr>
                <p:cNvPr id="177" name="Ink 176">
                  <a:extLst>
                    <a:ext uri="{FF2B5EF4-FFF2-40B4-BE49-F238E27FC236}">
                      <a16:creationId xmlns:a16="http://schemas.microsoft.com/office/drawing/2014/main" id="{CBC4502B-AB74-49E5-AE11-695D56F88CF8}"/>
                    </a:ext>
                  </a:extLst>
                </p:cNvPr>
                <p:cNvPicPr/>
                <p:nvPr/>
              </p:nvPicPr>
              <p:blipFill>
                <a:blip r:embed="rId209"/>
                <a:stretch>
                  <a:fillRect/>
                </a:stretch>
              </p:blipFill>
              <p:spPr>
                <a:xfrm>
                  <a:off x="3220315" y="2661140"/>
                  <a:ext cx="239040" cy="35784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78" name="Ink 177">
                  <a:extLst>
                    <a:ext uri="{FF2B5EF4-FFF2-40B4-BE49-F238E27FC236}">
                      <a16:creationId xmlns:a16="http://schemas.microsoft.com/office/drawing/2014/main" id="{181935DE-816C-913E-7A64-7D1B29BCF623}"/>
                    </a:ext>
                  </a:extLst>
                </p14:cNvPr>
                <p14:cNvContentPartPr/>
                <p14:nvPr/>
              </p14:nvContentPartPr>
              <p14:xfrm>
                <a:off x="3542155" y="3068660"/>
                <a:ext cx="78840" cy="194760"/>
              </p14:xfrm>
            </p:contentPart>
          </mc:Choice>
          <mc:Fallback>
            <p:pic>
              <p:nvPicPr>
                <p:cNvPr id="178" name="Ink 177">
                  <a:extLst>
                    <a:ext uri="{FF2B5EF4-FFF2-40B4-BE49-F238E27FC236}">
                      <a16:creationId xmlns:a16="http://schemas.microsoft.com/office/drawing/2014/main" id="{181935DE-816C-913E-7A64-7D1B29BCF623}"/>
                    </a:ext>
                  </a:extLst>
                </p:cNvPr>
                <p:cNvPicPr/>
                <p:nvPr/>
              </p:nvPicPr>
              <p:blipFill>
                <a:blip r:embed="rId211"/>
                <a:stretch>
                  <a:fillRect/>
                </a:stretch>
              </p:blipFill>
              <p:spPr>
                <a:xfrm>
                  <a:off x="3533155" y="3059660"/>
                  <a:ext cx="9648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53" name="Ink 152">
                  <a:extLst>
                    <a:ext uri="{FF2B5EF4-FFF2-40B4-BE49-F238E27FC236}">
                      <a16:creationId xmlns:a16="http://schemas.microsoft.com/office/drawing/2014/main" id="{2D58DBA2-FA2F-A708-6890-1A20EFA2E1AE}"/>
                    </a:ext>
                  </a:extLst>
                </p14:cNvPr>
                <p14:cNvContentPartPr/>
                <p14:nvPr/>
              </p14:nvContentPartPr>
              <p14:xfrm>
                <a:off x="3520195" y="3438020"/>
                <a:ext cx="379440" cy="138960"/>
              </p14:xfrm>
            </p:contentPart>
          </mc:Choice>
          <mc:Fallback>
            <p:pic>
              <p:nvPicPr>
                <p:cNvPr id="153" name="Ink 152">
                  <a:extLst>
                    <a:ext uri="{FF2B5EF4-FFF2-40B4-BE49-F238E27FC236}">
                      <a16:creationId xmlns:a16="http://schemas.microsoft.com/office/drawing/2014/main" id="{2D58DBA2-FA2F-A708-6890-1A20EFA2E1AE}"/>
                    </a:ext>
                  </a:extLst>
                </p:cNvPr>
                <p:cNvPicPr/>
                <p:nvPr/>
              </p:nvPicPr>
              <p:blipFill>
                <a:blip r:embed="rId213"/>
                <a:stretch>
                  <a:fillRect/>
                </a:stretch>
              </p:blipFill>
              <p:spPr>
                <a:xfrm>
                  <a:off x="3511195" y="3429020"/>
                  <a:ext cx="39708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54" name="Ink 153">
                  <a:extLst>
                    <a:ext uri="{FF2B5EF4-FFF2-40B4-BE49-F238E27FC236}">
                      <a16:creationId xmlns:a16="http://schemas.microsoft.com/office/drawing/2014/main" id="{AE2FFE70-20E4-84E1-3276-6223E0DA9B73}"/>
                    </a:ext>
                  </a:extLst>
                </p14:cNvPr>
                <p14:cNvContentPartPr/>
                <p14:nvPr/>
              </p14:nvContentPartPr>
              <p14:xfrm>
                <a:off x="3684355" y="3422900"/>
                <a:ext cx="265680" cy="160200"/>
              </p14:xfrm>
            </p:contentPart>
          </mc:Choice>
          <mc:Fallback>
            <p:pic>
              <p:nvPicPr>
                <p:cNvPr id="154" name="Ink 153">
                  <a:extLst>
                    <a:ext uri="{FF2B5EF4-FFF2-40B4-BE49-F238E27FC236}">
                      <a16:creationId xmlns:a16="http://schemas.microsoft.com/office/drawing/2014/main" id="{AE2FFE70-20E4-84E1-3276-6223E0DA9B73}"/>
                    </a:ext>
                  </a:extLst>
                </p:cNvPr>
                <p:cNvPicPr/>
                <p:nvPr/>
              </p:nvPicPr>
              <p:blipFill>
                <a:blip r:embed="rId215"/>
                <a:stretch>
                  <a:fillRect/>
                </a:stretch>
              </p:blipFill>
              <p:spPr>
                <a:xfrm>
                  <a:off x="3675355" y="3414260"/>
                  <a:ext cx="28332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79" name="Ink 178">
                  <a:extLst>
                    <a:ext uri="{FF2B5EF4-FFF2-40B4-BE49-F238E27FC236}">
                      <a16:creationId xmlns:a16="http://schemas.microsoft.com/office/drawing/2014/main" id="{83CE9FD1-1546-92D3-5B7B-FA1C21A37850}"/>
                    </a:ext>
                  </a:extLst>
                </p14:cNvPr>
                <p14:cNvContentPartPr/>
                <p14:nvPr/>
              </p14:nvContentPartPr>
              <p14:xfrm>
                <a:off x="3678235" y="3511100"/>
                <a:ext cx="153360" cy="184680"/>
              </p14:xfrm>
            </p:contentPart>
          </mc:Choice>
          <mc:Fallback>
            <p:pic>
              <p:nvPicPr>
                <p:cNvPr id="179" name="Ink 178">
                  <a:extLst>
                    <a:ext uri="{FF2B5EF4-FFF2-40B4-BE49-F238E27FC236}">
                      <a16:creationId xmlns:a16="http://schemas.microsoft.com/office/drawing/2014/main" id="{83CE9FD1-1546-92D3-5B7B-FA1C21A37850}"/>
                    </a:ext>
                  </a:extLst>
                </p:cNvPr>
                <p:cNvPicPr/>
                <p:nvPr/>
              </p:nvPicPr>
              <p:blipFill>
                <a:blip r:embed="rId217"/>
                <a:stretch>
                  <a:fillRect/>
                </a:stretch>
              </p:blipFill>
              <p:spPr>
                <a:xfrm>
                  <a:off x="3669595" y="3502460"/>
                  <a:ext cx="17100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83" name="Ink 182">
                  <a:extLst>
                    <a:ext uri="{FF2B5EF4-FFF2-40B4-BE49-F238E27FC236}">
                      <a16:creationId xmlns:a16="http://schemas.microsoft.com/office/drawing/2014/main" id="{EB27ADE4-B586-F5AF-DC6A-7563AB965A92}"/>
                    </a:ext>
                  </a:extLst>
                </p14:cNvPr>
                <p14:cNvContentPartPr/>
                <p14:nvPr/>
              </p14:nvContentPartPr>
              <p14:xfrm>
                <a:off x="4086115" y="2797220"/>
                <a:ext cx="128880" cy="178560"/>
              </p14:xfrm>
            </p:contentPart>
          </mc:Choice>
          <mc:Fallback>
            <p:pic>
              <p:nvPicPr>
                <p:cNvPr id="183" name="Ink 182">
                  <a:extLst>
                    <a:ext uri="{FF2B5EF4-FFF2-40B4-BE49-F238E27FC236}">
                      <a16:creationId xmlns:a16="http://schemas.microsoft.com/office/drawing/2014/main" id="{EB27ADE4-B586-F5AF-DC6A-7563AB965A92}"/>
                    </a:ext>
                  </a:extLst>
                </p:cNvPr>
                <p:cNvPicPr/>
                <p:nvPr/>
              </p:nvPicPr>
              <p:blipFill>
                <a:blip r:embed="rId219"/>
                <a:stretch>
                  <a:fillRect/>
                </a:stretch>
              </p:blipFill>
              <p:spPr>
                <a:xfrm>
                  <a:off x="4077475" y="2788220"/>
                  <a:ext cx="14652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84" name="Ink 183">
                  <a:extLst>
                    <a:ext uri="{FF2B5EF4-FFF2-40B4-BE49-F238E27FC236}">
                      <a16:creationId xmlns:a16="http://schemas.microsoft.com/office/drawing/2014/main" id="{7C03138E-AFA4-AA37-2BC0-CD3EE5BA2B07}"/>
                    </a:ext>
                  </a:extLst>
                </p14:cNvPr>
                <p14:cNvContentPartPr/>
                <p14:nvPr/>
              </p14:nvContentPartPr>
              <p14:xfrm>
                <a:off x="4311475" y="3045620"/>
                <a:ext cx="254520" cy="438120"/>
              </p14:xfrm>
            </p:contentPart>
          </mc:Choice>
          <mc:Fallback>
            <p:pic>
              <p:nvPicPr>
                <p:cNvPr id="184" name="Ink 183">
                  <a:extLst>
                    <a:ext uri="{FF2B5EF4-FFF2-40B4-BE49-F238E27FC236}">
                      <a16:creationId xmlns:a16="http://schemas.microsoft.com/office/drawing/2014/main" id="{7C03138E-AFA4-AA37-2BC0-CD3EE5BA2B07}"/>
                    </a:ext>
                  </a:extLst>
                </p:cNvPr>
                <p:cNvPicPr/>
                <p:nvPr/>
              </p:nvPicPr>
              <p:blipFill>
                <a:blip r:embed="rId221"/>
                <a:stretch>
                  <a:fillRect/>
                </a:stretch>
              </p:blipFill>
              <p:spPr>
                <a:xfrm>
                  <a:off x="4302835" y="3036980"/>
                  <a:ext cx="272160" cy="45576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86" name="Ink 185">
                  <a:extLst>
                    <a:ext uri="{FF2B5EF4-FFF2-40B4-BE49-F238E27FC236}">
                      <a16:creationId xmlns:a16="http://schemas.microsoft.com/office/drawing/2014/main" id="{9AB97765-1655-9BCB-3FF4-7EF2EDDCEF2D}"/>
                    </a:ext>
                  </a:extLst>
                </p14:cNvPr>
                <p14:cNvContentPartPr/>
                <p14:nvPr/>
              </p14:nvContentPartPr>
              <p14:xfrm>
                <a:off x="4628635" y="1833500"/>
                <a:ext cx="116280" cy="215280"/>
              </p14:xfrm>
            </p:contentPart>
          </mc:Choice>
          <mc:Fallback>
            <p:pic>
              <p:nvPicPr>
                <p:cNvPr id="186" name="Ink 185">
                  <a:extLst>
                    <a:ext uri="{FF2B5EF4-FFF2-40B4-BE49-F238E27FC236}">
                      <a16:creationId xmlns:a16="http://schemas.microsoft.com/office/drawing/2014/main" id="{9AB97765-1655-9BCB-3FF4-7EF2EDDCEF2D}"/>
                    </a:ext>
                  </a:extLst>
                </p:cNvPr>
                <p:cNvPicPr/>
                <p:nvPr/>
              </p:nvPicPr>
              <p:blipFill>
                <a:blip r:embed="rId223"/>
                <a:stretch>
                  <a:fillRect/>
                </a:stretch>
              </p:blipFill>
              <p:spPr>
                <a:xfrm>
                  <a:off x="4619635" y="1824860"/>
                  <a:ext cx="13392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87" name="Ink 186">
                  <a:extLst>
                    <a:ext uri="{FF2B5EF4-FFF2-40B4-BE49-F238E27FC236}">
                      <a16:creationId xmlns:a16="http://schemas.microsoft.com/office/drawing/2014/main" id="{D68FCE86-C97F-FBF4-A4A5-F8F74E1A892A}"/>
                    </a:ext>
                  </a:extLst>
                </p14:cNvPr>
                <p14:cNvContentPartPr/>
                <p14:nvPr/>
              </p14:nvContentPartPr>
              <p14:xfrm>
                <a:off x="4911955" y="2247140"/>
                <a:ext cx="31680" cy="131760"/>
              </p14:xfrm>
            </p:contentPart>
          </mc:Choice>
          <mc:Fallback>
            <p:pic>
              <p:nvPicPr>
                <p:cNvPr id="187" name="Ink 186">
                  <a:extLst>
                    <a:ext uri="{FF2B5EF4-FFF2-40B4-BE49-F238E27FC236}">
                      <a16:creationId xmlns:a16="http://schemas.microsoft.com/office/drawing/2014/main" id="{D68FCE86-C97F-FBF4-A4A5-F8F74E1A892A}"/>
                    </a:ext>
                  </a:extLst>
                </p:cNvPr>
                <p:cNvPicPr/>
                <p:nvPr/>
              </p:nvPicPr>
              <p:blipFill>
                <a:blip r:embed="rId225"/>
                <a:stretch>
                  <a:fillRect/>
                </a:stretch>
              </p:blipFill>
              <p:spPr>
                <a:xfrm>
                  <a:off x="4902955" y="2238140"/>
                  <a:ext cx="4932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88" name="Ink 187">
                  <a:extLst>
                    <a:ext uri="{FF2B5EF4-FFF2-40B4-BE49-F238E27FC236}">
                      <a16:creationId xmlns:a16="http://schemas.microsoft.com/office/drawing/2014/main" id="{413B541D-5DD1-64DF-6A21-35AF2B5E11C5}"/>
                    </a:ext>
                  </a:extLst>
                </p14:cNvPr>
                <p14:cNvContentPartPr/>
                <p14:nvPr/>
              </p14:nvContentPartPr>
              <p14:xfrm>
                <a:off x="5149555" y="2712620"/>
                <a:ext cx="65520" cy="133920"/>
              </p14:xfrm>
            </p:contentPart>
          </mc:Choice>
          <mc:Fallback>
            <p:pic>
              <p:nvPicPr>
                <p:cNvPr id="188" name="Ink 187">
                  <a:extLst>
                    <a:ext uri="{FF2B5EF4-FFF2-40B4-BE49-F238E27FC236}">
                      <a16:creationId xmlns:a16="http://schemas.microsoft.com/office/drawing/2014/main" id="{413B541D-5DD1-64DF-6A21-35AF2B5E11C5}"/>
                    </a:ext>
                  </a:extLst>
                </p:cNvPr>
                <p:cNvPicPr/>
                <p:nvPr/>
              </p:nvPicPr>
              <p:blipFill>
                <a:blip r:embed="rId227"/>
                <a:stretch>
                  <a:fillRect/>
                </a:stretch>
              </p:blipFill>
              <p:spPr>
                <a:xfrm>
                  <a:off x="5140555" y="2703620"/>
                  <a:ext cx="8316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89" name="Ink 188">
                  <a:extLst>
                    <a:ext uri="{FF2B5EF4-FFF2-40B4-BE49-F238E27FC236}">
                      <a16:creationId xmlns:a16="http://schemas.microsoft.com/office/drawing/2014/main" id="{9AE8DF38-66AA-B920-48B4-C500832A4AA1}"/>
                    </a:ext>
                  </a:extLst>
                </p14:cNvPr>
                <p14:cNvContentPartPr/>
                <p14:nvPr/>
              </p14:nvContentPartPr>
              <p14:xfrm>
                <a:off x="5325595" y="3006740"/>
                <a:ext cx="59400" cy="74160"/>
              </p14:xfrm>
            </p:contentPart>
          </mc:Choice>
          <mc:Fallback>
            <p:pic>
              <p:nvPicPr>
                <p:cNvPr id="189" name="Ink 188">
                  <a:extLst>
                    <a:ext uri="{FF2B5EF4-FFF2-40B4-BE49-F238E27FC236}">
                      <a16:creationId xmlns:a16="http://schemas.microsoft.com/office/drawing/2014/main" id="{9AE8DF38-66AA-B920-48B4-C500832A4AA1}"/>
                    </a:ext>
                  </a:extLst>
                </p:cNvPr>
                <p:cNvPicPr/>
                <p:nvPr/>
              </p:nvPicPr>
              <p:blipFill>
                <a:blip r:embed="rId229"/>
                <a:stretch>
                  <a:fillRect/>
                </a:stretch>
              </p:blipFill>
              <p:spPr>
                <a:xfrm>
                  <a:off x="5316595" y="2997740"/>
                  <a:ext cx="7704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90" name="Ink 189">
                  <a:extLst>
                    <a:ext uri="{FF2B5EF4-FFF2-40B4-BE49-F238E27FC236}">
                      <a16:creationId xmlns:a16="http://schemas.microsoft.com/office/drawing/2014/main" id="{ED128615-2B0B-84D5-65F2-E315E53478A8}"/>
                    </a:ext>
                  </a:extLst>
                </p14:cNvPr>
                <p14:cNvContentPartPr/>
                <p14:nvPr/>
              </p14:nvContentPartPr>
              <p14:xfrm>
                <a:off x="5499115" y="3184580"/>
                <a:ext cx="11160" cy="11160"/>
              </p14:xfrm>
            </p:contentPart>
          </mc:Choice>
          <mc:Fallback>
            <p:pic>
              <p:nvPicPr>
                <p:cNvPr id="190" name="Ink 189">
                  <a:extLst>
                    <a:ext uri="{FF2B5EF4-FFF2-40B4-BE49-F238E27FC236}">
                      <a16:creationId xmlns:a16="http://schemas.microsoft.com/office/drawing/2014/main" id="{ED128615-2B0B-84D5-65F2-E315E53478A8}"/>
                    </a:ext>
                  </a:extLst>
                </p:cNvPr>
                <p:cNvPicPr/>
                <p:nvPr/>
              </p:nvPicPr>
              <p:blipFill>
                <a:blip r:embed="rId231"/>
                <a:stretch>
                  <a:fillRect/>
                </a:stretch>
              </p:blipFill>
              <p:spPr>
                <a:xfrm>
                  <a:off x="5490115" y="31759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91" name="Ink 190">
                  <a:extLst>
                    <a:ext uri="{FF2B5EF4-FFF2-40B4-BE49-F238E27FC236}">
                      <a16:creationId xmlns:a16="http://schemas.microsoft.com/office/drawing/2014/main" id="{E03F82F6-EA46-0AD7-ABBA-8EA9459C5399}"/>
                    </a:ext>
                  </a:extLst>
                </p14:cNvPr>
                <p14:cNvContentPartPr/>
                <p14:nvPr/>
              </p14:nvContentPartPr>
              <p14:xfrm>
                <a:off x="5271235" y="1469540"/>
                <a:ext cx="69120" cy="86400"/>
              </p14:xfrm>
            </p:contentPart>
          </mc:Choice>
          <mc:Fallback>
            <p:pic>
              <p:nvPicPr>
                <p:cNvPr id="191" name="Ink 190">
                  <a:extLst>
                    <a:ext uri="{FF2B5EF4-FFF2-40B4-BE49-F238E27FC236}">
                      <a16:creationId xmlns:a16="http://schemas.microsoft.com/office/drawing/2014/main" id="{E03F82F6-EA46-0AD7-ABBA-8EA9459C5399}"/>
                    </a:ext>
                  </a:extLst>
                </p:cNvPr>
                <p:cNvPicPr/>
                <p:nvPr/>
              </p:nvPicPr>
              <p:blipFill>
                <a:blip r:embed="rId233"/>
                <a:stretch>
                  <a:fillRect/>
                </a:stretch>
              </p:blipFill>
              <p:spPr>
                <a:xfrm>
                  <a:off x="5262235" y="1460900"/>
                  <a:ext cx="8676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92" name="Ink 191">
                  <a:extLst>
                    <a:ext uri="{FF2B5EF4-FFF2-40B4-BE49-F238E27FC236}">
                      <a16:creationId xmlns:a16="http://schemas.microsoft.com/office/drawing/2014/main" id="{AB5F74DA-4456-8A9F-9488-B2AD06AD2526}"/>
                    </a:ext>
                  </a:extLst>
                </p14:cNvPr>
                <p14:cNvContentPartPr/>
                <p14:nvPr/>
              </p14:nvContentPartPr>
              <p14:xfrm>
                <a:off x="5505235" y="1802180"/>
                <a:ext cx="86040" cy="86040"/>
              </p14:xfrm>
            </p:contentPart>
          </mc:Choice>
          <mc:Fallback>
            <p:pic>
              <p:nvPicPr>
                <p:cNvPr id="192" name="Ink 191">
                  <a:extLst>
                    <a:ext uri="{FF2B5EF4-FFF2-40B4-BE49-F238E27FC236}">
                      <a16:creationId xmlns:a16="http://schemas.microsoft.com/office/drawing/2014/main" id="{AB5F74DA-4456-8A9F-9488-B2AD06AD2526}"/>
                    </a:ext>
                  </a:extLst>
                </p:cNvPr>
                <p:cNvPicPr/>
                <p:nvPr/>
              </p:nvPicPr>
              <p:blipFill>
                <a:blip r:embed="rId235"/>
                <a:stretch>
                  <a:fillRect/>
                </a:stretch>
              </p:blipFill>
              <p:spPr>
                <a:xfrm>
                  <a:off x="5496235" y="1793180"/>
                  <a:ext cx="10368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93" name="Ink 192">
                  <a:extLst>
                    <a:ext uri="{FF2B5EF4-FFF2-40B4-BE49-F238E27FC236}">
                      <a16:creationId xmlns:a16="http://schemas.microsoft.com/office/drawing/2014/main" id="{EF88C7B9-D929-A0C4-E67A-002D423C3E83}"/>
                    </a:ext>
                  </a:extLst>
                </p14:cNvPr>
                <p14:cNvContentPartPr/>
                <p14:nvPr/>
              </p14:nvContentPartPr>
              <p14:xfrm>
                <a:off x="5746435" y="2156780"/>
                <a:ext cx="46080" cy="23040"/>
              </p14:xfrm>
            </p:contentPart>
          </mc:Choice>
          <mc:Fallback>
            <p:pic>
              <p:nvPicPr>
                <p:cNvPr id="193" name="Ink 192">
                  <a:extLst>
                    <a:ext uri="{FF2B5EF4-FFF2-40B4-BE49-F238E27FC236}">
                      <a16:creationId xmlns:a16="http://schemas.microsoft.com/office/drawing/2014/main" id="{EF88C7B9-D929-A0C4-E67A-002D423C3E83}"/>
                    </a:ext>
                  </a:extLst>
                </p:cNvPr>
                <p:cNvPicPr/>
                <p:nvPr/>
              </p:nvPicPr>
              <p:blipFill>
                <a:blip r:embed="rId237"/>
                <a:stretch>
                  <a:fillRect/>
                </a:stretch>
              </p:blipFill>
              <p:spPr>
                <a:xfrm>
                  <a:off x="5737435" y="2148140"/>
                  <a:ext cx="6372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94" name="Ink 193">
                  <a:extLst>
                    <a:ext uri="{FF2B5EF4-FFF2-40B4-BE49-F238E27FC236}">
                      <a16:creationId xmlns:a16="http://schemas.microsoft.com/office/drawing/2014/main" id="{CCCBF7C3-BDBC-94FD-78AA-02277BB0C9D4}"/>
                    </a:ext>
                  </a:extLst>
                </p14:cNvPr>
                <p14:cNvContentPartPr/>
                <p14:nvPr/>
              </p14:nvContentPartPr>
              <p14:xfrm>
                <a:off x="5865955" y="2456300"/>
                <a:ext cx="171360" cy="193680"/>
              </p14:xfrm>
            </p:contentPart>
          </mc:Choice>
          <mc:Fallback>
            <p:pic>
              <p:nvPicPr>
                <p:cNvPr id="194" name="Ink 193">
                  <a:extLst>
                    <a:ext uri="{FF2B5EF4-FFF2-40B4-BE49-F238E27FC236}">
                      <a16:creationId xmlns:a16="http://schemas.microsoft.com/office/drawing/2014/main" id="{CCCBF7C3-BDBC-94FD-78AA-02277BB0C9D4}"/>
                    </a:ext>
                  </a:extLst>
                </p:cNvPr>
                <p:cNvPicPr/>
                <p:nvPr/>
              </p:nvPicPr>
              <p:blipFill>
                <a:blip r:embed="rId239"/>
                <a:stretch>
                  <a:fillRect/>
                </a:stretch>
              </p:blipFill>
              <p:spPr>
                <a:xfrm>
                  <a:off x="5856955" y="2447660"/>
                  <a:ext cx="18900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95" name="Ink 194">
                  <a:extLst>
                    <a:ext uri="{FF2B5EF4-FFF2-40B4-BE49-F238E27FC236}">
                      <a16:creationId xmlns:a16="http://schemas.microsoft.com/office/drawing/2014/main" id="{F053AF2E-A989-ED4F-CCB5-E986BC8BAFEF}"/>
                    </a:ext>
                  </a:extLst>
                </p14:cNvPr>
                <p14:cNvContentPartPr/>
                <p14:nvPr/>
              </p14:nvContentPartPr>
              <p14:xfrm>
                <a:off x="6075475" y="2803700"/>
                <a:ext cx="17280" cy="27360"/>
              </p14:xfrm>
            </p:contentPart>
          </mc:Choice>
          <mc:Fallback>
            <p:pic>
              <p:nvPicPr>
                <p:cNvPr id="195" name="Ink 194">
                  <a:extLst>
                    <a:ext uri="{FF2B5EF4-FFF2-40B4-BE49-F238E27FC236}">
                      <a16:creationId xmlns:a16="http://schemas.microsoft.com/office/drawing/2014/main" id="{F053AF2E-A989-ED4F-CCB5-E986BC8BAFEF}"/>
                    </a:ext>
                  </a:extLst>
                </p:cNvPr>
                <p:cNvPicPr/>
                <p:nvPr/>
              </p:nvPicPr>
              <p:blipFill>
                <a:blip r:embed="rId241"/>
                <a:stretch>
                  <a:fillRect/>
                </a:stretch>
              </p:blipFill>
              <p:spPr>
                <a:xfrm>
                  <a:off x="6066475" y="2795060"/>
                  <a:ext cx="3492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96" name="Ink 195">
                  <a:extLst>
                    <a:ext uri="{FF2B5EF4-FFF2-40B4-BE49-F238E27FC236}">
                      <a16:creationId xmlns:a16="http://schemas.microsoft.com/office/drawing/2014/main" id="{3B7EB3FC-AE70-1A3F-D846-4ECFEB9CAFAA}"/>
                    </a:ext>
                  </a:extLst>
                </p14:cNvPr>
                <p14:cNvContentPartPr/>
                <p14:nvPr/>
              </p14:nvContentPartPr>
              <p14:xfrm>
                <a:off x="5996275" y="1074620"/>
                <a:ext cx="80640" cy="151560"/>
              </p14:xfrm>
            </p:contentPart>
          </mc:Choice>
          <mc:Fallback>
            <p:pic>
              <p:nvPicPr>
                <p:cNvPr id="196" name="Ink 195">
                  <a:extLst>
                    <a:ext uri="{FF2B5EF4-FFF2-40B4-BE49-F238E27FC236}">
                      <a16:creationId xmlns:a16="http://schemas.microsoft.com/office/drawing/2014/main" id="{3B7EB3FC-AE70-1A3F-D846-4ECFEB9CAFAA}"/>
                    </a:ext>
                  </a:extLst>
                </p:cNvPr>
                <p:cNvPicPr/>
                <p:nvPr/>
              </p:nvPicPr>
              <p:blipFill>
                <a:blip r:embed="rId243"/>
                <a:stretch>
                  <a:fillRect/>
                </a:stretch>
              </p:blipFill>
              <p:spPr>
                <a:xfrm>
                  <a:off x="5987275" y="1065620"/>
                  <a:ext cx="9828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97" name="Ink 196">
                  <a:extLst>
                    <a:ext uri="{FF2B5EF4-FFF2-40B4-BE49-F238E27FC236}">
                      <a16:creationId xmlns:a16="http://schemas.microsoft.com/office/drawing/2014/main" id="{D48DDA57-D900-2FDC-0E4C-E2346B1034CE}"/>
                    </a:ext>
                  </a:extLst>
                </p14:cNvPr>
                <p14:cNvContentPartPr/>
                <p14:nvPr/>
              </p14:nvContentPartPr>
              <p14:xfrm>
                <a:off x="6250435" y="1546940"/>
                <a:ext cx="37800" cy="91440"/>
              </p14:xfrm>
            </p:contentPart>
          </mc:Choice>
          <mc:Fallback>
            <p:pic>
              <p:nvPicPr>
                <p:cNvPr id="197" name="Ink 196">
                  <a:extLst>
                    <a:ext uri="{FF2B5EF4-FFF2-40B4-BE49-F238E27FC236}">
                      <a16:creationId xmlns:a16="http://schemas.microsoft.com/office/drawing/2014/main" id="{D48DDA57-D900-2FDC-0E4C-E2346B1034CE}"/>
                    </a:ext>
                  </a:extLst>
                </p:cNvPr>
                <p:cNvPicPr/>
                <p:nvPr/>
              </p:nvPicPr>
              <p:blipFill>
                <a:blip r:embed="rId245"/>
                <a:stretch>
                  <a:fillRect/>
                </a:stretch>
              </p:blipFill>
              <p:spPr>
                <a:xfrm>
                  <a:off x="6241435" y="1538300"/>
                  <a:ext cx="5544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98" name="Ink 197">
                  <a:extLst>
                    <a:ext uri="{FF2B5EF4-FFF2-40B4-BE49-F238E27FC236}">
                      <a16:creationId xmlns:a16="http://schemas.microsoft.com/office/drawing/2014/main" id="{E4DD342D-49A9-7838-5B29-5B0B4BB2D7CA}"/>
                    </a:ext>
                  </a:extLst>
                </p14:cNvPr>
                <p14:cNvContentPartPr/>
                <p14:nvPr/>
              </p14:nvContentPartPr>
              <p14:xfrm>
                <a:off x="6414235" y="1851860"/>
                <a:ext cx="13680" cy="16560"/>
              </p14:xfrm>
            </p:contentPart>
          </mc:Choice>
          <mc:Fallback>
            <p:pic>
              <p:nvPicPr>
                <p:cNvPr id="198" name="Ink 197">
                  <a:extLst>
                    <a:ext uri="{FF2B5EF4-FFF2-40B4-BE49-F238E27FC236}">
                      <a16:creationId xmlns:a16="http://schemas.microsoft.com/office/drawing/2014/main" id="{E4DD342D-49A9-7838-5B29-5B0B4BB2D7CA}"/>
                    </a:ext>
                  </a:extLst>
                </p:cNvPr>
                <p:cNvPicPr/>
                <p:nvPr/>
              </p:nvPicPr>
              <p:blipFill>
                <a:blip r:embed="rId247"/>
                <a:stretch>
                  <a:fillRect/>
                </a:stretch>
              </p:blipFill>
              <p:spPr>
                <a:xfrm>
                  <a:off x="6405595" y="1843220"/>
                  <a:ext cx="3132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99" name="Ink 198">
                  <a:extLst>
                    <a:ext uri="{FF2B5EF4-FFF2-40B4-BE49-F238E27FC236}">
                      <a16:creationId xmlns:a16="http://schemas.microsoft.com/office/drawing/2014/main" id="{5090508F-82D1-6635-D93A-9082AB57F6D6}"/>
                    </a:ext>
                  </a:extLst>
                </p14:cNvPr>
                <p14:cNvContentPartPr/>
                <p14:nvPr/>
              </p14:nvContentPartPr>
              <p14:xfrm>
                <a:off x="6487675" y="2101700"/>
                <a:ext cx="198000" cy="68040"/>
              </p14:xfrm>
            </p:contentPart>
          </mc:Choice>
          <mc:Fallback>
            <p:pic>
              <p:nvPicPr>
                <p:cNvPr id="199" name="Ink 198">
                  <a:extLst>
                    <a:ext uri="{FF2B5EF4-FFF2-40B4-BE49-F238E27FC236}">
                      <a16:creationId xmlns:a16="http://schemas.microsoft.com/office/drawing/2014/main" id="{5090508F-82D1-6635-D93A-9082AB57F6D6}"/>
                    </a:ext>
                  </a:extLst>
                </p:cNvPr>
                <p:cNvPicPr/>
                <p:nvPr/>
              </p:nvPicPr>
              <p:blipFill>
                <a:blip r:embed="rId249"/>
                <a:stretch>
                  <a:fillRect/>
                </a:stretch>
              </p:blipFill>
              <p:spPr>
                <a:xfrm>
                  <a:off x="6479035" y="2092700"/>
                  <a:ext cx="21564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200" name="Ink 199">
                  <a:extLst>
                    <a:ext uri="{FF2B5EF4-FFF2-40B4-BE49-F238E27FC236}">
                      <a16:creationId xmlns:a16="http://schemas.microsoft.com/office/drawing/2014/main" id="{3BEF36B7-13F3-9380-9157-24B6FAFA94E8}"/>
                    </a:ext>
                  </a:extLst>
                </p14:cNvPr>
                <p14:cNvContentPartPr/>
                <p14:nvPr/>
              </p14:nvContentPartPr>
              <p14:xfrm>
                <a:off x="6323875" y="823340"/>
                <a:ext cx="96840" cy="191520"/>
              </p14:xfrm>
            </p:contentPart>
          </mc:Choice>
          <mc:Fallback>
            <p:pic>
              <p:nvPicPr>
                <p:cNvPr id="200" name="Ink 199">
                  <a:extLst>
                    <a:ext uri="{FF2B5EF4-FFF2-40B4-BE49-F238E27FC236}">
                      <a16:creationId xmlns:a16="http://schemas.microsoft.com/office/drawing/2014/main" id="{3BEF36B7-13F3-9380-9157-24B6FAFA94E8}"/>
                    </a:ext>
                  </a:extLst>
                </p:cNvPr>
                <p:cNvPicPr/>
                <p:nvPr/>
              </p:nvPicPr>
              <p:blipFill>
                <a:blip r:embed="rId251"/>
                <a:stretch>
                  <a:fillRect/>
                </a:stretch>
              </p:blipFill>
              <p:spPr>
                <a:xfrm>
                  <a:off x="6314875" y="814340"/>
                  <a:ext cx="11448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201" name="Ink 200">
                  <a:extLst>
                    <a:ext uri="{FF2B5EF4-FFF2-40B4-BE49-F238E27FC236}">
                      <a16:creationId xmlns:a16="http://schemas.microsoft.com/office/drawing/2014/main" id="{2CC3203A-F905-7A64-E922-4D1CAB6A51EE}"/>
                    </a:ext>
                  </a:extLst>
                </p14:cNvPr>
                <p14:cNvContentPartPr/>
                <p14:nvPr/>
              </p14:nvContentPartPr>
              <p14:xfrm>
                <a:off x="6474715" y="1130420"/>
                <a:ext cx="29160" cy="93600"/>
              </p14:xfrm>
            </p:contentPart>
          </mc:Choice>
          <mc:Fallback>
            <p:pic>
              <p:nvPicPr>
                <p:cNvPr id="201" name="Ink 200">
                  <a:extLst>
                    <a:ext uri="{FF2B5EF4-FFF2-40B4-BE49-F238E27FC236}">
                      <a16:creationId xmlns:a16="http://schemas.microsoft.com/office/drawing/2014/main" id="{2CC3203A-F905-7A64-E922-4D1CAB6A51EE}"/>
                    </a:ext>
                  </a:extLst>
                </p:cNvPr>
                <p:cNvPicPr/>
                <p:nvPr/>
              </p:nvPicPr>
              <p:blipFill>
                <a:blip r:embed="rId253"/>
                <a:stretch>
                  <a:fillRect/>
                </a:stretch>
              </p:blipFill>
              <p:spPr>
                <a:xfrm>
                  <a:off x="6465715" y="1121420"/>
                  <a:ext cx="4680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202" name="Ink 201">
                  <a:extLst>
                    <a:ext uri="{FF2B5EF4-FFF2-40B4-BE49-F238E27FC236}">
                      <a16:creationId xmlns:a16="http://schemas.microsoft.com/office/drawing/2014/main" id="{CC736DF5-DD9B-6666-DFE5-85DF54BABE97}"/>
                    </a:ext>
                  </a:extLst>
                </p14:cNvPr>
                <p14:cNvContentPartPr/>
                <p14:nvPr/>
              </p14:nvContentPartPr>
              <p14:xfrm>
                <a:off x="6638515" y="1532900"/>
                <a:ext cx="87120" cy="49320"/>
              </p14:xfrm>
            </p:contentPart>
          </mc:Choice>
          <mc:Fallback>
            <p:pic>
              <p:nvPicPr>
                <p:cNvPr id="202" name="Ink 201">
                  <a:extLst>
                    <a:ext uri="{FF2B5EF4-FFF2-40B4-BE49-F238E27FC236}">
                      <a16:creationId xmlns:a16="http://schemas.microsoft.com/office/drawing/2014/main" id="{CC736DF5-DD9B-6666-DFE5-85DF54BABE97}"/>
                    </a:ext>
                  </a:extLst>
                </p:cNvPr>
                <p:cNvPicPr/>
                <p:nvPr/>
              </p:nvPicPr>
              <p:blipFill>
                <a:blip r:embed="rId255"/>
                <a:stretch>
                  <a:fillRect/>
                </a:stretch>
              </p:blipFill>
              <p:spPr>
                <a:xfrm>
                  <a:off x="6629875" y="1524260"/>
                  <a:ext cx="10476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203" name="Ink 202">
                  <a:extLst>
                    <a:ext uri="{FF2B5EF4-FFF2-40B4-BE49-F238E27FC236}">
                      <a16:creationId xmlns:a16="http://schemas.microsoft.com/office/drawing/2014/main" id="{815A8FCB-7221-80EA-1ADB-8302E5A8E517}"/>
                    </a:ext>
                  </a:extLst>
                </p14:cNvPr>
                <p14:cNvContentPartPr/>
                <p14:nvPr/>
              </p14:nvContentPartPr>
              <p14:xfrm>
                <a:off x="6783235" y="1671860"/>
                <a:ext cx="39960" cy="38520"/>
              </p14:xfrm>
            </p:contentPart>
          </mc:Choice>
          <mc:Fallback>
            <p:pic>
              <p:nvPicPr>
                <p:cNvPr id="203" name="Ink 202">
                  <a:extLst>
                    <a:ext uri="{FF2B5EF4-FFF2-40B4-BE49-F238E27FC236}">
                      <a16:creationId xmlns:a16="http://schemas.microsoft.com/office/drawing/2014/main" id="{815A8FCB-7221-80EA-1ADB-8302E5A8E517}"/>
                    </a:ext>
                  </a:extLst>
                </p:cNvPr>
                <p:cNvPicPr/>
                <p:nvPr/>
              </p:nvPicPr>
              <p:blipFill>
                <a:blip r:embed="rId257"/>
                <a:stretch>
                  <a:fillRect/>
                </a:stretch>
              </p:blipFill>
              <p:spPr>
                <a:xfrm>
                  <a:off x="6774595" y="1662860"/>
                  <a:ext cx="5760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207" name="Ink 206">
                  <a:extLst>
                    <a:ext uri="{FF2B5EF4-FFF2-40B4-BE49-F238E27FC236}">
                      <a16:creationId xmlns:a16="http://schemas.microsoft.com/office/drawing/2014/main" id="{6C30E31E-1629-E9D5-C5F1-64BBDA2BFD63}"/>
                    </a:ext>
                  </a:extLst>
                </p14:cNvPr>
                <p14:cNvContentPartPr/>
                <p14:nvPr/>
              </p14:nvContentPartPr>
              <p14:xfrm>
                <a:off x="3313195" y="2422820"/>
                <a:ext cx="90720" cy="290160"/>
              </p14:xfrm>
            </p:contentPart>
          </mc:Choice>
          <mc:Fallback>
            <p:pic>
              <p:nvPicPr>
                <p:cNvPr id="207" name="Ink 206">
                  <a:extLst>
                    <a:ext uri="{FF2B5EF4-FFF2-40B4-BE49-F238E27FC236}">
                      <a16:creationId xmlns:a16="http://schemas.microsoft.com/office/drawing/2014/main" id="{6C30E31E-1629-E9D5-C5F1-64BBDA2BFD63}"/>
                    </a:ext>
                  </a:extLst>
                </p:cNvPr>
                <p:cNvPicPr/>
                <p:nvPr/>
              </p:nvPicPr>
              <p:blipFill>
                <a:blip r:embed="rId259"/>
                <a:stretch>
                  <a:fillRect/>
                </a:stretch>
              </p:blipFill>
              <p:spPr>
                <a:xfrm>
                  <a:off x="3304195" y="2413820"/>
                  <a:ext cx="10836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209" name="Ink 208">
                  <a:extLst>
                    <a:ext uri="{FF2B5EF4-FFF2-40B4-BE49-F238E27FC236}">
                      <a16:creationId xmlns:a16="http://schemas.microsoft.com/office/drawing/2014/main" id="{892A8C12-5BC0-DC30-A0E2-3117854237C1}"/>
                    </a:ext>
                  </a:extLst>
                </p14:cNvPr>
                <p14:cNvContentPartPr/>
                <p14:nvPr/>
              </p14:nvContentPartPr>
              <p14:xfrm>
                <a:off x="3837355" y="2244620"/>
                <a:ext cx="77400" cy="55800"/>
              </p14:xfrm>
            </p:contentPart>
          </mc:Choice>
          <mc:Fallback>
            <p:pic>
              <p:nvPicPr>
                <p:cNvPr id="209" name="Ink 208">
                  <a:extLst>
                    <a:ext uri="{FF2B5EF4-FFF2-40B4-BE49-F238E27FC236}">
                      <a16:creationId xmlns:a16="http://schemas.microsoft.com/office/drawing/2014/main" id="{892A8C12-5BC0-DC30-A0E2-3117854237C1}"/>
                    </a:ext>
                  </a:extLst>
                </p:cNvPr>
                <p:cNvPicPr/>
                <p:nvPr/>
              </p:nvPicPr>
              <p:blipFill>
                <a:blip r:embed="rId261"/>
                <a:stretch>
                  <a:fillRect/>
                </a:stretch>
              </p:blipFill>
              <p:spPr>
                <a:xfrm>
                  <a:off x="3828715" y="2235980"/>
                  <a:ext cx="9504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210" name="Ink 209">
                  <a:extLst>
                    <a:ext uri="{FF2B5EF4-FFF2-40B4-BE49-F238E27FC236}">
                      <a16:creationId xmlns:a16="http://schemas.microsoft.com/office/drawing/2014/main" id="{E63B9BFB-68E1-042F-7476-0261DE00DFF5}"/>
                    </a:ext>
                  </a:extLst>
                </p14:cNvPr>
                <p14:cNvContentPartPr/>
                <p14:nvPr/>
              </p14:nvContentPartPr>
              <p14:xfrm>
                <a:off x="4032835" y="2449820"/>
                <a:ext cx="63000" cy="51480"/>
              </p14:xfrm>
            </p:contentPart>
          </mc:Choice>
          <mc:Fallback>
            <p:pic>
              <p:nvPicPr>
                <p:cNvPr id="210" name="Ink 209">
                  <a:extLst>
                    <a:ext uri="{FF2B5EF4-FFF2-40B4-BE49-F238E27FC236}">
                      <a16:creationId xmlns:a16="http://schemas.microsoft.com/office/drawing/2014/main" id="{E63B9BFB-68E1-042F-7476-0261DE00DFF5}"/>
                    </a:ext>
                  </a:extLst>
                </p:cNvPr>
                <p:cNvPicPr/>
                <p:nvPr/>
              </p:nvPicPr>
              <p:blipFill>
                <a:blip r:embed="rId263"/>
                <a:stretch>
                  <a:fillRect/>
                </a:stretch>
              </p:blipFill>
              <p:spPr>
                <a:xfrm>
                  <a:off x="4023835" y="2441180"/>
                  <a:ext cx="8064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211" name="Ink 210">
                  <a:extLst>
                    <a:ext uri="{FF2B5EF4-FFF2-40B4-BE49-F238E27FC236}">
                      <a16:creationId xmlns:a16="http://schemas.microsoft.com/office/drawing/2014/main" id="{D7B37604-3BD4-061F-BB69-9CB2EAF4DF00}"/>
                    </a:ext>
                  </a:extLst>
                </p14:cNvPr>
                <p14:cNvContentPartPr/>
                <p14:nvPr/>
              </p14:nvContentPartPr>
              <p14:xfrm>
                <a:off x="4020235" y="1114940"/>
                <a:ext cx="69480" cy="77400"/>
              </p14:xfrm>
            </p:contentPart>
          </mc:Choice>
          <mc:Fallback>
            <p:pic>
              <p:nvPicPr>
                <p:cNvPr id="211" name="Ink 210">
                  <a:extLst>
                    <a:ext uri="{FF2B5EF4-FFF2-40B4-BE49-F238E27FC236}">
                      <a16:creationId xmlns:a16="http://schemas.microsoft.com/office/drawing/2014/main" id="{D7B37604-3BD4-061F-BB69-9CB2EAF4DF00}"/>
                    </a:ext>
                  </a:extLst>
                </p:cNvPr>
                <p:cNvPicPr/>
                <p:nvPr/>
              </p:nvPicPr>
              <p:blipFill>
                <a:blip r:embed="rId265"/>
                <a:stretch>
                  <a:fillRect/>
                </a:stretch>
              </p:blipFill>
              <p:spPr>
                <a:xfrm>
                  <a:off x="4011595" y="1106300"/>
                  <a:ext cx="8712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212" name="Ink 211">
                  <a:extLst>
                    <a:ext uri="{FF2B5EF4-FFF2-40B4-BE49-F238E27FC236}">
                      <a16:creationId xmlns:a16="http://schemas.microsoft.com/office/drawing/2014/main" id="{0E2DE277-08B8-8660-100A-8EFA5ED523D8}"/>
                    </a:ext>
                  </a:extLst>
                </p14:cNvPr>
                <p14:cNvContentPartPr/>
                <p14:nvPr/>
              </p14:nvContentPartPr>
              <p14:xfrm>
                <a:off x="4401835" y="1679420"/>
                <a:ext cx="113760" cy="54720"/>
              </p14:xfrm>
            </p:contentPart>
          </mc:Choice>
          <mc:Fallback>
            <p:pic>
              <p:nvPicPr>
                <p:cNvPr id="212" name="Ink 211">
                  <a:extLst>
                    <a:ext uri="{FF2B5EF4-FFF2-40B4-BE49-F238E27FC236}">
                      <a16:creationId xmlns:a16="http://schemas.microsoft.com/office/drawing/2014/main" id="{0E2DE277-08B8-8660-100A-8EFA5ED523D8}"/>
                    </a:ext>
                  </a:extLst>
                </p:cNvPr>
                <p:cNvPicPr/>
                <p:nvPr/>
              </p:nvPicPr>
              <p:blipFill>
                <a:blip r:embed="rId267"/>
                <a:stretch>
                  <a:fillRect/>
                </a:stretch>
              </p:blipFill>
              <p:spPr>
                <a:xfrm>
                  <a:off x="4392835" y="1670780"/>
                  <a:ext cx="13140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213" name="Ink 212">
                  <a:extLst>
                    <a:ext uri="{FF2B5EF4-FFF2-40B4-BE49-F238E27FC236}">
                      <a16:creationId xmlns:a16="http://schemas.microsoft.com/office/drawing/2014/main" id="{F6D2AF5C-FB4B-AED1-60F1-64E087BFE9F8}"/>
                    </a:ext>
                  </a:extLst>
                </p14:cNvPr>
                <p14:cNvContentPartPr/>
                <p14:nvPr/>
              </p14:nvContentPartPr>
              <p14:xfrm>
                <a:off x="4688755" y="1983260"/>
                <a:ext cx="12240" cy="67680"/>
              </p14:xfrm>
            </p:contentPart>
          </mc:Choice>
          <mc:Fallback>
            <p:pic>
              <p:nvPicPr>
                <p:cNvPr id="213" name="Ink 212">
                  <a:extLst>
                    <a:ext uri="{FF2B5EF4-FFF2-40B4-BE49-F238E27FC236}">
                      <a16:creationId xmlns:a16="http://schemas.microsoft.com/office/drawing/2014/main" id="{F6D2AF5C-FB4B-AED1-60F1-64E087BFE9F8}"/>
                    </a:ext>
                  </a:extLst>
                </p:cNvPr>
                <p:cNvPicPr/>
                <p:nvPr/>
              </p:nvPicPr>
              <p:blipFill>
                <a:blip r:embed="rId269"/>
                <a:stretch>
                  <a:fillRect/>
                </a:stretch>
              </p:blipFill>
              <p:spPr>
                <a:xfrm>
                  <a:off x="4680115" y="1974620"/>
                  <a:ext cx="2988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214" name="Ink 213">
                  <a:extLst>
                    <a:ext uri="{FF2B5EF4-FFF2-40B4-BE49-F238E27FC236}">
                      <a16:creationId xmlns:a16="http://schemas.microsoft.com/office/drawing/2014/main" id="{4AD5D754-C789-7372-4526-76DFE57E27F7}"/>
                    </a:ext>
                  </a:extLst>
                </p14:cNvPr>
                <p14:cNvContentPartPr/>
                <p14:nvPr/>
              </p14:nvContentPartPr>
              <p14:xfrm>
                <a:off x="4553755" y="884180"/>
                <a:ext cx="53640" cy="26280"/>
              </p14:xfrm>
            </p:contentPart>
          </mc:Choice>
          <mc:Fallback>
            <p:pic>
              <p:nvPicPr>
                <p:cNvPr id="214" name="Ink 213">
                  <a:extLst>
                    <a:ext uri="{FF2B5EF4-FFF2-40B4-BE49-F238E27FC236}">
                      <a16:creationId xmlns:a16="http://schemas.microsoft.com/office/drawing/2014/main" id="{4AD5D754-C789-7372-4526-76DFE57E27F7}"/>
                    </a:ext>
                  </a:extLst>
                </p:cNvPr>
                <p:cNvPicPr/>
                <p:nvPr/>
              </p:nvPicPr>
              <p:blipFill>
                <a:blip r:embed="rId271"/>
                <a:stretch>
                  <a:fillRect/>
                </a:stretch>
              </p:blipFill>
              <p:spPr>
                <a:xfrm>
                  <a:off x="4544755" y="875180"/>
                  <a:ext cx="7128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218" name="Ink 217">
                  <a:extLst>
                    <a:ext uri="{FF2B5EF4-FFF2-40B4-BE49-F238E27FC236}">
                      <a16:creationId xmlns:a16="http://schemas.microsoft.com/office/drawing/2014/main" id="{576E0EA5-AAE9-4F47-F824-B656A4F2B8A8}"/>
                    </a:ext>
                  </a:extLst>
                </p14:cNvPr>
                <p14:cNvContentPartPr/>
                <p14:nvPr/>
              </p14:nvContentPartPr>
              <p14:xfrm>
                <a:off x="5741395" y="1174700"/>
                <a:ext cx="56880" cy="21960"/>
              </p14:xfrm>
            </p:contentPart>
          </mc:Choice>
          <mc:Fallback>
            <p:pic>
              <p:nvPicPr>
                <p:cNvPr id="218" name="Ink 217">
                  <a:extLst>
                    <a:ext uri="{FF2B5EF4-FFF2-40B4-BE49-F238E27FC236}">
                      <a16:creationId xmlns:a16="http://schemas.microsoft.com/office/drawing/2014/main" id="{576E0EA5-AAE9-4F47-F824-B656A4F2B8A8}"/>
                    </a:ext>
                  </a:extLst>
                </p:cNvPr>
                <p:cNvPicPr/>
                <p:nvPr/>
              </p:nvPicPr>
              <p:blipFill>
                <a:blip r:embed="rId273"/>
                <a:stretch>
                  <a:fillRect/>
                </a:stretch>
              </p:blipFill>
              <p:spPr>
                <a:xfrm>
                  <a:off x="5732755" y="1166060"/>
                  <a:ext cx="7452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219" name="Ink 218">
                  <a:extLst>
                    <a:ext uri="{FF2B5EF4-FFF2-40B4-BE49-F238E27FC236}">
                      <a16:creationId xmlns:a16="http://schemas.microsoft.com/office/drawing/2014/main" id="{75918489-B1B7-2C3E-1E75-A2E56C28277A}"/>
                    </a:ext>
                  </a:extLst>
                </p14:cNvPr>
                <p14:cNvContentPartPr/>
                <p14:nvPr/>
              </p14:nvContentPartPr>
              <p14:xfrm>
                <a:off x="5967115" y="1269380"/>
                <a:ext cx="47880" cy="123120"/>
              </p14:xfrm>
            </p:contentPart>
          </mc:Choice>
          <mc:Fallback>
            <p:pic>
              <p:nvPicPr>
                <p:cNvPr id="219" name="Ink 218">
                  <a:extLst>
                    <a:ext uri="{FF2B5EF4-FFF2-40B4-BE49-F238E27FC236}">
                      <a16:creationId xmlns:a16="http://schemas.microsoft.com/office/drawing/2014/main" id="{75918489-B1B7-2C3E-1E75-A2E56C28277A}"/>
                    </a:ext>
                  </a:extLst>
                </p:cNvPr>
                <p:cNvPicPr/>
                <p:nvPr/>
              </p:nvPicPr>
              <p:blipFill>
                <a:blip r:embed="rId275"/>
                <a:stretch>
                  <a:fillRect/>
                </a:stretch>
              </p:blipFill>
              <p:spPr>
                <a:xfrm>
                  <a:off x="5958475" y="1260380"/>
                  <a:ext cx="6552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221" name="Ink 220">
                  <a:extLst>
                    <a:ext uri="{FF2B5EF4-FFF2-40B4-BE49-F238E27FC236}">
                      <a16:creationId xmlns:a16="http://schemas.microsoft.com/office/drawing/2014/main" id="{B2235467-28C3-056C-731C-3A3A26282E82}"/>
                    </a:ext>
                  </a:extLst>
                </p14:cNvPr>
                <p14:cNvContentPartPr/>
                <p14:nvPr/>
              </p14:nvContentPartPr>
              <p14:xfrm>
                <a:off x="6354475" y="988220"/>
                <a:ext cx="38520" cy="26280"/>
              </p14:xfrm>
            </p:contentPart>
          </mc:Choice>
          <mc:Fallback>
            <p:pic>
              <p:nvPicPr>
                <p:cNvPr id="221" name="Ink 220">
                  <a:extLst>
                    <a:ext uri="{FF2B5EF4-FFF2-40B4-BE49-F238E27FC236}">
                      <a16:creationId xmlns:a16="http://schemas.microsoft.com/office/drawing/2014/main" id="{B2235467-28C3-056C-731C-3A3A26282E82}"/>
                    </a:ext>
                  </a:extLst>
                </p:cNvPr>
                <p:cNvPicPr/>
                <p:nvPr/>
              </p:nvPicPr>
              <p:blipFill>
                <a:blip r:embed="rId277"/>
                <a:stretch>
                  <a:fillRect/>
                </a:stretch>
              </p:blipFill>
              <p:spPr>
                <a:xfrm>
                  <a:off x="6345835" y="979580"/>
                  <a:ext cx="5616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222" name="Ink 221">
                  <a:extLst>
                    <a:ext uri="{FF2B5EF4-FFF2-40B4-BE49-F238E27FC236}">
                      <a16:creationId xmlns:a16="http://schemas.microsoft.com/office/drawing/2014/main" id="{6C3AEE10-3D20-ED4C-9D25-0F603202DD01}"/>
                    </a:ext>
                  </a:extLst>
                </p14:cNvPr>
                <p14:cNvContentPartPr/>
                <p14:nvPr/>
              </p14:nvContentPartPr>
              <p14:xfrm>
                <a:off x="6476875" y="1103060"/>
                <a:ext cx="8640" cy="145800"/>
              </p14:xfrm>
            </p:contentPart>
          </mc:Choice>
          <mc:Fallback>
            <p:pic>
              <p:nvPicPr>
                <p:cNvPr id="222" name="Ink 221">
                  <a:extLst>
                    <a:ext uri="{FF2B5EF4-FFF2-40B4-BE49-F238E27FC236}">
                      <a16:creationId xmlns:a16="http://schemas.microsoft.com/office/drawing/2014/main" id="{6C3AEE10-3D20-ED4C-9D25-0F603202DD01}"/>
                    </a:ext>
                  </a:extLst>
                </p:cNvPr>
                <p:cNvPicPr/>
                <p:nvPr/>
              </p:nvPicPr>
              <p:blipFill>
                <a:blip r:embed="rId279"/>
                <a:stretch>
                  <a:fillRect/>
                </a:stretch>
              </p:blipFill>
              <p:spPr>
                <a:xfrm>
                  <a:off x="6468235" y="1094420"/>
                  <a:ext cx="2628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225" name="Ink 224">
                  <a:extLst>
                    <a:ext uri="{FF2B5EF4-FFF2-40B4-BE49-F238E27FC236}">
                      <a16:creationId xmlns:a16="http://schemas.microsoft.com/office/drawing/2014/main" id="{CD759169-0198-C98F-B462-E50D1BD1158F}"/>
                    </a:ext>
                  </a:extLst>
                </p14:cNvPr>
                <p14:cNvContentPartPr/>
                <p14:nvPr/>
              </p14:nvContentPartPr>
              <p14:xfrm>
                <a:off x="3295915" y="2546660"/>
                <a:ext cx="70200" cy="91440"/>
              </p14:xfrm>
            </p:contentPart>
          </mc:Choice>
          <mc:Fallback>
            <p:pic>
              <p:nvPicPr>
                <p:cNvPr id="225" name="Ink 224">
                  <a:extLst>
                    <a:ext uri="{FF2B5EF4-FFF2-40B4-BE49-F238E27FC236}">
                      <a16:creationId xmlns:a16="http://schemas.microsoft.com/office/drawing/2014/main" id="{CD759169-0198-C98F-B462-E50D1BD1158F}"/>
                    </a:ext>
                  </a:extLst>
                </p:cNvPr>
                <p:cNvPicPr/>
                <p:nvPr/>
              </p:nvPicPr>
              <p:blipFill>
                <a:blip r:embed="rId281"/>
                <a:stretch>
                  <a:fillRect/>
                </a:stretch>
              </p:blipFill>
              <p:spPr>
                <a:xfrm>
                  <a:off x="3287275" y="2537660"/>
                  <a:ext cx="8784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226" name="Ink 225">
                  <a:extLst>
                    <a:ext uri="{FF2B5EF4-FFF2-40B4-BE49-F238E27FC236}">
                      <a16:creationId xmlns:a16="http://schemas.microsoft.com/office/drawing/2014/main" id="{0754D103-7D63-4DF4-0CEA-F63862764329}"/>
                    </a:ext>
                  </a:extLst>
                </p14:cNvPr>
                <p14:cNvContentPartPr/>
                <p14:nvPr/>
              </p14:nvContentPartPr>
              <p14:xfrm>
                <a:off x="3439555" y="2574740"/>
                <a:ext cx="64440" cy="59040"/>
              </p14:xfrm>
            </p:contentPart>
          </mc:Choice>
          <mc:Fallback>
            <p:pic>
              <p:nvPicPr>
                <p:cNvPr id="226" name="Ink 225">
                  <a:extLst>
                    <a:ext uri="{FF2B5EF4-FFF2-40B4-BE49-F238E27FC236}">
                      <a16:creationId xmlns:a16="http://schemas.microsoft.com/office/drawing/2014/main" id="{0754D103-7D63-4DF4-0CEA-F63862764329}"/>
                    </a:ext>
                  </a:extLst>
                </p:cNvPr>
                <p:cNvPicPr/>
                <p:nvPr/>
              </p:nvPicPr>
              <p:blipFill>
                <a:blip r:embed="rId283"/>
                <a:stretch>
                  <a:fillRect/>
                </a:stretch>
              </p:blipFill>
              <p:spPr>
                <a:xfrm>
                  <a:off x="3430915" y="2565740"/>
                  <a:ext cx="8208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37" name="Ink 136">
                  <a:extLst>
                    <a:ext uri="{FF2B5EF4-FFF2-40B4-BE49-F238E27FC236}">
                      <a16:creationId xmlns:a16="http://schemas.microsoft.com/office/drawing/2014/main" id="{B4E9E78D-D296-AF7F-58FF-1FEC1DF7FE7E}"/>
                    </a:ext>
                  </a:extLst>
                </p14:cNvPr>
                <p14:cNvContentPartPr/>
                <p14:nvPr/>
              </p14:nvContentPartPr>
              <p14:xfrm>
                <a:off x="2805955" y="1870580"/>
                <a:ext cx="296280" cy="43560"/>
              </p14:xfrm>
            </p:contentPart>
          </mc:Choice>
          <mc:Fallback>
            <p:pic>
              <p:nvPicPr>
                <p:cNvPr id="137" name="Ink 136">
                  <a:extLst>
                    <a:ext uri="{FF2B5EF4-FFF2-40B4-BE49-F238E27FC236}">
                      <a16:creationId xmlns:a16="http://schemas.microsoft.com/office/drawing/2014/main" id="{B4E9E78D-D296-AF7F-58FF-1FEC1DF7FE7E}"/>
                    </a:ext>
                  </a:extLst>
                </p:cNvPr>
                <p:cNvPicPr/>
                <p:nvPr/>
              </p:nvPicPr>
              <p:blipFill>
                <a:blip r:embed="rId285"/>
                <a:stretch>
                  <a:fillRect/>
                </a:stretch>
              </p:blipFill>
              <p:spPr>
                <a:xfrm>
                  <a:off x="2796955" y="1861940"/>
                  <a:ext cx="31392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38" name="Ink 137">
                  <a:extLst>
                    <a:ext uri="{FF2B5EF4-FFF2-40B4-BE49-F238E27FC236}">
                      <a16:creationId xmlns:a16="http://schemas.microsoft.com/office/drawing/2014/main" id="{A951CD76-F1BD-71F4-06B8-935F426F1396}"/>
                    </a:ext>
                  </a:extLst>
                </p14:cNvPr>
                <p14:cNvContentPartPr/>
                <p14:nvPr/>
              </p14:nvContentPartPr>
              <p14:xfrm>
                <a:off x="2940235" y="1729100"/>
                <a:ext cx="162000" cy="179640"/>
              </p14:xfrm>
            </p:contentPart>
          </mc:Choice>
          <mc:Fallback>
            <p:pic>
              <p:nvPicPr>
                <p:cNvPr id="138" name="Ink 137">
                  <a:extLst>
                    <a:ext uri="{FF2B5EF4-FFF2-40B4-BE49-F238E27FC236}">
                      <a16:creationId xmlns:a16="http://schemas.microsoft.com/office/drawing/2014/main" id="{A951CD76-F1BD-71F4-06B8-935F426F1396}"/>
                    </a:ext>
                  </a:extLst>
                </p:cNvPr>
                <p:cNvPicPr/>
                <p:nvPr/>
              </p:nvPicPr>
              <p:blipFill>
                <a:blip r:embed="rId287"/>
                <a:stretch>
                  <a:fillRect/>
                </a:stretch>
              </p:blipFill>
              <p:spPr>
                <a:xfrm>
                  <a:off x="2931595" y="1720460"/>
                  <a:ext cx="1796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39" name="Ink 138">
                  <a:extLst>
                    <a:ext uri="{FF2B5EF4-FFF2-40B4-BE49-F238E27FC236}">
                      <a16:creationId xmlns:a16="http://schemas.microsoft.com/office/drawing/2014/main" id="{FB72C170-1C70-7D62-DF8E-C5B28F10561F}"/>
                    </a:ext>
                  </a:extLst>
                </p14:cNvPr>
                <p14:cNvContentPartPr/>
                <p14:nvPr/>
              </p14:nvContentPartPr>
              <p14:xfrm>
                <a:off x="3277915" y="1563140"/>
                <a:ext cx="254880" cy="61200"/>
              </p14:xfrm>
            </p:contentPart>
          </mc:Choice>
          <mc:Fallback>
            <p:pic>
              <p:nvPicPr>
                <p:cNvPr id="139" name="Ink 138">
                  <a:extLst>
                    <a:ext uri="{FF2B5EF4-FFF2-40B4-BE49-F238E27FC236}">
                      <a16:creationId xmlns:a16="http://schemas.microsoft.com/office/drawing/2014/main" id="{FB72C170-1C70-7D62-DF8E-C5B28F10561F}"/>
                    </a:ext>
                  </a:extLst>
                </p:cNvPr>
                <p:cNvPicPr/>
                <p:nvPr/>
              </p:nvPicPr>
              <p:blipFill>
                <a:blip r:embed="rId289"/>
                <a:stretch>
                  <a:fillRect/>
                </a:stretch>
              </p:blipFill>
              <p:spPr>
                <a:xfrm>
                  <a:off x="3269275" y="1554500"/>
                  <a:ext cx="27252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40" name="Ink 139">
                  <a:extLst>
                    <a:ext uri="{FF2B5EF4-FFF2-40B4-BE49-F238E27FC236}">
                      <a16:creationId xmlns:a16="http://schemas.microsoft.com/office/drawing/2014/main" id="{DF676E9E-4904-1DCC-DDC2-D6B4A79787F4}"/>
                    </a:ext>
                  </a:extLst>
                </p14:cNvPr>
                <p14:cNvContentPartPr/>
                <p14:nvPr/>
              </p14:nvContentPartPr>
              <p14:xfrm>
                <a:off x="3381595" y="1498340"/>
                <a:ext cx="186120" cy="133920"/>
              </p14:xfrm>
            </p:contentPart>
          </mc:Choice>
          <mc:Fallback>
            <p:pic>
              <p:nvPicPr>
                <p:cNvPr id="140" name="Ink 139">
                  <a:extLst>
                    <a:ext uri="{FF2B5EF4-FFF2-40B4-BE49-F238E27FC236}">
                      <a16:creationId xmlns:a16="http://schemas.microsoft.com/office/drawing/2014/main" id="{DF676E9E-4904-1DCC-DDC2-D6B4A79787F4}"/>
                    </a:ext>
                  </a:extLst>
                </p:cNvPr>
                <p:cNvPicPr/>
                <p:nvPr/>
              </p:nvPicPr>
              <p:blipFill>
                <a:blip r:embed="rId291"/>
                <a:stretch>
                  <a:fillRect/>
                </a:stretch>
              </p:blipFill>
              <p:spPr>
                <a:xfrm>
                  <a:off x="3372955" y="1489340"/>
                  <a:ext cx="20376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205" name="Ink 204">
                  <a:extLst>
                    <a:ext uri="{FF2B5EF4-FFF2-40B4-BE49-F238E27FC236}">
                      <a16:creationId xmlns:a16="http://schemas.microsoft.com/office/drawing/2014/main" id="{A2B2A75B-358A-3E7B-5162-350CB0A7671D}"/>
                    </a:ext>
                  </a:extLst>
                </p14:cNvPr>
                <p14:cNvContentPartPr/>
                <p14:nvPr/>
              </p14:nvContentPartPr>
              <p14:xfrm>
                <a:off x="2989915" y="1862660"/>
                <a:ext cx="30600" cy="27360"/>
              </p14:xfrm>
            </p:contentPart>
          </mc:Choice>
          <mc:Fallback>
            <p:pic>
              <p:nvPicPr>
                <p:cNvPr id="205" name="Ink 204">
                  <a:extLst>
                    <a:ext uri="{FF2B5EF4-FFF2-40B4-BE49-F238E27FC236}">
                      <a16:creationId xmlns:a16="http://schemas.microsoft.com/office/drawing/2014/main" id="{A2B2A75B-358A-3E7B-5162-350CB0A7671D}"/>
                    </a:ext>
                  </a:extLst>
                </p:cNvPr>
                <p:cNvPicPr/>
                <p:nvPr/>
              </p:nvPicPr>
              <p:blipFill>
                <a:blip r:embed="rId293"/>
                <a:stretch>
                  <a:fillRect/>
                </a:stretch>
              </p:blipFill>
              <p:spPr>
                <a:xfrm>
                  <a:off x="2980915" y="1854020"/>
                  <a:ext cx="4824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206" name="Ink 205">
                  <a:extLst>
                    <a:ext uri="{FF2B5EF4-FFF2-40B4-BE49-F238E27FC236}">
                      <a16:creationId xmlns:a16="http://schemas.microsoft.com/office/drawing/2014/main" id="{CE46532D-B170-0237-5D22-3D2D6E50DBDE}"/>
                    </a:ext>
                  </a:extLst>
                </p14:cNvPr>
                <p14:cNvContentPartPr/>
                <p14:nvPr/>
              </p14:nvContentPartPr>
              <p14:xfrm>
                <a:off x="3015115" y="2001620"/>
                <a:ext cx="140400" cy="275040"/>
              </p14:xfrm>
            </p:contentPart>
          </mc:Choice>
          <mc:Fallback>
            <p:pic>
              <p:nvPicPr>
                <p:cNvPr id="206" name="Ink 205">
                  <a:extLst>
                    <a:ext uri="{FF2B5EF4-FFF2-40B4-BE49-F238E27FC236}">
                      <a16:creationId xmlns:a16="http://schemas.microsoft.com/office/drawing/2014/main" id="{CE46532D-B170-0237-5D22-3D2D6E50DBDE}"/>
                    </a:ext>
                  </a:extLst>
                </p:cNvPr>
                <p:cNvPicPr/>
                <p:nvPr/>
              </p:nvPicPr>
              <p:blipFill>
                <a:blip r:embed="rId295"/>
                <a:stretch>
                  <a:fillRect/>
                </a:stretch>
              </p:blipFill>
              <p:spPr>
                <a:xfrm>
                  <a:off x="3006475" y="1992980"/>
                  <a:ext cx="15804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208" name="Ink 207">
                  <a:extLst>
                    <a:ext uri="{FF2B5EF4-FFF2-40B4-BE49-F238E27FC236}">
                      <a16:creationId xmlns:a16="http://schemas.microsoft.com/office/drawing/2014/main" id="{C38EE728-93D7-829E-447E-AD42DFC78134}"/>
                    </a:ext>
                  </a:extLst>
                </p14:cNvPr>
                <p14:cNvContentPartPr/>
                <p14:nvPr/>
              </p14:nvContentPartPr>
              <p14:xfrm>
                <a:off x="3451075" y="1579700"/>
                <a:ext cx="55080" cy="149040"/>
              </p14:xfrm>
            </p:contentPart>
          </mc:Choice>
          <mc:Fallback>
            <p:pic>
              <p:nvPicPr>
                <p:cNvPr id="208" name="Ink 207">
                  <a:extLst>
                    <a:ext uri="{FF2B5EF4-FFF2-40B4-BE49-F238E27FC236}">
                      <a16:creationId xmlns:a16="http://schemas.microsoft.com/office/drawing/2014/main" id="{C38EE728-93D7-829E-447E-AD42DFC78134}"/>
                    </a:ext>
                  </a:extLst>
                </p:cNvPr>
                <p:cNvPicPr/>
                <p:nvPr/>
              </p:nvPicPr>
              <p:blipFill>
                <a:blip r:embed="rId297"/>
                <a:stretch>
                  <a:fillRect/>
                </a:stretch>
              </p:blipFill>
              <p:spPr>
                <a:xfrm>
                  <a:off x="3442435" y="1570700"/>
                  <a:ext cx="7272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224" name="Ink 223">
                  <a:extLst>
                    <a:ext uri="{FF2B5EF4-FFF2-40B4-BE49-F238E27FC236}">
                      <a16:creationId xmlns:a16="http://schemas.microsoft.com/office/drawing/2014/main" id="{0A581629-3C7F-0AB3-7C8E-07271A28E096}"/>
                    </a:ext>
                  </a:extLst>
                </p14:cNvPr>
                <p14:cNvContentPartPr/>
                <p14:nvPr/>
              </p14:nvContentPartPr>
              <p14:xfrm>
                <a:off x="3006835" y="1823780"/>
                <a:ext cx="36360" cy="37080"/>
              </p14:xfrm>
            </p:contentPart>
          </mc:Choice>
          <mc:Fallback>
            <p:pic>
              <p:nvPicPr>
                <p:cNvPr id="224" name="Ink 223">
                  <a:extLst>
                    <a:ext uri="{FF2B5EF4-FFF2-40B4-BE49-F238E27FC236}">
                      <a16:creationId xmlns:a16="http://schemas.microsoft.com/office/drawing/2014/main" id="{0A581629-3C7F-0AB3-7C8E-07271A28E096}"/>
                    </a:ext>
                  </a:extLst>
                </p:cNvPr>
                <p:cNvPicPr/>
                <p:nvPr/>
              </p:nvPicPr>
              <p:blipFill>
                <a:blip r:embed="rId299"/>
                <a:stretch>
                  <a:fillRect/>
                </a:stretch>
              </p:blipFill>
              <p:spPr>
                <a:xfrm>
                  <a:off x="2997835" y="1814780"/>
                  <a:ext cx="5400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229" name="Ink 228">
                  <a:extLst>
                    <a:ext uri="{FF2B5EF4-FFF2-40B4-BE49-F238E27FC236}">
                      <a16:creationId xmlns:a16="http://schemas.microsoft.com/office/drawing/2014/main" id="{3261D1CA-90C8-D88E-BDFA-A9A51CAE7DFA}"/>
                    </a:ext>
                  </a:extLst>
                </p14:cNvPr>
                <p14:cNvContentPartPr/>
                <p14:nvPr/>
              </p14:nvContentPartPr>
              <p14:xfrm>
                <a:off x="3142915" y="1648100"/>
                <a:ext cx="453600" cy="300960"/>
              </p14:xfrm>
            </p:contentPart>
          </mc:Choice>
          <mc:Fallback>
            <p:pic>
              <p:nvPicPr>
                <p:cNvPr id="229" name="Ink 228">
                  <a:extLst>
                    <a:ext uri="{FF2B5EF4-FFF2-40B4-BE49-F238E27FC236}">
                      <a16:creationId xmlns:a16="http://schemas.microsoft.com/office/drawing/2014/main" id="{3261D1CA-90C8-D88E-BDFA-A9A51CAE7DFA}"/>
                    </a:ext>
                  </a:extLst>
                </p:cNvPr>
                <p:cNvPicPr/>
                <p:nvPr/>
              </p:nvPicPr>
              <p:blipFill>
                <a:blip r:embed="rId301"/>
                <a:stretch>
                  <a:fillRect/>
                </a:stretch>
              </p:blipFill>
              <p:spPr>
                <a:xfrm>
                  <a:off x="3134275" y="1639100"/>
                  <a:ext cx="471240" cy="3186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230" name="Ink 229">
                  <a:extLst>
                    <a:ext uri="{FF2B5EF4-FFF2-40B4-BE49-F238E27FC236}">
                      <a16:creationId xmlns:a16="http://schemas.microsoft.com/office/drawing/2014/main" id="{710821DC-F9A6-42AF-A4B7-9A9224F9E3DC}"/>
                    </a:ext>
                  </a:extLst>
                </p14:cNvPr>
                <p14:cNvContentPartPr/>
                <p14:nvPr/>
              </p14:nvContentPartPr>
              <p14:xfrm>
                <a:off x="3835195" y="1370180"/>
                <a:ext cx="369360" cy="163080"/>
              </p14:xfrm>
            </p:contentPart>
          </mc:Choice>
          <mc:Fallback>
            <p:pic>
              <p:nvPicPr>
                <p:cNvPr id="230" name="Ink 229">
                  <a:extLst>
                    <a:ext uri="{FF2B5EF4-FFF2-40B4-BE49-F238E27FC236}">
                      <a16:creationId xmlns:a16="http://schemas.microsoft.com/office/drawing/2014/main" id="{710821DC-F9A6-42AF-A4B7-9A9224F9E3DC}"/>
                    </a:ext>
                  </a:extLst>
                </p:cNvPr>
                <p:cNvPicPr/>
                <p:nvPr/>
              </p:nvPicPr>
              <p:blipFill>
                <a:blip r:embed="rId303"/>
                <a:stretch>
                  <a:fillRect/>
                </a:stretch>
              </p:blipFill>
              <p:spPr>
                <a:xfrm>
                  <a:off x="3826195" y="1361180"/>
                  <a:ext cx="38700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43" name="Ink 142">
                  <a:extLst>
                    <a:ext uri="{FF2B5EF4-FFF2-40B4-BE49-F238E27FC236}">
                      <a16:creationId xmlns:a16="http://schemas.microsoft.com/office/drawing/2014/main" id="{814F3009-5CBB-1C88-C627-F71D3E7A6933}"/>
                    </a:ext>
                  </a:extLst>
                </p14:cNvPr>
                <p14:cNvContentPartPr/>
                <p14:nvPr/>
              </p14:nvContentPartPr>
              <p14:xfrm>
                <a:off x="4319755" y="791300"/>
                <a:ext cx="257040" cy="63720"/>
              </p14:xfrm>
            </p:contentPart>
          </mc:Choice>
          <mc:Fallback>
            <p:pic>
              <p:nvPicPr>
                <p:cNvPr id="143" name="Ink 142">
                  <a:extLst>
                    <a:ext uri="{FF2B5EF4-FFF2-40B4-BE49-F238E27FC236}">
                      <a16:creationId xmlns:a16="http://schemas.microsoft.com/office/drawing/2014/main" id="{814F3009-5CBB-1C88-C627-F71D3E7A6933}"/>
                    </a:ext>
                  </a:extLst>
                </p:cNvPr>
                <p:cNvPicPr/>
                <p:nvPr/>
              </p:nvPicPr>
              <p:blipFill>
                <a:blip r:embed="rId305"/>
                <a:stretch>
                  <a:fillRect/>
                </a:stretch>
              </p:blipFill>
              <p:spPr>
                <a:xfrm>
                  <a:off x="4311115" y="782660"/>
                  <a:ext cx="27468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44" name="Ink 143">
                  <a:extLst>
                    <a:ext uri="{FF2B5EF4-FFF2-40B4-BE49-F238E27FC236}">
                      <a16:creationId xmlns:a16="http://schemas.microsoft.com/office/drawing/2014/main" id="{C4CB755E-96D5-3172-2CAE-FC1EA1B64ECE}"/>
                    </a:ext>
                  </a:extLst>
                </p14:cNvPr>
                <p14:cNvContentPartPr/>
                <p14:nvPr/>
              </p14:nvContentPartPr>
              <p14:xfrm>
                <a:off x="4440355" y="780860"/>
                <a:ext cx="166680" cy="164160"/>
              </p14:xfrm>
            </p:contentPart>
          </mc:Choice>
          <mc:Fallback>
            <p:pic>
              <p:nvPicPr>
                <p:cNvPr id="144" name="Ink 143">
                  <a:extLst>
                    <a:ext uri="{FF2B5EF4-FFF2-40B4-BE49-F238E27FC236}">
                      <a16:creationId xmlns:a16="http://schemas.microsoft.com/office/drawing/2014/main" id="{C4CB755E-96D5-3172-2CAE-FC1EA1B64ECE}"/>
                    </a:ext>
                  </a:extLst>
                </p:cNvPr>
                <p:cNvPicPr/>
                <p:nvPr/>
              </p:nvPicPr>
              <p:blipFill>
                <a:blip r:embed="rId307"/>
                <a:stretch>
                  <a:fillRect/>
                </a:stretch>
              </p:blipFill>
              <p:spPr>
                <a:xfrm>
                  <a:off x="4431715" y="771860"/>
                  <a:ext cx="18432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231" name="Ink 230">
                  <a:extLst>
                    <a:ext uri="{FF2B5EF4-FFF2-40B4-BE49-F238E27FC236}">
                      <a16:creationId xmlns:a16="http://schemas.microsoft.com/office/drawing/2014/main" id="{A9550AAF-2BC1-1568-88F2-2A637AC63954}"/>
                    </a:ext>
                  </a:extLst>
                </p14:cNvPr>
                <p14:cNvContentPartPr/>
                <p14:nvPr/>
              </p14:nvContentPartPr>
              <p14:xfrm>
                <a:off x="4747795" y="870860"/>
                <a:ext cx="173880" cy="104400"/>
              </p14:xfrm>
            </p:contentPart>
          </mc:Choice>
          <mc:Fallback>
            <p:pic>
              <p:nvPicPr>
                <p:cNvPr id="231" name="Ink 230">
                  <a:extLst>
                    <a:ext uri="{FF2B5EF4-FFF2-40B4-BE49-F238E27FC236}">
                      <a16:creationId xmlns:a16="http://schemas.microsoft.com/office/drawing/2014/main" id="{A9550AAF-2BC1-1568-88F2-2A637AC63954}"/>
                    </a:ext>
                  </a:extLst>
                </p:cNvPr>
                <p:cNvPicPr/>
                <p:nvPr/>
              </p:nvPicPr>
              <p:blipFill>
                <a:blip r:embed="rId309"/>
                <a:stretch>
                  <a:fillRect/>
                </a:stretch>
              </p:blipFill>
              <p:spPr>
                <a:xfrm>
                  <a:off x="4739155" y="862220"/>
                  <a:ext cx="19152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45" name="Ink 144">
                  <a:extLst>
                    <a:ext uri="{FF2B5EF4-FFF2-40B4-BE49-F238E27FC236}">
                      <a16:creationId xmlns:a16="http://schemas.microsoft.com/office/drawing/2014/main" id="{54249EC3-C1D4-2578-7E89-269A26D0189F}"/>
                    </a:ext>
                  </a:extLst>
                </p14:cNvPr>
                <p14:cNvContentPartPr/>
                <p14:nvPr/>
              </p14:nvContentPartPr>
              <p14:xfrm>
                <a:off x="4998715" y="540020"/>
                <a:ext cx="344160" cy="118800"/>
              </p14:xfrm>
            </p:contentPart>
          </mc:Choice>
          <mc:Fallback>
            <p:pic>
              <p:nvPicPr>
                <p:cNvPr id="145" name="Ink 144">
                  <a:extLst>
                    <a:ext uri="{FF2B5EF4-FFF2-40B4-BE49-F238E27FC236}">
                      <a16:creationId xmlns:a16="http://schemas.microsoft.com/office/drawing/2014/main" id="{54249EC3-C1D4-2578-7E89-269A26D0189F}"/>
                    </a:ext>
                  </a:extLst>
                </p:cNvPr>
                <p:cNvPicPr/>
                <p:nvPr/>
              </p:nvPicPr>
              <p:blipFill>
                <a:blip r:embed="rId311"/>
                <a:stretch>
                  <a:fillRect/>
                </a:stretch>
              </p:blipFill>
              <p:spPr>
                <a:xfrm>
                  <a:off x="4989715" y="531020"/>
                  <a:ext cx="36180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46" name="Ink 145">
                  <a:extLst>
                    <a:ext uri="{FF2B5EF4-FFF2-40B4-BE49-F238E27FC236}">
                      <a16:creationId xmlns:a16="http://schemas.microsoft.com/office/drawing/2014/main" id="{3F7F6D5A-227C-ECC3-8E92-941A67E72808}"/>
                    </a:ext>
                  </a:extLst>
                </p14:cNvPr>
                <p14:cNvContentPartPr/>
                <p14:nvPr/>
              </p14:nvContentPartPr>
              <p14:xfrm>
                <a:off x="5209675" y="535340"/>
                <a:ext cx="273960" cy="169920"/>
              </p14:xfrm>
            </p:contentPart>
          </mc:Choice>
          <mc:Fallback>
            <p:pic>
              <p:nvPicPr>
                <p:cNvPr id="146" name="Ink 145">
                  <a:extLst>
                    <a:ext uri="{FF2B5EF4-FFF2-40B4-BE49-F238E27FC236}">
                      <a16:creationId xmlns:a16="http://schemas.microsoft.com/office/drawing/2014/main" id="{3F7F6D5A-227C-ECC3-8E92-941A67E72808}"/>
                    </a:ext>
                  </a:extLst>
                </p:cNvPr>
                <p:cNvPicPr/>
                <p:nvPr/>
              </p:nvPicPr>
              <p:blipFill>
                <a:blip r:embed="rId313"/>
                <a:stretch>
                  <a:fillRect/>
                </a:stretch>
              </p:blipFill>
              <p:spPr>
                <a:xfrm>
                  <a:off x="5201035" y="526700"/>
                  <a:ext cx="29160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47" name="Ink 146">
                  <a:extLst>
                    <a:ext uri="{FF2B5EF4-FFF2-40B4-BE49-F238E27FC236}">
                      <a16:creationId xmlns:a16="http://schemas.microsoft.com/office/drawing/2014/main" id="{9781255B-A1E1-3143-421D-11A02A79EB8C}"/>
                    </a:ext>
                  </a:extLst>
                </p14:cNvPr>
                <p14:cNvContentPartPr/>
                <p14:nvPr/>
              </p14:nvContentPartPr>
              <p14:xfrm>
                <a:off x="5769115" y="423740"/>
                <a:ext cx="300600" cy="115560"/>
              </p14:xfrm>
            </p:contentPart>
          </mc:Choice>
          <mc:Fallback>
            <p:pic>
              <p:nvPicPr>
                <p:cNvPr id="147" name="Ink 146">
                  <a:extLst>
                    <a:ext uri="{FF2B5EF4-FFF2-40B4-BE49-F238E27FC236}">
                      <a16:creationId xmlns:a16="http://schemas.microsoft.com/office/drawing/2014/main" id="{9781255B-A1E1-3143-421D-11A02A79EB8C}"/>
                    </a:ext>
                  </a:extLst>
                </p:cNvPr>
                <p:cNvPicPr/>
                <p:nvPr/>
              </p:nvPicPr>
              <p:blipFill>
                <a:blip r:embed="rId315"/>
                <a:stretch>
                  <a:fillRect/>
                </a:stretch>
              </p:blipFill>
              <p:spPr>
                <a:xfrm>
                  <a:off x="5760475" y="415100"/>
                  <a:ext cx="31824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48" name="Ink 147">
                  <a:extLst>
                    <a:ext uri="{FF2B5EF4-FFF2-40B4-BE49-F238E27FC236}">
                      <a16:creationId xmlns:a16="http://schemas.microsoft.com/office/drawing/2014/main" id="{30A9769A-01B2-08AD-E2A6-DC807E98F3E3}"/>
                    </a:ext>
                  </a:extLst>
                </p14:cNvPr>
                <p14:cNvContentPartPr/>
                <p14:nvPr/>
              </p14:nvContentPartPr>
              <p14:xfrm>
                <a:off x="5963155" y="425900"/>
                <a:ext cx="230760" cy="246600"/>
              </p14:xfrm>
            </p:contentPart>
          </mc:Choice>
          <mc:Fallback>
            <p:pic>
              <p:nvPicPr>
                <p:cNvPr id="148" name="Ink 147">
                  <a:extLst>
                    <a:ext uri="{FF2B5EF4-FFF2-40B4-BE49-F238E27FC236}">
                      <a16:creationId xmlns:a16="http://schemas.microsoft.com/office/drawing/2014/main" id="{30A9769A-01B2-08AD-E2A6-DC807E98F3E3}"/>
                    </a:ext>
                  </a:extLst>
                </p:cNvPr>
                <p:cNvPicPr/>
                <p:nvPr/>
              </p:nvPicPr>
              <p:blipFill>
                <a:blip r:embed="rId317"/>
                <a:stretch>
                  <a:fillRect/>
                </a:stretch>
              </p:blipFill>
              <p:spPr>
                <a:xfrm>
                  <a:off x="5954515" y="417260"/>
                  <a:ext cx="24840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217" name="Ink 216">
                  <a:extLst>
                    <a:ext uri="{FF2B5EF4-FFF2-40B4-BE49-F238E27FC236}">
                      <a16:creationId xmlns:a16="http://schemas.microsoft.com/office/drawing/2014/main" id="{16F2F5F2-46DA-787D-905F-33DABBF8BB9B}"/>
                    </a:ext>
                  </a:extLst>
                </p14:cNvPr>
                <p14:cNvContentPartPr/>
                <p14:nvPr/>
              </p14:nvContentPartPr>
              <p14:xfrm>
                <a:off x="5360515" y="638660"/>
                <a:ext cx="42480" cy="49320"/>
              </p14:xfrm>
            </p:contentPart>
          </mc:Choice>
          <mc:Fallback>
            <p:pic>
              <p:nvPicPr>
                <p:cNvPr id="217" name="Ink 216">
                  <a:extLst>
                    <a:ext uri="{FF2B5EF4-FFF2-40B4-BE49-F238E27FC236}">
                      <a16:creationId xmlns:a16="http://schemas.microsoft.com/office/drawing/2014/main" id="{16F2F5F2-46DA-787D-905F-33DABBF8BB9B}"/>
                    </a:ext>
                  </a:extLst>
                </p:cNvPr>
                <p:cNvPicPr/>
                <p:nvPr/>
              </p:nvPicPr>
              <p:blipFill>
                <a:blip r:embed="rId319"/>
                <a:stretch>
                  <a:fillRect/>
                </a:stretch>
              </p:blipFill>
              <p:spPr>
                <a:xfrm>
                  <a:off x="5351515" y="630020"/>
                  <a:ext cx="6012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220" name="Ink 219">
                  <a:extLst>
                    <a:ext uri="{FF2B5EF4-FFF2-40B4-BE49-F238E27FC236}">
                      <a16:creationId xmlns:a16="http://schemas.microsoft.com/office/drawing/2014/main" id="{FBD23F0B-22C2-6E81-061B-1D39B2F9D753}"/>
                    </a:ext>
                  </a:extLst>
                </p14:cNvPr>
                <p14:cNvContentPartPr/>
                <p14:nvPr/>
              </p14:nvContentPartPr>
              <p14:xfrm>
                <a:off x="6071515" y="489980"/>
                <a:ext cx="23760" cy="51480"/>
              </p14:xfrm>
            </p:contentPart>
          </mc:Choice>
          <mc:Fallback>
            <p:pic>
              <p:nvPicPr>
                <p:cNvPr id="220" name="Ink 219">
                  <a:extLst>
                    <a:ext uri="{FF2B5EF4-FFF2-40B4-BE49-F238E27FC236}">
                      <a16:creationId xmlns:a16="http://schemas.microsoft.com/office/drawing/2014/main" id="{FBD23F0B-22C2-6E81-061B-1D39B2F9D753}"/>
                    </a:ext>
                  </a:extLst>
                </p:cNvPr>
                <p:cNvPicPr/>
                <p:nvPr/>
              </p:nvPicPr>
              <p:blipFill>
                <a:blip r:embed="rId321"/>
                <a:stretch>
                  <a:fillRect/>
                </a:stretch>
              </p:blipFill>
              <p:spPr>
                <a:xfrm>
                  <a:off x="6062875" y="481340"/>
                  <a:ext cx="414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232" name="Ink 231">
                  <a:extLst>
                    <a:ext uri="{FF2B5EF4-FFF2-40B4-BE49-F238E27FC236}">
                      <a16:creationId xmlns:a16="http://schemas.microsoft.com/office/drawing/2014/main" id="{FA8E0463-9E8C-7E66-1473-E06A34FF0697}"/>
                    </a:ext>
                  </a:extLst>
                </p14:cNvPr>
                <p14:cNvContentPartPr/>
                <p14:nvPr/>
              </p14:nvContentPartPr>
              <p14:xfrm>
                <a:off x="5501635" y="673580"/>
                <a:ext cx="69120" cy="69840"/>
              </p14:xfrm>
            </p:contentPart>
          </mc:Choice>
          <mc:Fallback>
            <p:pic>
              <p:nvPicPr>
                <p:cNvPr id="232" name="Ink 231">
                  <a:extLst>
                    <a:ext uri="{FF2B5EF4-FFF2-40B4-BE49-F238E27FC236}">
                      <a16:creationId xmlns:a16="http://schemas.microsoft.com/office/drawing/2014/main" id="{FA8E0463-9E8C-7E66-1473-E06A34FF0697}"/>
                    </a:ext>
                  </a:extLst>
                </p:cNvPr>
                <p:cNvPicPr/>
                <p:nvPr/>
              </p:nvPicPr>
              <p:blipFill>
                <a:blip r:embed="rId323"/>
                <a:stretch>
                  <a:fillRect/>
                </a:stretch>
              </p:blipFill>
              <p:spPr>
                <a:xfrm>
                  <a:off x="5492635" y="664580"/>
                  <a:ext cx="8676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236" name="Ink 235">
                  <a:extLst>
                    <a:ext uri="{FF2B5EF4-FFF2-40B4-BE49-F238E27FC236}">
                      <a16:creationId xmlns:a16="http://schemas.microsoft.com/office/drawing/2014/main" id="{21B39A68-EA7A-4F92-214A-D3DAC1865D2C}"/>
                    </a:ext>
                  </a:extLst>
                </p14:cNvPr>
                <p14:cNvContentPartPr/>
                <p14:nvPr/>
              </p14:nvContentPartPr>
              <p14:xfrm>
                <a:off x="3587875" y="2524700"/>
                <a:ext cx="276480" cy="138240"/>
              </p14:xfrm>
            </p:contentPart>
          </mc:Choice>
          <mc:Fallback>
            <p:pic>
              <p:nvPicPr>
                <p:cNvPr id="236" name="Ink 235">
                  <a:extLst>
                    <a:ext uri="{FF2B5EF4-FFF2-40B4-BE49-F238E27FC236}">
                      <a16:creationId xmlns:a16="http://schemas.microsoft.com/office/drawing/2014/main" id="{21B39A68-EA7A-4F92-214A-D3DAC1865D2C}"/>
                    </a:ext>
                  </a:extLst>
                </p:cNvPr>
                <p:cNvPicPr/>
                <p:nvPr/>
              </p:nvPicPr>
              <p:blipFill>
                <a:blip r:embed="rId325"/>
                <a:stretch>
                  <a:fillRect/>
                </a:stretch>
              </p:blipFill>
              <p:spPr>
                <a:xfrm>
                  <a:off x="3579235" y="2516060"/>
                  <a:ext cx="29412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38" name="Ink 237">
                  <a:extLst>
                    <a:ext uri="{FF2B5EF4-FFF2-40B4-BE49-F238E27FC236}">
                      <a16:creationId xmlns:a16="http://schemas.microsoft.com/office/drawing/2014/main" id="{AD3B8ED8-2D1E-8E07-E311-B598A4707029}"/>
                    </a:ext>
                  </a:extLst>
                </p14:cNvPr>
                <p14:cNvContentPartPr/>
                <p14:nvPr/>
              </p14:nvContentPartPr>
              <p14:xfrm>
                <a:off x="3503635" y="2445500"/>
                <a:ext cx="423720" cy="259560"/>
              </p14:xfrm>
            </p:contentPart>
          </mc:Choice>
          <mc:Fallback>
            <p:pic>
              <p:nvPicPr>
                <p:cNvPr id="238" name="Ink 237">
                  <a:extLst>
                    <a:ext uri="{FF2B5EF4-FFF2-40B4-BE49-F238E27FC236}">
                      <a16:creationId xmlns:a16="http://schemas.microsoft.com/office/drawing/2014/main" id="{AD3B8ED8-2D1E-8E07-E311-B598A4707029}"/>
                    </a:ext>
                  </a:extLst>
                </p:cNvPr>
                <p:cNvPicPr/>
                <p:nvPr/>
              </p:nvPicPr>
              <p:blipFill>
                <a:blip r:embed="rId327"/>
                <a:stretch>
                  <a:fillRect/>
                </a:stretch>
              </p:blipFill>
              <p:spPr>
                <a:xfrm>
                  <a:off x="3494635" y="2436860"/>
                  <a:ext cx="44136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15" name="Ink 214">
                  <a:extLst>
                    <a:ext uri="{FF2B5EF4-FFF2-40B4-BE49-F238E27FC236}">
                      <a16:creationId xmlns:a16="http://schemas.microsoft.com/office/drawing/2014/main" id="{3F6F9C2C-3B8C-5D5B-47AB-38F44DC50887}"/>
                    </a:ext>
                  </a:extLst>
                </p14:cNvPr>
                <p14:cNvContentPartPr/>
                <p14:nvPr/>
              </p14:nvContentPartPr>
              <p14:xfrm>
                <a:off x="4969915" y="1449380"/>
                <a:ext cx="100440" cy="7920"/>
              </p14:xfrm>
            </p:contentPart>
          </mc:Choice>
          <mc:Fallback>
            <p:pic>
              <p:nvPicPr>
                <p:cNvPr id="215" name="Ink 214">
                  <a:extLst>
                    <a:ext uri="{FF2B5EF4-FFF2-40B4-BE49-F238E27FC236}">
                      <a16:creationId xmlns:a16="http://schemas.microsoft.com/office/drawing/2014/main" id="{3F6F9C2C-3B8C-5D5B-47AB-38F44DC50887}"/>
                    </a:ext>
                  </a:extLst>
                </p:cNvPr>
                <p:cNvPicPr/>
                <p:nvPr/>
              </p:nvPicPr>
              <p:blipFill>
                <a:blip r:embed="rId329"/>
                <a:stretch>
                  <a:fillRect/>
                </a:stretch>
              </p:blipFill>
              <p:spPr>
                <a:xfrm>
                  <a:off x="4960915" y="1440380"/>
                  <a:ext cx="11808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16" name="Ink 215">
                  <a:extLst>
                    <a:ext uri="{FF2B5EF4-FFF2-40B4-BE49-F238E27FC236}">
                      <a16:creationId xmlns:a16="http://schemas.microsoft.com/office/drawing/2014/main" id="{98E217E2-20C8-9D3A-8DB6-2C12B078EE47}"/>
                    </a:ext>
                  </a:extLst>
                </p14:cNvPr>
                <p14:cNvContentPartPr/>
                <p14:nvPr/>
              </p14:nvContentPartPr>
              <p14:xfrm>
                <a:off x="5234875" y="1645940"/>
                <a:ext cx="90720" cy="33840"/>
              </p14:xfrm>
            </p:contentPart>
          </mc:Choice>
          <mc:Fallback>
            <p:pic>
              <p:nvPicPr>
                <p:cNvPr id="216" name="Ink 215">
                  <a:extLst>
                    <a:ext uri="{FF2B5EF4-FFF2-40B4-BE49-F238E27FC236}">
                      <a16:creationId xmlns:a16="http://schemas.microsoft.com/office/drawing/2014/main" id="{98E217E2-20C8-9D3A-8DB6-2C12B078EE47}"/>
                    </a:ext>
                  </a:extLst>
                </p:cNvPr>
                <p:cNvPicPr/>
                <p:nvPr/>
              </p:nvPicPr>
              <p:blipFill>
                <a:blip r:embed="rId331"/>
                <a:stretch>
                  <a:fillRect/>
                </a:stretch>
              </p:blipFill>
              <p:spPr>
                <a:xfrm>
                  <a:off x="5226235" y="1636940"/>
                  <a:ext cx="108360" cy="5148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37" name="Ink 236">
                  <a:extLst>
                    <a:ext uri="{FF2B5EF4-FFF2-40B4-BE49-F238E27FC236}">
                      <a16:creationId xmlns:a16="http://schemas.microsoft.com/office/drawing/2014/main" id="{48DD6785-197E-F7E8-CD19-D8A1540E8745}"/>
                    </a:ext>
                  </a:extLst>
                </p14:cNvPr>
                <p14:cNvContentPartPr/>
                <p14:nvPr/>
              </p14:nvContentPartPr>
              <p14:xfrm>
                <a:off x="5471395" y="1369100"/>
                <a:ext cx="254880" cy="167400"/>
              </p14:xfrm>
            </p:contentPart>
          </mc:Choice>
          <mc:Fallback>
            <p:pic>
              <p:nvPicPr>
                <p:cNvPr id="237" name="Ink 236">
                  <a:extLst>
                    <a:ext uri="{FF2B5EF4-FFF2-40B4-BE49-F238E27FC236}">
                      <a16:creationId xmlns:a16="http://schemas.microsoft.com/office/drawing/2014/main" id="{48DD6785-197E-F7E8-CD19-D8A1540E8745}"/>
                    </a:ext>
                  </a:extLst>
                </p:cNvPr>
                <p:cNvPicPr/>
                <p:nvPr/>
              </p:nvPicPr>
              <p:blipFill>
                <a:blip r:embed="rId333"/>
                <a:stretch>
                  <a:fillRect/>
                </a:stretch>
              </p:blipFill>
              <p:spPr>
                <a:xfrm>
                  <a:off x="5462395" y="1360100"/>
                  <a:ext cx="27252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39" name="Ink 238">
                  <a:extLst>
                    <a:ext uri="{FF2B5EF4-FFF2-40B4-BE49-F238E27FC236}">
                      <a16:creationId xmlns:a16="http://schemas.microsoft.com/office/drawing/2014/main" id="{0321A92A-097B-121C-491B-241E19C34955}"/>
                    </a:ext>
                  </a:extLst>
                </p14:cNvPr>
                <p14:cNvContentPartPr/>
                <p14:nvPr/>
              </p14:nvContentPartPr>
              <p14:xfrm>
                <a:off x="5271235" y="1453700"/>
                <a:ext cx="383760" cy="209880"/>
              </p14:xfrm>
            </p:contentPart>
          </mc:Choice>
          <mc:Fallback>
            <p:pic>
              <p:nvPicPr>
                <p:cNvPr id="239" name="Ink 238">
                  <a:extLst>
                    <a:ext uri="{FF2B5EF4-FFF2-40B4-BE49-F238E27FC236}">
                      <a16:creationId xmlns:a16="http://schemas.microsoft.com/office/drawing/2014/main" id="{0321A92A-097B-121C-491B-241E19C34955}"/>
                    </a:ext>
                  </a:extLst>
                </p:cNvPr>
                <p:cNvPicPr/>
                <p:nvPr/>
              </p:nvPicPr>
              <p:blipFill>
                <a:blip r:embed="rId335"/>
                <a:stretch>
                  <a:fillRect/>
                </a:stretch>
              </p:blipFill>
              <p:spPr>
                <a:xfrm>
                  <a:off x="5262235" y="1444700"/>
                  <a:ext cx="40140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40" name="Ink 239">
                  <a:extLst>
                    <a:ext uri="{FF2B5EF4-FFF2-40B4-BE49-F238E27FC236}">
                      <a16:creationId xmlns:a16="http://schemas.microsoft.com/office/drawing/2014/main" id="{C8B11D7B-C7A9-3646-398C-F6CD00428657}"/>
                    </a:ext>
                  </a:extLst>
                </p14:cNvPr>
                <p14:cNvContentPartPr/>
                <p14:nvPr/>
              </p14:nvContentPartPr>
              <p14:xfrm>
                <a:off x="5046955" y="1873820"/>
                <a:ext cx="42480" cy="3600"/>
              </p14:xfrm>
            </p:contentPart>
          </mc:Choice>
          <mc:Fallback>
            <p:pic>
              <p:nvPicPr>
                <p:cNvPr id="240" name="Ink 239">
                  <a:extLst>
                    <a:ext uri="{FF2B5EF4-FFF2-40B4-BE49-F238E27FC236}">
                      <a16:creationId xmlns:a16="http://schemas.microsoft.com/office/drawing/2014/main" id="{C8B11D7B-C7A9-3646-398C-F6CD00428657}"/>
                    </a:ext>
                  </a:extLst>
                </p:cNvPr>
                <p:cNvPicPr/>
                <p:nvPr/>
              </p:nvPicPr>
              <p:blipFill>
                <a:blip r:embed="rId337"/>
                <a:stretch>
                  <a:fillRect/>
                </a:stretch>
              </p:blipFill>
              <p:spPr>
                <a:xfrm>
                  <a:off x="5037955" y="1864820"/>
                  <a:ext cx="60120" cy="21240"/>
                </a:xfrm>
                <a:prstGeom prst="rect">
                  <a:avLst/>
                </a:prstGeom>
              </p:spPr>
            </p:pic>
          </mc:Fallback>
        </mc:AlternateContent>
      </p:grpSp>
      <p:grpSp>
        <p:nvGrpSpPr>
          <p:cNvPr id="275" name="Group 274">
            <a:extLst>
              <a:ext uri="{FF2B5EF4-FFF2-40B4-BE49-F238E27FC236}">
                <a16:creationId xmlns:a16="http://schemas.microsoft.com/office/drawing/2014/main" id="{F66CC916-0A09-4370-7D2B-E3FE01176C67}"/>
              </a:ext>
            </a:extLst>
          </p:cNvPr>
          <p:cNvGrpSpPr/>
          <p:nvPr/>
        </p:nvGrpSpPr>
        <p:grpSpPr>
          <a:xfrm>
            <a:off x="9001915" y="3742940"/>
            <a:ext cx="3373920" cy="2528280"/>
            <a:chOff x="9001915" y="3742940"/>
            <a:chExt cx="3373920" cy="2528280"/>
          </a:xfrm>
        </p:grpSpPr>
        <mc:AlternateContent xmlns:mc="http://schemas.openxmlformats.org/markup-compatibility/2006">
          <mc:Choice xmlns:p14="http://schemas.microsoft.com/office/powerpoint/2010/main" Requires="p14">
            <p:contentPart p14:bwMode="auto" r:id="rId338">
              <p14:nvContentPartPr>
                <p14:cNvPr id="243" name="Ink 242">
                  <a:extLst>
                    <a:ext uri="{FF2B5EF4-FFF2-40B4-BE49-F238E27FC236}">
                      <a16:creationId xmlns:a16="http://schemas.microsoft.com/office/drawing/2014/main" id="{5001E47B-4E4C-A0F7-6341-7D8500C820E5}"/>
                    </a:ext>
                  </a:extLst>
                </p14:cNvPr>
                <p14:cNvContentPartPr/>
                <p14:nvPr/>
              </p14:nvContentPartPr>
              <p14:xfrm>
                <a:off x="9443995" y="4402460"/>
                <a:ext cx="671400" cy="69480"/>
              </p14:xfrm>
            </p:contentPart>
          </mc:Choice>
          <mc:Fallback>
            <p:pic>
              <p:nvPicPr>
                <p:cNvPr id="243" name="Ink 242">
                  <a:extLst>
                    <a:ext uri="{FF2B5EF4-FFF2-40B4-BE49-F238E27FC236}">
                      <a16:creationId xmlns:a16="http://schemas.microsoft.com/office/drawing/2014/main" id="{5001E47B-4E4C-A0F7-6341-7D8500C820E5}"/>
                    </a:ext>
                  </a:extLst>
                </p:cNvPr>
                <p:cNvPicPr/>
                <p:nvPr/>
              </p:nvPicPr>
              <p:blipFill>
                <a:blip r:embed="rId339"/>
                <a:stretch>
                  <a:fillRect/>
                </a:stretch>
              </p:blipFill>
              <p:spPr>
                <a:xfrm>
                  <a:off x="9434995" y="4393820"/>
                  <a:ext cx="68904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44" name="Ink 243">
                  <a:extLst>
                    <a:ext uri="{FF2B5EF4-FFF2-40B4-BE49-F238E27FC236}">
                      <a16:creationId xmlns:a16="http://schemas.microsoft.com/office/drawing/2014/main" id="{14C3D9A7-A732-9A55-0D1C-785FFBBBAA8D}"/>
                    </a:ext>
                  </a:extLst>
                </p14:cNvPr>
                <p14:cNvContentPartPr/>
                <p14:nvPr/>
              </p14:nvContentPartPr>
              <p14:xfrm>
                <a:off x="9813355" y="4120220"/>
                <a:ext cx="113760" cy="453960"/>
              </p14:xfrm>
            </p:contentPart>
          </mc:Choice>
          <mc:Fallback>
            <p:pic>
              <p:nvPicPr>
                <p:cNvPr id="244" name="Ink 243">
                  <a:extLst>
                    <a:ext uri="{FF2B5EF4-FFF2-40B4-BE49-F238E27FC236}">
                      <a16:creationId xmlns:a16="http://schemas.microsoft.com/office/drawing/2014/main" id="{14C3D9A7-A732-9A55-0D1C-785FFBBBAA8D}"/>
                    </a:ext>
                  </a:extLst>
                </p:cNvPr>
                <p:cNvPicPr/>
                <p:nvPr/>
              </p:nvPicPr>
              <p:blipFill>
                <a:blip r:embed="rId341"/>
                <a:stretch>
                  <a:fillRect/>
                </a:stretch>
              </p:blipFill>
              <p:spPr>
                <a:xfrm>
                  <a:off x="9804715" y="4111220"/>
                  <a:ext cx="131400" cy="47160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48" name="Ink 247">
                  <a:extLst>
                    <a:ext uri="{FF2B5EF4-FFF2-40B4-BE49-F238E27FC236}">
                      <a16:creationId xmlns:a16="http://schemas.microsoft.com/office/drawing/2014/main" id="{E7FF3E2B-452B-E89B-FFDA-A46327A50E4D}"/>
                    </a:ext>
                  </a:extLst>
                </p14:cNvPr>
                <p14:cNvContentPartPr/>
                <p14:nvPr/>
              </p14:nvContentPartPr>
              <p14:xfrm>
                <a:off x="9215395" y="5054420"/>
                <a:ext cx="618480" cy="667800"/>
              </p14:xfrm>
            </p:contentPart>
          </mc:Choice>
          <mc:Fallback>
            <p:pic>
              <p:nvPicPr>
                <p:cNvPr id="248" name="Ink 247">
                  <a:extLst>
                    <a:ext uri="{FF2B5EF4-FFF2-40B4-BE49-F238E27FC236}">
                      <a16:creationId xmlns:a16="http://schemas.microsoft.com/office/drawing/2014/main" id="{E7FF3E2B-452B-E89B-FFDA-A46327A50E4D}"/>
                    </a:ext>
                  </a:extLst>
                </p:cNvPr>
                <p:cNvPicPr/>
                <p:nvPr/>
              </p:nvPicPr>
              <p:blipFill>
                <a:blip r:embed="rId343"/>
                <a:stretch>
                  <a:fillRect/>
                </a:stretch>
              </p:blipFill>
              <p:spPr>
                <a:xfrm>
                  <a:off x="9206395" y="5045780"/>
                  <a:ext cx="636120" cy="68544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49" name="Ink 248">
                  <a:extLst>
                    <a:ext uri="{FF2B5EF4-FFF2-40B4-BE49-F238E27FC236}">
                      <a16:creationId xmlns:a16="http://schemas.microsoft.com/office/drawing/2014/main" id="{225E06C4-0922-8AE8-5085-0882B4F5DC91}"/>
                    </a:ext>
                  </a:extLst>
                </p14:cNvPr>
                <p14:cNvContentPartPr/>
                <p14:nvPr/>
              </p14:nvContentPartPr>
              <p14:xfrm>
                <a:off x="9001915" y="5334860"/>
                <a:ext cx="327600" cy="577080"/>
              </p14:xfrm>
            </p:contentPart>
          </mc:Choice>
          <mc:Fallback>
            <p:pic>
              <p:nvPicPr>
                <p:cNvPr id="249" name="Ink 248">
                  <a:extLst>
                    <a:ext uri="{FF2B5EF4-FFF2-40B4-BE49-F238E27FC236}">
                      <a16:creationId xmlns:a16="http://schemas.microsoft.com/office/drawing/2014/main" id="{225E06C4-0922-8AE8-5085-0882B4F5DC91}"/>
                    </a:ext>
                  </a:extLst>
                </p:cNvPr>
                <p:cNvPicPr/>
                <p:nvPr/>
              </p:nvPicPr>
              <p:blipFill>
                <a:blip r:embed="rId345"/>
                <a:stretch>
                  <a:fillRect/>
                </a:stretch>
              </p:blipFill>
              <p:spPr>
                <a:xfrm>
                  <a:off x="8993275" y="5326220"/>
                  <a:ext cx="345240" cy="59472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51" name="Ink 250">
                  <a:extLst>
                    <a:ext uri="{FF2B5EF4-FFF2-40B4-BE49-F238E27FC236}">
                      <a16:creationId xmlns:a16="http://schemas.microsoft.com/office/drawing/2014/main" id="{0072853F-55C8-2266-A38E-92868AE23CD5}"/>
                    </a:ext>
                  </a:extLst>
                </p14:cNvPr>
                <p14:cNvContentPartPr/>
                <p14:nvPr/>
              </p14:nvContentPartPr>
              <p14:xfrm>
                <a:off x="9889315" y="4811780"/>
                <a:ext cx="575640" cy="261360"/>
              </p14:xfrm>
            </p:contentPart>
          </mc:Choice>
          <mc:Fallback>
            <p:pic>
              <p:nvPicPr>
                <p:cNvPr id="251" name="Ink 250">
                  <a:extLst>
                    <a:ext uri="{FF2B5EF4-FFF2-40B4-BE49-F238E27FC236}">
                      <a16:creationId xmlns:a16="http://schemas.microsoft.com/office/drawing/2014/main" id="{0072853F-55C8-2266-A38E-92868AE23CD5}"/>
                    </a:ext>
                  </a:extLst>
                </p:cNvPr>
                <p:cNvPicPr/>
                <p:nvPr/>
              </p:nvPicPr>
              <p:blipFill>
                <a:blip r:embed="rId347"/>
                <a:stretch>
                  <a:fillRect/>
                </a:stretch>
              </p:blipFill>
              <p:spPr>
                <a:xfrm>
                  <a:off x="9880675" y="4803140"/>
                  <a:ext cx="59328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52" name="Ink 251">
                  <a:extLst>
                    <a:ext uri="{FF2B5EF4-FFF2-40B4-BE49-F238E27FC236}">
                      <a16:creationId xmlns:a16="http://schemas.microsoft.com/office/drawing/2014/main" id="{92452A87-D79E-1304-00DD-FB316E0FB833}"/>
                    </a:ext>
                  </a:extLst>
                </p14:cNvPr>
                <p14:cNvContentPartPr/>
                <p14:nvPr/>
              </p14:nvContentPartPr>
              <p14:xfrm>
                <a:off x="9874915" y="5081060"/>
                <a:ext cx="726480" cy="386640"/>
              </p14:xfrm>
            </p:contentPart>
          </mc:Choice>
          <mc:Fallback>
            <p:pic>
              <p:nvPicPr>
                <p:cNvPr id="252" name="Ink 251">
                  <a:extLst>
                    <a:ext uri="{FF2B5EF4-FFF2-40B4-BE49-F238E27FC236}">
                      <a16:creationId xmlns:a16="http://schemas.microsoft.com/office/drawing/2014/main" id="{92452A87-D79E-1304-00DD-FB316E0FB833}"/>
                    </a:ext>
                  </a:extLst>
                </p:cNvPr>
                <p:cNvPicPr/>
                <p:nvPr/>
              </p:nvPicPr>
              <p:blipFill>
                <a:blip r:embed="rId349"/>
                <a:stretch>
                  <a:fillRect/>
                </a:stretch>
              </p:blipFill>
              <p:spPr>
                <a:xfrm>
                  <a:off x="9866275" y="5072060"/>
                  <a:ext cx="744120" cy="40428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53" name="Ink 252">
                  <a:extLst>
                    <a:ext uri="{FF2B5EF4-FFF2-40B4-BE49-F238E27FC236}">
                      <a16:creationId xmlns:a16="http://schemas.microsoft.com/office/drawing/2014/main" id="{6BF22E2D-D0E2-9782-5F79-45210E9AA335}"/>
                    </a:ext>
                  </a:extLst>
                </p14:cNvPr>
                <p14:cNvContentPartPr/>
                <p14:nvPr/>
              </p14:nvContentPartPr>
              <p14:xfrm>
                <a:off x="10295755" y="5610260"/>
                <a:ext cx="73800" cy="143640"/>
              </p14:xfrm>
            </p:contentPart>
          </mc:Choice>
          <mc:Fallback>
            <p:pic>
              <p:nvPicPr>
                <p:cNvPr id="253" name="Ink 252">
                  <a:extLst>
                    <a:ext uri="{FF2B5EF4-FFF2-40B4-BE49-F238E27FC236}">
                      <a16:creationId xmlns:a16="http://schemas.microsoft.com/office/drawing/2014/main" id="{6BF22E2D-D0E2-9782-5F79-45210E9AA335}"/>
                    </a:ext>
                  </a:extLst>
                </p:cNvPr>
                <p:cNvPicPr/>
                <p:nvPr/>
              </p:nvPicPr>
              <p:blipFill>
                <a:blip r:embed="rId351"/>
                <a:stretch>
                  <a:fillRect/>
                </a:stretch>
              </p:blipFill>
              <p:spPr>
                <a:xfrm>
                  <a:off x="10287115" y="5601260"/>
                  <a:ext cx="9144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54" name="Ink 253">
                  <a:extLst>
                    <a:ext uri="{FF2B5EF4-FFF2-40B4-BE49-F238E27FC236}">
                      <a16:creationId xmlns:a16="http://schemas.microsoft.com/office/drawing/2014/main" id="{588BFD3C-217B-78E8-8F4E-961DE9EECDC2}"/>
                    </a:ext>
                  </a:extLst>
                </p14:cNvPr>
                <p14:cNvContentPartPr/>
                <p14:nvPr/>
              </p14:nvContentPartPr>
              <p14:xfrm>
                <a:off x="10386115" y="5432060"/>
                <a:ext cx="25560" cy="11160"/>
              </p14:xfrm>
            </p:contentPart>
          </mc:Choice>
          <mc:Fallback>
            <p:pic>
              <p:nvPicPr>
                <p:cNvPr id="254" name="Ink 253">
                  <a:extLst>
                    <a:ext uri="{FF2B5EF4-FFF2-40B4-BE49-F238E27FC236}">
                      <a16:creationId xmlns:a16="http://schemas.microsoft.com/office/drawing/2014/main" id="{588BFD3C-217B-78E8-8F4E-961DE9EECDC2}"/>
                    </a:ext>
                  </a:extLst>
                </p:cNvPr>
                <p:cNvPicPr/>
                <p:nvPr/>
              </p:nvPicPr>
              <p:blipFill>
                <a:blip r:embed="rId353"/>
                <a:stretch>
                  <a:fillRect/>
                </a:stretch>
              </p:blipFill>
              <p:spPr>
                <a:xfrm>
                  <a:off x="10377475" y="5423420"/>
                  <a:ext cx="432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55" name="Ink 254">
                  <a:extLst>
                    <a:ext uri="{FF2B5EF4-FFF2-40B4-BE49-F238E27FC236}">
                      <a16:creationId xmlns:a16="http://schemas.microsoft.com/office/drawing/2014/main" id="{03E6C8CB-AE16-9B1B-C222-7F4C5C272EF4}"/>
                    </a:ext>
                  </a:extLst>
                </p14:cNvPr>
                <p14:cNvContentPartPr/>
                <p14:nvPr/>
              </p14:nvContentPartPr>
              <p14:xfrm>
                <a:off x="10505635" y="5552660"/>
                <a:ext cx="77400" cy="78480"/>
              </p14:xfrm>
            </p:contentPart>
          </mc:Choice>
          <mc:Fallback>
            <p:pic>
              <p:nvPicPr>
                <p:cNvPr id="255" name="Ink 254">
                  <a:extLst>
                    <a:ext uri="{FF2B5EF4-FFF2-40B4-BE49-F238E27FC236}">
                      <a16:creationId xmlns:a16="http://schemas.microsoft.com/office/drawing/2014/main" id="{03E6C8CB-AE16-9B1B-C222-7F4C5C272EF4}"/>
                    </a:ext>
                  </a:extLst>
                </p:cNvPr>
                <p:cNvPicPr/>
                <p:nvPr/>
              </p:nvPicPr>
              <p:blipFill>
                <a:blip r:embed="rId355"/>
                <a:stretch>
                  <a:fillRect/>
                </a:stretch>
              </p:blipFill>
              <p:spPr>
                <a:xfrm>
                  <a:off x="10496635" y="5543660"/>
                  <a:ext cx="9504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56" name="Ink 255">
                  <a:extLst>
                    <a:ext uri="{FF2B5EF4-FFF2-40B4-BE49-F238E27FC236}">
                      <a16:creationId xmlns:a16="http://schemas.microsoft.com/office/drawing/2014/main" id="{CAB73810-B8C8-5872-22FA-83D48AEB7DCA}"/>
                    </a:ext>
                  </a:extLst>
                </p14:cNvPr>
                <p14:cNvContentPartPr/>
                <p14:nvPr/>
              </p14:nvContentPartPr>
              <p14:xfrm>
                <a:off x="10741795" y="5471300"/>
                <a:ext cx="54720" cy="79560"/>
              </p14:xfrm>
            </p:contentPart>
          </mc:Choice>
          <mc:Fallback>
            <p:pic>
              <p:nvPicPr>
                <p:cNvPr id="256" name="Ink 255">
                  <a:extLst>
                    <a:ext uri="{FF2B5EF4-FFF2-40B4-BE49-F238E27FC236}">
                      <a16:creationId xmlns:a16="http://schemas.microsoft.com/office/drawing/2014/main" id="{CAB73810-B8C8-5872-22FA-83D48AEB7DCA}"/>
                    </a:ext>
                  </a:extLst>
                </p:cNvPr>
                <p:cNvPicPr/>
                <p:nvPr/>
              </p:nvPicPr>
              <p:blipFill>
                <a:blip r:embed="rId357"/>
                <a:stretch>
                  <a:fillRect/>
                </a:stretch>
              </p:blipFill>
              <p:spPr>
                <a:xfrm>
                  <a:off x="10733155" y="5462300"/>
                  <a:ext cx="7236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58" name="Ink 257">
                  <a:extLst>
                    <a:ext uri="{FF2B5EF4-FFF2-40B4-BE49-F238E27FC236}">
                      <a16:creationId xmlns:a16="http://schemas.microsoft.com/office/drawing/2014/main" id="{98A19047-C82D-F56F-7A64-4AE4C1F4E364}"/>
                    </a:ext>
                  </a:extLst>
                </p14:cNvPr>
                <p14:cNvContentPartPr/>
                <p14:nvPr/>
              </p14:nvContentPartPr>
              <p14:xfrm>
                <a:off x="10543075" y="5610260"/>
                <a:ext cx="155880" cy="115200"/>
              </p14:xfrm>
            </p:contentPart>
          </mc:Choice>
          <mc:Fallback>
            <p:pic>
              <p:nvPicPr>
                <p:cNvPr id="258" name="Ink 257">
                  <a:extLst>
                    <a:ext uri="{FF2B5EF4-FFF2-40B4-BE49-F238E27FC236}">
                      <a16:creationId xmlns:a16="http://schemas.microsoft.com/office/drawing/2014/main" id="{98A19047-C82D-F56F-7A64-4AE4C1F4E364}"/>
                    </a:ext>
                  </a:extLst>
                </p:cNvPr>
                <p:cNvPicPr/>
                <p:nvPr/>
              </p:nvPicPr>
              <p:blipFill>
                <a:blip r:embed="rId359"/>
                <a:stretch>
                  <a:fillRect/>
                </a:stretch>
              </p:blipFill>
              <p:spPr>
                <a:xfrm>
                  <a:off x="10534075" y="5601260"/>
                  <a:ext cx="17352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59" name="Ink 258">
                  <a:extLst>
                    <a:ext uri="{FF2B5EF4-FFF2-40B4-BE49-F238E27FC236}">
                      <a16:creationId xmlns:a16="http://schemas.microsoft.com/office/drawing/2014/main" id="{8290CA1E-DE3B-7AB2-A423-A485AB582ED0}"/>
                    </a:ext>
                  </a:extLst>
                </p14:cNvPr>
                <p14:cNvContentPartPr/>
                <p14:nvPr/>
              </p14:nvContentPartPr>
              <p14:xfrm>
                <a:off x="10840795" y="5413700"/>
                <a:ext cx="19800" cy="183600"/>
              </p14:xfrm>
            </p:contentPart>
          </mc:Choice>
          <mc:Fallback>
            <p:pic>
              <p:nvPicPr>
                <p:cNvPr id="259" name="Ink 258">
                  <a:extLst>
                    <a:ext uri="{FF2B5EF4-FFF2-40B4-BE49-F238E27FC236}">
                      <a16:creationId xmlns:a16="http://schemas.microsoft.com/office/drawing/2014/main" id="{8290CA1E-DE3B-7AB2-A423-A485AB582ED0}"/>
                    </a:ext>
                  </a:extLst>
                </p:cNvPr>
                <p:cNvPicPr/>
                <p:nvPr/>
              </p:nvPicPr>
              <p:blipFill>
                <a:blip r:embed="rId361"/>
                <a:stretch>
                  <a:fillRect/>
                </a:stretch>
              </p:blipFill>
              <p:spPr>
                <a:xfrm>
                  <a:off x="10831795" y="5404700"/>
                  <a:ext cx="374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61" name="Ink 260">
                  <a:extLst>
                    <a:ext uri="{FF2B5EF4-FFF2-40B4-BE49-F238E27FC236}">
                      <a16:creationId xmlns:a16="http://schemas.microsoft.com/office/drawing/2014/main" id="{76F752CA-0280-7668-B5F8-3F6351FC2DE8}"/>
                    </a:ext>
                  </a:extLst>
                </p14:cNvPr>
                <p14:cNvContentPartPr/>
                <p14:nvPr/>
              </p14:nvContentPartPr>
              <p14:xfrm>
                <a:off x="10020715" y="4680020"/>
                <a:ext cx="359640" cy="226080"/>
              </p14:xfrm>
            </p:contentPart>
          </mc:Choice>
          <mc:Fallback>
            <p:pic>
              <p:nvPicPr>
                <p:cNvPr id="261" name="Ink 260">
                  <a:extLst>
                    <a:ext uri="{FF2B5EF4-FFF2-40B4-BE49-F238E27FC236}">
                      <a16:creationId xmlns:a16="http://schemas.microsoft.com/office/drawing/2014/main" id="{76F752CA-0280-7668-B5F8-3F6351FC2DE8}"/>
                    </a:ext>
                  </a:extLst>
                </p:cNvPr>
                <p:cNvPicPr/>
                <p:nvPr/>
              </p:nvPicPr>
              <p:blipFill>
                <a:blip r:embed="rId363"/>
                <a:stretch>
                  <a:fillRect/>
                </a:stretch>
              </p:blipFill>
              <p:spPr>
                <a:xfrm>
                  <a:off x="10012075" y="4671380"/>
                  <a:ext cx="37728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63" name="Ink 262">
                  <a:extLst>
                    <a:ext uri="{FF2B5EF4-FFF2-40B4-BE49-F238E27FC236}">
                      <a16:creationId xmlns:a16="http://schemas.microsoft.com/office/drawing/2014/main" id="{2BEEAD6D-20C2-CB74-CC25-38C7A429C5F1}"/>
                    </a:ext>
                  </a:extLst>
                </p14:cNvPr>
                <p14:cNvContentPartPr/>
                <p14:nvPr/>
              </p14:nvContentPartPr>
              <p14:xfrm>
                <a:off x="9900115" y="4734380"/>
                <a:ext cx="546480" cy="299880"/>
              </p14:xfrm>
            </p:contentPart>
          </mc:Choice>
          <mc:Fallback>
            <p:pic>
              <p:nvPicPr>
                <p:cNvPr id="263" name="Ink 262">
                  <a:extLst>
                    <a:ext uri="{FF2B5EF4-FFF2-40B4-BE49-F238E27FC236}">
                      <a16:creationId xmlns:a16="http://schemas.microsoft.com/office/drawing/2014/main" id="{2BEEAD6D-20C2-CB74-CC25-38C7A429C5F1}"/>
                    </a:ext>
                  </a:extLst>
                </p:cNvPr>
                <p:cNvPicPr/>
                <p:nvPr/>
              </p:nvPicPr>
              <p:blipFill>
                <a:blip r:embed="rId365"/>
                <a:stretch>
                  <a:fillRect/>
                </a:stretch>
              </p:blipFill>
              <p:spPr>
                <a:xfrm>
                  <a:off x="9891475" y="4725740"/>
                  <a:ext cx="56412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265" name="Ink 264">
                  <a:extLst>
                    <a:ext uri="{FF2B5EF4-FFF2-40B4-BE49-F238E27FC236}">
                      <a16:creationId xmlns:a16="http://schemas.microsoft.com/office/drawing/2014/main" id="{8DFE7398-5479-B784-5465-4819E4FFFE43}"/>
                    </a:ext>
                  </a:extLst>
                </p14:cNvPr>
                <p14:cNvContentPartPr/>
                <p14:nvPr/>
              </p14:nvContentPartPr>
              <p14:xfrm>
                <a:off x="10787875" y="4612700"/>
                <a:ext cx="372600" cy="508680"/>
              </p14:xfrm>
            </p:contentPart>
          </mc:Choice>
          <mc:Fallback>
            <p:pic>
              <p:nvPicPr>
                <p:cNvPr id="265" name="Ink 264">
                  <a:extLst>
                    <a:ext uri="{FF2B5EF4-FFF2-40B4-BE49-F238E27FC236}">
                      <a16:creationId xmlns:a16="http://schemas.microsoft.com/office/drawing/2014/main" id="{8DFE7398-5479-B784-5465-4819E4FFFE43}"/>
                    </a:ext>
                  </a:extLst>
                </p:cNvPr>
                <p:cNvPicPr/>
                <p:nvPr/>
              </p:nvPicPr>
              <p:blipFill>
                <a:blip r:embed="rId367"/>
                <a:stretch>
                  <a:fillRect/>
                </a:stretch>
              </p:blipFill>
              <p:spPr>
                <a:xfrm>
                  <a:off x="10779235" y="4604060"/>
                  <a:ext cx="390240" cy="52632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66" name="Ink 265">
                  <a:extLst>
                    <a:ext uri="{FF2B5EF4-FFF2-40B4-BE49-F238E27FC236}">
                      <a16:creationId xmlns:a16="http://schemas.microsoft.com/office/drawing/2014/main" id="{CB969E8C-A43A-5C08-9192-3785B8028D0E}"/>
                    </a:ext>
                  </a:extLst>
                </p14:cNvPr>
                <p14:cNvContentPartPr/>
                <p14:nvPr/>
              </p14:nvContentPartPr>
              <p14:xfrm>
                <a:off x="11000995" y="4441340"/>
                <a:ext cx="187200" cy="511920"/>
              </p14:xfrm>
            </p:contentPart>
          </mc:Choice>
          <mc:Fallback>
            <p:pic>
              <p:nvPicPr>
                <p:cNvPr id="266" name="Ink 265">
                  <a:extLst>
                    <a:ext uri="{FF2B5EF4-FFF2-40B4-BE49-F238E27FC236}">
                      <a16:creationId xmlns:a16="http://schemas.microsoft.com/office/drawing/2014/main" id="{CB969E8C-A43A-5C08-9192-3785B8028D0E}"/>
                    </a:ext>
                  </a:extLst>
                </p:cNvPr>
                <p:cNvPicPr/>
                <p:nvPr/>
              </p:nvPicPr>
              <p:blipFill>
                <a:blip r:embed="rId369"/>
                <a:stretch>
                  <a:fillRect/>
                </a:stretch>
              </p:blipFill>
              <p:spPr>
                <a:xfrm>
                  <a:off x="10992355" y="4432340"/>
                  <a:ext cx="204840" cy="52956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267" name="Ink 266">
                  <a:extLst>
                    <a:ext uri="{FF2B5EF4-FFF2-40B4-BE49-F238E27FC236}">
                      <a16:creationId xmlns:a16="http://schemas.microsoft.com/office/drawing/2014/main" id="{E000ED85-CA48-71FA-D5FA-5E1748180EA0}"/>
                    </a:ext>
                  </a:extLst>
                </p14:cNvPr>
                <p14:cNvContentPartPr/>
                <p14:nvPr/>
              </p14:nvContentPartPr>
              <p14:xfrm>
                <a:off x="11249755" y="4328300"/>
                <a:ext cx="313560" cy="572400"/>
              </p14:xfrm>
            </p:contentPart>
          </mc:Choice>
          <mc:Fallback>
            <p:pic>
              <p:nvPicPr>
                <p:cNvPr id="267" name="Ink 266">
                  <a:extLst>
                    <a:ext uri="{FF2B5EF4-FFF2-40B4-BE49-F238E27FC236}">
                      <a16:creationId xmlns:a16="http://schemas.microsoft.com/office/drawing/2014/main" id="{E000ED85-CA48-71FA-D5FA-5E1748180EA0}"/>
                    </a:ext>
                  </a:extLst>
                </p:cNvPr>
                <p:cNvPicPr/>
                <p:nvPr/>
              </p:nvPicPr>
              <p:blipFill>
                <a:blip r:embed="rId371"/>
                <a:stretch>
                  <a:fillRect/>
                </a:stretch>
              </p:blipFill>
              <p:spPr>
                <a:xfrm>
                  <a:off x="11241115" y="4319300"/>
                  <a:ext cx="331200" cy="59004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68" name="Ink 267">
                  <a:extLst>
                    <a:ext uri="{FF2B5EF4-FFF2-40B4-BE49-F238E27FC236}">
                      <a16:creationId xmlns:a16="http://schemas.microsoft.com/office/drawing/2014/main" id="{03F13D80-A3F7-ED65-BE2E-3DE49757F234}"/>
                    </a:ext>
                  </a:extLst>
                </p14:cNvPr>
                <p14:cNvContentPartPr/>
                <p14:nvPr/>
              </p14:nvContentPartPr>
              <p14:xfrm>
                <a:off x="11553595" y="4325780"/>
                <a:ext cx="339120" cy="263520"/>
              </p14:xfrm>
            </p:contentPart>
          </mc:Choice>
          <mc:Fallback>
            <p:pic>
              <p:nvPicPr>
                <p:cNvPr id="268" name="Ink 267">
                  <a:extLst>
                    <a:ext uri="{FF2B5EF4-FFF2-40B4-BE49-F238E27FC236}">
                      <a16:creationId xmlns:a16="http://schemas.microsoft.com/office/drawing/2014/main" id="{03F13D80-A3F7-ED65-BE2E-3DE49757F234}"/>
                    </a:ext>
                  </a:extLst>
                </p:cNvPr>
                <p:cNvPicPr/>
                <p:nvPr/>
              </p:nvPicPr>
              <p:blipFill>
                <a:blip r:embed="rId373"/>
                <a:stretch>
                  <a:fillRect/>
                </a:stretch>
              </p:blipFill>
              <p:spPr>
                <a:xfrm>
                  <a:off x="11544595" y="4316780"/>
                  <a:ext cx="35676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69" name="Ink 268">
                  <a:extLst>
                    <a:ext uri="{FF2B5EF4-FFF2-40B4-BE49-F238E27FC236}">
                      <a16:creationId xmlns:a16="http://schemas.microsoft.com/office/drawing/2014/main" id="{599ABFF1-1D14-60B7-C792-457F30F4DE9B}"/>
                    </a:ext>
                  </a:extLst>
                </p14:cNvPr>
                <p14:cNvContentPartPr/>
                <p14:nvPr/>
              </p14:nvContentPartPr>
              <p14:xfrm>
                <a:off x="11734315" y="4042100"/>
                <a:ext cx="142200" cy="672120"/>
              </p14:xfrm>
            </p:contentPart>
          </mc:Choice>
          <mc:Fallback>
            <p:pic>
              <p:nvPicPr>
                <p:cNvPr id="269" name="Ink 268">
                  <a:extLst>
                    <a:ext uri="{FF2B5EF4-FFF2-40B4-BE49-F238E27FC236}">
                      <a16:creationId xmlns:a16="http://schemas.microsoft.com/office/drawing/2014/main" id="{599ABFF1-1D14-60B7-C792-457F30F4DE9B}"/>
                    </a:ext>
                  </a:extLst>
                </p:cNvPr>
                <p:cNvPicPr/>
                <p:nvPr/>
              </p:nvPicPr>
              <p:blipFill>
                <a:blip r:embed="rId375"/>
                <a:stretch>
                  <a:fillRect/>
                </a:stretch>
              </p:blipFill>
              <p:spPr>
                <a:xfrm>
                  <a:off x="11725315" y="4033100"/>
                  <a:ext cx="159840" cy="68976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70" name="Ink 269">
                  <a:extLst>
                    <a:ext uri="{FF2B5EF4-FFF2-40B4-BE49-F238E27FC236}">
                      <a16:creationId xmlns:a16="http://schemas.microsoft.com/office/drawing/2014/main" id="{96180D3F-34F7-CBE1-8ECD-BE7A1A453210}"/>
                    </a:ext>
                  </a:extLst>
                </p14:cNvPr>
                <p14:cNvContentPartPr/>
                <p14:nvPr/>
              </p14:nvContentPartPr>
              <p14:xfrm>
                <a:off x="11787235" y="3742940"/>
                <a:ext cx="281160" cy="224280"/>
              </p14:xfrm>
            </p:contentPart>
          </mc:Choice>
          <mc:Fallback>
            <p:pic>
              <p:nvPicPr>
                <p:cNvPr id="270" name="Ink 269">
                  <a:extLst>
                    <a:ext uri="{FF2B5EF4-FFF2-40B4-BE49-F238E27FC236}">
                      <a16:creationId xmlns:a16="http://schemas.microsoft.com/office/drawing/2014/main" id="{96180D3F-34F7-CBE1-8ECD-BE7A1A453210}"/>
                    </a:ext>
                  </a:extLst>
                </p:cNvPr>
                <p:cNvPicPr/>
                <p:nvPr/>
              </p:nvPicPr>
              <p:blipFill>
                <a:blip r:embed="rId377"/>
                <a:stretch>
                  <a:fillRect/>
                </a:stretch>
              </p:blipFill>
              <p:spPr>
                <a:xfrm>
                  <a:off x="11778595" y="3734300"/>
                  <a:ext cx="2988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71" name="Ink 270">
                  <a:extLst>
                    <a:ext uri="{FF2B5EF4-FFF2-40B4-BE49-F238E27FC236}">
                      <a16:creationId xmlns:a16="http://schemas.microsoft.com/office/drawing/2014/main" id="{07590736-1091-1423-01C7-4B0C838B2EA8}"/>
                    </a:ext>
                  </a:extLst>
                </p14:cNvPr>
                <p14:cNvContentPartPr/>
                <p14:nvPr/>
              </p14:nvContentPartPr>
              <p14:xfrm>
                <a:off x="12102235" y="4141820"/>
                <a:ext cx="47520" cy="39600"/>
              </p14:xfrm>
            </p:contentPart>
          </mc:Choice>
          <mc:Fallback>
            <p:pic>
              <p:nvPicPr>
                <p:cNvPr id="271" name="Ink 270">
                  <a:extLst>
                    <a:ext uri="{FF2B5EF4-FFF2-40B4-BE49-F238E27FC236}">
                      <a16:creationId xmlns:a16="http://schemas.microsoft.com/office/drawing/2014/main" id="{07590736-1091-1423-01C7-4B0C838B2EA8}"/>
                    </a:ext>
                  </a:extLst>
                </p:cNvPr>
                <p:cNvPicPr/>
                <p:nvPr/>
              </p:nvPicPr>
              <p:blipFill>
                <a:blip r:embed="rId379"/>
                <a:stretch>
                  <a:fillRect/>
                </a:stretch>
              </p:blipFill>
              <p:spPr>
                <a:xfrm>
                  <a:off x="12093235" y="4132820"/>
                  <a:ext cx="6516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73" name="Ink 272">
                  <a:extLst>
                    <a:ext uri="{FF2B5EF4-FFF2-40B4-BE49-F238E27FC236}">
                      <a16:creationId xmlns:a16="http://schemas.microsoft.com/office/drawing/2014/main" id="{658E5537-C85A-5960-0493-126A978319EB}"/>
                    </a:ext>
                  </a:extLst>
                </p14:cNvPr>
                <p14:cNvContentPartPr/>
                <p14:nvPr/>
              </p14:nvContentPartPr>
              <p14:xfrm>
                <a:off x="9635875" y="5354300"/>
                <a:ext cx="2739960" cy="916920"/>
              </p14:xfrm>
            </p:contentPart>
          </mc:Choice>
          <mc:Fallback>
            <p:pic>
              <p:nvPicPr>
                <p:cNvPr id="273" name="Ink 272">
                  <a:extLst>
                    <a:ext uri="{FF2B5EF4-FFF2-40B4-BE49-F238E27FC236}">
                      <a16:creationId xmlns:a16="http://schemas.microsoft.com/office/drawing/2014/main" id="{658E5537-C85A-5960-0493-126A978319EB}"/>
                    </a:ext>
                  </a:extLst>
                </p:cNvPr>
                <p:cNvPicPr/>
                <p:nvPr/>
              </p:nvPicPr>
              <p:blipFill>
                <a:blip r:embed="rId381"/>
                <a:stretch>
                  <a:fillRect/>
                </a:stretch>
              </p:blipFill>
              <p:spPr>
                <a:xfrm>
                  <a:off x="9626875" y="5345300"/>
                  <a:ext cx="2757600" cy="93456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74" name="Ink 273">
                  <a:extLst>
                    <a:ext uri="{FF2B5EF4-FFF2-40B4-BE49-F238E27FC236}">
                      <a16:creationId xmlns:a16="http://schemas.microsoft.com/office/drawing/2014/main" id="{73C04B29-0F8F-390B-AD54-A4BC79D3295D}"/>
                    </a:ext>
                  </a:extLst>
                </p14:cNvPr>
                <p14:cNvContentPartPr/>
                <p14:nvPr/>
              </p14:nvContentPartPr>
              <p14:xfrm>
                <a:off x="10432195" y="5611340"/>
                <a:ext cx="1186920" cy="514800"/>
              </p14:xfrm>
            </p:contentPart>
          </mc:Choice>
          <mc:Fallback>
            <p:pic>
              <p:nvPicPr>
                <p:cNvPr id="274" name="Ink 273">
                  <a:extLst>
                    <a:ext uri="{FF2B5EF4-FFF2-40B4-BE49-F238E27FC236}">
                      <a16:creationId xmlns:a16="http://schemas.microsoft.com/office/drawing/2014/main" id="{73C04B29-0F8F-390B-AD54-A4BC79D3295D}"/>
                    </a:ext>
                  </a:extLst>
                </p:cNvPr>
                <p:cNvPicPr/>
                <p:nvPr/>
              </p:nvPicPr>
              <p:blipFill>
                <a:blip r:embed="rId383"/>
                <a:stretch>
                  <a:fillRect/>
                </a:stretch>
              </p:blipFill>
              <p:spPr>
                <a:xfrm>
                  <a:off x="10423195" y="5602340"/>
                  <a:ext cx="1204560" cy="532440"/>
                </a:xfrm>
                <a:prstGeom prst="rect">
                  <a:avLst/>
                </a:prstGeom>
              </p:spPr>
            </p:pic>
          </mc:Fallback>
        </mc:AlternateContent>
      </p:grpSp>
      <p:grpSp>
        <p:nvGrpSpPr>
          <p:cNvPr id="280" name="Group 279">
            <a:extLst>
              <a:ext uri="{FF2B5EF4-FFF2-40B4-BE49-F238E27FC236}">
                <a16:creationId xmlns:a16="http://schemas.microsoft.com/office/drawing/2014/main" id="{0BB76D3D-C01A-4011-7A87-AF687A1943C9}"/>
              </a:ext>
            </a:extLst>
          </p:cNvPr>
          <p:cNvGrpSpPr/>
          <p:nvPr/>
        </p:nvGrpSpPr>
        <p:grpSpPr>
          <a:xfrm>
            <a:off x="6007795" y="6017060"/>
            <a:ext cx="1440360" cy="550800"/>
            <a:chOff x="6007795" y="6017060"/>
            <a:chExt cx="1440360" cy="550800"/>
          </a:xfrm>
        </p:grpSpPr>
        <mc:AlternateContent xmlns:mc="http://schemas.openxmlformats.org/markup-compatibility/2006">
          <mc:Choice xmlns:p14="http://schemas.microsoft.com/office/powerpoint/2010/main" Requires="p14">
            <p:contentPart p14:bwMode="auto" r:id="rId384">
              <p14:nvContentPartPr>
                <p14:cNvPr id="276" name="Ink 275">
                  <a:extLst>
                    <a:ext uri="{FF2B5EF4-FFF2-40B4-BE49-F238E27FC236}">
                      <a16:creationId xmlns:a16="http://schemas.microsoft.com/office/drawing/2014/main" id="{D79EFE1A-A030-B687-215E-3E89A261C8B1}"/>
                    </a:ext>
                  </a:extLst>
                </p14:cNvPr>
                <p14:cNvContentPartPr/>
                <p14:nvPr/>
              </p14:nvContentPartPr>
              <p14:xfrm>
                <a:off x="6007795" y="6044060"/>
                <a:ext cx="676800" cy="491760"/>
              </p14:xfrm>
            </p:contentPart>
          </mc:Choice>
          <mc:Fallback>
            <p:pic>
              <p:nvPicPr>
                <p:cNvPr id="276" name="Ink 275">
                  <a:extLst>
                    <a:ext uri="{FF2B5EF4-FFF2-40B4-BE49-F238E27FC236}">
                      <a16:creationId xmlns:a16="http://schemas.microsoft.com/office/drawing/2014/main" id="{D79EFE1A-A030-B687-215E-3E89A261C8B1}"/>
                    </a:ext>
                  </a:extLst>
                </p:cNvPr>
                <p:cNvPicPr/>
                <p:nvPr/>
              </p:nvPicPr>
              <p:blipFill>
                <a:blip r:embed="rId385"/>
                <a:stretch>
                  <a:fillRect/>
                </a:stretch>
              </p:blipFill>
              <p:spPr>
                <a:xfrm>
                  <a:off x="5999155" y="6035420"/>
                  <a:ext cx="694440" cy="50940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77" name="Ink 276">
                  <a:extLst>
                    <a:ext uri="{FF2B5EF4-FFF2-40B4-BE49-F238E27FC236}">
                      <a16:creationId xmlns:a16="http://schemas.microsoft.com/office/drawing/2014/main" id="{ED786225-BB22-9B52-C1DB-18299C1A3AC3}"/>
                    </a:ext>
                  </a:extLst>
                </p14:cNvPr>
                <p14:cNvContentPartPr/>
                <p14:nvPr/>
              </p14:nvContentPartPr>
              <p14:xfrm>
                <a:off x="6269875" y="6162500"/>
                <a:ext cx="607680" cy="405360"/>
              </p14:xfrm>
            </p:contentPart>
          </mc:Choice>
          <mc:Fallback>
            <p:pic>
              <p:nvPicPr>
                <p:cNvPr id="277" name="Ink 276">
                  <a:extLst>
                    <a:ext uri="{FF2B5EF4-FFF2-40B4-BE49-F238E27FC236}">
                      <a16:creationId xmlns:a16="http://schemas.microsoft.com/office/drawing/2014/main" id="{ED786225-BB22-9B52-C1DB-18299C1A3AC3}"/>
                    </a:ext>
                  </a:extLst>
                </p:cNvPr>
                <p:cNvPicPr/>
                <p:nvPr/>
              </p:nvPicPr>
              <p:blipFill>
                <a:blip r:embed="rId387"/>
                <a:stretch>
                  <a:fillRect/>
                </a:stretch>
              </p:blipFill>
              <p:spPr>
                <a:xfrm>
                  <a:off x="6261235" y="6153500"/>
                  <a:ext cx="625320" cy="42300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79" name="Ink 278">
                  <a:extLst>
                    <a:ext uri="{FF2B5EF4-FFF2-40B4-BE49-F238E27FC236}">
                      <a16:creationId xmlns:a16="http://schemas.microsoft.com/office/drawing/2014/main" id="{57806592-D8E8-8CBE-CC93-026C4E368E41}"/>
                    </a:ext>
                  </a:extLst>
                </p14:cNvPr>
                <p14:cNvContentPartPr/>
                <p14:nvPr/>
              </p14:nvContentPartPr>
              <p14:xfrm>
                <a:off x="6889075" y="6017060"/>
                <a:ext cx="559080" cy="258120"/>
              </p14:xfrm>
            </p:contentPart>
          </mc:Choice>
          <mc:Fallback>
            <p:pic>
              <p:nvPicPr>
                <p:cNvPr id="279" name="Ink 278">
                  <a:extLst>
                    <a:ext uri="{FF2B5EF4-FFF2-40B4-BE49-F238E27FC236}">
                      <a16:creationId xmlns:a16="http://schemas.microsoft.com/office/drawing/2014/main" id="{57806592-D8E8-8CBE-CC93-026C4E368E41}"/>
                    </a:ext>
                  </a:extLst>
                </p:cNvPr>
                <p:cNvPicPr/>
                <p:nvPr/>
              </p:nvPicPr>
              <p:blipFill>
                <a:blip r:embed="rId389"/>
                <a:stretch>
                  <a:fillRect/>
                </a:stretch>
              </p:blipFill>
              <p:spPr>
                <a:xfrm>
                  <a:off x="6880075" y="6008060"/>
                  <a:ext cx="576720" cy="275760"/>
                </a:xfrm>
                <a:prstGeom prst="rect">
                  <a:avLst/>
                </a:prstGeom>
              </p:spPr>
            </p:pic>
          </mc:Fallback>
        </mc:AlternateContent>
      </p:grpSp>
    </p:spTree>
    <p:extLst>
      <p:ext uri="{BB962C8B-B14F-4D97-AF65-F5344CB8AC3E}">
        <p14:creationId xmlns:p14="http://schemas.microsoft.com/office/powerpoint/2010/main" val="3559571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B878FDF-17BD-D292-23D7-5630297EFA00}"/>
              </a:ext>
            </a:extLst>
          </p:cNvPr>
          <p:cNvGrpSpPr/>
          <p:nvPr/>
        </p:nvGrpSpPr>
        <p:grpSpPr>
          <a:xfrm>
            <a:off x="630115" y="695180"/>
            <a:ext cx="1636560" cy="706680"/>
            <a:chOff x="630115" y="695180"/>
            <a:chExt cx="1636560" cy="70668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B9996BF-1823-AF96-77E5-FB6A7258DE5A}"/>
                    </a:ext>
                  </a:extLst>
                </p14:cNvPr>
                <p14:cNvContentPartPr/>
                <p14:nvPr/>
              </p14:nvContentPartPr>
              <p14:xfrm>
                <a:off x="630115" y="695180"/>
                <a:ext cx="1423080" cy="130680"/>
              </p14:xfrm>
            </p:contentPart>
          </mc:Choice>
          <mc:Fallback>
            <p:pic>
              <p:nvPicPr>
                <p:cNvPr id="2" name="Ink 1">
                  <a:extLst>
                    <a:ext uri="{FF2B5EF4-FFF2-40B4-BE49-F238E27FC236}">
                      <a16:creationId xmlns:a16="http://schemas.microsoft.com/office/drawing/2014/main" id="{8B9996BF-1823-AF96-77E5-FB6A7258DE5A}"/>
                    </a:ext>
                  </a:extLst>
                </p:cNvPr>
                <p:cNvPicPr/>
                <p:nvPr/>
              </p:nvPicPr>
              <p:blipFill>
                <a:blip r:embed="rId3"/>
                <a:stretch>
                  <a:fillRect/>
                </a:stretch>
              </p:blipFill>
              <p:spPr>
                <a:xfrm>
                  <a:off x="623995" y="689060"/>
                  <a:ext cx="143532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23E3348-0C3C-E26E-0432-835598086C65}"/>
                    </a:ext>
                  </a:extLst>
                </p14:cNvPr>
                <p14:cNvContentPartPr/>
                <p14:nvPr/>
              </p14:nvContentPartPr>
              <p14:xfrm>
                <a:off x="1339315" y="778700"/>
                <a:ext cx="258120" cy="623160"/>
              </p14:xfrm>
            </p:contentPart>
          </mc:Choice>
          <mc:Fallback>
            <p:pic>
              <p:nvPicPr>
                <p:cNvPr id="3" name="Ink 2">
                  <a:extLst>
                    <a:ext uri="{FF2B5EF4-FFF2-40B4-BE49-F238E27FC236}">
                      <a16:creationId xmlns:a16="http://schemas.microsoft.com/office/drawing/2014/main" id="{D23E3348-0C3C-E26E-0432-835598086C65}"/>
                    </a:ext>
                  </a:extLst>
                </p:cNvPr>
                <p:cNvPicPr/>
                <p:nvPr/>
              </p:nvPicPr>
              <p:blipFill>
                <a:blip r:embed="rId5"/>
                <a:stretch>
                  <a:fillRect/>
                </a:stretch>
              </p:blipFill>
              <p:spPr>
                <a:xfrm>
                  <a:off x="1333195" y="772580"/>
                  <a:ext cx="270360" cy="635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7B8C9DC1-F85C-AE3B-4703-CA69C1ECD292}"/>
                    </a:ext>
                  </a:extLst>
                </p14:cNvPr>
                <p14:cNvContentPartPr/>
                <p14:nvPr/>
              </p14:nvContentPartPr>
              <p14:xfrm>
                <a:off x="1536955" y="1001180"/>
                <a:ext cx="729720" cy="376920"/>
              </p14:xfrm>
            </p:contentPart>
          </mc:Choice>
          <mc:Fallback>
            <p:pic>
              <p:nvPicPr>
                <p:cNvPr id="4" name="Ink 3">
                  <a:extLst>
                    <a:ext uri="{FF2B5EF4-FFF2-40B4-BE49-F238E27FC236}">
                      <a16:creationId xmlns:a16="http://schemas.microsoft.com/office/drawing/2014/main" id="{7B8C9DC1-F85C-AE3B-4703-CA69C1ECD292}"/>
                    </a:ext>
                  </a:extLst>
                </p:cNvPr>
                <p:cNvPicPr/>
                <p:nvPr/>
              </p:nvPicPr>
              <p:blipFill>
                <a:blip r:embed="rId7"/>
                <a:stretch>
                  <a:fillRect/>
                </a:stretch>
              </p:blipFill>
              <p:spPr>
                <a:xfrm>
                  <a:off x="1530835" y="995060"/>
                  <a:ext cx="741960" cy="389160"/>
                </a:xfrm>
                <a:prstGeom prst="rect">
                  <a:avLst/>
                </a:prstGeom>
              </p:spPr>
            </p:pic>
          </mc:Fallback>
        </mc:AlternateContent>
      </p:grpSp>
      <p:grpSp>
        <p:nvGrpSpPr>
          <p:cNvPr id="33" name="Group 32">
            <a:extLst>
              <a:ext uri="{FF2B5EF4-FFF2-40B4-BE49-F238E27FC236}">
                <a16:creationId xmlns:a16="http://schemas.microsoft.com/office/drawing/2014/main" id="{1D6C4603-AFC4-10EF-94B6-B0820B34CBC7}"/>
              </a:ext>
            </a:extLst>
          </p:cNvPr>
          <p:cNvGrpSpPr/>
          <p:nvPr/>
        </p:nvGrpSpPr>
        <p:grpSpPr>
          <a:xfrm>
            <a:off x="7539955" y="530660"/>
            <a:ext cx="1017360" cy="857160"/>
            <a:chOff x="7539955" y="530660"/>
            <a:chExt cx="1017360" cy="857160"/>
          </a:xfrm>
        </p:grpSpPr>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01247D67-DC33-1AE5-8697-801E9C27BD73}"/>
                    </a:ext>
                  </a:extLst>
                </p14:cNvPr>
                <p14:cNvContentPartPr/>
                <p14:nvPr/>
              </p14:nvContentPartPr>
              <p14:xfrm>
                <a:off x="7539955" y="906500"/>
                <a:ext cx="915120" cy="68760"/>
              </p14:xfrm>
            </p:contentPart>
          </mc:Choice>
          <mc:Fallback>
            <p:pic>
              <p:nvPicPr>
                <p:cNvPr id="14" name="Ink 13">
                  <a:extLst>
                    <a:ext uri="{FF2B5EF4-FFF2-40B4-BE49-F238E27FC236}">
                      <a16:creationId xmlns:a16="http://schemas.microsoft.com/office/drawing/2014/main" id="{01247D67-DC33-1AE5-8697-801E9C27BD73}"/>
                    </a:ext>
                  </a:extLst>
                </p:cNvPr>
                <p:cNvPicPr/>
                <p:nvPr/>
              </p:nvPicPr>
              <p:blipFill>
                <a:blip r:embed="rId9"/>
                <a:stretch>
                  <a:fillRect/>
                </a:stretch>
              </p:blipFill>
              <p:spPr>
                <a:xfrm>
                  <a:off x="7533835" y="900380"/>
                  <a:ext cx="92736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 name="Ink 14">
                  <a:extLst>
                    <a:ext uri="{FF2B5EF4-FFF2-40B4-BE49-F238E27FC236}">
                      <a16:creationId xmlns:a16="http://schemas.microsoft.com/office/drawing/2014/main" id="{A85A14DF-EF63-8A12-6DBA-22574030EE4A}"/>
                    </a:ext>
                  </a:extLst>
                </p14:cNvPr>
                <p14:cNvContentPartPr/>
                <p14:nvPr/>
              </p14:nvContentPartPr>
              <p14:xfrm>
                <a:off x="8326195" y="530660"/>
                <a:ext cx="231120" cy="857160"/>
              </p14:xfrm>
            </p:contentPart>
          </mc:Choice>
          <mc:Fallback>
            <p:pic>
              <p:nvPicPr>
                <p:cNvPr id="15" name="Ink 14">
                  <a:extLst>
                    <a:ext uri="{FF2B5EF4-FFF2-40B4-BE49-F238E27FC236}">
                      <a16:creationId xmlns:a16="http://schemas.microsoft.com/office/drawing/2014/main" id="{A85A14DF-EF63-8A12-6DBA-22574030EE4A}"/>
                    </a:ext>
                  </a:extLst>
                </p:cNvPr>
                <p:cNvPicPr/>
                <p:nvPr/>
              </p:nvPicPr>
              <p:blipFill>
                <a:blip r:embed="rId11"/>
                <a:stretch>
                  <a:fillRect/>
                </a:stretch>
              </p:blipFill>
              <p:spPr>
                <a:xfrm>
                  <a:off x="8320075" y="524540"/>
                  <a:ext cx="243360" cy="869400"/>
                </a:xfrm>
                <a:prstGeom prst="rect">
                  <a:avLst/>
                </a:prstGeom>
              </p:spPr>
            </p:pic>
          </mc:Fallback>
        </mc:AlternateContent>
      </p:grpSp>
      <p:grpSp>
        <p:nvGrpSpPr>
          <p:cNvPr id="32" name="Group 31">
            <a:extLst>
              <a:ext uri="{FF2B5EF4-FFF2-40B4-BE49-F238E27FC236}">
                <a16:creationId xmlns:a16="http://schemas.microsoft.com/office/drawing/2014/main" id="{8E085814-7E87-345C-39D0-7A3482617C1C}"/>
              </a:ext>
            </a:extLst>
          </p:cNvPr>
          <p:cNvGrpSpPr/>
          <p:nvPr/>
        </p:nvGrpSpPr>
        <p:grpSpPr>
          <a:xfrm>
            <a:off x="9033235" y="486380"/>
            <a:ext cx="2005560" cy="795240"/>
            <a:chOff x="9033235" y="486380"/>
            <a:chExt cx="2005560" cy="795240"/>
          </a:xfrm>
        </p:grpSpPr>
        <mc:AlternateContent xmlns:mc="http://schemas.openxmlformats.org/markup-compatibility/2006">
          <mc:Choice xmlns:p14="http://schemas.microsoft.com/office/powerpoint/2010/main" Requires="p14">
            <p:contentPart p14:bwMode="auto" r:id="rId12">
              <p14:nvContentPartPr>
                <p14:cNvPr id="16" name="Ink 15">
                  <a:extLst>
                    <a:ext uri="{FF2B5EF4-FFF2-40B4-BE49-F238E27FC236}">
                      <a16:creationId xmlns:a16="http://schemas.microsoft.com/office/drawing/2014/main" id="{579DBDCA-6C69-F6A2-6448-DE8C34BFF455}"/>
                    </a:ext>
                  </a:extLst>
                </p14:cNvPr>
                <p14:cNvContentPartPr/>
                <p14:nvPr/>
              </p14:nvContentPartPr>
              <p14:xfrm>
                <a:off x="9033235" y="486380"/>
                <a:ext cx="367560" cy="708480"/>
              </p14:xfrm>
            </p:contentPart>
          </mc:Choice>
          <mc:Fallback>
            <p:pic>
              <p:nvPicPr>
                <p:cNvPr id="16" name="Ink 15">
                  <a:extLst>
                    <a:ext uri="{FF2B5EF4-FFF2-40B4-BE49-F238E27FC236}">
                      <a16:creationId xmlns:a16="http://schemas.microsoft.com/office/drawing/2014/main" id="{579DBDCA-6C69-F6A2-6448-DE8C34BFF455}"/>
                    </a:ext>
                  </a:extLst>
                </p:cNvPr>
                <p:cNvPicPr/>
                <p:nvPr/>
              </p:nvPicPr>
              <p:blipFill>
                <a:blip r:embed="rId13"/>
                <a:stretch>
                  <a:fillRect/>
                </a:stretch>
              </p:blipFill>
              <p:spPr>
                <a:xfrm>
                  <a:off x="9027115" y="480260"/>
                  <a:ext cx="379800" cy="720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7" name="Ink 16">
                  <a:extLst>
                    <a:ext uri="{FF2B5EF4-FFF2-40B4-BE49-F238E27FC236}">
                      <a16:creationId xmlns:a16="http://schemas.microsoft.com/office/drawing/2014/main" id="{5AE1CADE-393A-BD9E-9665-6BD6C6548309}"/>
                    </a:ext>
                  </a:extLst>
                </p14:cNvPr>
                <p14:cNvContentPartPr/>
                <p14:nvPr/>
              </p14:nvContentPartPr>
              <p14:xfrm>
                <a:off x="9637315" y="885980"/>
                <a:ext cx="259560" cy="280080"/>
              </p14:xfrm>
            </p:contentPart>
          </mc:Choice>
          <mc:Fallback>
            <p:pic>
              <p:nvPicPr>
                <p:cNvPr id="17" name="Ink 16">
                  <a:extLst>
                    <a:ext uri="{FF2B5EF4-FFF2-40B4-BE49-F238E27FC236}">
                      <a16:creationId xmlns:a16="http://schemas.microsoft.com/office/drawing/2014/main" id="{5AE1CADE-393A-BD9E-9665-6BD6C6548309}"/>
                    </a:ext>
                  </a:extLst>
                </p:cNvPr>
                <p:cNvPicPr/>
                <p:nvPr/>
              </p:nvPicPr>
              <p:blipFill>
                <a:blip r:embed="rId15"/>
                <a:stretch>
                  <a:fillRect/>
                </a:stretch>
              </p:blipFill>
              <p:spPr>
                <a:xfrm>
                  <a:off x="9631195" y="879860"/>
                  <a:ext cx="27180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8" name="Ink 17">
                  <a:extLst>
                    <a:ext uri="{FF2B5EF4-FFF2-40B4-BE49-F238E27FC236}">
                      <a16:creationId xmlns:a16="http://schemas.microsoft.com/office/drawing/2014/main" id="{8867ABD7-90CD-4AAA-F635-DD33C3CB02C5}"/>
                    </a:ext>
                  </a:extLst>
                </p14:cNvPr>
                <p14:cNvContentPartPr/>
                <p14:nvPr/>
              </p14:nvContentPartPr>
              <p14:xfrm>
                <a:off x="10282435" y="677900"/>
                <a:ext cx="486360" cy="603720"/>
              </p14:xfrm>
            </p:contentPart>
          </mc:Choice>
          <mc:Fallback>
            <p:pic>
              <p:nvPicPr>
                <p:cNvPr id="18" name="Ink 17">
                  <a:extLst>
                    <a:ext uri="{FF2B5EF4-FFF2-40B4-BE49-F238E27FC236}">
                      <a16:creationId xmlns:a16="http://schemas.microsoft.com/office/drawing/2014/main" id="{8867ABD7-90CD-4AAA-F635-DD33C3CB02C5}"/>
                    </a:ext>
                  </a:extLst>
                </p:cNvPr>
                <p:cNvPicPr/>
                <p:nvPr/>
              </p:nvPicPr>
              <p:blipFill>
                <a:blip r:embed="rId17"/>
                <a:stretch>
                  <a:fillRect/>
                </a:stretch>
              </p:blipFill>
              <p:spPr>
                <a:xfrm>
                  <a:off x="10276315" y="671780"/>
                  <a:ext cx="498600" cy="615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9" name="Ink 18">
                  <a:extLst>
                    <a:ext uri="{FF2B5EF4-FFF2-40B4-BE49-F238E27FC236}">
                      <a16:creationId xmlns:a16="http://schemas.microsoft.com/office/drawing/2014/main" id="{491C5B5A-015D-F02A-37A0-B543B5BE652B}"/>
                    </a:ext>
                  </a:extLst>
                </p14:cNvPr>
                <p14:cNvContentPartPr/>
                <p14:nvPr/>
              </p14:nvContentPartPr>
              <p14:xfrm>
                <a:off x="11002435" y="915500"/>
                <a:ext cx="36360" cy="55800"/>
              </p14:xfrm>
            </p:contentPart>
          </mc:Choice>
          <mc:Fallback>
            <p:pic>
              <p:nvPicPr>
                <p:cNvPr id="19" name="Ink 18">
                  <a:extLst>
                    <a:ext uri="{FF2B5EF4-FFF2-40B4-BE49-F238E27FC236}">
                      <a16:creationId xmlns:a16="http://schemas.microsoft.com/office/drawing/2014/main" id="{491C5B5A-015D-F02A-37A0-B543B5BE652B}"/>
                    </a:ext>
                  </a:extLst>
                </p:cNvPr>
                <p:cNvPicPr/>
                <p:nvPr/>
              </p:nvPicPr>
              <p:blipFill>
                <a:blip r:embed="rId19"/>
                <a:stretch>
                  <a:fillRect/>
                </a:stretch>
              </p:blipFill>
              <p:spPr>
                <a:xfrm>
                  <a:off x="10996315" y="909380"/>
                  <a:ext cx="48600" cy="68040"/>
                </a:xfrm>
                <a:prstGeom prst="rect">
                  <a:avLst/>
                </a:prstGeom>
              </p:spPr>
            </p:pic>
          </mc:Fallback>
        </mc:AlternateContent>
      </p:grpSp>
      <p:grpSp>
        <p:nvGrpSpPr>
          <p:cNvPr id="31" name="Group 30">
            <a:extLst>
              <a:ext uri="{FF2B5EF4-FFF2-40B4-BE49-F238E27FC236}">
                <a16:creationId xmlns:a16="http://schemas.microsoft.com/office/drawing/2014/main" id="{DC05D164-4D63-DDD9-05B9-7C9A56C4D4EC}"/>
              </a:ext>
            </a:extLst>
          </p:cNvPr>
          <p:cNvGrpSpPr/>
          <p:nvPr/>
        </p:nvGrpSpPr>
        <p:grpSpPr>
          <a:xfrm>
            <a:off x="-10325" y="1935740"/>
            <a:ext cx="2482200" cy="758520"/>
            <a:chOff x="-10325" y="1935740"/>
            <a:chExt cx="2482200" cy="758520"/>
          </a:xfrm>
        </p:grpSpPr>
        <mc:AlternateContent xmlns:mc="http://schemas.openxmlformats.org/markup-compatibility/2006">
          <mc:Choice xmlns:p14="http://schemas.microsoft.com/office/powerpoint/2010/main" Requires="p14">
            <p:contentPart p14:bwMode="auto" r:id="rId20">
              <p14:nvContentPartPr>
                <p14:cNvPr id="20" name="Ink 19">
                  <a:extLst>
                    <a:ext uri="{FF2B5EF4-FFF2-40B4-BE49-F238E27FC236}">
                      <a16:creationId xmlns:a16="http://schemas.microsoft.com/office/drawing/2014/main" id="{AF02617A-7EAA-D567-D1A6-B44FC69BB203}"/>
                    </a:ext>
                  </a:extLst>
                </p14:cNvPr>
                <p14:cNvContentPartPr/>
                <p14:nvPr/>
              </p14:nvContentPartPr>
              <p14:xfrm>
                <a:off x="-10325" y="1935740"/>
                <a:ext cx="1581480" cy="91440"/>
              </p14:xfrm>
            </p:contentPart>
          </mc:Choice>
          <mc:Fallback>
            <p:pic>
              <p:nvPicPr>
                <p:cNvPr id="20" name="Ink 19">
                  <a:extLst>
                    <a:ext uri="{FF2B5EF4-FFF2-40B4-BE49-F238E27FC236}">
                      <a16:creationId xmlns:a16="http://schemas.microsoft.com/office/drawing/2014/main" id="{AF02617A-7EAA-D567-D1A6-B44FC69BB203}"/>
                    </a:ext>
                  </a:extLst>
                </p:cNvPr>
                <p:cNvPicPr/>
                <p:nvPr/>
              </p:nvPicPr>
              <p:blipFill>
                <a:blip r:embed="rId21"/>
                <a:stretch>
                  <a:fillRect/>
                </a:stretch>
              </p:blipFill>
              <p:spPr>
                <a:xfrm>
                  <a:off x="-16445" y="1929620"/>
                  <a:ext cx="159372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1" name="Ink 20">
                  <a:extLst>
                    <a:ext uri="{FF2B5EF4-FFF2-40B4-BE49-F238E27FC236}">
                      <a16:creationId xmlns:a16="http://schemas.microsoft.com/office/drawing/2014/main" id="{9E839224-F9E7-B8D8-9E7A-B62B21F65EF8}"/>
                    </a:ext>
                  </a:extLst>
                </p14:cNvPr>
                <p14:cNvContentPartPr/>
                <p14:nvPr/>
              </p14:nvContentPartPr>
              <p14:xfrm>
                <a:off x="821635" y="1936460"/>
                <a:ext cx="108360" cy="757800"/>
              </p14:xfrm>
            </p:contentPart>
          </mc:Choice>
          <mc:Fallback>
            <p:pic>
              <p:nvPicPr>
                <p:cNvPr id="21" name="Ink 20">
                  <a:extLst>
                    <a:ext uri="{FF2B5EF4-FFF2-40B4-BE49-F238E27FC236}">
                      <a16:creationId xmlns:a16="http://schemas.microsoft.com/office/drawing/2014/main" id="{9E839224-F9E7-B8D8-9E7A-B62B21F65EF8}"/>
                    </a:ext>
                  </a:extLst>
                </p:cNvPr>
                <p:cNvPicPr/>
                <p:nvPr/>
              </p:nvPicPr>
              <p:blipFill>
                <a:blip r:embed="rId23"/>
                <a:stretch>
                  <a:fillRect/>
                </a:stretch>
              </p:blipFill>
              <p:spPr>
                <a:xfrm>
                  <a:off x="815515" y="1930340"/>
                  <a:ext cx="120600" cy="7700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2" name="Ink 21">
                  <a:extLst>
                    <a:ext uri="{FF2B5EF4-FFF2-40B4-BE49-F238E27FC236}">
                      <a16:creationId xmlns:a16="http://schemas.microsoft.com/office/drawing/2014/main" id="{4CFF0867-77D7-CF11-3B1D-098FEA34845B}"/>
                    </a:ext>
                  </a:extLst>
                </p14:cNvPr>
                <p14:cNvContentPartPr/>
                <p14:nvPr/>
              </p14:nvContentPartPr>
              <p14:xfrm>
                <a:off x="1281715" y="2235620"/>
                <a:ext cx="685440" cy="401040"/>
              </p14:xfrm>
            </p:contentPart>
          </mc:Choice>
          <mc:Fallback>
            <p:pic>
              <p:nvPicPr>
                <p:cNvPr id="22" name="Ink 21">
                  <a:extLst>
                    <a:ext uri="{FF2B5EF4-FFF2-40B4-BE49-F238E27FC236}">
                      <a16:creationId xmlns:a16="http://schemas.microsoft.com/office/drawing/2014/main" id="{4CFF0867-77D7-CF11-3B1D-098FEA34845B}"/>
                    </a:ext>
                  </a:extLst>
                </p:cNvPr>
                <p:cNvPicPr/>
                <p:nvPr/>
              </p:nvPicPr>
              <p:blipFill>
                <a:blip r:embed="rId25"/>
                <a:stretch>
                  <a:fillRect/>
                </a:stretch>
              </p:blipFill>
              <p:spPr>
                <a:xfrm>
                  <a:off x="1275595" y="2229500"/>
                  <a:ext cx="697680" cy="4132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3" name="Ink 22">
                  <a:extLst>
                    <a:ext uri="{FF2B5EF4-FFF2-40B4-BE49-F238E27FC236}">
                      <a16:creationId xmlns:a16="http://schemas.microsoft.com/office/drawing/2014/main" id="{9473E375-32D2-6C9B-F15B-5315DF7D205D}"/>
                    </a:ext>
                  </a:extLst>
                </p14:cNvPr>
                <p14:cNvContentPartPr/>
                <p14:nvPr/>
              </p14:nvContentPartPr>
              <p14:xfrm>
                <a:off x="2223475" y="2004860"/>
                <a:ext cx="135360" cy="552600"/>
              </p14:xfrm>
            </p:contentPart>
          </mc:Choice>
          <mc:Fallback>
            <p:pic>
              <p:nvPicPr>
                <p:cNvPr id="23" name="Ink 22">
                  <a:extLst>
                    <a:ext uri="{FF2B5EF4-FFF2-40B4-BE49-F238E27FC236}">
                      <a16:creationId xmlns:a16="http://schemas.microsoft.com/office/drawing/2014/main" id="{9473E375-32D2-6C9B-F15B-5315DF7D205D}"/>
                    </a:ext>
                  </a:extLst>
                </p:cNvPr>
                <p:cNvPicPr/>
                <p:nvPr/>
              </p:nvPicPr>
              <p:blipFill>
                <a:blip r:embed="rId27"/>
                <a:stretch>
                  <a:fillRect/>
                </a:stretch>
              </p:blipFill>
              <p:spPr>
                <a:xfrm>
                  <a:off x="2217355" y="1998740"/>
                  <a:ext cx="147600" cy="5648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4" name="Ink 23">
                  <a:extLst>
                    <a:ext uri="{FF2B5EF4-FFF2-40B4-BE49-F238E27FC236}">
                      <a16:creationId xmlns:a16="http://schemas.microsoft.com/office/drawing/2014/main" id="{8DCC6A4B-4094-C5FB-C594-01AEA5C66B5C}"/>
                    </a:ext>
                  </a:extLst>
                </p14:cNvPr>
                <p14:cNvContentPartPr/>
                <p14:nvPr/>
              </p14:nvContentPartPr>
              <p14:xfrm>
                <a:off x="2168755" y="2305460"/>
                <a:ext cx="303120" cy="26280"/>
              </p14:xfrm>
            </p:contentPart>
          </mc:Choice>
          <mc:Fallback>
            <p:pic>
              <p:nvPicPr>
                <p:cNvPr id="24" name="Ink 23">
                  <a:extLst>
                    <a:ext uri="{FF2B5EF4-FFF2-40B4-BE49-F238E27FC236}">
                      <a16:creationId xmlns:a16="http://schemas.microsoft.com/office/drawing/2014/main" id="{8DCC6A4B-4094-C5FB-C594-01AEA5C66B5C}"/>
                    </a:ext>
                  </a:extLst>
                </p:cNvPr>
                <p:cNvPicPr/>
                <p:nvPr/>
              </p:nvPicPr>
              <p:blipFill>
                <a:blip r:embed="rId29"/>
                <a:stretch>
                  <a:fillRect/>
                </a:stretch>
              </p:blipFill>
              <p:spPr>
                <a:xfrm>
                  <a:off x="2162635" y="2299340"/>
                  <a:ext cx="315360" cy="38520"/>
                </a:xfrm>
                <a:prstGeom prst="rect">
                  <a:avLst/>
                </a:prstGeom>
              </p:spPr>
            </p:pic>
          </mc:Fallback>
        </mc:AlternateContent>
      </p:grpSp>
      <p:grpSp>
        <p:nvGrpSpPr>
          <p:cNvPr id="30" name="Group 29">
            <a:extLst>
              <a:ext uri="{FF2B5EF4-FFF2-40B4-BE49-F238E27FC236}">
                <a16:creationId xmlns:a16="http://schemas.microsoft.com/office/drawing/2014/main" id="{2BB1DB56-AFF8-D0A3-03B3-C8FE538D741E}"/>
              </a:ext>
            </a:extLst>
          </p:cNvPr>
          <p:cNvGrpSpPr/>
          <p:nvPr/>
        </p:nvGrpSpPr>
        <p:grpSpPr>
          <a:xfrm>
            <a:off x="3321835" y="643340"/>
            <a:ext cx="3476520" cy="1973880"/>
            <a:chOff x="3321835" y="643340"/>
            <a:chExt cx="3476520" cy="1973880"/>
          </a:xfrm>
        </p:grpSpPr>
        <mc:AlternateContent xmlns:mc="http://schemas.openxmlformats.org/markup-compatibility/2006">
          <mc:Choice xmlns:p14="http://schemas.microsoft.com/office/powerpoint/2010/main" Requires="p14">
            <p:contentPart p14:bwMode="auto" r:id="rId30">
              <p14:nvContentPartPr>
                <p14:cNvPr id="5" name="Ink 4">
                  <a:extLst>
                    <a:ext uri="{FF2B5EF4-FFF2-40B4-BE49-F238E27FC236}">
                      <a16:creationId xmlns:a16="http://schemas.microsoft.com/office/drawing/2014/main" id="{5FE1514A-8D5D-5276-C3B6-98FDD9D59E88}"/>
                    </a:ext>
                  </a:extLst>
                </p14:cNvPr>
                <p14:cNvContentPartPr/>
                <p14:nvPr/>
              </p14:nvContentPartPr>
              <p14:xfrm>
                <a:off x="3321835" y="941420"/>
                <a:ext cx="1158840" cy="86760"/>
              </p14:xfrm>
            </p:contentPart>
          </mc:Choice>
          <mc:Fallback>
            <p:pic>
              <p:nvPicPr>
                <p:cNvPr id="5" name="Ink 4">
                  <a:extLst>
                    <a:ext uri="{FF2B5EF4-FFF2-40B4-BE49-F238E27FC236}">
                      <a16:creationId xmlns:a16="http://schemas.microsoft.com/office/drawing/2014/main" id="{5FE1514A-8D5D-5276-C3B6-98FDD9D59E88}"/>
                    </a:ext>
                  </a:extLst>
                </p:cNvPr>
                <p:cNvPicPr/>
                <p:nvPr/>
              </p:nvPicPr>
              <p:blipFill>
                <a:blip r:embed="rId31"/>
                <a:stretch>
                  <a:fillRect/>
                </a:stretch>
              </p:blipFill>
              <p:spPr>
                <a:xfrm>
                  <a:off x="3315715" y="935300"/>
                  <a:ext cx="117108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6" name="Ink 5">
                  <a:extLst>
                    <a:ext uri="{FF2B5EF4-FFF2-40B4-BE49-F238E27FC236}">
                      <a16:creationId xmlns:a16="http://schemas.microsoft.com/office/drawing/2014/main" id="{AF009BA1-C132-65C5-7972-10D5BC021058}"/>
                    </a:ext>
                  </a:extLst>
                </p14:cNvPr>
                <p14:cNvContentPartPr/>
                <p14:nvPr/>
              </p14:nvContentPartPr>
              <p14:xfrm>
                <a:off x="4279435" y="643340"/>
                <a:ext cx="176760" cy="815040"/>
              </p14:xfrm>
            </p:contentPart>
          </mc:Choice>
          <mc:Fallback>
            <p:pic>
              <p:nvPicPr>
                <p:cNvPr id="6" name="Ink 5">
                  <a:extLst>
                    <a:ext uri="{FF2B5EF4-FFF2-40B4-BE49-F238E27FC236}">
                      <a16:creationId xmlns:a16="http://schemas.microsoft.com/office/drawing/2014/main" id="{AF009BA1-C132-65C5-7972-10D5BC021058}"/>
                    </a:ext>
                  </a:extLst>
                </p:cNvPr>
                <p:cNvPicPr/>
                <p:nvPr/>
              </p:nvPicPr>
              <p:blipFill>
                <a:blip r:embed="rId33"/>
                <a:stretch>
                  <a:fillRect/>
                </a:stretch>
              </p:blipFill>
              <p:spPr>
                <a:xfrm>
                  <a:off x="4273315" y="637220"/>
                  <a:ext cx="189000" cy="827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7" name="Ink 6">
                  <a:extLst>
                    <a:ext uri="{FF2B5EF4-FFF2-40B4-BE49-F238E27FC236}">
                      <a16:creationId xmlns:a16="http://schemas.microsoft.com/office/drawing/2014/main" id="{057E8FB4-0DCD-E862-6155-C00567147228}"/>
                    </a:ext>
                  </a:extLst>
                </p14:cNvPr>
                <p14:cNvContentPartPr/>
                <p14:nvPr/>
              </p14:nvContentPartPr>
              <p14:xfrm>
                <a:off x="4934275" y="840980"/>
                <a:ext cx="312120" cy="572760"/>
              </p14:xfrm>
            </p:contentPart>
          </mc:Choice>
          <mc:Fallback>
            <p:pic>
              <p:nvPicPr>
                <p:cNvPr id="7" name="Ink 6">
                  <a:extLst>
                    <a:ext uri="{FF2B5EF4-FFF2-40B4-BE49-F238E27FC236}">
                      <a16:creationId xmlns:a16="http://schemas.microsoft.com/office/drawing/2014/main" id="{057E8FB4-0DCD-E862-6155-C00567147228}"/>
                    </a:ext>
                  </a:extLst>
                </p:cNvPr>
                <p:cNvPicPr/>
                <p:nvPr/>
              </p:nvPicPr>
              <p:blipFill>
                <a:blip r:embed="rId35"/>
                <a:stretch>
                  <a:fillRect/>
                </a:stretch>
              </p:blipFill>
              <p:spPr>
                <a:xfrm>
                  <a:off x="4928155" y="834860"/>
                  <a:ext cx="324360" cy="585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8" name="Ink 7">
                  <a:extLst>
                    <a:ext uri="{FF2B5EF4-FFF2-40B4-BE49-F238E27FC236}">
                      <a16:creationId xmlns:a16="http://schemas.microsoft.com/office/drawing/2014/main" id="{F79092AF-BF42-C746-91D8-672038D6E9C8}"/>
                    </a:ext>
                  </a:extLst>
                </p14:cNvPr>
                <p14:cNvContentPartPr/>
                <p14:nvPr/>
              </p14:nvContentPartPr>
              <p14:xfrm>
                <a:off x="5062435" y="983900"/>
                <a:ext cx="442800" cy="107640"/>
              </p14:xfrm>
            </p:contentPart>
          </mc:Choice>
          <mc:Fallback>
            <p:pic>
              <p:nvPicPr>
                <p:cNvPr id="8" name="Ink 7">
                  <a:extLst>
                    <a:ext uri="{FF2B5EF4-FFF2-40B4-BE49-F238E27FC236}">
                      <a16:creationId xmlns:a16="http://schemas.microsoft.com/office/drawing/2014/main" id="{F79092AF-BF42-C746-91D8-672038D6E9C8}"/>
                    </a:ext>
                  </a:extLst>
                </p:cNvPr>
                <p:cNvPicPr/>
                <p:nvPr/>
              </p:nvPicPr>
              <p:blipFill>
                <a:blip r:embed="rId37"/>
                <a:stretch>
                  <a:fillRect/>
                </a:stretch>
              </p:blipFill>
              <p:spPr>
                <a:xfrm>
                  <a:off x="5056315" y="977780"/>
                  <a:ext cx="45504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9" name="Ink 8">
                  <a:extLst>
                    <a:ext uri="{FF2B5EF4-FFF2-40B4-BE49-F238E27FC236}">
                      <a16:creationId xmlns:a16="http://schemas.microsoft.com/office/drawing/2014/main" id="{344884D0-4C79-36CF-B1D7-CFB546D713A2}"/>
                    </a:ext>
                  </a:extLst>
                </p14:cNvPr>
                <p14:cNvContentPartPr/>
                <p14:nvPr/>
              </p14:nvContentPartPr>
              <p14:xfrm>
                <a:off x="5595595" y="835940"/>
                <a:ext cx="1022760" cy="523800"/>
              </p14:xfrm>
            </p:contentPart>
          </mc:Choice>
          <mc:Fallback>
            <p:pic>
              <p:nvPicPr>
                <p:cNvPr id="9" name="Ink 8">
                  <a:extLst>
                    <a:ext uri="{FF2B5EF4-FFF2-40B4-BE49-F238E27FC236}">
                      <a16:creationId xmlns:a16="http://schemas.microsoft.com/office/drawing/2014/main" id="{344884D0-4C79-36CF-B1D7-CFB546D713A2}"/>
                    </a:ext>
                  </a:extLst>
                </p:cNvPr>
                <p:cNvPicPr/>
                <p:nvPr/>
              </p:nvPicPr>
              <p:blipFill>
                <a:blip r:embed="rId39"/>
                <a:stretch>
                  <a:fillRect/>
                </a:stretch>
              </p:blipFill>
              <p:spPr>
                <a:xfrm>
                  <a:off x="5589475" y="829820"/>
                  <a:ext cx="1035000" cy="5360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 name="Ink 9">
                  <a:extLst>
                    <a:ext uri="{FF2B5EF4-FFF2-40B4-BE49-F238E27FC236}">
                      <a16:creationId xmlns:a16="http://schemas.microsoft.com/office/drawing/2014/main" id="{C63FE662-1663-08F2-D70E-1565A6FD6E01}"/>
                    </a:ext>
                  </a:extLst>
                </p14:cNvPr>
                <p14:cNvContentPartPr/>
                <p14:nvPr/>
              </p14:nvContentPartPr>
              <p14:xfrm>
                <a:off x="6414235" y="758900"/>
                <a:ext cx="269280" cy="321840"/>
              </p14:xfrm>
            </p:contentPart>
          </mc:Choice>
          <mc:Fallback>
            <p:pic>
              <p:nvPicPr>
                <p:cNvPr id="10" name="Ink 9">
                  <a:extLst>
                    <a:ext uri="{FF2B5EF4-FFF2-40B4-BE49-F238E27FC236}">
                      <a16:creationId xmlns:a16="http://schemas.microsoft.com/office/drawing/2014/main" id="{C63FE662-1663-08F2-D70E-1565A6FD6E01}"/>
                    </a:ext>
                  </a:extLst>
                </p:cNvPr>
                <p:cNvPicPr/>
                <p:nvPr/>
              </p:nvPicPr>
              <p:blipFill>
                <a:blip r:embed="rId41"/>
                <a:stretch>
                  <a:fillRect/>
                </a:stretch>
              </p:blipFill>
              <p:spPr>
                <a:xfrm>
                  <a:off x="6408115" y="752780"/>
                  <a:ext cx="281520" cy="3340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1" name="Ink 10">
                  <a:extLst>
                    <a:ext uri="{FF2B5EF4-FFF2-40B4-BE49-F238E27FC236}">
                      <a16:creationId xmlns:a16="http://schemas.microsoft.com/office/drawing/2014/main" id="{38F107A1-D668-62CE-1A4B-034B37AFD02E}"/>
                    </a:ext>
                  </a:extLst>
                </p14:cNvPr>
                <p14:cNvContentPartPr/>
                <p14:nvPr/>
              </p14:nvContentPartPr>
              <p14:xfrm>
                <a:off x="6750835" y="695180"/>
                <a:ext cx="47520" cy="561240"/>
              </p14:xfrm>
            </p:contentPart>
          </mc:Choice>
          <mc:Fallback>
            <p:pic>
              <p:nvPicPr>
                <p:cNvPr id="11" name="Ink 10">
                  <a:extLst>
                    <a:ext uri="{FF2B5EF4-FFF2-40B4-BE49-F238E27FC236}">
                      <a16:creationId xmlns:a16="http://schemas.microsoft.com/office/drawing/2014/main" id="{38F107A1-D668-62CE-1A4B-034B37AFD02E}"/>
                    </a:ext>
                  </a:extLst>
                </p:cNvPr>
                <p:cNvPicPr/>
                <p:nvPr/>
              </p:nvPicPr>
              <p:blipFill>
                <a:blip r:embed="rId43"/>
                <a:stretch>
                  <a:fillRect/>
                </a:stretch>
              </p:blipFill>
              <p:spPr>
                <a:xfrm>
                  <a:off x="6744715" y="689060"/>
                  <a:ext cx="59760" cy="5734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09FA7590-8D9A-678E-7AEF-2AD1FFB1CA66}"/>
                    </a:ext>
                  </a:extLst>
                </p14:cNvPr>
                <p14:cNvContentPartPr/>
                <p14:nvPr/>
              </p14:nvContentPartPr>
              <p14:xfrm>
                <a:off x="3339835" y="2054900"/>
                <a:ext cx="663120" cy="70200"/>
              </p14:xfrm>
            </p:contentPart>
          </mc:Choice>
          <mc:Fallback>
            <p:pic>
              <p:nvPicPr>
                <p:cNvPr id="25" name="Ink 24">
                  <a:extLst>
                    <a:ext uri="{FF2B5EF4-FFF2-40B4-BE49-F238E27FC236}">
                      <a16:creationId xmlns:a16="http://schemas.microsoft.com/office/drawing/2014/main" id="{09FA7590-8D9A-678E-7AEF-2AD1FFB1CA66}"/>
                    </a:ext>
                  </a:extLst>
                </p:cNvPr>
                <p:cNvPicPr/>
                <p:nvPr/>
              </p:nvPicPr>
              <p:blipFill>
                <a:blip r:embed="rId45"/>
                <a:stretch>
                  <a:fillRect/>
                </a:stretch>
              </p:blipFill>
              <p:spPr>
                <a:xfrm>
                  <a:off x="3333715" y="2048780"/>
                  <a:ext cx="67536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5B405DD3-B945-94D8-C944-8228C3EACDE1}"/>
                    </a:ext>
                  </a:extLst>
                </p14:cNvPr>
                <p14:cNvContentPartPr/>
                <p14:nvPr/>
              </p14:nvContentPartPr>
              <p14:xfrm>
                <a:off x="3771115" y="1656740"/>
                <a:ext cx="256320" cy="853200"/>
              </p14:xfrm>
            </p:contentPart>
          </mc:Choice>
          <mc:Fallback>
            <p:pic>
              <p:nvPicPr>
                <p:cNvPr id="26" name="Ink 25">
                  <a:extLst>
                    <a:ext uri="{FF2B5EF4-FFF2-40B4-BE49-F238E27FC236}">
                      <a16:creationId xmlns:a16="http://schemas.microsoft.com/office/drawing/2014/main" id="{5B405DD3-B945-94D8-C944-8228C3EACDE1}"/>
                    </a:ext>
                  </a:extLst>
                </p:cNvPr>
                <p:cNvPicPr/>
                <p:nvPr/>
              </p:nvPicPr>
              <p:blipFill>
                <a:blip r:embed="rId47"/>
                <a:stretch>
                  <a:fillRect/>
                </a:stretch>
              </p:blipFill>
              <p:spPr>
                <a:xfrm>
                  <a:off x="3764995" y="1650620"/>
                  <a:ext cx="268560" cy="8654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518577C6-40DD-FD93-F22B-10AD64A381D8}"/>
                    </a:ext>
                  </a:extLst>
                </p14:cNvPr>
                <p14:cNvContentPartPr/>
                <p14:nvPr/>
              </p14:nvContentPartPr>
              <p14:xfrm>
                <a:off x="4483555" y="1913060"/>
                <a:ext cx="504720" cy="704160"/>
              </p14:xfrm>
            </p:contentPart>
          </mc:Choice>
          <mc:Fallback>
            <p:pic>
              <p:nvPicPr>
                <p:cNvPr id="27" name="Ink 26">
                  <a:extLst>
                    <a:ext uri="{FF2B5EF4-FFF2-40B4-BE49-F238E27FC236}">
                      <a16:creationId xmlns:a16="http://schemas.microsoft.com/office/drawing/2014/main" id="{518577C6-40DD-FD93-F22B-10AD64A381D8}"/>
                    </a:ext>
                  </a:extLst>
                </p:cNvPr>
                <p:cNvPicPr/>
                <p:nvPr/>
              </p:nvPicPr>
              <p:blipFill>
                <a:blip r:embed="rId49"/>
                <a:stretch>
                  <a:fillRect/>
                </a:stretch>
              </p:blipFill>
              <p:spPr>
                <a:xfrm>
                  <a:off x="4477435" y="1906940"/>
                  <a:ext cx="516960" cy="716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65D5CC48-8364-10E0-5BDE-6E3202B7B691}"/>
                    </a:ext>
                  </a:extLst>
                </p14:cNvPr>
                <p14:cNvContentPartPr/>
                <p14:nvPr/>
              </p14:nvContentPartPr>
              <p14:xfrm>
                <a:off x="4845715" y="1967420"/>
                <a:ext cx="824760" cy="517680"/>
              </p14:xfrm>
            </p:contentPart>
          </mc:Choice>
          <mc:Fallback>
            <p:pic>
              <p:nvPicPr>
                <p:cNvPr id="28" name="Ink 27">
                  <a:extLst>
                    <a:ext uri="{FF2B5EF4-FFF2-40B4-BE49-F238E27FC236}">
                      <a16:creationId xmlns:a16="http://schemas.microsoft.com/office/drawing/2014/main" id="{65D5CC48-8364-10E0-5BDE-6E3202B7B691}"/>
                    </a:ext>
                  </a:extLst>
                </p:cNvPr>
                <p:cNvPicPr/>
                <p:nvPr/>
              </p:nvPicPr>
              <p:blipFill>
                <a:blip r:embed="rId51"/>
                <a:stretch>
                  <a:fillRect/>
                </a:stretch>
              </p:blipFill>
              <p:spPr>
                <a:xfrm>
                  <a:off x="4839595" y="1961300"/>
                  <a:ext cx="837000" cy="5299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33BB8F45-6839-1263-1A2C-BBB11664F70D}"/>
                    </a:ext>
                  </a:extLst>
                </p14:cNvPr>
                <p14:cNvContentPartPr/>
                <p14:nvPr/>
              </p14:nvContentPartPr>
              <p14:xfrm>
                <a:off x="5878555" y="2007020"/>
                <a:ext cx="291240" cy="504000"/>
              </p14:xfrm>
            </p:contentPart>
          </mc:Choice>
          <mc:Fallback>
            <p:pic>
              <p:nvPicPr>
                <p:cNvPr id="29" name="Ink 28">
                  <a:extLst>
                    <a:ext uri="{FF2B5EF4-FFF2-40B4-BE49-F238E27FC236}">
                      <a16:creationId xmlns:a16="http://schemas.microsoft.com/office/drawing/2014/main" id="{33BB8F45-6839-1263-1A2C-BBB11664F70D}"/>
                    </a:ext>
                  </a:extLst>
                </p:cNvPr>
                <p:cNvPicPr/>
                <p:nvPr/>
              </p:nvPicPr>
              <p:blipFill>
                <a:blip r:embed="rId53"/>
                <a:stretch>
                  <a:fillRect/>
                </a:stretch>
              </p:blipFill>
              <p:spPr>
                <a:xfrm>
                  <a:off x="5872435" y="2000900"/>
                  <a:ext cx="303480" cy="516240"/>
                </a:xfrm>
                <a:prstGeom prst="rect">
                  <a:avLst/>
                </a:prstGeom>
              </p:spPr>
            </p:pic>
          </mc:Fallback>
        </mc:AlternateContent>
      </p:grpSp>
      <p:grpSp>
        <p:nvGrpSpPr>
          <p:cNvPr id="47" name="Group 46">
            <a:extLst>
              <a:ext uri="{FF2B5EF4-FFF2-40B4-BE49-F238E27FC236}">
                <a16:creationId xmlns:a16="http://schemas.microsoft.com/office/drawing/2014/main" id="{FB33300D-8418-C6C7-C7D9-7C1346920172}"/>
              </a:ext>
            </a:extLst>
          </p:cNvPr>
          <p:cNvGrpSpPr/>
          <p:nvPr/>
        </p:nvGrpSpPr>
        <p:grpSpPr>
          <a:xfrm>
            <a:off x="6351235" y="1756460"/>
            <a:ext cx="1028160" cy="1296720"/>
            <a:chOff x="6351235" y="1756460"/>
            <a:chExt cx="1028160" cy="1296720"/>
          </a:xfrm>
        </p:grpSpPr>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1BB4D356-159B-0189-A82C-BD5DBDD8FED1}"/>
                    </a:ext>
                  </a:extLst>
                </p14:cNvPr>
                <p14:cNvContentPartPr/>
                <p14:nvPr/>
              </p14:nvContentPartPr>
              <p14:xfrm>
                <a:off x="6763795" y="1756460"/>
                <a:ext cx="205560" cy="939240"/>
              </p14:xfrm>
            </p:contentPart>
          </mc:Choice>
          <mc:Fallback>
            <p:pic>
              <p:nvPicPr>
                <p:cNvPr id="34" name="Ink 33">
                  <a:extLst>
                    <a:ext uri="{FF2B5EF4-FFF2-40B4-BE49-F238E27FC236}">
                      <a16:creationId xmlns:a16="http://schemas.microsoft.com/office/drawing/2014/main" id="{1BB4D356-159B-0189-A82C-BD5DBDD8FED1}"/>
                    </a:ext>
                  </a:extLst>
                </p:cNvPr>
                <p:cNvPicPr/>
                <p:nvPr/>
              </p:nvPicPr>
              <p:blipFill>
                <a:blip r:embed="rId55"/>
                <a:stretch>
                  <a:fillRect/>
                </a:stretch>
              </p:blipFill>
              <p:spPr>
                <a:xfrm>
                  <a:off x="6757675" y="1750340"/>
                  <a:ext cx="217800" cy="951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E406623E-4769-CDB8-8CA8-3D5D822A094E}"/>
                    </a:ext>
                  </a:extLst>
                </p14:cNvPr>
                <p14:cNvContentPartPr/>
                <p14:nvPr/>
              </p14:nvContentPartPr>
              <p14:xfrm>
                <a:off x="6351235" y="2575820"/>
                <a:ext cx="1028160" cy="477360"/>
              </p14:xfrm>
            </p:contentPart>
          </mc:Choice>
          <mc:Fallback>
            <p:pic>
              <p:nvPicPr>
                <p:cNvPr id="35" name="Ink 34">
                  <a:extLst>
                    <a:ext uri="{FF2B5EF4-FFF2-40B4-BE49-F238E27FC236}">
                      <a16:creationId xmlns:a16="http://schemas.microsoft.com/office/drawing/2014/main" id="{E406623E-4769-CDB8-8CA8-3D5D822A094E}"/>
                    </a:ext>
                  </a:extLst>
                </p:cNvPr>
                <p:cNvPicPr/>
                <p:nvPr/>
              </p:nvPicPr>
              <p:blipFill>
                <a:blip r:embed="rId57"/>
                <a:stretch>
                  <a:fillRect/>
                </a:stretch>
              </p:blipFill>
              <p:spPr>
                <a:xfrm>
                  <a:off x="6345115" y="2569700"/>
                  <a:ext cx="1040400" cy="489600"/>
                </a:xfrm>
                <a:prstGeom prst="rect">
                  <a:avLst/>
                </a:prstGeom>
              </p:spPr>
            </p:pic>
          </mc:Fallback>
        </mc:AlternateContent>
      </p:grpSp>
      <p:grpSp>
        <p:nvGrpSpPr>
          <p:cNvPr id="46" name="Group 45">
            <a:extLst>
              <a:ext uri="{FF2B5EF4-FFF2-40B4-BE49-F238E27FC236}">
                <a16:creationId xmlns:a16="http://schemas.microsoft.com/office/drawing/2014/main" id="{A94B5BDC-D3EE-074D-B419-99D6F401F737}"/>
              </a:ext>
            </a:extLst>
          </p:cNvPr>
          <p:cNvGrpSpPr/>
          <p:nvPr/>
        </p:nvGrpSpPr>
        <p:grpSpPr>
          <a:xfrm>
            <a:off x="8178235" y="1595900"/>
            <a:ext cx="658440" cy="1050840"/>
            <a:chOff x="8178235" y="1595900"/>
            <a:chExt cx="658440" cy="1050840"/>
          </a:xfrm>
        </p:grpSpPr>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07ACE75D-3AB0-E07B-905B-727DE8B5194A}"/>
                    </a:ext>
                  </a:extLst>
                </p14:cNvPr>
                <p14:cNvContentPartPr/>
                <p14:nvPr/>
              </p14:nvContentPartPr>
              <p14:xfrm>
                <a:off x="8178235" y="2040860"/>
                <a:ext cx="535680" cy="67680"/>
              </p14:xfrm>
            </p:contentPart>
          </mc:Choice>
          <mc:Fallback>
            <p:pic>
              <p:nvPicPr>
                <p:cNvPr id="36" name="Ink 35">
                  <a:extLst>
                    <a:ext uri="{FF2B5EF4-FFF2-40B4-BE49-F238E27FC236}">
                      <a16:creationId xmlns:a16="http://schemas.microsoft.com/office/drawing/2014/main" id="{07ACE75D-3AB0-E07B-905B-727DE8B5194A}"/>
                    </a:ext>
                  </a:extLst>
                </p:cNvPr>
                <p:cNvPicPr/>
                <p:nvPr/>
              </p:nvPicPr>
              <p:blipFill>
                <a:blip r:embed="rId59"/>
                <a:stretch>
                  <a:fillRect/>
                </a:stretch>
              </p:blipFill>
              <p:spPr>
                <a:xfrm>
                  <a:off x="8172115" y="2034740"/>
                  <a:ext cx="54792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D35FD07D-5511-B973-9703-DBAFCBE7651B}"/>
                    </a:ext>
                  </a:extLst>
                </p14:cNvPr>
                <p14:cNvContentPartPr/>
                <p14:nvPr/>
              </p14:nvContentPartPr>
              <p14:xfrm>
                <a:off x="8482075" y="1595900"/>
                <a:ext cx="354600" cy="1050840"/>
              </p14:xfrm>
            </p:contentPart>
          </mc:Choice>
          <mc:Fallback>
            <p:pic>
              <p:nvPicPr>
                <p:cNvPr id="37" name="Ink 36">
                  <a:extLst>
                    <a:ext uri="{FF2B5EF4-FFF2-40B4-BE49-F238E27FC236}">
                      <a16:creationId xmlns:a16="http://schemas.microsoft.com/office/drawing/2014/main" id="{D35FD07D-5511-B973-9703-DBAFCBE7651B}"/>
                    </a:ext>
                  </a:extLst>
                </p:cNvPr>
                <p:cNvPicPr/>
                <p:nvPr/>
              </p:nvPicPr>
              <p:blipFill>
                <a:blip r:embed="rId61"/>
                <a:stretch>
                  <a:fillRect/>
                </a:stretch>
              </p:blipFill>
              <p:spPr>
                <a:xfrm>
                  <a:off x="8475955" y="1589780"/>
                  <a:ext cx="366840" cy="1063080"/>
                </a:xfrm>
                <a:prstGeom prst="rect">
                  <a:avLst/>
                </a:prstGeom>
              </p:spPr>
            </p:pic>
          </mc:Fallback>
        </mc:AlternateContent>
      </p:grpSp>
      <p:grpSp>
        <p:nvGrpSpPr>
          <p:cNvPr id="45" name="Group 44">
            <a:extLst>
              <a:ext uri="{FF2B5EF4-FFF2-40B4-BE49-F238E27FC236}">
                <a16:creationId xmlns:a16="http://schemas.microsoft.com/office/drawing/2014/main" id="{3A91AC2F-3C95-ADAC-177F-0B8C39CAED67}"/>
              </a:ext>
            </a:extLst>
          </p:cNvPr>
          <p:cNvGrpSpPr/>
          <p:nvPr/>
        </p:nvGrpSpPr>
        <p:grpSpPr>
          <a:xfrm>
            <a:off x="9333115" y="1767260"/>
            <a:ext cx="2001240" cy="1538640"/>
            <a:chOff x="9333115" y="1767260"/>
            <a:chExt cx="2001240" cy="1538640"/>
          </a:xfrm>
        </p:grpSpPr>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63D96B76-2D94-3ECC-CF23-4FE1D5C09B07}"/>
                    </a:ext>
                  </a:extLst>
                </p14:cNvPr>
                <p14:cNvContentPartPr/>
                <p14:nvPr/>
              </p14:nvContentPartPr>
              <p14:xfrm>
                <a:off x="9333115" y="1767260"/>
                <a:ext cx="183600" cy="613440"/>
              </p14:xfrm>
            </p:contentPart>
          </mc:Choice>
          <mc:Fallback>
            <p:pic>
              <p:nvPicPr>
                <p:cNvPr id="38" name="Ink 37">
                  <a:extLst>
                    <a:ext uri="{FF2B5EF4-FFF2-40B4-BE49-F238E27FC236}">
                      <a16:creationId xmlns:a16="http://schemas.microsoft.com/office/drawing/2014/main" id="{63D96B76-2D94-3ECC-CF23-4FE1D5C09B07}"/>
                    </a:ext>
                  </a:extLst>
                </p:cNvPr>
                <p:cNvPicPr/>
                <p:nvPr/>
              </p:nvPicPr>
              <p:blipFill>
                <a:blip r:embed="rId63"/>
                <a:stretch>
                  <a:fillRect/>
                </a:stretch>
              </p:blipFill>
              <p:spPr>
                <a:xfrm>
                  <a:off x="9326995" y="1761140"/>
                  <a:ext cx="195840" cy="6256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8213E2BB-BF63-36E8-8F64-D5B440B8533F}"/>
                    </a:ext>
                  </a:extLst>
                </p14:cNvPr>
                <p14:cNvContentPartPr/>
                <p14:nvPr/>
              </p14:nvContentPartPr>
              <p14:xfrm>
                <a:off x="9563875" y="2035820"/>
                <a:ext cx="342000" cy="304920"/>
              </p14:xfrm>
            </p:contentPart>
          </mc:Choice>
          <mc:Fallback>
            <p:pic>
              <p:nvPicPr>
                <p:cNvPr id="39" name="Ink 38">
                  <a:extLst>
                    <a:ext uri="{FF2B5EF4-FFF2-40B4-BE49-F238E27FC236}">
                      <a16:creationId xmlns:a16="http://schemas.microsoft.com/office/drawing/2014/main" id="{8213E2BB-BF63-36E8-8F64-D5B440B8533F}"/>
                    </a:ext>
                  </a:extLst>
                </p:cNvPr>
                <p:cNvPicPr/>
                <p:nvPr/>
              </p:nvPicPr>
              <p:blipFill>
                <a:blip r:embed="rId65"/>
                <a:stretch>
                  <a:fillRect/>
                </a:stretch>
              </p:blipFill>
              <p:spPr>
                <a:xfrm>
                  <a:off x="9557755" y="2029700"/>
                  <a:ext cx="354240" cy="3171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44B913CE-56E1-A6C7-2049-646C29BB6E24}"/>
                    </a:ext>
                  </a:extLst>
                </p14:cNvPr>
                <p14:cNvContentPartPr/>
                <p14:nvPr/>
              </p14:nvContentPartPr>
              <p14:xfrm>
                <a:off x="10183795" y="1924580"/>
                <a:ext cx="32760" cy="125280"/>
              </p14:xfrm>
            </p:contentPart>
          </mc:Choice>
          <mc:Fallback>
            <p:pic>
              <p:nvPicPr>
                <p:cNvPr id="40" name="Ink 39">
                  <a:extLst>
                    <a:ext uri="{FF2B5EF4-FFF2-40B4-BE49-F238E27FC236}">
                      <a16:creationId xmlns:a16="http://schemas.microsoft.com/office/drawing/2014/main" id="{44B913CE-56E1-A6C7-2049-646C29BB6E24}"/>
                    </a:ext>
                  </a:extLst>
                </p:cNvPr>
                <p:cNvPicPr/>
                <p:nvPr/>
              </p:nvPicPr>
              <p:blipFill>
                <a:blip r:embed="rId67"/>
                <a:stretch>
                  <a:fillRect/>
                </a:stretch>
              </p:blipFill>
              <p:spPr>
                <a:xfrm>
                  <a:off x="10177675" y="1918460"/>
                  <a:ext cx="4500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B265C870-F647-8794-5D0E-A6CD358FE79F}"/>
                    </a:ext>
                  </a:extLst>
                </p14:cNvPr>
                <p14:cNvContentPartPr/>
                <p14:nvPr/>
              </p14:nvContentPartPr>
              <p14:xfrm>
                <a:off x="10175155" y="1990100"/>
                <a:ext cx="853920" cy="563400"/>
              </p14:xfrm>
            </p:contentPart>
          </mc:Choice>
          <mc:Fallback>
            <p:pic>
              <p:nvPicPr>
                <p:cNvPr id="41" name="Ink 40">
                  <a:extLst>
                    <a:ext uri="{FF2B5EF4-FFF2-40B4-BE49-F238E27FC236}">
                      <a16:creationId xmlns:a16="http://schemas.microsoft.com/office/drawing/2014/main" id="{B265C870-F647-8794-5D0E-A6CD358FE79F}"/>
                    </a:ext>
                  </a:extLst>
                </p:cNvPr>
                <p:cNvPicPr/>
                <p:nvPr/>
              </p:nvPicPr>
              <p:blipFill>
                <a:blip r:embed="rId69"/>
                <a:stretch>
                  <a:fillRect/>
                </a:stretch>
              </p:blipFill>
              <p:spPr>
                <a:xfrm>
                  <a:off x="10169035" y="1983980"/>
                  <a:ext cx="866160" cy="5756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115F1EC9-89AA-DDC3-420B-679778ACE63E}"/>
                    </a:ext>
                  </a:extLst>
                </p14:cNvPr>
                <p14:cNvContentPartPr/>
                <p14:nvPr/>
              </p14:nvContentPartPr>
              <p14:xfrm>
                <a:off x="9871675" y="2660780"/>
                <a:ext cx="754200" cy="645120"/>
              </p14:xfrm>
            </p:contentPart>
          </mc:Choice>
          <mc:Fallback>
            <p:pic>
              <p:nvPicPr>
                <p:cNvPr id="42" name="Ink 41">
                  <a:extLst>
                    <a:ext uri="{FF2B5EF4-FFF2-40B4-BE49-F238E27FC236}">
                      <a16:creationId xmlns:a16="http://schemas.microsoft.com/office/drawing/2014/main" id="{115F1EC9-89AA-DDC3-420B-679778ACE63E}"/>
                    </a:ext>
                  </a:extLst>
                </p:cNvPr>
                <p:cNvPicPr/>
                <p:nvPr/>
              </p:nvPicPr>
              <p:blipFill>
                <a:blip r:embed="rId71"/>
                <a:stretch>
                  <a:fillRect/>
                </a:stretch>
              </p:blipFill>
              <p:spPr>
                <a:xfrm>
                  <a:off x="9865555" y="2654660"/>
                  <a:ext cx="766440" cy="6573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3" name="Ink 42">
                  <a:extLst>
                    <a:ext uri="{FF2B5EF4-FFF2-40B4-BE49-F238E27FC236}">
                      <a16:creationId xmlns:a16="http://schemas.microsoft.com/office/drawing/2014/main" id="{3EE5C8B5-919B-A6EF-3FD9-C2066F9C0740}"/>
                    </a:ext>
                  </a:extLst>
                </p14:cNvPr>
                <p14:cNvContentPartPr/>
                <p14:nvPr/>
              </p14:nvContentPartPr>
              <p14:xfrm>
                <a:off x="10697155" y="2831420"/>
                <a:ext cx="458640" cy="347040"/>
              </p14:xfrm>
            </p:contentPart>
          </mc:Choice>
          <mc:Fallback>
            <p:pic>
              <p:nvPicPr>
                <p:cNvPr id="43" name="Ink 42">
                  <a:extLst>
                    <a:ext uri="{FF2B5EF4-FFF2-40B4-BE49-F238E27FC236}">
                      <a16:creationId xmlns:a16="http://schemas.microsoft.com/office/drawing/2014/main" id="{3EE5C8B5-919B-A6EF-3FD9-C2066F9C0740}"/>
                    </a:ext>
                  </a:extLst>
                </p:cNvPr>
                <p:cNvPicPr/>
                <p:nvPr/>
              </p:nvPicPr>
              <p:blipFill>
                <a:blip r:embed="rId73"/>
                <a:stretch>
                  <a:fillRect/>
                </a:stretch>
              </p:blipFill>
              <p:spPr>
                <a:xfrm>
                  <a:off x="10691035" y="2825300"/>
                  <a:ext cx="470880" cy="3592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4" name="Ink 43">
                  <a:extLst>
                    <a:ext uri="{FF2B5EF4-FFF2-40B4-BE49-F238E27FC236}">
                      <a16:creationId xmlns:a16="http://schemas.microsoft.com/office/drawing/2014/main" id="{1324A8B6-1C8E-27C8-9572-6C375F165A90}"/>
                    </a:ext>
                  </a:extLst>
                </p14:cNvPr>
                <p14:cNvContentPartPr/>
                <p14:nvPr/>
              </p14:nvContentPartPr>
              <p14:xfrm>
                <a:off x="11296555" y="2908820"/>
                <a:ext cx="37800" cy="14400"/>
              </p14:xfrm>
            </p:contentPart>
          </mc:Choice>
          <mc:Fallback>
            <p:pic>
              <p:nvPicPr>
                <p:cNvPr id="44" name="Ink 43">
                  <a:extLst>
                    <a:ext uri="{FF2B5EF4-FFF2-40B4-BE49-F238E27FC236}">
                      <a16:creationId xmlns:a16="http://schemas.microsoft.com/office/drawing/2014/main" id="{1324A8B6-1C8E-27C8-9572-6C375F165A90}"/>
                    </a:ext>
                  </a:extLst>
                </p:cNvPr>
                <p:cNvPicPr/>
                <p:nvPr/>
              </p:nvPicPr>
              <p:blipFill>
                <a:blip r:embed="rId75"/>
                <a:stretch>
                  <a:fillRect/>
                </a:stretch>
              </p:blipFill>
              <p:spPr>
                <a:xfrm>
                  <a:off x="11290435" y="2902700"/>
                  <a:ext cx="50040" cy="26640"/>
                </a:xfrm>
                <a:prstGeom prst="rect">
                  <a:avLst/>
                </a:prstGeom>
              </p:spPr>
            </p:pic>
          </mc:Fallback>
        </mc:AlternateContent>
      </p:grpSp>
      <p:grpSp>
        <p:nvGrpSpPr>
          <p:cNvPr id="56" name="Group 55">
            <a:extLst>
              <a:ext uri="{FF2B5EF4-FFF2-40B4-BE49-F238E27FC236}">
                <a16:creationId xmlns:a16="http://schemas.microsoft.com/office/drawing/2014/main" id="{8F61E44F-1D06-FD35-141C-0AD6C4926CFC}"/>
              </a:ext>
            </a:extLst>
          </p:cNvPr>
          <p:cNvGrpSpPr/>
          <p:nvPr/>
        </p:nvGrpSpPr>
        <p:grpSpPr>
          <a:xfrm>
            <a:off x="2218795" y="3493100"/>
            <a:ext cx="1616760" cy="648720"/>
            <a:chOff x="2218795" y="3493100"/>
            <a:chExt cx="1616760" cy="648720"/>
          </a:xfrm>
        </p:grpSpPr>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3624206B-45C9-23F9-082A-7E1A8B7284BC}"/>
                    </a:ext>
                  </a:extLst>
                </p14:cNvPr>
                <p14:cNvContentPartPr/>
                <p14:nvPr/>
              </p14:nvContentPartPr>
              <p14:xfrm>
                <a:off x="2218795" y="3493100"/>
                <a:ext cx="439920" cy="648720"/>
              </p14:xfrm>
            </p:contentPart>
          </mc:Choice>
          <mc:Fallback>
            <p:pic>
              <p:nvPicPr>
                <p:cNvPr id="48" name="Ink 47">
                  <a:extLst>
                    <a:ext uri="{FF2B5EF4-FFF2-40B4-BE49-F238E27FC236}">
                      <a16:creationId xmlns:a16="http://schemas.microsoft.com/office/drawing/2014/main" id="{3624206B-45C9-23F9-082A-7E1A8B7284BC}"/>
                    </a:ext>
                  </a:extLst>
                </p:cNvPr>
                <p:cNvPicPr/>
                <p:nvPr/>
              </p:nvPicPr>
              <p:blipFill>
                <a:blip r:embed="rId77"/>
                <a:stretch>
                  <a:fillRect/>
                </a:stretch>
              </p:blipFill>
              <p:spPr>
                <a:xfrm>
                  <a:off x="2212675" y="3486980"/>
                  <a:ext cx="452160" cy="6609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82859FCC-69C2-0260-11F7-35F46BFDE1C8}"/>
                    </a:ext>
                  </a:extLst>
                </p14:cNvPr>
                <p14:cNvContentPartPr/>
                <p14:nvPr/>
              </p14:nvContentPartPr>
              <p14:xfrm>
                <a:off x="2939155" y="3535220"/>
                <a:ext cx="257040" cy="372600"/>
              </p14:xfrm>
            </p:contentPart>
          </mc:Choice>
          <mc:Fallback>
            <p:pic>
              <p:nvPicPr>
                <p:cNvPr id="49" name="Ink 48">
                  <a:extLst>
                    <a:ext uri="{FF2B5EF4-FFF2-40B4-BE49-F238E27FC236}">
                      <a16:creationId xmlns:a16="http://schemas.microsoft.com/office/drawing/2014/main" id="{82859FCC-69C2-0260-11F7-35F46BFDE1C8}"/>
                    </a:ext>
                  </a:extLst>
                </p:cNvPr>
                <p:cNvPicPr/>
                <p:nvPr/>
              </p:nvPicPr>
              <p:blipFill>
                <a:blip r:embed="rId79"/>
                <a:stretch>
                  <a:fillRect/>
                </a:stretch>
              </p:blipFill>
              <p:spPr>
                <a:xfrm>
                  <a:off x="2933035" y="3529100"/>
                  <a:ext cx="26928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91C07562-F47D-F408-E5E4-59BF9A92FF0E}"/>
                    </a:ext>
                  </a:extLst>
                </p14:cNvPr>
                <p14:cNvContentPartPr/>
                <p14:nvPr/>
              </p14:nvContentPartPr>
              <p14:xfrm>
                <a:off x="3325435" y="3535220"/>
                <a:ext cx="510120" cy="264600"/>
              </p14:xfrm>
            </p:contentPart>
          </mc:Choice>
          <mc:Fallback>
            <p:pic>
              <p:nvPicPr>
                <p:cNvPr id="50" name="Ink 49">
                  <a:extLst>
                    <a:ext uri="{FF2B5EF4-FFF2-40B4-BE49-F238E27FC236}">
                      <a16:creationId xmlns:a16="http://schemas.microsoft.com/office/drawing/2014/main" id="{91C07562-F47D-F408-E5E4-59BF9A92FF0E}"/>
                    </a:ext>
                  </a:extLst>
                </p:cNvPr>
                <p:cNvPicPr/>
                <p:nvPr/>
              </p:nvPicPr>
              <p:blipFill>
                <a:blip r:embed="rId81"/>
                <a:stretch>
                  <a:fillRect/>
                </a:stretch>
              </p:blipFill>
              <p:spPr>
                <a:xfrm>
                  <a:off x="3319315" y="3529100"/>
                  <a:ext cx="522360" cy="276840"/>
                </a:xfrm>
                <a:prstGeom prst="rect">
                  <a:avLst/>
                </a:prstGeom>
              </p:spPr>
            </p:pic>
          </mc:Fallback>
        </mc:AlternateContent>
      </p:grpSp>
      <p:grpSp>
        <p:nvGrpSpPr>
          <p:cNvPr id="55" name="Group 54">
            <a:extLst>
              <a:ext uri="{FF2B5EF4-FFF2-40B4-BE49-F238E27FC236}">
                <a16:creationId xmlns:a16="http://schemas.microsoft.com/office/drawing/2014/main" id="{93A4A8E7-E99F-64D3-2624-B56FB4803AA4}"/>
              </a:ext>
            </a:extLst>
          </p:cNvPr>
          <p:cNvGrpSpPr/>
          <p:nvPr/>
        </p:nvGrpSpPr>
        <p:grpSpPr>
          <a:xfrm>
            <a:off x="4497595" y="2913860"/>
            <a:ext cx="1413000" cy="1242000"/>
            <a:chOff x="4497595" y="2913860"/>
            <a:chExt cx="1413000" cy="1242000"/>
          </a:xfrm>
        </p:grpSpPr>
        <mc:AlternateContent xmlns:mc="http://schemas.openxmlformats.org/markup-compatibility/2006">
          <mc:Choice xmlns:p14="http://schemas.microsoft.com/office/powerpoint/2010/main" Requires="p14">
            <p:contentPart p14:bwMode="auto" r:id="rId82">
              <p14:nvContentPartPr>
                <p14:cNvPr id="51" name="Ink 50">
                  <a:extLst>
                    <a:ext uri="{FF2B5EF4-FFF2-40B4-BE49-F238E27FC236}">
                      <a16:creationId xmlns:a16="http://schemas.microsoft.com/office/drawing/2014/main" id="{006B7A7F-66A0-FD02-0421-5F4074B713D0}"/>
                    </a:ext>
                  </a:extLst>
                </p14:cNvPr>
                <p14:cNvContentPartPr/>
                <p14:nvPr/>
              </p14:nvContentPartPr>
              <p14:xfrm>
                <a:off x="4497595" y="2913860"/>
                <a:ext cx="439200" cy="1242000"/>
              </p14:xfrm>
            </p:contentPart>
          </mc:Choice>
          <mc:Fallback>
            <p:pic>
              <p:nvPicPr>
                <p:cNvPr id="51" name="Ink 50">
                  <a:extLst>
                    <a:ext uri="{FF2B5EF4-FFF2-40B4-BE49-F238E27FC236}">
                      <a16:creationId xmlns:a16="http://schemas.microsoft.com/office/drawing/2014/main" id="{006B7A7F-66A0-FD02-0421-5F4074B713D0}"/>
                    </a:ext>
                  </a:extLst>
                </p:cNvPr>
                <p:cNvPicPr/>
                <p:nvPr/>
              </p:nvPicPr>
              <p:blipFill>
                <a:blip r:embed="rId83"/>
                <a:stretch>
                  <a:fillRect/>
                </a:stretch>
              </p:blipFill>
              <p:spPr>
                <a:xfrm>
                  <a:off x="4491475" y="2907740"/>
                  <a:ext cx="451440" cy="12542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2" name="Ink 51">
                  <a:extLst>
                    <a:ext uri="{FF2B5EF4-FFF2-40B4-BE49-F238E27FC236}">
                      <a16:creationId xmlns:a16="http://schemas.microsoft.com/office/drawing/2014/main" id="{A68FA599-43D6-0AAB-2BE8-F3AEF27CE77F}"/>
                    </a:ext>
                  </a:extLst>
                </p14:cNvPr>
                <p14:cNvContentPartPr/>
                <p14:nvPr/>
              </p14:nvContentPartPr>
              <p14:xfrm>
                <a:off x="5133715" y="3032300"/>
                <a:ext cx="279000" cy="642960"/>
              </p14:xfrm>
            </p:contentPart>
          </mc:Choice>
          <mc:Fallback>
            <p:pic>
              <p:nvPicPr>
                <p:cNvPr id="52" name="Ink 51">
                  <a:extLst>
                    <a:ext uri="{FF2B5EF4-FFF2-40B4-BE49-F238E27FC236}">
                      <a16:creationId xmlns:a16="http://schemas.microsoft.com/office/drawing/2014/main" id="{A68FA599-43D6-0AAB-2BE8-F3AEF27CE77F}"/>
                    </a:ext>
                  </a:extLst>
                </p:cNvPr>
                <p:cNvPicPr/>
                <p:nvPr/>
              </p:nvPicPr>
              <p:blipFill>
                <a:blip r:embed="rId85"/>
                <a:stretch>
                  <a:fillRect/>
                </a:stretch>
              </p:blipFill>
              <p:spPr>
                <a:xfrm>
                  <a:off x="5127595" y="3026180"/>
                  <a:ext cx="291240" cy="6552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3" name="Ink 52">
                  <a:extLst>
                    <a:ext uri="{FF2B5EF4-FFF2-40B4-BE49-F238E27FC236}">
                      <a16:creationId xmlns:a16="http://schemas.microsoft.com/office/drawing/2014/main" id="{5C0DB88F-6449-6E0A-1FAD-C07FC690BD23}"/>
                    </a:ext>
                  </a:extLst>
                </p14:cNvPr>
                <p14:cNvContentPartPr/>
                <p14:nvPr/>
              </p14:nvContentPartPr>
              <p14:xfrm>
                <a:off x="5365195" y="3445220"/>
                <a:ext cx="201600" cy="82800"/>
              </p14:xfrm>
            </p:contentPart>
          </mc:Choice>
          <mc:Fallback>
            <p:pic>
              <p:nvPicPr>
                <p:cNvPr id="53" name="Ink 52">
                  <a:extLst>
                    <a:ext uri="{FF2B5EF4-FFF2-40B4-BE49-F238E27FC236}">
                      <a16:creationId xmlns:a16="http://schemas.microsoft.com/office/drawing/2014/main" id="{5C0DB88F-6449-6E0A-1FAD-C07FC690BD23}"/>
                    </a:ext>
                  </a:extLst>
                </p:cNvPr>
                <p:cNvPicPr/>
                <p:nvPr/>
              </p:nvPicPr>
              <p:blipFill>
                <a:blip r:embed="rId87"/>
                <a:stretch>
                  <a:fillRect/>
                </a:stretch>
              </p:blipFill>
              <p:spPr>
                <a:xfrm>
                  <a:off x="5359075" y="3439100"/>
                  <a:ext cx="21384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4" name="Ink 53">
                  <a:extLst>
                    <a:ext uri="{FF2B5EF4-FFF2-40B4-BE49-F238E27FC236}">
                      <a16:creationId xmlns:a16="http://schemas.microsoft.com/office/drawing/2014/main" id="{69E3DA1A-7032-65F6-5835-2CD2D60DDD86}"/>
                    </a:ext>
                  </a:extLst>
                </p14:cNvPr>
                <p14:cNvContentPartPr/>
                <p14:nvPr/>
              </p14:nvContentPartPr>
              <p14:xfrm>
                <a:off x="5892235" y="3426500"/>
                <a:ext cx="18360" cy="21960"/>
              </p14:xfrm>
            </p:contentPart>
          </mc:Choice>
          <mc:Fallback>
            <p:pic>
              <p:nvPicPr>
                <p:cNvPr id="54" name="Ink 53">
                  <a:extLst>
                    <a:ext uri="{FF2B5EF4-FFF2-40B4-BE49-F238E27FC236}">
                      <a16:creationId xmlns:a16="http://schemas.microsoft.com/office/drawing/2014/main" id="{69E3DA1A-7032-65F6-5835-2CD2D60DDD86}"/>
                    </a:ext>
                  </a:extLst>
                </p:cNvPr>
                <p:cNvPicPr/>
                <p:nvPr/>
              </p:nvPicPr>
              <p:blipFill>
                <a:blip r:embed="rId89"/>
                <a:stretch>
                  <a:fillRect/>
                </a:stretch>
              </p:blipFill>
              <p:spPr>
                <a:xfrm>
                  <a:off x="5886115" y="3420380"/>
                  <a:ext cx="30600" cy="34200"/>
                </a:xfrm>
                <a:prstGeom prst="rect">
                  <a:avLst/>
                </a:prstGeom>
              </p:spPr>
            </p:pic>
          </mc:Fallback>
        </mc:AlternateContent>
      </p:grpSp>
    </p:spTree>
    <p:extLst>
      <p:ext uri="{BB962C8B-B14F-4D97-AF65-F5344CB8AC3E}">
        <p14:creationId xmlns:p14="http://schemas.microsoft.com/office/powerpoint/2010/main" val="1596173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5F1E312-5AA2-9465-6FF1-CE329B6A609F}"/>
                  </a:ext>
                </a:extLst>
              </p14:cNvPr>
              <p14:cNvContentPartPr/>
              <p14:nvPr/>
            </p14:nvContentPartPr>
            <p14:xfrm>
              <a:off x="7129195" y="279380"/>
              <a:ext cx="720" cy="4174920"/>
            </p14:xfrm>
          </p:contentPart>
        </mc:Choice>
        <mc:Fallback>
          <p:pic>
            <p:nvPicPr>
              <p:cNvPr id="3" name="Ink 2">
                <a:extLst>
                  <a:ext uri="{FF2B5EF4-FFF2-40B4-BE49-F238E27FC236}">
                    <a16:creationId xmlns:a16="http://schemas.microsoft.com/office/drawing/2014/main" id="{15F1E312-5AA2-9465-6FF1-CE329B6A609F}"/>
                  </a:ext>
                </a:extLst>
              </p:cNvPr>
              <p:cNvPicPr/>
              <p:nvPr/>
            </p:nvPicPr>
            <p:blipFill>
              <a:blip r:embed="rId3"/>
              <a:stretch>
                <a:fillRect/>
              </a:stretch>
            </p:blipFill>
            <p:spPr>
              <a:xfrm>
                <a:off x="7111195" y="270380"/>
                <a:ext cx="36000" cy="41925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80DD12B7-2598-68C8-2491-251ECD09F71D}"/>
                  </a:ext>
                </a:extLst>
              </p14:cNvPr>
              <p14:cNvContentPartPr/>
              <p14:nvPr/>
            </p14:nvContentPartPr>
            <p14:xfrm>
              <a:off x="7082395" y="4512980"/>
              <a:ext cx="4632480" cy="720"/>
            </p14:xfrm>
          </p:contentPart>
        </mc:Choice>
        <mc:Fallback>
          <p:pic>
            <p:nvPicPr>
              <p:cNvPr id="5" name="Ink 4">
                <a:extLst>
                  <a:ext uri="{FF2B5EF4-FFF2-40B4-BE49-F238E27FC236}">
                    <a16:creationId xmlns:a16="http://schemas.microsoft.com/office/drawing/2014/main" id="{80DD12B7-2598-68C8-2491-251ECD09F71D}"/>
                  </a:ext>
                </a:extLst>
              </p:cNvPr>
              <p:cNvPicPr/>
              <p:nvPr/>
            </p:nvPicPr>
            <p:blipFill>
              <a:blip r:embed="rId5"/>
              <a:stretch>
                <a:fillRect/>
              </a:stretch>
            </p:blipFill>
            <p:spPr>
              <a:xfrm>
                <a:off x="7073395" y="4494980"/>
                <a:ext cx="46501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5C60C7A0-1205-B199-DC16-F8A857C89B8C}"/>
                  </a:ext>
                </a:extLst>
              </p14:cNvPr>
              <p14:cNvContentPartPr/>
              <p14:nvPr/>
            </p14:nvContentPartPr>
            <p14:xfrm>
              <a:off x="7466875" y="284060"/>
              <a:ext cx="59400" cy="276840"/>
            </p14:xfrm>
          </p:contentPart>
        </mc:Choice>
        <mc:Fallback>
          <p:pic>
            <p:nvPicPr>
              <p:cNvPr id="6" name="Ink 5">
                <a:extLst>
                  <a:ext uri="{FF2B5EF4-FFF2-40B4-BE49-F238E27FC236}">
                    <a16:creationId xmlns:a16="http://schemas.microsoft.com/office/drawing/2014/main" id="{5C60C7A0-1205-B199-DC16-F8A857C89B8C}"/>
                  </a:ext>
                </a:extLst>
              </p:cNvPr>
              <p:cNvPicPr/>
              <p:nvPr/>
            </p:nvPicPr>
            <p:blipFill>
              <a:blip r:embed="rId7"/>
              <a:stretch>
                <a:fillRect/>
              </a:stretch>
            </p:blipFill>
            <p:spPr>
              <a:xfrm>
                <a:off x="7458235" y="275060"/>
                <a:ext cx="7704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C4125FAA-3FBD-5566-1781-17CCC172D3D7}"/>
                  </a:ext>
                </a:extLst>
              </p14:cNvPr>
              <p14:cNvContentPartPr/>
              <p14:nvPr/>
            </p14:nvContentPartPr>
            <p14:xfrm>
              <a:off x="7476595" y="300260"/>
              <a:ext cx="4793400" cy="4180680"/>
            </p14:xfrm>
          </p:contentPart>
        </mc:Choice>
        <mc:Fallback>
          <p:pic>
            <p:nvPicPr>
              <p:cNvPr id="7" name="Ink 6">
                <a:extLst>
                  <a:ext uri="{FF2B5EF4-FFF2-40B4-BE49-F238E27FC236}">
                    <a16:creationId xmlns:a16="http://schemas.microsoft.com/office/drawing/2014/main" id="{C4125FAA-3FBD-5566-1781-17CCC172D3D7}"/>
                  </a:ext>
                </a:extLst>
              </p:cNvPr>
              <p:cNvPicPr/>
              <p:nvPr/>
            </p:nvPicPr>
            <p:blipFill>
              <a:blip r:embed="rId9"/>
              <a:stretch>
                <a:fillRect/>
              </a:stretch>
            </p:blipFill>
            <p:spPr>
              <a:xfrm>
                <a:off x="7467955" y="291260"/>
                <a:ext cx="4811040" cy="4198320"/>
              </a:xfrm>
              <a:prstGeom prst="rect">
                <a:avLst/>
              </a:prstGeom>
            </p:spPr>
          </p:pic>
        </mc:Fallback>
      </mc:AlternateContent>
      <p:grpSp>
        <p:nvGrpSpPr>
          <p:cNvPr id="58" name="Group 57">
            <a:extLst>
              <a:ext uri="{FF2B5EF4-FFF2-40B4-BE49-F238E27FC236}">
                <a16:creationId xmlns:a16="http://schemas.microsoft.com/office/drawing/2014/main" id="{7B7E3BCA-F3EE-8FBA-2192-646F01768514}"/>
              </a:ext>
            </a:extLst>
          </p:cNvPr>
          <p:cNvGrpSpPr/>
          <p:nvPr/>
        </p:nvGrpSpPr>
        <p:grpSpPr>
          <a:xfrm>
            <a:off x="681955" y="153740"/>
            <a:ext cx="11612880" cy="5922360"/>
            <a:chOff x="681955" y="153740"/>
            <a:chExt cx="11612880" cy="5922360"/>
          </a:xfrm>
        </p:grpSpPr>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DBA7B405-F053-6C28-5980-CE868FB20406}"/>
                    </a:ext>
                  </a:extLst>
                </p14:cNvPr>
                <p14:cNvContentPartPr/>
                <p14:nvPr/>
              </p14:nvContentPartPr>
              <p14:xfrm>
                <a:off x="10067155" y="4437020"/>
                <a:ext cx="93960" cy="94320"/>
              </p14:xfrm>
            </p:contentPart>
          </mc:Choice>
          <mc:Fallback>
            <p:pic>
              <p:nvPicPr>
                <p:cNvPr id="8" name="Ink 7">
                  <a:extLst>
                    <a:ext uri="{FF2B5EF4-FFF2-40B4-BE49-F238E27FC236}">
                      <a16:creationId xmlns:a16="http://schemas.microsoft.com/office/drawing/2014/main" id="{DBA7B405-F053-6C28-5980-CE868FB20406}"/>
                    </a:ext>
                  </a:extLst>
                </p:cNvPr>
                <p:cNvPicPr/>
                <p:nvPr/>
              </p:nvPicPr>
              <p:blipFill>
                <a:blip r:embed="rId11"/>
                <a:stretch>
                  <a:fillRect/>
                </a:stretch>
              </p:blipFill>
              <p:spPr>
                <a:xfrm>
                  <a:off x="10061035" y="4430900"/>
                  <a:ext cx="10620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4657F1CD-FF0C-7BFA-A995-3F67DB6DF58D}"/>
                    </a:ext>
                  </a:extLst>
                </p14:cNvPr>
                <p14:cNvContentPartPr/>
                <p14:nvPr/>
              </p14:nvContentPartPr>
              <p14:xfrm>
                <a:off x="10139155" y="4579220"/>
                <a:ext cx="77400" cy="355320"/>
              </p14:xfrm>
            </p:contentPart>
          </mc:Choice>
          <mc:Fallback>
            <p:pic>
              <p:nvPicPr>
                <p:cNvPr id="9" name="Ink 8">
                  <a:extLst>
                    <a:ext uri="{FF2B5EF4-FFF2-40B4-BE49-F238E27FC236}">
                      <a16:creationId xmlns:a16="http://schemas.microsoft.com/office/drawing/2014/main" id="{4657F1CD-FF0C-7BFA-A995-3F67DB6DF58D}"/>
                    </a:ext>
                  </a:extLst>
                </p:cNvPr>
                <p:cNvPicPr/>
                <p:nvPr/>
              </p:nvPicPr>
              <p:blipFill>
                <a:blip r:embed="rId13"/>
                <a:stretch>
                  <a:fillRect/>
                </a:stretch>
              </p:blipFill>
              <p:spPr>
                <a:xfrm>
                  <a:off x="10133035" y="4573100"/>
                  <a:ext cx="89640" cy="367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58FBF790-BDC6-1F4B-A649-F8A6172E50C6}"/>
                    </a:ext>
                  </a:extLst>
                </p14:cNvPr>
                <p14:cNvContentPartPr/>
                <p14:nvPr/>
              </p14:nvContentPartPr>
              <p14:xfrm>
                <a:off x="9965275" y="5144780"/>
                <a:ext cx="399600" cy="931320"/>
              </p14:xfrm>
            </p:contentPart>
          </mc:Choice>
          <mc:Fallback>
            <p:pic>
              <p:nvPicPr>
                <p:cNvPr id="10" name="Ink 9">
                  <a:extLst>
                    <a:ext uri="{FF2B5EF4-FFF2-40B4-BE49-F238E27FC236}">
                      <a16:creationId xmlns:a16="http://schemas.microsoft.com/office/drawing/2014/main" id="{58FBF790-BDC6-1F4B-A649-F8A6172E50C6}"/>
                    </a:ext>
                  </a:extLst>
                </p:cNvPr>
                <p:cNvPicPr/>
                <p:nvPr/>
              </p:nvPicPr>
              <p:blipFill>
                <a:blip r:embed="rId15"/>
                <a:stretch>
                  <a:fillRect/>
                </a:stretch>
              </p:blipFill>
              <p:spPr>
                <a:xfrm>
                  <a:off x="9959155" y="5138660"/>
                  <a:ext cx="411840" cy="943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C5EC92AA-1C1F-DA6F-2AA6-E0EF682D55C2}"/>
                    </a:ext>
                  </a:extLst>
                </p14:cNvPr>
                <p14:cNvContentPartPr/>
                <p14:nvPr/>
              </p14:nvContentPartPr>
              <p14:xfrm>
                <a:off x="10436155" y="4991060"/>
                <a:ext cx="291600" cy="459360"/>
              </p14:xfrm>
            </p:contentPart>
          </mc:Choice>
          <mc:Fallback>
            <p:pic>
              <p:nvPicPr>
                <p:cNvPr id="11" name="Ink 10">
                  <a:extLst>
                    <a:ext uri="{FF2B5EF4-FFF2-40B4-BE49-F238E27FC236}">
                      <a16:creationId xmlns:a16="http://schemas.microsoft.com/office/drawing/2014/main" id="{C5EC92AA-1C1F-DA6F-2AA6-E0EF682D55C2}"/>
                    </a:ext>
                  </a:extLst>
                </p:cNvPr>
                <p:cNvPicPr/>
                <p:nvPr/>
              </p:nvPicPr>
              <p:blipFill>
                <a:blip r:embed="rId17"/>
                <a:stretch>
                  <a:fillRect/>
                </a:stretch>
              </p:blipFill>
              <p:spPr>
                <a:xfrm>
                  <a:off x="10430035" y="4984940"/>
                  <a:ext cx="303840" cy="471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8F5A29C1-CDEC-75F2-1A3C-A7FA0B57B10B}"/>
                    </a:ext>
                  </a:extLst>
                </p14:cNvPr>
                <p14:cNvContentPartPr/>
                <p14:nvPr/>
              </p14:nvContentPartPr>
              <p14:xfrm>
                <a:off x="10815595" y="4678220"/>
                <a:ext cx="721440" cy="601920"/>
              </p14:xfrm>
            </p:contentPart>
          </mc:Choice>
          <mc:Fallback>
            <p:pic>
              <p:nvPicPr>
                <p:cNvPr id="12" name="Ink 11">
                  <a:extLst>
                    <a:ext uri="{FF2B5EF4-FFF2-40B4-BE49-F238E27FC236}">
                      <a16:creationId xmlns:a16="http://schemas.microsoft.com/office/drawing/2014/main" id="{8F5A29C1-CDEC-75F2-1A3C-A7FA0B57B10B}"/>
                    </a:ext>
                  </a:extLst>
                </p:cNvPr>
                <p:cNvPicPr/>
                <p:nvPr/>
              </p:nvPicPr>
              <p:blipFill>
                <a:blip r:embed="rId19"/>
                <a:stretch>
                  <a:fillRect/>
                </a:stretch>
              </p:blipFill>
              <p:spPr>
                <a:xfrm>
                  <a:off x="10809475" y="4672100"/>
                  <a:ext cx="733680" cy="6141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DFC765EA-C85A-1422-910C-D40AF67F518D}"/>
                    </a:ext>
                  </a:extLst>
                </p14:cNvPr>
                <p14:cNvContentPartPr/>
                <p14:nvPr/>
              </p14:nvContentPartPr>
              <p14:xfrm>
                <a:off x="10714075" y="5608820"/>
                <a:ext cx="549360" cy="216000"/>
              </p14:xfrm>
            </p:contentPart>
          </mc:Choice>
          <mc:Fallback>
            <p:pic>
              <p:nvPicPr>
                <p:cNvPr id="14" name="Ink 13">
                  <a:extLst>
                    <a:ext uri="{FF2B5EF4-FFF2-40B4-BE49-F238E27FC236}">
                      <a16:creationId xmlns:a16="http://schemas.microsoft.com/office/drawing/2014/main" id="{DFC765EA-C85A-1422-910C-D40AF67F518D}"/>
                    </a:ext>
                  </a:extLst>
                </p:cNvPr>
                <p:cNvPicPr/>
                <p:nvPr/>
              </p:nvPicPr>
              <p:blipFill>
                <a:blip r:embed="rId21"/>
                <a:stretch>
                  <a:fillRect/>
                </a:stretch>
              </p:blipFill>
              <p:spPr>
                <a:xfrm>
                  <a:off x="10707955" y="5602700"/>
                  <a:ext cx="56160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266FD74F-8BF5-7077-629D-64EE638575FC}"/>
                    </a:ext>
                  </a:extLst>
                </p14:cNvPr>
                <p14:cNvContentPartPr/>
                <p14:nvPr/>
              </p14:nvContentPartPr>
              <p14:xfrm>
                <a:off x="11303755" y="5262860"/>
                <a:ext cx="21960" cy="12240"/>
              </p14:xfrm>
            </p:contentPart>
          </mc:Choice>
          <mc:Fallback>
            <p:pic>
              <p:nvPicPr>
                <p:cNvPr id="15" name="Ink 14">
                  <a:extLst>
                    <a:ext uri="{FF2B5EF4-FFF2-40B4-BE49-F238E27FC236}">
                      <a16:creationId xmlns:a16="http://schemas.microsoft.com/office/drawing/2014/main" id="{266FD74F-8BF5-7077-629D-64EE638575FC}"/>
                    </a:ext>
                  </a:extLst>
                </p:cNvPr>
                <p:cNvPicPr/>
                <p:nvPr/>
              </p:nvPicPr>
              <p:blipFill>
                <a:blip r:embed="rId23"/>
                <a:stretch>
                  <a:fillRect/>
                </a:stretch>
              </p:blipFill>
              <p:spPr>
                <a:xfrm>
                  <a:off x="11297635" y="5256740"/>
                  <a:ext cx="342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47637D3B-9A1B-7E05-B275-6662F5692F8B}"/>
                    </a:ext>
                  </a:extLst>
                </p14:cNvPr>
                <p14:cNvContentPartPr/>
                <p14:nvPr/>
              </p14:nvContentPartPr>
              <p14:xfrm>
                <a:off x="11430475" y="5412620"/>
                <a:ext cx="264600" cy="117000"/>
              </p14:xfrm>
            </p:contentPart>
          </mc:Choice>
          <mc:Fallback>
            <p:pic>
              <p:nvPicPr>
                <p:cNvPr id="16" name="Ink 15">
                  <a:extLst>
                    <a:ext uri="{FF2B5EF4-FFF2-40B4-BE49-F238E27FC236}">
                      <a16:creationId xmlns:a16="http://schemas.microsoft.com/office/drawing/2014/main" id="{47637D3B-9A1B-7E05-B275-6662F5692F8B}"/>
                    </a:ext>
                  </a:extLst>
                </p:cNvPr>
                <p:cNvPicPr/>
                <p:nvPr/>
              </p:nvPicPr>
              <p:blipFill>
                <a:blip r:embed="rId25"/>
                <a:stretch>
                  <a:fillRect/>
                </a:stretch>
              </p:blipFill>
              <p:spPr>
                <a:xfrm>
                  <a:off x="11424355" y="5406500"/>
                  <a:ext cx="27684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92045939-6528-EA56-3EC8-2BBCBD3D2882}"/>
                    </a:ext>
                  </a:extLst>
                </p14:cNvPr>
                <p14:cNvContentPartPr/>
                <p14:nvPr/>
              </p14:nvContentPartPr>
              <p14:xfrm>
                <a:off x="11711275" y="5145500"/>
                <a:ext cx="8640" cy="40680"/>
              </p14:xfrm>
            </p:contentPart>
          </mc:Choice>
          <mc:Fallback>
            <p:pic>
              <p:nvPicPr>
                <p:cNvPr id="17" name="Ink 16">
                  <a:extLst>
                    <a:ext uri="{FF2B5EF4-FFF2-40B4-BE49-F238E27FC236}">
                      <a16:creationId xmlns:a16="http://schemas.microsoft.com/office/drawing/2014/main" id="{92045939-6528-EA56-3EC8-2BBCBD3D2882}"/>
                    </a:ext>
                  </a:extLst>
                </p:cNvPr>
                <p:cNvPicPr/>
                <p:nvPr/>
              </p:nvPicPr>
              <p:blipFill>
                <a:blip r:embed="rId27"/>
                <a:stretch>
                  <a:fillRect/>
                </a:stretch>
              </p:blipFill>
              <p:spPr>
                <a:xfrm>
                  <a:off x="11705155" y="5139380"/>
                  <a:ext cx="2088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7FA425B6-205E-498F-2D63-76A47EB7D0B5}"/>
                    </a:ext>
                  </a:extLst>
                </p14:cNvPr>
                <p14:cNvContentPartPr/>
                <p14:nvPr/>
              </p14:nvContentPartPr>
              <p14:xfrm>
                <a:off x="11806675" y="5162780"/>
                <a:ext cx="236520" cy="119520"/>
              </p14:xfrm>
            </p:contentPart>
          </mc:Choice>
          <mc:Fallback>
            <p:pic>
              <p:nvPicPr>
                <p:cNvPr id="18" name="Ink 17">
                  <a:extLst>
                    <a:ext uri="{FF2B5EF4-FFF2-40B4-BE49-F238E27FC236}">
                      <a16:creationId xmlns:a16="http://schemas.microsoft.com/office/drawing/2014/main" id="{7FA425B6-205E-498F-2D63-76A47EB7D0B5}"/>
                    </a:ext>
                  </a:extLst>
                </p:cNvPr>
                <p:cNvPicPr/>
                <p:nvPr/>
              </p:nvPicPr>
              <p:blipFill>
                <a:blip r:embed="rId29"/>
                <a:stretch>
                  <a:fillRect/>
                </a:stretch>
              </p:blipFill>
              <p:spPr>
                <a:xfrm>
                  <a:off x="11800555" y="5156660"/>
                  <a:ext cx="24876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D1BDD3D4-B4E0-15AA-FA11-F877D759A9BD}"/>
                    </a:ext>
                  </a:extLst>
                </p14:cNvPr>
                <p14:cNvContentPartPr/>
                <p14:nvPr/>
              </p14:nvContentPartPr>
              <p14:xfrm>
                <a:off x="12146515" y="5198780"/>
                <a:ext cx="51120" cy="13320"/>
              </p14:xfrm>
            </p:contentPart>
          </mc:Choice>
          <mc:Fallback>
            <p:pic>
              <p:nvPicPr>
                <p:cNvPr id="19" name="Ink 18">
                  <a:extLst>
                    <a:ext uri="{FF2B5EF4-FFF2-40B4-BE49-F238E27FC236}">
                      <a16:creationId xmlns:a16="http://schemas.microsoft.com/office/drawing/2014/main" id="{D1BDD3D4-B4E0-15AA-FA11-F877D759A9BD}"/>
                    </a:ext>
                  </a:extLst>
                </p:cNvPr>
                <p:cNvPicPr/>
                <p:nvPr/>
              </p:nvPicPr>
              <p:blipFill>
                <a:blip r:embed="rId31"/>
                <a:stretch>
                  <a:fillRect/>
                </a:stretch>
              </p:blipFill>
              <p:spPr>
                <a:xfrm>
                  <a:off x="12140395" y="5192660"/>
                  <a:ext cx="633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42F18F48-87E9-7955-78B7-AA716CBD3E5F}"/>
                    </a:ext>
                  </a:extLst>
                </p14:cNvPr>
                <p14:cNvContentPartPr/>
                <p14:nvPr/>
              </p14:nvContentPartPr>
              <p14:xfrm>
                <a:off x="11639995" y="4158020"/>
                <a:ext cx="185760" cy="437760"/>
              </p14:xfrm>
            </p:contentPart>
          </mc:Choice>
          <mc:Fallback>
            <p:pic>
              <p:nvPicPr>
                <p:cNvPr id="21" name="Ink 20">
                  <a:extLst>
                    <a:ext uri="{FF2B5EF4-FFF2-40B4-BE49-F238E27FC236}">
                      <a16:creationId xmlns:a16="http://schemas.microsoft.com/office/drawing/2014/main" id="{42F18F48-87E9-7955-78B7-AA716CBD3E5F}"/>
                    </a:ext>
                  </a:extLst>
                </p:cNvPr>
                <p:cNvPicPr/>
                <p:nvPr/>
              </p:nvPicPr>
              <p:blipFill>
                <a:blip r:embed="rId33"/>
                <a:stretch>
                  <a:fillRect/>
                </a:stretch>
              </p:blipFill>
              <p:spPr>
                <a:xfrm>
                  <a:off x="11633875" y="4151900"/>
                  <a:ext cx="198000" cy="450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1" name="Ink 30">
                  <a:extLst>
                    <a:ext uri="{FF2B5EF4-FFF2-40B4-BE49-F238E27FC236}">
                      <a16:creationId xmlns:a16="http://schemas.microsoft.com/office/drawing/2014/main" id="{085EC1A0-3CF4-73EB-A423-B04544D4F5EA}"/>
                    </a:ext>
                  </a:extLst>
                </p14:cNvPr>
                <p14:cNvContentPartPr/>
                <p14:nvPr/>
              </p14:nvContentPartPr>
              <p14:xfrm>
                <a:off x="11892715" y="4337660"/>
                <a:ext cx="248040" cy="557280"/>
              </p14:xfrm>
            </p:contentPart>
          </mc:Choice>
          <mc:Fallback>
            <p:pic>
              <p:nvPicPr>
                <p:cNvPr id="31" name="Ink 30">
                  <a:extLst>
                    <a:ext uri="{FF2B5EF4-FFF2-40B4-BE49-F238E27FC236}">
                      <a16:creationId xmlns:a16="http://schemas.microsoft.com/office/drawing/2014/main" id="{085EC1A0-3CF4-73EB-A423-B04544D4F5EA}"/>
                    </a:ext>
                  </a:extLst>
                </p:cNvPr>
                <p:cNvPicPr/>
                <p:nvPr/>
              </p:nvPicPr>
              <p:blipFill>
                <a:blip r:embed="rId35"/>
                <a:stretch>
                  <a:fillRect/>
                </a:stretch>
              </p:blipFill>
              <p:spPr>
                <a:xfrm>
                  <a:off x="11886595" y="4331540"/>
                  <a:ext cx="260280" cy="5695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2" name="Ink 31">
                  <a:extLst>
                    <a:ext uri="{FF2B5EF4-FFF2-40B4-BE49-F238E27FC236}">
                      <a16:creationId xmlns:a16="http://schemas.microsoft.com/office/drawing/2014/main" id="{67E04DE7-CC15-D5BD-1ED5-C5D63B98F42F}"/>
                    </a:ext>
                  </a:extLst>
                </p14:cNvPr>
                <p14:cNvContentPartPr/>
                <p14:nvPr/>
              </p14:nvContentPartPr>
              <p14:xfrm>
                <a:off x="12190075" y="4484900"/>
                <a:ext cx="17280" cy="19800"/>
              </p14:xfrm>
            </p:contentPart>
          </mc:Choice>
          <mc:Fallback>
            <p:pic>
              <p:nvPicPr>
                <p:cNvPr id="32" name="Ink 31">
                  <a:extLst>
                    <a:ext uri="{FF2B5EF4-FFF2-40B4-BE49-F238E27FC236}">
                      <a16:creationId xmlns:a16="http://schemas.microsoft.com/office/drawing/2014/main" id="{67E04DE7-CC15-D5BD-1ED5-C5D63B98F42F}"/>
                    </a:ext>
                  </a:extLst>
                </p:cNvPr>
                <p:cNvPicPr/>
                <p:nvPr/>
              </p:nvPicPr>
              <p:blipFill>
                <a:blip r:embed="rId37"/>
                <a:stretch>
                  <a:fillRect/>
                </a:stretch>
              </p:blipFill>
              <p:spPr>
                <a:xfrm>
                  <a:off x="12183955" y="4478780"/>
                  <a:ext cx="295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50" name="Ink 49">
                  <a:extLst>
                    <a:ext uri="{FF2B5EF4-FFF2-40B4-BE49-F238E27FC236}">
                      <a16:creationId xmlns:a16="http://schemas.microsoft.com/office/drawing/2014/main" id="{2774589F-3B13-0CE7-BC9D-99245E39045B}"/>
                    </a:ext>
                  </a:extLst>
                </p14:cNvPr>
                <p14:cNvContentPartPr/>
                <p14:nvPr/>
              </p14:nvContentPartPr>
              <p14:xfrm>
                <a:off x="10098115" y="4459700"/>
                <a:ext cx="128160" cy="29520"/>
              </p14:xfrm>
            </p:contentPart>
          </mc:Choice>
          <mc:Fallback>
            <p:pic>
              <p:nvPicPr>
                <p:cNvPr id="50" name="Ink 49">
                  <a:extLst>
                    <a:ext uri="{FF2B5EF4-FFF2-40B4-BE49-F238E27FC236}">
                      <a16:creationId xmlns:a16="http://schemas.microsoft.com/office/drawing/2014/main" id="{2774589F-3B13-0CE7-BC9D-99245E39045B}"/>
                    </a:ext>
                  </a:extLst>
                </p:cNvPr>
                <p:cNvPicPr/>
                <p:nvPr/>
              </p:nvPicPr>
              <p:blipFill>
                <a:blip r:embed="rId39"/>
                <a:stretch>
                  <a:fillRect/>
                </a:stretch>
              </p:blipFill>
              <p:spPr>
                <a:xfrm>
                  <a:off x="10091995" y="4453580"/>
                  <a:ext cx="1404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9" name="Ink 48">
                  <a:extLst>
                    <a:ext uri="{FF2B5EF4-FFF2-40B4-BE49-F238E27FC236}">
                      <a16:creationId xmlns:a16="http://schemas.microsoft.com/office/drawing/2014/main" id="{ECFBD255-228A-DE88-7192-4AC035153D49}"/>
                    </a:ext>
                  </a:extLst>
                </p14:cNvPr>
                <p14:cNvContentPartPr/>
                <p14:nvPr/>
              </p14:nvContentPartPr>
              <p14:xfrm>
                <a:off x="7374715" y="269300"/>
                <a:ext cx="4920120" cy="3385080"/>
              </p14:xfrm>
            </p:contentPart>
          </mc:Choice>
          <mc:Fallback>
            <p:pic>
              <p:nvPicPr>
                <p:cNvPr id="49" name="Ink 48">
                  <a:extLst>
                    <a:ext uri="{FF2B5EF4-FFF2-40B4-BE49-F238E27FC236}">
                      <a16:creationId xmlns:a16="http://schemas.microsoft.com/office/drawing/2014/main" id="{ECFBD255-228A-DE88-7192-4AC035153D49}"/>
                    </a:ext>
                  </a:extLst>
                </p:cNvPr>
                <p:cNvPicPr/>
                <p:nvPr/>
              </p:nvPicPr>
              <p:blipFill>
                <a:blip r:embed="rId41"/>
                <a:stretch>
                  <a:fillRect/>
                </a:stretch>
              </p:blipFill>
              <p:spPr>
                <a:xfrm>
                  <a:off x="7368595" y="263180"/>
                  <a:ext cx="4932360" cy="33973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51" name="Ink 50">
                  <a:extLst>
                    <a:ext uri="{FF2B5EF4-FFF2-40B4-BE49-F238E27FC236}">
                      <a16:creationId xmlns:a16="http://schemas.microsoft.com/office/drawing/2014/main" id="{E4FEE150-CC56-FE7D-F7A3-78AE1441B416}"/>
                    </a:ext>
                  </a:extLst>
                </p14:cNvPr>
                <p14:cNvContentPartPr/>
                <p14:nvPr/>
              </p14:nvContentPartPr>
              <p14:xfrm>
                <a:off x="9597355" y="3519020"/>
                <a:ext cx="108000" cy="194040"/>
              </p14:xfrm>
            </p:contentPart>
          </mc:Choice>
          <mc:Fallback>
            <p:pic>
              <p:nvPicPr>
                <p:cNvPr id="51" name="Ink 50">
                  <a:extLst>
                    <a:ext uri="{FF2B5EF4-FFF2-40B4-BE49-F238E27FC236}">
                      <a16:creationId xmlns:a16="http://schemas.microsoft.com/office/drawing/2014/main" id="{E4FEE150-CC56-FE7D-F7A3-78AE1441B416}"/>
                    </a:ext>
                  </a:extLst>
                </p:cNvPr>
                <p:cNvPicPr/>
                <p:nvPr/>
              </p:nvPicPr>
              <p:blipFill>
                <a:blip r:embed="rId43"/>
                <a:stretch>
                  <a:fillRect/>
                </a:stretch>
              </p:blipFill>
              <p:spPr>
                <a:xfrm>
                  <a:off x="9591235" y="3512900"/>
                  <a:ext cx="12024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4" name="Ink 33">
                  <a:extLst>
                    <a:ext uri="{FF2B5EF4-FFF2-40B4-BE49-F238E27FC236}">
                      <a16:creationId xmlns:a16="http://schemas.microsoft.com/office/drawing/2014/main" id="{9669F731-31D3-824B-1010-CFB0C89F3A54}"/>
                    </a:ext>
                  </a:extLst>
                </p14:cNvPr>
                <p14:cNvContentPartPr/>
                <p14:nvPr/>
              </p14:nvContentPartPr>
              <p14:xfrm>
                <a:off x="681955" y="1371260"/>
                <a:ext cx="535680" cy="812160"/>
              </p14:xfrm>
            </p:contentPart>
          </mc:Choice>
          <mc:Fallback>
            <p:pic>
              <p:nvPicPr>
                <p:cNvPr id="34" name="Ink 33">
                  <a:extLst>
                    <a:ext uri="{FF2B5EF4-FFF2-40B4-BE49-F238E27FC236}">
                      <a16:creationId xmlns:a16="http://schemas.microsoft.com/office/drawing/2014/main" id="{9669F731-31D3-824B-1010-CFB0C89F3A54}"/>
                    </a:ext>
                  </a:extLst>
                </p:cNvPr>
                <p:cNvPicPr/>
                <p:nvPr/>
              </p:nvPicPr>
              <p:blipFill>
                <a:blip r:embed="rId45"/>
                <a:stretch>
                  <a:fillRect/>
                </a:stretch>
              </p:blipFill>
              <p:spPr>
                <a:xfrm>
                  <a:off x="675835" y="1365140"/>
                  <a:ext cx="547920" cy="8244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5" name="Ink 34">
                  <a:extLst>
                    <a:ext uri="{FF2B5EF4-FFF2-40B4-BE49-F238E27FC236}">
                      <a16:creationId xmlns:a16="http://schemas.microsoft.com/office/drawing/2014/main" id="{C8E8E9CB-EBAB-C216-C4A8-55C407A3B81C}"/>
                    </a:ext>
                  </a:extLst>
                </p14:cNvPr>
                <p14:cNvContentPartPr/>
                <p14:nvPr/>
              </p14:nvContentPartPr>
              <p14:xfrm>
                <a:off x="1811635" y="1649180"/>
                <a:ext cx="702360" cy="202320"/>
              </p14:xfrm>
            </p:contentPart>
          </mc:Choice>
          <mc:Fallback>
            <p:pic>
              <p:nvPicPr>
                <p:cNvPr id="35" name="Ink 34">
                  <a:extLst>
                    <a:ext uri="{FF2B5EF4-FFF2-40B4-BE49-F238E27FC236}">
                      <a16:creationId xmlns:a16="http://schemas.microsoft.com/office/drawing/2014/main" id="{C8E8E9CB-EBAB-C216-C4A8-55C407A3B81C}"/>
                    </a:ext>
                  </a:extLst>
                </p:cNvPr>
                <p:cNvPicPr/>
                <p:nvPr/>
              </p:nvPicPr>
              <p:blipFill>
                <a:blip r:embed="rId47"/>
                <a:stretch>
                  <a:fillRect/>
                </a:stretch>
              </p:blipFill>
              <p:spPr>
                <a:xfrm>
                  <a:off x="1805515" y="1643060"/>
                  <a:ext cx="71460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6" name="Ink 35">
                  <a:extLst>
                    <a:ext uri="{FF2B5EF4-FFF2-40B4-BE49-F238E27FC236}">
                      <a16:creationId xmlns:a16="http://schemas.microsoft.com/office/drawing/2014/main" id="{7DA1F0B8-5E51-715F-DBA9-E0665C606F6B}"/>
                    </a:ext>
                  </a:extLst>
                </p14:cNvPr>
                <p14:cNvContentPartPr/>
                <p14:nvPr/>
              </p14:nvContentPartPr>
              <p14:xfrm>
                <a:off x="2285755" y="1438580"/>
                <a:ext cx="138960" cy="647280"/>
              </p14:xfrm>
            </p:contentPart>
          </mc:Choice>
          <mc:Fallback>
            <p:pic>
              <p:nvPicPr>
                <p:cNvPr id="36" name="Ink 35">
                  <a:extLst>
                    <a:ext uri="{FF2B5EF4-FFF2-40B4-BE49-F238E27FC236}">
                      <a16:creationId xmlns:a16="http://schemas.microsoft.com/office/drawing/2014/main" id="{7DA1F0B8-5E51-715F-DBA9-E0665C606F6B}"/>
                    </a:ext>
                  </a:extLst>
                </p:cNvPr>
                <p:cNvPicPr/>
                <p:nvPr/>
              </p:nvPicPr>
              <p:blipFill>
                <a:blip r:embed="rId49"/>
                <a:stretch>
                  <a:fillRect/>
                </a:stretch>
              </p:blipFill>
              <p:spPr>
                <a:xfrm>
                  <a:off x="2279635" y="1432460"/>
                  <a:ext cx="151200" cy="6595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7" name="Ink 36">
                  <a:extLst>
                    <a:ext uri="{FF2B5EF4-FFF2-40B4-BE49-F238E27FC236}">
                      <a16:creationId xmlns:a16="http://schemas.microsoft.com/office/drawing/2014/main" id="{6F90F0F3-5A41-E2DB-E4A9-BFAFFEF3F451}"/>
                    </a:ext>
                  </a:extLst>
                </p14:cNvPr>
                <p14:cNvContentPartPr/>
                <p14:nvPr/>
              </p14:nvContentPartPr>
              <p14:xfrm>
                <a:off x="3135715" y="1096580"/>
                <a:ext cx="54720" cy="728640"/>
              </p14:xfrm>
            </p:contentPart>
          </mc:Choice>
          <mc:Fallback>
            <p:pic>
              <p:nvPicPr>
                <p:cNvPr id="37" name="Ink 36">
                  <a:extLst>
                    <a:ext uri="{FF2B5EF4-FFF2-40B4-BE49-F238E27FC236}">
                      <a16:creationId xmlns:a16="http://schemas.microsoft.com/office/drawing/2014/main" id="{6F90F0F3-5A41-E2DB-E4A9-BFAFFEF3F451}"/>
                    </a:ext>
                  </a:extLst>
                </p:cNvPr>
                <p:cNvPicPr/>
                <p:nvPr/>
              </p:nvPicPr>
              <p:blipFill>
                <a:blip r:embed="rId51"/>
                <a:stretch>
                  <a:fillRect/>
                </a:stretch>
              </p:blipFill>
              <p:spPr>
                <a:xfrm>
                  <a:off x="3129595" y="1090460"/>
                  <a:ext cx="66960" cy="7408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2" name="Ink 21">
                  <a:extLst>
                    <a:ext uri="{FF2B5EF4-FFF2-40B4-BE49-F238E27FC236}">
                      <a16:creationId xmlns:a16="http://schemas.microsoft.com/office/drawing/2014/main" id="{95AC51A3-45AD-6A7A-1D17-2C2B0D2FFC00}"/>
                    </a:ext>
                  </a:extLst>
                </p14:cNvPr>
                <p14:cNvContentPartPr/>
                <p14:nvPr/>
              </p14:nvContentPartPr>
              <p14:xfrm>
                <a:off x="7335475" y="1035740"/>
                <a:ext cx="111240" cy="236880"/>
              </p14:xfrm>
            </p:contentPart>
          </mc:Choice>
          <mc:Fallback>
            <p:pic>
              <p:nvPicPr>
                <p:cNvPr id="22" name="Ink 21">
                  <a:extLst>
                    <a:ext uri="{FF2B5EF4-FFF2-40B4-BE49-F238E27FC236}">
                      <a16:creationId xmlns:a16="http://schemas.microsoft.com/office/drawing/2014/main" id="{95AC51A3-45AD-6A7A-1D17-2C2B0D2FFC00}"/>
                    </a:ext>
                  </a:extLst>
                </p:cNvPr>
                <p:cNvPicPr/>
                <p:nvPr/>
              </p:nvPicPr>
              <p:blipFill>
                <a:blip r:embed="rId53"/>
                <a:stretch>
                  <a:fillRect/>
                </a:stretch>
              </p:blipFill>
              <p:spPr>
                <a:xfrm>
                  <a:off x="7329355" y="1029620"/>
                  <a:ext cx="12348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3" name="Ink 22">
                  <a:extLst>
                    <a:ext uri="{FF2B5EF4-FFF2-40B4-BE49-F238E27FC236}">
                      <a16:creationId xmlns:a16="http://schemas.microsoft.com/office/drawing/2014/main" id="{69420F66-A02D-EAEE-8A17-8FFC499E8832}"/>
                    </a:ext>
                  </a:extLst>
                </p14:cNvPr>
                <p14:cNvContentPartPr/>
                <p14:nvPr/>
              </p14:nvContentPartPr>
              <p14:xfrm>
                <a:off x="6825355" y="184700"/>
                <a:ext cx="450000" cy="297000"/>
              </p14:xfrm>
            </p:contentPart>
          </mc:Choice>
          <mc:Fallback>
            <p:pic>
              <p:nvPicPr>
                <p:cNvPr id="23" name="Ink 22">
                  <a:extLst>
                    <a:ext uri="{FF2B5EF4-FFF2-40B4-BE49-F238E27FC236}">
                      <a16:creationId xmlns:a16="http://schemas.microsoft.com/office/drawing/2014/main" id="{69420F66-A02D-EAEE-8A17-8FFC499E8832}"/>
                    </a:ext>
                  </a:extLst>
                </p:cNvPr>
                <p:cNvPicPr/>
                <p:nvPr/>
              </p:nvPicPr>
              <p:blipFill>
                <a:blip r:embed="rId55"/>
                <a:stretch>
                  <a:fillRect/>
                </a:stretch>
              </p:blipFill>
              <p:spPr>
                <a:xfrm>
                  <a:off x="6819235" y="178580"/>
                  <a:ext cx="462240" cy="3092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24" name="Ink 23">
                  <a:extLst>
                    <a:ext uri="{FF2B5EF4-FFF2-40B4-BE49-F238E27FC236}">
                      <a16:creationId xmlns:a16="http://schemas.microsoft.com/office/drawing/2014/main" id="{DC82C6B9-5103-6CC1-6E00-578990075C6C}"/>
                    </a:ext>
                  </a:extLst>
                </p14:cNvPr>
                <p14:cNvContentPartPr/>
                <p14:nvPr/>
              </p14:nvContentPartPr>
              <p14:xfrm>
                <a:off x="7179955" y="160220"/>
                <a:ext cx="101520" cy="360720"/>
              </p14:xfrm>
            </p:contentPart>
          </mc:Choice>
          <mc:Fallback>
            <p:pic>
              <p:nvPicPr>
                <p:cNvPr id="24" name="Ink 23">
                  <a:extLst>
                    <a:ext uri="{FF2B5EF4-FFF2-40B4-BE49-F238E27FC236}">
                      <a16:creationId xmlns:a16="http://schemas.microsoft.com/office/drawing/2014/main" id="{DC82C6B9-5103-6CC1-6E00-578990075C6C}"/>
                    </a:ext>
                  </a:extLst>
                </p:cNvPr>
                <p:cNvPicPr/>
                <p:nvPr/>
              </p:nvPicPr>
              <p:blipFill>
                <a:blip r:embed="rId57"/>
                <a:stretch>
                  <a:fillRect/>
                </a:stretch>
              </p:blipFill>
              <p:spPr>
                <a:xfrm>
                  <a:off x="7173835" y="154100"/>
                  <a:ext cx="11376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25" name="Ink 24">
                  <a:extLst>
                    <a:ext uri="{FF2B5EF4-FFF2-40B4-BE49-F238E27FC236}">
                      <a16:creationId xmlns:a16="http://schemas.microsoft.com/office/drawing/2014/main" id="{9BA1F56D-6B2C-BE86-A1B7-3C76F94C4C45}"/>
                    </a:ext>
                  </a:extLst>
                </p14:cNvPr>
                <p14:cNvContentPartPr/>
                <p14:nvPr/>
              </p14:nvContentPartPr>
              <p14:xfrm>
                <a:off x="5502715" y="153740"/>
                <a:ext cx="1045800" cy="463680"/>
              </p14:xfrm>
            </p:contentPart>
          </mc:Choice>
          <mc:Fallback>
            <p:pic>
              <p:nvPicPr>
                <p:cNvPr id="25" name="Ink 24">
                  <a:extLst>
                    <a:ext uri="{FF2B5EF4-FFF2-40B4-BE49-F238E27FC236}">
                      <a16:creationId xmlns:a16="http://schemas.microsoft.com/office/drawing/2014/main" id="{9BA1F56D-6B2C-BE86-A1B7-3C76F94C4C45}"/>
                    </a:ext>
                  </a:extLst>
                </p:cNvPr>
                <p:cNvPicPr/>
                <p:nvPr/>
              </p:nvPicPr>
              <p:blipFill>
                <a:blip r:embed="rId59"/>
                <a:stretch>
                  <a:fillRect/>
                </a:stretch>
              </p:blipFill>
              <p:spPr>
                <a:xfrm>
                  <a:off x="5496595" y="147620"/>
                  <a:ext cx="1058040" cy="475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26" name="Ink 25">
                  <a:extLst>
                    <a:ext uri="{FF2B5EF4-FFF2-40B4-BE49-F238E27FC236}">
                      <a16:creationId xmlns:a16="http://schemas.microsoft.com/office/drawing/2014/main" id="{9245640F-122F-5EFD-3A81-4FADAD46DE01}"/>
                    </a:ext>
                  </a:extLst>
                </p14:cNvPr>
                <p14:cNvContentPartPr/>
                <p14:nvPr/>
              </p14:nvContentPartPr>
              <p14:xfrm>
                <a:off x="6053875" y="304580"/>
                <a:ext cx="129960" cy="744840"/>
              </p14:xfrm>
            </p:contentPart>
          </mc:Choice>
          <mc:Fallback>
            <p:pic>
              <p:nvPicPr>
                <p:cNvPr id="26" name="Ink 25">
                  <a:extLst>
                    <a:ext uri="{FF2B5EF4-FFF2-40B4-BE49-F238E27FC236}">
                      <a16:creationId xmlns:a16="http://schemas.microsoft.com/office/drawing/2014/main" id="{9245640F-122F-5EFD-3A81-4FADAD46DE01}"/>
                    </a:ext>
                  </a:extLst>
                </p:cNvPr>
                <p:cNvPicPr/>
                <p:nvPr/>
              </p:nvPicPr>
              <p:blipFill>
                <a:blip r:embed="rId61"/>
                <a:stretch>
                  <a:fillRect/>
                </a:stretch>
              </p:blipFill>
              <p:spPr>
                <a:xfrm>
                  <a:off x="6047755" y="298460"/>
                  <a:ext cx="142200" cy="7570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27" name="Ink 26">
                  <a:extLst>
                    <a:ext uri="{FF2B5EF4-FFF2-40B4-BE49-F238E27FC236}">
                      <a16:creationId xmlns:a16="http://schemas.microsoft.com/office/drawing/2014/main" id="{B2739A3D-EA84-7BC2-9744-B472AA6A52E4}"/>
                    </a:ext>
                  </a:extLst>
                </p14:cNvPr>
                <p14:cNvContentPartPr/>
                <p14:nvPr/>
              </p14:nvContentPartPr>
              <p14:xfrm>
                <a:off x="6450955" y="423380"/>
                <a:ext cx="282240" cy="384480"/>
              </p14:xfrm>
            </p:contentPart>
          </mc:Choice>
          <mc:Fallback>
            <p:pic>
              <p:nvPicPr>
                <p:cNvPr id="27" name="Ink 26">
                  <a:extLst>
                    <a:ext uri="{FF2B5EF4-FFF2-40B4-BE49-F238E27FC236}">
                      <a16:creationId xmlns:a16="http://schemas.microsoft.com/office/drawing/2014/main" id="{B2739A3D-EA84-7BC2-9744-B472AA6A52E4}"/>
                    </a:ext>
                  </a:extLst>
                </p:cNvPr>
                <p:cNvPicPr/>
                <p:nvPr/>
              </p:nvPicPr>
              <p:blipFill>
                <a:blip r:embed="rId63"/>
                <a:stretch>
                  <a:fillRect/>
                </a:stretch>
              </p:blipFill>
              <p:spPr>
                <a:xfrm>
                  <a:off x="6444835" y="417260"/>
                  <a:ext cx="294480" cy="3967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8" name="Ink 27">
                  <a:extLst>
                    <a:ext uri="{FF2B5EF4-FFF2-40B4-BE49-F238E27FC236}">
                      <a16:creationId xmlns:a16="http://schemas.microsoft.com/office/drawing/2014/main" id="{78375634-3236-AD66-B91D-DAEAB5BC83BB}"/>
                    </a:ext>
                  </a:extLst>
                </p14:cNvPr>
                <p14:cNvContentPartPr/>
                <p14:nvPr/>
              </p14:nvContentPartPr>
              <p14:xfrm>
                <a:off x="6367435" y="428060"/>
                <a:ext cx="136440" cy="333360"/>
              </p14:xfrm>
            </p:contentPart>
          </mc:Choice>
          <mc:Fallback>
            <p:pic>
              <p:nvPicPr>
                <p:cNvPr id="28" name="Ink 27">
                  <a:extLst>
                    <a:ext uri="{FF2B5EF4-FFF2-40B4-BE49-F238E27FC236}">
                      <a16:creationId xmlns:a16="http://schemas.microsoft.com/office/drawing/2014/main" id="{78375634-3236-AD66-B91D-DAEAB5BC83BB}"/>
                    </a:ext>
                  </a:extLst>
                </p:cNvPr>
                <p:cNvPicPr/>
                <p:nvPr/>
              </p:nvPicPr>
              <p:blipFill>
                <a:blip r:embed="rId65"/>
                <a:stretch>
                  <a:fillRect/>
                </a:stretch>
              </p:blipFill>
              <p:spPr>
                <a:xfrm>
                  <a:off x="6361315" y="421940"/>
                  <a:ext cx="148680" cy="3456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9" name="Ink 28">
                  <a:extLst>
                    <a:ext uri="{FF2B5EF4-FFF2-40B4-BE49-F238E27FC236}">
                      <a16:creationId xmlns:a16="http://schemas.microsoft.com/office/drawing/2014/main" id="{B20FBD5F-EC1A-F8DC-B1F3-7DC1E947A9BC}"/>
                    </a:ext>
                  </a:extLst>
                </p14:cNvPr>
                <p14:cNvContentPartPr/>
                <p14:nvPr/>
              </p14:nvContentPartPr>
              <p14:xfrm>
                <a:off x="6782155" y="284780"/>
                <a:ext cx="98280" cy="732960"/>
              </p14:xfrm>
            </p:contentPart>
          </mc:Choice>
          <mc:Fallback>
            <p:pic>
              <p:nvPicPr>
                <p:cNvPr id="29" name="Ink 28">
                  <a:extLst>
                    <a:ext uri="{FF2B5EF4-FFF2-40B4-BE49-F238E27FC236}">
                      <a16:creationId xmlns:a16="http://schemas.microsoft.com/office/drawing/2014/main" id="{B20FBD5F-EC1A-F8DC-B1F3-7DC1E947A9BC}"/>
                    </a:ext>
                  </a:extLst>
                </p:cNvPr>
                <p:cNvPicPr/>
                <p:nvPr/>
              </p:nvPicPr>
              <p:blipFill>
                <a:blip r:embed="rId67"/>
                <a:stretch>
                  <a:fillRect/>
                </a:stretch>
              </p:blipFill>
              <p:spPr>
                <a:xfrm>
                  <a:off x="6776035" y="278660"/>
                  <a:ext cx="110520" cy="7452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9" name="Ink 38">
                  <a:extLst>
                    <a:ext uri="{FF2B5EF4-FFF2-40B4-BE49-F238E27FC236}">
                      <a16:creationId xmlns:a16="http://schemas.microsoft.com/office/drawing/2014/main" id="{289E1272-11AC-2D4A-FA4D-C04005CB2D70}"/>
                    </a:ext>
                  </a:extLst>
                </p14:cNvPr>
                <p14:cNvContentPartPr/>
                <p14:nvPr/>
              </p14:nvContentPartPr>
              <p14:xfrm>
                <a:off x="3617395" y="1012340"/>
                <a:ext cx="409680" cy="793080"/>
              </p14:xfrm>
            </p:contentPart>
          </mc:Choice>
          <mc:Fallback>
            <p:pic>
              <p:nvPicPr>
                <p:cNvPr id="39" name="Ink 38">
                  <a:extLst>
                    <a:ext uri="{FF2B5EF4-FFF2-40B4-BE49-F238E27FC236}">
                      <a16:creationId xmlns:a16="http://schemas.microsoft.com/office/drawing/2014/main" id="{289E1272-11AC-2D4A-FA4D-C04005CB2D70}"/>
                    </a:ext>
                  </a:extLst>
                </p:cNvPr>
                <p:cNvPicPr/>
                <p:nvPr/>
              </p:nvPicPr>
              <p:blipFill>
                <a:blip r:embed="rId69"/>
                <a:stretch>
                  <a:fillRect/>
                </a:stretch>
              </p:blipFill>
              <p:spPr>
                <a:xfrm>
                  <a:off x="3611275" y="1006220"/>
                  <a:ext cx="421920" cy="8053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0" name="Ink 39">
                  <a:extLst>
                    <a:ext uri="{FF2B5EF4-FFF2-40B4-BE49-F238E27FC236}">
                      <a16:creationId xmlns:a16="http://schemas.microsoft.com/office/drawing/2014/main" id="{215D4452-25FF-2A7F-0CA3-46E95805A5F6}"/>
                    </a:ext>
                  </a:extLst>
                </p14:cNvPr>
                <p14:cNvContentPartPr/>
                <p14:nvPr/>
              </p14:nvContentPartPr>
              <p14:xfrm>
                <a:off x="4310755" y="859700"/>
                <a:ext cx="1025280" cy="759240"/>
              </p14:xfrm>
            </p:contentPart>
          </mc:Choice>
          <mc:Fallback>
            <p:pic>
              <p:nvPicPr>
                <p:cNvPr id="40" name="Ink 39">
                  <a:extLst>
                    <a:ext uri="{FF2B5EF4-FFF2-40B4-BE49-F238E27FC236}">
                      <a16:creationId xmlns:a16="http://schemas.microsoft.com/office/drawing/2014/main" id="{215D4452-25FF-2A7F-0CA3-46E95805A5F6}"/>
                    </a:ext>
                  </a:extLst>
                </p:cNvPr>
                <p:cNvPicPr/>
                <p:nvPr/>
              </p:nvPicPr>
              <p:blipFill>
                <a:blip r:embed="rId71"/>
                <a:stretch>
                  <a:fillRect/>
                </a:stretch>
              </p:blipFill>
              <p:spPr>
                <a:xfrm>
                  <a:off x="4304635" y="853580"/>
                  <a:ext cx="1037520" cy="7714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1" name="Ink 40">
                  <a:extLst>
                    <a:ext uri="{FF2B5EF4-FFF2-40B4-BE49-F238E27FC236}">
                      <a16:creationId xmlns:a16="http://schemas.microsoft.com/office/drawing/2014/main" id="{B3D6E62C-269E-3240-5216-B94B8B2074E6}"/>
                    </a:ext>
                  </a:extLst>
                </p14:cNvPr>
                <p14:cNvContentPartPr/>
                <p14:nvPr/>
              </p14:nvContentPartPr>
              <p14:xfrm>
                <a:off x="5338555" y="1169300"/>
                <a:ext cx="137880" cy="320040"/>
              </p14:xfrm>
            </p:contentPart>
          </mc:Choice>
          <mc:Fallback>
            <p:pic>
              <p:nvPicPr>
                <p:cNvPr id="41" name="Ink 40">
                  <a:extLst>
                    <a:ext uri="{FF2B5EF4-FFF2-40B4-BE49-F238E27FC236}">
                      <a16:creationId xmlns:a16="http://schemas.microsoft.com/office/drawing/2014/main" id="{B3D6E62C-269E-3240-5216-B94B8B2074E6}"/>
                    </a:ext>
                  </a:extLst>
                </p:cNvPr>
                <p:cNvPicPr/>
                <p:nvPr/>
              </p:nvPicPr>
              <p:blipFill>
                <a:blip r:embed="rId73"/>
                <a:stretch>
                  <a:fillRect/>
                </a:stretch>
              </p:blipFill>
              <p:spPr>
                <a:xfrm>
                  <a:off x="5332435" y="1163180"/>
                  <a:ext cx="15012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2" name="Ink 41">
                  <a:extLst>
                    <a:ext uri="{FF2B5EF4-FFF2-40B4-BE49-F238E27FC236}">
                      <a16:creationId xmlns:a16="http://schemas.microsoft.com/office/drawing/2014/main" id="{2F726DD2-F8D0-6CF8-C5D3-6B01E7782656}"/>
                    </a:ext>
                  </a:extLst>
                </p14:cNvPr>
                <p14:cNvContentPartPr/>
                <p14:nvPr/>
              </p14:nvContentPartPr>
              <p14:xfrm>
                <a:off x="5491915" y="540020"/>
                <a:ext cx="69120" cy="692640"/>
              </p14:xfrm>
            </p:contentPart>
          </mc:Choice>
          <mc:Fallback>
            <p:pic>
              <p:nvPicPr>
                <p:cNvPr id="42" name="Ink 41">
                  <a:extLst>
                    <a:ext uri="{FF2B5EF4-FFF2-40B4-BE49-F238E27FC236}">
                      <a16:creationId xmlns:a16="http://schemas.microsoft.com/office/drawing/2014/main" id="{2F726DD2-F8D0-6CF8-C5D3-6B01E7782656}"/>
                    </a:ext>
                  </a:extLst>
                </p:cNvPr>
                <p:cNvPicPr/>
                <p:nvPr/>
              </p:nvPicPr>
              <p:blipFill>
                <a:blip r:embed="rId75"/>
                <a:stretch>
                  <a:fillRect/>
                </a:stretch>
              </p:blipFill>
              <p:spPr>
                <a:xfrm>
                  <a:off x="5485795" y="533900"/>
                  <a:ext cx="81360" cy="7048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3" name="Ink 42">
                  <a:extLst>
                    <a:ext uri="{FF2B5EF4-FFF2-40B4-BE49-F238E27FC236}">
                      <a16:creationId xmlns:a16="http://schemas.microsoft.com/office/drawing/2014/main" id="{8EB703CC-4073-0FDC-B064-8B6189B064B6}"/>
                    </a:ext>
                  </a:extLst>
                </p14:cNvPr>
                <p14:cNvContentPartPr/>
                <p14:nvPr/>
              </p14:nvContentPartPr>
              <p14:xfrm>
                <a:off x="5531155" y="308900"/>
                <a:ext cx="635040" cy="507240"/>
              </p14:xfrm>
            </p:contentPart>
          </mc:Choice>
          <mc:Fallback>
            <p:pic>
              <p:nvPicPr>
                <p:cNvPr id="43" name="Ink 42">
                  <a:extLst>
                    <a:ext uri="{FF2B5EF4-FFF2-40B4-BE49-F238E27FC236}">
                      <a16:creationId xmlns:a16="http://schemas.microsoft.com/office/drawing/2014/main" id="{8EB703CC-4073-0FDC-B064-8B6189B064B6}"/>
                    </a:ext>
                  </a:extLst>
                </p:cNvPr>
                <p:cNvPicPr/>
                <p:nvPr/>
              </p:nvPicPr>
              <p:blipFill>
                <a:blip r:embed="rId77"/>
                <a:stretch>
                  <a:fillRect/>
                </a:stretch>
              </p:blipFill>
              <p:spPr>
                <a:xfrm>
                  <a:off x="5525035" y="302780"/>
                  <a:ext cx="647280" cy="5194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4" name="Ink 43">
                  <a:extLst>
                    <a:ext uri="{FF2B5EF4-FFF2-40B4-BE49-F238E27FC236}">
                      <a16:creationId xmlns:a16="http://schemas.microsoft.com/office/drawing/2014/main" id="{77B83DC4-F800-1E0E-B534-A70ACC653BAF}"/>
                    </a:ext>
                  </a:extLst>
                </p14:cNvPr>
                <p14:cNvContentPartPr/>
                <p14:nvPr/>
              </p14:nvContentPartPr>
              <p14:xfrm>
                <a:off x="6137035" y="686540"/>
                <a:ext cx="51120" cy="11160"/>
              </p14:xfrm>
            </p:contentPart>
          </mc:Choice>
          <mc:Fallback>
            <p:pic>
              <p:nvPicPr>
                <p:cNvPr id="44" name="Ink 43">
                  <a:extLst>
                    <a:ext uri="{FF2B5EF4-FFF2-40B4-BE49-F238E27FC236}">
                      <a16:creationId xmlns:a16="http://schemas.microsoft.com/office/drawing/2014/main" id="{77B83DC4-F800-1E0E-B534-A70ACC653BAF}"/>
                    </a:ext>
                  </a:extLst>
                </p:cNvPr>
                <p:cNvPicPr/>
                <p:nvPr/>
              </p:nvPicPr>
              <p:blipFill>
                <a:blip r:embed="rId79"/>
                <a:stretch>
                  <a:fillRect/>
                </a:stretch>
              </p:blipFill>
              <p:spPr>
                <a:xfrm>
                  <a:off x="6130915" y="680420"/>
                  <a:ext cx="6336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6" name="Ink 45">
                  <a:extLst>
                    <a:ext uri="{FF2B5EF4-FFF2-40B4-BE49-F238E27FC236}">
                      <a16:creationId xmlns:a16="http://schemas.microsoft.com/office/drawing/2014/main" id="{A6B27BB2-1B0C-4B67-90B8-90F2F0A255DD}"/>
                    </a:ext>
                  </a:extLst>
                </p14:cNvPr>
                <p14:cNvContentPartPr/>
                <p14:nvPr/>
              </p14:nvContentPartPr>
              <p14:xfrm>
                <a:off x="7299475" y="273980"/>
                <a:ext cx="3776760" cy="2639880"/>
              </p14:xfrm>
            </p:contentPart>
          </mc:Choice>
          <mc:Fallback>
            <p:pic>
              <p:nvPicPr>
                <p:cNvPr id="46" name="Ink 45">
                  <a:extLst>
                    <a:ext uri="{FF2B5EF4-FFF2-40B4-BE49-F238E27FC236}">
                      <a16:creationId xmlns:a16="http://schemas.microsoft.com/office/drawing/2014/main" id="{A6B27BB2-1B0C-4B67-90B8-90F2F0A255DD}"/>
                    </a:ext>
                  </a:extLst>
                </p:cNvPr>
                <p:cNvPicPr/>
                <p:nvPr/>
              </p:nvPicPr>
              <p:blipFill>
                <a:blip r:embed="rId81"/>
                <a:stretch>
                  <a:fillRect/>
                </a:stretch>
              </p:blipFill>
              <p:spPr>
                <a:xfrm>
                  <a:off x="7293355" y="267860"/>
                  <a:ext cx="3789000" cy="26521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7" name="Ink 46">
                  <a:extLst>
                    <a:ext uri="{FF2B5EF4-FFF2-40B4-BE49-F238E27FC236}">
                      <a16:creationId xmlns:a16="http://schemas.microsoft.com/office/drawing/2014/main" id="{7F426789-62D3-EDAC-064B-10A9AF0080DA}"/>
                    </a:ext>
                  </a:extLst>
                </p14:cNvPr>
                <p14:cNvContentPartPr/>
                <p14:nvPr/>
              </p14:nvContentPartPr>
              <p14:xfrm>
                <a:off x="7166635" y="241580"/>
                <a:ext cx="3403440" cy="2373840"/>
              </p14:xfrm>
            </p:contentPart>
          </mc:Choice>
          <mc:Fallback>
            <p:pic>
              <p:nvPicPr>
                <p:cNvPr id="47" name="Ink 46">
                  <a:extLst>
                    <a:ext uri="{FF2B5EF4-FFF2-40B4-BE49-F238E27FC236}">
                      <a16:creationId xmlns:a16="http://schemas.microsoft.com/office/drawing/2014/main" id="{7F426789-62D3-EDAC-064B-10A9AF0080DA}"/>
                    </a:ext>
                  </a:extLst>
                </p:cNvPr>
                <p:cNvPicPr/>
                <p:nvPr/>
              </p:nvPicPr>
              <p:blipFill>
                <a:blip r:embed="rId83"/>
                <a:stretch>
                  <a:fillRect/>
                </a:stretch>
              </p:blipFill>
              <p:spPr>
                <a:xfrm>
                  <a:off x="7160515" y="235460"/>
                  <a:ext cx="3415680" cy="23860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2" name="Ink 51">
                  <a:extLst>
                    <a:ext uri="{FF2B5EF4-FFF2-40B4-BE49-F238E27FC236}">
                      <a16:creationId xmlns:a16="http://schemas.microsoft.com/office/drawing/2014/main" id="{91F47AA9-6097-C1B1-1FCD-C784725EAFE6}"/>
                    </a:ext>
                  </a:extLst>
                </p14:cNvPr>
                <p14:cNvContentPartPr/>
                <p14:nvPr/>
              </p14:nvContentPartPr>
              <p14:xfrm>
                <a:off x="9125755" y="2914580"/>
                <a:ext cx="78840" cy="76320"/>
              </p14:xfrm>
            </p:contentPart>
          </mc:Choice>
          <mc:Fallback>
            <p:pic>
              <p:nvPicPr>
                <p:cNvPr id="52" name="Ink 51">
                  <a:extLst>
                    <a:ext uri="{FF2B5EF4-FFF2-40B4-BE49-F238E27FC236}">
                      <a16:creationId xmlns:a16="http://schemas.microsoft.com/office/drawing/2014/main" id="{91F47AA9-6097-C1B1-1FCD-C784725EAFE6}"/>
                    </a:ext>
                  </a:extLst>
                </p:cNvPr>
                <p:cNvPicPr/>
                <p:nvPr/>
              </p:nvPicPr>
              <p:blipFill>
                <a:blip r:embed="rId85"/>
                <a:stretch>
                  <a:fillRect/>
                </a:stretch>
              </p:blipFill>
              <p:spPr>
                <a:xfrm>
                  <a:off x="9119635" y="2908460"/>
                  <a:ext cx="9108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3" name="Ink 52">
                  <a:extLst>
                    <a:ext uri="{FF2B5EF4-FFF2-40B4-BE49-F238E27FC236}">
                      <a16:creationId xmlns:a16="http://schemas.microsoft.com/office/drawing/2014/main" id="{8786E012-C793-C338-052D-E09FBDA81628}"/>
                    </a:ext>
                  </a:extLst>
                </p14:cNvPr>
                <p14:cNvContentPartPr/>
                <p14:nvPr/>
              </p14:nvContentPartPr>
              <p14:xfrm>
                <a:off x="8935675" y="2441180"/>
                <a:ext cx="64800" cy="131760"/>
              </p14:xfrm>
            </p:contentPart>
          </mc:Choice>
          <mc:Fallback>
            <p:pic>
              <p:nvPicPr>
                <p:cNvPr id="53" name="Ink 52">
                  <a:extLst>
                    <a:ext uri="{FF2B5EF4-FFF2-40B4-BE49-F238E27FC236}">
                      <a16:creationId xmlns:a16="http://schemas.microsoft.com/office/drawing/2014/main" id="{8786E012-C793-C338-052D-E09FBDA81628}"/>
                    </a:ext>
                  </a:extLst>
                </p:cNvPr>
                <p:cNvPicPr/>
                <p:nvPr/>
              </p:nvPicPr>
              <p:blipFill>
                <a:blip r:embed="rId87"/>
                <a:stretch>
                  <a:fillRect/>
                </a:stretch>
              </p:blipFill>
              <p:spPr>
                <a:xfrm>
                  <a:off x="8929555" y="2435060"/>
                  <a:ext cx="7704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7" name="Ink 56">
                  <a:extLst>
                    <a:ext uri="{FF2B5EF4-FFF2-40B4-BE49-F238E27FC236}">
                      <a16:creationId xmlns:a16="http://schemas.microsoft.com/office/drawing/2014/main" id="{34374B67-D1D6-97D2-252E-5C5CDE68FBEF}"/>
                    </a:ext>
                  </a:extLst>
                </p14:cNvPr>
                <p14:cNvContentPartPr/>
                <p14:nvPr/>
              </p14:nvContentPartPr>
              <p14:xfrm>
                <a:off x="8817955" y="2223020"/>
                <a:ext cx="1166040" cy="2393640"/>
              </p14:xfrm>
            </p:contentPart>
          </mc:Choice>
          <mc:Fallback>
            <p:pic>
              <p:nvPicPr>
                <p:cNvPr id="57" name="Ink 56">
                  <a:extLst>
                    <a:ext uri="{FF2B5EF4-FFF2-40B4-BE49-F238E27FC236}">
                      <a16:creationId xmlns:a16="http://schemas.microsoft.com/office/drawing/2014/main" id="{34374B67-D1D6-97D2-252E-5C5CDE68FBEF}"/>
                    </a:ext>
                  </a:extLst>
                </p:cNvPr>
                <p:cNvPicPr/>
                <p:nvPr/>
              </p:nvPicPr>
              <p:blipFill>
                <a:blip r:embed="rId89"/>
                <a:stretch>
                  <a:fillRect/>
                </a:stretch>
              </p:blipFill>
              <p:spPr>
                <a:xfrm>
                  <a:off x="8811835" y="2216900"/>
                  <a:ext cx="1178280" cy="2405880"/>
                </a:xfrm>
                <a:prstGeom prst="rect">
                  <a:avLst/>
                </a:prstGeom>
              </p:spPr>
            </p:pic>
          </mc:Fallback>
        </mc:AlternateContent>
      </p:grpSp>
      <p:grpSp>
        <p:nvGrpSpPr>
          <p:cNvPr id="64" name="Group 63">
            <a:extLst>
              <a:ext uri="{FF2B5EF4-FFF2-40B4-BE49-F238E27FC236}">
                <a16:creationId xmlns:a16="http://schemas.microsoft.com/office/drawing/2014/main" id="{16D9F3D9-2DF5-8F44-24FD-83A30F6941C6}"/>
              </a:ext>
            </a:extLst>
          </p:cNvPr>
          <p:cNvGrpSpPr/>
          <p:nvPr/>
        </p:nvGrpSpPr>
        <p:grpSpPr>
          <a:xfrm>
            <a:off x="1658635" y="2695340"/>
            <a:ext cx="1932120" cy="1723680"/>
            <a:chOff x="1658635" y="2695340"/>
            <a:chExt cx="1932120" cy="1723680"/>
          </a:xfrm>
        </p:grpSpPr>
        <mc:AlternateContent xmlns:mc="http://schemas.openxmlformats.org/markup-compatibility/2006">
          <mc:Choice xmlns:p14="http://schemas.microsoft.com/office/powerpoint/2010/main" Requires="p14">
            <p:contentPart p14:bwMode="auto" r:id="rId90">
              <p14:nvContentPartPr>
                <p14:cNvPr id="59" name="Ink 58">
                  <a:extLst>
                    <a:ext uri="{FF2B5EF4-FFF2-40B4-BE49-F238E27FC236}">
                      <a16:creationId xmlns:a16="http://schemas.microsoft.com/office/drawing/2014/main" id="{ABDA1092-34FF-4AA4-F17C-7ADAD514768F}"/>
                    </a:ext>
                  </a:extLst>
                </p14:cNvPr>
                <p14:cNvContentPartPr/>
                <p14:nvPr/>
              </p14:nvContentPartPr>
              <p14:xfrm>
                <a:off x="1658635" y="3385820"/>
                <a:ext cx="1146600" cy="763920"/>
              </p14:xfrm>
            </p:contentPart>
          </mc:Choice>
          <mc:Fallback>
            <p:pic>
              <p:nvPicPr>
                <p:cNvPr id="59" name="Ink 58">
                  <a:extLst>
                    <a:ext uri="{FF2B5EF4-FFF2-40B4-BE49-F238E27FC236}">
                      <a16:creationId xmlns:a16="http://schemas.microsoft.com/office/drawing/2014/main" id="{ABDA1092-34FF-4AA4-F17C-7ADAD514768F}"/>
                    </a:ext>
                  </a:extLst>
                </p:cNvPr>
                <p:cNvPicPr/>
                <p:nvPr/>
              </p:nvPicPr>
              <p:blipFill>
                <a:blip r:embed="rId91"/>
                <a:stretch>
                  <a:fillRect/>
                </a:stretch>
              </p:blipFill>
              <p:spPr>
                <a:xfrm>
                  <a:off x="1652515" y="3379700"/>
                  <a:ext cx="1158840" cy="776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0" name="Ink 59">
                  <a:extLst>
                    <a:ext uri="{FF2B5EF4-FFF2-40B4-BE49-F238E27FC236}">
                      <a16:creationId xmlns:a16="http://schemas.microsoft.com/office/drawing/2014/main" id="{F37999D5-BC77-7B7B-2F7F-065CD9CC71E6}"/>
                    </a:ext>
                  </a:extLst>
                </p14:cNvPr>
                <p14:cNvContentPartPr/>
                <p14:nvPr/>
              </p14:nvContentPartPr>
              <p14:xfrm>
                <a:off x="1883995" y="3752300"/>
                <a:ext cx="286200" cy="666720"/>
              </p14:xfrm>
            </p:contentPart>
          </mc:Choice>
          <mc:Fallback>
            <p:pic>
              <p:nvPicPr>
                <p:cNvPr id="60" name="Ink 59">
                  <a:extLst>
                    <a:ext uri="{FF2B5EF4-FFF2-40B4-BE49-F238E27FC236}">
                      <a16:creationId xmlns:a16="http://schemas.microsoft.com/office/drawing/2014/main" id="{F37999D5-BC77-7B7B-2F7F-065CD9CC71E6}"/>
                    </a:ext>
                  </a:extLst>
                </p:cNvPr>
                <p:cNvPicPr/>
                <p:nvPr/>
              </p:nvPicPr>
              <p:blipFill>
                <a:blip r:embed="rId93"/>
                <a:stretch>
                  <a:fillRect/>
                </a:stretch>
              </p:blipFill>
              <p:spPr>
                <a:xfrm>
                  <a:off x="1877875" y="3746180"/>
                  <a:ext cx="298440" cy="6789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1" name="Ink 60">
                  <a:extLst>
                    <a:ext uri="{FF2B5EF4-FFF2-40B4-BE49-F238E27FC236}">
                      <a16:creationId xmlns:a16="http://schemas.microsoft.com/office/drawing/2014/main" id="{701296B5-A999-BE3C-8D85-29E068BA1836}"/>
                    </a:ext>
                  </a:extLst>
                </p14:cNvPr>
                <p14:cNvContentPartPr/>
                <p14:nvPr/>
              </p14:nvContentPartPr>
              <p14:xfrm>
                <a:off x="3358915" y="2874260"/>
                <a:ext cx="189360" cy="678600"/>
              </p14:xfrm>
            </p:contentPart>
          </mc:Choice>
          <mc:Fallback>
            <p:pic>
              <p:nvPicPr>
                <p:cNvPr id="61" name="Ink 60">
                  <a:extLst>
                    <a:ext uri="{FF2B5EF4-FFF2-40B4-BE49-F238E27FC236}">
                      <a16:creationId xmlns:a16="http://schemas.microsoft.com/office/drawing/2014/main" id="{701296B5-A999-BE3C-8D85-29E068BA1836}"/>
                    </a:ext>
                  </a:extLst>
                </p:cNvPr>
                <p:cNvPicPr/>
                <p:nvPr/>
              </p:nvPicPr>
              <p:blipFill>
                <a:blip r:embed="rId95"/>
                <a:stretch>
                  <a:fillRect/>
                </a:stretch>
              </p:blipFill>
              <p:spPr>
                <a:xfrm>
                  <a:off x="3352795" y="2868140"/>
                  <a:ext cx="201600" cy="6908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2" name="Ink 61">
                  <a:extLst>
                    <a:ext uri="{FF2B5EF4-FFF2-40B4-BE49-F238E27FC236}">
                      <a16:creationId xmlns:a16="http://schemas.microsoft.com/office/drawing/2014/main" id="{6E947215-92F8-99FB-7EEF-0056156F35F3}"/>
                    </a:ext>
                  </a:extLst>
                </p14:cNvPr>
                <p14:cNvContentPartPr/>
                <p14:nvPr/>
              </p14:nvContentPartPr>
              <p14:xfrm>
                <a:off x="2905315" y="2824220"/>
                <a:ext cx="415080" cy="370440"/>
              </p14:xfrm>
            </p:contentPart>
          </mc:Choice>
          <mc:Fallback>
            <p:pic>
              <p:nvPicPr>
                <p:cNvPr id="62" name="Ink 61">
                  <a:extLst>
                    <a:ext uri="{FF2B5EF4-FFF2-40B4-BE49-F238E27FC236}">
                      <a16:creationId xmlns:a16="http://schemas.microsoft.com/office/drawing/2014/main" id="{6E947215-92F8-99FB-7EEF-0056156F35F3}"/>
                    </a:ext>
                  </a:extLst>
                </p:cNvPr>
                <p:cNvPicPr/>
                <p:nvPr/>
              </p:nvPicPr>
              <p:blipFill>
                <a:blip r:embed="rId97"/>
                <a:stretch>
                  <a:fillRect/>
                </a:stretch>
              </p:blipFill>
              <p:spPr>
                <a:xfrm>
                  <a:off x="2899195" y="2818100"/>
                  <a:ext cx="427320" cy="3826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3" name="Ink 62">
                  <a:extLst>
                    <a:ext uri="{FF2B5EF4-FFF2-40B4-BE49-F238E27FC236}">
                      <a16:creationId xmlns:a16="http://schemas.microsoft.com/office/drawing/2014/main" id="{F31A7390-2D02-AD7E-173E-E91E54C0A53E}"/>
                    </a:ext>
                  </a:extLst>
                </p14:cNvPr>
                <p14:cNvContentPartPr/>
                <p14:nvPr/>
              </p14:nvContentPartPr>
              <p14:xfrm>
                <a:off x="3346675" y="2695340"/>
                <a:ext cx="244080" cy="249840"/>
              </p14:xfrm>
            </p:contentPart>
          </mc:Choice>
          <mc:Fallback>
            <p:pic>
              <p:nvPicPr>
                <p:cNvPr id="63" name="Ink 62">
                  <a:extLst>
                    <a:ext uri="{FF2B5EF4-FFF2-40B4-BE49-F238E27FC236}">
                      <a16:creationId xmlns:a16="http://schemas.microsoft.com/office/drawing/2014/main" id="{F31A7390-2D02-AD7E-173E-E91E54C0A53E}"/>
                    </a:ext>
                  </a:extLst>
                </p:cNvPr>
                <p:cNvPicPr/>
                <p:nvPr/>
              </p:nvPicPr>
              <p:blipFill>
                <a:blip r:embed="rId99"/>
                <a:stretch>
                  <a:fillRect/>
                </a:stretch>
              </p:blipFill>
              <p:spPr>
                <a:xfrm>
                  <a:off x="3340555" y="2689220"/>
                  <a:ext cx="256320" cy="262080"/>
                </a:xfrm>
                <a:prstGeom prst="rect">
                  <a:avLst/>
                </a:prstGeom>
              </p:spPr>
            </p:pic>
          </mc:Fallback>
        </mc:AlternateContent>
      </p:grpSp>
      <p:grpSp>
        <p:nvGrpSpPr>
          <p:cNvPr id="70" name="Group 69">
            <a:extLst>
              <a:ext uri="{FF2B5EF4-FFF2-40B4-BE49-F238E27FC236}">
                <a16:creationId xmlns:a16="http://schemas.microsoft.com/office/drawing/2014/main" id="{F511FF43-CF72-387F-509A-6CE0C8A660F8}"/>
              </a:ext>
            </a:extLst>
          </p:cNvPr>
          <p:cNvGrpSpPr/>
          <p:nvPr/>
        </p:nvGrpSpPr>
        <p:grpSpPr>
          <a:xfrm>
            <a:off x="5260435" y="1819460"/>
            <a:ext cx="1614960" cy="1323360"/>
            <a:chOff x="5260435" y="1819460"/>
            <a:chExt cx="1614960" cy="1323360"/>
          </a:xfrm>
        </p:grpSpPr>
        <mc:AlternateContent xmlns:mc="http://schemas.openxmlformats.org/markup-compatibility/2006">
          <mc:Choice xmlns:p14="http://schemas.microsoft.com/office/powerpoint/2010/main" Requires="p14">
            <p:contentPart p14:bwMode="auto" r:id="rId100">
              <p14:nvContentPartPr>
                <p14:cNvPr id="65" name="Ink 64">
                  <a:extLst>
                    <a:ext uri="{FF2B5EF4-FFF2-40B4-BE49-F238E27FC236}">
                      <a16:creationId xmlns:a16="http://schemas.microsoft.com/office/drawing/2014/main" id="{CDDF648E-75A3-C487-9AEC-3D4D518A9E9A}"/>
                    </a:ext>
                  </a:extLst>
                </p14:cNvPr>
                <p14:cNvContentPartPr/>
                <p14:nvPr/>
              </p14:nvContentPartPr>
              <p14:xfrm>
                <a:off x="5260435" y="2269460"/>
                <a:ext cx="938520" cy="873360"/>
              </p14:xfrm>
            </p:contentPart>
          </mc:Choice>
          <mc:Fallback>
            <p:pic>
              <p:nvPicPr>
                <p:cNvPr id="65" name="Ink 64">
                  <a:extLst>
                    <a:ext uri="{FF2B5EF4-FFF2-40B4-BE49-F238E27FC236}">
                      <a16:creationId xmlns:a16="http://schemas.microsoft.com/office/drawing/2014/main" id="{CDDF648E-75A3-C487-9AEC-3D4D518A9E9A}"/>
                    </a:ext>
                  </a:extLst>
                </p:cNvPr>
                <p:cNvPicPr/>
                <p:nvPr/>
              </p:nvPicPr>
              <p:blipFill>
                <a:blip r:embed="rId101"/>
                <a:stretch>
                  <a:fillRect/>
                </a:stretch>
              </p:blipFill>
              <p:spPr>
                <a:xfrm>
                  <a:off x="5254315" y="2263340"/>
                  <a:ext cx="950760" cy="8856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6" name="Ink 65">
                  <a:extLst>
                    <a:ext uri="{FF2B5EF4-FFF2-40B4-BE49-F238E27FC236}">
                      <a16:creationId xmlns:a16="http://schemas.microsoft.com/office/drawing/2014/main" id="{2067E9B8-E249-E712-D70A-15F59F1FF2A2}"/>
                    </a:ext>
                  </a:extLst>
                </p14:cNvPr>
                <p14:cNvContentPartPr/>
                <p14:nvPr/>
              </p14:nvContentPartPr>
              <p14:xfrm>
                <a:off x="6274555" y="1819460"/>
                <a:ext cx="138960" cy="996480"/>
              </p14:xfrm>
            </p:contentPart>
          </mc:Choice>
          <mc:Fallback>
            <p:pic>
              <p:nvPicPr>
                <p:cNvPr id="66" name="Ink 65">
                  <a:extLst>
                    <a:ext uri="{FF2B5EF4-FFF2-40B4-BE49-F238E27FC236}">
                      <a16:creationId xmlns:a16="http://schemas.microsoft.com/office/drawing/2014/main" id="{2067E9B8-E249-E712-D70A-15F59F1FF2A2}"/>
                    </a:ext>
                  </a:extLst>
                </p:cNvPr>
                <p:cNvPicPr/>
                <p:nvPr/>
              </p:nvPicPr>
              <p:blipFill>
                <a:blip r:embed="rId103"/>
                <a:stretch>
                  <a:fillRect/>
                </a:stretch>
              </p:blipFill>
              <p:spPr>
                <a:xfrm>
                  <a:off x="6268435" y="1813340"/>
                  <a:ext cx="151200" cy="10087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7" name="Ink 66">
                  <a:extLst>
                    <a:ext uri="{FF2B5EF4-FFF2-40B4-BE49-F238E27FC236}">
                      <a16:creationId xmlns:a16="http://schemas.microsoft.com/office/drawing/2014/main" id="{A05F7E1C-E823-4C0E-4D52-E5B61486F497}"/>
                    </a:ext>
                  </a:extLst>
                </p14:cNvPr>
                <p14:cNvContentPartPr/>
                <p14:nvPr/>
              </p14:nvContentPartPr>
              <p14:xfrm>
                <a:off x="6561475" y="2331740"/>
                <a:ext cx="36360" cy="312840"/>
              </p14:xfrm>
            </p:contentPart>
          </mc:Choice>
          <mc:Fallback>
            <p:pic>
              <p:nvPicPr>
                <p:cNvPr id="67" name="Ink 66">
                  <a:extLst>
                    <a:ext uri="{FF2B5EF4-FFF2-40B4-BE49-F238E27FC236}">
                      <a16:creationId xmlns:a16="http://schemas.microsoft.com/office/drawing/2014/main" id="{A05F7E1C-E823-4C0E-4D52-E5B61486F497}"/>
                    </a:ext>
                  </a:extLst>
                </p:cNvPr>
                <p:cNvPicPr/>
                <p:nvPr/>
              </p:nvPicPr>
              <p:blipFill>
                <a:blip r:embed="rId105"/>
                <a:stretch>
                  <a:fillRect/>
                </a:stretch>
              </p:blipFill>
              <p:spPr>
                <a:xfrm>
                  <a:off x="6555355" y="2325620"/>
                  <a:ext cx="48600" cy="3250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8" name="Ink 67">
                  <a:extLst>
                    <a:ext uri="{FF2B5EF4-FFF2-40B4-BE49-F238E27FC236}">
                      <a16:creationId xmlns:a16="http://schemas.microsoft.com/office/drawing/2014/main" id="{0CA5302B-C353-4508-8F70-2742BD08F9BD}"/>
                    </a:ext>
                  </a:extLst>
                </p14:cNvPr>
                <p14:cNvContentPartPr/>
                <p14:nvPr/>
              </p14:nvContentPartPr>
              <p14:xfrm>
                <a:off x="6308035" y="2763380"/>
                <a:ext cx="348840" cy="370440"/>
              </p14:xfrm>
            </p:contentPart>
          </mc:Choice>
          <mc:Fallback>
            <p:pic>
              <p:nvPicPr>
                <p:cNvPr id="68" name="Ink 67">
                  <a:extLst>
                    <a:ext uri="{FF2B5EF4-FFF2-40B4-BE49-F238E27FC236}">
                      <a16:creationId xmlns:a16="http://schemas.microsoft.com/office/drawing/2014/main" id="{0CA5302B-C353-4508-8F70-2742BD08F9BD}"/>
                    </a:ext>
                  </a:extLst>
                </p:cNvPr>
                <p:cNvPicPr/>
                <p:nvPr/>
              </p:nvPicPr>
              <p:blipFill>
                <a:blip r:embed="rId107"/>
                <a:stretch>
                  <a:fillRect/>
                </a:stretch>
              </p:blipFill>
              <p:spPr>
                <a:xfrm>
                  <a:off x="6301915" y="2757260"/>
                  <a:ext cx="361080" cy="3826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9" name="Ink 68">
                  <a:extLst>
                    <a:ext uri="{FF2B5EF4-FFF2-40B4-BE49-F238E27FC236}">
                      <a16:creationId xmlns:a16="http://schemas.microsoft.com/office/drawing/2014/main" id="{2E3A1F1D-9AC1-8AAC-C928-9B542C36B149}"/>
                    </a:ext>
                  </a:extLst>
                </p14:cNvPr>
                <p14:cNvContentPartPr/>
                <p14:nvPr/>
              </p14:nvContentPartPr>
              <p14:xfrm>
                <a:off x="6827875" y="2448740"/>
                <a:ext cx="47520" cy="41760"/>
              </p14:xfrm>
            </p:contentPart>
          </mc:Choice>
          <mc:Fallback>
            <p:pic>
              <p:nvPicPr>
                <p:cNvPr id="69" name="Ink 68">
                  <a:extLst>
                    <a:ext uri="{FF2B5EF4-FFF2-40B4-BE49-F238E27FC236}">
                      <a16:creationId xmlns:a16="http://schemas.microsoft.com/office/drawing/2014/main" id="{2E3A1F1D-9AC1-8AAC-C928-9B542C36B149}"/>
                    </a:ext>
                  </a:extLst>
                </p:cNvPr>
                <p:cNvPicPr/>
                <p:nvPr/>
              </p:nvPicPr>
              <p:blipFill>
                <a:blip r:embed="rId109"/>
                <a:stretch>
                  <a:fillRect/>
                </a:stretch>
              </p:blipFill>
              <p:spPr>
                <a:xfrm>
                  <a:off x="6821755" y="2442620"/>
                  <a:ext cx="59760" cy="54000"/>
                </a:xfrm>
                <a:prstGeom prst="rect">
                  <a:avLst/>
                </a:prstGeom>
              </p:spPr>
            </p:pic>
          </mc:Fallback>
        </mc:AlternateContent>
      </p:grpSp>
    </p:spTree>
    <p:extLst>
      <p:ext uri="{BB962C8B-B14F-4D97-AF65-F5344CB8AC3E}">
        <p14:creationId xmlns:p14="http://schemas.microsoft.com/office/powerpoint/2010/main" val="3115035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B5F65647-9811-3B5F-5833-C100CE9E3A59}"/>
              </a:ext>
            </a:extLst>
          </p:cNvPr>
          <p:cNvGrpSpPr/>
          <p:nvPr/>
        </p:nvGrpSpPr>
        <p:grpSpPr>
          <a:xfrm>
            <a:off x="490065" y="299895"/>
            <a:ext cx="1594800" cy="390240"/>
            <a:chOff x="490065" y="299895"/>
            <a:chExt cx="1594800" cy="3902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3C68058-E28A-6718-1BB3-14BE88CB83E2}"/>
                    </a:ext>
                  </a:extLst>
                </p14:cNvPr>
                <p14:cNvContentPartPr/>
                <p14:nvPr/>
              </p14:nvContentPartPr>
              <p14:xfrm>
                <a:off x="490065" y="299895"/>
                <a:ext cx="432720" cy="390240"/>
              </p14:xfrm>
            </p:contentPart>
          </mc:Choice>
          <mc:Fallback xmlns="">
            <p:pic>
              <p:nvPicPr>
                <p:cNvPr id="2" name="Ink 1">
                  <a:extLst>
                    <a:ext uri="{FF2B5EF4-FFF2-40B4-BE49-F238E27FC236}">
                      <a16:creationId xmlns:a16="http://schemas.microsoft.com/office/drawing/2014/main" id="{A3C68058-E28A-6718-1BB3-14BE88CB83E2}"/>
                    </a:ext>
                  </a:extLst>
                </p:cNvPr>
                <p:cNvPicPr/>
                <p:nvPr/>
              </p:nvPicPr>
              <p:blipFill>
                <a:blip r:embed="rId3"/>
                <a:stretch>
                  <a:fillRect/>
                </a:stretch>
              </p:blipFill>
              <p:spPr>
                <a:xfrm>
                  <a:off x="483945" y="293775"/>
                  <a:ext cx="44496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FFD188D-0106-018A-46D8-A34BC03B8373}"/>
                    </a:ext>
                  </a:extLst>
                </p14:cNvPr>
                <p14:cNvContentPartPr/>
                <p14:nvPr/>
              </p14:nvContentPartPr>
              <p14:xfrm>
                <a:off x="1099185" y="330495"/>
                <a:ext cx="889200" cy="329040"/>
              </p14:xfrm>
            </p:contentPart>
          </mc:Choice>
          <mc:Fallback xmlns="">
            <p:pic>
              <p:nvPicPr>
                <p:cNvPr id="3" name="Ink 2">
                  <a:extLst>
                    <a:ext uri="{FF2B5EF4-FFF2-40B4-BE49-F238E27FC236}">
                      <a16:creationId xmlns:a16="http://schemas.microsoft.com/office/drawing/2014/main" id="{4FFD188D-0106-018A-46D8-A34BC03B8373}"/>
                    </a:ext>
                  </a:extLst>
                </p:cNvPr>
                <p:cNvPicPr/>
                <p:nvPr/>
              </p:nvPicPr>
              <p:blipFill>
                <a:blip r:embed="rId5"/>
                <a:stretch>
                  <a:fillRect/>
                </a:stretch>
              </p:blipFill>
              <p:spPr>
                <a:xfrm>
                  <a:off x="1093065" y="324375"/>
                  <a:ext cx="90144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BAA0A7E7-0616-94B3-41FE-A90CEC1F0FA5}"/>
                    </a:ext>
                  </a:extLst>
                </p14:cNvPr>
                <p14:cNvContentPartPr/>
                <p14:nvPr/>
              </p14:nvContentPartPr>
              <p14:xfrm>
                <a:off x="1907385" y="443535"/>
                <a:ext cx="177480" cy="43560"/>
              </p14:xfrm>
            </p:contentPart>
          </mc:Choice>
          <mc:Fallback xmlns="">
            <p:pic>
              <p:nvPicPr>
                <p:cNvPr id="4" name="Ink 3">
                  <a:extLst>
                    <a:ext uri="{FF2B5EF4-FFF2-40B4-BE49-F238E27FC236}">
                      <a16:creationId xmlns:a16="http://schemas.microsoft.com/office/drawing/2014/main" id="{BAA0A7E7-0616-94B3-41FE-A90CEC1F0FA5}"/>
                    </a:ext>
                  </a:extLst>
                </p:cNvPr>
                <p:cNvPicPr/>
                <p:nvPr/>
              </p:nvPicPr>
              <p:blipFill>
                <a:blip r:embed="rId7"/>
                <a:stretch>
                  <a:fillRect/>
                </a:stretch>
              </p:blipFill>
              <p:spPr>
                <a:xfrm>
                  <a:off x="1901265" y="437415"/>
                  <a:ext cx="189720" cy="55800"/>
                </a:xfrm>
                <a:prstGeom prst="rect">
                  <a:avLst/>
                </a:prstGeom>
              </p:spPr>
            </p:pic>
          </mc:Fallback>
        </mc:AlternateContent>
      </p:grpSp>
      <p:grpSp>
        <p:nvGrpSpPr>
          <p:cNvPr id="42" name="Group 41">
            <a:extLst>
              <a:ext uri="{FF2B5EF4-FFF2-40B4-BE49-F238E27FC236}">
                <a16:creationId xmlns:a16="http://schemas.microsoft.com/office/drawing/2014/main" id="{478366DD-3DD3-CA2B-8FE2-B43D105853C0}"/>
              </a:ext>
            </a:extLst>
          </p:cNvPr>
          <p:cNvGrpSpPr/>
          <p:nvPr/>
        </p:nvGrpSpPr>
        <p:grpSpPr>
          <a:xfrm>
            <a:off x="2636745" y="281895"/>
            <a:ext cx="568800" cy="435600"/>
            <a:chOff x="2636745" y="281895"/>
            <a:chExt cx="568800" cy="435600"/>
          </a:xfrm>
        </p:grpSpPr>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1CD79B24-3517-0FAC-297E-CD8360B7B0C9}"/>
                    </a:ext>
                  </a:extLst>
                </p14:cNvPr>
                <p14:cNvContentPartPr/>
                <p14:nvPr/>
              </p14:nvContentPartPr>
              <p14:xfrm>
                <a:off x="2636745" y="509415"/>
                <a:ext cx="48240" cy="159840"/>
              </p14:xfrm>
            </p:contentPart>
          </mc:Choice>
          <mc:Fallback xmlns="">
            <p:pic>
              <p:nvPicPr>
                <p:cNvPr id="5" name="Ink 4">
                  <a:extLst>
                    <a:ext uri="{FF2B5EF4-FFF2-40B4-BE49-F238E27FC236}">
                      <a16:creationId xmlns:a16="http://schemas.microsoft.com/office/drawing/2014/main" id="{1CD79B24-3517-0FAC-297E-CD8360B7B0C9}"/>
                    </a:ext>
                  </a:extLst>
                </p:cNvPr>
                <p:cNvPicPr/>
                <p:nvPr/>
              </p:nvPicPr>
              <p:blipFill>
                <a:blip r:embed="rId9"/>
                <a:stretch>
                  <a:fillRect/>
                </a:stretch>
              </p:blipFill>
              <p:spPr>
                <a:xfrm>
                  <a:off x="2630625" y="503295"/>
                  <a:ext cx="604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A7563463-C4AA-525D-3AC7-619A841A56A0}"/>
                    </a:ext>
                  </a:extLst>
                </p14:cNvPr>
                <p14:cNvContentPartPr/>
                <p14:nvPr/>
              </p14:nvContentPartPr>
              <p14:xfrm>
                <a:off x="2903145" y="281895"/>
                <a:ext cx="99720" cy="105120"/>
              </p14:xfrm>
            </p:contentPart>
          </mc:Choice>
          <mc:Fallback xmlns="">
            <p:pic>
              <p:nvPicPr>
                <p:cNvPr id="6" name="Ink 5">
                  <a:extLst>
                    <a:ext uri="{FF2B5EF4-FFF2-40B4-BE49-F238E27FC236}">
                      <a16:creationId xmlns:a16="http://schemas.microsoft.com/office/drawing/2014/main" id="{A7563463-C4AA-525D-3AC7-619A841A56A0}"/>
                    </a:ext>
                  </a:extLst>
                </p:cNvPr>
                <p:cNvPicPr/>
                <p:nvPr/>
              </p:nvPicPr>
              <p:blipFill>
                <a:blip r:embed="rId11"/>
                <a:stretch>
                  <a:fillRect/>
                </a:stretch>
              </p:blipFill>
              <p:spPr>
                <a:xfrm>
                  <a:off x="2897025" y="275775"/>
                  <a:ext cx="11196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D7AEF3D7-11DD-A1CD-A4E3-FA8AAB202013}"/>
                    </a:ext>
                  </a:extLst>
                </p14:cNvPr>
                <p14:cNvContentPartPr/>
                <p14:nvPr/>
              </p14:nvContentPartPr>
              <p14:xfrm>
                <a:off x="2945265" y="450015"/>
                <a:ext cx="260280" cy="267480"/>
              </p14:xfrm>
            </p:contentPart>
          </mc:Choice>
          <mc:Fallback xmlns="">
            <p:pic>
              <p:nvPicPr>
                <p:cNvPr id="7" name="Ink 6">
                  <a:extLst>
                    <a:ext uri="{FF2B5EF4-FFF2-40B4-BE49-F238E27FC236}">
                      <a16:creationId xmlns:a16="http://schemas.microsoft.com/office/drawing/2014/main" id="{D7AEF3D7-11DD-A1CD-A4E3-FA8AAB202013}"/>
                    </a:ext>
                  </a:extLst>
                </p:cNvPr>
                <p:cNvPicPr/>
                <p:nvPr/>
              </p:nvPicPr>
              <p:blipFill>
                <a:blip r:embed="rId13"/>
                <a:stretch>
                  <a:fillRect/>
                </a:stretch>
              </p:blipFill>
              <p:spPr>
                <a:xfrm>
                  <a:off x="2939145" y="443895"/>
                  <a:ext cx="272520" cy="279720"/>
                </a:xfrm>
                <a:prstGeom prst="rect">
                  <a:avLst/>
                </a:prstGeom>
              </p:spPr>
            </p:pic>
          </mc:Fallback>
        </mc:AlternateContent>
      </p:grpSp>
      <p:grpSp>
        <p:nvGrpSpPr>
          <p:cNvPr id="41" name="Group 40">
            <a:extLst>
              <a:ext uri="{FF2B5EF4-FFF2-40B4-BE49-F238E27FC236}">
                <a16:creationId xmlns:a16="http://schemas.microsoft.com/office/drawing/2014/main" id="{7724ED75-9782-6B2C-A3BB-2116F30D6276}"/>
              </a:ext>
            </a:extLst>
          </p:cNvPr>
          <p:cNvGrpSpPr/>
          <p:nvPr/>
        </p:nvGrpSpPr>
        <p:grpSpPr>
          <a:xfrm>
            <a:off x="7425825" y="395295"/>
            <a:ext cx="1011960" cy="409680"/>
            <a:chOff x="7425825" y="395295"/>
            <a:chExt cx="1011960" cy="409680"/>
          </a:xfrm>
        </p:grpSpPr>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48F3A75C-9693-43EA-86C2-D6DCAD883A31}"/>
                    </a:ext>
                  </a:extLst>
                </p14:cNvPr>
                <p14:cNvContentPartPr/>
                <p14:nvPr/>
              </p14:nvContentPartPr>
              <p14:xfrm>
                <a:off x="7556145" y="395295"/>
                <a:ext cx="132840" cy="334800"/>
              </p14:xfrm>
            </p:contentPart>
          </mc:Choice>
          <mc:Fallback xmlns="">
            <p:pic>
              <p:nvPicPr>
                <p:cNvPr id="12" name="Ink 11">
                  <a:extLst>
                    <a:ext uri="{FF2B5EF4-FFF2-40B4-BE49-F238E27FC236}">
                      <a16:creationId xmlns:a16="http://schemas.microsoft.com/office/drawing/2014/main" id="{48F3A75C-9693-43EA-86C2-D6DCAD883A31}"/>
                    </a:ext>
                  </a:extLst>
                </p:cNvPr>
                <p:cNvPicPr/>
                <p:nvPr/>
              </p:nvPicPr>
              <p:blipFill>
                <a:blip r:embed="rId15"/>
                <a:stretch>
                  <a:fillRect/>
                </a:stretch>
              </p:blipFill>
              <p:spPr>
                <a:xfrm>
                  <a:off x="7550025" y="389175"/>
                  <a:ext cx="14508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10F9FEC8-4EDB-C2C2-B952-1AFC537E8623}"/>
                    </a:ext>
                  </a:extLst>
                </p14:cNvPr>
                <p14:cNvContentPartPr/>
                <p14:nvPr/>
              </p14:nvContentPartPr>
              <p14:xfrm>
                <a:off x="7425825" y="626415"/>
                <a:ext cx="331920" cy="150840"/>
              </p14:xfrm>
            </p:contentPart>
          </mc:Choice>
          <mc:Fallback xmlns="">
            <p:pic>
              <p:nvPicPr>
                <p:cNvPr id="13" name="Ink 12">
                  <a:extLst>
                    <a:ext uri="{FF2B5EF4-FFF2-40B4-BE49-F238E27FC236}">
                      <a16:creationId xmlns:a16="http://schemas.microsoft.com/office/drawing/2014/main" id="{10F9FEC8-4EDB-C2C2-B952-1AFC537E8623}"/>
                    </a:ext>
                  </a:extLst>
                </p:cNvPr>
                <p:cNvPicPr/>
                <p:nvPr/>
              </p:nvPicPr>
              <p:blipFill>
                <a:blip r:embed="rId17"/>
                <a:stretch>
                  <a:fillRect/>
                </a:stretch>
              </p:blipFill>
              <p:spPr>
                <a:xfrm>
                  <a:off x="7419705" y="620295"/>
                  <a:ext cx="3441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0BC56406-5856-8E8C-AAF6-4B19E7C9DEE5}"/>
                    </a:ext>
                  </a:extLst>
                </p14:cNvPr>
                <p14:cNvContentPartPr/>
                <p14:nvPr/>
              </p14:nvContentPartPr>
              <p14:xfrm>
                <a:off x="7888785" y="468375"/>
                <a:ext cx="103320" cy="83520"/>
              </p14:xfrm>
            </p:contentPart>
          </mc:Choice>
          <mc:Fallback xmlns="">
            <p:pic>
              <p:nvPicPr>
                <p:cNvPr id="14" name="Ink 13">
                  <a:extLst>
                    <a:ext uri="{FF2B5EF4-FFF2-40B4-BE49-F238E27FC236}">
                      <a16:creationId xmlns:a16="http://schemas.microsoft.com/office/drawing/2014/main" id="{0BC56406-5856-8E8C-AAF6-4B19E7C9DEE5}"/>
                    </a:ext>
                  </a:extLst>
                </p:cNvPr>
                <p:cNvPicPr/>
                <p:nvPr/>
              </p:nvPicPr>
              <p:blipFill>
                <a:blip r:embed="rId19"/>
                <a:stretch>
                  <a:fillRect/>
                </a:stretch>
              </p:blipFill>
              <p:spPr>
                <a:xfrm>
                  <a:off x="7882665" y="462255"/>
                  <a:ext cx="11556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A3731346-AC5E-DFDE-539A-9545A5EBE59B}"/>
                    </a:ext>
                  </a:extLst>
                </p14:cNvPr>
                <p14:cNvContentPartPr/>
                <p14:nvPr/>
              </p14:nvContentPartPr>
              <p14:xfrm>
                <a:off x="7919745" y="609135"/>
                <a:ext cx="92520" cy="174600"/>
              </p14:xfrm>
            </p:contentPart>
          </mc:Choice>
          <mc:Fallback xmlns="">
            <p:pic>
              <p:nvPicPr>
                <p:cNvPr id="15" name="Ink 14">
                  <a:extLst>
                    <a:ext uri="{FF2B5EF4-FFF2-40B4-BE49-F238E27FC236}">
                      <a16:creationId xmlns:a16="http://schemas.microsoft.com/office/drawing/2014/main" id="{A3731346-AC5E-DFDE-539A-9545A5EBE59B}"/>
                    </a:ext>
                  </a:extLst>
                </p:cNvPr>
                <p:cNvPicPr/>
                <p:nvPr/>
              </p:nvPicPr>
              <p:blipFill>
                <a:blip r:embed="rId21"/>
                <a:stretch>
                  <a:fillRect/>
                </a:stretch>
              </p:blipFill>
              <p:spPr>
                <a:xfrm>
                  <a:off x="7913625" y="603015"/>
                  <a:ext cx="1047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893D8DD6-5267-A212-9AA6-BBCD5DFE7A3D}"/>
                    </a:ext>
                  </a:extLst>
                </p14:cNvPr>
                <p14:cNvContentPartPr/>
                <p14:nvPr/>
              </p14:nvContentPartPr>
              <p14:xfrm>
                <a:off x="8204505" y="631815"/>
                <a:ext cx="233280" cy="173160"/>
              </p14:xfrm>
            </p:contentPart>
          </mc:Choice>
          <mc:Fallback xmlns="">
            <p:pic>
              <p:nvPicPr>
                <p:cNvPr id="16" name="Ink 15">
                  <a:extLst>
                    <a:ext uri="{FF2B5EF4-FFF2-40B4-BE49-F238E27FC236}">
                      <a16:creationId xmlns:a16="http://schemas.microsoft.com/office/drawing/2014/main" id="{893D8DD6-5267-A212-9AA6-BBCD5DFE7A3D}"/>
                    </a:ext>
                  </a:extLst>
                </p:cNvPr>
                <p:cNvPicPr/>
                <p:nvPr/>
              </p:nvPicPr>
              <p:blipFill>
                <a:blip r:embed="rId23"/>
                <a:stretch>
                  <a:fillRect/>
                </a:stretch>
              </p:blipFill>
              <p:spPr>
                <a:xfrm>
                  <a:off x="8198385" y="625695"/>
                  <a:ext cx="245520" cy="185400"/>
                </a:xfrm>
                <a:prstGeom prst="rect">
                  <a:avLst/>
                </a:prstGeom>
              </p:spPr>
            </p:pic>
          </mc:Fallback>
        </mc:AlternateContent>
      </p:grpSp>
      <p:grpSp>
        <p:nvGrpSpPr>
          <p:cNvPr id="40" name="Group 39">
            <a:extLst>
              <a:ext uri="{FF2B5EF4-FFF2-40B4-BE49-F238E27FC236}">
                <a16:creationId xmlns:a16="http://schemas.microsoft.com/office/drawing/2014/main" id="{1DE60DA9-A958-A07D-5455-477F44AA45AF}"/>
              </a:ext>
            </a:extLst>
          </p:cNvPr>
          <p:cNvGrpSpPr/>
          <p:nvPr/>
        </p:nvGrpSpPr>
        <p:grpSpPr>
          <a:xfrm>
            <a:off x="9267225" y="415815"/>
            <a:ext cx="2287440" cy="408600"/>
            <a:chOff x="9267225" y="415815"/>
            <a:chExt cx="2287440" cy="408600"/>
          </a:xfrm>
        </p:grpSpPr>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F05A0258-813B-7775-32FC-E7F1D44BB4AD}"/>
                    </a:ext>
                  </a:extLst>
                </p14:cNvPr>
                <p14:cNvContentPartPr/>
                <p14:nvPr/>
              </p14:nvContentPartPr>
              <p14:xfrm>
                <a:off x="9267225" y="415815"/>
                <a:ext cx="326520" cy="395280"/>
              </p14:xfrm>
            </p:contentPart>
          </mc:Choice>
          <mc:Fallback xmlns="">
            <p:pic>
              <p:nvPicPr>
                <p:cNvPr id="17" name="Ink 16">
                  <a:extLst>
                    <a:ext uri="{FF2B5EF4-FFF2-40B4-BE49-F238E27FC236}">
                      <a16:creationId xmlns:a16="http://schemas.microsoft.com/office/drawing/2014/main" id="{F05A0258-813B-7775-32FC-E7F1D44BB4AD}"/>
                    </a:ext>
                  </a:extLst>
                </p:cNvPr>
                <p:cNvPicPr/>
                <p:nvPr/>
              </p:nvPicPr>
              <p:blipFill>
                <a:blip r:embed="rId25"/>
                <a:stretch>
                  <a:fillRect/>
                </a:stretch>
              </p:blipFill>
              <p:spPr>
                <a:xfrm>
                  <a:off x="9261105" y="409695"/>
                  <a:ext cx="33876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55CB847B-1FCE-BF4F-A323-6249DEBF0579}"/>
                    </a:ext>
                  </a:extLst>
                </p14:cNvPr>
                <p14:cNvContentPartPr/>
                <p14:nvPr/>
              </p14:nvContentPartPr>
              <p14:xfrm>
                <a:off x="9769425" y="506175"/>
                <a:ext cx="544320" cy="318240"/>
              </p14:xfrm>
            </p:contentPart>
          </mc:Choice>
          <mc:Fallback xmlns="">
            <p:pic>
              <p:nvPicPr>
                <p:cNvPr id="18" name="Ink 17">
                  <a:extLst>
                    <a:ext uri="{FF2B5EF4-FFF2-40B4-BE49-F238E27FC236}">
                      <a16:creationId xmlns:a16="http://schemas.microsoft.com/office/drawing/2014/main" id="{55CB847B-1FCE-BF4F-A323-6249DEBF0579}"/>
                    </a:ext>
                  </a:extLst>
                </p:cNvPr>
                <p:cNvPicPr/>
                <p:nvPr/>
              </p:nvPicPr>
              <p:blipFill>
                <a:blip r:embed="rId27"/>
                <a:stretch>
                  <a:fillRect/>
                </a:stretch>
              </p:blipFill>
              <p:spPr>
                <a:xfrm>
                  <a:off x="9763305" y="500055"/>
                  <a:ext cx="55656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1308660F-E43D-0E46-44AE-205A7088CA9C}"/>
                    </a:ext>
                  </a:extLst>
                </p14:cNvPr>
                <p14:cNvContentPartPr/>
                <p14:nvPr/>
              </p14:nvContentPartPr>
              <p14:xfrm>
                <a:off x="10148505" y="572055"/>
                <a:ext cx="343440" cy="44640"/>
              </p14:xfrm>
            </p:contentPart>
          </mc:Choice>
          <mc:Fallback xmlns="">
            <p:pic>
              <p:nvPicPr>
                <p:cNvPr id="19" name="Ink 18">
                  <a:extLst>
                    <a:ext uri="{FF2B5EF4-FFF2-40B4-BE49-F238E27FC236}">
                      <a16:creationId xmlns:a16="http://schemas.microsoft.com/office/drawing/2014/main" id="{1308660F-E43D-0E46-44AE-205A7088CA9C}"/>
                    </a:ext>
                  </a:extLst>
                </p:cNvPr>
                <p:cNvPicPr/>
                <p:nvPr/>
              </p:nvPicPr>
              <p:blipFill>
                <a:blip r:embed="rId29"/>
                <a:stretch>
                  <a:fillRect/>
                </a:stretch>
              </p:blipFill>
              <p:spPr>
                <a:xfrm>
                  <a:off x="10142385" y="565935"/>
                  <a:ext cx="3556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814A599A-B545-CC19-F379-EADB36F09205}"/>
                    </a:ext>
                  </a:extLst>
                </p14:cNvPr>
                <p14:cNvContentPartPr/>
                <p14:nvPr/>
              </p14:nvContentPartPr>
              <p14:xfrm>
                <a:off x="10513185" y="619575"/>
                <a:ext cx="277920" cy="137160"/>
              </p14:xfrm>
            </p:contentPart>
          </mc:Choice>
          <mc:Fallback xmlns="">
            <p:pic>
              <p:nvPicPr>
                <p:cNvPr id="20" name="Ink 19">
                  <a:extLst>
                    <a:ext uri="{FF2B5EF4-FFF2-40B4-BE49-F238E27FC236}">
                      <a16:creationId xmlns:a16="http://schemas.microsoft.com/office/drawing/2014/main" id="{814A599A-B545-CC19-F379-EADB36F09205}"/>
                    </a:ext>
                  </a:extLst>
                </p:cNvPr>
                <p:cNvPicPr/>
                <p:nvPr/>
              </p:nvPicPr>
              <p:blipFill>
                <a:blip r:embed="rId31"/>
                <a:stretch>
                  <a:fillRect/>
                </a:stretch>
              </p:blipFill>
              <p:spPr>
                <a:xfrm>
                  <a:off x="10507065" y="613455"/>
                  <a:ext cx="2901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275195F8-82FA-4529-BAD7-3CF815ACA858}"/>
                    </a:ext>
                  </a:extLst>
                </p14:cNvPr>
                <p14:cNvContentPartPr/>
                <p14:nvPr/>
              </p14:nvContentPartPr>
              <p14:xfrm>
                <a:off x="10890105" y="620655"/>
                <a:ext cx="664560" cy="173880"/>
              </p14:xfrm>
            </p:contentPart>
          </mc:Choice>
          <mc:Fallback xmlns="">
            <p:pic>
              <p:nvPicPr>
                <p:cNvPr id="21" name="Ink 20">
                  <a:extLst>
                    <a:ext uri="{FF2B5EF4-FFF2-40B4-BE49-F238E27FC236}">
                      <a16:creationId xmlns:a16="http://schemas.microsoft.com/office/drawing/2014/main" id="{275195F8-82FA-4529-BAD7-3CF815ACA858}"/>
                    </a:ext>
                  </a:extLst>
                </p:cNvPr>
                <p:cNvPicPr/>
                <p:nvPr/>
              </p:nvPicPr>
              <p:blipFill>
                <a:blip r:embed="rId33"/>
                <a:stretch>
                  <a:fillRect/>
                </a:stretch>
              </p:blipFill>
              <p:spPr>
                <a:xfrm>
                  <a:off x="10883985" y="614535"/>
                  <a:ext cx="676800" cy="186120"/>
                </a:xfrm>
                <a:prstGeom prst="rect">
                  <a:avLst/>
                </a:prstGeom>
              </p:spPr>
            </p:pic>
          </mc:Fallback>
        </mc:AlternateContent>
      </p:grpSp>
      <p:grpSp>
        <p:nvGrpSpPr>
          <p:cNvPr id="39" name="Group 38">
            <a:extLst>
              <a:ext uri="{FF2B5EF4-FFF2-40B4-BE49-F238E27FC236}">
                <a16:creationId xmlns:a16="http://schemas.microsoft.com/office/drawing/2014/main" id="{3E335DCC-1335-14D3-03AC-DE4FD1BF41E2}"/>
              </a:ext>
            </a:extLst>
          </p:cNvPr>
          <p:cNvGrpSpPr/>
          <p:nvPr/>
        </p:nvGrpSpPr>
        <p:grpSpPr>
          <a:xfrm>
            <a:off x="748545" y="898575"/>
            <a:ext cx="1069200" cy="914760"/>
            <a:chOff x="748545" y="898575"/>
            <a:chExt cx="1069200" cy="914760"/>
          </a:xfrm>
        </p:grpSpPr>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6050894F-3D73-3B7D-BF25-5BC4F3CB17DF}"/>
                    </a:ext>
                  </a:extLst>
                </p14:cNvPr>
                <p14:cNvContentPartPr/>
                <p14:nvPr/>
              </p14:nvContentPartPr>
              <p14:xfrm>
                <a:off x="1182705" y="898575"/>
                <a:ext cx="635040" cy="914760"/>
              </p14:xfrm>
            </p:contentPart>
          </mc:Choice>
          <mc:Fallback xmlns="">
            <p:pic>
              <p:nvPicPr>
                <p:cNvPr id="22" name="Ink 21">
                  <a:extLst>
                    <a:ext uri="{FF2B5EF4-FFF2-40B4-BE49-F238E27FC236}">
                      <a16:creationId xmlns:a16="http://schemas.microsoft.com/office/drawing/2014/main" id="{6050894F-3D73-3B7D-BF25-5BC4F3CB17DF}"/>
                    </a:ext>
                  </a:extLst>
                </p:cNvPr>
                <p:cNvPicPr/>
                <p:nvPr/>
              </p:nvPicPr>
              <p:blipFill>
                <a:blip r:embed="rId35"/>
                <a:stretch>
                  <a:fillRect/>
                </a:stretch>
              </p:blipFill>
              <p:spPr>
                <a:xfrm>
                  <a:off x="1176585" y="892455"/>
                  <a:ext cx="647280" cy="927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C0DA958E-0960-50DF-8CF2-05232B945520}"/>
                    </a:ext>
                  </a:extLst>
                </p14:cNvPr>
                <p14:cNvContentPartPr/>
                <p14:nvPr/>
              </p14:nvContentPartPr>
              <p14:xfrm>
                <a:off x="748545" y="1252095"/>
                <a:ext cx="478080" cy="489960"/>
              </p14:xfrm>
            </p:contentPart>
          </mc:Choice>
          <mc:Fallback xmlns="">
            <p:pic>
              <p:nvPicPr>
                <p:cNvPr id="23" name="Ink 22">
                  <a:extLst>
                    <a:ext uri="{FF2B5EF4-FFF2-40B4-BE49-F238E27FC236}">
                      <a16:creationId xmlns:a16="http://schemas.microsoft.com/office/drawing/2014/main" id="{C0DA958E-0960-50DF-8CF2-05232B945520}"/>
                    </a:ext>
                  </a:extLst>
                </p:cNvPr>
                <p:cNvPicPr/>
                <p:nvPr/>
              </p:nvPicPr>
              <p:blipFill>
                <a:blip r:embed="rId37"/>
                <a:stretch>
                  <a:fillRect/>
                </a:stretch>
              </p:blipFill>
              <p:spPr>
                <a:xfrm>
                  <a:off x="742425" y="1245975"/>
                  <a:ext cx="490320" cy="502200"/>
                </a:xfrm>
                <a:prstGeom prst="rect">
                  <a:avLst/>
                </a:prstGeom>
              </p:spPr>
            </p:pic>
          </mc:Fallback>
        </mc:AlternateContent>
      </p:grpSp>
      <p:grpSp>
        <p:nvGrpSpPr>
          <p:cNvPr id="38" name="Group 37">
            <a:extLst>
              <a:ext uri="{FF2B5EF4-FFF2-40B4-BE49-F238E27FC236}">
                <a16:creationId xmlns:a16="http://schemas.microsoft.com/office/drawing/2014/main" id="{092E35EF-AC77-C148-AAA8-B381652D723C}"/>
              </a:ext>
            </a:extLst>
          </p:cNvPr>
          <p:cNvGrpSpPr/>
          <p:nvPr/>
        </p:nvGrpSpPr>
        <p:grpSpPr>
          <a:xfrm>
            <a:off x="2913225" y="1158135"/>
            <a:ext cx="475920" cy="588240"/>
            <a:chOff x="2913225" y="1158135"/>
            <a:chExt cx="475920" cy="588240"/>
          </a:xfrm>
        </p:grpSpPr>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FC28015D-E645-5138-FC10-C0A1556604BA}"/>
                    </a:ext>
                  </a:extLst>
                </p14:cNvPr>
                <p14:cNvContentPartPr/>
                <p14:nvPr/>
              </p14:nvContentPartPr>
              <p14:xfrm>
                <a:off x="2913225" y="1158135"/>
                <a:ext cx="471960" cy="427320"/>
              </p14:xfrm>
            </p:contentPart>
          </mc:Choice>
          <mc:Fallback xmlns="">
            <p:pic>
              <p:nvPicPr>
                <p:cNvPr id="24" name="Ink 23">
                  <a:extLst>
                    <a:ext uri="{FF2B5EF4-FFF2-40B4-BE49-F238E27FC236}">
                      <a16:creationId xmlns:a16="http://schemas.microsoft.com/office/drawing/2014/main" id="{FC28015D-E645-5138-FC10-C0A1556604BA}"/>
                    </a:ext>
                  </a:extLst>
                </p:cNvPr>
                <p:cNvPicPr/>
                <p:nvPr/>
              </p:nvPicPr>
              <p:blipFill>
                <a:blip r:embed="rId39"/>
                <a:stretch>
                  <a:fillRect/>
                </a:stretch>
              </p:blipFill>
              <p:spPr>
                <a:xfrm>
                  <a:off x="2907105" y="1152015"/>
                  <a:ext cx="48420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5156C8D7-506B-1940-C6E8-B388A67A80C9}"/>
                    </a:ext>
                  </a:extLst>
                </p14:cNvPr>
                <p14:cNvContentPartPr/>
                <p14:nvPr/>
              </p14:nvContentPartPr>
              <p14:xfrm>
                <a:off x="3111225" y="1273695"/>
                <a:ext cx="277920" cy="472680"/>
              </p14:xfrm>
            </p:contentPart>
          </mc:Choice>
          <mc:Fallback xmlns="">
            <p:pic>
              <p:nvPicPr>
                <p:cNvPr id="25" name="Ink 24">
                  <a:extLst>
                    <a:ext uri="{FF2B5EF4-FFF2-40B4-BE49-F238E27FC236}">
                      <a16:creationId xmlns:a16="http://schemas.microsoft.com/office/drawing/2014/main" id="{5156C8D7-506B-1940-C6E8-B388A67A80C9}"/>
                    </a:ext>
                  </a:extLst>
                </p:cNvPr>
                <p:cNvPicPr/>
                <p:nvPr/>
              </p:nvPicPr>
              <p:blipFill>
                <a:blip r:embed="rId41"/>
                <a:stretch>
                  <a:fillRect/>
                </a:stretch>
              </p:blipFill>
              <p:spPr>
                <a:xfrm>
                  <a:off x="3105105" y="1267575"/>
                  <a:ext cx="290160" cy="484920"/>
                </a:xfrm>
                <a:prstGeom prst="rect">
                  <a:avLst/>
                </a:prstGeom>
              </p:spPr>
            </p:pic>
          </mc:Fallback>
        </mc:AlternateContent>
      </p:grpSp>
      <p:grpSp>
        <p:nvGrpSpPr>
          <p:cNvPr id="47" name="Group 46">
            <a:extLst>
              <a:ext uri="{FF2B5EF4-FFF2-40B4-BE49-F238E27FC236}">
                <a16:creationId xmlns:a16="http://schemas.microsoft.com/office/drawing/2014/main" id="{77E5B4E6-4EA9-BEE6-A0BD-7C4F1D456110}"/>
              </a:ext>
            </a:extLst>
          </p:cNvPr>
          <p:cNvGrpSpPr/>
          <p:nvPr/>
        </p:nvGrpSpPr>
        <p:grpSpPr>
          <a:xfrm>
            <a:off x="3788745" y="232935"/>
            <a:ext cx="3305520" cy="1788120"/>
            <a:chOff x="3788745" y="232935"/>
            <a:chExt cx="3305520" cy="1788120"/>
          </a:xfrm>
        </p:grpSpPr>
        <mc:AlternateContent xmlns:mc="http://schemas.openxmlformats.org/markup-compatibility/2006" xmlns:p14="http://schemas.microsoft.com/office/powerpoint/2010/main">
          <mc:Choice Requires="p14">
            <p:contentPart p14:bwMode="auto" r:id="rId42">
              <p14:nvContentPartPr>
                <p14:cNvPr id="8" name="Ink 7">
                  <a:extLst>
                    <a:ext uri="{FF2B5EF4-FFF2-40B4-BE49-F238E27FC236}">
                      <a16:creationId xmlns:a16="http://schemas.microsoft.com/office/drawing/2014/main" id="{AD6950D4-7F40-6EF6-64BB-ABD4EDF16A5F}"/>
                    </a:ext>
                  </a:extLst>
                </p14:cNvPr>
                <p14:cNvContentPartPr/>
                <p14:nvPr/>
              </p14:nvContentPartPr>
              <p14:xfrm>
                <a:off x="4058745" y="232935"/>
                <a:ext cx="50760" cy="388080"/>
              </p14:xfrm>
            </p:contentPart>
          </mc:Choice>
          <mc:Fallback xmlns="">
            <p:pic>
              <p:nvPicPr>
                <p:cNvPr id="8" name="Ink 7">
                  <a:extLst>
                    <a:ext uri="{FF2B5EF4-FFF2-40B4-BE49-F238E27FC236}">
                      <a16:creationId xmlns:a16="http://schemas.microsoft.com/office/drawing/2014/main" id="{AD6950D4-7F40-6EF6-64BB-ABD4EDF16A5F}"/>
                    </a:ext>
                  </a:extLst>
                </p:cNvPr>
                <p:cNvPicPr/>
                <p:nvPr/>
              </p:nvPicPr>
              <p:blipFill>
                <a:blip r:embed="rId43"/>
                <a:stretch>
                  <a:fillRect/>
                </a:stretch>
              </p:blipFill>
              <p:spPr>
                <a:xfrm>
                  <a:off x="4052625" y="226815"/>
                  <a:ext cx="6300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 name="Ink 8">
                  <a:extLst>
                    <a:ext uri="{FF2B5EF4-FFF2-40B4-BE49-F238E27FC236}">
                      <a16:creationId xmlns:a16="http://schemas.microsoft.com/office/drawing/2014/main" id="{CA4E8B56-3AC3-2A4F-519E-8F19C16BEDE6}"/>
                    </a:ext>
                  </a:extLst>
                </p14:cNvPr>
                <p14:cNvContentPartPr/>
                <p14:nvPr/>
              </p14:nvContentPartPr>
              <p14:xfrm>
                <a:off x="3788745" y="375495"/>
                <a:ext cx="1112400" cy="303840"/>
              </p14:xfrm>
            </p:contentPart>
          </mc:Choice>
          <mc:Fallback xmlns="">
            <p:pic>
              <p:nvPicPr>
                <p:cNvPr id="9" name="Ink 8">
                  <a:extLst>
                    <a:ext uri="{FF2B5EF4-FFF2-40B4-BE49-F238E27FC236}">
                      <a16:creationId xmlns:a16="http://schemas.microsoft.com/office/drawing/2014/main" id="{CA4E8B56-3AC3-2A4F-519E-8F19C16BEDE6}"/>
                    </a:ext>
                  </a:extLst>
                </p:cNvPr>
                <p:cNvPicPr/>
                <p:nvPr/>
              </p:nvPicPr>
              <p:blipFill>
                <a:blip r:embed="rId45"/>
                <a:stretch>
                  <a:fillRect/>
                </a:stretch>
              </p:blipFill>
              <p:spPr>
                <a:xfrm>
                  <a:off x="3782625" y="369375"/>
                  <a:ext cx="112464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 name="Ink 9">
                  <a:extLst>
                    <a:ext uri="{FF2B5EF4-FFF2-40B4-BE49-F238E27FC236}">
                      <a16:creationId xmlns:a16="http://schemas.microsoft.com/office/drawing/2014/main" id="{0F1FD18A-0985-92FB-E570-D7135FC71505}"/>
                    </a:ext>
                  </a:extLst>
                </p14:cNvPr>
                <p14:cNvContentPartPr/>
                <p14:nvPr/>
              </p14:nvContentPartPr>
              <p14:xfrm>
                <a:off x="5652105" y="534975"/>
                <a:ext cx="563760" cy="300960"/>
              </p14:xfrm>
            </p:contentPart>
          </mc:Choice>
          <mc:Fallback xmlns="">
            <p:pic>
              <p:nvPicPr>
                <p:cNvPr id="10" name="Ink 9">
                  <a:extLst>
                    <a:ext uri="{FF2B5EF4-FFF2-40B4-BE49-F238E27FC236}">
                      <a16:creationId xmlns:a16="http://schemas.microsoft.com/office/drawing/2014/main" id="{0F1FD18A-0985-92FB-E570-D7135FC71505}"/>
                    </a:ext>
                  </a:extLst>
                </p:cNvPr>
                <p:cNvPicPr/>
                <p:nvPr/>
              </p:nvPicPr>
              <p:blipFill>
                <a:blip r:embed="rId47"/>
                <a:stretch>
                  <a:fillRect/>
                </a:stretch>
              </p:blipFill>
              <p:spPr>
                <a:xfrm>
                  <a:off x="5645985" y="528855"/>
                  <a:ext cx="57600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1" name="Ink 10">
                  <a:extLst>
                    <a:ext uri="{FF2B5EF4-FFF2-40B4-BE49-F238E27FC236}">
                      <a16:creationId xmlns:a16="http://schemas.microsoft.com/office/drawing/2014/main" id="{1A4A9E65-9365-DACF-75CE-358FEE5B5FE4}"/>
                    </a:ext>
                  </a:extLst>
                </p14:cNvPr>
                <p14:cNvContentPartPr/>
                <p14:nvPr/>
              </p14:nvContentPartPr>
              <p14:xfrm>
                <a:off x="6261225" y="348855"/>
                <a:ext cx="833040" cy="494280"/>
              </p14:xfrm>
            </p:contentPart>
          </mc:Choice>
          <mc:Fallback xmlns="">
            <p:pic>
              <p:nvPicPr>
                <p:cNvPr id="11" name="Ink 10">
                  <a:extLst>
                    <a:ext uri="{FF2B5EF4-FFF2-40B4-BE49-F238E27FC236}">
                      <a16:creationId xmlns:a16="http://schemas.microsoft.com/office/drawing/2014/main" id="{1A4A9E65-9365-DACF-75CE-358FEE5B5FE4}"/>
                    </a:ext>
                  </a:extLst>
                </p:cNvPr>
                <p:cNvPicPr/>
                <p:nvPr/>
              </p:nvPicPr>
              <p:blipFill>
                <a:blip r:embed="rId49"/>
                <a:stretch>
                  <a:fillRect/>
                </a:stretch>
              </p:blipFill>
              <p:spPr>
                <a:xfrm>
                  <a:off x="6255105" y="342735"/>
                  <a:ext cx="845280" cy="506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Ink 25">
                  <a:extLst>
                    <a:ext uri="{FF2B5EF4-FFF2-40B4-BE49-F238E27FC236}">
                      <a16:creationId xmlns:a16="http://schemas.microsoft.com/office/drawing/2014/main" id="{22BF50F5-19F4-5DAD-4F8E-8D4C8F2E7A96}"/>
                    </a:ext>
                  </a:extLst>
                </p14:cNvPr>
                <p14:cNvContentPartPr/>
                <p14:nvPr/>
              </p14:nvContentPartPr>
              <p14:xfrm>
                <a:off x="4193385" y="1106655"/>
                <a:ext cx="226440" cy="534240"/>
              </p14:xfrm>
            </p:contentPart>
          </mc:Choice>
          <mc:Fallback xmlns="">
            <p:pic>
              <p:nvPicPr>
                <p:cNvPr id="26" name="Ink 25">
                  <a:extLst>
                    <a:ext uri="{FF2B5EF4-FFF2-40B4-BE49-F238E27FC236}">
                      <a16:creationId xmlns:a16="http://schemas.microsoft.com/office/drawing/2014/main" id="{22BF50F5-19F4-5DAD-4F8E-8D4C8F2E7A96}"/>
                    </a:ext>
                  </a:extLst>
                </p:cNvPr>
                <p:cNvPicPr/>
                <p:nvPr/>
              </p:nvPicPr>
              <p:blipFill>
                <a:blip r:embed="rId51"/>
                <a:stretch>
                  <a:fillRect/>
                </a:stretch>
              </p:blipFill>
              <p:spPr>
                <a:xfrm>
                  <a:off x="4187265" y="1100535"/>
                  <a:ext cx="238680" cy="546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7" name="Ink 26">
                  <a:extLst>
                    <a:ext uri="{FF2B5EF4-FFF2-40B4-BE49-F238E27FC236}">
                      <a16:creationId xmlns:a16="http://schemas.microsoft.com/office/drawing/2014/main" id="{3E0C6D4C-FE08-651D-385F-34E4C8602DE1}"/>
                    </a:ext>
                  </a:extLst>
                </p14:cNvPr>
                <p14:cNvContentPartPr/>
                <p14:nvPr/>
              </p14:nvContentPartPr>
              <p14:xfrm>
                <a:off x="4647345" y="1092615"/>
                <a:ext cx="127080" cy="495000"/>
              </p14:xfrm>
            </p:contentPart>
          </mc:Choice>
          <mc:Fallback xmlns="">
            <p:pic>
              <p:nvPicPr>
                <p:cNvPr id="27" name="Ink 26">
                  <a:extLst>
                    <a:ext uri="{FF2B5EF4-FFF2-40B4-BE49-F238E27FC236}">
                      <a16:creationId xmlns:a16="http://schemas.microsoft.com/office/drawing/2014/main" id="{3E0C6D4C-FE08-651D-385F-34E4C8602DE1}"/>
                    </a:ext>
                  </a:extLst>
                </p:cNvPr>
                <p:cNvPicPr/>
                <p:nvPr/>
              </p:nvPicPr>
              <p:blipFill>
                <a:blip r:embed="rId53"/>
                <a:stretch>
                  <a:fillRect/>
                </a:stretch>
              </p:blipFill>
              <p:spPr>
                <a:xfrm>
                  <a:off x="4641225" y="1086495"/>
                  <a:ext cx="139320" cy="507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8" name="Ink 27">
                  <a:extLst>
                    <a:ext uri="{FF2B5EF4-FFF2-40B4-BE49-F238E27FC236}">
                      <a16:creationId xmlns:a16="http://schemas.microsoft.com/office/drawing/2014/main" id="{C693EAAC-DB45-BCDF-D9B6-D67395B2AE8F}"/>
                    </a:ext>
                  </a:extLst>
                </p14:cNvPr>
                <p14:cNvContentPartPr/>
                <p14:nvPr/>
              </p14:nvContentPartPr>
              <p14:xfrm>
                <a:off x="4907625" y="1217175"/>
                <a:ext cx="463320" cy="573480"/>
              </p14:xfrm>
            </p:contentPart>
          </mc:Choice>
          <mc:Fallback xmlns="">
            <p:pic>
              <p:nvPicPr>
                <p:cNvPr id="28" name="Ink 27">
                  <a:extLst>
                    <a:ext uri="{FF2B5EF4-FFF2-40B4-BE49-F238E27FC236}">
                      <a16:creationId xmlns:a16="http://schemas.microsoft.com/office/drawing/2014/main" id="{C693EAAC-DB45-BCDF-D9B6-D67395B2AE8F}"/>
                    </a:ext>
                  </a:extLst>
                </p:cNvPr>
                <p:cNvPicPr/>
                <p:nvPr/>
              </p:nvPicPr>
              <p:blipFill>
                <a:blip r:embed="rId55"/>
                <a:stretch>
                  <a:fillRect/>
                </a:stretch>
              </p:blipFill>
              <p:spPr>
                <a:xfrm>
                  <a:off x="4901505" y="1211055"/>
                  <a:ext cx="475560" cy="585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9" name="Ink 28">
                  <a:extLst>
                    <a:ext uri="{FF2B5EF4-FFF2-40B4-BE49-F238E27FC236}">
                      <a16:creationId xmlns:a16="http://schemas.microsoft.com/office/drawing/2014/main" id="{DE09073C-CE2E-4D65-F6C9-7F6DA9233577}"/>
                    </a:ext>
                  </a:extLst>
                </p14:cNvPr>
                <p14:cNvContentPartPr/>
                <p14:nvPr/>
              </p14:nvContentPartPr>
              <p14:xfrm>
                <a:off x="5279505" y="1405815"/>
                <a:ext cx="189720" cy="169560"/>
              </p14:xfrm>
            </p:contentPart>
          </mc:Choice>
          <mc:Fallback xmlns="">
            <p:pic>
              <p:nvPicPr>
                <p:cNvPr id="29" name="Ink 28">
                  <a:extLst>
                    <a:ext uri="{FF2B5EF4-FFF2-40B4-BE49-F238E27FC236}">
                      <a16:creationId xmlns:a16="http://schemas.microsoft.com/office/drawing/2014/main" id="{DE09073C-CE2E-4D65-F6C9-7F6DA9233577}"/>
                    </a:ext>
                  </a:extLst>
                </p:cNvPr>
                <p:cNvPicPr/>
                <p:nvPr/>
              </p:nvPicPr>
              <p:blipFill>
                <a:blip r:embed="rId57"/>
                <a:stretch>
                  <a:fillRect/>
                </a:stretch>
              </p:blipFill>
              <p:spPr>
                <a:xfrm>
                  <a:off x="5273385" y="1399695"/>
                  <a:ext cx="20196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0" name="Ink 29">
                  <a:extLst>
                    <a:ext uri="{FF2B5EF4-FFF2-40B4-BE49-F238E27FC236}">
                      <a16:creationId xmlns:a16="http://schemas.microsoft.com/office/drawing/2014/main" id="{53664305-164B-7B2C-FEBF-3131F773F687}"/>
                    </a:ext>
                  </a:extLst>
                </p14:cNvPr>
                <p14:cNvContentPartPr/>
                <p14:nvPr/>
              </p14:nvContentPartPr>
              <p14:xfrm>
                <a:off x="5589465" y="1347855"/>
                <a:ext cx="315720" cy="291600"/>
              </p14:xfrm>
            </p:contentPart>
          </mc:Choice>
          <mc:Fallback xmlns="">
            <p:pic>
              <p:nvPicPr>
                <p:cNvPr id="30" name="Ink 29">
                  <a:extLst>
                    <a:ext uri="{FF2B5EF4-FFF2-40B4-BE49-F238E27FC236}">
                      <a16:creationId xmlns:a16="http://schemas.microsoft.com/office/drawing/2014/main" id="{53664305-164B-7B2C-FEBF-3131F773F687}"/>
                    </a:ext>
                  </a:extLst>
                </p:cNvPr>
                <p:cNvPicPr/>
                <p:nvPr/>
              </p:nvPicPr>
              <p:blipFill>
                <a:blip r:embed="rId59"/>
                <a:stretch>
                  <a:fillRect/>
                </a:stretch>
              </p:blipFill>
              <p:spPr>
                <a:xfrm>
                  <a:off x="5583345" y="1341735"/>
                  <a:ext cx="32796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1" name="Ink 30">
                  <a:extLst>
                    <a:ext uri="{FF2B5EF4-FFF2-40B4-BE49-F238E27FC236}">
                      <a16:creationId xmlns:a16="http://schemas.microsoft.com/office/drawing/2014/main" id="{6E7753A7-F320-D49C-837D-84C8CD2A44AA}"/>
                    </a:ext>
                  </a:extLst>
                </p14:cNvPr>
                <p14:cNvContentPartPr/>
                <p14:nvPr/>
              </p14:nvContentPartPr>
              <p14:xfrm>
                <a:off x="5783505" y="1211055"/>
                <a:ext cx="368280" cy="519840"/>
              </p14:xfrm>
            </p:contentPart>
          </mc:Choice>
          <mc:Fallback xmlns="">
            <p:pic>
              <p:nvPicPr>
                <p:cNvPr id="31" name="Ink 30">
                  <a:extLst>
                    <a:ext uri="{FF2B5EF4-FFF2-40B4-BE49-F238E27FC236}">
                      <a16:creationId xmlns:a16="http://schemas.microsoft.com/office/drawing/2014/main" id="{6E7753A7-F320-D49C-837D-84C8CD2A44AA}"/>
                    </a:ext>
                  </a:extLst>
                </p:cNvPr>
                <p:cNvPicPr/>
                <p:nvPr/>
              </p:nvPicPr>
              <p:blipFill>
                <a:blip r:embed="rId61"/>
                <a:stretch>
                  <a:fillRect/>
                </a:stretch>
              </p:blipFill>
              <p:spPr>
                <a:xfrm>
                  <a:off x="5777385" y="1204935"/>
                  <a:ext cx="38052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2" name="Ink 31">
                  <a:extLst>
                    <a:ext uri="{FF2B5EF4-FFF2-40B4-BE49-F238E27FC236}">
                      <a16:creationId xmlns:a16="http://schemas.microsoft.com/office/drawing/2014/main" id="{9BE838D2-8319-A47E-166F-E3F5C385BF0F}"/>
                    </a:ext>
                  </a:extLst>
                </p14:cNvPr>
                <p14:cNvContentPartPr/>
                <p14:nvPr/>
              </p14:nvContentPartPr>
              <p14:xfrm>
                <a:off x="3877665" y="960495"/>
                <a:ext cx="397440" cy="992520"/>
              </p14:xfrm>
            </p:contentPart>
          </mc:Choice>
          <mc:Fallback xmlns="">
            <p:pic>
              <p:nvPicPr>
                <p:cNvPr id="32" name="Ink 31">
                  <a:extLst>
                    <a:ext uri="{FF2B5EF4-FFF2-40B4-BE49-F238E27FC236}">
                      <a16:creationId xmlns:a16="http://schemas.microsoft.com/office/drawing/2014/main" id="{9BE838D2-8319-A47E-166F-E3F5C385BF0F}"/>
                    </a:ext>
                  </a:extLst>
                </p:cNvPr>
                <p:cNvPicPr/>
                <p:nvPr/>
              </p:nvPicPr>
              <p:blipFill>
                <a:blip r:embed="rId63"/>
                <a:stretch>
                  <a:fillRect/>
                </a:stretch>
              </p:blipFill>
              <p:spPr>
                <a:xfrm>
                  <a:off x="3871545" y="954375"/>
                  <a:ext cx="409680" cy="10047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3" name="Ink 32">
                  <a:extLst>
                    <a:ext uri="{FF2B5EF4-FFF2-40B4-BE49-F238E27FC236}">
                      <a16:creationId xmlns:a16="http://schemas.microsoft.com/office/drawing/2014/main" id="{07804F04-0C47-79A8-A8CB-426343665252}"/>
                    </a:ext>
                  </a:extLst>
                </p14:cNvPr>
                <p14:cNvContentPartPr/>
                <p14:nvPr/>
              </p14:nvContentPartPr>
              <p14:xfrm>
                <a:off x="6284625" y="1017375"/>
                <a:ext cx="148320" cy="237960"/>
              </p14:xfrm>
            </p:contentPart>
          </mc:Choice>
          <mc:Fallback xmlns="">
            <p:pic>
              <p:nvPicPr>
                <p:cNvPr id="33" name="Ink 32">
                  <a:extLst>
                    <a:ext uri="{FF2B5EF4-FFF2-40B4-BE49-F238E27FC236}">
                      <a16:creationId xmlns:a16="http://schemas.microsoft.com/office/drawing/2014/main" id="{07804F04-0C47-79A8-A8CB-426343665252}"/>
                    </a:ext>
                  </a:extLst>
                </p:cNvPr>
                <p:cNvPicPr/>
                <p:nvPr/>
              </p:nvPicPr>
              <p:blipFill>
                <a:blip r:embed="rId65"/>
                <a:stretch>
                  <a:fillRect/>
                </a:stretch>
              </p:blipFill>
              <p:spPr>
                <a:xfrm>
                  <a:off x="6278505" y="1011255"/>
                  <a:ext cx="16056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4" name="Ink 33">
                  <a:extLst>
                    <a:ext uri="{FF2B5EF4-FFF2-40B4-BE49-F238E27FC236}">
                      <a16:creationId xmlns:a16="http://schemas.microsoft.com/office/drawing/2014/main" id="{C982F5AF-D31D-3FD6-8A52-DFC4F2D8E471}"/>
                    </a:ext>
                  </a:extLst>
                </p14:cNvPr>
                <p14:cNvContentPartPr/>
                <p14:nvPr/>
              </p14:nvContentPartPr>
              <p14:xfrm>
                <a:off x="5711505" y="1287015"/>
                <a:ext cx="103320" cy="205200"/>
              </p14:xfrm>
            </p:contentPart>
          </mc:Choice>
          <mc:Fallback xmlns="">
            <p:pic>
              <p:nvPicPr>
                <p:cNvPr id="34" name="Ink 33">
                  <a:extLst>
                    <a:ext uri="{FF2B5EF4-FFF2-40B4-BE49-F238E27FC236}">
                      <a16:creationId xmlns:a16="http://schemas.microsoft.com/office/drawing/2014/main" id="{C982F5AF-D31D-3FD6-8A52-DFC4F2D8E471}"/>
                    </a:ext>
                  </a:extLst>
                </p:cNvPr>
                <p:cNvPicPr/>
                <p:nvPr/>
              </p:nvPicPr>
              <p:blipFill>
                <a:blip r:embed="rId67"/>
                <a:stretch>
                  <a:fillRect/>
                </a:stretch>
              </p:blipFill>
              <p:spPr>
                <a:xfrm>
                  <a:off x="5705385" y="1280895"/>
                  <a:ext cx="1155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5" name="Ink 34">
                  <a:extLst>
                    <a:ext uri="{FF2B5EF4-FFF2-40B4-BE49-F238E27FC236}">
                      <a16:creationId xmlns:a16="http://schemas.microsoft.com/office/drawing/2014/main" id="{62E9B689-475C-9AB2-AA2E-659F2618A9C9}"/>
                    </a:ext>
                  </a:extLst>
                </p14:cNvPr>
                <p14:cNvContentPartPr/>
                <p14:nvPr/>
              </p14:nvContentPartPr>
              <p14:xfrm>
                <a:off x="6374265" y="1425975"/>
                <a:ext cx="34560" cy="44640"/>
              </p14:xfrm>
            </p:contentPart>
          </mc:Choice>
          <mc:Fallback xmlns="">
            <p:pic>
              <p:nvPicPr>
                <p:cNvPr id="35" name="Ink 34">
                  <a:extLst>
                    <a:ext uri="{FF2B5EF4-FFF2-40B4-BE49-F238E27FC236}">
                      <a16:creationId xmlns:a16="http://schemas.microsoft.com/office/drawing/2014/main" id="{62E9B689-475C-9AB2-AA2E-659F2618A9C9}"/>
                    </a:ext>
                  </a:extLst>
                </p:cNvPr>
                <p:cNvPicPr/>
                <p:nvPr/>
              </p:nvPicPr>
              <p:blipFill>
                <a:blip r:embed="rId69"/>
                <a:stretch>
                  <a:fillRect/>
                </a:stretch>
              </p:blipFill>
              <p:spPr>
                <a:xfrm>
                  <a:off x="6368145" y="1419855"/>
                  <a:ext cx="4680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6" name="Ink 35">
                  <a:extLst>
                    <a:ext uri="{FF2B5EF4-FFF2-40B4-BE49-F238E27FC236}">
                      <a16:creationId xmlns:a16="http://schemas.microsoft.com/office/drawing/2014/main" id="{58394662-BAE3-5536-0A77-ACB72C5BB4EC}"/>
                    </a:ext>
                  </a:extLst>
                </p14:cNvPr>
                <p14:cNvContentPartPr/>
                <p14:nvPr/>
              </p14:nvContentPartPr>
              <p14:xfrm>
                <a:off x="6251865" y="1866255"/>
                <a:ext cx="16200" cy="20880"/>
              </p14:xfrm>
            </p:contentPart>
          </mc:Choice>
          <mc:Fallback xmlns="">
            <p:pic>
              <p:nvPicPr>
                <p:cNvPr id="36" name="Ink 35">
                  <a:extLst>
                    <a:ext uri="{FF2B5EF4-FFF2-40B4-BE49-F238E27FC236}">
                      <a16:creationId xmlns:a16="http://schemas.microsoft.com/office/drawing/2014/main" id="{58394662-BAE3-5536-0A77-ACB72C5BB4EC}"/>
                    </a:ext>
                  </a:extLst>
                </p:cNvPr>
                <p:cNvPicPr/>
                <p:nvPr/>
              </p:nvPicPr>
              <p:blipFill>
                <a:blip r:embed="rId71"/>
                <a:stretch>
                  <a:fillRect/>
                </a:stretch>
              </p:blipFill>
              <p:spPr>
                <a:xfrm>
                  <a:off x="6245745" y="1860135"/>
                  <a:ext cx="284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1D1E40CB-48E6-600C-6B78-8C8E6C688552}"/>
                    </a:ext>
                  </a:extLst>
                </p14:cNvPr>
                <p14:cNvContentPartPr/>
                <p14:nvPr/>
              </p14:nvContentPartPr>
              <p14:xfrm>
                <a:off x="6364185" y="1406175"/>
                <a:ext cx="216000" cy="442080"/>
              </p14:xfrm>
            </p:contentPart>
          </mc:Choice>
          <mc:Fallback xmlns="">
            <p:pic>
              <p:nvPicPr>
                <p:cNvPr id="44" name="Ink 43">
                  <a:extLst>
                    <a:ext uri="{FF2B5EF4-FFF2-40B4-BE49-F238E27FC236}">
                      <a16:creationId xmlns:a16="http://schemas.microsoft.com/office/drawing/2014/main" id="{1D1E40CB-48E6-600C-6B78-8C8E6C688552}"/>
                    </a:ext>
                  </a:extLst>
                </p:cNvPr>
                <p:cNvPicPr/>
                <p:nvPr/>
              </p:nvPicPr>
              <p:blipFill>
                <a:blip r:embed="rId73"/>
                <a:stretch>
                  <a:fillRect/>
                </a:stretch>
              </p:blipFill>
              <p:spPr>
                <a:xfrm>
                  <a:off x="6358065" y="1400055"/>
                  <a:ext cx="228240" cy="454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B4B46486-C64C-E0A8-6850-2D0D14DDB457}"/>
                    </a:ext>
                  </a:extLst>
                </p14:cNvPr>
                <p14:cNvContentPartPr/>
                <p14:nvPr/>
              </p14:nvContentPartPr>
              <p14:xfrm>
                <a:off x="6347985" y="1945455"/>
                <a:ext cx="95400" cy="46800"/>
              </p14:xfrm>
            </p:contentPart>
          </mc:Choice>
          <mc:Fallback xmlns="">
            <p:pic>
              <p:nvPicPr>
                <p:cNvPr id="45" name="Ink 44">
                  <a:extLst>
                    <a:ext uri="{FF2B5EF4-FFF2-40B4-BE49-F238E27FC236}">
                      <a16:creationId xmlns:a16="http://schemas.microsoft.com/office/drawing/2014/main" id="{B4B46486-C64C-E0A8-6850-2D0D14DDB457}"/>
                    </a:ext>
                  </a:extLst>
                </p:cNvPr>
                <p:cNvPicPr/>
                <p:nvPr/>
              </p:nvPicPr>
              <p:blipFill>
                <a:blip r:embed="rId75"/>
                <a:stretch>
                  <a:fillRect/>
                </a:stretch>
              </p:blipFill>
              <p:spPr>
                <a:xfrm>
                  <a:off x="6341865" y="1939335"/>
                  <a:ext cx="1076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D93B7C19-B97D-9EC2-9B8D-D380F05B2B72}"/>
                    </a:ext>
                  </a:extLst>
                </p14:cNvPr>
                <p14:cNvContentPartPr/>
                <p14:nvPr/>
              </p14:nvContentPartPr>
              <p14:xfrm>
                <a:off x="6601785" y="1975335"/>
                <a:ext cx="32400" cy="45720"/>
              </p14:xfrm>
            </p:contentPart>
          </mc:Choice>
          <mc:Fallback xmlns="">
            <p:pic>
              <p:nvPicPr>
                <p:cNvPr id="46" name="Ink 45">
                  <a:extLst>
                    <a:ext uri="{FF2B5EF4-FFF2-40B4-BE49-F238E27FC236}">
                      <a16:creationId xmlns:a16="http://schemas.microsoft.com/office/drawing/2014/main" id="{D93B7C19-B97D-9EC2-9B8D-D380F05B2B72}"/>
                    </a:ext>
                  </a:extLst>
                </p:cNvPr>
                <p:cNvPicPr/>
                <p:nvPr/>
              </p:nvPicPr>
              <p:blipFill>
                <a:blip r:embed="rId77"/>
                <a:stretch>
                  <a:fillRect/>
                </a:stretch>
              </p:blipFill>
              <p:spPr>
                <a:xfrm>
                  <a:off x="6595665" y="1969215"/>
                  <a:ext cx="44640" cy="57960"/>
                </a:xfrm>
                <a:prstGeom prst="rect">
                  <a:avLst/>
                </a:prstGeom>
              </p:spPr>
            </p:pic>
          </mc:Fallback>
        </mc:AlternateContent>
      </p:grpSp>
      <p:grpSp>
        <p:nvGrpSpPr>
          <p:cNvPr id="52" name="Group 51">
            <a:extLst>
              <a:ext uri="{FF2B5EF4-FFF2-40B4-BE49-F238E27FC236}">
                <a16:creationId xmlns:a16="http://schemas.microsoft.com/office/drawing/2014/main" id="{97781100-6A77-6626-515B-2818506230F3}"/>
              </a:ext>
            </a:extLst>
          </p:cNvPr>
          <p:cNvGrpSpPr/>
          <p:nvPr/>
        </p:nvGrpSpPr>
        <p:grpSpPr>
          <a:xfrm>
            <a:off x="364425" y="2421735"/>
            <a:ext cx="787680" cy="821160"/>
            <a:chOff x="364425" y="2421735"/>
            <a:chExt cx="787680" cy="821160"/>
          </a:xfrm>
        </p:grpSpPr>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EF21B3E9-5236-0BDC-DAE1-FF8A49A62B8F}"/>
                    </a:ext>
                  </a:extLst>
                </p14:cNvPr>
                <p14:cNvContentPartPr/>
                <p14:nvPr/>
              </p14:nvContentPartPr>
              <p14:xfrm>
                <a:off x="364425" y="2826015"/>
                <a:ext cx="175320" cy="108360"/>
              </p14:xfrm>
            </p:contentPart>
          </mc:Choice>
          <mc:Fallback xmlns="">
            <p:pic>
              <p:nvPicPr>
                <p:cNvPr id="48" name="Ink 47">
                  <a:extLst>
                    <a:ext uri="{FF2B5EF4-FFF2-40B4-BE49-F238E27FC236}">
                      <a16:creationId xmlns:a16="http://schemas.microsoft.com/office/drawing/2014/main" id="{EF21B3E9-5236-0BDC-DAE1-FF8A49A62B8F}"/>
                    </a:ext>
                  </a:extLst>
                </p:cNvPr>
                <p:cNvPicPr/>
                <p:nvPr/>
              </p:nvPicPr>
              <p:blipFill>
                <a:blip r:embed="rId79"/>
                <a:stretch>
                  <a:fillRect/>
                </a:stretch>
              </p:blipFill>
              <p:spPr>
                <a:xfrm>
                  <a:off x="358305" y="2819895"/>
                  <a:ext cx="1875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5E48E1DB-83C0-0A76-25E0-6D24A88EFCFC}"/>
                    </a:ext>
                  </a:extLst>
                </p14:cNvPr>
                <p14:cNvContentPartPr/>
                <p14:nvPr/>
              </p14:nvContentPartPr>
              <p14:xfrm>
                <a:off x="373425" y="3092415"/>
                <a:ext cx="287280" cy="91800"/>
              </p14:xfrm>
            </p:contentPart>
          </mc:Choice>
          <mc:Fallback xmlns="">
            <p:pic>
              <p:nvPicPr>
                <p:cNvPr id="49" name="Ink 48">
                  <a:extLst>
                    <a:ext uri="{FF2B5EF4-FFF2-40B4-BE49-F238E27FC236}">
                      <a16:creationId xmlns:a16="http://schemas.microsoft.com/office/drawing/2014/main" id="{5E48E1DB-83C0-0A76-25E0-6D24A88EFCFC}"/>
                    </a:ext>
                  </a:extLst>
                </p:cNvPr>
                <p:cNvPicPr/>
                <p:nvPr/>
              </p:nvPicPr>
              <p:blipFill>
                <a:blip r:embed="rId81"/>
                <a:stretch>
                  <a:fillRect/>
                </a:stretch>
              </p:blipFill>
              <p:spPr>
                <a:xfrm>
                  <a:off x="367305" y="3086295"/>
                  <a:ext cx="299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D3D9F6B8-D869-9014-35BB-A32124970D80}"/>
                    </a:ext>
                  </a:extLst>
                </p14:cNvPr>
                <p14:cNvContentPartPr/>
                <p14:nvPr/>
              </p14:nvContentPartPr>
              <p14:xfrm>
                <a:off x="643425" y="2421735"/>
                <a:ext cx="214200" cy="821160"/>
              </p14:xfrm>
            </p:contentPart>
          </mc:Choice>
          <mc:Fallback xmlns="">
            <p:pic>
              <p:nvPicPr>
                <p:cNvPr id="50" name="Ink 49">
                  <a:extLst>
                    <a:ext uri="{FF2B5EF4-FFF2-40B4-BE49-F238E27FC236}">
                      <a16:creationId xmlns:a16="http://schemas.microsoft.com/office/drawing/2014/main" id="{D3D9F6B8-D869-9014-35BB-A32124970D80}"/>
                    </a:ext>
                  </a:extLst>
                </p:cNvPr>
                <p:cNvPicPr/>
                <p:nvPr/>
              </p:nvPicPr>
              <p:blipFill>
                <a:blip r:embed="rId83"/>
                <a:stretch>
                  <a:fillRect/>
                </a:stretch>
              </p:blipFill>
              <p:spPr>
                <a:xfrm>
                  <a:off x="637305" y="2415615"/>
                  <a:ext cx="226440" cy="8334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FCCCC324-5DFA-3A90-F88A-A9421B6C3DAF}"/>
                    </a:ext>
                  </a:extLst>
                </p14:cNvPr>
                <p14:cNvContentPartPr/>
                <p14:nvPr/>
              </p14:nvContentPartPr>
              <p14:xfrm>
                <a:off x="1110705" y="3133455"/>
                <a:ext cx="41400" cy="47520"/>
              </p14:xfrm>
            </p:contentPart>
          </mc:Choice>
          <mc:Fallback xmlns="">
            <p:pic>
              <p:nvPicPr>
                <p:cNvPr id="51" name="Ink 50">
                  <a:extLst>
                    <a:ext uri="{FF2B5EF4-FFF2-40B4-BE49-F238E27FC236}">
                      <a16:creationId xmlns:a16="http://schemas.microsoft.com/office/drawing/2014/main" id="{FCCCC324-5DFA-3A90-F88A-A9421B6C3DAF}"/>
                    </a:ext>
                  </a:extLst>
                </p:cNvPr>
                <p:cNvPicPr/>
                <p:nvPr/>
              </p:nvPicPr>
              <p:blipFill>
                <a:blip r:embed="rId85"/>
                <a:stretch>
                  <a:fillRect/>
                </a:stretch>
              </p:blipFill>
              <p:spPr>
                <a:xfrm>
                  <a:off x="1104585" y="3127335"/>
                  <a:ext cx="53640" cy="59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6">
            <p14:nvContentPartPr>
              <p14:cNvPr id="70" name="Ink 69">
                <a:extLst>
                  <a:ext uri="{FF2B5EF4-FFF2-40B4-BE49-F238E27FC236}">
                    <a16:creationId xmlns:a16="http://schemas.microsoft.com/office/drawing/2014/main" id="{6C62875D-AF9C-B833-7A74-3D112CB4175F}"/>
                  </a:ext>
                </a:extLst>
              </p14:cNvPr>
              <p14:cNvContentPartPr/>
              <p14:nvPr/>
            </p14:nvContentPartPr>
            <p14:xfrm>
              <a:off x="7791585" y="2516055"/>
              <a:ext cx="720" cy="2504880"/>
            </p14:xfrm>
          </p:contentPart>
        </mc:Choice>
        <mc:Fallback xmlns="">
          <p:pic>
            <p:nvPicPr>
              <p:cNvPr id="70" name="Ink 69">
                <a:extLst>
                  <a:ext uri="{FF2B5EF4-FFF2-40B4-BE49-F238E27FC236}">
                    <a16:creationId xmlns:a16="http://schemas.microsoft.com/office/drawing/2014/main" id="{6C62875D-AF9C-B833-7A74-3D112CB4175F}"/>
                  </a:ext>
                </a:extLst>
              </p:cNvPr>
              <p:cNvPicPr/>
              <p:nvPr/>
            </p:nvPicPr>
            <p:blipFill>
              <a:blip r:embed="rId87"/>
              <a:stretch>
                <a:fillRect/>
              </a:stretch>
            </p:blipFill>
            <p:spPr>
              <a:xfrm>
                <a:off x="7778625" y="2509935"/>
                <a:ext cx="25200" cy="2517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2" name="Ink 71">
                <a:extLst>
                  <a:ext uri="{FF2B5EF4-FFF2-40B4-BE49-F238E27FC236}">
                    <a16:creationId xmlns:a16="http://schemas.microsoft.com/office/drawing/2014/main" id="{0BC7CA77-3182-E0AF-F94C-1A43413A7741}"/>
                  </a:ext>
                </a:extLst>
              </p14:cNvPr>
              <p14:cNvContentPartPr/>
              <p14:nvPr/>
            </p14:nvContentPartPr>
            <p14:xfrm>
              <a:off x="7840545" y="5029575"/>
              <a:ext cx="3500640" cy="720"/>
            </p14:xfrm>
          </p:contentPart>
        </mc:Choice>
        <mc:Fallback xmlns="">
          <p:pic>
            <p:nvPicPr>
              <p:cNvPr id="72" name="Ink 71">
                <a:extLst>
                  <a:ext uri="{FF2B5EF4-FFF2-40B4-BE49-F238E27FC236}">
                    <a16:creationId xmlns:a16="http://schemas.microsoft.com/office/drawing/2014/main" id="{0BC7CA77-3182-E0AF-F94C-1A43413A7741}"/>
                  </a:ext>
                </a:extLst>
              </p:cNvPr>
              <p:cNvPicPr/>
              <p:nvPr/>
            </p:nvPicPr>
            <p:blipFill>
              <a:blip r:embed="rId89"/>
              <a:stretch>
                <a:fillRect/>
              </a:stretch>
            </p:blipFill>
            <p:spPr>
              <a:xfrm>
                <a:off x="7834425" y="5017335"/>
                <a:ext cx="35128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3" name="Ink 72">
                <a:extLst>
                  <a:ext uri="{FF2B5EF4-FFF2-40B4-BE49-F238E27FC236}">
                    <a16:creationId xmlns:a16="http://schemas.microsoft.com/office/drawing/2014/main" id="{E09BD17A-36D1-4580-9531-E0B9A5896F27}"/>
                  </a:ext>
                </a:extLst>
              </p14:cNvPr>
              <p14:cNvContentPartPr/>
              <p14:nvPr/>
            </p14:nvContentPartPr>
            <p14:xfrm>
              <a:off x="581505" y="2622255"/>
              <a:ext cx="30240" cy="6480"/>
            </p14:xfrm>
          </p:contentPart>
        </mc:Choice>
        <mc:Fallback xmlns="">
          <p:pic>
            <p:nvPicPr>
              <p:cNvPr id="73" name="Ink 72">
                <a:extLst>
                  <a:ext uri="{FF2B5EF4-FFF2-40B4-BE49-F238E27FC236}">
                    <a16:creationId xmlns:a16="http://schemas.microsoft.com/office/drawing/2014/main" id="{E09BD17A-36D1-4580-9531-E0B9A5896F27}"/>
                  </a:ext>
                </a:extLst>
              </p:cNvPr>
              <p:cNvPicPr/>
              <p:nvPr/>
            </p:nvPicPr>
            <p:blipFill>
              <a:blip r:embed="rId91"/>
              <a:stretch>
                <a:fillRect/>
              </a:stretch>
            </p:blipFill>
            <p:spPr>
              <a:xfrm>
                <a:off x="572865" y="2613615"/>
                <a:ext cx="478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4" name="Ink 73">
                <a:extLst>
                  <a:ext uri="{FF2B5EF4-FFF2-40B4-BE49-F238E27FC236}">
                    <a16:creationId xmlns:a16="http://schemas.microsoft.com/office/drawing/2014/main" id="{F57E94AB-A800-E662-385A-DC0B77EC4938}"/>
                  </a:ext>
                </a:extLst>
              </p14:cNvPr>
              <p14:cNvContentPartPr/>
              <p14:nvPr/>
            </p14:nvContentPartPr>
            <p14:xfrm>
              <a:off x="8008665" y="2565735"/>
              <a:ext cx="20880" cy="47520"/>
            </p14:xfrm>
          </p:contentPart>
        </mc:Choice>
        <mc:Fallback xmlns="">
          <p:pic>
            <p:nvPicPr>
              <p:cNvPr id="74" name="Ink 73">
                <a:extLst>
                  <a:ext uri="{FF2B5EF4-FFF2-40B4-BE49-F238E27FC236}">
                    <a16:creationId xmlns:a16="http://schemas.microsoft.com/office/drawing/2014/main" id="{F57E94AB-A800-E662-385A-DC0B77EC4938}"/>
                  </a:ext>
                </a:extLst>
              </p:cNvPr>
              <p:cNvPicPr/>
              <p:nvPr/>
            </p:nvPicPr>
            <p:blipFill>
              <a:blip r:embed="rId93"/>
              <a:stretch>
                <a:fillRect/>
              </a:stretch>
            </p:blipFill>
            <p:spPr>
              <a:xfrm>
                <a:off x="8000025" y="2557095"/>
                <a:ext cx="385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5" name="Ink 74">
                <a:extLst>
                  <a:ext uri="{FF2B5EF4-FFF2-40B4-BE49-F238E27FC236}">
                    <a16:creationId xmlns:a16="http://schemas.microsoft.com/office/drawing/2014/main" id="{E3E08C31-C81B-7905-FBC8-F84C445A92AE}"/>
                  </a:ext>
                </a:extLst>
              </p14:cNvPr>
              <p14:cNvContentPartPr/>
              <p14:nvPr/>
            </p14:nvContentPartPr>
            <p14:xfrm>
              <a:off x="11331105" y="5031375"/>
              <a:ext cx="275400" cy="370080"/>
            </p14:xfrm>
          </p:contentPart>
        </mc:Choice>
        <mc:Fallback xmlns="">
          <p:pic>
            <p:nvPicPr>
              <p:cNvPr id="75" name="Ink 74">
                <a:extLst>
                  <a:ext uri="{FF2B5EF4-FFF2-40B4-BE49-F238E27FC236}">
                    <a16:creationId xmlns:a16="http://schemas.microsoft.com/office/drawing/2014/main" id="{E3E08C31-C81B-7905-FBC8-F84C445A92AE}"/>
                  </a:ext>
                </a:extLst>
              </p:cNvPr>
              <p:cNvPicPr/>
              <p:nvPr/>
            </p:nvPicPr>
            <p:blipFill>
              <a:blip r:embed="rId95"/>
              <a:stretch>
                <a:fillRect/>
              </a:stretch>
            </p:blipFill>
            <p:spPr>
              <a:xfrm>
                <a:off x="11322465" y="5022735"/>
                <a:ext cx="293040" cy="387720"/>
              </a:xfrm>
              <a:prstGeom prst="rect">
                <a:avLst/>
              </a:prstGeom>
            </p:spPr>
          </p:pic>
        </mc:Fallback>
      </mc:AlternateContent>
      <p:grpSp>
        <p:nvGrpSpPr>
          <p:cNvPr id="88" name="Group 87">
            <a:extLst>
              <a:ext uri="{FF2B5EF4-FFF2-40B4-BE49-F238E27FC236}">
                <a16:creationId xmlns:a16="http://schemas.microsoft.com/office/drawing/2014/main" id="{64522230-9FB0-FB36-411D-8C8F2BA2F5A1}"/>
              </a:ext>
            </a:extLst>
          </p:cNvPr>
          <p:cNvGrpSpPr/>
          <p:nvPr/>
        </p:nvGrpSpPr>
        <p:grpSpPr>
          <a:xfrm>
            <a:off x="6840825" y="2324175"/>
            <a:ext cx="4514760" cy="2875320"/>
            <a:chOff x="6840825" y="2324175"/>
            <a:chExt cx="4514760" cy="2875320"/>
          </a:xfrm>
        </p:grpSpPr>
        <mc:AlternateContent xmlns:mc="http://schemas.openxmlformats.org/markup-compatibility/2006" xmlns:p14="http://schemas.microsoft.com/office/powerpoint/2010/main">
          <mc:Choice Requires="p14">
            <p:contentPart p14:bwMode="auto" r:id="rId96">
              <p14:nvContentPartPr>
                <p14:cNvPr id="82" name="Ink 81">
                  <a:extLst>
                    <a:ext uri="{FF2B5EF4-FFF2-40B4-BE49-F238E27FC236}">
                      <a16:creationId xmlns:a16="http://schemas.microsoft.com/office/drawing/2014/main" id="{D38B4582-E173-07AD-5569-EDC8152AC719}"/>
                    </a:ext>
                  </a:extLst>
                </p14:cNvPr>
                <p14:cNvContentPartPr/>
                <p14:nvPr/>
              </p14:nvContentPartPr>
              <p14:xfrm>
                <a:off x="11172705" y="4830855"/>
                <a:ext cx="164880" cy="368640"/>
              </p14:xfrm>
            </p:contentPart>
          </mc:Choice>
          <mc:Fallback xmlns="">
            <p:pic>
              <p:nvPicPr>
                <p:cNvPr id="82" name="Ink 81">
                  <a:extLst>
                    <a:ext uri="{FF2B5EF4-FFF2-40B4-BE49-F238E27FC236}">
                      <a16:creationId xmlns:a16="http://schemas.microsoft.com/office/drawing/2014/main" id="{D38B4582-E173-07AD-5569-EDC8152AC719}"/>
                    </a:ext>
                  </a:extLst>
                </p:cNvPr>
                <p:cNvPicPr/>
                <p:nvPr/>
              </p:nvPicPr>
              <p:blipFill>
                <a:blip r:embed="rId97"/>
                <a:stretch>
                  <a:fillRect/>
                </a:stretch>
              </p:blipFill>
              <p:spPr>
                <a:xfrm>
                  <a:off x="11163705" y="4822215"/>
                  <a:ext cx="18252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6" name="Ink 75">
                  <a:extLst>
                    <a:ext uri="{FF2B5EF4-FFF2-40B4-BE49-F238E27FC236}">
                      <a16:creationId xmlns:a16="http://schemas.microsoft.com/office/drawing/2014/main" id="{F55989B2-6708-1094-17F8-2CAFD5E0BE2E}"/>
                    </a:ext>
                  </a:extLst>
                </p14:cNvPr>
                <p14:cNvContentPartPr/>
                <p14:nvPr/>
              </p14:nvContentPartPr>
              <p14:xfrm>
                <a:off x="6840825" y="2500935"/>
                <a:ext cx="509040" cy="129960"/>
              </p14:xfrm>
            </p:contentPart>
          </mc:Choice>
          <mc:Fallback xmlns="">
            <p:pic>
              <p:nvPicPr>
                <p:cNvPr id="76" name="Ink 75">
                  <a:extLst>
                    <a:ext uri="{FF2B5EF4-FFF2-40B4-BE49-F238E27FC236}">
                      <a16:creationId xmlns:a16="http://schemas.microsoft.com/office/drawing/2014/main" id="{F55989B2-6708-1094-17F8-2CAFD5E0BE2E}"/>
                    </a:ext>
                  </a:extLst>
                </p:cNvPr>
                <p:cNvPicPr/>
                <p:nvPr/>
              </p:nvPicPr>
              <p:blipFill>
                <a:blip r:embed="rId99"/>
                <a:stretch>
                  <a:fillRect/>
                </a:stretch>
              </p:blipFill>
              <p:spPr>
                <a:xfrm>
                  <a:off x="6831825" y="2491935"/>
                  <a:ext cx="5266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7" name="Ink 76">
                  <a:extLst>
                    <a:ext uri="{FF2B5EF4-FFF2-40B4-BE49-F238E27FC236}">
                      <a16:creationId xmlns:a16="http://schemas.microsoft.com/office/drawing/2014/main" id="{C339E4D1-1DD6-23FA-808C-F0729524F35A}"/>
                    </a:ext>
                  </a:extLst>
                </p14:cNvPr>
                <p14:cNvContentPartPr/>
                <p14:nvPr/>
              </p14:nvContentPartPr>
              <p14:xfrm>
                <a:off x="7066185" y="2588415"/>
                <a:ext cx="94320" cy="400320"/>
              </p14:xfrm>
            </p:contentPart>
          </mc:Choice>
          <mc:Fallback xmlns="">
            <p:pic>
              <p:nvPicPr>
                <p:cNvPr id="77" name="Ink 76">
                  <a:extLst>
                    <a:ext uri="{FF2B5EF4-FFF2-40B4-BE49-F238E27FC236}">
                      <a16:creationId xmlns:a16="http://schemas.microsoft.com/office/drawing/2014/main" id="{C339E4D1-1DD6-23FA-808C-F0729524F35A}"/>
                    </a:ext>
                  </a:extLst>
                </p:cNvPr>
                <p:cNvPicPr/>
                <p:nvPr/>
              </p:nvPicPr>
              <p:blipFill>
                <a:blip r:embed="rId101"/>
                <a:stretch>
                  <a:fillRect/>
                </a:stretch>
              </p:blipFill>
              <p:spPr>
                <a:xfrm>
                  <a:off x="7057185" y="2579415"/>
                  <a:ext cx="11196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8" name="Ink 77">
                  <a:extLst>
                    <a:ext uri="{FF2B5EF4-FFF2-40B4-BE49-F238E27FC236}">
                      <a16:creationId xmlns:a16="http://schemas.microsoft.com/office/drawing/2014/main" id="{67E7F0B6-9847-0856-55EB-0CBAE59F3E0D}"/>
                    </a:ext>
                  </a:extLst>
                </p14:cNvPr>
                <p14:cNvContentPartPr/>
                <p14:nvPr/>
              </p14:nvContentPartPr>
              <p14:xfrm>
                <a:off x="7272465" y="2555295"/>
                <a:ext cx="205200" cy="306000"/>
              </p14:xfrm>
            </p:contentPart>
          </mc:Choice>
          <mc:Fallback xmlns="">
            <p:pic>
              <p:nvPicPr>
                <p:cNvPr id="78" name="Ink 77">
                  <a:extLst>
                    <a:ext uri="{FF2B5EF4-FFF2-40B4-BE49-F238E27FC236}">
                      <a16:creationId xmlns:a16="http://schemas.microsoft.com/office/drawing/2014/main" id="{67E7F0B6-9847-0856-55EB-0CBAE59F3E0D}"/>
                    </a:ext>
                  </a:extLst>
                </p:cNvPr>
                <p:cNvPicPr/>
                <p:nvPr/>
              </p:nvPicPr>
              <p:blipFill>
                <a:blip r:embed="rId103"/>
                <a:stretch>
                  <a:fillRect/>
                </a:stretch>
              </p:blipFill>
              <p:spPr>
                <a:xfrm>
                  <a:off x="7263465" y="2546295"/>
                  <a:ext cx="22284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9" name="Ink 78">
                  <a:extLst>
                    <a:ext uri="{FF2B5EF4-FFF2-40B4-BE49-F238E27FC236}">
                      <a16:creationId xmlns:a16="http://schemas.microsoft.com/office/drawing/2014/main" id="{5D2E36D5-9E51-CB2D-75F4-BA7F5E5D8604}"/>
                    </a:ext>
                  </a:extLst>
                </p14:cNvPr>
                <p14:cNvContentPartPr/>
                <p14:nvPr/>
              </p14:nvContentPartPr>
              <p14:xfrm>
                <a:off x="7431585" y="2488695"/>
                <a:ext cx="131760" cy="446760"/>
              </p14:xfrm>
            </p:contentPart>
          </mc:Choice>
          <mc:Fallback xmlns="">
            <p:pic>
              <p:nvPicPr>
                <p:cNvPr id="79" name="Ink 78">
                  <a:extLst>
                    <a:ext uri="{FF2B5EF4-FFF2-40B4-BE49-F238E27FC236}">
                      <a16:creationId xmlns:a16="http://schemas.microsoft.com/office/drawing/2014/main" id="{5D2E36D5-9E51-CB2D-75F4-BA7F5E5D8604}"/>
                    </a:ext>
                  </a:extLst>
                </p:cNvPr>
                <p:cNvPicPr/>
                <p:nvPr/>
              </p:nvPicPr>
              <p:blipFill>
                <a:blip r:embed="rId105"/>
                <a:stretch>
                  <a:fillRect/>
                </a:stretch>
              </p:blipFill>
              <p:spPr>
                <a:xfrm>
                  <a:off x="7422945" y="2479695"/>
                  <a:ext cx="14940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0" name="Ink 79">
                  <a:extLst>
                    <a:ext uri="{FF2B5EF4-FFF2-40B4-BE49-F238E27FC236}">
                      <a16:creationId xmlns:a16="http://schemas.microsoft.com/office/drawing/2014/main" id="{95A90887-9C82-E2E3-6891-1EDA1480A329}"/>
                    </a:ext>
                  </a:extLst>
                </p14:cNvPr>
                <p14:cNvContentPartPr/>
                <p14:nvPr/>
              </p14:nvContentPartPr>
              <p14:xfrm>
                <a:off x="7187865" y="2503095"/>
                <a:ext cx="173160" cy="496080"/>
              </p14:xfrm>
            </p:contentPart>
          </mc:Choice>
          <mc:Fallback xmlns="">
            <p:pic>
              <p:nvPicPr>
                <p:cNvPr id="80" name="Ink 79">
                  <a:extLst>
                    <a:ext uri="{FF2B5EF4-FFF2-40B4-BE49-F238E27FC236}">
                      <a16:creationId xmlns:a16="http://schemas.microsoft.com/office/drawing/2014/main" id="{95A90887-9C82-E2E3-6891-1EDA1480A329}"/>
                    </a:ext>
                  </a:extLst>
                </p:cNvPr>
                <p:cNvPicPr/>
                <p:nvPr/>
              </p:nvPicPr>
              <p:blipFill>
                <a:blip r:embed="rId107"/>
                <a:stretch>
                  <a:fillRect/>
                </a:stretch>
              </p:blipFill>
              <p:spPr>
                <a:xfrm>
                  <a:off x="7179225" y="2494095"/>
                  <a:ext cx="19080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3" name="Ink 82">
                  <a:extLst>
                    <a:ext uri="{FF2B5EF4-FFF2-40B4-BE49-F238E27FC236}">
                      <a16:creationId xmlns:a16="http://schemas.microsoft.com/office/drawing/2014/main" id="{C61CAE9B-BA10-2757-DEAA-2D30784F062B}"/>
                    </a:ext>
                  </a:extLst>
                </p14:cNvPr>
                <p14:cNvContentPartPr/>
                <p14:nvPr/>
              </p14:nvContentPartPr>
              <p14:xfrm>
                <a:off x="7586025" y="2523615"/>
                <a:ext cx="161640" cy="146520"/>
              </p14:xfrm>
            </p:contentPart>
          </mc:Choice>
          <mc:Fallback xmlns="">
            <p:pic>
              <p:nvPicPr>
                <p:cNvPr id="83" name="Ink 82">
                  <a:extLst>
                    <a:ext uri="{FF2B5EF4-FFF2-40B4-BE49-F238E27FC236}">
                      <a16:creationId xmlns:a16="http://schemas.microsoft.com/office/drawing/2014/main" id="{C61CAE9B-BA10-2757-DEAA-2D30784F062B}"/>
                    </a:ext>
                  </a:extLst>
                </p:cNvPr>
                <p:cNvPicPr/>
                <p:nvPr/>
              </p:nvPicPr>
              <p:blipFill>
                <a:blip r:embed="rId109"/>
                <a:stretch>
                  <a:fillRect/>
                </a:stretch>
              </p:blipFill>
              <p:spPr>
                <a:xfrm>
                  <a:off x="7577025" y="2514615"/>
                  <a:ext cx="1792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4" name="Ink 83">
                  <a:extLst>
                    <a:ext uri="{FF2B5EF4-FFF2-40B4-BE49-F238E27FC236}">
                      <a16:creationId xmlns:a16="http://schemas.microsoft.com/office/drawing/2014/main" id="{C9855E46-F3E1-8B64-2154-F2B6F829764C}"/>
                    </a:ext>
                  </a:extLst>
                </p14:cNvPr>
                <p14:cNvContentPartPr/>
                <p14:nvPr/>
              </p14:nvContentPartPr>
              <p14:xfrm>
                <a:off x="7833705" y="2520375"/>
                <a:ext cx="20880" cy="144360"/>
              </p14:xfrm>
            </p:contentPart>
          </mc:Choice>
          <mc:Fallback xmlns="">
            <p:pic>
              <p:nvPicPr>
                <p:cNvPr id="84" name="Ink 83">
                  <a:extLst>
                    <a:ext uri="{FF2B5EF4-FFF2-40B4-BE49-F238E27FC236}">
                      <a16:creationId xmlns:a16="http://schemas.microsoft.com/office/drawing/2014/main" id="{C9855E46-F3E1-8B64-2154-F2B6F829764C}"/>
                    </a:ext>
                  </a:extLst>
                </p:cNvPr>
                <p:cNvPicPr/>
                <p:nvPr/>
              </p:nvPicPr>
              <p:blipFill>
                <a:blip r:embed="rId111"/>
                <a:stretch>
                  <a:fillRect/>
                </a:stretch>
              </p:blipFill>
              <p:spPr>
                <a:xfrm>
                  <a:off x="7825065" y="2511735"/>
                  <a:ext cx="385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6" name="Ink 85">
                  <a:extLst>
                    <a:ext uri="{FF2B5EF4-FFF2-40B4-BE49-F238E27FC236}">
                      <a16:creationId xmlns:a16="http://schemas.microsoft.com/office/drawing/2014/main" id="{D0A43DF6-6554-FF48-2FFC-89D211DAC6B7}"/>
                    </a:ext>
                  </a:extLst>
                </p14:cNvPr>
                <p14:cNvContentPartPr/>
                <p14:nvPr/>
              </p14:nvContentPartPr>
              <p14:xfrm>
                <a:off x="7918665" y="2540175"/>
                <a:ext cx="52920" cy="173160"/>
              </p14:xfrm>
            </p:contentPart>
          </mc:Choice>
          <mc:Fallback xmlns="">
            <p:pic>
              <p:nvPicPr>
                <p:cNvPr id="86" name="Ink 85">
                  <a:extLst>
                    <a:ext uri="{FF2B5EF4-FFF2-40B4-BE49-F238E27FC236}">
                      <a16:creationId xmlns:a16="http://schemas.microsoft.com/office/drawing/2014/main" id="{D0A43DF6-6554-FF48-2FFC-89D211DAC6B7}"/>
                    </a:ext>
                  </a:extLst>
                </p:cNvPr>
                <p:cNvPicPr/>
                <p:nvPr/>
              </p:nvPicPr>
              <p:blipFill>
                <a:blip r:embed="rId113"/>
                <a:stretch>
                  <a:fillRect/>
                </a:stretch>
              </p:blipFill>
              <p:spPr>
                <a:xfrm>
                  <a:off x="7910025" y="2531175"/>
                  <a:ext cx="705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7" name="Ink 86">
                  <a:extLst>
                    <a:ext uri="{FF2B5EF4-FFF2-40B4-BE49-F238E27FC236}">
                      <a16:creationId xmlns:a16="http://schemas.microsoft.com/office/drawing/2014/main" id="{FC83691E-6B6D-E6F8-B284-20A842540521}"/>
                    </a:ext>
                  </a:extLst>
                </p14:cNvPr>
                <p14:cNvContentPartPr/>
                <p14:nvPr/>
              </p14:nvContentPartPr>
              <p14:xfrm>
                <a:off x="7917225" y="2324175"/>
                <a:ext cx="3438360" cy="2700000"/>
              </p14:xfrm>
            </p:contentPart>
          </mc:Choice>
          <mc:Fallback xmlns="">
            <p:pic>
              <p:nvPicPr>
                <p:cNvPr id="87" name="Ink 86">
                  <a:extLst>
                    <a:ext uri="{FF2B5EF4-FFF2-40B4-BE49-F238E27FC236}">
                      <a16:creationId xmlns:a16="http://schemas.microsoft.com/office/drawing/2014/main" id="{FC83691E-6B6D-E6F8-B284-20A842540521}"/>
                    </a:ext>
                  </a:extLst>
                </p:cNvPr>
                <p:cNvPicPr/>
                <p:nvPr/>
              </p:nvPicPr>
              <p:blipFill>
                <a:blip r:embed="rId115"/>
                <a:stretch>
                  <a:fillRect/>
                </a:stretch>
              </p:blipFill>
              <p:spPr>
                <a:xfrm>
                  <a:off x="7908585" y="2315175"/>
                  <a:ext cx="3456000" cy="2717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6">
            <p14:nvContentPartPr>
              <p14:cNvPr id="89" name="Ink 88">
                <a:extLst>
                  <a:ext uri="{FF2B5EF4-FFF2-40B4-BE49-F238E27FC236}">
                    <a16:creationId xmlns:a16="http://schemas.microsoft.com/office/drawing/2014/main" id="{53661CC0-4129-41E1-3914-150707F8C044}"/>
                  </a:ext>
                </a:extLst>
              </p14:cNvPr>
              <p14:cNvContentPartPr/>
              <p14:nvPr/>
            </p14:nvContentPartPr>
            <p14:xfrm>
              <a:off x="8068425" y="4965855"/>
              <a:ext cx="27720" cy="128880"/>
            </p14:xfrm>
          </p:contentPart>
        </mc:Choice>
        <mc:Fallback xmlns="">
          <p:pic>
            <p:nvPicPr>
              <p:cNvPr id="89" name="Ink 88">
                <a:extLst>
                  <a:ext uri="{FF2B5EF4-FFF2-40B4-BE49-F238E27FC236}">
                    <a16:creationId xmlns:a16="http://schemas.microsoft.com/office/drawing/2014/main" id="{53661CC0-4129-41E1-3914-150707F8C044}"/>
                  </a:ext>
                </a:extLst>
              </p:cNvPr>
              <p:cNvPicPr/>
              <p:nvPr/>
            </p:nvPicPr>
            <p:blipFill>
              <a:blip r:embed="rId117"/>
              <a:stretch>
                <a:fillRect/>
              </a:stretch>
            </p:blipFill>
            <p:spPr>
              <a:xfrm>
                <a:off x="8059425" y="4956855"/>
                <a:ext cx="45360" cy="146520"/>
              </a:xfrm>
              <a:prstGeom prst="rect">
                <a:avLst/>
              </a:prstGeom>
            </p:spPr>
          </p:pic>
        </mc:Fallback>
      </mc:AlternateContent>
      <p:grpSp>
        <p:nvGrpSpPr>
          <p:cNvPr id="93" name="Group 92">
            <a:extLst>
              <a:ext uri="{FF2B5EF4-FFF2-40B4-BE49-F238E27FC236}">
                <a16:creationId xmlns:a16="http://schemas.microsoft.com/office/drawing/2014/main" id="{E47BFBDB-6D9C-EBA8-B366-61B81735AA7F}"/>
              </a:ext>
            </a:extLst>
          </p:cNvPr>
          <p:cNvGrpSpPr/>
          <p:nvPr/>
        </p:nvGrpSpPr>
        <p:grpSpPr>
          <a:xfrm>
            <a:off x="7913985" y="5357535"/>
            <a:ext cx="519120" cy="164520"/>
            <a:chOff x="7913985" y="5357535"/>
            <a:chExt cx="519120" cy="164520"/>
          </a:xfrm>
        </p:grpSpPr>
        <mc:AlternateContent xmlns:mc="http://schemas.openxmlformats.org/markup-compatibility/2006" xmlns:p14="http://schemas.microsoft.com/office/powerpoint/2010/main">
          <mc:Choice Requires="p14">
            <p:contentPart p14:bwMode="auto" r:id="rId118">
              <p14:nvContentPartPr>
                <p14:cNvPr id="90" name="Ink 89">
                  <a:extLst>
                    <a:ext uri="{FF2B5EF4-FFF2-40B4-BE49-F238E27FC236}">
                      <a16:creationId xmlns:a16="http://schemas.microsoft.com/office/drawing/2014/main" id="{51322E1A-6C30-C0CF-4457-C87A71E4AD06}"/>
                    </a:ext>
                  </a:extLst>
                </p14:cNvPr>
                <p14:cNvContentPartPr/>
                <p14:nvPr/>
              </p14:nvContentPartPr>
              <p14:xfrm>
                <a:off x="7913985" y="5358615"/>
                <a:ext cx="92160" cy="86040"/>
              </p14:xfrm>
            </p:contentPart>
          </mc:Choice>
          <mc:Fallback xmlns="">
            <p:pic>
              <p:nvPicPr>
                <p:cNvPr id="90" name="Ink 89">
                  <a:extLst>
                    <a:ext uri="{FF2B5EF4-FFF2-40B4-BE49-F238E27FC236}">
                      <a16:creationId xmlns:a16="http://schemas.microsoft.com/office/drawing/2014/main" id="{51322E1A-6C30-C0CF-4457-C87A71E4AD06}"/>
                    </a:ext>
                  </a:extLst>
                </p:cNvPr>
                <p:cNvPicPr/>
                <p:nvPr/>
              </p:nvPicPr>
              <p:blipFill>
                <a:blip r:embed="rId119"/>
                <a:stretch>
                  <a:fillRect/>
                </a:stretch>
              </p:blipFill>
              <p:spPr>
                <a:xfrm>
                  <a:off x="7904985" y="5349975"/>
                  <a:ext cx="1098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1" name="Ink 90">
                  <a:extLst>
                    <a:ext uri="{FF2B5EF4-FFF2-40B4-BE49-F238E27FC236}">
                      <a16:creationId xmlns:a16="http://schemas.microsoft.com/office/drawing/2014/main" id="{FEDDC8FC-F3F6-2F0A-390A-A4DF779F99E3}"/>
                    </a:ext>
                  </a:extLst>
                </p14:cNvPr>
                <p14:cNvContentPartPr/>
                <p14:nvPr/>
              </p14:nvContentPartPr>
              <p14:xfrm>
                <a:off x="8187225" y="5357535"/>
                <a:ext cx="20880" cy="10800"/>
              </p14:xfrm>
            </p:contentPart>
          </mc:Choice>
          <mc:Fallback xmlns="">
            <p:pic>
              <p:nvPicPr>
                <p:cNvPr id="91" name="Ink 90">
                  <a:extLst>
                    <a:ext uri="{FF2B5EF4-FFF2-40B4-BE49-F238E27FC236}">
                      <a16:creationId xmlns:a16="http://schemas.microsoft.com/office/drawing/2014/main" id="{FEDDC8FC-F3F6-2F0A-390A-A4DF779F99E3}"/>
                    </a:ext>
                  </a:extLst>
                </p:cNvPr>
                <p:cNvPicPr/>
                <p:nvPr/>
              </p:nvPicPr>
              <p:blipFill>
                <a:blip r:embed="rId121"/>
                <a:stretch>
                  <a:fillRect/>
                </a:stretch>
              </p:blipFill>
              <p:spPr>
                <a:xfrm>
                  <a:off x="8178225" y="5348895"/>
                  <a:ext cx="385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2" name="Ink 91">
                  <a:extLst>
                    <a:ext uri="{FF2B5EF4-FFF2-40B4-BE49-F238E27FC236}">
                      <a16:creationId xmlns:a16="http://schemas.microsoft.com/office/drawing/2014/main" id="{FDB0224B-7ED8-1F53-B030-4362BE2B1CA1}"/>
                    </a:ext>
                  </a:extLst>
                </p14:cNvPr>
                <p14:cNvContentPartPr/>
                <p14:nvPr/>
              </p14:nvContentPartPr>
              <p14:xfrm>
                <a:off x="8272905" y="5368335"/>
                <a:ext cx="160200" cy="153720"/>
              </p14:xfrm>
            </p:contentPart>
          </mc:Choice>
          <mc:Fallback xmlns="">
            <p:pic>
              <p:nvPicPr>
                <p:cNvPr id="92" name="Ink 91">
                  <a:extLst>
                    <a:ext uri="{FF2B5EF4-FFF2-40B4-BE49-F238E27FC236}">
                      <a16:creationId xmlns:a16="http://schemas.microsoft.com/office/drawing/2014/main" id="{FDB0224B-7ED8-1F53-B030-4362BE2B1CA1}"/>
                    </a:ext>
                  </a:extLst>
                </p:cNvPr>
                <p:cNvPicPr/>
                <p:nvPr/>
              </p:nvPicPr>
              <p:blipFill>
                <a:blip r:embed="rId123"/>
                <a:stretch>
                  <a:fillRect/>
                </a:stretch>
              </p:blipFill>
              <p:spPr>
                <a:xfrm>
                  <a:off x="8263905" y="5359335"/>
                  <a:ext cx="177840" cy="17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120" name="Ink 119">
                <a:extLst>
                  <a:ext uri="{FF2B5EF4-FFF2-40B4-BE49-F238E27FC236}">
                    <a16:creationId xmlns:a16="http://schemas.microsoft.com/office/drawing/2014/main" id="{189EBFAF-F801-BC93-CAC3-D3FC20F592D8}"/>
                  </a:ext>
                </a:extLst>
              </p14:cNvPr>
              <p14:cNvContentPartPr/>
              <p14:nvPr/>
            </p14:nvContentPartPr>
            <p14:xfrm>
              <a:off x="9600945" y="5041815"/>
              <a:ext cx="4320" cy="7200"/>
            </p14:xfrm>
          </p:contentPart>
        </mc:Choice>
        <mc:Fallback xmlns="">
          <p:pic>
            <p:nvPicPr>
              <p:cNvPr id="120" name="Ink 119">
                <a:extLst>
                  <a:ext uri="{FF2B5EF4-FFF2-40B4-BE49-F238E27FC236}">
                    <a16:creationId xmlns:a16="http://schemas.microsoft.com/office/drawing/2014/main" id="{189EBFAF-F801-BC93-CAC3-D3FC20F592D8}"/>
                  </a:ext>
                </a:extLst>
              </p:cNvPr>
              <p:cNvPicPr/>
              <p:nvPr/>
            </p:nvPicPr>
            <p:blipFill>
              <a:blip r:embed="rId125"/>
              <a:stretch>
                <a:fillRect/>
              </a:stretch>
            </p:blipFill>
            <p:spPr>
              <a:xfrm>
                <a:off x="9591945" y="5033175"/>
                <a:ext cx="21960" cy="24840"/>
              </a:xfrm>
              <a:prstGeom prst="rect">
                <a:avLst/>
              </a:prstGeom>
            </p:spPr>
          </p:pic>
        </mc:Fallback>
      </mc:AlternateContent>
      <p:grpSp>
        <p:nvGrpSpPr>
          <p:cNvPr id="128" name="Group 127">
            <a:extLst>
              <a:ext uri="{FF2B5EF4-FFF2-40B4-BE49-F238E27FC236}">
                <a16:creationId xmlns:a16="http://schemas.microsoft.com/office/drawing/2014/main" id="{5134AAE1-C433-6055-EFB4-488662005340}"/>
              </a:ext>
            </a:extLst>
          </p:cNvPr>
          <p:cNvGrpSpPr/>
          <p:nvPr/>
        </p:nvGrpSpPr>
        <p:grpSpPr>
          <a:xfrm>
            <a:off x="8738025" y="3846615"/>
            <a:ext cx="3331080" cy="1624320"/>
            <a:chOff x="8738025" y="3846615"/>
            <a:chExt cx="3331080" cy="1624320"/>
          </a:xfrm>
        </p:grpSpPr>
        <mc:AlternateContent xmlns:mc="http://schemas.openxmlformats.org/markup-compatibility/2006" xmlns:p14="http://schemas.microsoft.com/office/powerpoint/2010/main">
          <mc:Choice Requires="p14">
            <p:contentPart p14:bwMode="auto" r:id="rId126">
              <p14:nvContentPartPr>
                <p14:cNvPr id="94" name="Ink 93">
                  <a:extLst>
                    <a:ext uri="{FF2B5EF4-FFF2-40B4-BE49-F238E27FC236}">
                      <a16:creationId xmlns:a16="http://schemas.microsoft.com/office/drawing/2014/main" id="{8DC537B9-E2A9-69D6-860C-F8E9B510480E}"/>
                    </a:ext>
                  </a:extLst>
                </p14:cNvPr>
                <p14:cNvContentPartPr/>
                <p14:nvPr/>
              </p14:nvContentPartPr>
              <p14:xfrm>
                <a:off x="8738025" y="4978815"/>
                <a:ext cx="43560" cy="167400"/>
              </p14:xfrm>
            </p:contentPart>
          </mc:Choice>
          <mc:Fallback xmlns="">
            <p:pic>
              <p:nvPicPr>
                <p:cNvPr id="94" name="Ink 93">
                  <a:extLst>
                    <a:ext uri="{FF2B5EF4-FFF2-40B4-BE49-F238E27FC236}">
                      <a16:creationId xmlns:a16="http://schemas.microsoft.com/office/drawing/2014/main" id="{8DC537B9-E2A9-69D6-860C-F8E9B510480E}"/>
                    </a:ext>
                  </a:extLst>
                </p:cNvPr>
                <p:cNvPicPr/>
                <p:nvPr/>
              </p:nvPicPr>
              <p:blipFill>
                <a:blip r:embed="rId127"/>
                <a:stretch>
                  <a:fillRect/>
                </a:stretch>
              </p:blipFill>
              <p:spPr>
                <a:xfrm>
                  <a:off x="8729385" y="4969815"/>
                  <a:ext cx="612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5" name="Ink 94">
                  <a:extLst>
                    <a:ext uri="{FF2B5EF4-FFF2-40B4-BE49-F238E27FC236}">
                      <a16:creationId xmlns:a16="http://schemas.microsoft.com/office/drawing/2014/main" id="{68EA501B-FA59-61A4-6DFB-774A4B3FC6FA}"/>
                    </a:ext>
                  </a:extLst>
                </p14:cNvPr>
                <p14:cNvContentPartPr/>
                <p14:nvPr/>
              </p14:nvContentPartPr>
              <p14:xfrm>
                <a:off x="8760705" y="5325135"/>
                <a:ext cx="119160" cy="81360"/>
              </p14:xfrm>
            </p:contentPart>
          </mc:Choice>
          <mc:Fallback xmlns="">
            <p:pic>
              <p:nvPicPr>
                <p:cNvPr id="95" name="Ink 94">
                  <a:extLst>
                    <a:ext uri="{FF2B5EF4-FFF2-40B4-BE49-F238E27FC236}">
                      <a16:creationId xmlns:a16="http://schemas.microsoft.com/office/drawing/2014/main" id="{68EA501B-FA59-61A4-6DFB-774A4B3FC6FA}"/>
                    </a:ext>
                  </a:extLst>
                </p:cNvPr>
                <p:cNvPicPr/>
                <p:nvPr/>
              </p:nvPicPr>
              <p:blipFill>
                <a:blip r:embed="rId129"/>
                <a:stretch>
                  <a:fillRect/>
                </a:stretch>
              </p:blipFill>
              <p:spPr>
                <a:xfrm>
                  <a:off x="8752065" y="5316495"/>
                  <a:ext cx="1368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6" name="Ink 95">
                  <a:extLst>
                    <a:ext uri="{FF2B5EF4-FFF2-40B4-BE49-F238E27FC236}">
                      <a16:creationId xmlns:a16="http://schemas.microsoft.com/office/drawing/2014/main" id="{30968740-8F56-CE9D-FED1-509763AB9B69}"/>
                    </a:ext>
                  </a:extLst>
                </p14:cNvPr>
                <p14:cNvContentPartPr/>
                <p14:nvPr/>
              </p14:nvContentPartPr>
              <p14:xfrm>
                <a:off x="8928825" y="5323695"/>
                <a:ext cx="27720" cy="12600"/>
              </p14:xfrm>
            </p:contentPart>
          </mc:Choice>
          <mc:Fallback xmlns="">
            <p:pic>
              <p:nvPicPr>
                <p:cNvPr id="96" name="Ink 95">
                  <a:extLst>
                    <a:ext uri="{FF2B5EF4-FFF2-40B4-BE49-F238E27FC236}">
                      <a16:creationId xmlns:a16="http://schemas.microsoft.com/office/drawing/2014/main" id="{30968740-8F56-CE9D-FED1-509763AB9B69}"/>
                    </a:ext>
                  </a:extLst>
                </p:cNvPr>
                <p:cNvPicPr/>
                <p:nvPr/>
              </p:nvPicPr>
              <p:blipFill>
                <a:blip r:embed="rId131"/>
                <a:stretch>
                  <a:fillRect/>
                </a:stretch>
              </p:blipFill>
              <p:spPr>
                <a:xfrm>
                  <a:off x="8920185" y="5314695"/>
                  <a:ext cx="453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7" name="Ink 96">
                  <a:extLst>
                    <a:ext uri="{FF2B5EF4-FFF2-40B4-BE49-F238E27FC236}">
                      <a16:creationId xmlns:a16="http://schemas.microsoft.com/office/drawing/2014/main" id="{BF0DE0C3-0E61-98E7-3ECE-7344BE93A691}"/>
                    </a:ext>
                  </a:extLst>
                </p14:cNvPr>
                <p14:cNvContentPartPr/>
                <p14:nvPr/>
              </p14:nvContentPartPr>
              <p14:xfrm>
                <a:off x="9063825" y="5302815"/>
                <a:ext cx="74880" cy="142920"/>
              </p14:xfrm>
            </p:contentPart>
          </mc:Choice>
          <mc:Fallback xmlns="">
            <p:pic>
              <p:nvPicPr>
                <p:cNvPr id="97" name="Ink 96">
                  <a:extLst>
                    <a:ext uri="{FF2B5EF4-FFF2-40B4-BE49-F238E27FC236}">
                      <a16:creationId xmlns:a16="http://schemas.microsoft.com/office/drawing/2014/main" id="{BF0DE0C3-0E61-98E7-3ECE-7344BE93A691}"/>
                    </a:ext>
                  </a:extLst>
                </p:cNvPr>
                <p:cNvPicPr/>
                <p:nvPr/>
              </p:nvPicPr>
              <p:blipFill>
                <a:blip r:embed="rId133"/>
                <a:stretch>
                  <a:fillRect/>
                </a:stretch>
              </p:blipFill>
              <p:spPr>
                <a:xfrm>
                  <a:off x="9054825" y="5293815"/>
                  <a:ext cx="925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8" name="Ink 97">
                  <a:extLst>
                    <a:ext uri="{FF2B5EF4-FFF2-40B4-BE49-F238E27FC236}">
                      <a16:creationId xmlns:a16="http://schemas.microsoft.com/office/drawing/2014/main" id="{A8588E5B-AF5B-97DF-67CB-1348CF25576D}"/>
                    </a:ext>
                  </a:extLst>
                </p14:cNvPr>
                <p14:cNvContentPartPr/>
                <p14:nvPr/>
              </p14:nvContentPartPr>
              <p14:xfrm>
                <a:off x="9267225" y="4996455"/>
                <a:ext cx="11880" cy="165960"/>
              </p14:xfrm>
            </p:contentPart>
          </mc:Choice>
          <mc:Fallback xmlns="">
            <p:pic>
              <p:nvPicPr>
                <p:cNvPr id="98" name="Ink 97">
                  <a:extLst>
                    <a:ext uri="{FF2B5EF4-FFF2-40B4-BE49-F238E27FC236}">
                      <a16:creationId xmlns:a16="http://schemas.microsoft.com/office/drawing/2014/main" id="{A8588E5B-AF5B-97DF-67CB-1348CF25576D}"/>
                    </a:ext>
                  </a:extLst>
                </p:cNvPr>
                <p:cNvPicPr/>
                <p:nvPr/>
              </p:nvPicPr>
              <p:blipFill>
                <a:blip r:embed="rId135"/>
                <a:stretch>
                  <a:fillRect/>
                </a:stretch>
              </p:blipFill>
              <p:spPr>
                <a:xfrm>
                  <a:off x="9258585" y="4987815"/>
                  <a:ext cx="2952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9" name="Ink 98">
                  <a:extLst>
                    <a:ext uri="{FF2B5EF4-FFF2-40B4-BE49-F238E27FC236}">
                      <a16:creationId xmlns:a16="http://schemas.microsoft.com/office/drawing/2014/main" id="{EB16115B-ACFB-50C8-1CF1-70DBC2D0F896}"/>
                    </a:ext>
                  </a:extLst>
                </p14:cNvPr>
                <p14:cNvContentPartPr/>
                <p14:nvPr/>
              </p14:nvContentPartPr>
              <p14:xfrm>
                <a:off x="9323385" y="5359695"/>
                <a:ext cx="33480" cy="36720"/>
              </p14:xfrm>
            </p:contentPart>
          </mc:Choice>
          <mc:Fallback xmlns="">
            <p:pic>
              <p:nvPicPr>
                <p:cNvPr id="99" name="Ink 98">
                  <a:extLst>
                    <a:ext uri="{FF2B5EF4-FFF2-40B4-BE49-F238E27FC236}">
                      <a16:creationId xmlns:a16="http://schemas.microsoft.com/office/drawing/2014/main" id="{EB16115B-ACFB-50C8-1CF1-70DBC2D0F896}"/>
                    </a:ext>
                  </a:extLst>
                </p:cNvPr>
                <p:cNvPicPr/>
                <p:nvPr/>
              </p:nvPicPr>
              <p:blipFill>
                <a:blip r:embed="rId137"/>
                <a:stretch>
                  <a:fillRect/>
                </a:stretch>
              </p:blipFill>
              <p:spPr>
                <a:xfrm>
                  <a:off x="9314385" y="5350695"/>
                  <a:ext cx="511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0" name="Ink 99">
                  <a:extLst>
                    <a:ext uri="{FF2B5EF4-FFF2-40B4-BE49-F238E27FC236}">
                      <a16:creationId xmlns:a16="http://schemas.microsoft.com/office/drawing/2014/main" id="{FDFE4C88-30F1-BA52-E5C5-B87A1B9A7D9F}"/>
                    </a:ext>
                  </a:extLst>
                </p14:cNvPr>
                <p14:cNvContentPartPr/>
                <p14:nvPr/>
              </p14:nvContentPartPr>
              <p14:xfrm>
                <a:off x="9499065" y="5301375"/>
                <a:ext cx="16200" cy="13680"/>
              </p14:xfrm>
            </p:contentPart>
          </mc:Choice>
          <mc:Fallback xmlns="">
            <p:pic>
              <p:nvPicPr>
                <p:cNvPr id="100" name="Ink 99">
                  <a:extLst>
                    <a:ext uri="{FF2B5EF4-FFF2-40B4-BE49-F238E27FC236}">
                      <a16:creationId xmlns:a16="http://schemas.microsoft.com/office/drawing/2014/main" id="{FDFE4C88-30F1-BA52-E5C5-B87A1B9A7D9F}"/>
                    </a:ext>
                  </a:extLst>
                </p:cNvPr>
                <p:cNvPicPr/>
                <p:nvPr/>
              </p:nvPicPr>
              <p:blipFill>
                <a:blip r:embed="rId139"/>
                <a:stretch>
                  <a:fillRect/>
                </a:stretch>
              </p:blipFill>
              <p:spPr>
                <a:xfrm>
                  <a:off x="9490065" y="5292375"/>
                  <a:ext cx="3384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1" name="Ink 100">
                  <a:extLst>
                    <a:ext uri="{FF2B5EF4-FFF2-40B4-BE49-F238E27FC236}">
                      <a16:creationId xmlns:a16="http://schemas.microsoft.com/office/drawing/2014/main" id="{492FB9B8-3302-8C31-CD3F-4FD5DB1B4691}"/>
                    </a:ext>
                  </a:extLst>
                </p14:cNvPr>
                <p14:cNvContentPartPr/>
                <p14:nvPr/>
              </p14:nvContentPartPr>
              <p14:xfrm>
                <a:off x="9506985" y="5298135"/>
                <a:ext cx="165240" cy="105120"/>
              </p14:xfrm>
            </p:contentPart>
          </mc:Choice>
          <mc:Fallback xmlns="">
            <p:pic>
              <p:nvPicPr>
                <p:cNvPr id="101" name="Ink 100">
                  <a:extLst>
                    <a:ext uri="{FF2B5EF4-FFF2-40B4-BE49-F238E27FC236}">
                      <a16:creationId xmlns:a16="http://schemas.microsoft.com/office/drawing/2014/main" id="{492FB9B8-3302-8C31-CD3F-4FD5DB1B4691}"/>
                    </a:ext>
                  </a:extLst>
                </p:cNvPr>
                <p:cNvPicPr/>
                <p:nvPr/>
              </p:nvPicPr>
              <p:blipFill>
                <a:blip r:embed="rId141"/>
                <a:stretch>
                  <a:fillRect/>
                </a:stretch>
              </p:blipFill>
              <p:spPr>
                <a:xfrm>
                  <a:off x="9498345" y="5289135"/>
                  <a:ext cx="18288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2" name="Ink 101">
                  <a:extLst>
                    <a:ext uri="{FF2B5EF4-FFF2-40B4-BE49-F238E27FC236}">
                      <a16:creationId xmlns:a16="http://schemas.microsoft.com/office/drawing/2014/main" id="{9F0A82DC-A408-A61D-B5E0-372A7AF76917}"/>
                    </a:ext>
                  </a:extLst>
                </p14:cNvPr>
                <p14:cNvContentPartPr/>
                <p14:nvPr/>
              </p14:nvContentPartPr>
              <p14:xfrm>
                <a:off x="9802545" y="5011935"/>
                <a:ext cx="13680" cy="18360"/>
              </p14:xfrm>
            </p:contentPart>
          </mc:Choice>
          <mc:Fallback xmlns="">
            <p:pic>
              <p:nvPicPr>
                <p:cNvPr id="102" name="Ink 101">
                  <a:extLst>
                    <a:ext uri="{FF2B5EF4-FFF2-40B4-BE49-F238E27FC236}">
                      <a16:creationId xmlns:a16="http://schemas.microsoft.com/office/drawing/2014/main" id="{9F0A82DC-A408-A61D-B5E0-372A7AF76917}"/>
                    </a:ext>
                  </a:extLst>
                </p:cNvPr>
                <p:cNvPicPr/>
                <p:nvPr/>
              </p:nvPicPr>
              <p:blipFill>
                <a:blip r:embed="rId143"/>
                <a:stretch>
                  <a:fillRect/>
                </a:stretch>
              </p:blipFill>
              <p:spPr>
                <a:xfrm>
                  <a:off x="9793545" y="5003295"/>
                  <a:ext cx="313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3" name="Ink 102">
                  <a:extLst>
                    <a:ext uri="{FF2B5EF4-FFF2-40B4-BE49-F238E27FC236}">
                      <a16:creationId xmlns:a16="http://schemas.microsoft.com/office/drawing/2014/main" id="{5AFF5D7E-FACB-F3D5-DE61-736F59788A37}"/>
                    </a:ext>
                  </a:extLst>
                </p14:cNvPr>
                <p14:cNvContentPartPr/>
                <p14:nvPr/>
              </p14:nvContentPartPr>
              <p14:xfrm>
                <a:off x="9587985" y="4979175"/>
                <a:ext cx="19080" cy="138240"/>
              </p14:xfrm>
            </p:contentPart>
          </mc:Choice>
          <mc:Fallback xmlns="">
            <p:pic>
              <p:nvPicPr>
                <p:cNvPr id="103" name="Ink 102">
                  <a:extLst>
                    <a:ext uri="{FF2B5EF4-FFF2-40B4-BE49-F238E27FC236}">
                      <a16:creationId xmlns:a16="http://schemas.microsoft.com/office/drawing/2014/main" id="{5AFF5D7E-FACB-F3D5-DE61-736F59788A37}"/>
                    </a:ext>
                  </a:extLst>
                </p:cNvPr>
                <p:cNvPicPr/>
                <p:nvPr/>
              </p:nvPicPr>
              <p:blipFill>
                <a:blip r:embed="rId145"/>
                <a:stretch>
                  <a:fillRect/>
                </a:stretch>
              </p:blipFill>
              <p:spPr>
                <a:xfrm>
                  <a:off x="9578985" y="4970175"/>
                  <a:ext cx="3672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4" name="Ink 103">
                  <a:extLst>
                    <a:ext uri="{FF2B5EF4-FFF2-40B4-BE49-F238E27FC236}">
                      <a16:creationId xmlns:a16="http://schemas.microsoft.com/office/drawing/2014/main" id="{3D2EC6D5-C63F-2E77-8C09-9D42F100E066}"/>
                    </a:ext>
                  </a:extLst>
                </p14:cNvPr>
                <p14:cNvContentPartPr/>
                <p14:nvPr/>
              </p14:nvContentPartPr>
              <p14:xfrm>
                <a:off x="9838905" y="5310375"/>
                <a:ext cx="30240" cy="14760"/>
              </p14:xfrm>
            </p:contentPart>
          </mc:Choice>
          <mc:Fallback xmlns="">
            <p:pic>
              <p:nvPicPr>
                <p:cNvPr id="104" name="Ink 103">
                  <a:extLst>
                    <a:ext uri="{FF2B5EF4-FFF2-40B4-BE49-F238E27FC236}">
                      <a16:creationId xmlns:a16="http://schemas.microsoft.com/office/drawing/2014/main" id="{3D2EC6D5-C63F-2E77-8C09-9D42F100E066}"/>
                    </a:ext>
                  </a:extLst>
                </p:cNvPr>
                <p:cNvPicPr/>
                <p:nvPr/>
              </p:nvPicPr>
              <p:blipFill>
                <a:blip r:embed="rId147"/>
                <a:stretch>
                  <a:fillRect/>
                </a:stretch>
              </p:blipFill>
              <p:spPr>
                <a:xfrm>
                  <a:off x="9829905" y="5301375"/>
                  <a:ext cx="478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5" name="Ink 104">
                  <a:extLst>
                    <a:ext uri="{FF2B5EF4-FFF2-40B4-BE49-F238E27FC236}">
                      <a16:creationId xmlns:a16="http://schemas.microsoft.com/office/drawing/2014/main" id="{1C52EA4D-E849-749D-C459-EA3E39294AAC}"/>
                    </a:ext>
                  </a:extLst>
                </p14:cNvPr>
                <p14:cNvContentPartPr/>
                <p14:nvPr/>
              </p14:nvContentPartPr>
              <p14:xfrm>
                <a:off x="9898305" y="5240535"/>
                <a:ext cx="150120" cy="230400"/>
              </p14:xfrm>
            </p:contentPart>
          </mc:Choice>
          <mc:Fallback xmlns="">
            <p:pic>
              <p:nvPicPr>
                <p:cNvPr id="105" name="Ink 104">
                  <a:extLst>
                    <a:ext uri="{FF2B5EF4-FFF2-40B4-BE49-F238E27FC236}">
                      <a16:creationId xmlns:a16="http://schemas.microsoft.com/office/drawing/2014/main" id="{1C52EA4D-E849-749D-C459-EA3E39294AAC}"/>
                    </a:ext>
                  </a:extLst>
                </p:cNvPr>
                <p:cNvPicPr/>
                <p:nvPr/>
              </p:nvPicPr>
              <p:blipFill>
                <a:blip r:embed="rId149"/>
                <a:stretch>
                  <a:fillRect/>
                </a:stretch>
              </p:blipFill>
              <p:spPr>
                <a:xfrm>
                  <a:off x="9889665" y="5231535"/>
                  <a:ext cx="16776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6" name="Ink 105">
                  <a:extLst>
                    <a:ext uri="{FF2B5EF4-FFF2-40B4-BE49-F238E27FC236}">
                      <a16:creationId xmlns:a16="http://schemas.microsoft.com/office/drawing/2014/main" id="{AFECEF9C-94E6-F69A-7569-3EEF5CB05F4F}"/>
                    </a:ext>
                  </a:extLst>
                </p14:cNvPr>
                <p14:cNvContentPartPr/>
                <p14:nvPr/>
              </p14:nvContentPartPr>
              <p14:xfrm>
                <a:off x="10088025" y="5221815"/>
                <a:ext cx="51840" cy="20880"/>
              </p14:xfrm>
            </p:contentPart>
          </mc:Choice>
          <mc:Fallback xmlns="">
            <p:pic>
              <p:nvPicPr>
                <p:cNvPr id="106" name="Ink 105">
                  <a:extLst>
                    <a:ext uri="{FF2B5EF4-FFF2-40B4-BE49-F238E27FC236}">
                      <a16:creationId xmlns:a16="http://schemas.microsoft.com/office/drawing/2014/main" id="{AFECEF9C-94E6-F69A-7569-3EEF5CB05F4F}"/>
                    </a:ext>
                  </a:extLst>
                </p:cNvPr>
                <p:cNvPicPr/>
                <p:nvPr/>
              </p:nvPicPr>
              <p:blipFill>
                <a:blip r:embed="rId151"/>
                <a:stretch>
                  <a:fillRect/>
                </a:stretch>
              </p:blipFill>
              <p:spPr>
                <a:xfrm>
                  <a:off x="10079025" y="5213175"/>
                  <a:ext cx="694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7" name="Ink 106">
                  <a:extLst>
                    <a:ext uri="{FF2B5EF4-FFF2-40B4-BE49-F238E27FC236}">
                      <a16:creationId xmlns:a16="http://schemas.microsoft.com/office/drawing/2014/main" id="{CF7476C8-BF6D-A627-8F22-F24B4134EFD1}"/>
                    </a:ext>
                  </a:extLst>
                </p14:cNvPr>
                <p14:cNvContentPartPr/>
                <p14:nvPr/>
              </p14:nvContentPartPr>
              <p14:xfrm>
                <a:off x="10337145" y="4997535"/>
                <a:ext cx="32400" cy="147600"/>
              </p14:xfrm>
            </p:contentPart>
          </mc:Choice>
          <mc:Fallback xmlns="">
            <p:pic>
              <p:nvPicPr>
                <p:cNvPr id="107" name="Ink 106">
                  <a:extLst>
                    <a:ext uri="{FF2B5EF4-FFF2-40B4-BE49-F238E27FC236}">
                      <a16:creationId xmlns:a16="http://schemas.microsoft.com/office/drawing/2014/main" id="{CF7476C8-BF6D-A627-8F22-F24B4134EFD1}"/>
                    </a:ext>
                  </a:extLst>
                </p:cNvPr>
                <p:cNvPicPr/>
                <p:nvPr/>
              </p:nvPicPr>
              <p:blipFill>
                <a:blip r:embed="rId153"/>
                <a:stretch>
                  <a:fillRect/>
                </a:stretch>
              </p:blipFill>
              <p:spPr>
                <a:xfrm>
                  <a:off x="10328505" y="4988895"/>
                  <a:ext cx="5004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8" name="Ink 107">
                  <a:extLst>
                    <a:ext uri="{FF2B5EF4-FFF2-40B4-BE49-F238E27FC236}">
                      <a16:creationId xmlns:a16="http://schemas.microsoft.com/office/drawing/2014/main" id="{3A82F66F-E020-F979-A068-F14587758ECE}"/>
                    </a:ext>
                  </a:extLst>
                </p14:cNvPr>
                <p14:cNvContentPartPr/>
                <p14:nvPr/>
              </p14:nvContentPartPr>
              <p14:xfrm>
                <a:off x="10343985" y="5252775"/>
                <a:ext cx="6120" cy="2520"/>
              </p14:xfrm>
            </p:contentPart>
          </mc:Choice>
          <mc:Fallback xmlns="">
            <p:pic>
              <p:nvPicPr>
                <p:cNvPr id="108" name="Ink 107">
                  <a:extLst>
                    <a:ext uri="{FF2B5EF4-FFF2-40B4-BE49-F238E27FC236}">
                      <a16:creationId xmlns:a16="http://schemas.microsoft.com/office/drawing/2014/main" id="{3A82F66F-E020-F979-A068-F14587758ECE}"/>
                    </a:ext>
                  </a:extLst>
                </p:cNvPr>
                <p:cNvPicPr/>
                <p:nvPr/>
              </p:nvPicPr>
              <p:blipFill>
                <a:blip r:embed="rId155"/>
                <a:stretch>
                  <a:fillRect/>
                </a:stretch>
              </p:blipFill>
              <p:spPr>
                <a:xfrm>
                  <a:off x="10334985" y="5243775"/>
                  <a:ext cx="237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9" name="Ink 108">
                  <a:extLst>
                    <a:ext uri="{FF2B5EF4-FFF2-40B4-BE49-F238E27FC236}">
                      <a16:creationId xmlns:a16="http://schemas.microsoft.com/office/drawing/2014/main" id="{AF39256F-8DFE-CF2C-944C-B4855B83C8DA}"/>
                    </a:ext>
                  </a:extLst>
                </p14:cNvPr>
                <p14:cNvContentPartPr/>
                <p14:nvPr/>
              </p14:nvContentPartPr>
              <p14:xfrm>
                <a:off x="10304025" y="5339175"/>
                <a:ext cx="23040" cy="20880"/>
              </p14:xfrm>
            </p:contentPart>
          </mc:Choice>
          <mc:Fallback xmlns="">
            <p:pic>
              <p:nvPicPr>
                <p:cNvPr id="109" name="Ink 108">
                  <a:extLst>
                    <a:ext uri="{FF2B5EF4-FFF2-40B4-BE49-F238E27FC236}">
                      <a16:creationId xmlns:a16="http://schemas.microsoft.com/office/drawing/2014/main" id="{AF39256F-8DFE-CF2C-944C-B4855B83C8DA}"/>
                    </a:ext>
                  </a:extLst>
                </p:cNvPr>
                <p:cNvPicPr/>
                <p:nvPr/>
              </p:nvPicPr>
              <p:blipFill>
                <a:blip r:embed="rId157"/>
                <a:stretch>
                  <a:fillRect/>
                </a:stretch>
              </p:blipFill>
              <p:spPr>
                <a:xfrm>
                  <a:off x="10295025" y="5330175"/>
                  <a:ext cx="406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1" name="Ink 110">
                  <a:extLst>
                    <a:ext uri="{FF2B5EF4-FFF2-40B4-BE49-F238E27FC236}">
                      <a16:creationId xmlns:a16="http://schemas.microsoft.com/office/drawing/2014/main" id="{53347329-66A3-361A-768A-A92E1E935850}"/>
                    </a:ext>
                  </a:extLst>
                </p14:cNvPr>
                <p14:cNvContentPartPr/>
                <p14:nvPr/>
              </p14:nvContentPartPr>
              <p14:xfrm>
                <a:off x="10359825" y="5243055"/>
                <a:ext cx="94680" cy="137880"/>
              </p14:xfrm>
            </p:contentPart>
          </mc:Choice>
          <mc:Fallback xmlns="">
            <p:pic>
              <p:nvPicPr>
                <p:cNvPr id="111" name="Ink 110">
                  <a:extLst>
                    <a:ext uri="{FF2B5EF4-FFF2-40B4-BE49-F238E27FC236}">
                      <a16:creationId xmlns:a16="http://schemas.microsoft.com/office/drawing/2014/main" id="{53347329-66A3-361A-768A-A92E1E935850}"/>
                    </a:ext>
                  </a:extLst>
                </p:cNvPr>
                <p:cNvPicPr/>
                <p:nvPr/>
              </p:nvPicPr>
              <p:blipFill>
                <a:blip r:embed="rId159"/>
                <a:stretch>
                  <a:fillRect/>
                </a:stretch>
              </p:blipFill>
              <p:spPr>
                <a:xfrm>
                  <a:off x="10351185" y="5234055"/>
                  <a:ext cx="1123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2" name="Ink 111">
                  <a:extLst>
                    <a:ext uri="{FF2B5EF4-FFF2-40B4-BE49-F238E27FC236}">
                      <a16:creationId xmlns:a16="http://schemas.microsoft.com/office/drawing/2014/main" id="{778361D8-503F-2843-1FDC-72892DE00FC3}"/>
                    </a:ext>
                  </a:extLst>
                </p14:cNvPr>
                <p14:cNvContentPartPr/>
                <p14:nvPr/>
              </p14:nvContentPartPr>
              <p14:xfrm>
                <a:off x="10875345" y="4958295"/>
                <a:ext cx="34920" cy="124920"/>
              </p14:xfrm>
            </p:contentPart>
          </mc:Choice>
          <mc:Fallback xmlns="">
            <p:pic>
              <p:nvPicPr>
                <p:cNvPr id="112" name="Ink 111">
                  <a:extLst>
                    <a:ext uri="{FF2B5EF4-FFF2-40B4-BE49-F238E27FC236}">
                      <a16:creationId xmlns:a16="http://schemas.microsoft.com/office/drawing/2014/main" id="{778361D8-503F-2843-1FDC-72892DE00FC3}"/>
                    </a:ext>
                  </a:extLst>
                </p:cNvPr>
                <p:cNvPicPr/>
                <p:nvPr/>
              </p:nvPicPr>
              <p:blipFill>
                <a:blip r:embed="rId161"/>
                <a:stretch>
                  <a:fillRect/>
                </a:stretch>
              </p:blipFill>
              <p:spPr>
                <a:xfrm>
                  <a:off x="10866705" y="4949655"/>
                  <a:ext cx="5256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3" name="Ink 112">
                  <a:extLst>
                    <a:ext uri="{FF2B5EF4-FFF2-40B4-BE49-F238E27FC236}">
                      <a16:creationId xmlns:a16="http://schemas.microsoft.com/office/drawing/2014/main" id="{11FDBE04-1864-B5FA-6433-36674A7A3193}"/>
                    </a:ext>
                  </a:extLst>
                </p14:cNvPr>
                <p14:cNvContentPartPr/>
                <p14:nvPr/>
              </p14:nvContentPartPr>
              <p14:xfrm>
                <a:off x="10831065" y="5290935"/>
                <a:ext cx="15120" cy="1440"/>
              </p14:xfrm>
            </p:contentPart>
          </mc:Choice>
          <mc:Fallback xmlns="">
            <p:pic>
              <p:nvPicPr>
                <p:cNvPr id="113" name="Ink 112">
                  <a:extLst>
                    <a:ext uri="{FF2B5EF4-FFF2-40B4-BE49-F238E27FC236}">
                      <a16:creationId xmlns:a16="http://schemas.microsoft.com/office/drawing/2014/main" id="{11FDBE04-1864-B5FA-6433-36674A7A3193}"/>
                    </a:ext>
                  </a:extLst>
                </p:cNvPr>
                <p:cNvPicPr/>
                <p:nvPr/>
              </p:nvPicPr>
              <p:blipFill>
                <a:blip r:embed="rId163"/>
                <a:stretch>
                  <a:fillRect/>
                </a:stretch>
              </p:blipFill>
              <p:spPr>
                <a:xfrm>
                  <a:off x="10822065" y="5281935"/>
                  <a:ext cx="3276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4" name="Ink 113">
                  <a:extLst>
                    <a:ext uri="{FF2B5EF4-FFF2-40B4-BE49-F238E27FC236}">
                      <a16:creationId xmlns:a16="http://schemas.microsoft.com/office/drawing/2014/main" id="{52C3830C-0DEC-4A89-0016-939D7568591F}"/>
                    </a:ext>
                  </a:extLst>
                </p14:cNvPr>
                <p14:cNvContentPartPr/>
                <p14:nvPr/>
              </p14:nvContentPartPr>
              <p14:xfrm>
                <a:off x="10876785" y="5329815"/>
                <a:ext cx="6120" cy="23040"/>
              </p14:xfrm>
            </p:contentPart>
          </mc:Choice>
          <mc:Fallback xmlns="">
            <p:pic>
              <p:nvPicPr>
                <p:cNvPr id="114" name="Ink 113">
                  <a:extLst>
                    <a:ext uri="{FF2B5EF4-FFF2-40B4-BE49-F238E27FC236}">
                      <a16:creationId xmlns:a16="http://schemas.microsoft.com/office/drawing/2014/main" id="{52C3830C-0DEC-4A89-0016-939D7568591F}"/>
                    </a:ext>
                  </a:extLst>
                </p:cNvPr>
                <p:cNvPicPr/>
                <p:nvPr/>
              </p:nvPicPr>
              <p:blipFill>
                <a:blip r:embed="rId165"/>
                <a:stretch>
                  <a:fillRect/>
                </a:stretch>
              </p:blipFill>
              <p:spPr>
                <a:xfrm>
                  <a:off x="10867785" y="5321175"/>
                  <a:ext cx="237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5" name="Ink 114">
                  <a:extLst>
                    <a:ext uri="{FF2B5EF4-FFF2-40B4-BE49-F238E27FC236}">
                      <a16:creationId xmlns:a16="http://schemas.microsoft.com/office/drawing/2014/main" id="{B7CE5D05-479C-94B3-7EC0-12DD02857FCA}"/>
                    </a:ext>
                  </a:extLst>
                </p14:cNvPr>
                <p14:cNvContentPartPr/>
                <p14:nvPr/>
              </p14:nvContentPartPr>
              <p14:xfrm>
                <a:off x="10972545" y="5241255"/>
                <a:ext cx="108000" cy="139320"/>
              </p14:xfrm>
            </p:contentPart>
          </mc:Choice>
          <mc:Fallback xmlns="">
            <p:pic>
              <p:nvPicPr>
                <p:cNvPr id="115" name="Ink 114">
                  <a:extLst>
                    <a:ext uri="{FF2B5EF4-FFF2-40B4-BE49-F238E27FC236}">
                      <a16:creationId xmlns:a16="http://schemas.microsoft.com/office/drawing/2014/main" id="{B7CE5D05-479C-94B3-7EC0-12DD02857FCA}"/>
                    </a:ext>
                  </a:extLst>
                </p:cNvPr>
                <p:cNvPicPr/>
                <p:nvPr/>
              </p:nvPicPr>
              <p:blipFill>
                <a:blip r:embed="rId167"/>
                <a:stretch>
                  <a:fillRect/>
                </a:stretch>
              </p:blipFill>
              <p:spPr>
                <a:xfrm>
                  <a:off x="10963545" y="5232615"/>
                  <a:ext cx="1256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6" name="Ink 115">
                  <a:extLst>
                    <a:ext uri="{FF2B5EF4-FFF2-40B4-BE49-F238E27FC236}">
                      <a16:creationId xmlns:a16="http://schemas.microsoft.com/office/drawing/2014/main" id="{F529AAF0-F3CB-D7ED-740F-1DECD648AA29}"/>
                    </a:ext>
                  </a:extLst>
                </p14:cNvPr>
                <p14:cNvContentPartPr/>
                <p14:nvPr/>
              </p14:nvContentPartPr>
              <p14:xfrm>
                <a:off x="11139585" y="5253855"/>
                <a:ext cx="7200" cy="16920"/>
              </p14:xfrm>
            </p:contentPart>
          </mc:Choice>
          <mc:Fallback xmlns="">
            <p:pic>
              <p:nvPicPr>
                <p:cNvPr id="116" name="Ink 115">
                  <a:extLst>
                    <a:ext uri="{FF2B5EF4-FFF2-40B4-BE49-F238E27FC236}">
                      <a16:creationId xmlns:a16="http://schemas.microsoft.com/office/drawing/2014/main" id="{F529AAF0-F3CB-D7ED-740F-1DECD648AA29}"/>
                    </a:ext>
                  </a:extLst>
                </p:cNvPr>
                <p:cNvPicPr/>
                <p:nvPr/>
              </p:nvPicPr>
              <p:blipFill>
                <a:blip r:embed="rId169"/>
                <a:stretch>
                  <a:fillRect/>
                </a:stretch>
              </p:blipFill>
              <p:spPr>
                <a:xfrm>
                  <a:off x="11130585" y="5244855"/>
                  <a:ext cx="248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1" name="Ink 120">
                  <a:extLst>
                    <a:ext uri="{FF2B5EF4-FFF2-40B4-BE49-F238E27FC236}">
                      <a16:creationId xmlns:a16="http://schemas.microsoft.com/office/drawing/2014/main" id="{311B6DC2-FADD-B771-CC2E-30F1496C235E}"/>
                    </a:ext>
                  </a:extLst>
                </p14:cNvPr>
                <p14:cNvContentPartPr/>
                <p14:nvPr/>
              </p14:nvContentPartPr>
              <p14:xfrm>
                <a:off x="10691025" y="3846615"/>
                <a:ext cx="649800" cy="235080"/>
              </p14:xfrm>
            </p:contentPart>
          </mc:Choice>
          <mc:Fallback xmlns="">
            <p:pic>
              <p:nvPicPr>
                <p:cNvPr id="121" name="Ink 120">
                  <a:extLst>
                    <a:ext uri="{FF2B5EF4-FFF2-40B4-BE49-F238E27FC236}">
                      <a16:creationId xmlns:a16="http://schemas.microsoft.com/office/drawing/2014/main" id="{311B6DC2-FADD-B771-CC2E-30F1496C235E}"/>
                    </a:ext>
                  </a:extLst>
                </p:cNvPr>
                <p:cNvPicPr/>
                <p:nvPr/>
              </p:nvPicPr>
              <p:blipFill>
                <a:blip r:embed="rId171"/>
                <a:stretch>
                  <a:fillRect/>
                </a:stretch>
              </p:blipFill>
              <p:spPr>
                <a:xfrm>
                  <a:off x="10682385" y="3837615"/>
                  <a:ext cx="66744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2" name="Ink 121">
                  <a:extLst>
                    <a:ext uri="{FF2B5EF4-FFF2-40B4-BE49-F238E27FC236}">
                      <a16:creationId xmlns:a16="http://schemas.microsoft.com/office/drawing/2014/main" id="{56B7733C-D2A1-1FEE-A03F-AE905640246B}"/>
                    </a:ext>
                  </a:extLst>
                </p14:cNvPr>
                <p14:cNvContentPartPr/>
                <p14:nvPr/>
              </p14:nvContentPartPr>
              <p14:xfrm>
                <a:off x="9565305" y="4976295"/>
                <a:ext cx="122040" cy="69840"/>
              </p14:xfrm>
            </p:contentPart>
          </mc:Choice>
          <mc:Fallback xmlns="">
            <p:pic>
              <p:nvPicPr>
                <p:cNvPr id="122" name="Ink 121">
                  <a:extLst>
                    <a:ext uri="{FF2B5EF4-FFF2-40B4-BE49-F238E27FC236}">
                      <a16:creationId xmlns:a16="http://schemas.microsoft.com/office/drawing/2014/main" id="{56B7733C-D2A1-1FEE-A03F-AE905640246B}"/>
                    </a:ext>
                  </a:extLst>
                </p:cNvPr>
                <p:cNvPicPr/>
                <p:nvPr/>
              </p:nvPicPr>
              <p:blipFill>
                <a:blip r:embed="rId173"/>
                <a:stretch>
                  <a:fillRect/>
                </a:stretch>
              </p:blipFill>
              <p:spPr>
                <a:xfrm>
                  <a:off x="9556305" y="4967295"/>
                  <a:ext cx="1396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3" name="Ink 122">
                  <a:extLst>
                    <a:ext uri="{FF2B5EF4-FFF2-40B4-BE49-F238E27FC236}">
                      <a16:creationId xmlns:a16="http://schemas.microsoft.com/office/drawing/2014/main" id="{EC2EDCA3-6067-D2C5-8D45-62337AFCB0AA}"/>
                    </a:ext>
                  </a:extLst>
                </p14:cNvPr>
                <p14:cNvContentPartPr/>
                <p14:nvPr/>
              </p14:nvContentPartPr>
              <p14:xfrm>
                <a:off x="9697065" y="4704495"/>
                <a:ext cx="1573200" cy="321840"/>
              </p14:xfrm>
            </p:contentPart>
          </mc:Choice>
          <mc:Fallback xmlns="">
            <p:pic>
              <p:nvPicPr>
                <p:cNvPr id="123" name="Ink 122">
                  <a:extLst>
                    <a:ext uri="{FF2B5EF4-FFF2-40B4-BE49-F238E27FC236}">
                      <a16:creationId xmlns:a16="http://schemas.microsoft.com/office/drawing/2014/main" id="{EC2EDCA3-6067-D2C5-8D45-62337AFCB0AA}"/>
                    </a:ext>
                  </a:extLst>
                </p:cNvPr>
                <p:cNvPicPr/>
                <p:nvPr/>
              </p:nvPicPr>
              <p:blipFill>
                <a:blip r:embed="rId175"/>
                <a:stretch>
                  <a:fillRect/>
                </a:stretch>
              </p:blipFill>
              <p:spPr>
                <a:xfrm>
                  <a:off x="9688065" y="4695495"/>
                  <a:ext cx="159084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4" name="Ink 123">
                  <a:extLst>
                    <a:ext uri="{FF2B5EF4-FFF2-40B4-BE49-F238E27FC236}">
                      <a16:creationId xmlns:a16="http://schemas.microsoft.com/office/drawing/2014/main" id="{A3A6E518-3F4D-911A-08D3-925D1230404C}"/>
                    </a:ext>
                  </a:extLst>
                </p14:cNvPr>
                <p14:cNvContentPartPr/>
                <p14:nvPr/>
              </p14:nvContentPartPr>
              <p14:xfrm>
                <a:off x="11202945" y="4224975"/>
                <a:ext cx="396720" cy="397800"/>
              </p14:xfrm>
            </p:contentPart>
          </mc:Choice>
          <mc:Fallback xmlns="">
            <p:pic>
              <p:nvPicPr>
                <p:cNvPr id="124" name="Ink 123">
                  <a:extLst>
                    <a:ext uri="{FF2B5EF4-FFF2-40B4-BE49-F238E27FC236}">
                      <a16:creationId xmlns:a16="http://schemas.microsoft.com/office/drawing/2014/main" id="{A3A6E518-3F4D-911A-08D3-925D1230404C}"/>
                    </a:ext>
                  </a:extLst>
                </p:cNvPr>
                <p:cNvPicPr/>
                <p:nvPr/>
              </p:nvPicPr>
              <p:blipFill>
                <a:blip r:embed="rId177"/>
                <a:stretch>
                  <a:fillRect/>
                </a:stretch>
              </p:blipFill>
              <p:spPr>
                <a:xfrm>
                  <a:off x="11193945" y="4216335"/>
                  <a:ext cx="41436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5" name="Ink 124">
                  <a:extLst>
                    <a:ext uri="{FF2B5EF4-FFF2-40B4-BE49-F238E27FC236}">
                      <a16:creationId xmlns:a16="http://schemas.microsoft.com/office/drawing/2014/main" id="{E62F721D-1DBA-2832-46B1-3430EE6BFB74}"/>
                    </a:ext>
                  </a:extLst>
                </p14:cNvPr>
                <p14:cNvContentPartPr/>
                <p14:nvPr/>
              </p14:nvContentPartPr>
              <p14:xfrm>
                <a:off x="11691105" y="4079895"/>
                <a:ext cx="223560" cy="282240"/>
              </p14:xfrm>
            </p:contentPart>
          </mc:Choice>
          <mc:Fallback xmlns="">
            <p:pic>
              <p:nvPicPr>
                <p:cNvPr id="125" name="Ink 124">
                  <a:extLst>
                    <a:ext uri="{FF2B5EF4-FFF2-40B4-BE49-F238E27FC236}">
                      <a16:creationId xmlns:a16="http://schemas.microsoft.com/office/drawing/2014/main" id="{E62F721D-1DBA-2832-46B1-3430EE6BFB74}"/>
                    </a:ext>
                  </a:extLst>
                </p:cNvPr>
                <p:cNvPicPr/>
                <p:nvPr/>
              </p:nvPicPr>
              <p:blipFill>
                <a:blip r:embed="rId179"/>
                <a:stretch>
                  <a:fillRect/>
                </a:stretch>
              </p:blipFill>
              <p:spPr>
                <a:xfrm>
                  <a:off x="11682465" y="4071255"/>
                  <a:ext cx="24120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6" name="Ink 125">
                  <a:extLst>
                    <a:ext uri="{FF2B5EF4-FFF2-40B4-BE49-F238E27FC236}">
                      <a16:creationId xmlns:a16="http://schemas.microsoft.com/office/drawing/2014/main" id="{B8FF7431-7B39-672B-A3A2-6C6E688F4952}"/>
                    </a:ext>
                  </a:extLst>
                </p14:cNvPr>
                <p14:cNvContentPartPr/>
                <p14:nvPr/>
              </p14:nvContentPartPr>
              <p14:xfrm>
                <a:off x="11929425" y="4240455"/>
                <a:ext cx="14040" cy="5400"/>
              </p14:xfrm>
            </p:contentPart>
          </mc:Choice>
          <mc:Fallback xmlns="">
            <p:pic>
              <p:nvPicPr>
                <p:cNvPr id="126" name="Ink 125">
                  <a:extLst>
                    <a:ext uri="{FF2B5EF4-FFF2-40B4-BE49-F238E27FC236}">
                      <a16:creationId xmlns:a16="http://schemas.microsoft.com/office/drawing/2014/main" id="{B8FF7431-7B39-672B-A3A2-6C6E688F4952}"/>
                    </a:ext>
                  </a:extLst>
                </p:cNvPr>
                <p:cNvPicPr/>
                <p:nvPr/>
              </p:nvPicPr>
              <p:blipFill>
                <a:blip r:embed="rId181"/>
                <a:stretch>
                  <a:fillRect/>
                </a:stretch>
              </p:blipFill>
              <p:spPr>
                <a:xfrm>
                  <a:off x="11920425" y="4231815"/>
                  <a:ext cx="3168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7" name="Ink 126">
                  <a:extLst>
                    <a:ext uri="{FF2B5EF4-FFF2-40B4-BE49-F238E27FC236}">
                      <a16:creationId xmlns:a16="http://schemas.microsoft.com/office/drawing/2014/main" id="{24C4F624-6CE9-1299-2447-815D0DA96B08}"/>
                    </a:ext>
                  </a:extLst>
                </p14:cNvPr>
                <p14:cNvContentPartPr/>
                <p14:nvPr/>
              </p14:nvContentPartPr>
              <p14:xfrm>
                <a:off x="11980905" y="4194375"/>
                <a:ext cx="88200" cy="26640"/>
              </p14:xfrm>
            </p:contentPart>
          </mc:Choice>
          <mc:Fallback xmlns="">
            <p:pic>
              <p:nvPicPr>
                <p:cNvPr id="127" name="Ink 126">
                  <a:extLst>
                    <a:ext uri="{FF2B5EF4-FFF2-40B4-BE49-F238E27FC236}">
                      <a16:creationId xmlns:a16="http://schemas.microsoft.com/office/drawing/2014/main" id="{24C4F624-6CE9-1299-2447-815D0DA96B08}"/>
                    </a:ext>
                  </a:extLst>
                </p:cNvPr>
                <p:cNvPicPr/>
                <p:nvPr/>
              </p:nvPicPr>
              <p:blipFill>
                <a:blip r:embed="rId183"/>
                <a:stretch>
                  <a:fillRect/>
                </a:stretch>
              </p:blipFill>
              <p:spPr>
                <a:xfrm>
                  <a:off x="11971905" y="4185735"/>
                  <a:ext cx="105840" cy="44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4">
            <p14:nvContentPartPr>
              <p14:cNvPr id="53" name="Ink 52">
                <a:extLst>
                  <a:ext uri="{FF2B5EF4-FFF2-40B4-BE49-F238E27FC236}">
                    <a16:creationId xmlns:a16="http://schemas.microsoft.com/office/drawing/2014/main" id="{0FB75C64-F426-91F7-0E00-EB906AC0B2F6}"/>
                  </a:ext>
                </a:extLst>
              </p14:cNvPr>
              <p14:cNvContentPartPr/>
              <p14:nvPr/>
            </p14:nvContentPartPr>
            <p14:xfrm>
              <a:off x="10683825" y="1157415"/>
              <a:ext cx="173880" cy="240120"/>
            </p14:xfrm>
          </p:contentPart>
        </mc:Choice>
        <mc:Fallback xmlns="">
          <p:pic>
            <p:nvPicPr>
              <p:cNvPr id="53" name="Ink 52">
                <a:extLst>
                  <a:ext uri="{FF2B5EF4-FFF2-40B4-BE49-F238E27FC236}">
                    <a16:creationId xmlns:a16="http://schemas.microsoft.com/office/drawing/2014/main" id="{0FB75C64-F426-91F7-0E00-EB906AC0B2F6}"/>
                  </a:ext>
                </a:extLst>
              </p:cNvPr>
              <p:cNvPicPr/>
              <p:nvPr/>
            </p:nvPicPr>
            <p:blipFill>
              <a:blip r:embed="rId185"/>
              <a:stretch>
                <a:fillRect/>
              </a:stretch>
            </p:blipFill>
            <p:spPr>
              <a:xfrm>
                <a:off x="10677705" y="1151295"/>
                <a:ext cx="18612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54" name="Ink 53">
                <a:extLst>
                  <a:ext uri="{FF2B5EF4-FFF2-40B4-BE49-F238E27FC236}">
                    <a16:creationId xmlns:a16="http://schemas.microsoft.com/office/drawing/2014/main" id="{33F0EE36-96F9-DDCD-38E2-A2E69BB16FAD}"/>
                  </a:ext>
                </a:extLst>
              </p14:cNvPr>
              <p14:cNvContentPartPr/>
              <p14:nvPr/>
            </p14:nvContentPartPr>
            <p14:xfrm>
              <a:off x="11141745" y="1229055"/>
              <a:ext cx="118080" cy="56160"/>
            </p14:xfrm>
          </p:contentPart>
        </mc:Choice>
        <mc:Fallback xmlns="">
          <p:pic>
            <p:nvPicPr>
              <p:cNvPr id="54" name="Ink 53">
                <a:extLst>
                  <a:ext uri="{FF2B5EF4-FFF2-40B4-BE49-F238E27FC236}">
                    <a16:creationId xmlns:a16="http://schemas.microsoft.com/office/drawing/2014/main" id="{33F0EE36-96F9-DDCD-38E2-A2E69BB16FAD}"/>
                  </a:ext>
                </a:extLst>
              </p:cNvPr>
              <p:cNvPicPr/>
              <p:nvPr/>
            </p:nvPicPr>
            <p:blipFill>
              <a:blip r:embed="rId187"/>
              <a:stretch>
                <a:fillRect/>
              </a:stretch>
            </p:blipFill>
            <p:spPr>
              <a:xfrm>
                <a:off x="11135625" y="1222935"/>
                <a:ext cx="13032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57" name="Ink 56">
                <a:extLst>
                  <a:ext uri="{FF2B5EF4-FFF2-40B4-BE49-F238E27FC236}">
                    <a16:creationId xmlns:a16="http://schemas.microsoft.com/office/drawing/2014/main" id="{6CBB8C1B-D0BB-E895-0579-A91DAF753291}"/>
                  </a:ext>
                </a:extLst>
              </p14:cNvPr>
              <p14:cNvContentPartPr/>
              <p14:nvPr/>
            </p14:nvContentPartPr>
            <p14:xfrm>
              <a:off x="10955625" y="1290255"/>
              <a:ext cx="552240" cy="225360"/>
            </p14:xfrm>
          </p:contentPart>
        </mc:Choice>
        <mc:Fallback xmlns="">
          <p:pic>
            <p:nvPicPr>
              <p:cNvPr id="57" name="Ink 56">
                <a:extLst>
                  <a:ext uri="{FF2B5EF4-FFF2-40B4-BE49-F238E27FC236}">
                    <a16:creationId xmlns:a16="http://schemas.microsoft.com/office/drawing/2014/main" id="{6CBB8C1B-D0BB-E895-0579-A91DAF753291}"/>
                  </a:ext>
                </a:extLst>
              </p:cNvPr>
              <p:cNvPicPr/>
              <p:nvPr/>
            </p:nvPicPr>
            <p:blipFill>
              <a:blip r:embed="rId189"/>
              <a:stretch>
                <a:fillRect/>
              </a:stretch>
            </p:blipFill>
            <p:spPr>
              <a:xfrm>
                <a:off x="10949505" y="1284135"/>
                <a:ext cx="56448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55" name="Ink 54">
                <a:extLst>
                  <a:ext uri="{FF2B5EF4-FFF2-40B4-BE49-F238E27FC236}">
                    <a16:creationId xmlns:a16="http://schemas.microsoft.com/office/drawing/2014/main" id="{2215505E-B056-3A69-3EAE-E61D8B67A970}"/>
                  </a:ext>
                </a:extLst>
              </p14:cNvPr>
              <p14:cNvContentPartPr/>
              <p14:nvPr/>
            </p14:nvContentPartPr>
            <p14:xfrm>
              <a:off x="10858785" y="1638735"/>
              <a:ext cx="1112040" cy="186480"/>
            </p14:xfrm>
          </p:contentPart>
        </mc:Choice>
        <mc:Fallback xmlns="">
          <p:pic>
            <p:nvPicPr>
              <p:cNvPr id="55" name="Ink 54">
                <a:extLst>
                  <a:ext uri="{FF2B5EF4-FFF2-40B4-BE49-F238E27FC236}">
                    <a16:creationId xmlns:a16="http://schemas.microsoft.com/office/drawing/2014/main" id="{2215505E-B056-3A69-3EAE-E61D8B67A970}"/>
                  </a:ext>
                </a:extLst>
              </p:cNvPr>
              <p:cNvPicPr/>
              <p:nvPr/>
            </p:nvPicPr>
            <p:blipFill>
              <a:blip r:embed="rId191"/>
              <a:stretch>
                <a:fillRect/>
              </a:stretch>
            </p:blipFill>
            <p:spPr>
              <a:xfrm>
                <a:off x="10852665" y="1632615"/>
                <a:ext cx="11242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58" name="Ink 57">
                <a:extLst>
                  <a:ext uri="{FF2B5EF4-FFF2-40B4-BE49-F238E27FC236}">
                    <a16:creationId xmlns:a16="http://schemas.microsoft.com/office/drawing/2014/main" id="{170D4F2C-229D-FC44-DCC8-97CC0361C537}"/>
                  </a:ext>
                </a:extLst>
              </p14:cNvPr>
              <p14:cNvContentPartPr/>
              <p14:nvPr/>
            </p14:nvContentPartPr>
            <p14:xfrm>
              <a:off x="11123385" y="1736655"/>
              <a:ext cx="645120" cy="299880"/>
            </p14:xfrm>
          </p:contentPart>
        </mc:Choice>
        <mc:Fallback xmlns="">
          <p:pic>
            <p:nvPicPr>
              <p:cNvPr id="58" name="Ink 57">
                <a:extLst>
                  <a:ext uri="{FF2B5EF4-FFF2-40B4-BE49-F238E27FC236}">
                    <a16:creationId xmlns:a16="http://schemas.microsoft.com/office/drawing/2014/main" id="{170D4F2C-229D-FC44-DCC8-97CC0361C537}"/>
                  </a:ext>
                </a:extLst>
              </p:cNvPr>
              <p:cNvPicPr/>
              <p:nvPr/>
            </p:nvPicPr>
            <p:blipFill>
              <a:blip r:embed="rId193"/>
              <a:stretch>
                <a:fillRect/>
              </a:stretch>
            </p:blipFill>
            <p:spPr>
              <a:xfrm>
                <a:off x="11117265" y="1730535"/>
                <a:ext cx="6573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61" name="Ink 60">
                <a:extLst>
                  <a:ext uri="{FF2B5EF4-FFF2-40B4-BE49-F238E27FC236}">
                    <a16:creationId xmlns:a16="http://schemas.microsoft.com/office/drawing/2014/main" id="{BA7AE4EF-54B7-C605-D8F6-2EC55A4FF1B0}"/>
                  </a:ext>
                </a:extLst>
              </p14:cNvPr>
              <p14:cNvContentPartPr/>
              <p14:nvPr/>
            </p14:nvContentPartPr>
            <p14:xfrm>
              <a:off x="10181625" y="1717215"/>
              <a:ext cx="12960" cy="56880"/>
            </p14:xfrm>
          </p:contentPart>
        </mc:Choice>
        <mc:Fallback xmlns="">
          <p:pic>
            <p:nvPicPr>
              <p:cNvPr id="61" name="Ink 60">
                <a:extLst>
                  <a:ext uri="{FF2B5EF4-FFF2-40B4-BE49-F238E27FC236}">
                    <a16:creationId xmlns:a16="http://schemas.microsoft.com/office/drawing/2014/main" id="{BA7AE4EF-54B7-C605-D8F6-2EC55A4FF1B0}"/>
                  </a:ext>
                </a:extLst>
              </p:cNvPr>
              <p:cNvPicPr/>
              <p:nvPr/>
            </p:nvPicPr>
            <p:blipFill>
              <a:blip r:embed="rId195"/>
              <a:stretch>
                <a:fillRect/>
              </a:stretch>
            </p:blipFill>
            <p:spPr>
              <a:xfrm>
                <a:off x="10175505" y="1711095"/>
                <a:ext cx="252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62" name="Ink 61">
                <a:extLst>
                  <a:ext uri="{FF2B5EF4-FFF2-40B4-BE49-F238E27FC236}">
                    <a16:creationId xmlns:a16="http://schemas.microsoft.com/office/drawing/2014/main" id="{1AE03557-45DD-B1F0-F896-0EE40B08F1E4}"/>
                  </a:ext>
                </a:extLst>
              </p14:cNvPr>
              <p14:cNvContentPartPr/>
              <p14:nvPr/>
            </p14:nvContentPartPr>
            <p14:xfrm>
              <a:off x="10467825" y="1099455"/>
              <a:ext cx="1548360" cy="1347120"/>
            </p14:xfrm>
          </p:contentPart>
        </mc:Choice>
        <mc:Fallback xmlns="">
          <p:pic>
            <p:nvPicPr>
              <p:cNvPr id="62" name="Ink 61">
                <a:extLst>
                  <a:ext uri="{FF2B5EF4-FFF2-40B4-BE49-F238E27FC236}">
                    <a16:creationId xmlns:a16="http://schemas.microsoft.com/office/drawing/2014/main" id="{1AE03557-45DD-B1F0-F896-0EE40B08F1E4}"/>
                  </a:ext>
                </a:extLst>
              </p:cNvPr>
              <p:cNvPicPr/>
              <p:nvPr/>
            </p:nvPicPr>
            <p:blipFill>
              <a:blip r:embed="rId197"/>
              <a:stretch>
                <a:fillRect/>
              </a:stretch>
            </p:blipFill>
            <p:spPr>
              <a:xfrm>
                <a:off x="10461705" y="1093335"/>
                <a:ext cx="1560600" cy="13593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64" name="Ink 63">
                <a:extLst>
                  <a:ext uri="{FF2B5EF4-FFF2-40B4-BE49-F238E27FC236}">
                    <a16:creationId xmlns:a16="http://schemas.microsoft.com/office/drawing/2014/main" id="{83092A7C-A5D8-935E-B20A-E7E86419B29A}"/>
                  </a:ext>
                </a:extLst>
              </p14:cNvPr>
              <p14:cNvContentPartPr/>
              <p14:nvPr/>
            </p14:nvContentPartPr>
            <p14:xfrm>
              <a:off x="11209065" y="1700655"/>
              <a:ext cx="55080" cy="33120"/>
            </p14:xfrm>
          </p:contentPart>
        </mc:Choice>
        <mc:Fallback xmlns="">
          <p:pic>
            <p:nvPicPr>
              <p:cNvPr id="64" name="Ink 63">
                <a:extLst>
                  <a:ext uri="{FF2B5EF4-FFF2-40B4-BE49-F238E27FC236}">
                    <a16:creationId xmlns:a16="http://schemas.microsoft.com/office/drawing/2014/main" id="{83092A7C-A5D8-935E-B20A-E7E86419B29A}"/>
                  </a:ext>
                </a:extLst>
              </p:cNvPr>
              <p:cNvPicPr/>
              <p:nvPr/>
            </p:nvPicPr>
            <p:blipFill>
              <a:blip r:embed="rId199"/>
              <a:stretch>
                <a:fillRect/>
              </a:stretch>
            </p:blipFill>
            <p:spPr>
              <a:xfrm>
                <a:off x="11202945" y="1694535"/>
                <a:ext cx="673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66" name="Ink 65">
                <a:extLst>
                  <a:ext uri="{FF2B5EF4-FFF2-40B4-BE49-F238E27FC236}">
                    <a16:creationId xmlns:a16="http://schemas.microsoft.com/office/drawing/2014/main" id="{D4B087EA-7CD8-D19F-1843-5A8E61292D60}"/>
                  </a:ext>
                </a:extLst>
              </p14:cNvPr>
              <p14:cNvContentPartPr/>
              <p14:nvPr/>
            </p14:nvContentPartPr>
            <p14:xfrm>
              <a:off x="10989825" y="1667535"/>
              <a:ext cx="7560" cy="8640"/>
            </p14:xfrm>
          </p:contentPart>
        </mc:Choice>
        <mc:Fallback xmlns="">
          <p:pic>
            <p:nvPicPr>
              <p:cNvPr id="66" name="Ink 65">
                <a:extLst>
                  <a:ext uri="{FF2B5EF4-FFF2-40B4-BE49-F238E27FC236}">
                    <a16:creationId xmlns:a16="http://schemas.microsoft.com/office/drawing/2014/main" id="{D4B087EA-7CD8-D19F-1843-5A8E61292D60}"/>
                  </a:ext>
                </a:extLst>
              </p:cNvPr>
              <p:cNvPicPr/>
              <p:nvPr/>
            </p:nvPicPr>
            <p:blipFill>
              <a:blip r:embed="rId201"/>
              <a:stretch>
                <a:fillRect/>
              </a:stretch>
            </p:blipFill>
            <p:spPr>
              <a:xfrm>
                <a:off x="10983705" y="1661415"/>
                <a:ext cx="198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67" name="Ink 66">
                <a:extLst>
                  <a:ext uri="{FF2B5EF4-FFF2-40B4-BE49-F238E27FC236}">
                    <a16:creationId xmlns:a16="http://schemas.microsoft.com/office/drawing/2014/main" id="{9E52D651-D8FA-D21D-7C00-37883EFE4467}"/>
                  </a:ext>
                </a:extLst>
              </p14:cNvPr>
              <p14:cNvContentPartPr/>
              <p14:nvPr/>
            </p14:nvContentPartPr>
            <p14:xfrm>
              <a:off x="10990905" y="1403295"/>
              <a:ext cx="180720" cy="174960"/>
            </p14:xfrm>
          </p:contentPart>
        </mc:Choice>
        <mc:Fallback xmlns="">
          <p:pic>
            <p:nvPicPr>
              <p:cNvPr id="67" name="Ink 66">
                <a:extLst>
                  <a:ext uri="{FF2B5EF4-FFF2-40B4-BE49-F238E27FC236}">
                    <a16:creationId xmlns:a16="http://schemas.microsoft.com/office/drawing/2014/main" id="{9E52D651-D8FA-D21D-7C00-37883EFE4467}"/>
                  </a:ext>
                </a:extLst>
              </p:cNvPr>
              <p:cNvPicPr/>
              <p:nvPr/>
            </p:nvPicPr>
            <p:blipFill>
              <a:blip r:embed="rId203"/>
              <a:stretch>
                <a:fillRect/>
              </a:stretch>
            </p:blipFill>
            <p:spPr>
              <a:xfrm>
                <a:off x="10984785" y="1397175"/>
                <a:ext cx="19296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1" name="Ink 130">
                <a:extLst>
                  <a:ext uri="{FF2B5EF4-FFF2-40B4-BE49-F238E27FC236}">
                    <a16:creationId xmlns:a16="http://schemas.microsoft.com/office/drawing/2014/main" id="{DD71B7A5-33B4-348C-F5D4-06375DA0B3FD}"/>
                  </a:ext>
                </a:extLst>
              </p14:cNvPr>
              <p14:cNvContentPartPr/>
              <p14:nvPr/>
            </p14:nvContentPartPr>
            <p14:xfrm>
              <a:off x="8090025" y="2164695"/>
              <a:ext cx="2880720" cy="1970280"/>
            </p14:xfrm>
          </p:contentPart>
        </mc:Choice>
        <mc:Fallback xmlns="">
          <p:pic>
            <p:nvPicPr>
              <p:cNvPr id="131" name="Ink 130">
                <a:extLst>
                  <a:ext uri="{FF2B5EF4-FFF2-40B4-BE49-F238E27FC236}">
                    <a16:creationId xmlns:a16="http://schemas.microsoft.com/office/drawing/2014/main" id="{DD71B7A5-33B4-348C-F5D4-06375DA0B3FD}"/>
                  </a:ext>
                </a:extLst>
              </p:cNvPr>
              <p:cNvPicPr/>
              <p:nvPr/>
            </p:nvPicPr>
            <p:blipFill>
              <a:blip r:embed="rId205"/>
              <a:stretch>
                <a:fillRect/>
              </a:stretch>
            </p:blipFill>
            <p:spPr>
              <a:xfrm>
                <a:off x="8083905" y="2158575"/>
                <a:ext cx="2892960" cy="19825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3" name="Ink 132">
                <a:extLst>
                  <a:ext uri="{FF2B5EF4-FFF2-40B4-BE49-F238E27FC236}">
                    <a16:creationId xmlns:a16="http://schemas.microsoft.com/office/drawing/2014/main" id="{57BA3383-8DE9-7CA8-11DC-7589410E6A58}"/>
                  </a:ext>
                </a:extLst>
              </p14:cNvPr>
              <p14:cNvContentPartPr/>
              <p14:nvPr/>
            </p14:nvContentPartPr>
            <p14:xfrm>
              <a:off x="9607785" y="5047935"/>
              <a:ext cx="15120" cy="9720"/>
            </p14:xfrm>
          </p:contentPart>
        </mc:Choice>
        <mc:Fallback xmlns="">
          <p:pic>
            <p:nvPicPr>
              <p:cNvPr id="133" name="Ink 132">
                <a:extLst>
                  <a:ext uri="{FF2B5EF4-FFF2-40B4-BE49-F238E27FC236}">
                    <a16:creationId xmlns:a16="http://schemas.microsoft.com/office/drawing/2014/main" id="{57BA3383-8DE9-7CA8-11DC-7589410E6A58}"/>
                  </a:ext>
                </a:extLst>
              </p:cNvPr>
              <p:cNvPicPr/>
              <p:nvPr/>
            </p:nvPicPr>
            <p:blipFill>
              <a:blip r:embed="rId207"/>
              <a:stretch>
                <a:fillRect/>
              </a:stretch>
            </p:blipFill>
            <p:spPr>
              <a:xfrm>
                <a:off x="9601665" y="5041815"/>
                <a:ext cx="2736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4" name="Ink 133">
                <a:extLst>
                  <a:ext uri="{FF2B5EF4-FFF2-40B4-BE49-F238E27FC236}">
                    <a16:creationId xmlns:a16="http://schemas.microsoft.com/office/drawing/2014/main" id="{47AE5E9A-892B-7AD1-0E5A-82F4F49D4F18}"/>
                  </a:ext>
                </a:extLst>
              </p14:cNvPr>
              <p14:cNvContentPartPr/>
              <p14:nvPr/>
            </p14:nvContentPartPr>
            <p14:xfrm>
              <a:off x="11533785" y="4564455"/>
              <a:ext cx="431280" cy="117720"/>
            </p14:xfrm>
          </p:contentPart>
        </mc:Choice>
        <mc:Fallback xmlns="">
          <p:pic>
            <p:nvPicPr>
              <p:cNvPr id="134" name="Ink 133">
                <a:extLst>
                  <a:ext uri="{FF2B5EF4-FFF2-40B4-BE49-F238E27FC236}">
                    <a16:creationId xmlns:a16="http://schemas.microsoft.com/office/drawing/2014/main" id="{47AE5E9A-892B-7AD1-0E5A-82F4F49D4F18}"/>
                  </a:ext>
                </a:extLst>
              </p:cNvPr>
              <p:cNvPicPr/>
              <p:nvPr/>
            </p:nvPicPr>
            <p:blipFill>
              <a:blip r:embed="rId209"/>
              <a:stretch>
                <a:fillRect/>
              </a:stretch>
            </p:blipFill>
            <p:spPr>
              <a:xfrm>
                <a:off x="11527665" y="4558335"/>
                <a:ext cx="4435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5" name="Ink 134">
                <a:extLst>
                  <a:ext uri="{FF2B5EF4-FFF2-40B4-BE49-F238E27FC236}">
                    <a16:creationId xmlns:a16="http://schemas.microsoft.com/office/drawing/2014/main" id="{00144791-CD4B-83AA-5392-490312DB4785}"/>
                  </a:ext>
                </a:extLst>
              </p14:cNvPr>
              <p14:cNvContentPartPr/>
              <p14:nvPr/>
            </p14:nvContentPartPr>
            <p14:xfrm>
              <a:off x="9266145" y="4101495"/>
              <a:ext cx="93240" cy="62280"/>
            </p14:xfrm>
          </p:contentPart>
        </mc:Choice>
        <mc:Fallback xmlns="">
          <p:pic>
            <p:nvPicPr>
              <p:cNvPr id="135" name="Ink 134">
                <a:extLst>
                  <a:ext uri="{FF2B5EF4-FFF2-40B4-BE49-F238E27FC236}">
                    <a16:creationId xmlns:a16="http://schemas.microsoft.com/office/drawing/2014/main" id="{00144791-CD4B-83AA-5392-490312DB4785}"/>
                  </a:ext>
                </a:extLst>
              </p:cNvPr>
              <p:cNvPicPr/>
              <p:nvPr/>
            </p:nvPicPr>
            <p:blipFill>
              <a:blip r:embed="rId211"/>
              <a:stretch>
                <a:fillRect/>
              </a:stretch>
            </p:blipFill>
            <p:spPr>
              <a:xfrm>
                <a:off x="9260025" y="4095375"/>
                <a:ext cx="105480" cy="74520"/>
              </a:xfrm>
              <a:prstGeom prst="rect">
                <a:avLst/>
              </a:prstGeom>
            </p:spPr>
          </p:pic>
        </mc:Fallback>
      </mc:AlternateContent>
      <p:grpSp>
        <p:nvGrpSpPr>
          <p:cNvPr id="139" name="Group 138">
            <a:extLst>
              <a:ext uri="{FF2B5EF4-FFF2-40B4-BE49-F238E27FC236}">
                <a16:creationId xmlns:a16="http://schemas.microsoft.com/office/drawing/2014/main" id="{A9A63A59-DCD8-5150-A88F-93F371A8E48E}"/>
              </a:ext>
            </a:extLst>
          </p:cNvPr>
          <p:cNvGrpSpPr/>
          <p:nvPr/>
        </p:nvGrpSpPr>
        <p:grpSpPr>
          <a:xfrm>
            <a:off x="7849185" y="2239215"/>
            <a:ext cx="360360" cy="613080"/>
            <a:chOff x="7849185" y="2239215"/>
            <a:chExt cx="360360" cy="613080"/>
          </a:xfrm>
        </p:grpSpPr>
        <mc:AlternateContent xmlns:mc="http://schemas.openxmlformats.org/markup-compatibility/2006" xmlns:p14="http://schemas.microsoft.com/office/powerpoint/2010/main">
          <mc:Choice Requires="p14">
            <p:contentPart p14:bwMode="auto" r:id="rId212">
              <p14:nvContentPartPr>
                <p14:cNvPr id="129" name="Ink 128">
                  <a:extLst>
                    <a:ext uri="{FF2B5EF4-FFF2-40B4-BE49-F238E27FC236}">
                      <a16:creationId xmlns:a16="http://schemas.microsoft.com/office/drawing/2014/main" id="{4B4023BA-CABD-4A48-11E2-0A944DBB7270}"/>
                    </a:ext>
                  </a:extLst>
                </p14:cNvPr>
                <p14:cNvContentPartPr/>
                <p14:nvPr/>
              </p14:nvContentPartPr>
              <p14:xfrm>
                <a:off x="7928745" y="2563575"/>
                <a:ext cx="124920" cy="116640"/>
              </p14:xfrm>
            </p:contentPart>
          </mc:Choice>
          <mc:Fallback xmlns="">
            <p:pic>
              <p:nvPicPr>
                <p:cNvPr id="129" name="Ink 128">
                  <a:extLst>
                    <a:ext uri="{FF2B5EF4-FFF2-40B4-BE49-F238E27FC236}">
                      <a16:creationId xmlns:a16="http://schemas.microsoft.com/office/drawing/2014/main" id="{4B4023BA-CABD-4A48-11E2-0A944DBB7270}"/>
                    </a:ext>
                  </a:extLst>
                </p:cNvPr>
                <p:cNvPicPr/>
                <p:nvPr/>
              </p:nvPicPr>
              <p:blipFill>
                <a:blip r:embed="rId213"/>
                <a:stretch>
                  <a:fillRect/>
                </a:stretch>
              </p:blipFill>
              <p:spPr>
                <a:xfrm>
                  <a:off x="7922625" y="2557455"/>
                  <a:ext cx="1371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0" name="Ink 129">
                  <a:extLst>
                    <a:ext uri="{FF2B5EF4-FFF2-40B4-BE49-F238E27FC236}">
                      <a16:creationId xmlns:a16="http://schemas.microsoft.com/office/drawing/2014/main" id="{43CFAB55-0382-6B95-F230-EA200FFB17B7}"/>
                    </a:ext>
                  </a:extLst>
                </p14:cNvPr>
                <p14:cNvContentPartPr/>
                <p14:nvPr/>
              </p14:nvContentPartPr>
              <p14:xfrm>
                <a:off x="7948185" y="2524695"/>
                <a:ext cx="121680" cy="327600"/>
              </p14:xfrm>
            </p:contentPart>
          </mc:Choice>
          <mc:Fallback xmlns="">
            <p:pic>
              <p:nvPicPr>
                <p:cNvPr id="130" name="Ink 129">
                  <a:extLst>
                    <a:ext uri="{FF2B5EF4-FFF2-40B4-BE49-F238E27FC236}">
                      <a16:creationId xmlns:a16="http://schemas.microsoft.com/office/drawing/2014/main" id="{43CFAB55-0382-6B95-F230-EA200FFB17B7}"/>
                    </a:ext>
                  </a:extLst>
                </p:cNvPr>
                <p:cNvPicPr/>
                <p:nvPr/>
              </p:nvPicPr>
              <p:blipFill>
                <a:blip r:embed="rId215"/>
                <a:stretch>
                  <a:fillRect/>
                </a:stretch>
              </p:blipFill>
              <p:spPr>
                <a:xfrm>
                  <a:off x="7942065" y="2518575"/>
                  <a:ext cx="13392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6" name="Ink 135">
                  <a:extLst>
                    <a:ext uri="{FF2B5EF4-FFF2-40B4-BE49-F238E27FC236}">
                      <a16:creationId xmlns:a16="http://schemas.microsoft.com/office/drawing/2014/main" id="{76360FF9-AABE-6761-39CF-6C3782FFF3CD}"/>
                    </a:ext>
                  </a:extLst>
                </p14:cNvPr>
                <p14:cNvContentPartPr/>
                <p14:nvPr/>
              </p14:nvContentPartPr>
              <p14:xfrm>
                <a:off x="7849185" y="2324895"/>
                <a:ext cx="137160" cy="301680"/>
              </p14:xfrm>
            </p:contentPart>
          </mc:Choice>
          <mc:Fallback xmlns="">
            <p:pic>
              <p:nvPicPr>
                <p:cNvPr id="136" name="Ink 135">
                  <a:extLst>
                    <a:ext uri="{FF2B5EF4-FFF2-40B4-BE49-F238E27FC236}">
                      <a16:creationId xmlns:a16="http://schemas.microsoft.com/office/drawing/2014/main" id="{76360FF9-AABE-6761-39CF-6C3782FFF3CD}"/>
                    </a:ext>
                  </a:extLst>
                </p:cNvPr>
                <p:cNvPicPr/>
                <p:nvPr/>
              </p:nvPicPr>
              <p:blipFill>
                <a:blip r:embed="rId217"/>
                <a:stretch>
                  <a:fillRect/>
                </a:stretch>
              </p:blipFill>
              <p:spPr>
                <a:xfrm>
                  <a:off x="7843065" y="2318775"/>
                  <a:ext cx="14940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7" name="Ink 136">
                  <a:extLst>
                    <a:ext uri="{FF2B5EF4-FFF2-40B4-BE49-F238E27FC236}">
                      <a16:creationId xmlns:a16="http://schemas.microsoft.com/office/drawing/2014/main" id="{F1C493C6-46BC-C971-888D-67DBF01D4429}"/>
                    </a:ext>
                  </a:extLst>
                </p14:cNvPr>
                <p14:cNvContentPartPr/>
                <p14:nvPr/>
              </p14:nvContentPartPr>
              <p14:xfrm>
                <a:off x="7918665" y="2239215"/>
                <a:ext cx="246960" cy="249480"/>
              </p14:xfrm>
            </p:contentPart>
          </mc:Choice>
          <mc:Fallback xmlns="">
            <p:pic>
              <p:nvPicPr>
                <p:cNvPr id="137" name="Ink 136">
                  <a:extLst>
                    <a:ext uri="{FF2B5EF4-FFF2-40B4-BE49-F238E27FC236}">
                      <a16:creationId xmlns:a16="http://schemas.microsoft.com/office/drawing/2014/main" id="{F1C493C6-46BC-C971-888D-67DBF01D4429}"/>
                    </a:ext>
                  </a:extLst>
                </p:cNvPr>
                <p:cNvPicPr/>
                <p:nvPr/>
              </p:nvPicPr>
              <p:blipFill>
                <a:blip r:embed="rId219"/>
                <a:stretch>
                  <a:fillRect/>
                </a:stretch>
              </p:blipFill>
              <p:spPr>
                <a:xfrm>
                  <a:off x="7912545" y="2233095"/>
                  <a:ext cx="25920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8" name="Ink 137">
                  <a:extLst>
                    <a:ext uri="{FF2B5EF4-FFF2-40B4-BE49-F238E27FC236}">
                      <a16:creationId xmlns:a16="http://schemas.microsoft.com/office/drawing/2014/main" id="{23225CF1-6C00-EADC-C6AC-AE5CA8E2B081}"/>
                    </a:ext>
                  </a:extLst>
                </p14:cNvPr>
                <p14:cNvContentPartPr/>
                <p14:nvPr/>
              </p14:nvContentPartPr>
              <p14:xfrm>
                <a:off x="7923705" y="2261175"/>
                <a:ext cx="285840" cy="506880"/>
              </p14:xfrm>
            </p:contentPart>
          </mc:Choice>
          <mc:Fallback xmlns="">
            <p:pic>
              <p:nvPicPr>
                <p:cNvPr id="138" name="Ink 137">
                  <a:extLst>
                    <a:ext uri="{FF2B5EF4-FFF2-40B4-BE49-F238E27FC236}">
                      <a16:creationId xmlns:a16="http://schemas.microsoft.com/office/drawing/2014/main" id="{23225CF1-6C00-EADC-C6AC-AE5CA8E2B081}"/>
                    </a:ext>
                  </a:extLst>
                </p:cNvPr>
                <p:cNvPicPr/>
                <p:nvPr/>
              </p:nvPicPr>
              <p:blipFill>
                <a:blip r:embed="rId221"/>
                <a:stretch>
                  <a:fillRect/>
                </a:stretch>
              </p:blipFill>
              <p:spPr>
                <a:xfrm>
                  <a:off x="7917585" y="2255055"/>
                  <a:ext cx="298080" cy="519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2">
            <p14:nvContentPartPr>
              <p14:cNvPr id="156" name="Ink 155">
                <a:extLst>
                  <a:ext uri="{FF2B5EF4-FFF2-40B4-BE49-F238E27FC236}">
                    <a16:creationId xmlns:a16="http://schemas.microsoft.com/office/drawing/2014/main" id="{7085923E-0474-60F7-6B75-2FB886264B60}"/>
                  </a:ext>
                </a:extLst>
              </p14:cNvPr>
              <p14:cNvContentPartPr/>
              <p14:nvPr/>
            </p14:nvContentPartPr>
            <p14:xfrm>
              <a:off x="7815705" y="5010855"/>
              <a:ext cx="45000" cy="17280"/>
            </p14:xfrm>
          </p:contentPart>
        </mc:Choice>
        <mc:Fallback xmlns="">
          <p:pic>
            <p:nvPicPr>
              <p:cNvPr id="156" name="Ink 155">
                <a:extLst>
                  <a:ext uri="{FF2B5EF4-FFF2-40B4-BE49-F238E27FC236}">
                    <a16:creationId xmlns:a16="http://schemas.microsoft.com/office/drawing/2014/main" id="{7085923E-0474-60F7-6B75-2FB886264B60}"/>
                  </a:ext>
                </a:extLst>
              </p:cNvPr>
              <p:cNvPicPr/>
              <p:nvPr/>
            </p:nvPicPr>
            <p:blipFill>
              <a:blip r:embed="rId223"/>
              <a:stretch>
                <a:fillRect/>
              </a:stretch>
            </p:blipFill>
            <p:spPr>
              <a:xfrm>
                <a:off x="7809585" y="5004735"/>
                <a:ext cx="57240" cy="29520"/>
              </a:xfrm>
              <a:prstGeom prst="rect">
                <a:avLst/>
              </a:prstGeom>
            </p:spPr>
          </p:pic>
        </mc:Fallback>
      </mc:AlternateContent>
      <p:grpSp>
        <p:nvGrpSpPr>
          <p:cNvPr id="166" name="Group 165">
            <a:extLst>
              <a:ext uri="{FF2B5EF4-FFF2-40B4-BE49-F238E27FC236}">
                <a16:creationId xmlns:a16="http://schemas.microsoft.com/office/drawing/2014/main" id="{0999E24F-AECD-50A7-D32F-B70948F09A43}"/>
              </a:ext>
            </a:extLst>
          </p:cNvPr>
          <p:cNvGrpSpPr/>
          <p:nvPr/>
        </p:nvGrpSpPr>
        <p:grpSpPr>
          <a:xfrm>
            <a:off x="2077665" y="2357655"/>
            <a:ext cx="986400" cy="817200"/>
            <a:chOff x="2077665" y="2357655"/>
            <a:chExt cx="986400" cy="817200"/>
          </a:xfrm>
        </p:grpSpPr>
        <mc:AlternateContent xmlns:mc="http://schemas.openxmlformats.org/markup-compatibility/2006" xmlns:p14="http://schemas.microsoft.com/office/powerpoint/2010/main">
          <mc:Choice Requires="p14">
            <p:contentPart p14:bwMode="auto" r:id="rId224">
              <p14:nvContentPartPr>
                <p14:cNvPr id="157" name="Ink 156">
                  <a:extLst>
                    <a:ext uri="{FF2B5EF4-FFF2-40B4-BE49-F238E27FC236}">
                      <a16:creationId xmlns:a16="http://schemas.microsoft.com/office/drawing/2014/main" id="{BE97D4A1-5295-6FE8-B154-387DF7EE2982}"/>
                    </a:ext>
                  </a:extLst>
                </p14:cNvPr>
                <p14:cNvContentPartPr/>
                <p14:nvPr/>
              </p14:nvContentPartPr>
              <p14:xfrm>
                <a:off x="2125905" y="2357655"/>
                <a:ext cx="938160" cy="521280"/>
              </p14:xfrm>
            </p:contentPart>
          </mc:Choice>
          <mc:Fallback xmlns="">
            <p:pic>
              <p:nvPicPr>
                <p:cNvPr id="157" name="Ink 156">
                  <a:extLst>
                    <a:ext uri="{FF2B5EF4-FFF2-40B4-BE49-F238E27FC236}">
                      <a16:creationId xmlns:a16="http://schemas.microsoft.com/office/drawing/2014/main" id="{BE97D4A1-5295-6FE8-B154-387DF7EE2982}"/>
                    </a:ext>
                  </a:extLst>
                </p:cNvPr>
                <p:cNvPicPr/>
                <p:nvPr/>
              </p:nvPicPr>
              <p:blipFill>
                <a:blip r:embed="rId225"/>
                <a:stretch>
                  <a:fillRect/>
                </a:stretch>
              </p:blipFill>
              <p:spPr>
                <a:xfrm>
                  <a:off x="2119785" y="2351535"/>
                  <a:ext cx="95040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8" name="Ink 157">
                  <a:extLst>
                    <a:ext uri="{FF2B5EF4-FFF2-40B4-BE49-F238E27FC236}">
                      <a16:creationId xmlns:a16="http://schemas.microsoft.com/office/drawing/2014/main" id="{76237E57-50E5-D62B-C995-811FEDA791E6}"/>
                    </a:ext>
                  </a:extLst>
                </p14:cNvPr>
                <p14:cNvContentPartPr/>
                <p14:nvPr/>
              </p14:nvContentPartPr>
              <p14:xfrm>
                <a:off x="2077665" y="2585175"/>
                <a:ext cx="379800" cy="589680"/>
              </p14:xfrm>
            </p:contentPart>
          </mc:Choice>
          <mc:Fallback xmlns="">
            <p:pic>
              <p:nvPicPr>
                <p:cNvPr id="158" name="Ink 157">
                  <a:extLst>
                    <a:ext uri="{FF2B5EF4-FFF2-40B4-BE49-F238E27FC236}">
                      <a16:creationId xmlns:a16="http://schemas.microsoft.com/office/drawing/2014/main" id="{76237E57-50E5-D62B-C995-811FEDA791E6}"/>
                    </a:ext>
                  </a:extLst>
                </p:cNvPr>
                <p:cNvPicPr/>
                <p:nvPr/>
              </p:nvPicPr>
              <p:blipFill>
                <a:blip r:embed="rId227"/>
                <a:stretch>
                  <a:fillRect/>
                </a:stretch>
              </p:blipFill>
              <p:spPr>
                <a:xfrm>
                  <a:off x="2071545" y="2579055"/>
                  <a:ext cx="392040" cy="601920"/>
                </a:xfrm>
                <a:prstGeom prst="rect">
                  <a:avLst/>
                </a:prstGeom>
              </p:spPr>
            </p:pic>
          </mc:Fallback>
        </mc:AlternateContent>
      </p:grpSp>
      <p:grpSp>
        <p:nvGrpSpPr>
          <p:cNvPr id="175" name="Group 174">
            <a:extLst>
              <a:ext uri="{FF2B5EF4-FFF2-40B4-BE49-F238E27FC236}">
                <a16:creationId xmlns:a16="http://schemas.microsoft.com/office/drawing/2014/main" id="{CCA1A0FA-7708-013F-CA1A-8C3E13CEDEA3}"/>
              </a:ext>
            </a:extLst>
          </p:cNvPr>
          <p:cNvGrpSpPr/>
          <p:nvPr/>
        </p:nvGrpSpPr>
        <p:grpSpPr>
          <a:xfrm>
            <a:off x="7021185" y="5663175"/>
            <a:ext cx="3194280" cy="692280"/>
            <a:chOff x="7021185" y="5663175"/>
            <a:chExt cx="3194280" cy="692280"/>
          </a:xfrm>
        </p:grpSpPr>
        <mc:AlternateContent xmlns:mc="http://schemas.openxmlformats.org/markup-compatibility/2006" xmlns:p14="http://schemas.microsoft.com/office/powerpoint/2010/main">
          <mc:Choice Requires="p14">
            <p:contentPart p14:bwMode="auto" r:id="rId228">
              <p14:nvContentPartPr>
                <p14:cNvPr id="150" name="Ink 149">
                  <a:extLst>
                    <a:ext uri="{FF2B5EF4-FFF2-40B4-BE49-F238E27FC236}">
                      <a16:creationId xmlns:a16="http://schemas.microsoft.com/office/drawing/2014/main" id="{89B511B3-1DEA-ED2B-322C-B0AEE769B6F6}"/>
                    </a:ext>
                  </a:extLst>
                </p14:cNvPr>
                <p14:cNvContentPartPr/>
                <p14:nvPr/>
              </p14:nvContentPartPr>
              <p14:xfrm>
                <a:off x="8890665" y="5712495"/>
                <a:ext cx="774720" cy="140400"/>
              </p14:xfrm>
            </p:contentPart>
          </mc:Choice>
          <mc:Fallback xmlns="">
            <p:pic>
              <p:nvPicPr>
                <p:cNvPr id="150" name="Ink 149">
                  <a:extLst>
                    <a:ext uri="{FF2B5EF4-FFF2-40B4-BE49-F238E27FC236}">
                      <a16:creationId xmlns:a16="http://schemas.microsoft.com/office/drawing/2014/main" id="{89B511B3-1DEA-ED2B-322C-B0AEE769B6F6}"/>
                    </a:ext>
                  </a:extLst>
                </p:cNvPr>
                <p:cNvPicPr/>
                <p:nvPr/>
              </p:nvPicPr>
              <p:blipFill>
                <a:blip r:embed="rId229"/>
                <a:stretch>
                  <a:fillRect/>
                </a:stretch>
              </p:blipFill>
              <p:spPr>
                <a:xfrm>
                  <a:off x="8884545" y="5706375"/>
                  <a:ext cx="7869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51" name="Ink 150">
                  <a:extLst>
                    <a:ext uri="{FF2B5EF4-FFF2-40B4-BE49-F238E27FC236}">
                      <a16:creationId xmlns:a16="http://schemas.microsoft.com/office/drawing/2014/main" id="{09F3CC83-6B41-DEB3-34EA-2913947E0C2E}"/>
                    </a:ext>
                  </a:extLst>
                </p14:cNvPr>
                <p14:cNvContentPartPr/>
                <p14:nvPr/>
              </p14:nvContentPartPr>
              <p14:xfrm>
                <a:off x="8750985" y="5663175"/>
                <a:ext cx="629640" cy="259920"/>
              </p14:xfrm>
            </p:contentPart>
          </mc:Choice>
          <mc:Fallback xmlns="">
            <p:pic>
              <p:nvPicPr>
                <p:cNvPr id="151" name="Ink 150">
                  <a:extLst>
                    <a:ext uri="{FF2B5EF4-FFF2-40B4-BE49-F238E27FC236}">
                      <a16:creationId xmlns:a16="http://schemas.microsoft.com/office/drawing/2014/main" id="{09F3CC83-6B41-DEB3-34EA-2913947E0C2E}"/>
                    </a:ext>
                  </a:extLst>
                </p:cNvPr>
                <p:cNvPicPr/>
                <p:nvPr/>
              </p:nvPicPr>
              <p:blipFill>
                <a:blip r:embed="rId231"/>
                <a:stretch>
                  <a:fillRect/>
                </a:stretch>
              </p:blipFill>
              <p:spPr>
                <a:xfrm>
                  <a:off x="8744865" y="5657055"/>
                  <a:ext cx="64188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53" name="Ink 152">
                  <a:extLst>
                    <a:ext uri="{FF2B5EF4-FFF2-40B4-BE49-F238E27FC236}">
                      <a16:creationId xmlns:a16="http://schemas.microsoft.com/office/drawing/2014/main" id="{521AD484-5526-224A-8040-866EF96A3FA3}"/>
                    </a:ext>
                  </a:extLst>
                </p14:cNvPr>
                <p14:cNvContentPartPr/>
                <p14:nvPr/>
              </p14:nvContentPartPr>
              <p14:xfrm>
                <a:off x="8877345" y="6029295"/>
                <a:ext cx="734760" cy="206280"/>
              </p14:xfrm>
            </p:contentPart>
          </mc:Choice>
          <mc:Fallback xmlns="">
            <p:pic>
              <p:nvPicPr>
                <p:cNvPr id="153" name="Ink 152">
                  <a:extLst>
                    <a:ext uri="{FF2B5EF4-FFF2-40B4-BE49-F238E27FC236}">
                      <a16:creationId xmlns:a16="http://schemas.microsoft.com/office/drawing/2014/main" id="{521AD484-5526-224A-8040-866EF96A3FA3}"/>
                    </a:ext>
                  </a:extLst>
                </p:cNvPr>
                <p:cNvPicPr/>
                <p:nvPr/>
              </p:nvPicPr>
              <p:blipFill>
                <a:blip r:embed="rId233"/>
                <a:stretch>
                  <a:fillRect/>
                </a:stretch>
              </p:blipFill>
              <p:spPr>
                <a:xfrm>
                  <a:off x="8871225" y="6023175"/>
                  <a:ext cx="74700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4" name="Ink 153">
                  <a:extLst>
                    <a:ext uri="{FF2B5EF4-FFF2-40B4-BE49-F238E27FC236}">
                      <a16:creationId xmlns:a16="http://schemas.microsoft.com/office/drawing/2014/main" id="{8F7664D9-9B22-5DA1-7F3C-4EAECC05891C}"/>
                    </a:ext>
                  </a:extLst>
                </p14:cNvPr>
                <p14:cNvContentPartPr/>
                <p14:nvPr/>
              </p14:nvContentPartPr>
              <p14:xfrm>
                <a:off x="8731905" y="6120015"/>
                <a:ext cx="571320" cy="235440"/>
              </p14:xfrm>
            </p:contentPart>
          </mc:Choice>
          <mc:Fallback xmlns="">
            <p:pic>
              <p:nvPicPr>
                <p:cNvPr id="154" name="Ink 153">
                  <a:extLst>
                    <a:ext uri="{FF2B5EF4-FFF2-40B4-BE49-F238E27FC236}">
                      <a16:creationId xmlns:a16="http://schemas.microsoft.com/office/drawing/2014/main" id="{8F7664D9-9B22-5DA1-7F3C-4EAECC05891C}"/>
                    </a:ext>
                  </a:extLst>
                </p:cNvPr>
                <p:cNvPicPr/>
                <p:nvPr/>
              </p:nvPicPr>
              <p:blipFill>
                <a:blip r:embed="rId235"/>
                <a:stretch>
                  <a:fillRect/>
                </a:stretch>
              </p:blipFill>
              <p:spPr>
                <a:xfrm>
                  <a:off x="8725785" y="6113895"/>
                  <a:ext cx="5835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72" name="Ink 171">
                  <a:extLst>
                    <a:ext uri="{FF2B5EF4-FFF2-40B4-BE49-F238E27FC236}">
                      <a16:creationId xmlns:a16="http://schemas.microsoft.com/office/drawing/2014/main" id="{80BCC35F-9702-E4B7-B8E3-ACC18ED20695}"/>
                    </a:ext>
                  </a:extLst>
                </p14:cNvPr>
                <p14:cNvContentPartPr/>
                <p14:nvPr/>
              </p14:nvContentPartPr>
              <p14:xfrm>
                <a:off x="7643625" y="6193095"/>
                <a:ext cx="2571840" cy="93600"/>
              </p14:xfrm>
            </p:contentPart>
          </mc:Choice>
          <mc:Fallback xmlns="">
            <p:pic>
              <p:nvPicPr>
                <p:cNvPr id="172" name="Ink 171">
                  <a:extLst>
                    <a:ext uri="{FF2B5EF4-FFF2-40B4-BE49-F238E27FC236}">
                      <a16:creationId xmlns:a16="http://schemas.microsoft.com/office/drawing/2014/main" id="{80BCC35F-9702-E4B7-B8E3-ACC18ED20695}"/>
                    </a:ext>
                  </a:extLst>
                </p:cNvPr>
                <p:cNvPicPr/>
                <p:nvPr/>
              </p:nvPicPr>
              <p:blipFill>
                <a:blip r:embed="rId237"/>
                <a:stretch>
                  <a:fillRect/>
                </a:stretch>
              </p:blipFill>
              <p:spPr>
                <a:xfrm>
                  <a:off x="7637505" y="6186975"/>
                  <a:ext cx="25840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73" name="Ink 172">
                  <a:extLst>
                    <a:ext uri="{FF2B5EF4-FFF2-40B4-BE49-F238E27FC236}">
                      <a16:creationId xmlns:a16="http://schemas.microsoft.com/office/drawing/2014/main" id="{12A817C6-E5C7-8205-756D-FE2C1151C9B5}"/>
                    </a:ext>
                  </a:extLst>
                </p14:cNvPr>
                <p14:cNvContentPartPr/>
                <p14:nvPr/>
              </p14:nvContentPartPr>
              <p14:xfrm>
                <a:off x="7021185" y="6075015"/>
                <a:ext cx="2926440" cy="265680"/>
              </p14:xfrm>
            </p:contentPart>
          </mc:Choice>
          <mc:Fallback xmlns="">
            <p:pic>
              <p:nvPicPr>
                <p:cNvPr id="173" name="Ink 172">
                  <a:extLst>
                    <a:ext uri="{FF2B5EF4-FFF2-40B4-BE49-F238E27FC236}">
                      <a16:creationId xmlns:a16="http://schemas.microsoft.com/office/drawing/2014/main" id="{12A817C6-E5C7-8205-756D-FE2C1151C9B5}"/>
                    </a:ext>
                  </a:extLst>
                </p:cNvPr>
                <p:cNvPicPr/>
                <p:nvPr/>
              </p:nvPicPr>
              <p:blipFill>
                <a:blip r:embed="rId239"/>
                <a:stretch>
                  <a:fillRect/>
                </a:stretch>
              </p:blipFill>
              <p:spPr>
                <a:xfrm>
                  <a:off x="7015065" y="6068895"/>
                  <a:ext cx="293868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74" name="Ink 173">
                  <a:extLst>
                    <a:ext uri="{FF2B5EF4-FFF2-40B4-BE49-F238E27FC236}">
                      <a16:creationId xmlns:a16="http://schemas.microsoft.com/office/drawing/2014/main" id="{FE29560A-E16C-E7C1-7E36-B75660098FA6}"/>
                    </a:ext>
                  </a:extLst>
                </p14:cNvPr>
                <p14:cNvContentPartPr/>
                <p14:nvPr/>
              </p14:nvContentPartPr>
              <p14:xfrm>
                <a:off x="7941345" y="6142335"/>
                <a:ext cx="1738800" cy="46800"/>
              </p14:xfrm>
            </p:contentPart>
          </mc:Choice>
          <mc:Fallback xmlns="">
            <p:pic>
              <p:nvPicPr>
                <p:cNvPr id="174" name="Ink 173">
                  <a:extLst>
                    <a:ext uri="{FF2B5EF4-FFF2-40B4-BE49-F238E27FC236}">
                      <a16:creationId xmlns:a16="http://schemas.microsoft.com/office/drawing/2014/main" id="{FE29560A-E16C-E7C1-7E36-B75660098FA6}"/>
                    </a:ext>
                  </a:extLst>
                </p:cNvPr>
                <p:cNvPicPr/>
                <p:nvPr/>
              </p:nvPicPr>
              <p:blipFill>
                <a:blip r:embed="rId241"/>
                <a:stretch>
                  <a:fillRect/>
                </a:stretch>
              </p:blipFill>
              <p:spPr>
                <a:xfrm>
                  <a:off x="7935225" y="6136215"/>
                  <a:ext cx="1751040" cy="59040"/>
                </a:xfrm>
                <a:prstGeom prst="rect">
                  <a:avLst/>
                </a:prstGeom>
              </p:spPr>
            </p:pic>
          </mc:Fallback>
        </mc:AlternateContent>
      </p:grpSp>
      <p:grpSp>
        <p:nvGrpSpPr>
          <p:cNvPr id="196" name="Group 195">
            <a:extLst>
              <a:ext uri="{FF2B5EF4-FFF2-40B4-BE49-F238E27FC236}">
                <a16:creationId xmlns:a16="http://schemas.microsoft.com/office/drawing/2014/main" id="{E63FB78E-9231-DE33-E5B8-188129A9346C}"/>
              </a:ext>
            </a:extLst>
          </p:cNvPr>
          <p:cNvGrpSpPr/>
          <p:nvPr/>
        </p:nvGrpSpPr>
        <p:grpSpPr>
          <a:xfrm>
            <a:off x="3436305" y="1272615"/>
            <a:ext cx="6896880" cy="3822120"/>
            <a:chOff x="3436305" y="1272615"/>
            <a:chExt cx="6896880" cy="3822120"/>
          </a:xfrm>
        </p:grpSpPr>
        <mc:AlternateContent xmlns:mc="http://schemas.openxmlformats.org/markup-compatibility/2006" xmlns:p14="http://schemas.microsoft.com/office/powerpoint/2010/main">
          <mc:Choice Requires="p14">
            <p:contentPart p14:bwMode="auto" r:id="rId242">
              <p14:nvContentPartPr>
                <p14:cNvPr id="159" name="Ink 158">
                  <a:extLst>
                    <a:ext uri="{FF2B5EF4-FFF2-40B4-BE49-F238E27FC236}">
                      <a16:creationId xmlns:a16="http://schemas.microsoft.com/office/drawing/2014/main" id="{333D97B5-B43A-7B91-2E14-5D482437F8B6}"/>
                    </a:ext>
                  </a:extLst>
                </p14:cNvPr>
                <p14:cNvContentPartPr/>
                <p14:nvPr/>
              </p14:nvContentPartPr>
              <p14:xfrm>
                <a:off x="3466545" y="2314815"/>
                <a:ext cx="120240" cy="122760"/>
              </p14:xfrm>
            </p:contentPart>
          </mc:Choice>
          <mc:Fallback xmlns="">
            <p:pic>
              <p:nvPicPr>
                <p:cNvPr id="159" name="Ink 158">
                  <a:extLst>
                    <a:ext uri="{FF2B5EF4-FFF2-40B4-BE49-F238E27FC236}">
                      <a16:creationId xmlns:a16="http://schemas.microsoft.com/office/drawing/2014/main" id="{333D97B5-B43A-7B91-2E14-5D482437F8B6}"/>
                    </a:ext>
                  </a:extLst>
                </p:cNvPr>
                <p:cNvPicPr/>
                <p:nvPr/>
              </p:nvPicPr>
              <p:blipFill>
                <a:blip r:embed="rId243"/>
                <a:stretch>
                  <a:fillRect/>
                </a:stretch>
              </p:blipFill>
              <p:spPr>
                <a:xfrm>
                  <a:off x="3460425" y="2308695"/>
                  <a:ext cx="1324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60" name="Ink 159">
                  <a:extLst>
                    <a:ext uri="{FF2B5EF4-FFF2-40B4-BE49-F238E27FC236}">
                      <a16:creationId xmlns:a16="http://schemas.microsoft.com/office/drawing/2014/main" id="{BF0D20DB-4337-162D-1C41-F7BFD540A248}"/>
                    </a:ext>
                  </a:extLst>
                </p14:cNvPr>
                <p14:cNvContentPartPr/>
                <p14:nvPr/>
              </p14:nvContentPartPr>
              <p14:xfrm>
                <a:off x="3503265" y="2571855"/>
                <a:ext cx="182160" cy="124920"/>
              </p14:xfrm>
            </p:contentPart>
          </mc:Choice>
          <mc:Fallback xmlns="">
            <p:pic>
              <p:nvPicPr>
                <p:cNvPr id="160" name="Ink 159">
                  <a:extLst>
                    <a:ext uri="{FF2B5EF4-FFF2-40B4-BE49-F238E27FC236}">
                      <a16:creationId xmlns:a16="http://schemas.microsoft.com/office/drawing/2014/main" id="{BF0D20DB-4337-162D-1C41-F7BFD540A248}"/>
                    </a:ext>
                  </a:extLst>
                </p:cNvPr>
                <p:cNvPicPr/>
                <p:nvPr/>
              </p:nvPicPr>
              <p:blipFill>
                <a:blip r:embed="rId245"/>
                <a:stretch>
                  <a:fillRect/>
                </a:stretch>
              </p:blipFill>
              <p:spPr>
                <a:xfrm>
                  <a:off x="3497145" y="2565735"/>
                  <a:ext cx="1944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61" name="Ink 160">
                  <a:extLst>
                    <a:ext uri="{FF2B5EF4-FFF2-40B4-BE49-F238E27FC236}">
                      <a16:creationId xmlns:a16="http://schemas.microsoft.com/office/drawing/2014/main" id="{65D3C8BF-5BEE-08A1-2CBA-628FEBAFF4EF}"/>
                    </a:ext>
                  </a:extLst>
                </p14:cNvPr>
                <p14:cNvContentPartPr/>
                <p14:nvPr/>
              </p14:nvContentPartPr>
              <p14:xfrm>
                <a:off x="4079985" y="2202495"/>
                <a:ext cx="61200" cy="372960"/>
              </p14:xfrm>
            </p:contentPart>
          </mc:Choice>
          <mc:Fallback xmlns="">
            <p:pic>
              <p:nvPicPr>
                <p:cNvPr id="161" name="Ink 160">
                  <a:extLst>
                    <a:ext uri="{FF2B5EF4-FFF2-40B4-BE49-F238E27FC236}">
                      <a16:creationId xmlns:a16="http://schemas.microsoft.com/office/drawing/2014/main" id="{65D3C8BF-5BEE-08A1-2CBA-628FEBAFF4EF}"/>
                    </a:ext>
                  </a:extLst>
                </p:cNvPr>
                <p:cNvPicPr/>
                <p:nvPr/>
              </p:nvPicPr>
              <p:blipFill>
                <a:blip r:embed="rId247"/>
                <a:stretch>
                  <a:fillRect/>
                </a:stretch>
              </p:blipFill>
              <p:spPr>
                <a:xfrm>
                  <a:off x="4073865" y="2196375"/>
                  <a:ext cx="7344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62" name="Ink 161">
                  <a:extLst>
                    <a:ext uri="{FF2B5EF4-FFF2-40B4-BE49-F238E27FC236}">
                      <a16:creationId xmlns:a16="http://schemas.microsoft.com/office/drawing/2014/main" id="{3311E0B3-64E2-EEBC-C20F-5AD671DB43E9}"/>
                    </a:ext>
                  </a:extLst>
                </p14:cNvPr>
                <p14:cNvContentPartPr/>
                <p14:nvPr/>
              </p14:nvContentPartPr>
              <p14:xfrm>
                <a:off x="3888465" y="2115015"/>
                <a:ext cx="203760" cy="245160"/>
              </p14:xfrm>
            </p:contentPart>
          </mc:Choice>
          <mc:Fallback xmlns="">
            <p:pic>
              <p:nvPicPr>
                <p:cNvPr id="162" name="Ink 161">
                  <a:extLst>
                    <a:ext uri="{FF2B5EF4-FFF2-40B4-BE49-F238E27FC236}">
                      <a16:creationId xmlns:a16="http://schemas.microsoft.com/office/drawing/2014/main" id="{3311E0B3-64E2-EEBC-C20F-5AD671DB43E9}"/>
                    </a:ext>
                  </a:extLst>
                </p:cNvPr>
                <p:cNvPicPr/>
                <p:nvPr/>
              </p:nvPicPr>
              <p:blipFill>
                <a:blip r:embed="rId249"/>
                <a:stretch>
                  <a:fillRect/>
                </a:stretch>
              </p:blipFill>
              <p:spPr>
                <a:xfrm>
                  <a:off x="3882345" y="2108895"/>
                  <a:ext cx="21600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3" name="Ink 162">
                  <a:extLst>
                    <a:ext uri="{FF2B5EF4-FFF2-40B4-BE49-F238E27FC236}">
                      <a16:creationId xmlns:a16="http://schemas.microsoft.com/office/drawing/2014/main" id="{E196A6FB-583E-B4B9-4D5E-BF93959848C5}"/>
                    </a:ext>
                  </a:extLst>
                </p14:cNvPr>
                <p14:cNvContentPartPr/>
                <p14:nvPr/>
              </p14:nvContentPartPr>
              <p14:xfrm>
                <a:off x="4154505" y="2195295"/>
                <a:ext cx="204840" cy="76320"/>
              </p14:xfrm>
            </p:contentPart>
          </mc:Choice>
          <mc:Fallback xmlns="">
            <p:pic>
              <p:nvPicPr>
                <p:cNvPr id="163" name="Ink 162">
                  <a:extLst>
                    <a:ext uri="{FF2B5EF4-FFF2-40B4-BE49-F238E27FC236}">
                      <a16:creationId xmlns:a16="http://schemas.microsoft.com/office/drawing/2014/main" id="{E196A6FB-583E-B4B9-4D5E-BF93959848C5}"/>
                    </a:ext>
                  </a:extLst>
                </p:cNvPr>
                <p:cNvPicPr/>
                <p:nvPr/>
              </p:nvPicPr>
              <p:blipFill>
                <a:blip r:embed="rId251"/>
                <a:stretch>
                  <a:fillRect/>
                </a:stretch>
              </p:blipFill>
              <p:spPr>
                <a:xfrm>
                  <a:off x="4148385" y="2189175"/>
                  <a:ext cx="2170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4" name="Ink 163">
                  <a:extLst>
                    <a:ext uri="{FF2B5EF4-FFF2-40B4-BE49-F238E27FC236}">
                      <a16:creationId xmlns:a16="http://schemas.microsoft.com/office/drawing/2014/main" id="{4C2B15C9-FB5F-FAD7-8CB2-D322D028BE6F}"/>
                    </a:ext>
                  </a:extLst>
                </p14:cNvPr>
                <p14:cNvContentPartPr/>
                <p14:nvPr/>
              </p14:nvContentPartPr>
              <p14:xfrm>
                <a:off x="4556985" y="2173695"/>
                <a:ext cx="360" cy="360"/>
              </p14:xfrm>
            </p:contentPart>
          </mc:Choice>
          <mc:Fallback xmlns="">
            <p:pic>
              <p:nvPicPr>
                <p:cNvPr id="164" name="Ink 163">
                  <a:extLst>
                    <a:ext uri="{FF2B5EF4-FFF2-40B4-BE49-F238E27FC236}">
                      <a16:creationId xmlns:a16="http://schemas.microsoft.com/office/drawing/2014/main" id="{4C2B15C9-FB5F-FAD7-8CB2-D322D028BE6F}"/>
                    </a:ext>
                  </a:extLst>
                </p:cNvPr>
                <p:cNvPicPr/>
                <p:nvPr/>
              </p:nvPicPr>
              <p:blipFill>
                <a:blip r:embed="rId253"/>
                <a:stretch>
                  <a:fillRect/>
                </a:stretch>
              </p:blipFill>
              <p:spPr>
                <a:xfrm>
                  <a:off x="4550865" y="216757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7" name="Ink 166">
                  <a:extLst>
                    <a:ext uri="{FF2B5EF4-FFF2-40B4-BE49-F238E27FC236}">
                      <a16:creationId xmlns:a16="http://schemas.microsoft.com/office/drawing/2014/main" id="{22056AB5-5977-00BC-9E31-4B7DF836C9A2}"/>
                    </a:ext>
                  </a:extLst>
                </p14:cNvPr>
                <p14:cNvContentPartPr/>
                <p14:nvPr/>
              </p14:nvContentPartPr>
              <p14:xfrm>
                <a:off x="3436305" y="2937975"/>
                <a:ext cx="196920" cy="810720"/>
              </p14:xfrm>
            </p:contentPart>
          </mc:Choice>
          <mc:Fallback xmlns="">
            <p:pic>
              <p:nvPicPr>
                <p:cNvPr id="167" name="Ink 166">
                  <a:extLst>
                    <a:ext uri="{FF2B5EF4-FFF2-40B4-BE49-F238E27FC236}">
                      <a16:creationId xmlns:a16="http://schemas.microsoft.com/office/drawing/2014/main" id="{22056AB5-5977-00BC-9E31-4B7DF836C9A2}"/>
                    </a:ext>
                  </a:extLst>
                </p:cNvPr>
                <p:cNvPicPr/>
                <p:nvPr/>
              </p:nvPicPr>
              <p:blipFill>
                <a:blip r:embed="rId255"/>
                <a:stretch>
                  <a:fillRect/>
                </a:stretch>
              </p:blipFill>
              <p:spPr>
                <a:xfrm>
                  <a:off x="3430185" y="2931855"/>
                  <a:ext cx="209160" cy="8229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68" name="Ink 167">
                  <a:extLst>
                    <a:ext uri="{FF2B5EF4-FFF2-40B4-BE49-F238E27FC236}">
                      <a16:creationId xmlns:a16="http://schemas.microsoft.com/office/drawing/2014/main" id="{64136D80-B4A3-708B-ADCC-8E8B66FAD4DC}"/>
                    </a:ext>
                  </a:extLst>
                </p14:cNvPr>
                <p14:cNvContentPartPr/>
                <p14:nvPr/>
              </p14:nvContentPartPr>
              <p14:xfrm>
                <a:off x="4069905" y="2978295"/>
                <a:ext cx="560520" cy="367920"/>
              </p14:xfrm>
            </p:contentPart>
          </mc:Choice>
          <mc:Fallback xmlns="">
            <p:pic>
              <p:nvPicPr>
                <p:cNvPr id="168" name="Ink 167">
                  <a:extLst>
                    <a:ext uri="{FF2B5EF4-FFF2-40B4-BE49-F238E27FC236}">
                      <a16:creationId xmlns:a16="http://schemas.microsoft.com/office/drawing/2014/main" id="{64136D80-B4A3-708B-ADCC-8E8B66FAD4DC}"/>
                    </a:ext>
                  </a:extLst>
                </p:cNvPr>
                <p:cNvPicPr/>
                <p:nvPr/>
              </p:nvPicPr>
              <p:blipFill>
                <a:blip r:embed="rId257"/>
                <a:stretch>
                  <a:fillRect/>
                </a:stretch>
              </p:blipFill>
              <p:spPr>
                <a:xfrm>
                  <a:off x="4063785" y="2972175"/>
                  <a:ext cx="57276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9" name="Ink 168">
                  <a:extLst>
                    <a:ext uri="{FF2B5EF4-FFF2-40B4-BE49-F238E27FC236}">
                      <a16:creationId xmlns:a16="http://schemas.microsoft.com/office/drawing/2014/main" id="{595DB75D-4F8B-17DB-8462-064600129C85}"/>
                    </a:ext>
                  </a:extLst>
                </p14:cNvPr>
                <p14:cNvContentPartPr/>
                <p14:nvPr/>
              </p14:nvContentPartPr>
              <p14:xfrm>
                <a:off x="4649145" y="3007095"/>
                <a:ext cx="142200" cy="181440"/>
              </p14:xfrm>
            </p:contentPart>
          </mc:Choice>
          <mc:Fallback xmlns="">
            <p:pic>
              <p:nvPicPr>
                <p:cNvPr id="169" name="Ink 168">
                  <a:extLst>
                    <a:ext uri="{FF2B5EF4-FFF2-40B4-BE49-F238E27FC236}">
                      <a16:creationId xmlns:a16="http://schemas.microsoft.com/office/drawing/2014/main" id="{595DB75D-4F8B-17DB-8462-064600129C85}"/>
                    </a:ext>
                  </a:extLst>
                </p:cNvPr>
                <p:cNvPicPr/>
                <p:nvPr/>
              </p:nvPicPr>
              <p:blipFill>
                <a:blip r:embed="rId259"/>
                <a:stretch>
                  <a:fillRect/>
                </a:stretch>
              </p:blipFill>
              <p:spPr>
                <a:xfrm>
                  <a:off x="4643025" y="3000975"/>
                  <a:ext cx="15444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70" name="Ink 169">
                  <a:extLst>
                    <a:ext uri="{FF2B5EF4-FFF2-40B4-BE49-F238E27FC236}">
                      <a16:creationId xmlns:a16="http://schemas.microsoft.com/office/drawing/2014/main" id="{EFF13122-6751-0CB9-643D-7767420894F8}"/>
                    </a:ext>
                  </a:extLst>
                </p14:cNvPr>
                <p14:cNvContentPartPr/>
                <p14:nvPr/>
              </p14:nvContentPartPr>
              <p14:xfrm>
                <a:off x="5021025" y="2864175"/>
                <a:ext cx="360" cy="360"/>
              </p14:xfrm>
            </p:contentPart>
          </mc:Choice>
          <mc:Fallback xmlns="">
            <p:pic>
              <p:nvPicPr>
                <p:cNvPr id="170" name="Ink 169">
                  <a:extLst>
                    <a:ext uri="{FF2B5EF4-FFF2-40B4-BE49-F238E27FC236}">
                      <a16:creationId xmlns:a16="http://schemas.microsoft.com/office/drawing/2014/main" id="{EFF13122-6751-0CB9-643D-7767420894F8}"/>
                    </a:ext>
                  </a:extLst>
                </p:cNvPr>
                <p:cNvPicPr/>
                <p:nvPr/>
              </p:nvPicPr>
              <p:blipFill>
                <a:blip r:embed="rId253"/>
                <a:stretch>
                  <a:fillRect/>
                </a:stretch>
              </p:blipFill>
              <p:spPr>
                <a:xfrm>
                  <a:off x="5014905" y="285805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76" name="Ink 175">
                  <a:extLst>
                    <a:ext uri="{FF2B5EF4-FFF2-40B4-BE49-F238E27FC236}">
                      <a16:creationId xmlns:a16="http://schemas.microsoft.com/office/drawing/2014/main" id="{F57AE873-6AC4-EF2B-2640-315ECB40208D}"/>
                    </a:ext>
                  </a:extLst>
                </p14:cNvPr>
                <p14:cNvContentPartPr/>
                <p14:nvPr/>
              </p14:nvContentPartPr>
              <p14:xfrm>
                <a:off x="4927425" y="2746455"/>
                <a:ext cx="391320" cy="232200"/>
              </p14:xfrm>
            </p:contentPart>
          </mc:Choice>
          <mc:Fallback xmlns="">
            <p:pic>
              <p:nvPicPr>
                <p:cNvPr id="176" name="Ink 175">
                  <a:extLst>
                    <a:ext uri="{FF2B5EF4-FFF2-40B4-BE49-F238E27FC236}">
                      <a16:creationId xmlns:a16="http://schemas.microsoft.com/office/drawing/2014/main" id="{F57AE873-6AC4-EF2B-2640-315ECB40208D}"/>
                    </a:ext>
                  </a:extLst>
                </p:cNvPr>
                <p:cNvPicPr/>
                <p:nvPr/>
              </p:nvPicPr>
              <p:blipFill>
                <a:blip r:embed="rId262"/>
                <a:stretch>
                  <a:fillRect/>
                </a:stretch>
              </p:blipFill>
              <p:spPr>
                <a:xfrm>
                  <a:off x="4921305" y="2740335"/>
                  <a:ext cx="4035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77" name="Ink 176">
                  <a:extLst>
                    <a:ext uri="{FF2B5EF4-FFF2-40B4-BE49-F238E27FC236}">
                      <a16:creationId xmlns:a16="http://schemas.microsoft.com/office/drawing/2014/main" id="{7F69FFD6-2771-E662-C7E2-62DC540CA09A}"/>
                    </a:ext>
                  </a:extLst>
                </p14:cNvPr>
                <p14:cNvContentPartPr/>
                <p14:nvPr/>
              </p14:nvContentPartPr>
              <p14:xfrm>
                <a:off x="5486145" y="2577975"/>
                <a:ext cx="54000" cy="140400"/>
              </p14:xfrm>
            </p:contentPart>
          </mc:Choice>
          <mc:Fallback xmlns="">
            <p:pic>
              <p:nvPicPr>
                <p:cNvPr id="177" name="Ink 176">
                  <a:extLst>
                    <a:ext uri="{FF2B5EF4-FFF2-40B4-BE49-F238E27FC236}">
                      <a16:creationId xmlns:a16="http://schemas.microsoft.com/office/drawing/2014/main" id="{7F69FFD6-2771-E662-C7E2-62DC540CA09A}"/>
                    </a:ext>
                  </a:extLst>
                </p:cNvPr>
                <p:cNvPicPr/>
                <p:nvPr/>
              </p:nvPicPr>
              <p:blipFill>
                <a:blip r:embed="rId264"/>
                <a:stretch>
                  <a:fillRect/>
                </a:stretch>
              </p:blipFill>
              <p:spPr>
                <a:xfrm>
                  <a:off x="5480025" y="2571855"/>
                  <a:ext cx="662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78" name="Ink 177">
                  <a:extLst>
                    <a:ext uri="{FF2B5EF4-FFF2-40B4-BE49-F238E27FC236}">
                      <a16:creationId xmlns:a16="http://schemas.microsoft.com/office/drawing/2014/main" id="{96FFD806-A4AB-7431-B4CB-BED577AC4F6D}"/>
                    </a:ext>
                  </a:extLst>
                </p14:cNvPr>
                <p14:cNvContentPartPr/>
                <p14:nvPr/>
              </p14:nvContentPartPr>
              <p14:xfrm>
                <a:off x="5574345" y="2347575"/>
                <a:ext cx="49680" cy="99000"/>
              </p14:xfrm>
            </p:contentPart>
          </mc:Choice>
          <mc:Fallback xmlns="">
            <p:pic>
              <p:nvPicPr>
                <p:cNvPr id="178" name="Ink 177">
                  <a:extLst>
                    <a:ext uri="{FF2B5EF4-FFF2-40B4-BE49-F238E27FC236}">
                      <a16:creationId xmlns:a16="http://schemas.microsoft.com/office/drawing/2014/main" id="{96FFD806-A4AB-7431-B4CB-BED577AC4F6D}"/>
                    </a:ext>
                  </a:extLst>
                </p:cNvPr>
                <p:cNvPicPr/>
                <p:nvPr/>
              </p:nvPicPr>
              <p:blipFill>
                <a:blip r:embed="rId266"/>
                <a:stretch>
                  <a:fillRect/>
                </a:stretch>
              </p:blipFill>
              <p:spPr>
                <a:xfrm>
                  <a:off x="5568225" y="2341455"/>
                  <a:ext cx="619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79" name="Ink 178">
                  <a:extLst>
                    <a:ext uri="{FF2B5EF4-FFF2-40B4-BE49-F238E27FC236}">
                      <a16:creationId xmlns:a16="http://schemas.microsoft.com/office/drawing/2014/main" id="{72A92B75-4B4F-98F2-BFE1-F9326CBC73C5}"/>
                    </a:ext>
                  </a:extLst>
                </p14:cNvPr>
                <p14:cNvContentPartPr/>
                <p14:nvPr/>
              </p14:nvContentPartPr>
              <p14:xfrm>
                <a:off x="5623305" y="2553135"/>
                <a:ext cx="171720" cy="281520"/>
              </p14:xfrm>
            </p:contentPart>
          </mc:Choice>
          <mc:Fallback xmlns="">
            <p:pic>
              <p:nvPicPr>
                <p:cNvPr id="179" name="Ink 178">
                  <a:extLst>
                    <a:ext uri="{FF2B5EF4-FFF2-40B4-BE49-F238E27FC236}">
                      <a16:creationId xmlns:a16="http://schemas.microsoft.com/office/drawing/2014/main" id="{72A92B75-4B4F-98F2-BFE1-F9326CBC73C5}"/>
                    </a:ext>
                  </a:extLst>
                </p:cNvPr>
                <p:cNvPicPr/>
                <p:nvPr/>
              </p:nvPicPr>
              <p:blipFill>
                <a:blip r:embed="rId268"/>
                <a:stretch>
                  <a:fillRect/>
                </a:stretch>
              </p:blipFill>
              <p:spPr>
                <a:xfrm>
                  <a:off x="5617185" y="2547015"/>
                  <a:ext cx="18396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40" name="Ink 139">
                  <a:extLst>
                    <a:ext uri="{FF2B5EF4-FFF2-40B4-BE49-F238E27FC236}">
                      <a16:creationId xmlns:a16="http://schemas.microsoft.com/office/drawing/2014/main" id="{6372AAE0-8F2F-529D-B4AC-F5D9DF8DCD82}"/>
                    </a:ext>
                  </a:extLst>
                </p14:cNvPr>
                <p14:cNvContentPartPr/>
                <p14:nvPr/>
              </p14:nvContentPartPr>
              <p14:xfrm>
                <a:off x="7928745" y="1959855"/>
                <a:ext cx="2404440" cy="1685520"/>
              </p14:xfrm>
            </p:contentPart>
          </mc:Choice>
          <mc:Fallback xmlns="">
            <p:pic>
              <p:nvPicPr>
                <p:cNvPr id="140" name="Ink 139">
                  <a:extLst>
                    <a:ext uri="{FF2B5EF4-FFF2-40B4-BE49-F238E27FC236}">
                      <a16:creationId xmlns:a16="http://schemas.microsoft.com/office/drawing/2014/main" id="{6372AAE0-8F2F-529D-B4AC-F5D9DF8DCD82}"/>
                    </a:ext>
                  </a:extLst>
                </p:cNvPr>
                <p:cNvPicPr/>
                <p:nvPr/>
              </p:nvPicPr>
              <p:blipFill>
                <a:blip r:embed="rId270"/>
                <a:stretch>
                  <a:fillRect/>
                </a:stretch>
              </p:blipFill>
              <p:spPr>
                <a:xfrm>
                  <a:off x="7922625" y="1953735"/>
                  <a:ext cx="2416680" cy="169776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41" name="Ink 140">
                  <a:extLst>
                    <a:ext uri="{FF2B5EF4-FFF2-40B4-BE49-F238E27FC236}">
                      <a16:creationId xmlns:a16="http://schemas.microsoft.com/office/drawing/2014/main" id="{5D1D8E76-506E-01F1-1FB1-AC5EDB0F416C}"/>
                    </a:ext>
                  </a:extLst>
                </p14:cNvPr>
                <p14:cNvContentPartPr/>
                <p14:nvPr/>
              </p14:nvContentPartPr>
              <p14:xfrm>
                <a:off x="8027025" y="1616055"/>
                <a:ext cx="1947240" cy="1490040"/>
              </p14:xfrm>
            </p:contentPart>
          </mc:Choice>
          <mc:Fallback xmlns="">
            <p:pic>
              <p:nvPicPr>
                <p:cNvPr id="141" name="Ink 140">
                  <a:extLst>
                    <a:ext uri="{FF2B5EF4-FFF2-40B4-BE49-F238E27FC236}">
                      <a16:creationId xmlns:a16="http://schemas.microsoft.com/office/drawing/2014/main" id="{5D1D8E76-506E-01F1-1FB1-AC5EDB0F416C}"/>
                    </a:ext>
                  </a:extLst>
                </p:cNvPr>
                <p:cNvPicPr/>
                <p:nvPr/>
              </p:nvPicPr>
              <p:blipFill>
                <a:blip r:embed="rId272"/>
                <a:stretch>
                  <a:fillRect/>
                </a:stretch>
              </p:blipFill>
              <p:spPr>
                <a:xfrm>
                  <a:off x="8020905" y="1609935"/>
                  <a:ext cx="1959480" cy="15022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42" name="Ink 141">
                  <a:extLst>
                    <a:ext uri="{FF2B5EF4-FFF2-40B4-BE49-F238E27FC236}">
                      <a16:creationId xmlns:a16="http://schemas.microsoft.com/office/drawing/2014/main" id="{6BBA352D-4E40-A761-307F-780D9BE2BA9B}"/>
                    </a:ext>
                  </a:extLst>
                </p14:cNvPr>
                <p14:cNvContentPartPr/>
                <p14:nvPr/>
              </p14:nvContentPartPr>
              <p14:xfrm>
                <a:off x="8935305" y="3091695"/>
                <a:ext cx="57960" cy="39240"/>
              </p14:xfrm>
            </p:contentPart>
          </mc:Choice>
          <mc:Fallback xmlns="">
            <p:pic>
              <p:nvPicPr>
                <p:cNvPr id="142" name="Ink 141">
                  <a:extLst>
                    <a:ext uri="{FF2B5EF4-FFF2-40B4-BE49-F238E27FC236}">
                      <a16:creationId xmlns:a16="http://schemas.microsoft.com/office/drawing/2014/main" id="{6BBA352D-4E40-A761-307F-780D9BE2BA9B}"/>
                    </a:ext>
                  </a:extLst>
                </p:cNvPr>
                <p:cNvPicPr/>
                <p:nvPr/>
              </p:nvPicPr>
              <p:blipFill>
                <a:blip r:embed="rId274"/>
                <a:stretch>
                  <a:fillRect/>
                </a:stretch>
              </p:blipFill>
              <p:spPr>
                <a:xfrm>
                  <a:off x="8929185" y="3085575"/>
                  <a:ext cx="702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44" name="Ink 143">
                  <a:extLst>
                    <a:ext uri="{FF2B5EF4-FFF2-40B4-BE49-F238E27FC236}">
                      <a16:creationId xmlns:a16="http://schemas.microsoft.com/office/drawing/2014/main" id="{2B98AC00-1079-CFB8-CE1C-DBD2F217BDED}"/>
                    </a:ext>
                  </a:extLst>
                </p14:cNvPr>
                <p14:cNvContentPartPr/>
                <p14:nvPr/>
              </p14:nvContentPartPr>
              <p14:xfrm>
                <a:off x="9565665" y="4970175"/>
                <a:ext cx="63360" cy="78120"/>
              </p14:xfrm>
            </p:contentPart>
          </mc:Choice>
          <mc:Fallback xmlns="">
            <p:pic>
              <p:nvPicPr>
                <p:cNvPr id="144" name="Ink 143">
                  <a:extLst>
                    <a:ext uri="{FF2B5EF4-FFF2-40B4-BE49-F238E27FC236}">
                      <a16:creationId xmlns:a16="http://schemas.microsoft.com/office/drawing/2014/main" id="{2B98AC00-1079-CFB8-CE1C-DBD2F217BDED}"/>
                    </a:ext>
                  </a:extLst>
                </p:cNvPr>
                <p:cNvPicPr/>
                <p:nvPr/>
              </p:nvPicPr>
              <p:blipFill>
                <a:blip r:embed="rId276"/>
                <a:stretch>
                  <a:fillRect/>
                </a:stretch>
              </p:blipFill>
              <p:spPr>
                <a:xfrm>
                  <a:off x="9559545" y="4964055"/>
                  <a:ext cx="7560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45" name="Ink 144">
                  <a:extLst>
                    <a:ext uri="{FF2B5EF4-FFF2-40B4-BE49-F238E27FC236}">
                      <a16:creationId xmlns:a16="http://schemas.microsoft.com/office/drawing/2014/main" id="{5675A720-0AD2-3415-D9C3-127866F187D2}"/>
                    </a:ext>
                  </a:extLst>
                </p14:cNvPr>
                <p14:cNvContentPartPr/>
                <p14:nvPr/>
              </p14:nvContentPartPr>
              <p14:xfrm>
                <a:off x="9323745" y="4125975"/>
                <a:ext cx="74520" cy="875160"/>
              </p14:xfrm>
            </p:contentPart>
          </mc:Choice>
          <mc:Fallback xmlns="">
            <p:pic>
              <p:nvPicPr>
                <p:cNvPr id="145" name="Ink 144">
                  <a:extLst>
                    <a:ext uri="{FF2B5EF4-FFF2-40B4-BE49-F238E27FC236}">
                      <a16:creationId xmlns:a16="http://schemas.microsoft.com/office/drawing/2014/main" id="{5675A720-0AD2-3415-D9C3-127866F187D2}"/>
                    </a:ext>
                  </a:extLst>
                </p:cNvPr>
                <p:cNvPicPr/>
                <p:nvPr/>
              </p:nvPicPr>
              <p:blipFill>
                <a:blip r:embed="rId278"/>
                <a:stretch>
                  <a:fillRect/>
                </a:stretch>
              </p:blipFill>
              <p:spPr>
                <a:xfrm>
                  <a:off x="9317625" y="4119855"/>
                  <a:ext cx="86760" cy="8874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47" name="Ink 146">
                  <a:extLst>
                    <a:ext uri="{FF2B5EF4-FFF2-40B4-BE49-F238E27FC236}">
                      <a16:creationId xmlns:a16="http://schemas.microsoft.com/office/drawing/2014/main" id="{EC372724-4525-7529-BC8D-0F5604A55B6A}"/>
                    </a:ext>
                  </a:extLst>
                </p14:cNvPr>
                <p14:cNvContentPartPr/>
                <p14:nvPr/>
              </p14:nvContentPartPr>
              <p14:xfrm>
                <a:off x="8970225" y="3637815"/>
                <a:ext cx="119160" cy="1330560"/>
              </p14:xfrm>
            </p:contentPart>
          </mc:Choice>
          <mc:Fallback xmlns="">
            <p:pic>
              <p:nvPicPr>
                <p:cNvPr id="147" name="Ink 146">
                  <a:extLst>
                    <a:ext uri="{FF2B5EF4-FFF2-40B4-BE49-F238E27FC236}">
                      <a16:creationId xmlns:a16="http://schemas.microsoft.com/office/drawing/2014/main" id="{EC372724-4525-7529-BC8D-0F5604A55B6A}"/>
                    </a:ext>
                  </a:extLst>
                </p:cNvPr>
                <p:cNvPicPr/>
                <p:nvPr/>
              </p:nvPicPr>
              <p:blipFill>
                <a:blip r:embed="rId280"/>
                <a:stretch>
                  <a:fillRect/>
                </a:stretch>
              </p:blipFill>
              <p:spPr>
                <a:xfrm>
                  <a:off x="8964105" y="3631695"/>
                  <a:ext cx="131400" cy="134280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48" name="Ink 147">
                  <a:extLst>
                    <a:ext uri="{FF2B5EF4-FFF2-40B4-BE49-F238E27FC236}">
                      <a16:creationId xmlns:a16="http://schemas.microsoft.com/office/drawing/2014/main" id="{C24A2883-CC09-BA6E-350F-D628EC42FDA8}"/>
                    </a:ext>
                  </a:extLst>
                </p14:cNvPr>
                <p14:cNvContentPartPr/>
                <p14:nvPr/>
              </p14:nvContentPartPr>
              <p14:xfrm>
                <a:off x="8740185" y="3074055"/>
                <a:ext cx="58680" cy="2020680"/>
              </p14:xfrm>
            </p:contentPart>
          </mc:Choice>
          <mc:Fallback xmlns="">
            <p:pic>
              <p:nvPicPr>
                <p:cNvPr id="148" name="Ink 147">
                  <a:extLst>
                    <a:ext uri="{FF2B5EF4-FFF2-40B4-BE49-F238E27FC236}">
                      <a16:creationId xmlns:a16="http://schemas.microsoft.com/office/drawing/2014/main" id="{C24A2883-CC09-BA6E-350F-D628EC42FDA8}"/>
                    </a:ext>
                  </a:extLst>
                </p:cNvPr>
                <p:cNvPicPr/>
                <p:nvPr/>
              </p:nvPicPr>
              <p:blipFill>
                <a:blip r:embed="rId282"/>
                <a:stretch>
                  <a:fillRect/>
                </a:stretch>
              </p:blipFill>
              <p:spPr>
                <a:xfrm>
                  <a:off x="8734065" y="3067935"/>
                  <a:ext cx="70920" cy="203292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80" name="Ink 179">
                  <a:extLst>
                    <a:ext uri="{FF2B5EF4-FFF2-40B4-BE49-F238E27FC236}">
                      <a16:creationId xmlns:a16="http://schemas.microsoft.com/office/drawing/2014/main" id="{94621C4F-6DFC-78E9-4B0C-4BD9ED995554}"/>
                    </a:ext>
                  </a:extLst>
                </p14:cNvPr>
                <p14:cNvContentPartPr/>
                <p14:nvPr/>
              </p14:nvContentPartPr>
              <p14:xfrm>
                <a:off x="6210825" y="1980375"/>
                <a:ext cx="885240" cy="518040"/>
              </p14:xfrm>
            </p:contentPart>
          </mc:Choice>
          <mc:Fallback xmlns="">
            <p:pic>
              <p:nvPicPr>
                <p:cNvPr id="180" name="Ink 179">
                  <a:extLst>
                    <a:ext uri="{FF2B5EF4-FFF2-40B4-BE49-F238E27FC236}">
                      <a16:creationId xmlns:a16="http://schemas.microsoft.com/office/drawing/2014/main" id="{94621C4F-6DFC-78E9-4B0C-4BD9ED995554}"/>
                    </a:ext>
                  </a:extLst>
                </p:cNvPr>
                <p:cNvPicPr/>
                <p:nvPr/>
              </p:nvPicPr>
              <p:blipFill>
                <a:blip r:embed="rId284"/>
                <a:stretch>
                  <a:fillRect/>
                </a:stretch>
              </p:blipFill>
              <p:spPr>
                <a:xfrm>
                  <a:off x="6204705" y="1974255"/>
                  <a:ext cx="897480" cy="53028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81" name="Ink 180">
                  <a:extLst>
                    <a:ext uri="{FF2B5EF4-FFF2-40B4-BE49-F238E27FC236}">
                      <a16:creationId xmlns:a16="http://schemas.microsoft.com/office/drawing/2014/main" id="{077C5EE6-9C5B-8377-444D-CEAA6222CF9D}"/>
                    </a:ext>
                  </a:extLst>
                </p14:cNvPr>
                <p14:cNvContentPartPr/>
                <p14:nvPr/>
              </p14:nvContentPartPr>
              <p14:xfrm>
                <a:off x="6957465" y="1879575"/>
                <a:ext cx="362520" cy="234000"/>
              </p14:xfrm>
            </p:contentPart>
          </mc:Choice>
          <mc:Fallback xmlns="">
            <p:pic>
              <p:nvPicPr>
                <p:cNvPr id="181" name="Ink 180">
                  <a:extLst>
                    <a:ext uri="{FF2B5EF4-FFF2-40B4-BE49-F238E27FC236}">
                      <a16:creationId xmlns:a16="http://schemas.microsoft.com/office/drawing/2014/main" id="{077C5EE6-9C5B-8377-444D-CEAA6222CF9D}"/>
                    </a:ext>
                  </a:extLst>
                </p:cNvPr>
                <p:cNvPicPr/>
                <p:nvPr/>
              </p:nvPicPr>
              <p:blipFill>
                <a:blip r:embed="rId286"/>
                <a:stretch>
                  <a:fillRect/>
                </a:stretch>
              </p:blipFill>
              <p:spPr>
                <a:xfrm>
                  <a:off x="6951345" y="1873455"/>
                  <a:ext cx="37476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82" name="Ink 181">
                  <a:extLst>
                    <a:ext uri="{FF2B5EF4-FFF2-40B4-BE49-F238E27FC236}">
                      <a16:creationId xmlns:a16="http://schemas.microsoft.com/office/drawing/2014/main" id="{B2649794-2170-7117-5AF8-11637AC08493}"/>
                    </a:ext>
                  </a:extLst>
                </p14:cNvPr>
                <p14:cNvContentPartPr/>
                <p14:nvPr/>
              </p14:nvContentPartPr>
              <p14:xfrm>
                <a:off x="7228185" y="1777695"/>
                <a:ext cx="337320" cy="238680"/>
              </p14:xfrm>
            </p:contentPart>
          </mc:Choice>
          <mc:Fallback xmlns="">
            <p:pic>
              <p:nvPicPr>
                <p:cNvPr id="182" name="Ink 181">
                  <a:extLst>
                    <a:ext uri="{FF2B5EF4-FFF2-40B4-BE49-F238E27FC236}">
                      <a16:creationId xmlns:a16="http://schemas.microsoft.com/office/drawing/2014/main" id="{B2649794-2170-7117-5AF8-11637AC08493}"/>
                    </a:ext>
                  </a:extLst>
                </p:cNvPr>
                <p:cNvPicPr/>
                <p:nvPr/>
              </p:nvPicPr>
              <p:blipFill>
                <a:blip r:embed="rId288"/>
                <a:stretch>
                  <a:fillRect/>
                </a:stretch>
              </p:blipFill>
              <p:spPr>
                <a:xfrm>
                  <a:off x="7222065" y="1771575"/>
                  <a:ext cx="34956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83" name="Ink 182">
                  <a:extLst>
                    <a:ext uri="{FF2B5EF4-FFF2-40B4-BE49-F238E27FC236}">
                      <a16:creationId xmlns:a16="http://schemas.microsoft.com/office/drawing/2014/main" id="{5294A674-9B33-1D8B-3DD2-C87323A0187F}"/>
                    </a:ext>
                  </a:extLst>
                </p14:cNvPr>
                <p14:cNvContentPartPr/>
                <p14:nvPr/>
              </p14:nvContentPartPr>
              <p14:xfrm>
                <a:off x="7719945" y="1614975"/>
                <a:ext cx="378000" cy="178200"/>
              </p14:xfrm>
            </p:contentPart>
          </mc:Choice>
          <mc:Fallback xmlns="">
            <p:pic>
              <p:nvPicPr>
                <p:cNvPr id="183" name="Ink 182">
                  <a:extLst>
                    <a:ext uri="{FF2B5EF4-FFF2-40B4-BE49-F238E27FC236}">
                      <a16:creationId xmlns:a16="http://schemas.microsoft.com/office/drawing/2014/main" id="{5294A674-9B33-1D8B-3DD2-C87323A0187F}"/>
                    </a:ext>
                  </a:extLst>
                </p:cNvPr>
                <p:cNvPicPr/>
                <p:nvPr/>
              </p:nvPicPr>
              <p:blipFill>
                <a:blip r:embed="rId290"/>
                <a:stretch>
                  <a:fillRect/>
                </a:stretch>
              </p:blipFill>
              <p:spPr>
                <a:xfrm>
                  <a:off x="7713825" y="1608855"/>
                  <a:ext cx="39024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86" name="Ink 185">
                  <a:extLst>
                    <a:ext uri="{FF2B5EF4-FFF2-40B4-BE49-F238E27FC236}">
                      <a16:creationId xmlns:a16="http://schemas.microsoft.com/office/drawing/2014/main" id="{28C08743-193D-BDF0-8B32-58759B0DDE8E}"/>
                    </a:ext>
                  </a:extLst>
                </p14:cNvPr>
                <p14:cNvContentPartPr/>
                <p14:nvPr/>
              </p14:nvContentPartPr>
              <p14:xfrm>
                <a:off x="8304945" y="1607055"/>
                <a:ext cx="14040" cy="105120"/>
              </p14:xfrm>
            </p:contentPart>
          </mc:Choice>
          <mc:Fallback xmlns="">
            <p:pic>
              <p:nvPicPr>
                <p:cNvPr id="186" name="Ink 185">
                  <a:extLst>
                    <a:ext uri="{FF2B5EF4-FFF2-40B4-BE49-F238E27FC236}">
                      <a16:creationId xmlns:a16="http://schemas.microsoft.com/office/drawing/2014/main" id="{28C08743-193D-BDF0-8B32-58759B0DDE8E}"/>
                    </a:ext>
                  </a:extLst>
                </p:cNvPr>
                <p:cNvPicPr/>
                <p:nvPr/>
              </p:nvPicPr>
              <p:blipFill>
                <a:blip r:embed="rId292"/>
                <a:stretch>
                  <a:fillRect/>
                </a:stretch>
              </p:blipFill>
              <p:spPr>
                <a:xfrm>
                  <a:off x="8298825" y="1600935"/>
                  <a:ext cx="262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87" name="Ink 186">
                  <a:extLst>
                    <a:ext uri="{FF2B5EF4-FFF2-40B4-BE49-F238E27FC236}">
                      <a16:creationId xmlns:a16="http://schemas.microsoft.com/office/drawing/2014/main" id="{9F44F96B-18D0-1F28-CB91-7AC11A1D2F10}"/>
                    </a:ext>
                  </a:extLst>
                </p14:cNvPr>
                <p14:cNvContentPartPr/>
                <p14:nvPr/>
              </p14:nvContentPartPr>
              <p14:xfrm>
                <a:off x="8480985" y="1272615"/>
                <a:ext cx="7200" cy="9720"/>
              </p14:xfrm>
            </p:contentPart>
          </mc:Choice>
          <mc:Fallback xmlns="">
            <p:pic>
              <p:nvPicPr>
                <p:cNvPr id="187" name="Ink 186">
                  <a:extLst>
                    <a:ext uri="{FF2B5EF4-FFF2-40B4-BE49-F238E27FC236}">
                      <a16:creationId xmlns:a16="http://schemas.microsoft.com/office/drawing/2014/main" id="{9F44F96B-18D0-1F28-CB91-7AC11A1D2F10}"/>
                    </a:ext>
                  </a:extLst>
                </p:cNvPr>
                <p:cNvPicPr/>
                <p:nvPr/>
              </p:nvPicPr>
              <p:blipFill>
                <a:blip r:embed="rId294"/>
                <a:stretch>
                  <a:fillRect/>
                </a:stretch>
              </p:blipFill>
              <p:spPr>
                <a:xfrm>
                  <a:off x="8474865" y="1266495"/>
                  <a:ext cx="194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88" name="Ink 187">
                  <a:extLst>
                    <a:ext uri="{FF2B5EF4-FFF2-40B4-BE49-F238E27FC236}">
                      <a16:creationId xmlns:a16="http://schemas.microsoft.com/office/drawing/2014/main" id="{9AFB1197-F043-DBD9-1718-99E583280C86}"/>
                    </a:ext>
                  </a:extLst>
                </p14:cNvPr>
                <p14:cNvContentPartPr/>
                <p14:nvPr/>
              </p14:nvContentPartPr>
              <p14:xfrm>
                <a:off x="8504745" y="1360095"/>
                <a:ext cx="416520" cy="614160"/>
              </p14:xfrm>
            </p:contentPart>
          </mc:Choice>
          <mc:Fallback xmlns="">
            <p:pic>
              <p:nvPicPr>
                <p:cNvPr id="188" name="Ink 187">
                  <a:extLst>
                    <a:ext uri="{FF2B5EF4-FFF2-40B4-BE49-F238E27FC236}">
                      <a16:creationId xmlns:a16="http://schemas.microsoft.com/office/drawing/2014/main" id="{9AFB1197-F043-DBD9-1718-99E583280C86}"/>
                    </a:ext>
                  </a:extLst>
                </p:cNvPr>
                <p:cNvPicPr/>
                <p:nvPr/>
              </p:nvPicPr>
              <p:blipFill>
                <a:blip r:embed="rId296"/>
                <a:stretch>
                  <a:fillRect/>
                </a:stretch>
              </p:blipFill>
              <p:spPr>
                <a:xfrm>
                  <a:off x="8498625" y="1353975"/>
                  <a:ext cx="428760" cy="6264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89" name="Ink 188">
                  <a:extLst>
                    <a:ext uri="{FF2B5EF4-FFF2-40B4-BE49-F238E27FC236}">
                      <a16:creationId xmlns:a16="http://schemas.microsoft.com/office/drawing/2014/main" id="{191870D1-286C-0D84-3999-B973AFAC06A8}"/>
                    </a:ext>
                  </a:extLst>
                </p14:cNvPr>
                <p14:cNvContentPartPr/>
                <p14:nvPr/>
              </p14:nvContentPartPr>
              <p14:xfrm>
                <a:off x="9166785" y="1352895"/>
                <a:ext cx="6120" cy="28080"/>
              </p14:xfrm>
            </p:contentPart>
          </mc:Choice>
          <mc:Fallback xmlns="">
            <p:pic>
              <p:nvPicPr>
                <p:cNvPr id="189" name="Ink 188">
                  <a:extLst>
                    <a:ext uri="{FF2B5EF4-FFF2-40B4-BE49-F238E27FC236}">
                      <a16:creationId xmlns:a16="http://schemas.microsoft.com/office/drawing/2014/main" id="{191870D1-286C-0D84-3999-B973AFAC06A8}"/>
                    </a:ext>
                  </a:extLst>
                </p:cNvPr>
                <p:cNvPicPr/>
                <p:nvPr/>
              </p:nvPicPr>
              <p:blipFill>
                <a:blip r:embed="rId298"/>
                <a:stretch>
                  <a:fillRect/>
                </a:stretch>
              </p:blipFill>
              <p:spPr>
                <a:xfrm>
                  <a:off x="9160665" y="1346775"/>
                  <a:ext cx="183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90" name="Ink 189">
                  <a:extLst>
                    <a:ext uri="{FF2B5EF4-FFF2-40B4-BE49-F238E27FC236}">
                      <a16:creationId xmlns:a16="http://schemas.microsoft.com/office/drawing/2014/main" id="{D03B22D9-B32C-8F89-E592-A72BB45DC4D8}"/>
                    </a:ext>
                  </a:extLst>
                </p14:cNvPr>
                <p14:cNvContentPartPr/>
                <p14:nvPr/>
              </p14:nvContentPartPr>
              <p14:xfrm>
                <a:off x="6221265" y="1967055"/>
                <a:ext cx="3217320" cy="680760"/>
              </p14:xfrm>
            </p:contentPart>
          </mc:Choice>
          <mc:Fallback xmlns="">
            <p:pic>
              <p:nvPicPr>
                <p:cNvPr id="190" name="Ink 189">
                  <a:extLst>
                    <a:ext uri="{FF2B5EF4-FFF2-40B4-BE49-F238E27FC236}">
                      <a16:creationId xmlns:a16="http://schemas.microsoft.com/office/drawing/2014/main" id="{D03B22D9-B32C-8F89-E592-A72BB45DC4D8}"/>
                    </a:ext>
                  </a:extLst>
                </p:cNvPr>
                <p:cNvPicPr/>
                <p:nvPr/>
              </p:nvPicPr>
              <p:blipFill>
                <a:blip r:embed="rId300"/>
                <a:stretch>
                  <a:fillRect/>
                </a:stretch>
              </p:blipFill>
              <p:spPr>
                <a:xfrm>
                  <a:off x="6215145" y="1960935"/>
                  <a:ext cx="3229560" cy="69300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91" name="Ink 190">
                  <a:extLst>
                    <a:ext uri="{FF2B5EF4-FFF2-40B4-BE49-F238E27FC236}">
                      <a16:creationId xmlns:a16="http://schemas.microsoft.com/office/drawing/2014/main" id="{E801747E-F9E5-F8D7-3F83-0251D78CA376}"/>
                    </a:ext>
                  </a:extLst>
                </p14:cNvPr>
                <p14:cNvContentPartPr/>
                <p14:nvPr/>
              </p14:nvContentPartPr>
              <p14:xfrm>
                <a:off x="3571665" y="3120135"/>
                <a:ext cx="2527560" cy="996120"/>
              </p14:xfrm>
            </p:contentPart>
          </mc:Choice>
          <mc:Fallback xmlns="">
            <p:pic>
              <p:nvPicPr>
                <p:cNvPr id="191" name="Ink 190">
                  <a:extLst>
                    <a:ext uri="{FF2B5EF4-FFF2-40B4-BE49-F238E27FC236}">
                      <a16:creationId xmlns:a16="http://schemas.microsoft.com/office/drawing/2014/main" id="{E801747E-F9E5-F8D7-3F83-0251D78CA376}"/>
                    </a:ext>
                  </a:extLst>
                </p:cNvPr>
                <p:cNvPicPr/>
                <p:nvPr/>
              </p:nvPicPr>
              <p:blipFill>
                <a:blip r:embed="rId302"/>
                <a:stretch>
                  <a:fillRect/>
                </a:stretch>
              </p:blipFill>
              <p:spPr>
                <a:xfrm>
                  <a:off x="3565545" y="3114015"/>
                  <a:ext cx="2539800" cy="100836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93" name="Ink 192">
                  <a:extLst>
                    <a:ext uri="{FF2B5EF4-FFF2-40B4-BE49-F238E27FC236}">
                      <a16:creationId xmlns:a16="http://schemas.microsoft.com/office/drawing/2014/main" id="{D17AF1B2-D932-7C75-5148-F95DFAF91B96}"/>
                    </a:ext>
                  </a:extLst>
                </p14:cNvPr>
                <p14:cNvContentPartPr/>
                <p14:nvPr/>
              </p14:nvContentPartPr>
              <p14:xfrm>
                <a:off x="4037145" y="2988375"/>
                <a:ext cx="19800" cy="400680"/>
              </p14:xfrm>
            </p:contentPart>
          </mc:Choice>
          <mc:Fallback xmlns="">
            <p:pic>
              <p:nvPicPr>
                <p:cNvPr id="193" name="Ink 192">
                  <a:extLst>
                    <a:ext uri="{FF2B5EF4-FFF2-40B4-BE49-F238E27FC236}">
                      <a16:creationId xmlns:a16="http://schemas.microsoft.com/office/drawing/2014/main" id="{D17AF1B2-D932-7C75-5148-F95DFAF91B96}"/>
                    </a:ext>
                  </a:extLst>
                </p:cNvPr>
                <p:cNvPicPr/>
                <p:nvPr/>
              </p:nvPicPr>
              <p:blipFill>
                <a:blip r:embed="rId304"/>
                <a:stretch>
                  <a:fillRect/>
                </a:stretch>
              </p:blipFill>
              <p:spPr>
                <a:xfrm>
                  <a:off x="4031025" y="2982255"/>
                  <a:ext cx="3204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94" name="Ink 193">
                  <a:extLst>
                    <a:ext uri="{FF2B5EF4-FFF2-40B4-BE49-F238E27FC236}">
                      <a16:creationId xmlns:a16="http://schemas.microsoft.com/office/drawing/2014/main" id="{D4FC82FD-75A4-3EE3-9B68-D918979A9802}"/>
                    </a:ext>
                  </a:extLst>
                </p14:cNvPr>
                <p14:cNvContentPartPr/>
                <p14:nvPr/>
              </p14:nvContentPartPr>
              <p14:xfrm>
                <a:off x="4362585" y="2917455"/>
                <a:ext cx="329760" cy="553680"/>
              </p14:xfrm>
            </p:contentPart>
          </mc:Choice>
          <mc:Fallback xmlns="">
            <p:pic>
              <p:nvPicPr>
                <p:cNvPr id="194" name="Ink 193">
                  <a:extLst>
                    <a:ext uri="{FF2B5EF4-FFF2-40B4-BE49-F238E27FC236}">
                      <a16:creationId xmlns:a16="http://schemas.microsoft.com/office/drawing/2014/main" id="{D4FC82FD-75A4-3EE3-9B68-D918979A9802}"/>
                    </a:ext>
                  </a:extLst>
                </p:cNvPr>
                <p:cNvPicPr/>
                <p:nvPr/>
              </p:nvPicPr>
              <p:blipFill>
                <a:blip r:embed="rId306"/>
                <a:stretch>
                  <a:fillRect/>
                </a:stretch>
              </p:blipFill>
              <p:spPr>
                <a:xfrm>
                  <a:off x="4356465" y="2911335"/>
                  <a:ext cx="342000" cy="56592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95" name="Ink 194">
                  <a:extLst>
                    <a:ext uri="{FF2B5EF4-FFF2-40B4-BE49-F238E27FC236}">
                      <a16:creationId xmlns:a16="http://schemas.microsoft.com/office/drawing/2014/main" id="{B1F92099-7301-1A13-3349-C4C17BD4F277}"/>
                    </a:ext>
                  </a:extLst>
                </p14:cNvPr>
                <p14:cNvContentPartPr/>
                <p14:nvPr/>
              </p14:nvContentPartPr>
              <p14:xfrm>
                <a:off x="4727265" y="3044895"/>
                <a:ext cx="188640" cy="156960"/>
              </p14:xfrm>
            </p:contentPart>
          </mc:Choice>
          <mc:Fallback xmlns="">
            <p:pic>
              <p:nvPicPr>
                <p:cNvPr id="195" name="Ink 194">
                  <a:extLst>
                    <a:ext uri="{FF2B5EF4-FFF2-40B4-BE49-F238E27FC236}">
                      <a16:creationId xmlns:a16="http://schemas.microsoft.com/office/drawing/2014/main" id="{B1F92099-7301-1A13-3349-C4C17BD4F277}"/>
                    </a:ext>
                  </a:extLst>
                </p:cNvPr>
                <p:cNvPicPr/>
                <p:nvPr/>
              </p:nvPicPr>
              <p:blipFill>
                <a:blip r:embed="rId308"/>
                <a:stretch>
                  <a:fillRect/>
                </a:stretch>
              </p:blipFill>
              <p:spPr>
                <a:xfrm>
                  <a:off x="4721145" y="3038775"/>
                  <a:ext cx="200880" cy="169200"/>
                </a:xfrm>
                <a:prstGeom prst="rect">
                  <a:avLst/>
                </a:prstGeom>
              </p:spPr>
            </p:pic>
          </mc:Fallback>
        </mc:AlternateContent>
      </p:grpSp>
      <p:grpSp>
        <p:nvGrpSpPr>
          <p:cNvPr id="212" name="Group 211">
            <a:extLst>
              <a:ext uri="{FF2B5EF4-FFF2-40B4-BE49-F238E27FC236}">
                <a16:creationId xmlns:a16="http://schemas.microsoft.com/office/drawing/2014/main" id="{22C9A283-220E-E7A0-1428-A0F26EC64AEA}"/>
              </a:ext>
            </a:extLst>
          </p:cNvPr>
          <p:cNvGrpSpPr/>
          <p:nvPr/>
        </p:nvGrpSpPr>
        <p:grpSpPr>
          <a:xfrm>
            <a:off x="918825" y="4037775"/>
            <a:ext cx="6420600" cy="1135080"/>
            <a:chOff x="918825" y="4037775"/>
            <a:chExt cx="6420600" cy="1135080"/>
          </a:xfrm>
        </p:grpSpPr>
        <mc:AlternateContent xmlns:mc="http://schemas.openxmlformats.org/markup-compatibility/2006" xmlns:p14="http://schemas.microsoft.com/office/powerpoint/2010/main">
          <mc:Choice Requires="p14">
            <p:contentPart p14:bwMode="auto" r:id="rId309">
              <p14:nvContentPartPr>
                <p14:cNvPr id="197" name="Ink 196">
                  <a:extLst>
                    <a:ext uri="{FF2B5EF4-FFF2-40B4-BE49-F238E27FC236}">
                      <a16:creationId xmlns:a16="http://schemas.microsoft.com/office/drawing/2014/main" id="{FA7032C3-470E-3C79-D188-4CAAE896163F}"/>
                    </a:ext>
                  </a:extLst>
                </p14:cNvPr>
                <p14:cNvContentPartPr/>
                <p14:nvPr/>
              </p14:nvContentPartPr>
              <p14:xfrm>
                <a:off x="1042305" y="4216695"/>
                <a:ext cx="663480" cy="646200"/>
              </p14:xfrm>
            </p:contentPart>
          </mc:Choice>
          <mc:Fallback xmlns="">
            <p:pic>
              <p:nvPicPr>
                <p:cNvPr id="197" name="Ink 196">
                  <a:extLst>
                    <a:ext uri="{FF2B5EF4-FFF2-40B4-BE49-F238E27FC236}">
                      <a16:creationId xmlns:a16="http://schemas.microsoft.com/office/drawing/2014/main" id="{FA7032C3-470E-3C79-D188-4CAAE896163F}"/>
                    </a:ext>
                  </a:extLst>
                </p:cNvPr>
                <p:cNvPicPr/>
                <p:nvPr/>
              </p:nvPicPr>
              <p:blipFill>
                <a:blip r:embed="rId310"/>
                <a:stretch>
                  <a:fillRect/>
                </a:stretch>
              </p:blipFill>
              <p:spPr>
                <a:xfrm>
                  <a:off x="1036185" y="4210575"/>
                  <a:ext cx="675720" cy="65844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98" name="Ink 197">
                  <a:extLst>
                    <a:ext uri="{FF2B5EF4-FFF2-40B4-BE49-F238E27FC236}">
                      <a16:creationId xmlns:a16="http://schemas.microsoft.com/office/drawing/2014/main" id="{9B5A25BF-AF39-2762-DF31-593941FF9B17}"/>
                    </a:ext>
                  </a:extLst>
                </p14:cNvPr>
                <p14:cNvContentPartPr/>
                <p14:nvPr/>
              </p14:nvContentPartPr>
              <p14:xfrm>
                <a:off x="918825" y="4608735"/>
                <a:ext cx="307800" cy="404640"/>
              </p14:xfrm>
            </p:contentPart>
          </mc:Choice>
          <mc:Fallback xmlns="">
            <p:pic>
              <p:nvPicPr>
                <p:cNvPr id="198" name="Ink 197">
                  <a:extLst>
                    <a:ext uri="{FF2B5EF4-FFF2-40B4-BE49-F238E27FC236}">
                      <a16:creationId xmlns:a16="http://schemas.microsoft.com/office/drawing/2014/main" id="{9B5A25BF-AF39-2762-DF31-593941FF9B17}"/>
                    </a:ext>
                  </a:extLst>
                </p:cNvPr>
                <p:cNvPicPr/>
                <p:nvPr/>
              </p:nvPicPr>
              <p:blipFill>
                <a:blip r:embed="rId312"/>
                <a:stretch>
                  <a:fillRect/>
                </a:stretch>
              </p:blipFill>
              <p:spPr>
                <a:xfrm>
                  <a:off x="912705" y="4602615"/>
                  <a:ext cx="320040"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99" name="Ink 198">
                  <a:extLst>
                    <a:ext uri="{FF2B5EF4-FFF2-40B4-BE49-F238E27FC236}">
                      <a16:creationId xmlns:a16="http://schemas.microsoft.com/office/drawing/2014/main" id="{C66659DC-9317-F82C-F3EA-8D0CCB651AD3}"/>
                    </a:ext>
                  </a:extLst>
                </p14:cNvPr>
                <p14:cNvContentPartPr/>
                <p14:nvPr/>
              </p14:nvContentPartPr>
              <p14:xfrm>
                <a:off x="2013945" y="4431975"/>
                <a:ext cx="228960" cy="60120"/>
              </p14:xfrm>
            </p:contentPart>
          </mc:Choice>
          <mc:Fallback xmlns="">
            <p:pic>
              <p:nvPicPr>
                <p:cNvPr id="199" name="Ink 198">
                  <a:extLst>
                    <a:ext uri="{FF2B5EF4-FFF2-40B4-BE49-F238E27FC236}">
                      <a16:creationId xmlns:a16="http://schemas.microsoft.com/office/drawing/2014/main" id="{C66659DC-9317-F82C-F3EA-8D0CCB651AD3}"/>
                    </a:ext>
                  </a:extLst>
                </p:cNvPr>
                <p:cNvPicPr/>
                <p:nvPr/>
              </p:nvPicPr>
              <p:blipFill>
                <a:blip r:embed="rId314"/>
                <a:stretch>
                  <a:fillRect/>
                </a:stretch>
              </p:blipFill>
              <p:spPr>
                <a:xfrm>
                  <a:off x="2007825" y="4425855"/>
                  <a:ext cx="2412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00" name="Ink 199">
                  <a:extLst>
                    <a:ext uri="{FF2B5EF4-FFF2-40B4-BE49-F238E27FC236}">
                      <a16:creationId xmlns:a16="http://schemas.microsoft.com/office/drawing/2014/main" id="{FF5A2096-B02E-89DC-E96C-4D1C72E42BE9}"/>
                    </a:ext>
                  </a:extLst>
                </p14:cNvPr>
                <p14:cNvContentPartPr/>
                <p14:nvPr/>
              </p14:nvContentPartPr>
              <p14:xfrm>
                <a:off x="2031945" y="4717815"/>
                <a:ext cx="262080" cy="106200"/>
              </p14:xfrm>
            </p:contentPart>
          </mc:Choice>
          <mc:Fallback xmlns="">
            <p:pic>
              <p:nvPicPr>
                <p:cNvPr id="200" name="Ink 199">
                  <a:extLst>
                    <a:ext uri="{FF2B5EF4-FFF2-40B4-BE49-F238E27FC236}">
                      <a16:creationId xmlns:a16="http://schemas.microsoft.com/office/drawing/2014/main" id="{FF5A2096-B02E-89DC-E96C-4D1C72E42BE9}"/>
                    </a:ext>
                  </a:extLst>
                </p:cNvPr>
                <p:cNvPicPr/>
                <p:nvPr/>
              </p:nvPicPr>
              <p:blipFill>
                <a:blip r:embed="rId316"/>
                <a:stretch>
                  <a:fillRect/>
                </a:stretch>
              </p:blipFill>
              <p:spPr>
                <a:xfrm>
                  <a:off x="2025825" y="4711695"/>
                  <a:ext cx="27432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01" name="Ink 200">
                  <a:extLst>
                    <a:ext uri="{FF2B5EF4-FFF2-40B4-BE49-F238E27FC236}">
                      <a16:creationId xmlns:a16="http://schemas.microsoft.com/office/drawing/2014/main" id="{7D484451-5B3D-BB96-6564-66A2678AB9DB}"/>
                    </a:ext>
                  </a:extLst>
                </p14:cNvPr>
                <p14:cNvContentPartPr/>
                <p14:nvPr/>
              </p14:nvContentPartPr>
              <p14:xfrm>
                <a:off x="2587425" y="4313535"/>
                <a:ext cx="82800" cy="385920"/>
              </p14:xfrm>
            </p:contentPart>
          </mc:Choice>
          <mc:Fallback xmlns="">
            <p:pic>
              <p:nvPicPr>
                <p:cNvPr id="201" name="Ink 200">
                  <a:extLst>
                    <a:ext uri="{FF2B5EF4-FFF2-40B4-BE49-F238E27FC236}">
                      <a16:creationId xmlns:a16="http://schemas.microsoft.com/office/drawing/2014/main" id="{7D484451-5B3D-BB96-6564-66A2678AB9DB}"/>
                    </a:ext>
                  </a:extLst>
                </p:cNvPr>
                <p:cNvPicPr/>
                <p:nvPr/>
              </p:nvPicPr>
              <p:blipFill>
                <a:blip r:embed="rId318"/>
                <a:stretch>
                  <a:fillRect/>
                </a:stretch>
              </p:blipFill>
              <p:spPr>
                <a:xfrm>
                  <a:off x="2581305" y="4307415"/>
                  <a:ext cx="9504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02" name="Ink 201">
                  <a:extLst>
                    <a:ext uri="{FF2B5EF4-FFF2-40B4-BE49-F238E27FC236}">
                      <a16:creationId xmlns:a16="http://schemas.microsoft.com/office/drawing/2014/main" id="{ED155982-B63B-5F6E-5870-E09E14CAF8B8}"/>
                    </a:ext>
                  </a:extLst>
                </p14:cNvPr>
                <p14:cNvContentPartPr/>
                <p14:nvPr/>
              </p14:nvContentPartPr>
              <p14:xfrm>
                <a:off x="2663385" y="4447095"/>
                <a:ext cx="339480" cy="248040"/>
              </p14:xfrm>
            </p:contentPart>
          </mc:Choice>
          <mc:Fallback xmlns="">
            <p:pic>
              <p:nvPicPr>
                <p:cNvPr id="202" name="Ink 201">
                  <a:extLst>
                    <a:ext uri="{FF2B5EF4-FFF2-40B4-BE49-F238E27FC236}">
                      <a16:creationId xmlns:a16="http://schemas.microsoft.com/office/drawing/2014/main" id="{ED155982-B63B-5F6E-5870-E09E14CAF8B8}"/>
                    </a:ext>
                  </a:extLst>
                </p:cNvPr>
                <p:cNvPicPr/>
                <p:nvPr/>
              </p:nvPicPr>
              <p:blipFill>
                <a:blip r:embed="rId320"/>
                <a:stretch>
                  <a:fillRect/>
                </a:stretch>
              </p:blipFill>
              <p:spPr>
                <a:xfrm>
                  <a:off x="2657265" y="4440975"/>
                  <a:ext cx="35172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03" name="Ink 202">
                  <a:extLst>
                    <a:ext uri="{FF2B5EF4-FFF2-40B4-BE49-F238E27FC236}">
                      <a16:creationId xmlns:a16="http://schemas.microsoft.com/office/drawing/2014/main" id="{FA6D1248-C117-7B7D-1108-1622447A4C8E}"/>
                    </a:ext>
                  </a:extLst>
                </p14:cNvPr>
                <p14:cNvContentPartPr/>
                <p14:nvPr/>
              </p14:nvContentPartPr>
              <p14:xfrm>
                <a:off x="3066585" y="4410015"/>
                <a:ext cx="1399320" cy="762840"/>
              </p14:xfrm>
            </p:contentPart>
          </mc:Choice>
          <mc:Fallback xmlns="">
            <p:pic>
              <p:nvPicPr>
                <p:cNvPr id="203" name="Ink 202">
                  <a:extLst>
                    <a:ext uri="{FF2B5EF4-FFF2-40B4-BE49-F238E27FC236}">
                      <a16:creationId xmlns:a16="http://schemas.microsoft.com/office/drawing/2014/main" id="{FA6D1248-C117-7B7D-1108-1622447A4C8E}"/>
                    </a:ext>
                  </a:extLst>
                </p:cNvPr>
                <p:cNvPicPr/>
                <p:nvPr/>
              </p:nvPicPr>
              <p:blipFill>
                <a:blip r:embed="rId322"/>
                <a:stretch>
                  <a:fillRect/>
                </a:stretch>
              </p:blipFill>
              <p:spPr>
                <a:xfrm>
                  <a:off x="3060465" y="4403895"/>
                  <a:ext cx="1411560" cy="77508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04" name="Ink 203">
                  <a:extLst>
                    <a:ext uri="{FF2B5EF4-FFF2-40B4-BE49-F238E27FC236}">
                      <a16:creationId xmlns:a16="http://schemas.microsoft.com/office/drawing/2014/main" id="{4D9A1539-FAF7-06D2-5A7F-E5FFB753F17F}"/>
                    </a:ext>
                  </a:extLst>
                </p14:cNvPr>
                <p14:cNvContentPartPr/>
                <p14:nvPr/>
              </p14:nvContentPartPr>
              <p14:xfrm>
                <a:off x="4245945" y="4037775"/>
                <a:ext cx="199440" cy="904680"/>
              </p14:xfrm>
            </p:contentPart>
          </mc:Choice>
          <mc:Fallback xmlns="">
            <p:pic>
              <p:nvPicPr>
                <p:cNvPr id="204" name="Ink 203">
                  <a:extLst>
                    <a:ext uri="{FF2B5EF4-FFF2-40B4-BE49-F238E27FC236}">
                      <a16:creationId xmlns:a16="http://schemas.microsoft.com/office/drawing/2014/main" id="{4D9A1539-FAF7-06D2-5A7F-E5FFB753F17F}"/>
                    </a:ext>
                  </a:extLst>
                </p:cNvPr>
                <p:cNvPicPr/>
                <p:nvPr/>
              </p:nvPicPr>
              <p:blipFill>
                <a:blip r:embed="rId324"/>
                <a:stretch>
                  <a:fillRect/>
                </a:stretch>
              </p:blipFill>
              <p:spPr>
                <a:xfrm>
                  <a:off x="4239825" y="4031655"/>
                  <a:ext cx="211680" cy="91692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05" name="Ink 204">
                  <a:extLst>
                    <a:ext uri="{FF2B5EF4-FFF2-40B4-BE49-F238E27FC236}">
                      <a16:creationId xmlns:a16="http://schemas.microsoft.com/office/drawing/2014/main" id="{A3191F34-305C-FB64-B7B3-CEE405F8025D}"/>
                    </a:ext>
                  </a:extLst>
                </p14:cNvPr>
                <p14:cNvContentPartPr/>
                <p14:nvPr/>
              </p14:nvContentPartPr>
              <p14:xfrm>
                <a:off x="4406145" y="4459695"/>
                <a:ext cx="192240" cy="227520"/>
              </p14:xfrm>
            </p:contentPart>
          </mc:Choice>
          <mc:Fallback xmlns="">
            <p:pic>
              <p:nvPicPr>
                <p:cNvPr id="205" name="Ink 204">
                  <a:extLst>
                    <a:ext uri="{FF2B5EF4-FFF2-40B4-BE49-F238E27FC236}">
                      <a16:creationId xmlns:a16="http://schemas.microsoft.com/office/drawing/2014/main" id="{A3191F34-305C-FB64-B7B3-CEE405F8025D}"/>
                    </a:ext>
                  </a:extLst>
                </p:cNvPr>
                <p:cNvPicPr/>
                <p:nvPr/>
              </p:nvPicPr>
              <p:blipFill>
                <a:blip r:embed="rId326"/>
                <a:stretch>
                  <a:fillRect/>
                </a:stretch>
              </p:blipFill>
              <p:spPr>
                <a:xfrm>
                  <a:off x="4400025" y="4453575"/>
                  <a:ext cx="20448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06" name="Ink 205">
                  <a:extLst>
                    <a:ext uri="{FF2B5EF4-FFF2-40B4-BE49-F238E27FC236}">
                      <a16:creationId xmlns:a16="http://schemas.microsoft.com/office/drawing/2014/main" id="{D25AC1D1-5B90-945A-D607-7ACD8F23C4FE}"/>
                    </a:ext>
                  </a:extLst>
                </p14:cNvPr>
                <p14:cNvContentPartPr/>
                <p14:nvPr/>
              </p14:nvContentPartPr>
              <p14:xfrm>
                <a:off x="4781625" y="4310655"/>
                <a:ext cx="206640" cy="210240"/>
              </p14:xfrm>
            </p:contentPart>
          </mc:Choice>
          <mc:Fallback xmlns="">
            <p:pic>
              <p:nvPicPr>
                <p:cNvPr id="206" name="Ink 205">
                  <a:extLst>
                    <a:ext uri="{FF2B5EF4-FFF2-40B4-BE49-F238E27FC236}">
                      <a16:creationId xmlns:a16="http://schemas.microsoft.com/office/drawing/2014/main" id="{D25AC1D1-5B90-945A-D607-7ACD8F23C4FE}"/>
                    </a:ext>
                  </a:extLst>
                </p:cNvPr>
                <p:cNvPicPr/>
                <p:nvPr/>
              </p:nvPicPr>
              <p:blipFill>
                <a:blip r:embed="rId328"/>
                <a:stretch>
                  <a:fillRect/>
                </a:stretch>
              </p:blipFill>
              <p:spPr>
                <a:xfrm>
                  <a:off x="4775505" y="4304535"/>
                  <a:ext cx="21888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07" name="Ink 206">
                  <a:extLst>
                    <a:ext uri="{FF2B5EF4-FFF2-40B4-BE49-F238E27FC236}">
                      <a16:creationId xmlns:a16="http://schemas.microsoft.com/office/drawing/2014/main" id="{434814A8-4DC2-20DF-8A33-1ACD2E7EC610}"/>
                    </a:ext>
                  </a:extLst>
                </p14:cNvPr>
                <p14:cNvContentPartPr/>
                <p14:nvPr/>
              </p14:nvContentPartPr>
              <p14:xfrm>
                <a:off x="5047305" y="4269255"/>
                <a:ext cx="514800" cy="299880"/>
              </p14:xfrm>
            </p:contentPart>
          </mc:Choice>
          <mc:Fallback xmlns="">
            <p:pic>
              <p:nvPicPr>
                <p:cNvPr id="207" name="Ink 206">
                  <a:extLst>
                    <a:ext uri="{FF2B5EF4-FFF2-40B4-BE49-F238E27FC236}">
                      <a16:creationId xmlns:a16="http://schemas.microsoft.com/office/drawing/2014/main" id="{434814A8-4DC2-20DF-8A33-1ACD2E7EC610}"/>
                    </a:ext>
                  </a:extLst>
                </p:cNvPr>
                <p:cNvPicPr/>
                <p:nvPr/>
              </p:nvPicPr>
              <p:blipFill>
                <a:blip r:embed="rId330"/>
                <a:stretch>
                  <a:fillRect/>
                </a:stretch>
              </p:blipFill>
              <p:spPr>
                <a:xfrm>
                  <a:off x="5041185" y="4263135"/>
                  <a:ext cx="52704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08" name="Ink 207">
                  <a:extLst>
                    <a:ext uri="{FF2B5EF4-FFF2-40B4-BE49-F238E27FC236}">
                      <a16:creationId xmlns:a16="http://schemas.microsoft.com/office/drawing/2014/main" id="{52231548-C916-2E07-9E0E-1B1AF5E44B08}"/>
                    </a:ext>
                  </a:extLst>
                </p14:cNvPr>
                <p14:cNvContentPartPr/>
                <p14:nvPr/>
              </p14:nvContentPartPr>
              <p14:xfrm>
                <a:off x="5682705" y="4140735"/>
                <a:ext cx="951480" cy="205920"/>
              </p14:xfrm>
            </p:contentPart>
          </mc:Choice>
          <mc:Fallback xmlns="">
            <p:pic>
              <p:nvPicPr>
                <p:cNvPr id="208" name="Ink 207">
                  <a:extLst>
                    <a:ext uri="{FF2B5EF4-FFF2-40B4-BE49-F238E27FC236}">
                      <a16:creationId xmlns:a16="http://schemas.microsoft.com/office/drawing/2014/main" id="{52231548-C916-2E07-9E0E-1B1AF5E44B08}"/>
                    </a:ext>
                  </a:extLst>
                </p:cNvPr>
                <p:cNvPicPr/>
                <p:nvPr/>
              </p:nvPicPr>
              <p:blipFill>
                <a:blip r:embed="rId332"/>
                <a:stretch>
                  <a:fillRect/>
                </a:stretch>
              </p:blipFill>
              <p:spPr>
                <a:xfrm>
                  <a:off x="5676585" y="4134615"/>
                  <a:ext cx="96372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09" name="Ink 208">
                  <a:extLst>
                    <a:ext uri="{FF2B5EF4-FFF2-40B4-BE49-F238E27FC236}">
                      <a16:creationId xmlns:a16="http://schemas.microsoft.com/office/drawing/2014/main" id="{6E16871D-7DD9-EBBD-966B-B7E43C8C230B}"/>
                    </a:ext>
                  </a:extLst>
                </p14:cNvPr>
                <p14:cNvContentPartPr/>
                <p14:nvPr/>
              </p14:nvContentPartPr>
              <p14:xfrm>
                <a:off x="6668025" y="4209495"/>
                <a:ext cx="337680" cy="67320"/>
              </p14:xfrm>
            </p:contentPart>
          </mc:Choice>
          <mc:Fallback xmlns="">
            <p:pic>
              <p:nvPicPr>
                <p:cNvPr id="209" name="Ink 208">
                  <a:extLst>
                    <a:ext uri="{FF2B5EF4-FFF2-40B4-BE49-F238E27FC236}">
                      <a16:creationId xmlns:a16="http://schemas.microsoft.com/office/drawing/2014/main" id="{6E16871D-7DD9-EBBD-966B-B7E43C8C230B}"/>
                    </a:ext>
                  </a:extLst>
                </p:cNvPr>
                <p:cNvPicPr/>
                <p:nvPr/>
              </p:nvPicPr>
              <p:blipFill>
                <a:blip r:embed="rId334"/>
                <a:stretch>
                  <a:fillRect/>
                </a:stretch>
              </p:blipFill>
              <p:spPr>
                <a:xfrm>
                  <a:off x="6661905" y="4203375"/>
                  <a:ext cx="3499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10" name="Ink 209">
                  <a:extLst>
                    <a:ext uri="{FF2B5EF4-FFF2-40B4-BE49-F238E27FC236}">
                      <a16:creationId xmlns:a16="http://schemas.microsoft.com/office/drawing/2014/main" id="{89B12612-AF08-BB55-8BE9-C1C0AF8D415F}"/>
                    </a:ext>
                  </a:extLst>
                </p14:cNvPr>
                <p14:cNvContentPartPr/>
                <p14:nvPr/>
              </p14:nvContentPartPr>
              <p14:xfrm>
                <a:off x="7112625" y="4268175"/>
                <a:ext cx="21960" cy="37440"/>
              </p14:xfrm>
            </p:contentPart>
          </mc:Choice>
          <mc:Fallback xmlns="">
            <p:pic>
              <p:nvPicPr>
                <p:cNvPr id="210" name="Ink 209">
                  <a:extLst>
                    <a:ext uri="{FF2B5EF4-FFF2-40B4-BE49-F238E27FC236}">
                      <a16:creationId xmlns:a16="http://schemas.microsoft.com/office/drawing/2014/main" id="{89B12612-AF08-BB55-8BE9-C1C0AF8D415F}"/>
                    </a:ext>
                  </a:extLst>
                </p:cNvPr>
                <p:cNvPicPr/>
                <p:nvPr/>
              </p:nvPicPr>
              <p:blipFill>
                <a:blip r:embed="rId336"/>
                <a:stretch>
                  <a:fillRect/>
                </a:stretch>
              </p:blipFill>
              <p:spPr>
                <a:xfrm>
                  <a:off x="7106505" y="4262055"/>
                  <a:ext cx="342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11" name="Ink 210">
                  <a:extLst>
                    <a:ext uri="{FF2B5EF4-FFF2-40B4-BE49-F238E27FC236}">
                      <a16:creationId xmlns:a16="http://schemas.microsoft.com/office/drawing/2014/main" id="{5E98FA05-67C7-919F-CD97-7BD2380FB0A3}"/>
                    </a:ext>
                  </a:extLst>
                </p14:cNvPr>
                <p14:cNvContentPartPr/>
                <p14:nvPr/>
              </p14:nvContentPartPr>
              <p14:xfrm>
                <a:off x="7264905" y="4249815"/>
                <a:ext cx="74520" cy="87840"/>
              </p14:xfrm>
            </p:contentPart>
          </mc:Choice>
          <mc:Fallback xmlns="">
            <p:pic>
              <p:nvPicPr>
                <p:cNvPr id="211" name="Ink 210">
                  <a:extLst>
                    <a:ext uri="{FF2B5EF4-FFF2-40B4-BE49-F238E27FC236}">
                      <a16:creationId xmlns:a16="http://schemas.microsoft.com/office/drawing/2014/main" id="{5E98FA05-67C7-919F-CD97-7BD2380FB0A3}"/>
                    </a:ext>
                  </a:extLst>
                </p:cNvPr>
                <p:cNvPicPr/>
                <p:nvPr/>
              </p:nvPicPr>
              <p:blipFill>
                <a:blip r:embed="rId338"/>
                <a:stretch>
                  <a:fillRect/>
                </a:stretch>
              </p:blipFill>
              <p:spPr>
                <a:xfrm>
                  <a:off x="7258785" y="4243695"/>
                  <a:ext cx="86760" cy="100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39">
            <p14:nvContentPartPr>
              <p14:cNvPr id="37" name="Ink 36">
                <a:extLst>
                  <a:ext uri="{FF2B5EF4-FFF2-40B4-BE49-F238E27FC236}">
                    <a16:creationId xmlns:a16="http://schemas.microsoft.com/office/drawing/2014/main" id="{996A1547-CC97-AA75-2879-F83E5F635AB4}"/>
                  </a:ext>
                </a:extLst>
              </p14:cNvPr>
              <p14:cNvContentPartPr/>
              <p14:nvPr/>
            </p14:nvContentPartPr>
            <p14:xfrm>
              <a:off x="1369195" y="1744580"/>
              <a:ext cx="1185840" cy="282600"/>
            </p14:xfrm>
          </p:contentPart>
        </mc:Choice>
        <mc:Fallback>
          <p:pic>
            <p:nvPicPr>
              <p:cNvPr id="37" name="Ink 36">
                <a:extLst>
                  <a:ext uri="{FF2B5EF4-FFF2-40B4-BE49-F238E27FC236}">
                    <a16:creationId xmlns:a16="http://schemas.microsoft.com/office/drawing/2014/main" id="{996A1547-CC97-AA75-2879-F83E5F635AB4}"/>
                  </a:ext>
                </a:extLst>
              </p:cNvPr>
              <p:cNvPicPr/>
              <p:nvPr/>
            </p:nvPicPr>
            <p:blipFill>
              <a:blip r:embed="rId340"/>
              <a:stretch>
                <a:fillRect/>
              </a:stretch>
            </p:blipFill>
            <p:spPr>
              <a:xfrm>
                <a:off x="1363075" y="1738460"/>
                <a:ext cx="1198080" cy="29484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56" name="Ink 55">
                <a:extLst>
                  <a:ext uri="{FF2B5EF4-FFF2-40B4-BE49-F238E27FC236}">
                    <a16:creationId xmlns:a16="http://schemas.microsoft.com/office/drawing/2014/main" id="{38B74BEF-3D51-008E-0166-80B6E266B177}"/>
                  </a:ext>
                </a:extLst>
              </p14:cNvPr>
              <p14:cNvContentPartPr/>
              <p14:nvPr/>
            </p14:nvContentPartPr>
            <p14:xfrm>
              <a:off x="4582555" y="1743500"/>
              <a:ext cx="1051920" cy="276840"/>
            </p14:xfrm>
          </p:contentPart>
        </mc:Choice>
        <mc:Fallback>
          <p:pic>
            <p:nvPicPr>
              <p:cNvPr id="56" name="Ink 55">
                <a:extLst>
                  <a:ext uri="{FF2B5EF4-FFF2-40B4-BE49-F238E27FC236}">
                    <a16:creationId xmlns:a16="http://schemas.microsoft.com/office/drawing/2014/main" id="{38B74BEF-3D51-008E-0166-80B6E266B177}"/>
                  </a:ext>
                </a:extLst>
              </p:cNvPr>
              <p:cNvPicPr/>
              <p:nvPr/>
            </p:nvPicPr>
            <p:blipFill>
              <a:blip r:embed="rId342"/>
              <a:stretch>
                <a:fillRect/>
              </a:stretch>
            </p:blipFill>
            <p:spPr>
              <a:xfrm>
                <a:off x="4576435" y="1737380"/>
                <a:ext cx="1064160" cy="289080"/>
              </a:xfrm>
              <a:prstGeom prst="rect">
                <a:avLst/>
              </a:prstGeom>
            </p:spPr>
          </p:pic>
        </mc:Fallback>
      </mc:AlternateContent>
    </p:spTree>
    <p:extLst>
      <p:ext uri="{BB962C8B-B14F-4D97-AF65-F5344CB8AC3E}">
        <p14:creationId xmlns:p14="http://schemas.microsoft.com/office/powerpoint/2010/main" val="4227286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FDB4D0E-DE29-01C1-FF5B-CB0CE09C6FA3}"/>
              </a:ext>
            </a:extLst>
          </p:cNvPr>
          <p:cNvGrpSpPr/>
          <p:nvPr/>
        </p:nvGrpSpPr>
        <p:grpSpPr>
          <a:xfrm>
            <a:off x="942945" y="141495"/>
            <a:ext cx="1707840" cy="772200"/>
            <a:chOff x="942945" y="141495"/>
            <a:chExt cx="1707840" cy="7722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0973AAE-B5A5-3700-5DC4-92ECE04583F4}"/>
                    </a:ext>
                  </a:extLst>
                </p14:cNvPr>
                <p14:cNvContentPartPr/>
                <p14:nvPr/>
              </p14:nvContentPartPr>
              <p14:xfrm>
                <a:off x="942945" y="246615"/>
                <a:ext cx="376200" cy="667080"/>
              </p14:xfrm>
            </p:contentPart>
          </mc:Choice>
          <mc:Fallback xmlns="">
            <p:pic>
              <p:nvPicPr>
                <p:cNvPr id="2" name="Ink 1">
                  <a:extLst>
                    <a:ext uri="{FF2B5EF4-FFF2-40B4-BE49-F238E27FC236}">
                      <a16:creationId xmlns:a16="http://schemas.microsoft.com/office/drawing/2014/main" id="{10973AAE-B5A5-3700-5DC4-92ECE04583F4}"/>
                    </a:ext>
                  </a:extLst>
                </p:cNvPr>
                <p:cNvPicPr/>
                <p:nvPr/>
              </p:nvPicPr>
              <p:blipFill>
                <a:blip r:embed="rId3"/>
                <a:stretch>
                  <a:fillRect/>
                </a:stretch>
              </p:blipFill>
              <p:spPr>
                <a:xfrm>
                  <a:off x="936825" y="240495"/>
                  <a:ext cx="388440" cy="679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496F194-CF5E-BD9C-710C-231DA50ABF00}"/>
                    </a:ext>
                  </a:extLst>
                </p14:cNvPr>
                <p14:cNvContentPartPr/>
                <p14:nvPr/>
              </p14:nvContentPartPr>
              <p14:xfrm>
                <a:off x="1508505" y="141495"/>
                <a:ext cx="457560" cy="703080"/>
              </p14:xfrm>
            </p:contentPart>
          </mc:Choice>
          <mc:Fallback xmlns="">
            <p:pic>
              <p:nvPicPr>
                <p:cNvPr id="3" name="Ink 2">
                  <a:extLst>
                    <a:ext uri="{FF2B5EF4-FFF2-40B4-BE49-F238E27FC236}">
                      <a16:creationId xmlns:a16="http://schemas.microsoft.com/office/drawing/2014/main" id="{6496F194-CF5E-BD9C-710C-231DA50ABF00}"/>
                    </a:ext>
                  </a:extLst>
                </p:cNvPr>
                <p:cNvPicPr/>
                <p:nvPr/>
              </p:nvPicPr>
              <p:blipFill>
                <a:blip r:embed="rId5"/>
                <a:stretch>
                  <a:fillRect/>
                </a:stretch>
              </p:blipFill>
              <p:spPr>
                <a:xfrm>
                  <a:off x="1502385" y="135375"/>
                  <a:ext cx="469800" cy="715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BFC27CFA-B83A-B274-AD4A-EF0127603491}"/>
                    </a:ext>
                  </a:extLst>
                </p14:cNvPr>
                <p14:cNvContentPartPr/>
                <p14:nvPr/>
              </p14:nvContentPartPr>
              <p14:xfrm>
                <a:off x="2042385" y="406455"/>
                <a:ext cx="441720" cy="317880"/>
              </p14:xfrm>
            </p:contentPart>
          </mc:Choice>
          <mc:Fallback xmlns="">
            <p:pic>
              <p:nvPicPr>
                <p:cNvPr id="4" name="Ink 3">
                  <a:extLst>
                    <a:ext uri="{FF2B5EF4-FFF2-40B4-BE49-F238E27FC236}">
                      <a16:creationId xmlns:a16="http://schemas.microsoft.com/office/drawing/2014/main" id="{BFC27CFA-B83A-B274-AD4A-EF0127603491}"/>
                    </a:ext>
                  </a:extLst>
                </p:cNvPr>
                <p:cNvPicPr/>
                <p:nvPr/>
              </p:nvPicPr>
              <p:blipFill>
                <a:blip r:embed="rId7"/>
                <a:stretch>
                  <a:fillRect/>
                </a:stretch>
              </p:blipFill>
              <p:spPr>
                <a:xfrm>
                  <a:off x="2036265" y="400335"/>
                  <a:ext cx="45396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92FFE911-9007-77C5-339C-1D31CEE36221}"/>
                    </a:ext>
                  </a:extLst>
                </p14:cNvPr>
                <p14:cNvContentPartPr/>
                <p14:nvPr/>
              </p14:nvContentPartPr>
              <p14:xfrm>
                <a:off x="1842945" y="267495"/>
                <a:ext cx="254520" cy="573120"/>
              </p14:xfrm>
            </p:contentPart>
          </mc:Choice>
          <mc:Fallback xmlns="">
            <p:pic>
              <p:nvPicPr>
                <p:cNvPr id="5" name="Ink 4">
                  <a:extLst>
                    <a:ext uri="{FF2B5EF4-FFF2-40B4-BE49-F238E27FC236}">
                      <a16:creationId xmlns:a16="http://schemas.microsoft.com/office/drawing/2014/main" id="{92FFE911-9007-77C5-339C-1D31CEE36221}"/>
                    </a:ext>
                  </a:extLst>
                </p:cNvPr>
                <p:cNvPicPr/>
                <p:nvPr/>
              </p:nvPicPr>
              <p:blipFill>
                <a:blip r:embed="rId9"/>
                <a:stretch>
                  <a:fillRect/>
                </a:stretch>
              </p:blipFill>
              <p:spPr>
                <a:xfrm>
                  <a:off x="1836825" y="261375"/>
                  <a:ext cx="266760" cy="585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D72A0CF0-9BDA-588F-61C7-B5E5D3C1889C}"/>
                    </a:ext>
                  </a:extLst>
                </p14:cNvPr>
                <p14:cNvContentPartPr/>
                <p14:nvPr/>
              </p14:nvContentPartPr>
              <p14:xfrm>
                <a:off x="2368185" y="244815"/>
                <a:ext cx="282600" cy="635040"/>
              </p14:xfrm>
            </p:contentPart>
          </mc:Choice>
          <mc:Fallback xmlns="">
            <p:pic>
              <p:nvPicPr>
                <p:cNvPr id="6" name="Ink 5">
                  <a:extLst>
                    <a:ext uri="{FF2B5EF4-FFF2-40B4-BE49-F238E27FC236}">
                      <a16:creationId xmlns:a16="http://schemas.microsoft.com/office/drawing/2014/main" id="{D72A0CF0-9BDA-588F-61C7-B5E5D3C1889C}"/>
                    </a:ext>
                  </a:extLst>
                </p:cNvPr>
                <p:cNvPicPr/>
                <p:nvPr/>
              </p:nvPicPr>
              <p:blipFill>
                <a:blip r:embed="rId11"/>
                <a:stretch>
                  <a:fillRect/>
                </a:stretch>
              </p:blipFill>
              <p:spPr>
                <a:xfrm>
                  <a:off x="2362065" y="238695"/>
                  <a:ext cx="294840" cy="647280"/>
                </a:xfrm>
                <a:prstGeom prst="rect">
                  <a:avLst/>
                </a:prstGeom>
              </p:spPr>
            </p:pic>
          </mc:Fallback>
        </mc:AlternateContent>
      </p:grpSp>
      <p:grpSp>
        <p:nvGrpSpPr>
          <p:cNvPr id="9" name="Group 8">
            <a:extLst>
              <a:ext uri="{FF2B5EF4-FFF2-40B4-BE49-F238E27FC236}">
                <a16:creationId xmlns:a16="http://schemas.microsoft.com/office/drawing/2014/main" id="{9A207700-9D2C-78DC-9A88-AA5457BF9FAE}"/>
              </a:ext>
            </a:extLst>
          </p:cNvPr>
          <p:cNvGrpSpPr/>
          <p:nvPr/>
        </p:nvGrpSpPr>
        <p:grpSpPr>
          <a:xfrm>
            <a:off x="3233265" y="434175"/>
            <a:ext cx="285120" cy="280440"/>
            <a:chOff x="3233265" y="434175"/>
            <a:chExt cx="285120" cy="280440"/>
          </a:xfrm>
        </p:grpSpPr>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807A5466-B4CA-13C4-7B1B-A15A5C58FAA9}"/>
                    </a:ext>
                  </a:extLst>
                </p14:cNvPr>
                <p14:cNvContentPartPr/>
                <p14:nvPr/>
              </p14:nvContentPartPr>
              <p14:xfrm>
                <a:off x="3246945" y="434175"/>
                <a:ext cx="144360" cy="85680"/>
              </p14:xfrm>
            </p:contentPart>
          </mc:Choice>
          <mc:Fallback xmlns="">
            <p:pic>
              <p:nvPicPr>
                <p:cNvPr id="7" name="Ink 6">
                  <a:extLst>
                    <a:ext uri="{FF2B5EF4-FFF2-40B4-BE49-F238E27FC236}">
                      <a16:creationId xmlns:a16="http://schemas.microsoft.com/office/drawing/2014/main" id="{807A5466-B4CA-13C4-7B1B-A15A5C58FAA9}"/>
                    </a:ext>
                  </a:extLst>
                </p:cNvPr>
                <p:cNvPicPr/>
                <p:nvPr/>
              </p:nvPicPr>
              <p:blipFill>
                <a:blip r:embed="rId13"/>
                <a:stretch>
                  <a:fillRect/>
                </a:stretch>
              </p:blipFill>
              <p:spPr>
                <a:xfrm>
                  <a:off x="3240825" y="428055"/>
                  <a:ext cx="1566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3A363727-32D9-CCA7-D6F4-F4D71D592F93}"/>
                    </a:ext>
                  </a:extLst>
                </p14:cNvPr>
                <p14:cNvContentPartPr/>
                <p14:nvPr/>
              </p14:nvContentPartPr>
              <p14:xfrm>
                <a:off x="3233265" y="610215"/>
                <a:ext cx="285120" cy="104400"/>
              </p14:xfrm>
            </p:contentPart>
          </mc:Choice>
          <mc:Fallback xmlns="">
            <p:pic>
              <p:nvPicPr>
                <p:cNvPr id="8" name="Ink 7">
                  <a:extLst>
                    <a:ext uri="{FF2B5EF4-FFF2-40B4-BE49-F238E27FC236}">
                      <a16:creationId xmlns:a16="http://schemas.microsoft.com/office/drawing/2014/main" id="{3A363727-32D9-CCA7-D6F4-F4D71D592F93}"/>
                    </a:ext>
                  </a:extLst>
                </p:cNvPr>
                <p:cNvPicPr/>
                <p:nvPr/>
              </p:nvPicPr>
              <p:blipFill>
                <a:blip r:embed="rId15"/>
                <a:stretch>
                  <a:fillRect/>
                </a:stretch>
              </p:blipFill>
              <p:spPr>
                <a:xfrm>
                  <a:off x="3227145" y="604095"/>
                  <a:ext cx="297360" cy="116640"/>
                </a:xfrm>
                <a:prstGeom prst="rect">
                  <a:avLst/>
                </a:prstGeom>
              </p:spPr>
            </p:pic>
          </mc:Fallback>
        </mc:AlternateContent>
      </p:grpSp>
      <p:grpSp>
        <p:nvGrpSpPr>
          <p:cNvPr id="30" name="Group 29">
            <a:extLst>
              <a:ext uri="{FF2B5EF4-FFF2-40B4-BE49-F238E27FC236}">
                <a16:creationId xmlns:a16="http://schemas.microsoft.com/office/drawing/2014/main" id="{6AAC37EE-2DD7-199E-A409-EF77F5BEFA2D}"/>
              </a:ext>
            </a:extLst>
          </p:cNvPr>
          <p:cNvGrpSpPr/>
          <p:nvPr/>
        </p:nvGrpSpPr>
        <p:grpSpPr>
          <a:xfrm>
            <a:off x="3938145" y="147975"/>
            <a:ext cx="619200" cy="752400"/>
            <a:chOff x="3938145" y="147975"/>
            <a:chExt cx="619200" cy="75240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4032597C-4CD2-8066-1849-C708846E2FAE}"/>
                    </a:ext>
                  </a:extLst>
                </p14:cNvPr>
                <p14:cNvContentPartPr/>
                <p14:nvPr/>
              </p14:nvContentPartPr>
              <p14:xfrm>
                <a:off x="3938145" y="147975"/>
                <a:ext cx="455760" cy="752400"/>
              </p14:xfrm>
            </p:contentPart>
          </mc:Choice>
          <mc:Fallback xmlns="">
            <p:pic>
              <p:nvPicPr>
                <p:cNvPr id="11" name="Ink 10">
                  <a:extLst>
                    <a:ext uri="{FF2B5EF4-FFF2-40B4-BE49-F238E27FC236}">
                      <a16:creationId xmlns:a16="http://schemas.microsoft.com/office/drawing/2014/main" id="{4032597C-4CD2-8066-1849-C708846E2FAE}"/>
                    </a:ext>
                  </a:extLst>
                </p:cNvPr>
                <p:cNvPicPr/>
                <p:nvPr/>
              </p:nvPicPr>
              <p:blipFill>
                <a:blip r:embed="rId17"/>
                <a:stretch>
                  <a:fillRect/>
                </a:stretch>
              </p:blipFill>
              <p:spPr>
                <a:xfrm>
                  <a:off x="3932025" y="141855"/>
                  <a:ext cx="468000" cy="764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8A52102D-A67C-B8AC-9AB8-893AF17ADC9B}"/>
                    </a:ext>
                  </a:extLst>
                </p14:cNvPr>
                <p14:cNvContentPartPr/>
                <p14:nvPr/>
              </p14:nvContentPartPr>
              <p14:xfrm>
                <a:off x="4306785" y="527415"/>
                <a:ext cx="250560" cy="330840"/>
              </p14:xfrm>
            </p:contentPart>
          </mc:Choice>
          <mc:Fallback xmlns="">
            <p:pic>
              <p:nvPicPr>
                <p:cNvPr id="12" name="Ink 11">
                  <a:extLst>
                    <a:ext uri="{FF2B5EF4-FFF2-40B4-BE49-F238E27FC236}">
                      <a16:creationId xmlns:a16="http://schemas.microsoft.com/office/drawing/2014/main" id="{8A52102D-A67C-B8AC-9AB8-893AF17ADC9B}"/>
                    </a:ext>
                  </a:extLst>
                </p:cNvPr>
                <p:cNvPicPr/>
                <p:nvPr/>
              </p:nvPicPr>
              <p:blipFill>
                <a:blip r:embed="rId19"/>
                <a:stretch>
                  <a:fillRect/>
                </a:stretch>
              </p:blipFill>
              <p:spPr>
                <a:xfrm>
                  <a:off x="4300665" y="521295"/>
                  <a:ext cx="262800" cy="343080"/>
                </a:xfrm>
                <a:prstGeom prst="rect">
                  <a:avLst/>
                </a:prstGeom>
              </p:spPr>
            </p:pic>
          </mc:Fallback>
        </mc:AlternateContent>
      </p:grpSp>
      <p:grpSp>
        <p:nvGrpSpPr>
          <p:cNvPr id="29" name="Group 28">
            <a:extLst>
              <a:ext uri="{FF2B5EF4-FFF2-40B4-BE49-F238E27FC236}">
                <a16:creationId xmlns:a16="http://schemas.microsoft.com/office/drawing/2014/main" id="{D97E32B3-3F31-6458-41E8-4F0750937684}"/>
              </a:ext>
            </a:extLst>
          </p:cNvPr>
          <p:cNvGrpSpPr/>
          <p:nvPr/>
        </p:nvGrpSpPr>
        <p:grpSpPr>
          <a:xfrm>
            <a:off x="5093025" y="119535"/>
            <a:ext cx="1919520" cy="645480"/>
            <a:chOff x="5093025" y="119535"/>
            <a:chExt cx="1919520" cy="645480"/>
          </a:xfrm>
        </p:grpSpPr>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18A3E98A-4D79-CB8B-4C5F-ED733E387E18}"/>
                    </a:ext>
                  </a:extLst>
                </p14:cNvPr>
                <p14:cNvContentPartPr/>
                <p14:nvPr/>
              </p14:nvContentPartPr>
              <p14:xfrm>
                <a:off x="5093025" y="493935"/>
                <a:ext cx="492480" cy="39600"/>
              </p14:xfrm>
            </p:contentPart>
          </mc:Choice>
          <mc:Fallback xmlns="">
            <p:pic>
              <p:nvPicPr>
                <p:cNvPr id="13" name="Ink 12">
                  <a:extLst>
                    <a:ext uri="{FF2B5EF4-FFF2-40B4-BE49-F238E27FC236}">
                      <a16:creationId xmlns:a16="http://schemas.microsoft.com/office/drawing/2014/main" id="{18A3E98A-4D79-CB8B-4C5F-ED733E387E18}"/>
                    </a:ext>
                  </a:extLst>
                </p:cNvPr>
                <p:cNvPicPr/>
                <p:nvPr/>
              </p:nvPicPr>
              <p:blipFill>
                <a:blip r:embed="rId21"/>
                <a:stretch>
                  <a:fillRect/>
                </a:stretch>
              </p:blipFill>
              <p:spPr>
                <a:xfrm>
                  <a:off x="5086905" y="487815"/>
                  <a:ext cx="5047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2513593E-055B-17E6-2A02-24A82893DD72}"/>
                    </a:ext>
                  </a:extLst>
                </p14:cNvPr>
                <p14:cNvContentPartPr/>
                <p14:nvPr/>
              </p14:nvContentPartPr>
              <p14:xfrm>
                <a:off x="5355825" y="352095"/>
                <a:ext cx="20880" cy="412920"/>
              </p14:xfrm>
            </p:contentPart>
          </mc:Choice>
          <mc:Fallback xmlns="">
            <p:pic>
              <p:nvPicPr>
                <p:cNvPr id="14" name="Ink 13">
                  <a:extLst>
                    <a:ext uri="{FF2B5EF4-FFF2-40B4-BE49-F238E27FC236}">
                      <a16:creationId xmlns:a16="http://schemas.microsoft.com/office/drawing/2014/main" id="{2513593E-055B-17E6-2A02-24A82893DD72}"/>
                    </a:ext>
                  </a:extLst>
                </p:cNvPr>
                <p:cNvPicPr/>
                <p:nvPr/>
              </p:nvPicPr>
              <p:blipFill>
                <a:blip r:embed="rId23"/>
                <a:stretch>
                  <a:fillRect/>
                </a:stretch>
              </p:blipFill>
              <p:spPr>
                <a:xfrm>
                  <a:off x="5349705" y="345975"/>
                  <a:ext cx="3312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63F7289F-3B58-D696-C35D-123CBDA3F096}"/>
                    </a:ext>
                  </a:extLst>
                </p14:cNvPr>
                <p14:cNvContentPartPr/>
                <p14:nvPr/>
              </p14:nvContentPartPr>
              <p14:xfrm>
                <a:off x="5907345" y="119535"/>
                <a:ext cx="401040" cy="598680"/>
              </p14:xfrm>
            </p:contentPart>
          </mc:Choice>
          <mc:Fallback xmlns="">
            <p:pic>
              <p:nvPicPr>
                <p:cNvPr id="15" name="Ink 14">
                  <a:extLst>
                    <a:ext uri="{FF2B5EF4-FFF2-40B4-BE49-F238E27FC236}">
                      <a16:creationId xmlns:a16="http://schemas.microsoft.com/office/drawing/2014/main" id="{63F7289F-3B58-D696-C35D-123CBDA3F096}"/>
                    </a:ext>
                  </a:extLst>
                </p:cNvPr>
                <p:cNvPicPr/>
                <p:nvPr/>
              </p:nvPicPr>
              <p:blipFill>
                <a:blip r:embed="rId25"/>
                <a:stretch>
                  <a:fillRect/>
                </a:stretch>
              </p:blipFill>
              <p:spPr>
                <a:xfrm>
                  <a:off x="5901225" y="113415"/>
                  <a:ext cx="413280" cy="610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19A19E5A-CABC-E3EB-2193-BCA81906CB05}"/>
                    </a:ext>
                  </a:extLst>
                </p14:cNvPr>
                <p14:cNvContentPartPr/>
                <p14:nvPr/>
              </p14:nvContentPartPr>
              <p14:xfrm>
                <a:off x="6344025" y="521655"/>
                <a:ext cx="78480" cy="182520"/>
              </p14:xfrm>
            </p:contentPart>
          </mc:Choice>
          <mc:Fallback xmlns="">
            <p:pic>
              <p:nvPicPr>
                <p:cNvPr id="16" name="Ink 15">
                  <a:extLst>
                    <a:ext uri="{FF2B5EF4-FFF2-40B4-BE49-F238E27FC236}">
                      <a16:creationId xmlns:a16="http://schemas.microsoft.com/office/drawing/2014/main" id="{19A19E5A-CABC-E3EB-2193-BCA81906CB05}"/>
                    </a:ext>
                  </a:extLst>
                </p:cNvPr>
                <p:cNvPicPr/>
                <p:nvPr/>
              </p:nvPicPr>
              <p:blipFill>
                <a:blip r:embed="rId27"/>
                <a:stretch>
                  <a:fillRect/>
                </a:stretch>
              </p:blipFill>
              <p:spPr>
                <a:xfrm>
                  <a:off x="6337905" y="515535"/>
                  <a:ext cx="907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EFD3B45C-B3BA-3668-23D2-32E644DDD331}"/>
                    </a:ext>
                  </a:extLst>
                </p14:cNvPr>
                <p14:cNvContentPartPr/>
                <p14:nvPr/>
              </p14:nvContentPartPr>
              <p14:xfrm>
                <a:off x="6608625" y="374775"/>
                <a:ext cx="403920" cy="265680"/>
              </p14:xfrm>
            </p:contentPart>
          </mc:Choice>
          <mc:Fallback xmlns="">
            <p:pic>
              <p:nvPicPr>
                <p:cNvPr id="17" name="Ink 16">
                  <a:extLst>
                    <a:ext uri="{FF2B5EF4-FFF2-40B4-BE49-F238E27FC236}">
                      <a16:creationId xmlns:a16="http://schemas.microsoft.com/office/drawing/2014/main" id="{EFD3B45C-B3BA-3668-23D2-32E644DDD331}"/>
                    </a:ext>
                  </a:extLst>
                </p:cNvPr>
                <p:cNvPicPr/>
                <p:nvPr/>
              </p:nvPicPr>
              <p:blipFill>
                <a:blip r:embed="rId29"/>
                <a:stretch>
                  <a:fillRect/>
                </a:stretch>
              </p:blipFill>
              <p:spPr>
                <a:xfrm>
                  <a:off x="6602505" y="368655"/>
                  <a:ext cx="416160" cy="277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31" name="Ink 30">
                <a:extLst>
                  <a:ext uri="{FF2B5EF4-FFF2-40B4-BE49-F238E27FC236}">
                    <a16:creationId xmlns:a16="http://schemas.microsoft.com/office/drawing/2014/main" id="{BD1D4EE4-4282-D5C4-FB74-AC56FE562488}"/>
                  </a:ext>
                </a:extLst>
              </p14:cNvPr>
              <p14:cNvContentPartPr/>
              <p14:nvPr/>
            </p14:nvContentPartPr>
            <p14:xfrm>
              <a:off x="6907065" y="340215"/>
              <a:ext cx="66960" cy="187920"/>
            </p14:xfrm>
          </p:contentPart>
        </mc:Choice>
        <mc:Fallback xmlns="">
          <p:pic>
            <p:nvPicPr>
              <p:cNvPr id="31" name="Ink 30">
                <a:extLst>
                  <a:ext uri="{FF2B5EF4-FFF2-40B4-BE49-F238E27FC236}">
                    <a16:creationId xmlns:a16="http://schemas.microsoft.com/office/drawing/2014/main" id="{BD1D4EE4-4282-D5C4-FB74-AC56FE562488}"/>
                  </a:ext>
                </a:extLst>
              </p:cNvPr>
              <p:cNvPicPr/>
              <p:nvPr/>
            </p:nvPicPr>
            <p:blipFill>
              <a:blip r:embed="rId31"/>
              <a:stretch>
                <a:fillRect/>
              </a:stretch>
            </p:blipFill>
            <p:spPr>
              <a:xfrm>
                <a:off x="6900945" y="334095"/>
                <a:ext cx="79200" cy="200160"/>
              </a:xfrm>
              <a:prstGeom prst="rect">
                <a:avLst/>
              </a:prstGeom>
            </p:spPr>
          </p:pic>
        </mc:Fallback>
      </mc:AlternateContent>
      <p:grpSp>
        <p:nvGrpSpPr>
          <p:cNvPr id="34" name="Group 33">
            <a:extLst>
              <a:ext uri="{FF2B5EF4-FFF2-40B4-BE49-F238E27FC236}">
                <a16:creationId xmlns:a16="http://schemas.microsoft.com/office/drawing/2014/main" id="{82C4B35A-05EF-B0FC-C12F-2A90BB8D4DC4}"/>
              </a:ext>
            </a:extLst>
          </p:cNvPr>
          <p:cNvGrpSpPr/>
          <p:nvPr/>
        </p:nvGrpSpPr>
        <p:grpSpPr>
          <a:xfrm>
            <a:off x="7346625" y="214935"/>
            <a:ext cx="4289040" cy="510480"/>
            <a:chOff x="7346625" y="214935"/>
            <a:chExt cx="4289040" cy="510480"/>
          </a:xfrm>
        </p:grpSpPr>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F50AF152-B481-C6A7-65B7-C9C6FFCFE3BD}"/>
                    </a:ext>
                  </a:extLst>
                </p14:cNvPr>
                <p14:cNvContentPartPr/>
                <p14:nvPr/>
              </p14:nvContentPartPr>
              <p14:xfrm>
                <a:off x="7346625" y="471255"/>
                <a:ext cx="446400" cy="30240"/>
              </p14:xfrm>
            </p:contentPart>
          </mc:Choice>
          <mc:Fallback xmlns="">
            <p:pic>
              <p:nvPicPr>
                <p:cNvPr id="18" name="Ink 17">
                  <a:extLst>
                    <a:ext uri="{FF2B5EF4-FFF2-40B4-BE49-F238E27FC236}">
                      <a16:creationId xmlns:a16="http://schemas.microsoft.com/office/drawing/2014/main" id="{F50AF152-B481-C6A7-65B7-C9C6FFCFE3BD}"/>
                    </a:ext>
                  </a:extLst>
                </p:cNvPr>
                <p:cNvPicPr/>
                <p:nvPr/>
              </p:nvPicPr>
              <p:blipFill>
                <a:blip r:embed="rId33"/>
                <a:stretch>
                  <a:fillRect/>
                </a:stretch>
              </p:blipFill>
              <p:spPr>
                <a:xfrm>
                  <a:off x="7340505" y="465135"/>
                  <a:ext cx="45864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828ED925-F812-B83A-0C41-31812BA2E327}"/>
                    </a:ext>
                  </a:extLst>
                </p14:cNvPr>
                <p14:cNvContentPartPr/>
                <p14:nvPr/>
              </p14:nvContentPartPr>
              <p14:xfrm>
                <a:off x="7590345" y="318975"/>
                <a:ext cx="67680" cy="334800"/>
              </p14:xfrm>
            </p:contentPart>
          </mc:Choice>
          <mc:Fallback xmlns="">
            <p:pic>
              <p:nvPicPr>
                <p:cNvPr id="19" name="Ink 18">
                  <a:extLst>
                    <a:ext uri="{FF2B5EF4-FFF2-40B4-BE49-F238E27FC236}">
                      <a16:creationId xmlns:a16="http://schemas.microsoft.com/office/drawing/2014/main" id="{828ED925-F812-B83A-0C41-31812BA2E327}"/>
                    </a:ext>
                  </a:extLst>
                </p:cNvPr>
                <p:cNvPicPr/>
                <p:nvPr/>
              </p:nvPicPr>
              <p:blipFill>
                <a:blip r:embed="rId35"/>
                <a:stretch>
                  <a:fillRect/>
                </a:stretch>
              </p:blipFill>
              <p:spPr>
                <a:xfrm>
                  <a:off x="7584225" y="312855"/>
                  <a:ext cx="7992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8EF16E52-6C90-A66F-68A0-4C632EC44624}"/>
                    </a:ext>
                  </a:extLst>
                </p14:cNvPr>
                <p14:cNvContentPartPr/>
                <p14:nvPr/>
              </p14:nvContentPartPr>
              <p14:xfrm>
                <a:off x="8089305" y="218535"/>
                <a:ext cx="492480" cy="502920"/>
              </p14:xfrm>
            </p:contentPart>
          </mc:Choice>
          <mc:Fallback xmlns="">
            <p:pic>
              <p:nvPicPr>
                <p:cNvPr id="20" name="Ink 19">
                  <a:extLst>
                    <a:ext uri="{FF2B5EF4-FFF2-40B4-BE49-F238E27FC236}">
                      <a16:creationId xmlns:a16="http://schemas.microsoft.com/office/drawing/2014/main" id="{8EF16E52-6C90-A66F-68A0-4C632EC44624}"/>
                    </a:ext>
                  </a:extLst>
                </p:cNvPr>
                <p:cNvPicPr/>
                <p:nvPr/>
              </p:nvPicPr>
              <p:blipFill>
                <a:blip r:embed="rId37"/>
                <a:stretch>
                  <a:fillRect/>
                </a:stretch>
              </p:blipFill>
              <p:spPr>
                <a:xfrm>
                  <a:off x="8083185" y="212415"/>
                  <a:ext cx="50472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73F2A5E1-BDD9-A176-582B-546001353CC2}"/>
                    </a:ext>
                  </a:extLst>
                </p14:cNvPr>
                <p14:cNvContentPartPr/>
                <p14:nvPr/>
              </p14:nvContentPartPr>
              <p14:xfrm>
                <a:off x="8597625" y="491775"/>
                <a:ext cx="250560" cy="209880"/>
              </p14:xfrm>
            </p:contentPart>
          </mc:Choice>
          <mc:Fallback xmlns="">
            <p:pic>
              <p:nvPicPr>
                <p:cNvPr id="21" name="Ink 20">
                  <a:extLst>
                    <a:ext uri="{FF2B5EF4-FFF2-40B4-BE49-F238E27FC236}">
                      <a16:creationId xmlns:a16="http://schemas.microsoft.com/office/drawing/2014/main" id="{73F2A5E1-BDD9-A176-582B-546001353CC2}"/>
                    </a:ext>
                  </a:extLst>
                </p:cNvPr>
                <p:cNvPicPr/>
                <p:nvPr/>
              </p:nvPicPr>
              <p:blipFill>
                <a:blip r:embed="rId39"/>
                <a:stretch>
                  <a:fillRect/>
                </a:stretch>
              </p:blipFill>
              <p:spPr>
                <a:xfrm>
                  <a:off x="8591505" y="485655"/>
                  <a:ext cx="2628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FA222056-8080-C6F6-F09F-498A31538D10}"/>
                    </a:ext>
                  </a:extLst>
                </p14:cNvPr>
                <p14:cNvContentPartPr/>
                <p14:nvPr/>
              </p14:nvContentPartPr>
              <p14:xfrm>
                <a:off x="8963745" y="328335"/>
                <a:ext cx="605520" cy="295560"/>
              </p14:xfrm>
            </p:contentPart>
          </mc:Choice>
          <mc:Fallback xmlns="">
            <p:pic>
              <p:nvPicPr>
                <p:cNvPr id="22" name="Ink 21">
                  <a:extLst>
                    <a:ext uri="{FF2B5EF4-FFF2-40B4-BE49-F238E27FC236}">
                      <a16:creationId xmlns:a16="http://schemas.microsoft.com/office/drawing/2014/main" id="{FA222056-8080-C6F6-F09F-498A31538D10}"/>
                    </a:ext>
                  </a:extLst>
                </p:cNvPr>
                <p:cNvPicPr/>
                <p:nvPr/>
              </p:nvPicPr>
              <p:blipFill>
                <a:blip r:embed="rId41"/>
                <a:stretch>
                  <a:fillRect/>
                </a:stretch>
              </p:blipFill>
              <p:spPr>
                <a:xfrm>
                  <a:off x="8957625" y="322215"/>
                  <a:ext cx="61776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E077ED6C-DD1C-BE9E-4E40-A72FA91AFAD5}"/>
                    </a:ext>
                  </a:extLst>
                </p14:cNvPr>
                <p14:cNvContentPartPr/>
                <p14:nvPr/>
              </p14:nvContentPartPr>
              <p14:xfrm>
                <a:off x="9779865" y="268575"/>
                <a:ext cx="108000" cy="349200"/>
              </p14:xfrm>
            </p:contentPart>
          </mc:Choice>
          <mc:Fallback xmlns="">
            <p:pic>
              <p:nvPicPr>
                <p:cNvPr id="23" name="Ink 22">
                  <a:extLst>
                    <a:ext uri="{FF2B5EF4-FFF2-40B4-BE49-F238E27FC236}">
                      <a16:creationId xmlns:a16="http://schemas.microsoft.com/office/drawing/2014/main" id="{E077ED6C-DD1C-BE9E-4E40-A72FA91AFAD5}"/>
                    </a:ext>
                  </a:extLst>
                </p:cNvPr>
                <p:cNvPicPr/>
                <p:nvPr/>
              </p:nvPicPr>
              <p:blipFill>
                <a:blip r:embed="rId43"/>
                <a:stretch>
                  <a:fillRect/>
                </a:stretch>
              </p:blipFill>
              <p:spPr>
                <a:xfrm>
                  <a:off x="9773745" y="262455"/>
                  <a:ext cx="12024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2085DF5B-7CC2-B16A-35B2-69A2111EDB4E}"/>
                    </a:ext>
                  </a:extLst>
                </p14:cNvPr>
                <p14:cNvContentPartPr/>
                <p14:nvPr/>
              </p14:nvContentPartPr>
              <p14:xfrm>
                <a:off x="9660345" y="479535"/>
                <a:ext cx="342000" cy="47520"/>
              </p14:xfrm>
            </p:contentPart>
          </mc:Choice>
          <mc:Fallback xmlns="">
            <p:pic>
              <p:nvPicPr>
                <p:cNvPr id="24" name="Ink 23">
                  <a:extLst>
                    <a:ext uri="{FF2B5EF4-FFF2-40B4-BE49-F238E27FC236}">
                      <a16:creationId xmlns:a16="http://schemas.microsoft.com/office/drawing/2014/main" id="{2085DF5B-7CC2-B16A-35B2-69A2111EDB4E}"/>
                    </a:ext>
                  </a:extLst>
                </p:cNvPr>
                <p:cNvPicPr/>
                <p:nvPr/>
              </p:nvPicPr>
              <p:blipFill>
                <a:blip r:embed="rId45"/>
                <a:stretch>
                  <a:fillRect/>
                </a:stretch>
              </p:blipFill>
              <p:spPr>
                <a:xfrm>
                  <a:off x="9654225" y="473415"/>
                  <a:ext cx="35424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DC6EBAA7-D93C-7699-EFB2-433F647EC74E}"/>
                    </a:ext>
                  </a:extLst>
                </p14:cNvPr>
                <p14:cNvContentPartPr/>
                <p14:nvPr/>
              </p14:nvContentPartPr>
              <p14:xfrm>
                <a:off x="10164345" y="214935"/>
                <a:ext cx="393840" cy="490680"/>
              </p14:xfrm>
            </p:contentPart>
          </mc:Choice>
          <mc:Fallback xmlns="">
            <p:pic>
              <p:nvPicPr>
                <p:cNvPr id="25" name="Ink 24">
                  <a:extLst>
                    <a:ext uri="{FF2B5EF4-FFF2-40B4-BE49-F238E27FC236}">
                      <a16:creationId xmlns:a16="http://schemas.microsoft.com/office/drawing/2014/main" id="{DC6EBAA7-D93C-7699-EFB2-433F647EC74E}"/>
                    </a:ext>
                  </a:extLst>
                </p:cNvPr>
                <p:cNvPicPr/>
                <p:nvPr/>
              </p:nvPicPr>
              <p:blipFill>
                <a:blip r:embed="rId47"/>
                <a:stretch>
                  <a:fillRect/>
                </a:stretch>
              </p:blipFill>
              <p:spPr>
                <a:xfrm>
                  <a:off x="10158225" y="208815"/>
                  <a:ext cx="406080" cy="502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0101E279-F383-8E64-5EE7-11B063ABD6A6}"/>
                    </a:ext>
                  </a:extLst>
                </p14:cNvPr>
                <p14:cNvContentPartPr/>
                <p14:nvPr/>
              </p14:nvContentPartPr>
              <p14:xfrm>
                <a:off x="10644225" y="468015"/>
                <a:ext cx="136800" cy="257400"/>
              </p14:xfrm>
            </p:contentPart>
          </mc:Choice>
          <mc:Fallback xmlns="">
            <p:pic>
              <p:nvPicPr>
                <p:cNvPr id="26" name="Ink 25">
                  <a:extLst>
                    <a:ext uri="{FF2B5EF4-FFF2-40B4-BE49-F238E27FC236}">
                      <a16:creationId xmlns:a16="http://schemas.microsoft.com/office/drawing/2014/main" id="{0101E279-F383-8E64-5EE7-11B063ABD6A6}"/>
                    </a:ext>
                  </a:extLst>
                </p:cNvPr>
                <p:cNvPicPr/>
                <p:nvPr/>
              </p:nvPicPr>
              <p:blipFill>
                <a:blip r:embed="rId49"/>
                <a:stretch>
                  <a:fillRect/>
                </a:stretch>
              </p:blipFill>
              <p:spPr>
                <a:xfrm>
                  <a:off x="10638105" y="461895"/>
                  <a:ext cx="14904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DC8F9DE7-53F3-AECD-FA02-3697B64214EF}"/>
                    </a:ext>
                  </a:extLst>
                </p14:cNvPr>
                <p14:cNvContentPartPr/>
                <p14:nvPr/>
              </p14:nvContentPartPr>
              <p14:xfrm>
                <a:off x="11030865" y="314655"/>
                <a:ext cx="340920" cy="353520"/>
              </p14:xfrm>
            </p:contentPart>
          </mc:Choice>
          <mc:Fallback xmlns="">
            <p:pic>
              <p:nvPicPr>
                <p:cNvPr id="27" name="Ink 26">
                  <a:extLst>
                    <a:ext uri="{FF2B5EF4-FFF2-40B4-BE49-F238E27FC236}">
                      <a16:creationId xmlns:a16="http://schemas.microsoft.com/office/drawing/2014/main" id="{DC8F9DE7-53F3-AECD-FA02-3697B64214EF}"/>
                    </a:ext>
                  </a:extLst>
                </p:cNvPr>
                <p:cNvPicPr/>
                <p:nvPr/>
              </p:nvPicPr>
              <p:blipFill>
                <a:blip r:embed="rId51"/>
                <a:stretch>
                  <a:fillRect/>
                </a:stretch>
              </p:blipFill>
              <p:spPr>
                <a:xfrm>
                  <a:off x="11024745" y="308535"/>
                  <a:ext cx="35316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368C55C9-450D-5DD1-A82C-FFC3A077EA7E}"/>
                    </a:ext>
                  </a:extLst>
                </p14:cNvPr>
                <p14:cNvContentPartPr/>
                <p14:nvPr/>
              </p14:nvContentPartPr>
              <p14:xfrm>
                <a:off x="9406545" y="221415"/>
                <a:ext cx="217800" cy="203040"/>
              </p14:xfrm>
            </p:contentPart>
          </mc:Choice>
          <mc:Fallback xmlns="">
            <p:pic>
              <p:nvPicPr>
                <p:cNvPr id="32" name="Ink 31">
                  <a:extLst>
                    <a:ext uri="{FF2B5EF4-FFF2-40B4-BE49-F238E27FC236}">
                      <a16:creationId xmlns:a16="http://schemas.microsoft.com/office/drawing/2014/main" id="{368C55C9-450D-5DD1-A82C-FFC3A077EA7E}"/>
                    </a:ext>
                  </a:extLst>
                </p:cNvPr>
                <p:cNvPicPr/>
                <p:nvPr/>
              </p:nvPicPr>
              <p:blipFill>
                <a:blip r:embed="rId53"/>
                <a:stretch>
                  <a:fillRect/>
                </a:stretch>
              </p:blipFill>
              <p:spPr>
                <a:xfrm>
                  <a:off x="9400425" y="215295"/>
                  <a:ext cx="23004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5A7C52C7-8FFF-E714-27A1-5A4E1A42DCB1}"/>
                    </a:ext>
                  </a:extLst>
                </p14:cNvPr>
                <p14:cNvContentPartPr/>
                <p14:nvPr/>
              </p14:nvContentPartPr>
              <p14:xfrm>
                <a:off x="11410305" y="215655"/>
                <a:ext cx="225360" cy="274680"/>
              </p14:xfrm>
            </p:contentPart>
          </mc:Choice>
          <mc:Fallback xmlns="">
            <p:pic>
              <p:nvPicPr>
                <p:cNvPr id="33" name="Ink 32">
                  <a:extLst>
                    <a:ext uri="{FF2B5EF4-FFF2-40B4-BE49-F238E27FC236}">
                      <a16:creationId xmlns:a16="http://schemas.microsoft.com/office/drawing/2014/main" id="{5A7C52C7-8FFF-E714-27A1-5A4E1A42DCB1}"/>
                    </a:ext>
                  </a:extLst>
                </p:cNvPr>
                <p:cNvPicPr/>
                <p:nvPr/>
              </p:nvPicPr>
              <p:blipFill>
                <a:blip r:embed="rId55"/>
                <a:stretch>
                  <a:fillRect/>
                </a:stretch>
              </p:blipFill>
              <p:spPr>
                <a:xfrm>
                  <a:off x="11404185" y="209535"/>
                  <a:ext cx="237600" cy="286920"/>
                </a:xfrm>
                <a:prstGeom prst="rect">
                  <a:avLst/>
                </a:prstGeom>
              </p:spPr>
            </p:pic>
          </mc:Fallback>
        </mc:AlternateContent>
      </p:grpSp>
      <p:grpSp>
        <p:nvGrpSpPr>
          <p:cNvPr id="45" name="Group 44">
            <a:extLst>
              <a:ext uri="{FF2B5EF4-FFF2-40B4-BE49-F238E27FC236}">
                <a16:creationId xmlns:a16="http://schemas.microsoft.com/office/drawing/2014/main" id="{A9EE45B8-05C5-9E47-C642-411E92BC8419}"/>
              </a:ext>
            </a:extLst>
          </p:cNvPr>
          <p:cNvGrpSpPr/>
          <p:nvPr/>
        </p:nvGrpSpPr>
        <p:grpSpPr>
          <a:xfrm>
            <a:off x="3255225" y="1415175"/>
            <a:ext cx="1619280" cy="557280"/>
            <a:chOff x="3255225" y="1415175"/>
            <a:chExt cx="1619280" cy="557280"/>
          </a:xfrm>
        </p:grpSpPr>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5CF06530-676D-0A29-9420-B2237C22D360}"/>
                    </a:ext>
                  </a:extLst>
                </p14:cNvPr>
                <p14:cNvContentPartPr/>
                <p14:nvPr/>
              </p14:nvContentPartPr>
              <p14:xfrm>
                <a:off x="3276825" y="1706775"/>
                <a:ext cx="153360" cy="84600"/>
              </p14:xfrm>
            </p:contentPart>
          </mc:Choice>
          <mc:Fallback xmlns="">
            <p:pic>
              <p:nvPicPr>
                <p:cNvPr id="35" name="Ink 34">
                  <a:extLst>
                    <a:ext uri="{FF2B5EF4-FFF2-40B4-BE49-F238E27FC236}">
                      <a16:creationId xmlns:a16="http://schemas.microsoft.com/office/drawing/2014/main" id="{5CF06530-676D-0A29-9420-B2237C22D360}"/>
                    </a:ext>
                  </a:extLst>
                </p:cNvPr>
                <p:cNvPicPr/>
                <p:nvPr/>
              </p:nvPicPr>
              <p:blipFill>
                <a:blip r:embed="rId57"/>
                <a:stretch>
                  <a:fillRect/>
                </a:stretch>
              </p:blipFill>
              <p:spPr>
                <a:xfrm>
                  <a:off x="3270705" y="1700655"/>
                  <a:ext cx="1656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CCAC97CB-4FC3-2C82-A463-D0750867DB50}"/>
                    </a:ext>
                  </a:extLst>
                </p14:cNvPr>
                <p14:cNvContentPartPr/>
                <p14:nvPr/>
              </p14:nvContentPartPr>
              <p14:xfrm>
                <a:off x="3255225" y="1864095"/>
                <a:ext cx="359280" cy="108360"/>
              </p14:xfrm>
            </p:contentPart>
          </mc:Choice>
          <mc:Fallback xmlns="">
            <p:pic>
              <p:nvPicPr>
                <p:cNvPr id="36" name="Ink 35">
                  <a:extLst>
                    <a:ext uri="{FF2B5EF4-FFF2-40B4-BE49-F238E27FC236}">
                      <a16:creationId xmlns:a16="http://schemas.microsoft.com/office/drawing/2014/main" id="{CCAC97CB-4FC3-2C82-A463-D0750867DB50}"/>
                    </a:ext>
                  </a:extLst>
                </p:cNvPr>
                <p:cNvPicPr/>
                <p:nvPr/>
              </p:nvPicPr>
              <p:blipFill>
                <a:blip r:embed="rId59"/>
                <a:stretch>
                  <a:fillRect/>
                </a:stretch>
              </p:blipFill>
              <p:spPr>
                <a:xfrm>
                  <a:off x="3249105" y="1857975"/>
                  <a:ext cx="3715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8AF569D5-BF02-E723-3A6A-02D8DA8496D0}"/>
                    </a:ext>
                  </a:extLst>
                </p14:cNvPr>
                <p14:cNvContentPartPr/>
                <p14:nvPr/>
              </p14:nvContentPartPr>
              <p14:xfrm>
                <a:off x="3873345" y="1415175"/>
                <a:ext cx="246960" cy="446400"/>
              </p14:xfrm>
            </p:contentPart>
          </mc:Choice>
          <mc:Fallback xmlns="">
            <p:pic>
              <p:nvPicPr>
                <p:cNvPr id="37" name="Ink 36">
                  <a:extLst>
                    <a:ext uri="{FF2B5EF4-FFF2-40B4-BE49-F238E27FC236}">
                      <a16:creationId xmlns:a16="http://schemas.microsoft.com/office/drawing/2014/main" id="{8AF569D5-BF02-E723-3A6A-02D8DA8496D0}"/>
                    </a:ext>
                  </a:extLst>
                </p:cNvPr>
                <p:cNvPicPr/>
                <p:nvPr/>
              </p:nvPicPr>
              <p:blipFill>
                <a:blip r:embed="rId61"/>
                <a:stretch>
                  <a:fillRect/>
                </a:stretch>
              </p:blipFill>
              <p:spPr>
                <a:xfrm>
                  <a:off x="3867225" y="1409055"/>
                  <a:ext cx="259200" cy="458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AEF8ACD5-D62A-DB22-A7EC-4FEC97880E9C}"/>
                    </a:ext>
                  </a:extLst>
                </p14:cNvPr>
                <p14:cNvContentPartPr/>
                <p14:nvPr/>
              </p14:nvContentPartPr>
              <p14:xfrm>
                <a:off x="4298505" y="1657455"/>
                <a:ext cx="40320" cy="40320"/>
              </p14:xfrm>
            </p:contentPart>
          </mc:Choice>
          <mc:Fallback xmlns="">
            <p:pic>
              <p:nvPicPr>
                <p:cNvPr id="38" name="Ink 37">
                  <a:extLst>
                    <a:ext uri="{FF2B5EF4-FFF2-40B4-BE49-F238E27FC236}">
                      <a16:creationId xmlns:a16="http://schemas.microsoft.com/office/drawing/2014/main" id="{AEF8ACD5-D62A-DB22-A7EC-4FEC97880E9C}"/>
                    </a:ext>
                  </a:extLst>
                </p:cNvPr>
                <p:cNvPicPr/>
                <p:nvPr/>
              </p:nvPicPr>
              <p:blipFill>
                <a:blip r:embed="rId63"/>
                <a:stretch>
                  <a:fillRect/>
                </a:stretch>
              </p:blipFill>
              <p:spPr>
                <a:xfrm>
                  <a:off x="4292385" y="1651335"/>
                  <a:ext cx="5256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2BB1EFF7-939F-B418-DF5C-B6F6916CD415}"/>
                    </a:ext>
                  </a:extLst>
                </p14:cNvPr>
                <p14:cNvContentPartPr/>
                <p14:nvPr/>
              </p14:nvContentPartPr>
              <p14:xfrm>
                <a:off x="4390665" y="1449735"/>
                <a:ext cx="198720" cy="329760"/>
              </p14:xfrm>
            </p:contentPart>
          </mc:Choice>
          <mc:Fallback xmlns="">
            <p:pic>
              <p:nvPicPr>
                <p:cNvPr id="39" name="Ink 38">
                  <a:extLst>
                    <a:ext uri="{FF2B5EF4-FFF2-40B4-BE49-F238E27FC236}">
                      <a16:creationId xmlns:a16="http://schemas.microsoft.com/office/drawing/2014/main" id="{2BB1EFF7-939F-B418-DF5C-B6F6916CD415}"/>
                    </a:ext>
                  </a:extLst>
                </p:cNvPr>
                <p:cNvPicPr/>
                <p:nvPr/>
              </p:nvPicPr>
              <p:blipFill>
                <a:blip r:embed="rId65"/>
                <a:stretch>
                  <a:fillRect/>
                </a:stretch>
              </p:blipFill>
              <p:spPr>
                <a:xfrm>
                  <a:off x="4384545" y="1443615"/>
                  <a:ext cx="21096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B99D8F6B-5DBC-8C80-79C4-CE93B7E519DC}"/>
                    </a:ext>
                  </a:extLst>
                </p14:cNvPr>
                <p14:cNvContentPartPr/>
                <p14:nvPr/>
              </p14:nvContentPartPr>
              <p14:xfrm>
                <a:off x="4720425" y="1444335"/>
                <a:ext cx="154080" cy="343080"/>
              </p14:xfrm>
            </p:contentPart>
          </mc:Choice>
          <mc:Fallback xmlns="">
            <p:pic>
              <p:nvPicPr>
                <p:cNvPr id="40" name="Ink 39">
                  <a:extLst>
                    <a:ext uri="{FF2B5EF4-FFF2-40B4-BE49-F238E27FC236}">
                      <a16:creationId xmlns:a16="http://schemas.microsoft.com/office/drawing/2014/main" id="{B99D8F6B-5DBC-8C80-79C4-CE93B7E519DC}"/>
                    </a:ext>
                  </a:extLst>
                </p:cNvPr>
                <p:cNvPicPr/>
                <p:nvPr/>
              </p:nvPicPr>
              <p:blipFill>
                <a:blip r:embed="rId67"/>
                <a:stretch>
                  <a:fillRect/>
                </a:stretch>
              </p:blipFill>
              <p:spPr>
                <a:xfrm>
                  <a:off x="4714305" y="1438215"/>
                  <a:ext cx="166320" cy="355320"/>
                </a:xfrm>
                <a:prstGeom prst="rect">
                  <a:avLst/>
                </a:prstGeom>
              </p:spPr>
            </p:pic>
          </mc:Fallback>
        </mc:AlternateContent>
      </p:grpSp>
      <p:grpSp>
        <p:nvGrpSpPr>
          <p:cNvPr id="44" name="Group 43">
            <a:extLst>
              <a:ext uri="{FF2B5EF4-FFF2-40B4-BE49-F238E27FC236}">
                <a16:creationId xmlns:a16="http://schemas.microsoft.com/office/drawing/2014/main" id="{E1597797-59B2-877A-688C-7A00AA5FFBD7}"/>
              </a:ext>
            </a:extLst>
          </p:cNvPr>
          <p:cNvGrpSpPr/>
          <p:nvPr/>
        </p:nvGrpSpPr>
        <p:grpSpPr>
          <a:xfrm>
            <a:off x="5264025" y="1387815"/>
            <a:ext cx="404280" cy="394560"/>
            <a:chOff x="5264025" y="1387815"/>
            <a:chExt cx="404280" cy="394560"/>
          </a:xfrm>
        </p:grpSpPr>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0B6D0237-6289-A731-D0B4-86D0D7059E3A}"/>
                    </a:ext>
                  </a:extLst>
                </p14:cNvPr>
                <p14:cNvContentPartPr/>
                <p14:nvPr/>
              </p14:nvContentPartPr>
              <p14:xfrm>
                <a:off x="5264025" y="1499055"/>
                <a:ext cx="404280" cy="86400"/>
              </p14:xfrm>
            </p:contentPart>
          </mc:Choice>
          <mc:Fallback xmlns="">
            <p:pic>
              <p:nvPicPr>
                <p:cNvPr id="41" name="Ink 40">
                  <a:extLst>
                    <a:ext uri="{FF2B5EF4-FFF2-40B4-BE49-F238E27FC236}">
                      <a16:creationId xmlns:a16="http://schemas.microsoft.com/office/drawing/2014/main" id="{0B6D0237-6289-A731-D0B4-86D0D7059E3A}"/>
                    </a:ext>
                  </a:extLst>
                </p:cNvPr>
                <p:cNvPicPr/>
                <p:nvPr/>
              </p:nvPicPr>
              <p:blipFill>
                <a:blip r:embed="rId69"/>
                <a:stretch>
                  <a:fillRect/>
                </a:stretch>
              </p:blipFill>
              <p:spPr>
                <a:xfrm>
                  <a:off x="5257905" y="1492935"/>
                  <a:ext cx="4165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BEF0C3FB-D96A-DC42-5597-BD6AF45A557A}"/>
                    </a:ext>
                  </a:extLst>
                </p14:cNvPr>
                <p14:cNvContentPartPr/>
                <p14:nvPr/>
              </p14:nvContentPartPr>
              <p14:xfrm>
                <a:off x="5419905" y="1387815"/>
                <a:ext cx="126000" cy="394560"/>
              </p14:xfrm>
            </p:contentPart>
          </mc:Choice>
          <mc:Fallback xmlns="">
            <p:pic>
              <p:nvPicPr>
                <p:cNvPr id="42" name="Ink 41">
                  <a:extLst>
                    <a:ext uri="{FF2B5EF4-FFF2-40B4-BE49-F238E27FC236}">
                      <a16:creationId xmlns:a16="http://schemas.microsoft.com/office/drawing/2014/main" id="{BEF0C3FB-D96A-DC42-5597-BD6AF45A557A}"/>
                    </a:ext>
                  </a:extLst>
                </p:cNvPr>
                <p:cNvPicPr/>
                <p:nvPr/>
              </p:nvPicPr>
              <p:blipFill>
                <a:blip r:embed="rId71"/>
                <a:stretch>
                  <a:fillRect/>
                </a:stretch>
              </p:blipFill>
              <p:spPr>
                <a:xfrm>
                  <a:off x="5413785" y="1381695"/>
                  <a:ext cx="138240" cy="406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E224957B-F6A0-031F-9F6C-36C0413031FE}"/>
                  </a:ext>
                </a:extLst>
              </p14:cNvPr>
              <p14:cNvContentPartPr/>
              <p14:nvPr/>
            </p14:nvContentPartPr>
            <p14:xfrm>
              <a:off x="5952705" y="802455"/>
              <a:ext cx="91800" cy="30240"/>
            </p14:xfrm>
          </p:contentPart>
        </mc:Choice>
        <mc:Fallback xmlns="">
          <p:pic>
            <p:nvPicPr>
              <p:cNvPr id="43" name="Ink 42">
                <a:extLst>
                  <a:ext uri="{FF2B5EF4-FFF2-40B4-BE49-F238E27FC236}">
                    <a16:creationId xmlns:a16="http://schemas.microsoft.com/office/drawing/2014/main" id="{E224957B-F6A0-031F-9F6C-36C0413031FE}"/>
                  </a:ext>
                </a:extLst>
              </p:cNvPr>
              <p:cNvPicPr/>
              <p:nvPr/>
            </p:nvPicPr>
            <p:blipFill>
              <a:blip r:embed="rId73"/>
              <a:stretch>
                <a:fillRect/>
              </a:stretch>
            </p:blipFill>
            <p:spPr>
              <a:xfrm>
                <a:off x="5946585" y="796335"/>
                <a:ext cx="104040" cy="42480"/>
              </a:xfrm>
              <a:prstGeom prst="rect">
                <a:avLst/>
              </a:prstGeom>
            </p:spPr>
          </p:pic>
        </mc:Fallback>
      </mc:AlternateContent>
      <p:grpSp>
        <p:nvGrpSpPr>
          <p:cNvPr id="57" name="Group 56">
            <a:extLst>
              <a:ext uri="{FF2B5EF4-FFF2-40B4-BE49-F238E27FC236}">
                <a16:creationId xmlns:a16="http://schemas.microsoft.com/office/drawing/2014/main" id="{578A7784-782C-C86D-050D-286D91D60239}"/>
              </a:ext>
            </a:extLst>
          </p:cNvPr>
          <p:cNvGrpSpPr/>
          <p:nvPr/>
        </p:nvGrpSpPr>
        <p:grpSpPr>
          <a:xfrm>
            <a:off x="8223585" y="1299255"/>
            <a:ext cx="850680" cy="412200"/>
            <a:chOff x="8223585" y="1299255"/>
            <a:chExt cx="850680" cy="412200"/>
          </a:xfrm>
        </p:grpSpPr>
        <mc:AlternateContent xmlns:mc="http://schemas.openxmlformats.org/markup-compatibility/2006" xmlns:p14="http://schemas.microsoft.com/office/powerpoint/2010/main">
          <mc:Choice Requires="p14">
            <p:contentPart p14:bwMode="auto" r:id="rId74">
              <p14:nvContentPartPr>
                <p14:cNvPr id="54" name="Ink 53">
                  <a:extLst>
                    <a:ext uri="{FF2B5EF4-FFF2-40B4-BE49-F238E27FC236}">
                      <a16:creationId xmlns:a16="http://schemas.microsoft.com/office/drawing/2014/main" id="{9D31948D-251C-374F-4BB4-B0689EDE28A4}"/>
                    </a:ext>
                  </a:extLst>
                </p14:cNvPr>
                <p14:cNvContentPartPr/>
                <p14:nvPr/>
              </p14:nvContentPartPr>
              <p14:xfrm>
                <a:off x="8223585" y="1504095"/>
                <a:ext cx="350280" cy="53640"/>
              </p14:xfrm>
            </p:contentPart>
          </mc:Choice>
          <mc:Fallback xmlns="">
            <p:pic>
              <p:nvPicPr>
                <p:cNvPr id="54" name="Ink 53">
                  <a:extLst>
                    <a:ext uri="{FF2B5EF4-FFF2-40B4-BE49-F238E27FC236}">
                      <a16:creationId xmlns:a16="http://schemas.microsoft.com/office/drawing/2014/main" id="{9D31948D-251C-374F-4BB4-B0689EDE28A4}"/>
                    </a:ext>
                  </a:extLst>
                </p:cNvPr>
                <p:cNvPicPr/>
                <p:nvPr/>
              </p:nvPicPr>
              <p:blipFill>
                <a:blip r:embed="rId75"/>
                <a:stretch>
                  <a:fillRect/>
                </a:stretch>
              </p:blipFill>
              <p:spPr>
                <a:xfrm>
                  <a:off x="8217465" y="1497975"/>
                  <a:ext cx="3625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5" name="Ink 54">
                  <a:extLst>
                    <a:ext uri="{FF2B5EF4-FFF2-40B4-BE49-F238E27FC236}">
                      <a16:creationId xmlns:a16="http://schemas.microsoft.com/office/drawing/2014/main" id="{A6DC1ECB-7218-5E26-A8B7-F3BD67E3A52D}"/>
                    </a:ext>
                  </a:extLst>
                </p14:cNvPr>
                <p14:cNvContentPartPr/>
                <p14:nvPr/>
              </p14:nvContentPartPr>
              <p14:xfrm>
                <a:off x="8348145" y="1382775"/>
                <a:ext cx="89640" cy="328680"/>
              </p14:xfrm>
            </p:contentPart>
          </mc:Choice>
          <mc:Fallback xmlns="">
            <p:pic>
              <p:nvPicPr>
                <p:cNvPr id="55" name="Ink 54">
                  <a:extLst>
                    <a:ext uri="{FF2B5EF4-FFF2-40B4-BE49-F238E27FC236}">
                      <a16:creationId xmlns:a16="http://schemas.microsoft.com/office/drawing/2014/main" id="{A6DC1ECB-7218-5E26-A8B7-F3BD67E3A52D}"/>
                    </a:ext>
                  </a:extLst>
                </p:cNvPr>
                <p:cNvPicPr/>
                <p:nvPr/>
              </p:nvPicPr>
              <p:blipFill>
                <a:blip r:embed="rId77"/>
                <a:stretch>
                  <a:fillRect/>
                </a:stretch>
              </p:blipFill>
              <p:spPr>
                <a:xfrm>
                  <a:off x="8342025" y="1376655"/>
                  <a:ext cx="10188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6" name="Ink 55">
                  <a:extLst>
                    <a:ext uri="{FF2B5EF4-FFF2-40B4-BE49-F238E27FC236}">
                      <a16:creationId xmlns:a16="http://schemas.microsoft.com/office/drawing/2014/main" id="{784948C0-BC15-1C9E-5CB3-038107EDE31A}"/>
                    </a:ext>
                  </a:extLst>
                </p14:cNvPr>
                <p14:cNvContentPartPr/>
                <p14:nvPr/>
              </p14:nvContentPartPr>
              <p14:xfrm>
                <a:off x="8814705" y="1299255"/>
                <a:ext cx="259560" cy="334800"/>
              </p14:xfrm>
            </p:contentPart>
          </mc:Choice>
          <mc:Fallback xmlns="">
            <p:pic>
              <p:nvPicPr>
                <p:cNvPr id="56" name="Ink 55">
                  <a:extLst>
                    <a:ext uri="{FF2B5EF4-FFF2-40B4-BE49-F238E27FC236}">
                      <a16:creationId xmlns:a16="http://schemas.microsoft.com/office/drawing/2014/main" id="{784948C0-BC15-1C9E-5CB3-038107EDE31A}"/>
                    </a:ext>
                  </a:extLst>
                </p:cNvPr>
                <p:cNvPicPr/>
                <p:nvPr/>
              </p:nvPicPr>
              <p:blipFill>
                <a:blip r:embed="rId79"/>
                <a:stretch>
                  <a:fillRect/>
                </a:stretch>
              </p:blipFill>
              <p:spPr>
                <a:xfrm>
                  <a:off x="8808585" y="1293135"/>
                  <a:ext cx="271800" cy="347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59" name="Ink 58">
                <a:extLst>
                  <a:ext uri="{FF2B5EF4-FFF2-40B4-BE49-F238E27FC236}">
                    <a16:creationId xmlns:a16="http://schemas.microsoft.com/office/drawing/2014/main" id="{C10133C0-090F-B3EE-72C8-D34AF901C38F}"/>
                  </a:ext>
                </a:extLst>
              </p14:cNvPr>
              <p14:cNvContentPartPr/>
              <p14:nvPr/>
            </p14:nvContentPartPr>
            <p14:xfrm>
              <a:off x="7777905" y="1154535"/>
              <a:ext cx="150120" cy="223560"/>
            </p14:xfrm>
          </p:contentPart>
        </mc:Choice>
        <mc:Fallback xmlns="">
          <p:pic>
            <p:nvPicPr>
              <p:cNvPr id="59" name="Ink 58">
                <a:extLst>
                  <a:ext uri="{FF2B5EF4-FFF2-40B4-BE49-F238E27FC236}">
                    <a16:creationId xmlns:a16="http://schemas.microsoft.com/office/drawing/2014/main" id="{C10133C0-090F-B3EE-72C8-D34AF901C38F}"/>
                  </a:ext>
                </a:extLst>
              </p:cNvPr>
              <p:cNvPicPr/>
              <p:nvPr/>
            </p:nvPicPr>
            <p:blipFill>
              <a:blip r:embed="rId81"/>
              <a:stretch>
                <a:fillRect/>
              </a:stretch>
            </p:blipFill>
            <p:spPr>
              <a:xfrm>
                <a:off x="7771785" y="1148415"/>
                <a:ext cx="162360" cy="235800"/>
              </a:xfrm>
              <a:prstGeom prst="rect">
                <a:avLst/>
              </a:prstGeom>
            </p:spPr>
          </p:pic>
        </mc:Fallback>
      </mc:AlternateContent>
      <p:grpSp>
        <p:nvGrpSpPr>
          <p:cNvPr id="70" name="Group 69">
            <a:extLst>
              <a:ext uri="{FF2B5EF4-FFF2-40B4-BE49-F238E27FC236}">
                <a16:creationId xmlns:a16="http://schemas.microsoft.com/office/drawing/2014/main" id="{DD39B15B-79AE-279B-57CA-1CCE1419764E}"/>
              </a:ext>
            </a:extLst>
          </p:cNvPr>
          <p:cNvGrpSpPr/>
          <p:nvPr/>
        </p:nvGrpSpPr>
        <p:grpSpPr>
          <a:xfrm>
            <a:off x="9206745" y="1135095"/>
            <a:ext cx="1940040" cy="440640"/>
            <a:chOff x="9206745" y="1135095"/>
            <a:chExt cx="1940040" cy="440640"/>
          </a:xfrm>
        </p:grpSpPr>
        <mc:AlternateContent xmlns:mc="http://schemas.openxmlformats.org/markup-compatibility/2006" xmlns:p14="http://schemas.microsoft.com/office/powerpoint/2010/main">
          <mc:Choice Requires="p14">
            <p:contentPart p14:bwMode="auto" r:id="rId82">
              <p14:nvContentPartPr>
                <p14:cNvPr id="61" name="Ink 60">
                  <a:extLst>
                    <a:ext uri="{FF2B5EF4-FFF2-40B4-BE49-F238E27FC236}">
                      <a16:creationId xmlns:a16="http://schemas.microsoft.com/office/drawing/2014/main" id="{F1E8772A-5CCE-725F-4C64-5B6D601FF331}"/>
                    </a:ext>
                  </a:extLst>
                </p14:cNvPr>
                <p14:cNvContentPartPr/>
                <p14:nvPr/>
              </p14:nvContentPartPr>
              <p14:xfrm>
                <a:off x="9206745" y="1537215"/>
                <a:ext cx="39960" cy="25920"/>
              </p14:xfrm>
            </p:contentPart>
          </mc:Choice>
          <mc:Fallback xmlns="">
            <p:pic>
              <p:nvPicPr>
                <p:cNvPr id="61" name="Ink 60">
                  <a:extLst>
                    <a:ext uri="{FF2B5EF4-FFF2-40B4-BE49-F238E27FC236}">
                      <a16:creationId xmlns:a16="http://schemas.microsoft.com/office/drawing/2014/main" id="{F1E8772A-5CCE-725F-4C64-5B6D601FF331}"/>
                    </a:ext>
                  </a:extLst>
                </p:cNvPr>
                <p:cNvPicPr/>
                <p:nvPr/>
              </p:nvPicPr>
              <p:blipFill>
                <a:blip r:embed="rId83"/>
                <a:stretch>
                  <a:fillRect/>
                </a:stretch>
              </p:blipFill>
              <p:spPr>
                <a:xfrm>
                  <a:off x="9200625" y="1531095"/>
                  <a:ext cx="522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2" name="Ink 61">
                  <a:extLst>
                    <a:ext uri="{FF2B5EF4-FFF2-40B4-BE49-F238E27FC236}">
                      <a16:creationId xmlns:a16="http://schemas.microsoft.com/office/drawing/2014/main" id="{E7856E23-642A-7661-F95D-C80FE7CB1B59}"/>
                    </a:ext>
                  </a:extLst>
                </p14:cNvPr>
                <p14:cNvContentPartPr/>
                <p14:nvPr/>
              </p14:nvContentPartPr>
              <p14:xfrm>
                <a:off x="9468465" y="1315455"/>
                <a:ext cx="199440" cy="234360"/>
              </p14:xfrm>
            </p:contentPart>
          </mc:Choice>
          <mc:Fallback xmlns="">
            <p:pic>
              <p:nvPicPr>
                <p:cNvPr id="62" name="Ink 61">
                  <a:extLst>
                    <a:ext uri="{FF2B5EF4-FFF2-40B4-BE49-F238E27FC236}">
                      <a16:creationId xmlns:a16="http://schemas.microsoft.com/office/drawing/2014/main" id="{E7856E23-642A-7661-F95D-C80FE7CB1B59}"/>
                    </a:ext>
                  </a:extLst>
                </p:cNvPr>
                <p:cNvPicPr/>
                <p:nvPr/>
              </p:nvPicPr>
              <p:blipFill>
                <a:blip r:embed="rId85"/>
                <a:stretch>
                  <a:fillRect/>
                </a:stretch>
              </p:blipFill>
              <p:spPr>
                <a:xfrm>
                  <a:off x="9462345" y="1309335"/>
                  <a:ext cx="2116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3" name="Ink 62">
                  <a:extLst>
                    <a:ext uri="{FF2B5EF4-FFF2-40B4-BE49-F238E27FC236}">
                      <a16:creationId xmlns:a16="http://schemas.microsoft.com/office/drawing/2014/main" id="{A95D2E47-C16E-3A46-A7E6-8BE71FE5AED0}"/>
                    </a:ext>
                  </a:extLst>
                </p14:cNvPr>
                <p14:cNvContentPartPr/>
                <p14:nvPr/>
              </p14:nvContentPartPr>
              <p14:xfrm>
                <a:off x="9767625" y="1285935"/>
                <a:ext cx="238320" cy="289800"/>
              </p14:xfrm>
            </p:contentPart>
          </mc:Choice>
          <mc:Fallback xmlns="">
            <p:pic>
              <p:nvPicPr>
                <p:cNvPr id="63" name="Ink 62">
                  <a:extLst>
                    <a:ext uri="{FF2B5EF4-FFF2-40B4-BE49-F238E27FC236}">
                      <a16:creationId xmlns:a16="http://schemas.microsoft.com/office/drawing/2014/main" id="{A95D2E47-C16E-3A46-A7E6-8BE71FE5AED0}"/>
                    </a:ext>
                  </a:extLst>
                </p:cNvPr>
                <p:cNvPicPr/>
                <p:nvPr/>
              </p:nvPicPr>
              <p:blipFill>
                <a:blip r:embed="rId87"/>
                <a:stretch>
                  <a:fillRect/>
                </a:stretch>
              </p:blipFill>
              <p:spPr>
                <a:xfrm>
                  <a:off x="9761505" y="1279815"/>
                  <a:ext cx="25056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4" name="Ink 63">
                  <a:extLst>
                    <a:ext uri="{FF2B5EF4-FFF2-40B4-BE49-F238E27FC236}">
                      <a16:creationId xmlns:a16="http://schemas.microsoft.com/office/drawing/2014/main" id="{6986C094-75CA-33C4-C625-682FFB1933EC}"/>
                    </a:ext>
                  </a:extLst>
                </p14:cNvPr>
                <p14:cNvContentPartPr/>
                <p14:nvPr/>
              </p14:nvContentPartPr>
              <p14:xfrm>
                <a:off x="10031865" y="1315815"/>
                <a:ext cx="9360" cy="4320"/>
              </p14:xfrm>
            </p:contentPart>
          </mc:Choice>
          <mc:Fallback xmlns="">
            <p:pic>
              <p:nvPicPr>
                <p:cNvPr id="64" name="Ink 63">
                  <a:extLst>
                    <a:ext uri="{FF2B5EF4-FFF2-40B4-BE49-F238E27FC236}">
                      <a16:creationId xmlns:a16="http://schemas.microsoft.com/office/drawing/2014/main" id="{6986C094-75CA-33C4-C625-682FFB1933EC}"/>
                    </a:ext>
                  </a:extLst>
                </p:cNvPr>
                <p:cNvPicPr/>
                <p:nvPr/>
              </p:nvPicPr>
              <p:blipFill>
                <a:blip r:embed="rId89"/>
                <a:stretch>
                  <a:fillRect/>
                </a:stretch>
              </p:blipFill>
              <p:spPr>
                <a:xfrm>
                  <a:off x="10025745" y="1309695"/>
                  <a:ext cx="2160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6" name="Ink 65">
                  <a:extLst>
                    <a:ext uri="{FF2B5EF4-FFF2-40B4-BE49-F238E27FC236}">
                      <a16:creationId xmlns:a16="http://schemas.microsoft.com/office/drawing/2014/main" id="{26D02291-9488-6727-CB4B-31C08D274540}"/>
                    </a:ext>
                  </a:extLst>
                </p14:cNvPr>
                <p14:cNvContentPartPr/>
                <p14:nvPr/>
              </p14:nvContentPartPr>
              <p14:xfrm>
                <a:off x="10156425" y="1229775"/>
                <a:ext cx="268920" cy="320040"/>
              </p14:xfrm>
            </p:contentPart>
          </mc:Choice>
          <mc:Fallback xmlns="">
            <p:pic>
              <p:nvPicPr>
                <p:cNvPr id="66" name="Ink 65">
                  <a:extLst>
                    <a:ext uri="{FF2B5EF4-FFF2-40B4-BE49-F238E27FC236}">
                      <a16:creationId xmlns:a16="http://schemas.microsoft.com/office/drawing/2014/main" id="{26D02291-9488-6727-CB4B-31C08D274540}"/>
                    </a:ext>
                  </a:extLst>
                </p:cNvPr>
                <p:cNvPicPr/>
                <p:nvPr/>
              </p:nvPicPr>
              <p:blipFill>
                <a:blip r:embed="rId91"/>
                <a:stretch>
                  <a:fillRect/>
                </a:stretch>
              </p:blipFill>
              <p:spPr>
                <a:xfrm>
                  <a:off x="10150305" y="1223655"/>
                  <a:ext cx="28116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7" name="Ink 66">
                  <a:extLst>
                    <a:ext uri="{FF2B5EF4-FFF2-40B4-BE49-F238E27FC236}">
                      <a16:creationId xmlns:a16="http://schemas.microsoft.com/office/drawing/2014/main" id="{2C47F6BD-07AE-F8A7-2A00-7D8B1ACDF288}"/>
                    </a:ext>
                  </a:extLst>
                </p14:cNvPr>
                <p14:cNvContentPartPr/>
                <p14:nvPr/>
              </p14:nvContentPartPr>
              <p14:xfrm>
                <a:off x="10397265" y="1135095"/>
                <a:ext cx="220320" cy="212040"/>
              </p14:xfrm>
            </p:contentPart>
          </mc:Choice>
          <mc:Fallback xmlns="">
            <p:pic>
              <p:nvPicPr>
                <p:cNvPr id="67" name="Ink 66">
                  <a:extLst>
                    <a:ext uri="{FF2B5EF4-FFF2-40B4-BE49-F238E27FC236}">
                      <a16:creationId xmlns:a16="http://schemas.microsoft.com/office/drawing/2014/main" id="{2C47F6BD-07AE-F8A7-2A00-7D8B1ACDF288}"/>
                    </a:ext>
                  </a:extLst>
                </p:cNvPr>
                <p:cNvPicPr/>
                <p:nvPr/>
              </p:nvPicPr>
              <p:blipFill>
                <a:blip r:embed="rId93"/>
                <a:stretch>
                  <a:fillRect/>
                </a:stretch>
              </p:blipFill>
              <p:spPr>
                <a:xfrm>
                  <a:off x="10391145" y="1128975"/>
                  <a:ext cx="23256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2520C497-47F2-4A54-DE5B-58DA057973C1}"/>
                    </a:ext>
                  </a:extLst>
                </p14:cNvPr>
                <p14:cNvContentPartPr/>
                <p14:nvPr/>
              </p14:nvContentPartPr>
              <p14:xfrm>
                <a:off x="10755465" y="1341375"/>
                <a:ext cx="391320" cy="53280"/>
              </p14:xfrm>
            </p:contentPart>
          </mc:Choice>
          <mc:Fallback xmlns="">
            <p:pic>
              <p:nvPicPr>
                <p:cNvPr id="68" name="Ink 67">
                  <a:extLst>
                    <a:ext uri="{FF2B5EF4-FFF2-40B4-BE49-F238E27FC236}">
                      <a16:creationId xmlns:a16="http://schemas.microsoft.com/office/drawing/2014/main" id="{2520C497-47F2-4A54-DE5B-58DA057973C1}"/>
                    </a:ext>
                  </a:extLst>
                </p:cNvPr>
                <p:cNvPicPr/>
                <p:nvPr/>
              </p:nvPicPr>
              <p:blipFill>
                <a:blip r:embed="rId95"/>
                <a:stretch>
                  <a:fillRect/>
                </a:stretch>
              </p:blipFill>
              <p:spPr>
                <a:xfrm>
                  <a:off x="10749345" y="1335255"/>
                  <a:ext cx="40356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9" name="Ink 68">
                  <a:extLst>
                    <a:ext uri="{FF2B5EF4-FFF2-40B4-BE49-F238E27FC236}">
                      <a16:creationId xmlns:a16="http://schemas.microsoft.com/office/drawing/2014/main" id="{44714CBA-D63D-2132-71BD-F46582346AA2}"/>
                    </a:ext>
                  </a:extLst>
                </p14:cNvPr>
                <p14:cNvContentPartPr/>
                <p14:nvPr/>
              </p14:nvContentPartPr>
              <p14:xfrm>
                <a:off x="10900545" y="1273695"/>
                <a:ext cx="95400" cy="281160"/>
              </p14:xfrm>
            </p:contentPart>
          </mc:Choice>
          <mc:Fallback xmlns="">
            <p:pic>
              <p:nvPicPr>
                <p:cNvPr id="69" name="Ink 68">
                  <a:extLst>
                    <a:ext uri="{FF2B5EF4-FFF2-40B4-BE49-F238E27FC236}">
                      <a16:creationId xmlns:a16="http://schemas.microsoft.com/office/drawing/2014/main" id="{44714CBA-D63D-2132-71BD-F46582346AA2}"/>
                    </a:ext>
                  </a:extLst>
                </p:cNvPr>
                <p:cNvPicPr/>
                <p:nvPr/>
              </p:nvPicPr>
              <p:blipFill>
                <a:blip r:embed="rId97"/>
                <a:stretch>
                  <a:fillRect/>
                </a:stretch>
              </p:blipFill>
              <p:spPr>
                <a:xfrm>
                  <a:off x="10894425" y="1267575"/>
                  <a:ext cx="107640" cy="293400"/>
                </a:xfrm>
                <a:prstGeom prst="rect">
                  <a:avLst/>
                </a:prstGeom>
              </p:spPr>
            </p:pic>
          </mc:Fallback>
        </mc:AlternateContent>
      </p:grpSp>
      <p:grpSp>
        <p:nvGrpSpPr>
          <p:cNvPr id="77" name="Group 76">
            <a:extLst>
              <a:ext uri="{FF2B5EF4-FFF2-40B4-BE49-F238E27FC236}">
                <a16:creationId xmlns:a16="http://schemas.microsoft.com/office/drawing/2014/main" id="{2077EE5A-4B6E-A9DB-2C7A-A8ECC8FCE9B5}"/>
              </a:ext>
            </a:extLst>
          </p:cNvPr>
          <p:cNvGrpSpPr/>
          <p:nvPr/>
        </p:nvGrpSpPr>
        <p:grpSpPr>
          <a:xfrm>
            <a:off x="11358825" y="1136535"/>
            <a:ext cx="790200" cy="551880"/>
            <a:chOff x="11358825" y="1136535"/>
            <a:chExt cx="790200" cy="551880"/>
          </a:xfrm>
        </p:grpSpPr>
        <mc:AlternateContent xmlns:mc="http://schemas.openxmlformats.org/markup-compatibility/2006" xmlns:p14="http://schemas.microsoft.com/office/powerpoint/2010/main">
          <mc:Choice Requires="p14">
            <p:contentPart p14:bwMode="auto" r:id="rId98">
              <p14:nvContentPartPr>
                <p14:cNvPr id="71" name="Ink 70">
                  <a:extLst>
                    <a:ext uri="{FF2B5EF4-FFF2-40B4-BE49-F238E27FC236}">
                      <a16:creationId xmlns:a16="http://schemas.microsoft.com/office/drawing/2014/main" id="{7E51B760-D459-3AB5-65D6-A5E92D7E4F04}"/>
                    </a:ext>
                  </a:extLst>
                </p14:cNvPr>
                <p14:cNvContentPartPr/>
                <p14:nvPr/>
              </p14:nvContentPartPr>
              <p14:xfrm>
                <a:off x="11358825" y="1149855"/>
                <a:ext cx="275040" cy="281520"/>
              </p14:xfrm>
            </p:contentPart>
          </mc:Choice>
          <mc:Fallback xmlns="">
            <p:pic>
              <p:nvPicPr>
                <p:cNvPr id="71" name="Ink 70">
                  <a:extLst>
                    <a:ext uri="{FF2B5EF4-FFF2-40B4-BE49-F238E27FC236}">
                      <a16:creationId xmlns:a16="http://schemas.microsoft.com/office/drawing/2014/main" id="{7E51B760-D459-3AB5-65D6-A5E92D7E4F04}"/>
                    </a:ext>
                  </a:extLst>
                </p:cNvPr>
                <p:cNvPicPr/>
                <p:nvPr/>
              </p:nvPicPr>
              <p:blipFill>
                <a:blip r:embed="rId99"/>
                <a:stretch>
                  <a:fillRect/>
                </a:stretch>
              </p:blipFill>
              <p:spPr>
                <a:xfrm>
                  <a:off x="11352705" y="1143735"/>
                  <a:ext cx="28728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2" name="Ink 71">
                  <a:extLst>
                    <a:ext uri="{FF2B5EF4-FFF2-40B4-BE49-F238E27FC236}">
                      <a16:creationId xmlns:a16="http://schemas.microsoft.com/office/drawing/2014/main" id="{82EC173C-553A-1FA1-50CA-337F6B209DFF}"/>
                    </a:ext>
                  </a:extLst>
                </p14:cNvPr>
                <p14:cNvContentPartPr/>
                <p14:nvPr/>
              </p14:nvContentPartPr>
              <p14:xfrm>
                <a:off x="11659425" y="1306455"/>
                <a:ext cx="12960" cy="23040"/>
              </p14:xfrm>
            </p:contentPart>
          </mc:Choice>
          <mc:Fallback xmlns="">
            <p:pic>
              <p:nvPicPr>
                <p:cNvPr id="72" name="Ink 71">
                  <a:extLst>
                    <a:ext uri="{FF2B5EF4-FFF2-40B4-BE49-F238E27FC236}">
                      <a16:creationId xmlns:a16="http://schemas.microsoft.com/office/drawing/2014/main" id="{82EC173C-553A-1FA1-50CA-337F6B209DFF}"/>
                    </a:ext>
                  </a:extLst>
                </p:cNvPr>
                <p:cNvPicPr/>
                <p:nvPr/>
              </p:nvPicPr>
              <p:blipFill>
                <a:blip r:embed="rId101"/>
                <a:stretch>
                  <a:fillRect/>
                </a:stretch>
              </p:blipFill>
              <p:spPr>
                <a:xfrm>
                  <a:off x="11653305" y="1300335"/>
                  <a:ext cx="252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3" name="Ink 72">
                  <a:extLst>
                    <a:ext uri="{FF2B5EF4-FFF2-40B4-BE49-F238E27FC236}">
                      <a16:creationId xmlns:a16="http://schemas.microsoft.com/office/drawing/2014/main" id="{8D0E6F17-A991-434E-8C03-2E4CB3253C91}"/>
                    </a:ext>
                  </a:extLst>
                </p14:cNvPr>
                <p14:cNvContentPartPr/>
                <p14:nvPr/>
              </p14:nvContentPartPr>
              <p14:xfrm>
                <a:off x="11706225" y="1136535"/>
                <a:ext cx="92160" cy="207720"/>
              </p14:xfrm>
            </p:contentPart>
          </mc:Choice>
          <mc:Fallback xmlns="">
            <p:pic>
              <p:nvPicPr>
                <p:cNvPr id="73" name="Ink 72">
                  <a:extLst>
                    <a:ext uri="{FF2B5EF4-FFF2-40B4-BE49-F238E27FC236}">
                      <a16:creationId xmlns:a16="http://schemas.microsoft.com/office/drawing/2014/main" id="{8D0E6F17-A991-434E-8C03-2E4CB3253C91}"/>
                    </a:ext>
                  </a:extLst>
                </p:cNvPr>
                <p:cNvPicPr/>
                <p:nvPr/>
              </p:nvPicPr>
              <p:blipFill>
                <a:blip r:embed="rId103"/>
                <a:stretch>
                  <a:fillRect/>
                </a:stretch>
              </p:blipFill>
              <p:spPr>
                <a:xfrm>
                  <a:off x="11700105" y="1130415"/>
                  <a:ext cx="1044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4" name="Ink 73">
                  <a:extLst>
                    <a:ext uri="{FF2B5EF4-FFF2-40B4-BE49-F238E27FC236}">
                      <a16:creationId xmlns:a16="http://schemas.microsoft.com/office/drawing/2014/main" id="{F1B99328-BACF-6FF9-8853-332D9AA1896C}"/>
                    </a:ext>
                  </a:extLst>
                </p14:cNvPr>
                <p14:cNvContentPartPr/>
                <p14:nvPr/>
              </p14:nvContentPartPr>
              <p14:xfrm>
                <a:off x="11914305" y="1141935"/>
                <a:ext cx="110160" cy="239040"/>
              </p14:xfrm>
            </p:contentPart>
          </mc:Choice>
          <mc:Fallback xmlns="">
            <p:pic>
              <p:nvPicPr>
                <p:cNvPr id="74" name="Ink 73">
                  <a:extLst>
                    <a:ext uri="{FF2B5EF4-FFF2-40B4-BE49-F238E27FC236}">
                      <a16:creationId xmlns:a16="http://schemas.microsoft.com/office/drawing/2014/main" id="{F1B99328-BACF-6FF9-8853-332D9AA1896C}"/>
                    </a:ext>
                  </a:extLst>
                </p:cNvPr>
                <p:cNvPicPr/>
                <p:nvPr/>
              </p:nvPicPr>
              <p:blipFill>
                <a:blip r:embed="rId105"/>
                <a:stretch>
                  <a:fillRect/>
                </a:stretch>
              </p:blipFill>
              <p:spPr>
                <a:xfrm>
                  <a:off x="11908185" y="1135815"/>
                  <a:ext cx="12240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5" name="Ink 74">
                  <a:extLst>
                    <a:ext uri="{FF2B5EF4-FFF2-40B4-BE49-F238E27FC236}">
                      <a16:creationId xmlns:a16="http://schemas.microsoft.com/office/drawing/2014/main" id="{0F6A4578-9714-9171-CC84-67732BCF216B}"/>
                    </a:ext>
                  </a:extLst>
                </p14:cNvPr>
                <p14:cNvContentPartPr/>
                <p14:nvPr/>
              </p14:nvContentPartPr>
              <p14:xfrm>
                <a:off x="11824305" y="1476015"/>
                <a:ext cx="234720" cy="212400"/>
              </p14:xfrm>
            </p:contentPart>
          </mc:Choice>
          <mc:Fallback xmlns="">
            <p:pic>
              <p:nvPicPr>
                <p:cNvPr id="75" name="Ink 74">
                  <a:extLst>
                    <a:ext uri="{FF2B5EF4-FFF2-40B4-BE49-F238E27FC236}">
                      <a16:creationId xmlns:a16="http://schemas.microsoft.com/office/drawing/2014/main" id="{0F6A4578-9714-9171-CC84-67732BCF216B}"/>
                    </a:ext>
                  </a:extLst>
                </p:cNvPr>
                <p:cNvPicPr/>
                <p:nvPr/>
              </p:nvPicPr>
              <p:blipFill>
                <a:blip r:embed="rId107"/>
                <a:stretch>
                  <a:fillRect/>
                </a:stretch>
              </p:blipFill>
              <p:spPr>
                <a:xfrm>
                  <a:off x="11818185" y="1469895"/>
                  <a:ext cx="24696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6" name="Ink 75">
                  <a:extLst>
                    <a:ext uri="{FF2B5EF4-FFF2-40B4-BE49-F238E27FC236}">
                      <a16:creationId xmlns:a16="http://schemas.microsoft.com/office/drawing/2014/main" id="{8AD877B4-8C16-C165-A4AE-D4F84F150B27}"/>
                    </a:ext>
                  </a:extLst>
                </p14:cNvPr>
                <p14:cNvContentPartPr/>
                <p14:nvPr/>
              </p14:nvContentPartPr>
              <p14:xfrm>
                <a:off x="11989905" y="1350015"/>
                <a:ext cx="159120" cy="246960"/>
              </p14:xfrm>
            </p:contentPart>
          </mc:Choice>
          <mc:Fallback xmlns="">
            <p:pic>
              <p:nvPicPr>
                <p:cNvPr id="76" name="Ink 75">
                  <a:extLst>
                    <a:ext uri="{FF2B5EF4-FFF2-40B4-BE49-F238E27FC236}">
                      <a16:creationId xmlns:a16="http://schemas.microsoft.com/office/drawing/2014/main" id="{8AD877B4-8C16-C165-A4AE-D4F84F150B27}"/>
                    </a:ext>
                  </a:extLst>
                </p:cNvPr>
                <p:cNvPicPr/>
                <p:nvPr/>
              </p:nvPicPr>
              <p:blipFill>
                <a:blip r:embed="rId109"/>
                <a:stretch>
                  <a:fillRect/>
                </a:stretch>
              </p:blipFill>
              <p:spPr>
                <a:xfrm>
                  <a:off x="11983785" y="1343895"/>
                  <a:ext cx="171360" cy="259200"/>
                </a:xfrm>
                <a:prstGeom prst="rect">
                  <a:avLst/>
                </a:prstGeom>
              </p:spPr>
            </p:pic>
          </mc:Fallback>
        </mc:AlternateContent>
      </p:grpSp>
      <p:grpSp>
        <p:nvGrpSpPr>
          <p:cNvPr id="88" name="Group 87">
            <a:extLst>
              <a:ext uri="{FF2B5EF4-FFF2-40B4-BE49-F238E27FC236}">
                <a16:creationId xmlns:a16="http://schemas.microsoft.com/office/drawing/2014/main" id="{233AE5A0-72C3-3EC2-8792-C93972A27C05}"/>
              </a:ext>
            </a:extLst>
          </p:cNvPr>
          <p:cNvGrpSpPr/>
          <p:nvPr/>
        </p:nvGrpSpPr>
        <p:grpSpPr>
          <a:xfrm>
            <a:off x="5873865" y="1179015"/>
            <a:ext cx="2013120" cy="646200"/>
            <a:chOff x="5873865" y="1179015"/>
            <a:chExt cx="2013120" cy="646200"/>
          </a:xfrm>
        </p:grpSpPr>
        <mc:AlternateContent xmlns:mc="http://schemas.openxmlformats.org/markup-compatibility/2006" xmlns:p14="http://schemas.microsoft.com/office/powerpoint/2010/main">
          <mc:Choice Requires="p14">
            <p:contentPart p14:bwMode="auto" r:id="rId110">
              <p14:nvContentPartPr>
                <p14:cNvPr id="46" name="Ink 45">
                  <a:extLst>
                    <a:ext uri="{FF2B5EF4-FFF2-40B4-BE49-F238E27FC236}">
                      <a16:creationId xmlns:a16="http://schemas.microsoft.com/office/drawing/2014/main" id="{5F390DB8-705D-D253-CD6B-C3AFCCEA30BB}"/>
                    </a:ext>
                  </a:extLst>
                </p14:cNvPr>
                <p14:cNvContentPartPr/>
                <p14:nvPr/>
              </p14:nvContentPartPr>
              <p14:xfrm>
                <a:off x="5873865" y="1320135"/>
                <a:ext cx="374400" cy="339840"/>
              </p14:xfrm>
            </p:contentPart>
          </mc:Choice>
          <mc:Fallback xmlns="">
            <p:pic>
              <p:nvPicPr>
                <p:cNvPr id="46" name="Ink 45">
                  <a:extLst>
                    <a:ext uri="{FF2B5EF4-FFF2-40B4-BE49-F238E27FC236}">
                      <a16:creationId xmlns:a16="http://schemas.microsoft.com/office/drawing/2014/main" id="{5F390DB8-705D-D253-CD6B-C3AFCCEA30BB}"/>
                    </a:ext>
                  </a:extLst>
                </p:cNvPr>
                <p:cNvPicPr/>
                <p:nvPr/>
              </p:nvPicPr>
              <p:blipFill>
                <a:blip r:embed="rId111"/>
                <a:stretch>
                  <a:fillRect/>
                </a:stretch>
              </p:blipFill>
              <p:spPr>
                <a:xfrm>
                  <a:off x="5867745" y="1314015"/>
                  <a:ext cx="38664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47" name="Ink 46">
                  <a:extLst>
                    <a:ext uri="{FF2B5EF4-FFF2-40B4-BE49-F238E27FC236}">
                      <a16:creationId xmlns:a16="http://schemas.microsoft.com/office/drawing/2014/main" id="{93FBC3A0-231D-5471-471D-9C2EC1C55CB7}"/>
                    </a:ext>
                  </a:extLst>
                </p14:cNvPr>
                <p14:cNvContentPartPr/>
                <p14:nvPr/>
              </p14:nvContentPartPr>
              <p14:xfrm>
                <a:off x="6389025" y="1415535"/>
                <a:ext cx="64440" cy="33120"/>
              </p14:xfrm>
            </p:contentPart>
          </mc:Choice>
          <mc:Fallback xmlns="">
            <p:pic>
              <p:nvPicPr>
                <p:cNvPr id="47" name="Ink 46">
                  <a:extLst>
                    <a:ext uri="{FF2B5EF4-FFF2-40B4-BE49-F238E27FC236}">
                      <a16:creationId xmlns:a16="http://schemas.microsoft.com/office/drawing/2014/main" id="{93FBC3A0-231D-5471-471D-9C2EC1C55CB7}"/>
                    </a:ext>
                  </a:extLst>
                </p:cNvPr>
                <p:cNvPicPr/>
                <p:nvPr/>
              </p:nvPicPr>
              <p:blipFill>
                <a:blip r:embed="rId113"/>
                <a:stretch>
                  <a:fillRect/>
                </a:stretch>
              </p:blipFill>
              <p:spPr>
                <a:xfrm>
                  <a:off x="6382905" y="1409415"/>
                  <a:ext cx="766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48" name="Ink 47">
                  <a:extLst>
                    <a:ext uri="{FF2B5EF4-FFF2-40B4-BE49-F238E27FC236}">
                      <a16:creationId xmlns:a16="http://schemas.microsoft.com/office/drawing/2014/main" id="{B37AD398-66AA-9682-CD5C-E46ABB8EA331}"/>
                    </a:ext>
                  </a:extLst>
                </p14:cNvPr>
                <p14:cNvContentPartPr/>
                <p14:nvPr/>
              </p14:nvContentPartPr>
              <p14:xfrm>
                <a:off x="6563985" y="1366215"/>
                <a:ext cx="97560" cy="320760"/>
              </p14:xfrm>
            </p:contentPart>
          </mc:Choice>
          <mc:Fallback xmlns="">
            <p:pic>
              <p:nvPicPr>
                <p:cNvPr id="48" name="Ink 47">
                  <a:extLst>
                    <a:ext uri="{FF2B5EF4-FFF2-40B4-BE49-F238E27FC236}">
                      <a16:creationId xmlns:a16="http://schemas.microsoft.com/office/drawing/2014/main" id="{B37AD398-66AA-9682-CD5C-E46ABB8EA331}"/>
                    </a:ext>
                  </a:extLst>
                </p:cNvPr>
                <p:cNvPicPr/>
                <p:nvPr/>
              </p:nvPicPr>
              <p:blipFill>
                <a:blip r:embed="rId115"/>
                <a:stretch>
                  <a:fillRect/>
                </a:stretch>
              </p:blipFill>
              <p:spPr>
                <a:xfrm>
                  <a:off x="6557865" y="1360095"/>
                  <a:ext cx="10980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49" name="Ink 48">
                  <a:extLst>
                    <a:ext uri="{FF2B5EF4-FFF2-40B4-BE49-F238E27FC236}">
                      <a16:creationId xmlns:a16="http://schemas.microsoft.com/office/drawing/2014/main" id="{FE8E9C75-42E5-E696-0D68-F0C4138C0384}"/>
                    </a:ext>
                  </a:extLst>
                </p14:cNvPr>
                <p14:cNvContentPartPr/>
                <p14:nvPr/>
              </p14:nvContentPartPr>
              <p14:xfrm>
                <a:off x="6638505" y="1179015"/>
                <a:ext cx="161640" cy="43560"/>
              </p14:xfrm>
            </p:contentPart>
          </mc:Choice>
          <mc:Fallback xmlns="">
            <p:pic>
              <p:nvPicPr>
                <p:cNvPr id="49" name="Ink 48">
                  <a:extLst>
                    <a:ext uri="{FF2B5EF4-FFF2-40B4-BE49-F238E27FC236}">
                      <a16:creationId xmlns:a16="http://schemas.microsoft.com/office/drawing/2014/main" id="{FE8E9C75-42E5-E696-0D68-F0C4138C0384}"/>
                    </a:ext>
                  </a:extLst>
                </p:cNvPr>
                <p:cNvPicPr/>
                <p:nvPr/>
              </p:nvPicPr>
              <p:blipFill>
                <a:blip r:embed="rId117"/>
                <a:stretch>
                  <a:fillRect/>
                </a:stretch>
              </p:blipFill>
              <p:spPr>
                <a:xfrm>
                  <a:off x="6632385" y="1172895"/>
                  <a:ext cx="1738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1" name="Ink 50">
                  <a:extLst>
                    <a:ext uri="{FF2B5EF4-FFF2-40B4-BE49-F238E27FC236}">
                      <a16:creationId xmlns:a16="http://schemas.microsoft.com/office/drawing/2014/main" id="{BCA231AA-981F-EE20-35A4-A0AD5455ACCB}"/>
                    </a:ext>
                  </a:extLst>
                </p14:cNvPr>
                <p14:cNvContentPartPr/>
                <p14:nvPr/>
              </p14:nvContentPartPr>
              <p14:xfrm>
                <a:off x="6937665" y="1388175"/>
                <a:ext cx="195840" cy="216360"/>
              </p14:xfrm>
            </p:contentPart>
          </mc:Choice>
          <mc:Fallback xmlns="">
            <p:pic>
              <p:nvPicPr>
                <p:cNvPr id="51" name="Ink 50">
                  <a:extLst>
                    <a:ext uri="{FF2B5EF4-FFF2-40B4-BE49-F238E27FC236}">
                      <a16:creationId xmlns:a16="http://schemas.microsoft.com/office/drawing/2014/main" id="{BCA231AA-981F-EE20-35A4-A0AD5455ACCB}"/>
                    </a:ext>
                  </a:extLst>
                </p:cNvPr>
                <p:cNvPicPr/>
                <p:nvPr/>
              </p:nvPicPr>
              <p:blipFill>
                <a:blip r:embed="rId119"/>
                <a:stretch>
                  <a:fillRect/>
                </a:stretch>
              </p:blipFill>
              <p:spPr>
                <a:xfrm>
                  <a:off x="6931545" y="1382055"/>
                  <a:ext cx="2080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52" name="Ink 51">
                  <a:extLst>
                    <a:ext uri="{FF2B5EF4-FFF2-40B4-BE49-F238E27FC236}">
                      <a16:creationId xmlns:a16="http://schemas.microsoft.com/office/drawing/2014/main" id="{130B58EC-D670-5583-36F6-A425B20E9BE0}"/>
                    </a:ext>
                  </a:extLst>
                </p14:cNvPr>
                <p14:cNvContentPartPr/>
                <p14:nvPr/>
              </p14:nvContentPartPr>
              <p14:xfrm>
                <a:off x="7281825" y="1309695"/>
                <a:ext cx="435960" cy="320400"/>
              </p14:xfrm>
            </p:contentPart>
          </mc:Choice>
          <mc:Fallback xmlns="">
            <p:pic>
              <p:nvPicPr>
                <p:cNvPr id="52" name="Ink 51">
                  <a:extLst>
                    <a:ext uri="{FF2B5EF4-FFF2-40B4-BE49-F238E27FC236}">
                      <a16:creationId xmlns:a16="http://schemas.microsoft.com/office/drawing/2014/main" id="{130B58EC-D670-5583-36F6-A425B20E9BE0}"/>
                    </a:ext>
                  </a:extLst>
                </p:cNvPr>
                <p:cNvPicPr/>
                <p:nvPr/>
              </p:nvPicPr>
              <p:blipFill>
                <a:blip r:embed="rId121"/>
                <a:stretch>
                  <a:fillRect/>
                </a:stretch>
              </p:blipFill>
              <p:spPr>
                <a:xfrm>
                  <a:off x="7275705" y="1303575"/>
                  <a:ext cx="44820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3" name="Ink 52">
                  <a:extLst>
                    <a:ext uri="{FF2B5EF4-FFF2-40B4-BE49-F238E27FC236}">
                      <a16:creationId xmlns:a16="http://schemas.microsoft.com/office/drawing/2014/main" id="{AB80E984-29DE-FAB1-6E80-FC11B78113FD}"/>
                    </a:ext>
                  </a:extLst>
                </p14:cNvPr>
                <p14:cNvContentPartPr/>
                <p14:nvPr/>
              </p14:nvContentPartPr>
              <p14:xfrm>
                <a:off x="7721385" y="1182615"/>
                <a:ext cx="165600" cy="140400"/>
              </p14:xfrm>
            </p:contentPart>
          </mc:Choice>
          <mc:Fallback xmlns="">
            <p:pic>
              <p:nvPicPr>
                <p:cNvPr id="53" name="Ink 52">
                  <a:extLst>
                    <a:ext uri="{FF2B5EF4-FFF2-40B4-BE49-F238E27FC236}">
                      <a16:creationId xmlns:a16="http://schemas.microsoft.com/office/drawing/2014/main" id="{AB80E984-29DE-FAB1-6E80-FC11B78113FD}"/>
                    </a:ext>
                  </a:extLst>
                </p:cNvPr>
                <p:cNvPicPr/>
                <p:nvPr/>
              </p:nvPicPr>
              <p:blipFill>
                <a:blip r:embed="rId123"/>
                <a:stretch>
                  <a:fillRect/>
                </a:stretch>
              </p:blipFill>
              <p:spPr>
                <a:xfrm>
                  <a:off x="7715265" y="1176495"/>
                  <a:ext cx="1778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7" name="Ink 86">
                  <a:extLst>
                    <a:ext uri="{FF2B5EF4-FFF2-40B4-BE49-F238E27FC236}">
                      <a16:creationId xmlns:a16="http://schemas.microsoft.com/office/drawing/2014/main" id="{6FAAA71F-AFEF-20BC-DE70-43429036FB05}"/>
                    </a:ext>
                  </a:extLst>
                </p14:cNvPr>
                <p14:cNvContentPartPr/>
                <p14:nvPr/>
              </p14:nvContentPartPr>
              <p14:xfrm>
                <a:off x="7336185" y="1728375"/>
                <a:ext cx="358560" cy="96840"/>
              </p14:xfrm>
            </p:contentPart>
          </mc:Choice>
          <mc:Fallback xmlns="">
            <p:pic>
              <p:nvPicPr>
                <p:cNvPr id="87" name="Ink 86">
                  <a:extLst>
                    <a:ext uri="{FF2B5EF4-FFF2-40B4-BE49-F238E27FC236}">
                      <a16:creationId xmlns:a16="http://schemas.microsoft.com/office/drawing/2014/main" id="{6FAAA71F-AFEF-20BC-DE70-43429036FB05}"/>
                    </a:ext>
                  </a:extLst>
                </p:cNvPr>
                <p:cNvPicPr/>
                <p:nvPr/>
              </p:nvPicPr>
              <p:blipFill>
                <a:blip r:embed="rId125"/>
                <a:stretch>
                  <a:fillRect/>
                </a:stretch>
              </p:blipFill>
              <p:spPr>
                <a:xfrm>
                  <a:off x="7330065" y="1722255"/>
                  <a:ext cx="370800" cy="109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6">
            <p14:nvContentPartPr>
              <p14:cNvPr id="108" name="Ink 107">
                <a:extLst>
                  <a:ext uri="{FF2B5EF4-FFF2-40B4-BE49-F238E27FC236}">
                    <a16:creationId xmlns:a16="http://schemas.microsoft.com/office/drawing/2014/main" id="{9D17D1D3-3C26-5E99-CAA0-61C7DD72DB94}"/>
                  </a:ext>
                </a:extLst>
              </p14:cNvPr>
              <p14:cNvContentPartPr/>
              <p14:nvPr/>
            </p14:nvContentPartPr>
            <p14:xfrm>
              <a:off x="9604545" y="1679055"/>
              <a:ext cx="97560" cy="57960"/>
            </p14:xfrm>
          </p:contentPart>
        </mc:Choice>
        <mc:Fallback xmlns="">
          <p:pic>
            <p:nvPicPr>
              <p:cNvPr id="108" name="Ink 107">
                <a:extLst>
                  <a:ext uri="{FF2B5EF4-FFF2-40B4-BE49-F238E27FC236}">
                    <a16:creationId xmlns:a16="http://schemas.microsoft.com/office/drawing/2014/main" id="{9D17D1D3-3C26-5E99-CAA0-61C7DD72DB94}"/>
                  </a:ext>
                </a:extLst>
              </p:cNvPr>
              <p:cNvPicPr/>
              <p:nvPr/>
            </p:nvPicPr>
            <p:blipFill>
              <a:blip r:embed="rId127"/>
              <a:stretch>
                <a:fillRect/>
              </a:stretch>
            </p:blipFill>
            <p:spPr>
              <a:xfrm>
                <a:off x="9598425" y="1672935"/>
                <a:ext cx="109800" cy="70200"/>
              </a:xfrm>
              <a:prstGeom prst="rect">
                <a:avLst/>
              </a:prstGeom>
            </p:spPr>
          </p:pic>
        </mc:Fallback>
      </mc:AlternateContent>
      <p:grpSp>
        <p:nvGrpSpPr>
          <p:cNvPr id="136" name="Group 135">
            <a:extLst>
              <a:ext uri="{FF2B5EF4-FFF2-40B4-BE49-F238E27FC236}">
                <a16:creationId xmlns:a16="http://schemas.microsoft.com/office/drawing/2014/main" id="{6A065CAE-878C-D03F-98A0-7525BAFBBEDC}"/>
              </a:ext>
            </a:extLst>
          </p:cNvPr>
          <p:cNvGrpSpPr/>
          <p:nvPr/>
        </p:nvGrpSpPr>
        <p:grpSpPr>
          <a:xfrm>
            <a:off x="3248745" y="2113215"/>
            <a:ext cx="8785080" cy="4465800"/>
            <a:chOff x="3248745" y="2113215"/>
            <a:chExt cx="8785080" cy="4465800"/>
          </a:xfrm>
        </p:grpSpPr>
        <mc:AlternateContent xmlns:mc="http://schemas.openxmlformats.org/markup-compatibility/2006" xmlns:p14="http://schemas.microsoft.com/office/powerpoint/2010/main">
          <mc:Choice Requires="p14">
            <p:contentPart p14:bwMode="auto" r:id="rId128">
              <p14:nvContentPartPr>
                <p14:cNvPr id="78" name="Ink 77">
                  <a:extLst>
                    <a:ext uri="{FF2B5EF4-FFF2-40B4-BE49-F238E27FC236}">
                      <a16:creationId xmlns:a16="http://schemas.microsoft.com/office/drawing/2014/main" id="{A1040C1F-0311-ABB3-0BAE-5B1C7BE0A296}"/>
                    </a:ext>
                  </a:extLst>
                </p14:cNvPr>
                <p14:cNvContentPartPr/>
                <p14:nvPr/>
              </p14:nvContentPartPr>
              <p14:xfrm>
                <a:off x="3248745" y="3140655"/>
                <a:ext cx="182520" cy="70200"/>
              </p14:xfrm>
            </p:contentPart>
          </mc:Choice>
          <mc:Fallback xmlns="">
            <p:pic>
              <p:nvPicPr>
                <p:cNvPr id="78" name="Ink 77">
                  <a:extLst>
                    <a:ext uri="{FF2B5EF4-FFF2-40B4-BE49-F238E27FC236}">
                      <a16:creationId xmlns:a16="http://schemas.microsoft.com/office/drawing/2014/main" id="{A1040C1F-0311-ABB3-0BAE-5B1C7BE0A296}"/>
                    </a:ext>
                  </a:extLst>
                </p:cNvPr>
                <p:cNvPicPr/>
                <p:nvPr/>
              </p:nvPicPr>
              <p:blipFill>
                <a:blip r:embed="rId129"/>
                <a:stretch>
                  <a:fillRect/>
                </a:stretch>
              </p:blipFill>
              <p:spPr>
                <a:xfrm>
                  <a:off x="3242625" y="3134535"/>
                  <a:ext cx="1947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9" name="Ink 78">
                  <a:extLst>
                    <a:ext uri="{FF2B5EF4-FFF2-40B4-BE49-F238E27FC236}">
                      <a16:creationId xmlns:a16="http://schemas.microsoft.com/office/drawing/2014/main" id="{AAEB98AB-97E1-DE0A-5446-189F4E353EF0}"/>
                    </a:ext>
                  </a:extLst>
                </p14:cNvPr>
                <p14:cNvContentPartPr/>
                <p14:nvPr/>
              </p14:nvContentPartPr>
              <p14:xfrm>
                <a:off x="3268905" y="3282855"/>
                <a:ext cx="333000" cy="133920"/>
              </p14:xfrm>
            </p:contentPart>
          </mc:Choice>
          <mc:Fallback xmlns="">
            <p:pic>
              <p:nvPicPr>
                <p:cNvPr id="79" name="Ink 78">
                  <a:extLst>
                    <a:ext uri="{FF2B5EF4-FFF2-40B4-BE49-F238E27FC236}">
                      <a16:creationId xmlns:a16="http://schemas.microsoft.com/office/drawing/2014/main" id="{AAEB98AB-97E1-DE0A-5446-189F4E353EF0}"/>
                    </a:ext>
                  </a:extLst>
                </p:cNvPr>
                <p:cNvPicPr/>
                <p:nvPr/>
              </p:nvPicPr>
              <p:blipFill>
                <a:blip r:embed="rId131"/>
                <a:stretch>
                  <a:fillRect/>
                </a:stretch>
              </p:blipFill>
              <p:spPr>
                <a:xfrm>
                  <a:off x="3262785" y="3276735"/>
                  <a:ext cx="3452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0" name="Ink 79">
                  <a:extLst>
                    <a:ext uri="{FF2B5EF4-FFF2-40B4-BE49-F238E27FC236}">
                      <a16:creationId xmlns:a16="http://schemas.microsoft.com/office/drawing/2014/main" id="{8F5175E0-57F9-B7AC-3B94-77193E589654}"/>
                    </a:ext>
                  </a:extLst>
                </p14:cNvPr>
                <p14:cNvContentPartPr/>
                <p14:nvPr/>
              </p14:nvContentPartPr>
              <p14:xfrm>
                <a:off x="3450705" y="2708655"/>
                <a:ext cx="358200" cy="848160"/>
              </p14:xfrm>
            </p:contentPart>
          </mc:Choice>
          <mc:Fallback xmlns="">
            <p:pic>
              <p:nvPicPr>
                <p:cNvPr id="80" name="Ink 79">
                  <a:extLst>
                    <a:ext uri="{FF2B5EF4-FFF2-40B4-BE49-F238E27FC236}">
                      <a16:creationId xmlns:a16="http://schemas.microsoft.com/office/drawing/2014/main" id="{8F5175E0-57F9-B7AC-3B94-77193E589654}"/>
                    </a:ext>
                  </a:extLst>
                </p:cNvPr>
                <p:cNvPicPr/>
                <p:nvPr/>
              </p:nvPicPr>
              <p:blipFill>
                <a:blip r:embed="rId133"/>
                <a:stretch>
                  <a:fillRect/>
                </a:stretch>
              </p:blipFill>
              <p:spPr>
                <a:xfrm>
                  <a:off x="3444585" y="2702535"/>
                  <a:ext cx="370440" cy="860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1" name="Ink 80">
                  <a:extLst>
                    <a:ext uri="{FF2B5EF4-FFF2-40B4-BE49-F238E27FC236}">
                      <a16:creationId xmlns:a16="http://schemas.microsoft.com/office/drawing/2014/main" id="{E72967B5-37CD-D648-2502-1190DCDDDBD2}"/>
                    </a:ext>
                  </a:extLst>
                </p14:cNvPr>
                <p14:cNvContentPartPr/>
                <p14:nvPr/>
              </p14:nvContentPartPr>
              <p14:xfrm>
                <a:off x="4002585" y="3272415"/>
                <a:ext cx="30240" cy="13680"/>
              </p14:xfrm>
            </p:contentPart>
          </mc:Choice>
          <mc:Fallback xmlns="">
            <p:pic>
              <p:nvPicPr>
                <p:cNvPr id="81" name="Ink 80">
                  <a:extLst>
                    <a:ext uri="{FF2B5EF4-FFF2-40B4-BE49-F238E27FC236}">
                      <a16:creationId xmlns:a16="http://schemas.microsoft.com/office/drawing/2014/main" id="{E72967B5-37CD-D648-2502-1190DCDDDBD2}"/>
                    </a:ext>
                  </a:extLst>
                </p:cNvPr>
                <p:cNvPicPr/>
                <p:nvPr/>
              </p:nvPicPr>
              <p:blipFill>
                <a:blip r:embed="rId135"/>
                <a:stretch>
                  <a:fillRect/>
                </a:stretch>
              </p:blipFill>
              <p:spPr>
                <a:xfrm>
                  <a:off x="3996465" y="3266295"/>
                  <a:ext cx="424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59A74C4B-66DB-974B-6180-208B4C3FA6FE}"/>
                    </a:ext>
                  </a:extLst>
                </p14:cNvPr>
                <p14:cNvContentPartPr/>
                <p14:nvPr/>
              </p14:nvContentPartPr>
              <p14:xfrm>
                <a:off x="4257465" y="2659335"/>
                <a:ext cx="293400" cy="483480"/>
              </p14:xfrm>
            </p:contentPart>
          </mc:Choice>
          <mc:Fallback xmlns="">
            <p:pic>
              <p:nvPicPr>
                <p:cNvPr id="83" name="Ink 82">
                  <a:extLst>
                    <a:ext uri="{FF2B5EF4-FFF2-40B4-BE49-F238E27FC236}">
                      <a16:creationId xmlns:a16="http://schemas.microsoft.com/office/drawing/2014/main" id="{59A74C4B-66DB-974B-6180-208B4C3FA6FE}"/>
                    </a:ext>
                  </a:extLst>
                </p:cNvPr>
                <p:cNvPicPr/>
                <p:nvPr/>
              </p:nvPicPr>
              <p:blipFill>
                <a:blip r:embed="rId137"/>
                <a:stretch>
                  <a:fillRect/>
                </a:stretch>
              </p:blipFill>
              <p:spPr>
                <a:xfrm>
                  <a:off x="4251345" y="2653215"/>
                  <a:ext cx="305640" cy="4957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EA53FC56-8748-2F14-95CC-ADB9EDD8A081}"/>
                    </a:ext>
                  </a:extLst>
                </p14:cNvPr>
                <p14:cNvContentPartPr/>
                <p14:nvPr/>
              </p14:nvContentPartPr>
              <p14:xfrm>
                <a:off x="4720425" y="2865975"/>
                <a:ext cx="34560" cy="54000"/>
              </p14:xfrm>
            </p:contentPart>
          </mc:Choice>
          <mc:Fallback xmlns="">
            <p:pic>
              <p:nvPicPr>
                <p:cNvPr id="84" name="Ink 83">
                  <a:extLst>
                    <a:ext uri="{FF2B5EF4-FFF2-40B4-BE49-F238E27FC236}">
                      <a16:creationId xmlns:a16="http://schemas.microsoft.com/office/drawing/2014/main" id="{EA53FC56-8748-2F14-95CC-ADB9EDD8A081}"/>
                    </a:ext>
                  </a:extLst>
                </p:cNvPr>
                <p:cNvPicPr/>
                <p:nvPr/>
              </p:nvPicPr>
              <p:blipFill>
                <a:blip r:embed="rId139"/>
                <a:stretch>
                  <a:fillRect/>
                </a:stretch>
              </p:blipFill>
              <p:spPr>
                <a:xfrm>
                  <a:off x="4714305" y="2859855"/>
                  <a:ext cx="468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6" name="Ink 85">
                  <a:extLst>
                    <a:ext uri="{FF2B5EF4-FFF2-40B4-BE49-F238E27FC236}">
                      <a16:creationId xmlns:a16="http://schemas.microsoft.com/office/drawing/2014/main" id="{E89BAD1F-4042-A2AD-CD08-361CDB2F9600}"/>
                    </a:ext>
                  </a:extLst>
                </p14:cNvPr>
                <p14:cNvContentPartPr/>
                <p14:nvPr/>
              </p14:nvContentPartPr>
              <p14:xfrm>
                <a:off x="4706385" y="2899095"/>
                <a:ext cx="97200" cy="53640"/>
              </p14:xfrm>
            </p:contentPart>
          </mc:Choice>
          <mc:Fallback xmlns="">
            <p:pic>
              <p:nvPicPr>
                <p:cNvPr id="86" name="Ink 85">
                  <a:extLst>
                    <a:ext uri="{FF2B5EF4-FFF2-40B4-BE49-F238E27FC236}">
                      <a16:creationId xmlns:a16="http://schemas.microsoft.com/office/drawing/2014/main" id="{E89BAD1F-4042-A2AD-CD08-361CDB2F9600}"/>
                    </a:ext>
                  </a:extLst>
                </p:cNvPr>
                <p:cNvPicPr/>
                <p:nvPr/>
              </p:nvPicPr>
              <p:blipFill>
                <a:blip r:embed="rId141"/>
                <a:stretch>
                  <a:fillRect/>
                </a:stretch>
              </p:blipFill>
              <p:spPr>
                <a:xfrm>
                  <a:off x="4700265" y="2892975"/>
                  <a:ext cx="1094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AD7CF031-FBD8-35A3-75F8-3E823CEB7B65}"/>
                    </a:ext>
                  </a:extLst>
                </p14:cNvPr>
                <p14:cNvContentPartPr/>
                <p14:nvPr/>
              </p14:nvContentPartPr>
              <p14:xfrm>
                <a:off x="4988985" y="2591655"/>
                <a:ext cx="198360" cy="357120"/>
              </p14:xfrm>
            </p:contentPart>
          </mc:Choice>
          <mc:Fallback xmlns="">
            <p:pic>
              <p:nvPicPr>
                <p:cNvPr id="90" name="Ink 89">
                  <a:extLst>
                    <a:ext uri="{FF2B5EF4-FFF2-40B4-BE49-F238E27FC236}">
                      <a16:creationId xmlns:a16="http://schemas.microsoft.com/office/drawing/2014/main" id="{AD7CF031-FBD8-35A3-75F8-3E823CEB7B65}"/>
                    </a:ext>
                  </a:extLst>
                </p:cNvPr>
                <p:cNvPicPr/>
                <p:nvPr/>
              </p:nvPicPr>
              <p:blipFill>
                <a:blip r:embed="rId143"/>
                <a:stretch>
                  <a:fillRect/>
                </a:stretch>
              </p:blipFill>
              <p:spPr>
                <a:xfrm>
                  <a:off x="4982865" y="2585535"/>
                  <a:ext cx="21060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1" name="Ink 90">
                  <a:extLst>
                    <a:ext uri="{FF2B5EF4-FFF2-40B4-BE49-F238E27FC236}">
                      <a16:creationId xmlns:a16="http://schemas.microsoft.com/office/drawing/2014/main" id="{D6DF53C8-A76D-64DF-469B-98925F565D36}"/>
                    </a:ext>
                  </a:extLst>
                </p14:cNvPr>
                <p14:cNvContentPartPr/>
                <p14:nvPr/>
              </p14:nvContentPartPr>
              <p14:xfrm>
                <a:off x="5244225" y="2622255"/>
                <a:ext cx="273960" cy="342000"/>
              </p14:xfrm>
            </p:contentPart>
          </mc:Choice>
          <mc:Fallback xmlns="">
            <p:pic>
              <p:nvPicPr>
                <p:cNvPr id="91" name="Ink 90">
                  <a:extLst>
                    <a:ext uri="{FF2B5EF4-FFF2-40B4-BE49-F238E27FC236}">
                      <a16:creationId xmlns:a16="http://schemas.microsoft.com/office/drawing/2014/main" id="{D6DF53C8-A76D-64DF-469B-98925F565D36}"/>
                    </a:ext>
                  </a:extLst>
                </p:cNvPr>
                <p:cNvPicPr/>
                <p:nvPr/>
              </p:nvPicPr>
              <p:blipFill>
                <a:blip r:embed="rId145"/>
                <a:stretch>
                  <a:fillRect/>
                </a:stretch>
              </p:blipFill>
              <p:spPr>
                <a:xfrm>
                  <a:off x="5238105" y="2616135"/>
                  <a:ext cx="28620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 name="Ink 91">
                  <a:extLst>
                    <a:ext uri="{FF2B5EF4-FFF2-40B4-BE49-F238E27FC236}">
                      <a16:creationId xmlns:a16="http://schemas.microsoft.com/office/drawing/2014/main" id="{42F1F9C3-7CD6-ADCA-CC74-70606B1ECFF4}"/>
                    </a:ext>
                  </a:extLst>
                </p14:cNvPr>
                <p14:cNvContentPartPr/>
                <p14:nvPr/>
              </p14:nvContentPartPr>
              <p14:xfrm>
                <a:off x="5660025" y="2698935"/>
                <a:ext cx="392400" cy="77040"/>
              </p14:xfrm>
            </p:contentPart>
          </mc:Choice>
          <mc:Fallback xmlns="">
            <p:pic>
              <p:nvPicPr>
                <p:cNvPr id="92" name="Ink 91">
                  <a:extLst>
                    <a:ext uri="{FF2B5EF4-FFF2-40B4-BE49-F238E27FC236}">
                      <a16:creationId xmlns:a16="http://schemas.microsoft.com/office/drawing/2014/main" id="{42F1F9C3-7CD6-ADCA-CC74-70606B1ECFF4}"/>
                    </a:ext>
                  </a:extLst>
                </p:cNvPr>
                <p:cNvPicPr/>
                <p:nvPr/>
              </p:nvPicPr>
              <p:blipFill>
                <a:blip r:embed="rId147"/>
                <a:stretch>
                  <a:fillRect/>
                </a:stretch>
              </p:blipFill>
              <p:spPr>
                <a:xfrm>
                  <a:off x="5653905" y="2692815"/>
                  <a:ext cx="4046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3" name="Ink 92">
                  <a:extLst>
                    <a:ext uri="{FF2B5EF4-FFF2-40B4-BE49-F238E27FC236}">
                      <a16:creationId xmlns:a16="http://schemas.microsoft.com/office/drawing/2014/main" id="{CD098D1B-F6BC-9F39-0E87-E88B6306AC45}"/>
                    </a:ext>
                  </a:extLst>
                </p14:cNvPr>
                <p14:cNvContentPartPr/>
                <p14:nvPr/>
              </p14:nvContentPartPr>
              <p14:xfrm>
                <a:off x="5856585" y="2579055"/>
                <a:ext cx="126000" cy="359280"/>
              </p14:xfrm>
            </p:contentPart>
          </mc:Choice>
          <mc:Fallback xmlns="">
            <p:pic>
              <p:nvPicPr>
                <p:cNvPr id="93" name="Ink 92">
                  <a:extLst>
                    <a:ext uri="{FF2B5EF4-FFF2-40B4-BE49-F238E27FC236}">
                      <a16:creationId xmlns:a16="http://schemas.microsoft.com/office/drawing/2014/main" id="{CD098D1B-F6BC-9F39-0E87-E88B6306AC45}"/>
                    </a:ext>
                  </a:extLst>
                </p:cNvPr>
                <p:cNvPicPr/>
                <p:nvPr/>
              </p:nvPicPr>
              <p:blipFill>
                <a:blip r:embed="rId149"/>
                <a:stretch>
                  <a:fillRect/>
                </a:stretch>
              </p:blipFill>
              <p:spPr>
                <a:xfrm>
                  <a:off x="5850465" y="2572935"/>
                  <a:ext cx="13824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5" name="Ink 94">
                  <a:extLst>
                    <a:ext uri="{FF2B5EF4-FFF2-40B4-BE49-F238E27FC236}">
                      <a16:creationId xmlns:a16="http://schemas.microsoft.com/office/drawing/2014/main" id="{E9BA73BF-ECCC-6252-13BF-18B30893EE72}"/>
                    </a:ext>
                  </a:extLst>
                </p14:cNvPr>
                <p14:cNvContentPartPr/>
                <p14:nvPr/>
              </p14:nvContentPartPr>
              <p14:xfrm>
                <a:off x="6354825" y="2461695"/>
                <a:ext cx="228960" cy="352080"/>
              </p14:xfrm>
            </p:contentPart>
          </mc:Choice>
          <mc:Fallback xmlns="">
            <p:pic>
              <p:nvPicPr>
                <p:cNvPr id="95" name="Ink 94">
                  <a:extLst>
                    <a:ext uri="{FF2B5EF4-FFF2-40B4-BE49-F238E27FC236}">
                      <a16:creationId xmlns:a16="http://schemas.microsoft.com/office/drawing/2014/main" id="{E9BA73BF-ECCC-6252-13BF-18B30893EE72}"/>
                    </a:ext>
                  </a:extLst>
                </p:cNvPr>
                <p:cNvPicPr/>
                <p:nvPr/>
              </p:nvPicPr>
              <p:blipFill>
                <a:blip r:embed="rId151"/>
                <a:stretch>
                  <a:fillRect/>
                </a:stretch>
              </p:blipFill>
              <p:spPr>
                <a:xfrm>
                  <a:off x="6348705" y="2455575"/>
                  <a:ext cx="24120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6" name="Ink 95">
                  <a:extLst>
                    <a:ext uri="{FF2B5EF4-FFF2-40B4-BE49-F238E27FC236}">
                      <a16:creationId xmlns:a16="http://schemas.microsoft.com/office/drawing/2014/main" id="{D74301E3-3AA4-3B68-4E6F-6DAE156194E2}"/>
                    </a:ext>
                  </a:extLst>
                </p14:cNvPr>
                <p14:cNvContentPartPr/>
                <p14:nvPr/>
              </p14:nvContentPartPr>
              <p14:xfrm>
                <a:off x="6747945" y="2593455"/>
                <a:ext cx="72360" cy="54000"/>
              </p14:xfrm>
            </p:contentPart>
          </mc:Choice>
          <mc:Fallback xmlns="">
            <p:pic>
              <p:nvPicPr>
                <p:cNvPr id="96" name="Ink 95">
                  <a:extLst>
                    <a:ext uri="{FF2B5EF4-FFF2-40B4-BE49-F238E27FC236}">
                      <a16:creationId xmlns:a16="http://schemas.microsoft.com/office/drawing/2014/main" id="{D74301E3-3AA4-3B68-4E6F-6DAE156194E2}"/>
                    </a:ext>
                  </a:extLst>
                </p:cNvPr>
                <p:cNvPicPr/>
                <p:nvPr/>
              </p:nvPicPr>
              <p:blipFill>
                <a:blip r:embed="rId153"/>
                <a:stretch>
                  <a:fillRect/>
                </a:stretch>
              </p:blipFill>
              <p:spPr>
                <a:xfrm>
                  <a:off x="6741825" y="2587335"/>
                  <a:ext cx="846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7" name="Ink 96">
                  <a:extLst>
                    <a:ext uri="{FF2B5EF4-FFF2-40B4-BE49-F238E27FC236}">
                      <a16:creationId xmlns:a16="http://schemas.microsoft.com/office/drawing/2014/main" id="{22A39D17-4E6E-04DE-A743-4A7036F32BAF}"/>
                    </a:ext>
                  </a:extLst>
                </p14:cNvPr>
                <p14:cNvContentPartPr/>
                <p14:nvPr/>
              </p14:nvContentPartPr>
              <p14:xfrm>
                <a:off x="6933345" y="2476095"/>
                <a:ext cx="246600" cy="230040"/>
              </p14:xfrm>
            </p:contentPart>
          </mc:Choice>
          <mc:Fallback xmlns="">
            <p:pic>
              <p:nvPicPr>
                <p:cNvPr id="97" name="Ink 96">
                  <a:extLst>
                    <a:ext uri="{FF2B5EF4-FFF2-40B4-BE49-F238E27FC236}">
                      <a16:creationId xmlns:a16="http://schemas.microsoft.com/office/drawing/2014/main" id="{22A39D17-4E6E-04DE-A743-4A7036F32BAF}"/>
                    </a:ext>
                  </a:extLst>
                </p:cNvPr>
                <p:cNvPicPr/>
                <p:nvPr/>
              </p:nvPicPr>
              <p:blipFill>
                <a:blip r:embed="rId155"/>
                <a:stretch>
                  <a:fillRect/>
                </a:stretch>
              </p:blipFill>
              <p:spPr>
                <a:xfrm>
                  <a:off x="6927225" y="2469975"/>
                  <a:ext cx="2588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8" name="Ink 97">
                  <a:extLst>
                    <a:ext uri="{FF2B5EF4-FFF2-40B4-BE49-F238E27FC236}">
                      <a16:creationId xmlns:a16="http://schemas.microsoft.com/office/drawing/2014/main" id="{DC64F1BB-AC64-AD96-9583-3B82F60391C3}"/>
                    </a:ext>
                  </a:extLst>
                </p14:cNvPr>
                <p14:cNvContentPartPr/>
                <p14:nvPr/>
              </p14:nvContentPartPr>
              <p14:xfrm>
                <a:off x="7272825" y="2485455"/>
                <a:ext cx="163440" cy="276120"/>
              </p14:xfrm>
            </p:contentPart>
          </mc:Choice>
          <mc:Fallback xmlns="">
            <p:pic>
              <p:nvPicPr>
                <p:cNvPr id="98" name="Ink 97">
                  <a:extLst>
                    <a:ext uri="{FF2B5EF4-FFF2-40B4-BE49-F238E27FC236}">
                      <a16:creationId xmlns:a16="http://schemas.microsoft.com/office/drawing/2014/main" id="{DC64F1BB-AC64-AD96-9583-3B82F60391C3}"/>
                    </a:ext>
                  </a:extLst>
                </p:cNvPr>
                <p:cNvPicPr/>
                <p:nvPr/>
              </p:nvPicPr>
              <p:blipFill>
                <a:blip r:embed="rId157"/>
                <a:stretch>
                  <a:fillRect/>
                </a:stretch>
              </p:blipFill>
              <p:spPr>
                <a:xfrm>
                  <a:off x="7266705" y="2479335"/>
                  <a:ext cx="1756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9" name="Ink 98">
                  <a:extLst>
                    <a:ext uri="{FF2B5EF4-FFF2-40B4-BE49-F238E27FC236}">
                      <a16:creationId xmlns:a16="http://schemas.microsoft.com/office/drawing/2014/main" id="{BC1D21EA-0B4C-E11E-252E-7D9FCA9839C5}"/>
                    </a:ext>
                  </a:extLst>
                </p14:cNvPr>
                <p14:cNvContentPartPr/>
                <p14:nvPr/>
              </p14:nvContentPartPr>
              <p14:xfrm>
                <a:off x="7453185" y="2487615"/>
                <a:ext cx="410760" cy="315000"/>
              </p14:xfrm>
            </p:contentPart>
          </mc:Choice>
          <mc:Fallback xmlns="">
            <p:pic>
              <p:nvPicPr>
                <p:cNvPr id="99" name="Ink 98">
                  <a:extLst>
                    <a:ext uri="{FF2B5EF4-FFF2-40B4-BE49-F238E27FC236}">
                      <a16:creationId xmlns:a16="http://schemas.microsoft.com/office/drawing/2014/main" id="{BC1D21EA-0B4C-E11E-252E-7D9FCA9839C5}"/>
                    </a:ext>
                  </a:extLst>
                </p:cNvPr>
                <p:cNvPicPr/>
                <p:nvPr/>
              </p:nvPicPr>
              <p:blipFill>
                <a:blip r:embed="rId159"/>
                <a:stretch>
                  <a:fillRect/>
                </a:stretch>
              </p:blipFill>
              <p:spPr>
                <a:xfrm>
                  <a:off x="7447065" y="2481495"/>
                  <a:ext cx="42300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0" name="Ink 99">
                  <a:extLst>
                    <a:ext uri="{FF2B5EF4-FFF2-40B4-BE49-F238E27FC236}">
                      <a16:creationId xmlns:a16="http://schemas.microsoft.com/office/drawing/2014/main" id="{AF7DCA61-9957-60DE-34F0-CE00DF7E96D7}"/>
                    </a:ext>
                  </a:extLst>
                </p14:cNvPr>
                <p14:cNvContentPartPr/>
                <p14:nvPr/>
              </p14:nvContentPartPr>
              <p14:xfrm>
                <a:off x="7829385" y="2756175"/>
                <a:ext cx="137520" cy="148320"/>
              </p14:xfrm>
            </p:contentPart>
          </mc:Choice>
          <mc:Fallback xmlns="">
            <p:pic>
              <p:nvPicPr>
                <p:cNvPr id="100" name="Ink 99">
                  <a:extLst>
                    <a:ext uri="{FF2B5EF4-FFF2-40B4-BE49-F238E27FC236}">
                      <a16:creationId xmlns:a16="http://schemas.microsoft.com/office/drawing/2014/main" id="{AF7DCA61-9957-60DE-34F0-CE00DF7E96D7}"/>
                    </a:ext>
                  </a:extLst>
                </p:cNvPr>
                <p:cNvPicPr/>
                <p:nvPr/>
              </p:nvPicPr>
              <p:blipFill>
                <a:blip r:embed="rId161"/>
                <a:stretch>
                  <a:fillRect/>
                </a:stretch>
              </p:blipFill>
              <p:spPr>
                <a:xfrm>
                  <a:off x="7823265" y="2750055"/>
                  <a:ext cx="1497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2E2E2CD1-CBB1-9385-9071-F1C2DD52A7E0}"/>
                    </a:ext>
                  </a:extLst>
                </p14:cNvPr>
                <p14:cNvContentPartPr/>
                <p14:nvPr/>
              </p14:nvContentPartPr>
              <p14:xfrm>
                <a:off x="8199825" y="2529735"/>
                <a:ext cx="385560" cy="81720"/>
              </p14:xfrm>
            </p:contentPart>
          </mc:Choice>
          <mc:Fallback xmlns="">
            <p:pic>
              <p:nvPicPr>
                <p:cNvPr id="101" name="Ink 100">
                  <a:extLst>
                    <a:ext uri="{FF2B5EF4-FFF2-40B4-BE49-F238E27FC236}">
                      <a16:creationId xmlns:a16="http://schemas.microsoft.com/office/drawing/2014/main" id="{2E2E2CD1-CBB1-9385-9071-F1C2DD52A7E0}"/>
                    </a:ext>
                  </a:extLst>
                </p:cNvPr>
                <p:cNvPicPr/>
                <p:nvPr/>
              </p:nvPicPr>
              <p:blipFill>
                <a:blip r:embed="rId163"/>
                <a:stretch>
                  <a:fillRect/>
                </a:stretch>
              </p:blipFill>
              <p:spPr>
                <a:xfrm>
                  <a:off x="8193705" y="2523615"/>
                  <a:ext cx="3978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1B67335E-0693-ED94-096A-82D4EEBFAB20}"/>
                    </a:ext>
                  </a:extLst>
                </p14:cNvPr>
                <p14:cNvContentPartPr/>
                <p14:nvPr/>
              </p14:nvContentPartPr>
              <p14:xfrm>
                <a:off x="8367585" y="2422815"/>
                <a:ext cx="91800" cy="333720"/>
              </p14:xfrm>
            </p:contentPart>
          </mc:Choice>
          <mc:Fallback xmlns="">
            <p:pic>
              <p:nvPicPr>
                <p:cNvPr id="102" name="Ink 101">
                  <a:extLst>
                    <a:ext uri="{FF2B5EF4-FFF2-40B4-BE49-F238E27FC236}">
                      <a16:creationId xmlns:a16="http://schemas.microsoft.com/office/drawing/2014/main" id="{1B67335E-0693-ED94-096A-82D4EEBFAB20}"/>
                    </a:ext>
                  </a:extLst>
                </p:cNvPr>
                <p:cNvPicPr/>
                <p:nvPr/>
              </p:nvPicPr>
              <p:blipFill>
                <a:blip r:embed="rId165"/>
                <a:stretch>
                  <a:fillRect/>
                </a:stretch>
              </p:blipFill>
              <p:spPr>
                <a:xfrm>
                  <a:off x="8361465" y="2416695"/>
                  <a:ext cx="10404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3" name="Ink 102">
                  <a:extLst>
                    <a:ext uri="{FF2B5EF4-FFF2-40B4-BE49-F238E27FC236}">
                      <a16:creationId xmlns:a16="http://schemas.microsoft.com/office/drawing/2014/main" id="{19FEAADB-3BBA-6B86-8EB9-AF1D787CBEFE}"/>
                    </a:ext>
                  </a:extLst>
                </p14:cNvPr>
                <p14:cNvContentPartPr/>
                <p14:nvPr/>
              </p14:nvContentPartPr>
              <p14:xfrm>
                <a:off x="8912985" y="2217975"/>
                <a:ext cx="305280" cy="391680"/>
              </p14:xfrm>
            </p:contentPart>
          </mc:Choice>
          <mc:Fallback xmlns="">
            <p:pic>
              <p:nvPicPr>
                <p:cNvPr id="103" name="Ink 102">
                  <a:extLst>
                    <a:ext uri="{FF2B5EF4-FFF2-40B4-BE49-F238E27FC236}">
                      <a16:creationId xmlns:a16="http://schemas.microsoft.com/office/drawing/2014/main" id="{19FEAADB-3BBA-6B86-8EB9-AF1D787CBEFE}"/>
                    </a:ext>
                  </a:extLst>
                </p:cNvPr>
                <p:cNvPicPr/>
                <p:nvPr/>
              </p:nvPicPr>
              <p:blipFill>
                <a:blip r:embed="rId167"/>
                <a:stretch>
                  <a:fillRect/>
                </a:stretch>
              </p:blipFill>
              <p:spPr>
                <a:xfrm>
                  <a:off x="8906865" y="2211855"/>
                  <a:ext cx="31752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4" name="Ink 103">
                  <a:extLst>
                    <a:ext uri="{FF2B5EF4-FFF2-40B4-BE49-F238E27FC236}">
                      <a16:creationId xmlns:a16="http://schemas.microsoft.com/office/drawing/2014/main" id="{18A9A849-3301-C355-4A42-81DAF0C86693}"/>
                    </a:ext>
                  </a:extLst>
                </p14:cNvPr>
                <p14:cNvContentPartPr/>
                <p14:nvPr/>
              </p14:nvContentPartPr>
              <p14:xfrm>
                <a:off x="9428505" y="2478255"/>
                <a:ext cx="24480" cy="30240"/>
              </p14:xfrm>
            </p:contentPart>
          </mc:Choice>
          <mc:Fallback xmlns="">
            <p:pic>
              <p:nvPicPr>
                <p:cNvPr id="104" name="Ink 103">
                  <a:extLst>
                    <a:ext uri="{FF2B5EF4-FFF2-40B4-BE49-F238E27FC236}">
                      <a16:creationId xmlns:a16="http://schemas.microsoft.com/office/drawing/2014/main" id="{18A9A849-3301-C355-4A42-81DAF0C86693}"/>
                    </a:ext>
                  </a:extLst>
                </p:cNvPr>
                <p:cNvPicPr/>
                <p:nvPr/>
              </p:nvPicPr>
              <p:blipFill>
                <a:blip r:embed="rId169"/>
                <a:stretch>
                  <a:fillRect/>
                </a:stretch>
              </p:blipFill>
              <p:spPr>
                <a:xfrm>
                  <a:off x="9422385" y="2472135"/>
                  <a:ext cx="367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7" name="Ink 106">
                  <a:extLst>
                    <a:ext uri="{FF2B5EF4-FFF2-40B4-BE49-F238E27FC236}">
                      <a16:creationId xmlns:a16="http://schemas.microsoft.com/office/drawing/2014/main" id="{C817F625-76B9-8A3D-C908-F4B877B4749E}"/>
                    </a:ext>
                  </a:extLst>
                </p14:cNvPr>
                <p14:cNvContentPartPr/>
                <p14:nvPr/>
              </p14:nvContentPartPr>
              <p14:xfrm>
                <a:off x="9610665" y="2234895"/>
                <a:ext cx="290520" cy="354960"/>
              </p14:xfrm>
            </p:contentPart>
          </mc:Choice>
          <mc:Fallback xmlns="">
            <p:pic>
              <p:nvPicPr>
                <p:cNvPr id="107" name="Ink 106">
                  <a:extLst>
                    <a:ext uri="{FF2B5EF4-FFF2-40B4-BE49-F238E27FC236}">
                      <a16:creationId xmlns:a16="http://schemas.microsoft.com/office/drawing/2014/main" id="{C817F625-76B9-8A3D-C908-F4B877B4749E}"/>
                    </a:ext>
                  </a:extLst>
                </p:cNvPr>
                <p:cNvPicPr/>
                <p:nvPr/>
              </p:nvPicPr>
              <p:blipFill>
                <a:blip r:embed="rId171"/>
                <a:stretch>
                  <a:fillRect/>
                </a:stretch>
              </p:blipFill>
              <p:spPr>
                <a:xfrm>
                  <a:off x="9604545" y="2228775"/>
                  <a:ext cx="30276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9" name="Ink 108">
                  <a:extLst>
                    <a:ext uri="{FF2B5EF4-FFF2-40B4-BE49-F238E27FC236}">
                      <a16:creationId xmlns:a16="http://schemas.microsoft.com/office/drawing/2014/main" id="{E15D2B34-2E93-F8B8-EFD3-E0B9224260FF}"/>
                    </a:ext>
                  </a:extLst>
                </p14:cNvPr>
                <p14:cNvContentPartPr/>
                <p14:nvPr/>
              </p14:nvContentPartPr>
              <p14:xfrm>
                <a:off x="10003065" y="2113215"/>
                <a:ext cx="231480" cy="398880"/>
              </p14:xfrm>
            </p:contentPart>
          </mc:Choice>
          <mc:Fallback xmlns="">
            <p:pic>
              <p:nvPicPr>
                <p:cNvPr id="109" name="Ink 108">
                  <a:extLst>
                    <a:ext uri="{FF2B5EF4-FFF2-40B4-BE49-F238E27FC236}">
                      <a16:creationId xmlns:a16="http://schemas.microsoft.com/office/drawing/2014/main" id="{E15D2B34-2E93-F8B8-EFD3-E0B9224260FF}"/>
                    </a:ext>
                  </a:extLst>
                </p:cNvPr>
                <p:cNvPicPr/>
                <p:nvPr/>
              </p:nvPicPr>
              <p:blipFill>
                <a:blip r:embed="rId173"/>
                <a:stretch>
                  <a:fillRect/>
                </a:stretch>
              </p:blipFill>
              <p:spPr>
                <a:xfrm>
                  <a:off x="9996945" y="2107095"/>
                  <a:ext cx="243720"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0" name="Ink 109">
                  <a:extLst>
                    <a:ext uri="{FF2B5EF4-FFF2-40B4-BE49-F238E27FC236}">
                      <a16:creationId xmlns:a16="http://schemas.microsoft.com/office/drawing/2014/main" id="{4CE8024B-4DF3-74F5-7C45-979C80537B87}"/>
                    </a:ext>
                  </a:extLst>
                </p14:cNvPr>
                <p14:cNvContentPartPr/>
                <p14:nvPr/>
              </p14:nvContentPartPr>
              <p14:xfrm>
                <a:off x="10277745" y="2281335"/>
                <a:ext cx="186480" cy="226080"/>
              </p14:xfrm>
            </p:contentPart>
          </mc:Choice>
          <mc:Fallback xmlns="">
            <p:pic>
              <p:nvPicPr>
                <p:cNvPr id="110" name="Ink 109">
                  <a:extLst>
                    <a:ext uri="{FF2B5EF4-FFF2-40B4-BE49-F238E27FC236}">
                      <a16:creationId xmlns:a16="http://schemas.microsoft.com/office/drawing/2014/main" id="{4CE8024B-4DF3-74F5-7C45-979C80537B87}"/>
                    </a:ext>
                  </a:extLst>
                </p:cNvPr>
                <p:cNvPicPr/>
                <p:nvPr/>
              </p:nvPicPr>
              <p:blipFill>
                <a:blip r:embed="rId175"/>
                <a:stretch>
                  <a:fillRect/>
                </a:stretch>
              </p:blipFill>
              <p:spPr>
                <a:xfrm>
                  <a:off x="10271625" y="2275215"/>
                  <a:ext cx="19872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1" name="Ink 110">
                  <a:extLst>
                    <a:ext uri="{FF2B5EF4-FFF2-40B4-BE49-F238E27FC236}">
                      <a16:creationId xmlns:a16="http://schemas.microsoft.com/office/drawing/2014/main" id="{C08E8D08-4B29-767B-238D-43C35C671A84}"/>
                    </a:ext>
                  </a:extLst>
                </p14:cNvPr>
                <p14:cNvContentPartPr/>
                <p14:nvPr/>
              </p14:nvContentPartPr>
              <p14:xfrm>
                <a:off x="10602105" y="2128695"/>
                <a:ext cx="113760" cy="171000"/>
              </p14:xfrm>
            </p:contentPart>
          </mc:Choice>
          <mc:Fallback xmlns="">
            <p:pic>
              <p:nvPicPr>
                <p:cNvPr id="111" name="Ink 110">
                  <a:extLst>
                    <a:ext uri="{FF2B5EF4-FFF2-40B4-BE49-F238E27FC236}">
                      <a16:creationId xmlns:a16="http://schemas.microsoft.com/office/drawing/2014/main" id="{C08E8D08-4B29-767B-238D-43C35C671A84}"/>
                    </a:ext>
                  </a:extLst>
                </p:cNvPr>
                <p:cNvPicPr/>
                <p:nvPr/>
              </p:nvPicPr>
              <p:blipFill>
                <a:blip r:embed="rId177"/>
                <a:stretch>
                  <a:fillRect/>
                </a:stretch>
              </p:blipFill>
              <p:spPr>
                <a:xfrm>
                  <a:off x="10595985" y="2122575"/>
                  <a:ext cx="1260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2" name="Ink 111">
                  <a:extLst>
                    <a:ext uri="{FF2B5EF4-FFF2-40B4-BE49-F238E27FC236}">
                      <a16:creationId xmlns:a16="http://schemas.microsoft.com/office/drawing/2014/main" id="{ACFBFDAF-5F65-875B-4836-56B6087EB038}"/>
                    </a:ext>
                  </a:extLst>
                </p14:cNvPr>
                <p14:cNvContentPartPr/>
                <p14:nvPr/>
              </p14:nvContentPartPr>
              <p14:xfrm>
                <a:off x="10743225" y="2347575"/>
                <a:ext cx="257040" cy="56880"/>
              </p14:xfrm>
            </p:contentPart>
          </mc:Choice>
          <mc:Fallback xmlns="">
            <p:pic>
              <p:nvPicPr>
                <p:cNvPr id="112" name="Ink 111">
                  <a:extLst>
                    <a:ext uri="{FF2B5EF4-FFF2-40B4-BE49-F238E27FC236}">
                      <a16:creationId xmlns:a16="http://schemas.microsoft.com/office/drawing/2014/main" id="{ACFBFDAF-5F65-875B-4836-56B6087EB038}"/>
                    </a:ext>
                  </a:extLst>
                </p:cNvPr>
                <p:cNvPicPr/>
                <p:nvPr/>
              </p:nvPicPr>
              <p:blipFill>
                <a:blip r:embed="rId179"/>
                <a:stretch>
                  <a:fillRect/>
                </a:stretch>
              </p:blipFill>
              <p:spPr>
                <a:xfrm>
                  <a:off x="10737105" y="2341455"/>
                  <a:ext cx="2692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3" name="Ink 112">
                  <a:extLst>
                    <a:ext uri="{FF2B5EF4-FFF2-40B4-BE49-F238E27FC236}">
                      <a16:creationId xmlns:a16="http://schemas.microsoft.com/office/drawing/2014/main" id="{F710077B-5C2A-3722-77FA-9B4158D64C3A}"/>
                    </a:ext>
                  </a:extLst>
                </p14:cNvPr>
                <p14:cNvContentPartPr/>
                <p14:nvPr/>
              </p14:nvContentPartPr>
              <p14:xfrm>
                <a:off x="10866345" y="2299335"/>
                <a:ext cx="136440" cy="249480"/>
              </p14:xfrm>
            </p:contentPart>
          </mc:Choice>
          <mc:Fallback xmlns="">
            <p:pic>
              <p:nvPicPr>
                <p:cNvPr id="113" name="Ink 112">
                  <a:extLst>
                    <a:ext uri="{FF2B5EF4-FFF2-40B4-BE49-F238E27FC236}">
                      <a16:creationId xmlns:a16="http://schemas.microsoft.com/office/drawing/2014/main" id="{F710077B-5C2A-3722-77FA-9B4158D64C3A}"/>
                    </a:ext>
                  </a:extLst>
                </p:cNvPr>
                <p:cNvPicPr/>
                <p:nvPr/>
              </p:nvPicPr>
              <p:blipFill>
                <a:blip r:embed="rId181"/>
                <a:stretch>
                  <a:fillRect/>
                </a:stretch>
              </p:blipFill>
              <p:spPr>
                <a:xfrm>
                  <a:off x="10860225" y="2293215"/>
                  <a:ext cx="14868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5" name="Ink 114">
                  <a:extLst>
                    <a:ext uri="{FF2B5EF4-FFF2-40B4-BE49-F238E27FC236}">
                      <a16:creationId xmlns:a16="http://schemas.microsoft.com/office/drawing/2014/main" id="{EE0B5BE0-3D8C-797C-55B0-872875263C8A}"/>
                    </a:ext>
                  </a:extLst>
                </p14:cNvPr>
                <p14:cNvContentPartPr/>
                <p14:nvPr/>
              </p14:nvContentPartPr>
              <p14:xfrm>
                <a:off x="11049225" y="2221215"/>
                <a:ext cx="301680" cy="368640"/>
              </p14:xfrm>
            </p:contentPart>
          </mc:Choice>
          <mc:Fallback xmlns="">
            <p:pic>
              <p:nvPicPr>
                <p:cNvPr id="115" name="Ink 114">
                  <a:extLst>
                    <a:ext uri="{FF2B5EF4-FFF2-40B4-BE49-F238E27FC236}">
                      <a16:creationId xmlns:a16="http://schemas.microsoft.com/office/drawing/2014/main" id="{EE0B5BE0-3D8C-797C-55B0-872875263C8A}"/>
                    </a:ext>
                  </a:extLst>
                </p:cNvPr>
                <p:cNvPicPr/>
                <p:nvPr/>
              </p:nvPicPr>
              <p:blipFill>
                <a:blip r:embed="rId183"/>
                <a:stretch>
                  <a:fillRect/>
                </a:stretch>
              </p:blipFill>
              <p:spPr>
                <a:xfrm>
                  <a:off x="11043105" y="2215095"/>
                  <a:ext cx="31392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6" name="Ink 115">
                  <a:extLst>
                    <a:ext uri="{FF2B5EF4-FFF2-40B4-BE49-F238E27FC236}">
                      <a16:creationId xmlns:a16="http://schemas.microsoft.com/office/drawing/2014/main" id="{40453D40-8DE4-9936-052F-FB9808B44B81}"/>
                    </a:ext>
                  </a:extLst>
                </p14:cNvPr>
                <p14:cNvContentPartPr/>
                <p14:nvPr/>
              </p14:nvContentPartPr>
              <p14:xfrm>
                <a:off x="11467545" y="2354775"/>
                <a:ext cx="35640" cy="24120"/>
              </p14:xfrm>
            </p:contentPart>
          </mc:Choice>
          <mc:Fallback xmlns="">
            <p:pic>
              <p:nvPicPr>
                <p:cNvPr id="116" name="Ink 115">
                  <a:extLst>
                    <a:ext uri="{FF2B5EF4-FFF2-40B4-BE49-F238E27FC236}">
                      <a16:creationId xmlns:a16="http://schemas.microsoft.com/office/drawing/2014/main" id="{40453D40-8DE4-9936-052F-FB9808B44B81}"/>
                    </a:ext>
                  </a:extLst>
                </p:cNvPr>
                <p:cNvPicPr/>
                <p:nvPr/>
              </p:nvPicPr>
              <p:blipFill>
                <a:blip r:embed="rId185"/>
                <a:stretch>
                  <a:fillRect/>
                </a:stretch>
              </p:blipFill>
              <p:spPr>
                <a:xfrm>
                  <a:off x="11461425" y="2348655"/>
                  <a:ext cx="4788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8" name="Ink 117">
                  <a:extLst>
                    <a:ext uri="{FF2B5EF4-FFF2-40B4-BE49-F238E27FC236}">
                      <a16:creationId xmlns:a16="http://schemas.microsoft.com/office/drawing/2014/main" id="{E76ED171-5D2C-F192-4449-FE0691182A61}"/>
                    </a:ext>
                  </a:extLst>
                </p14:cNvPr>
                <p14:cNvContentPartPr/>
                <p14:nvPr/>
              </p14:nvContentPartPr>
              <p14:xfrm>
                <a:off x="11640345" y="2262255"/>
                <a:ext cx="9000" cy="242280"/>
              </p14:xfrm>
            </p:contentPart>
          </mc:Choice>
          <mc:Fallback xmlns="">
            <p:pic>
              <p:nvPicPr>
                <p:cNvPr id="118" name="Ink 117">
                  <a:extLst>
                    <a:ext uri="{FF2B5EF4-FFF2-40B4-BE49-F238E27FC236}">
                      <a16:creationId xmlns:a16="http://schemas.microsoft.com/office/drawing/2014/main" id="{E76ED171-5D2C-F192-4449-FE0691182A61}"/>
                    </a:ext>
                  </a:extLst>
                </p:cNvPr>
                <p:cNvPicPr/>
                <p:nvPr/>
              </p:nvPicPr>
              <p:blipFill>
                <a:blip r:embed="rId187"/>
                <a:stretch>
                  <a:fillRect/>
                </a:stretch>
              </p:blipFill>
              <p:spPr>
                <a:xfrm>
                  <a:off x="11634225" y="2256135"/>
                  <a:ext cx="2124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9" name="Ink 118">
                  <a:extLst>
                    <a:ext uri="{FF2B5EF4-FFF2-40B4-BE49-F238E27FC236}">
                      <a16:creationId xmlns:a16="http://schemas.microsoft.com/office/drawing/2014/main" id="{372B8560-B49E-FE82-0E7A-62C4690E8CA6}"/>
                    </a:ext>
                  </a:extLst>
                </p14:cNvPr>
                <p14:cNvContentPartPr/>
                <p14:nvPr/>
              </p14:nvContentPartPr>
              <p14:xfrm>
                <a:off x="11824305" y="2216535"/>
                <a:ext cx="203760" cy="331200"/>
              </p14:xfrm>
            </p:contentPart>
          </mc:Choice>
          <mc:Fallback xmlns="">
            <p:pic>
              <p:nvPicPr>
                <p:cNvPr id="119" name="Ink 118">
                  <a:extLst>
                    <a:ext uri="{FF2B5EF4-FFF2-40B4-BE49-F238E27FC236}">
                      <a16:creationId xmlns:a16="http://schemas.microsoft.com/office/drawing/2014/main" id="{372B8560-B49E-FE82-0E7A-62C4690E8CA6}"/>
                    </a:ext>
                  </a:extLst>
                </p:cNvPr>
                <p:cNvPicPr/>
                <p:nvPr/>
              </p:nvPicPr>
              <p:blipFill>
                <a:blip r:embed="rId189"/>
                <a:stretch>
                  <a:fillRect/>
                </a:stretch>
              </p:blipFill>
              <p:spPr>
                <a:xfrm>
                  <a:off x="11818185" y="2210415"/>
                  <a:ext cx="21600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0" name="Ink 119">
                  <a:extLst>
                    <a:ext uri="{FF2B5EF4-FFF2-40B4-BE49-F238E27FC236}">
                      <a16:creationId xmlns:a16="http://schemas.microsoft.com/office/drawing/2014/main" id="{C6451CC6-E301-A883-AC59-4080D7F55A7B}"/>
                    </a:ext>
                  </a:extLst>
                </p14:cNvPr>
                <p14:cNvContentPartPr/>
                <p14:nvPr/>
              </p14:nvContentPartPr>
              <p14:xfrm>
                <a:off x="11558625" y="2748255"/>
                <a:ext cx="219960" cy="201600"/>
              </p14:xfrm>
            </p:contentPart>
          </mc:Choice>
          <mc:Fallback xmlns="">
            <p:pic>
              <p:nvPicPr>
                <p:cNvPr id="120" name="Ink 119">
                  <a:extLst>
                    <a:ext uri="{FF2B5EF4-FFF2-40B4-BE49-F238E27FC236}">
                      <a16:creationId xmlns:a16="http://schemas.microsoft.com/office/drawing/2014/main" id="{C6451CC6-E301-A883-AC59-4080D7F55A7B}"/>
                    </a:ext>
                  </a:extLst>
                </p:cNvPr>
                <p:cNvPicPr/>
                <p:nvPr/>
              </p:nvPicPr>
              <p:blipFill>
                <a:blip r:embed="rId191"/>
                <a:stretch>
                  <a:fillRect/>
                </a:stretch>
              </p:blipFill>
              <p:spPr>
                <a:xfrm>
                  <a:off x="11552505" y="2742135"/>
                  <a:ext cx="23220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1" name="Ink 120">
                  <a:extLst>
                    <a:ext uri="{FF2B5EF4-FFF2-40B4-BE49-F238E27FC236}">
                      <a16:creationId xmlns:a16="http://schemas.microsoft.com/office/drawing/2014/main" id="{327B624F-3E46-E5F8-41F8-FAA4E0A46732}"/>
                    </a:ext>
                  </a:extLst>
                </p14:cNvPr>
                <p14:cNvContentPartPr/>
                <p14:nvPr/>
              </p14:nvContentPartPr>
              <p14:xfrm>
                <a:off x="11834025" y="2635575"/>
                <a:ext cx="117000" cy="203400"/>
              </p14:xfrm>
            </p:contentPart>
          </mc:Choice>
          <mc:Fallback xmlns="">
            <p:pic>
              <p:nvPicPr>
                <p:cNvPr id="121" name="Ink 120">
                  <a:extLst>
                    <a:ext uri="{FF2B5EF4-FFF2-40B4-BE49-F238E27FC236}">
                      <a16:creationId xmlns:a16="http://schemas.microsoft.com/office/drawing/2014/main" id="{327B624F-3E46-E5F8-41F8-FAA4E0A46732}"/>
                    </a:ext>
                  </a:extLst>
                </p:cNvPr>
                <p:cNvPicPr/>
                <p:nvPr/>
              </p:nvPicPr>
              <p:blipFill>
                <a:blip r:embed="rId193"/>
                <a:stretch>
                  <a:fillRect/>
                </a:stretch>
              </p:blipFill>
              <p:spPr>
                <a:xfrm>
                  <a:off x="11827905" y="2629455"/>
                  <a:ext cx="12924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2" name="Ink 121">
                  <a:extLst>
                    <a:ext uri="{FF2B5EF4-FFF2-40B4-BE49-F238E27FC236}">
                      <a16:creationId xmlns:a16="http://schemas.microsoft.com/office/drawing/2014/main" id="{5FE6CB94-E6F0-67E9-15D2-0F8120C99DEF}"/>
                    </a:ext>
                  </a:extLst>
                </p14:cNvPr>
                <p14:cNvContentPartPr/>
                <p14:nvPr/>
              </p14:nvContentPartPr>
              <p14:xfrm>
                <a:off x="12001425" y="2847615"/>
                <a:ext cx="32400" cy="16920"/>
              </p14:xfrm>
            </p:contentPart>
          </mc:Choice>
          <mc:Fallback xmlns="">
            <p:pic>
              <p:nvPicPr>
                <p:cNvPr id="122" name="Ink 121">
                  <a:extLst>
                    <a:ext uri="{FF2B5EF4-FFF2-40B4-BE49-F238E27FC236}">
                      <a16:creationId xmlns:a16="http://schemas.microsoft.com/office/drawing/2014/main" id="{5FE6CB94-E6F0-67E9-15D2-0F8120C99DEF}"/>
                    </a:ext>
                  </a:extLst>
                </p:cNvPr>
                <p:cNvPicPr/>
                <p:nvPr/>
              </p:nvPicPr>
              <p:blipFill>
                <a:blip r:embed="rId195"/>
                <a:stretch>
                  <a:fillRect/>
                </a:stretch>
              </p:blipFill>
              <p:spPr>
                <a:xfrm>
                  <a:off x="11995305" y="2841495"/>
                  <a:ext cx="446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4" name="Ink 123">
                  <a:extLst>
                    <a:ext uri="{FF2B5EF4-FFF2-40B4-BE49-F238E27FC236}">
                      <a16:creationId xmlns:a16="http://schemas.microsoft.com/office/drawing/2014/main" id="{8DF9D343-557D-D275-3DC7-1139AC536106}"/>
                    </a:ext>
                  </a:extLst>
                </p14:cNvPr>
                <p14:cNvContentPartPr/>
                <p14:nvPr/>
              </p14:nvContentPartPr>
              <p14:xfrm>
                <a:off x="4087905" y="3530535"/>
                <a:ext cx="6369840" cy="243000"/>
              </p14:xfrm>
            </p:contentPart>
          </mc:Choice>
          <mc:Fallback xmlns="">
            <p:pic>
              <p:nvPicPr>
                <p:cNvPr id="124" name="Ink 123">
                  <a:extLst>
                    <a:ext uri="{FF2B5EF4-FFF2-40B4-BE49-F238E27FC236}">
                      <a16:creationId xmlns:a16="http://schemas.microsoft.com/office/drawing/2014/main" id="{8DF9D343-557D-D275-3DC7-1139AC536106}"/>
                    </a:ext>
                  </a:extLst>
                </p:cNvPr>
                <p:cNvPicPr/>
                <p:nvPr/>
              </p:nvPicPr>
              <p:blipFill>
                <a:blip r:embed="rId197"/>
                <a:stretch>
                  <a:fillRect/>
                </a:stretch>
              </p:blipFill>
              <p:spPr>
                <a:xfrm>
                  <a:off x="4081785" y="3524415"/>
                  <a:ext cx="638208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5" name="Ink 124">
                  <a:extLst>
                    <a:ext uri="{FF2B5EF4-FFF2-40B4-BE49-F238E27FC236}">
                      <a16:creationId xmlns:a16="http://schemas.microsoft.com/office/drawing/2014/main" id="{A37B3975-E5D2-8730-F64D-16A7B821A19F}"/>
                    </a:ext>
                  </a:extLst>
                </p14:cNvPr>
                <p14:cNvContentPartPr/>
                <p14:nvPr/>
              </p14:nvContentPartPr>
              <p14:xfrm>
                <a:off x="11115465" y="3681735"/>
                <a:ext cx="66600" cy="587880"/>
              </p14:xfrm>
            </p:contentPart>
          </mc:Choice>
          <mc:Fallback xmlns="">
            <p:pic>
              <p:nvPicPr>
                <p:cNvPr id="125" name="Ink 124">
                  <a:extLst>
                    <a:ext uri="{FF2B5EF4-FFF2-40B4-BE49-F238E27FC236}">
                      <a16:creationId xmlns:a16="http://schemas.microsoft.com/office/drawing/2014/main" id="{A37B3975-E5D2-8730-F64D-16A7B821A19F}"/>
                    </a:ext>
                  </a:extLst>
                </p:cNvPr>
                <p:cNvPicPr/>
                <p:nvPr/>
              </p:nvPicPr>
              <p:blipFill>
                <a:blip r:embed="rId199"/>
                <a:stretch>
                  <a:fillRect/>
                </a:stretch>
              </p:blipFill>
              <p:spPr>
                <a:xfrm>
                  <a:off x="11109345" y="3675615"/>
                  <a:ext cx="78840" cy="6001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6" name="Ink 125">
                  <a:extLst>
                    <a:ext uri="{FF2B5EF4-FFF2-40B4-BE49-F238E27FC236}">
                      <a16:creationId xmlns:a16="http://schemas.microsoft.com/office/drawing/2014/main" id="{9DCF4768-670A-A983-709A-BB13F5D4EAB5}"/>
                    </a:ext>
                  </a:extLst>
                </p14:cNvPr>
                <p14:cNvContentPartPr/>
                <p14:nvPr/>
              </p14:nvContentPartPr>
              <p14:xfrm>
                <a:off x="10628385" y="4223175"/>
                <a:ext cx="844200" cy="218160"/>
              </p14:xfrm>
            </p:contentPart>
          </mc:Choice>
          <mc:Fallback xmlns="">
            <p:pic>
              <p:nvPicPr>
                <p:cNvPr id="126" name="Ink 125">
                  <a:extLst>
                    <a:ext uri="{FF2B5EF4-FFF2-40B4-BE49-F238E27FC236}">
                      <a16:creationId xmlns:a16="http://schemas.microsoft.com/office/drawing/2014/main" id="{9DCF4768-670A-A983-709A-BB13F5D4EAB5}"/>
                    </a:ext>
                  </a:extLst>
                </p:cNvPr>
                <p:cNvPicPr/>
                <p:nvPr/>
              </p:nvPicPr>
              <p:blipFill>
                <a:blip r:embed="rId201"/>
                <a:stretch>
                  <a:fillRect/>
                </a:stretch>
              </p:blipFill>
              <p:spPr>
                <a:xfrm>
                  <a:off x="10622265" y="4217055"/>
                  <a:ext cx="85644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8" name="Ink 127">
                  <a:extLst>
                    <a:ext uri="{FF2B5EF4-FFF2-40B4-BE49-F238E27FC236}">
                      <a16:creationId xmlns:a16="http://schemas.microsoft.com/office/drawing/2014/main" id="{D2C62661-6D18-77EA-CA73-AD22C436B1D0}"/>
                    </a:ext>
                  </a:extLst>
                </p14:cNvPr>
                <p14:cNvContentPartPr/>
                <p14:nvPr/>
              </p14:nvContentPartPr>
              <p14:xfrm>
                <a:off x="8255625" y="4512975"/>
                <a:ext cx="2507760" cy="1393560"/>
              </p14:xfrm>
            </p:contentPart>
          </mc:Choice>
          <mc:Fallback xmlns="">
            <p:pic>
              <p:nvPicPr>
                <p:cNvPr id="128" name="Ink 127">
                  <a:extLst>
                    <a:ext uri="{FF2B5EF4-FFF2-40B4-BE49-F238E27FC236}">
                      <a16:creationId xmlns:a16="http://schemas.microsoft.com/office/drawing/2014/main" id="{D2C62661-6D18-77EA-CA73-AD22C436B1D0}"/>
                    </a:ext>
                  </a:extLst>
                </p:cNvPr>
                <p:cNvPicPr/>
                <p:nvPr/>
              </p:nvPicPr>
              <p:blipFill>
                <a:blip r:embed="rId203"/>
                <a:stretch>
                  <a:fillRect/>
                </a:stretch>
              </p:blipFill>
              <p:spPr>
                <a:xfrm>
                  <a:off x="8249505" y="4506855"/>
                  <a:ext cx="2520000" cy="14058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9" name="Ink 128">
                  <a:extLst>
                    <a:ext uri="{FF2B5EF4-FFF2-40B4-BE49-F238E27FC236}">
                      <a16:creationId xmlns:a16="http://schemas.microsoft.com/office/drawing/2014/main" id="{7FA4A8D8-5FFC-5F6C-AD96-4C26BE1BD283}"/>
                    </a:ext>
                  </a:extLst>
                </p14:cNvPr>
                <p14:cNvContentPartPr/>
                <p14:nvPr/>
              </p14:nvContentPartPr>
              <p14:xfrm>
                <a:off x="8325465" y="4157655"/>
                <a:ext cx="1054080" cy="948600"/>
              </p14:xfrm>
            </p:contentPart>
          </mc:Choice>
          <mc:Fallback xmlns="">
            <p:pic>
              <p:nvPicPr>
                <p:cNvPr id="129" name="Ink 128">
                  <a:extLst>
                    <a:ext uri="{FF2B5EF4-FFF2-40B4-BE49-F238E27FC236}">
                      <a16:creationId xmlns:a16="http://schemas.microsoft.com/office/drawing/2014/main" id="{7FA4A8D8-5FFC-5F6C-AD96-4C26BE1BD283}"/>
                    </a:ext>
                  </a:extLst>
                </p:cNvPr>
                <p:cNvPicPr/>
                <p:nvPr/>
              </p:nvPicPr>
              <p:blipFill>
                <a:blip r:embed="rId205"/>
                <a:stretch>
                  <a:fillRect/>
                </a:stretch>
              </p:blipFill>
              <p:spPr>
                <a:xfrm>
                  <a:off x="8319345" y="4151535"/>
                  <a:ext cx="1066320" cy="9608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0" name="Ink 129">
                  <a:extLst>
                    <a:ext uri="{FF2B5EF4-FFF2-40B4-BE49-F238E27FC236}">
                      <a16:creationId xmlns:a16="http://schemas.microsoft.com/office/drawing/2014/main" id="{E44D2660-F670-2EE8-7973-D2460E3CF43E}"/>
                    </a:ext>
                  </a:extLst>
                </p14:cNvPr>
                <p14:cNvContentPartPr/>
                <p14:nvPr/>
              </p14:nvContentPartPr>
              <p14:xfrm>
                <a:off x="8182905" y="4268175"/>
                <a:ext cx="1023840" cy="640440"/>
              </p14:xfrm>
            </p:contentPart>
          </mc:Choice>
          <mc:Fallback xmlns="">
            <p:pic>
              <p:nvPicPr>
                <p:cNvPr id="130" name="Ink 129">
                  <a:extLst>
                    <a:ext uri="{FF2B5EF4-FFF2-40B4-BE49-F238E27FC236}">
                      <a16:creationId xmlns:a16="http://schemas.microsoft.com/office/drawing/2014/main" id="{E44D2660-F670-2EE8-7973-D2460E3CF43E}"/>
                    </a:ext>
                  </a:extLst>
                </p:cNvPr>
                <p:cNvPicPr/>
                <p:nvPr/>
              </p:nvPicPr>
              <p:blipFill>
                <a:blip r:embed="rId207"/>
                <a:stretch>
                  <a:fillRect/>
                </a:stretch>
              </p:blipFill>
              <p:spPr>
                <a:xfrm>
                  <a:off x="8176785" y="4262055"/>
                  <a:ext cx="1036080" cy="6526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1" name="Ink 130">
                  <a:extLst>
                    <a:ext uri="{FF2B5EF4-FFF2-40B4-BE49-F238E27FC236}">
                      <a16:creationId xmlns:a16="http://schemas.microsoft.com/office/drawing/2014/main" id="{243F8939-3923-D143-6C77-56DDC1FEEF16}"/>
                    </a:ext>
                  </a:extLst>
                </p14:cNvPr>
                <p14:cNvContentPartPr/>
                <p14:nvPr/>
              </p14:nvContentPartPr>
              <p14:xfrm>
                <a:off x="8414745" y="5995455"/>
                <a:ext cx="939960" cy="128880"/>
              </p14:xfrm>
            </p:contentPart>
          </mc:Choice>
          <mc:Fallback xmlns="">
            <p:pic>
              <p:nvPicPr>
                <p:cNvPr id="131" name="Ink 130">
                  <a:extLst>
                    <a:ext uri="{FF2B5EF4-FFF2-40B4-BE49-F238E27FC236}">
                      <a16:creationId xmlns:a16="http://schemas.microsoft.com/office/drawing/2014/main" id="{243F8939-3923-D143-6C77-56DDC1FEEF16}"/>
                    </a:ext>
                  </a:extLst>
                </p:cNvPr>
                <p:cNvPicPr/>
                <p:nvPr/>
              </p:nvPicPr>
              <p:blipFill>
                <a:blip r:embed="rId209"/>
                <a:stretch>
                  <a:fillRect/>
                </a:stretch>
              </p:blipFill>
              <p:spPr>
                <a:xfrm>
                  <a:off x="8408625" y="5989335"/>
                  <a:ext cx="9522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2" name="Ink 131">
                  <a:extLst>
                    <a:ext uri="{FF2B5EF4-FFF2-40B4-BE49-F238E27FC236}">
                      <a16:creationId xmlns:a16="http://schemas.microsoft.com/office/drawing/2014/main" id="{FB496DD9-9200-B740-CE2C-DD8DA4892BD6}"/>
                    </a:ext>
                  </a:extLst>
                </p14:cNvPr>
                <p14:cNvContentPartPr/>
                <p14:nvPr/>
              </p14:nvContentPartPr>
              <p14:xfrm>
                <a:off x="8017665" y="5920575"/>
                <a:ext cx="682920" cy="434520"/>
              </p14:xfrm>
            </p:contentPart>
          </mc:Choice>
          <mc:Fallback xmlns="">
            <p:pic>
              <p:nvPicPr>
                <p:cNvPr id="132" name="Ink 131">
                  <a:extLst>
                    <a:ext uri="{FF2B5EF4-FFF2-40B4-BE49-F238E27FC236}">
                      <a16:creationId xmlns:a16="http://schemas.microsoft.com/office/drawing/2014/main" id="{FB496DD9-9200-B740-CE2C-DD8DA4892BD6}"/>
                    </a:ext>
                  </a:extLst>
                </p:cNvPr>
                <p:cNvPicPr/>
                <p:nvPr/>
              </p:nvPicPr>
              <p:blipFill>
                <a:blip r:embed="rId211"/>
                <a:stretch>
                  <a:fillRect/>
                </a:stretch>
              </p:blipFill>
              <p:spPr>
                <a:xfrm>
                  <a:off x="8011545" y="5914455"/>
                  <a:ext cx="69516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3" name="Ink 132">
                  <a:extLst>
                    <a:ext uri="{FF2B5EF4-FFF2-40B4-BE49-F238E27FC236}">
                      <a16:creationId xmlns:a16="http://schemas.microsoft.com/office/drawing/2014/main" id="{530937A2-B291-2528-B648-8C7FF10D2D44}"/>
                    </a:ext>
                  </a:extLst>
                </p14:cNvPr>
                <p14:cNvContentPartPr/>
                <p14:nvPr/>
              </p14:nvContentPartPr>
              <p14:xfrm>
                <a:off x="7917225" y="6091935"/>
                <a:ext cx="1526400" cy="329760"/>
              </p14:xfrm>
            </p:contentPart>
          </mc:Choice>
          <mc:Fallback xmlns="">
            <p:pic>
              <p:nvPicPr>
                <p:cNvPr id="133" name="Ink 132">
                  <a:extLst>
                    <a:ext uri="{FF2B5EF4-FFF2-40B4-BE49-F238E27FC236}">
                      <a16:creationId xmlns:a16="http://schemas.microsoft.com/office/drawing/2014/main" id="{530937A2-B291-2528-B648-8C7FF10D2D44}"/>
                    </a:ext>
                  </a:extLst>
                </p:cNvPr>
                <p:cNvPicPr/>
                <p:nvPr/>
              </p:nvPicPr>
              <p:blipFill>
                <a:blip r:embed="rId213"/>
                <a:stretch>
                  <a:fillRect/>
                </a:stretch>
              </p:blipFill>
              <p:spPr>
                <a:xfrm>
                  <a:off x="7911105" y="6085815"/>
                  <a:ext cx="153864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4" name="Ink 133">
                  <a:extLst>
                    <a:ext uri="{FF2B5EF4-FFF2-40B4-BE49-F238E27FC236}">
                      <a16:creationId xmlns:a16="http://schemas.microsoft.com/office/drawing/2014/main" id="{08D0EF8F-DC60-1105-FA5E-B4D7D57B3FBC}"/>
                    </a:ext>
                  </a:extLst>
                </p14:cNvPr>
                <p14:cNvContentPartPr/>
                <p14:nvPr/>
              </p14:nvContentPartPr>
              <p14:xfrm>
                <a:off x="7822545" y="6208935"/>
                <a:ext cx="695160" cy="370080"/>
              </p14:xfrm>
            </p:contentPart>
          </mc:Choice>
          <mc:Fallback xmlns="">
            <p:pic>
              <p:nvPicPr>
                <p:cNvPr id="134" name="Ink 133">
                  <a:extLst>
                    <a:ext uri="{FF2B5EF4-FFF2-40B4-BE49-F238E27FC236}">
                      <a16:creationId xmlns:a16="http://schemas.microsoft.com/office/drawing/2014/main" id="{08D0EF8F-DC60-1105-FA5E-B4D7D57B3FBC}"/>
                    </a:ext>
                  </a:extLst>
                </p:cNvPr>
                <p:cNvPicPr/>
                <p:nvPr/>
              </p:nvPicPr>
              <p:blipFill>
                <a:blip r:embed="rId215"/>
                <a:stretch>
                  <a:fillRect/>
                </a:stretch>
              </p:blipFill>
              <p:spPr>
                <a:xfrm>
                  <a:off x="7816425" y="6202815"/>
                  <a:ext cx="70740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5" name="Ink 134">
                  <a:extLst>
                    <a:ext uri="{FF2B5EF4-FFF2-40B4-BE49-F238E27FC236}">
                      <a16:creationId xmlns:a16="http://schemas.microsoft.com/office/drawing/2014/main" id="{F9966811-0457-C77A-3BB7-A5EC05641C70}"/>
                    </a:ext>
                  </a:extLst>
                </p14:cNvPr>
                <p14:cNvContentPartPr/>
                <p14:nvPr/>
              </p14:nvContentPartPr>
              <p14:xfrm>
                <a:off x="9114225" y="6286695"/>
                <a:ext cx="100800" cy="38520"/>
              </p14:xfrm>
            </p:contentPart>
          </mc:Choice>
          <mc:Fallback xmlns="">
            <p:pic>
              <p:nvPicPr>
                <p:cNvPr id="135" name="Ink 134">
                  <a:extLst>
                    <a:ext uri="{FF2B5EF4-FFF2-40B4-BE49-F238E27FC236}">
                      <a16:creationId xmlns:a16="http://schemas.microsoft.com/office/drawing/2014/main" id="{F9966811-0457-C77A-3BB7-A5EC05641C70}"/>
                    </a:ext>
                  </a:extLst>
                </p:cNvPr>
                <p:cNvPicPr/>
                <p:nvPr/>
              </p:nvPicPr>
              <p:blipFill>
                <a:blip r:embed="rId217"/>
                <a:stretch>
                  <a:fillRect/>
                </a:stretch>
              </p:blipFill>
              <p:spPr>
                <a:xfrm>
                  <a:off x="9108105" y="6280575"/>
                  <a:ext cx="113040" cy="50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8">
            <p14:nvContentPartPr>
              <p14:cNvPr id="114" name="Ink 113">
                <a:extLst>
                  <a:ext uri="{FF2B5EF4-FFF2-40B4-BE49-F238E27FC236}">
                    <a16:creationId xmlns:a16="http://schemas.microsoft.com/office/drawing/2014/main" id="{F0F08C3A-2AB4-1360-D66D-8B846C7D35D6}"/>
                  </a:ext>
                </a:extLst>
              </p14:cNvPr>
              <p14:cNvContentPartPr/>
              <p14:nvPr/>
            </p14:nvContentPartPr>
            <p14:xfrm>
              <a:off x="837115" y="4177460"/>
              <a:ext cx="2810160" cy="2023200"/>
            </p14:xfrm>
          </p:contentPart>
        </mc:Choice>
        <mc:Fallback>
          <p:pic>
            <p:nvPicPr>
              <p:cNvPr id="114" name="Ink 113">
                <a:extLst>
                  <a:ext uri="{FF2B5EF4-FFF2-40B4-BE49-F238E27FC236}">
                    <a16:creationId xmlns:a16="http://schemas.microsoft.com/office/drawing/2014/main" id="{F0F08C3A-2AB4-1360-D66D-8B846C7D35D6}"/>
                  </a:ext>
                </a:extLst>
              </p:cNvPr>
              <p:cNvPicPr/>
              <p:nvPr/>
            </p:nvPicPr>
            <p:blipFill>
              <a:blip r:embed="rId219"/>
              <a:stretch>
                <a:fillRect/>
              </a:stretch>
            </p:blipFill>
            <p:spPr>
              <a:xfrm>
                <a:off x="830995" y="4171340"/>
                <a:ext cx="2822400" cy="2035440"/>
              </a:xfrm>
              <a:prstGeom prst="rect">
                <a:avLst/>
              </a:prstGeom>
            </p:spPr>
          </p:pic>
        </mc:Fallback>
      </mc:AlternateContent>
      <p:grpSp>
        <p:nvGrpSpPr>
          <p:cNvPr id="150" name="Group 149">
            <a:extLst>
              <a:ext uri="{FF2B5EF4-FFF2-40B4-BE49-F238E27FC236}">
                <a16:creationId xmlns:a16="http://schemas.microsoft.com/office/drawing/2014/main" id="{AA056219-C389-E9A3-DD46-F69EA93C5F28}"/>
              </a:ext>
            </a:extLst>
          </p:cNvPr>
          <p:cNvGrpSpPr/>
          <p:nvPr/>
        </p:nvGrpSpPr>
        <p:grpSpPr>
          <a:xfrm>
            <a:off x="813715" y="3779660"/>
            <a:ext cx="2607840" cy="2867040"/>
            <a:chOff x="813715" y="3779660"/>
            <a:chExt cx="2607840" cy="2867040"/>
          </a:xfrm>
        </p:grpSpPr>
        <mc:AlternateContent xmlns:mc="http://schemas.openxmlformats.org/markup-compatibility/2006">
          <mc:Choice xmlns:p14="http://schemas.microsoft.com/office/powerpoint/2010/main" Requires="p14">
            <p:contentPart p14:bwMode="auto" r:id="rId220">
              <p14:nvContentPartPr>
                <p14:cNvPr id="28" name="Ink 27">
                  <a:extLst>
                    <a:ext uri="{FF2B5EF4-FFF2-40B4-BE49-F238E27FC236}">
                      <a16:creationId xmlns:a16="http://schemas.microsoft.com/office/drawing/2014/main" id="{D20C84BF-8503-C596-D72C-0C051F57B934}"/>
                    </a:ext>
                  </a:extLst>
                </p14:cNvPr>
                <p14:cNvContentPartPr/>
                <p14:nvPr/>
              </p14:nvContentPartPr>
              <p14:xfrm>
                <a:off x="813715" y="3926900"/>
                <a:ext cx="2607840" cy="2670120"/>
              </p14:xfrm>
            </p:contentPart>
          </mc:Choice>
          <mc:Fallback>
            <p:pic>
              <p:nvPicPr>
                <p:cNvPr id="28" name="Ink 27">
                  <a:extLst>
                    <a:ext uri="{FF2B5EF4-FFF2-40B4-BE49-F238E27FC236}">
                      <a16:creationId xmlns:a16="http://schemas.microsoft.com/office/drawing/2014/main" id="{D20C84BF-8503-C596-D72C-0C051F57B934}"/>
                    </a:ext>
                  </a:extLst>
                </p:cNvPr>
                <p:cNvPicPr/>
                <p:nvPr/>
              </p:nvPicPr>
              <p:blipFill>
                <a:blip r:embed="rId221"/>
                <a:stretch>
                  <a:fillRect/>
                </a:stretch>
              </p:blipFill>
              <p:spPr>
                <a:xfrm>
                  <a:off x="807595" y="3920780"/>
                  <a:ext cx="2620080" cy="268236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50" name="Ink 49">
                  <a:extLst>
                    <a:ext uri="{FF2B5EF4-FFF2-40B4-BE49-F238E27FC236}">
                      <a16:creationId xmlns:a16="http://schemas.microsoft.com/office/drawing/2014/main" id="{55B97F01-54C6-308A-43CA-CABB1977E3A4}"/>
                    </a:ext>
                  </a:extLst>
                </p14:cNvPr>
                <p14:cNvContentPartPr/>
                <p14:nvPr/>
              </p14:nvContentPartPr>
              <p14:xfrm>
                <a:off x="1464595" y="5663900"/>
                <a:ext cx="268920" cy="87840"/>
              </p14:xfrm>
            </p:contentPart>
          </mc:Choice>
          <mc:Fallback>
            <p:pic>
              <p:nvPicPr>
                <p:cNvPr id="50" name="Ink 49">
                  <a:extLst>
                    <a:ext uri="{FF2B5EF4-FFF2-40B4-BE49-F238E27FC236}">
                      <a16:creationId xmlns:a16="http://schemas.microsoft.com/office/drawing/2014/main" id="{55B97F01-54C6-308A-43CA-CABB1977E3A4}"/>
                    </a:ext>
                  </a:extLst>
                </p:cNvPr>
                <p:cNvPicPr/>
                <p:nvPr/>
              </p:nvPicPr>
              <p:blipFill>
                <a:blip r:embed="rId223"/>
                <a:stretch>
                  <a:fillRect/>
                </a:stretch>
              </p:blipFill>
              <p:spPr>
                <a:xfrm>
                  <a:off x="1458475" y="5657780"/>
                  <a:ext cx="28116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58" name="Ink 57">
                  <a:extLst>
                    <a:ext uri="{FF2B5EF4-FFF2-40B4-BE49-F238E27FC236}">
                      <a16:creationId xmlns:a16="http://schemas.microsoft.com/office/drawing/2014/main" id="{77E828DB-2327-B7E6-7098-948CC539654C}"/>
                    </a:ext>
                  </a:extLst>
                </p14:cNvPr>
                <p14:cNvContentPartPr/>
                <p14:nvPr/>
              </p14:nvContentPartPr>
              <p14:xfrm>
                <a:off x="1429675" y="5538620"/>
                <a:ext cx="230760" cy="308520"/>
              </p14:xfrm>
            </p:contentPart>
          </mc:Choice>
          <mc:Fallback>
            <p:pic>
              <p:nvPicPr>
                <p:cNvPr id="58" name="Ink 57">
                  <a:extLst>
                    <a:ext uri="{FF2B5EF4-FFF2-40B4-BE49-F238E27FC236}">
                      <a16:creationId xmlns:a16="http://schemas.microsoft.com/office/drawing/2014/main" id="{77E828DB-2327-B7E6-7098-948CC539654C}"/>
                    </a:ext>
                  </a:extLst>
                </p:cNvPr>
                <p:cNvPicPr/>
                <p:nvPr/>
              </p:nvPicPr>
              <p:blipFill>
                <a:blip r:embed="rId225"/>
                <a:stretch>
                  <a:fillRect/>
                </a:stretch>
              </p:blipFill>
              <p:spPr>
                <a:xfrm>
                  <a:off x="1423555" y="5532500"/>
                  <a:ext cx="243000" cy="3207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60" name="Ink 59">
                  <a:extLst>
                    <a:ext uri="{FF2B5EF4-FFF2-40B4-BE49-F238E27FC236}">
                      <a16:creationId xmlns:a16="http://schemas.microsoft.com/office/drawing/2014/main" id="{DDAA4794-68A4-AC85-2B43-FEDFEA2AE266}"/>
                    </a:ext>
                  </a:extLst>
                </p14:cNvPr>
                <p14:cNvContentPartPr/>
                <p14:nvPr/>
              </p14:nvContentPartPr>
              <p14:xfrm>
                <a:off x="1975795" y="5211740"/>
                <a:ext cx="287280" cy="113400"/>
              </p14:xfrm>
            </p:contentPart>
          </mc:Choice>
          <mc:Fallback>
            <p:pic>
              <p:nvPicPr>
                <p:cNvPr id="60" name="Ink 59">
                  <a:extLst>
                    <a:ext uri="{FF2B5EF4-FFF2-40B4-BE49-F238E27FC236}">
                      <a16:creationId xmlns:a16="http://schemas.microsoft.com/office/drawing/2014/main" id="{DDAA4794-68A4-AC85-2B43-FEDFEA2AE266}"/>
                    </a:ext>
                  </a:extLst>
                </p:cNvPr>
                <p:cNvPicPr/>
                <p:nvPr/>
              </p:nvPicPr>
              <p:blipFill>
                <a:blip r:embed="rId227"/>
                <a:stretch>
                  <a:fillRect/>
                </a:stretch>
              </p:blipFill>
              <p:spPr>
                <a:xfrm>
                  <a:off x="1969675" y="5205620"/>
                  <a:ext cx="2995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65" name="Ink 64">
                  <a:extLst>
                    <a:ext uri="{FF2B5EF4-FFF2-40B4-BE49-F238E27FC236}">
                      <a16:creationId xmlns:a16="http://schemas.microsoft.com/office/drawing/2014/main" id="{6F724004-BB97-641D-F6CB-E99C1651D7D8}"/>
                    </a:ext>
                  </a:extLst>
                </p14:cNvPr>
                <p14:cNvContentPartPr/>
                <p14:nvPr/>
              </p14:nvContentPartPr>
              <p14:xfrm>
                <a:off x="2054275" y="5292020"/>
                <a:ext cx="213840" cy="140400"/>
              </p14:xfrm>
            </p:contentPart>
          </mc:Choice>
          <mc:Fallback>
            <p:pic>
              <p:nvPicPr>
                <p:cNvPr id="65" name="Ink 64">
                  <a:extLst>
                    <a:ext uri="{FF2B5EF4-FFF2-40B4-BE49-F238E27FC236}">
                      <a16:creationId xmlns:a16="http://schemas.microsoft.com/office/drawing/2014/main" id="{6F724004-BB97-641D-F6CB-E99C1651D7D8}"/>
                    </a:ext>
                  </a:extLst>
                </p:cNvPr>
                <p:cNvPicPr/>
                <p:nvPr/>
              </p:nvPicPr>
              <p:blipFill>
                <a:blip r:embed="rId229"/>
                <a:stretch>
                  <a:fillRect/>
                </a:stretch>
              </p:blipFill>
              <p:spPr>
                <a:xfrm>
                  <a:off x="2048155" y="5285900"/>
                  <a:ext cx="22608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85" name="Ink 84">
                  <a:extLst>
                    <a:ext uri="{FF2B5EF4-FFF2-40B4-BE49-F238E27FC236}">
                      <a16:creationId xmlns:a16="http://schemas.microsoft.com/office/drawing/2014/main" id="{53FE35E0-E8C2-D485-E1F9-74B5E32481D9}"/>
                    </a:ext>
                  </a:extLst>
                </p14:cNvPr>
                <p14:cNvContentPartPr/>
                <p14:nvPr/>
              </p14:nvContentPartPr>
              <p14:xfrm>
                <a:off x="2467555" y="4692980"/>
                <a:ext cx="487440" cy="226080"/>
              </p14:xfrm>
            </p:contentPart>
          </mc:Choice>
          <mc:Fallback>
            <p:pic>
              <p:nvPicPr>
                <p:cNvPr id="85" name="Ink 84">
                  <a:extLst>
                    <a:ext uri="{FF2B5EF4-FFF2-40B4-BE49-F238E27FC236}">
                      <a16:creationId xmlns:a16="http://schemas.microsoft.com/office/drawing/2014/main" id="{53FE35E0-E8C2-D485-E1F9-74B5E32481D9}"/>
                    </a:ext>
                  </a:extLst>
                </p:cNvPr>
                <p:cNvPicPr/>
                <p:nvPr/>
              </p:nvPicPr>
              <p:blipFill>
                <a:blip r:embed="rId231"/>
                <a:stretch>
                  <a:fillRect/>
                </a:stretch>
              </p:blipFill>
              <p:spPr>
                <a:xfrm>
                  <a:off x="2461435" y="4686860"/>
                  <a:ext cx="49968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89" name="Ink 88">
                  <a:extLst>
                    <a:ext uri="{FF2B5EF4-FFF2-40B4-BE49-F238E27FC236}">
                      <a16:creationId xmlns:a16="http://schemas.microsoft.com/office/drawing/2014/main" id="{5AA2F79F-6A81-9626-6102-40914E0E271D}"/>
                    </a:ext>
                  </a:extLst>
                </p14:cNvPr>
                <p14:cNvContentPartPr/>
                <p14:nvPr/>
              </p14:nvContentPartPr>
              <p14:xfrm>
                <a:off x="2521915" y="4614860"/>
                <a:ext cx="494640" cy="484560"/>
              </p14:xfrm>
            </p:contentPart>
          </mc:Choice>
          <mc:Fallback>
            <p:pic>
              <p:nvPicPr>
                <p:cNvPr id="89" name="Ink 88">
                  <a:extLst>
                    <a:ext uri="{FF2B5EF4-FFF2-40B4-BE49-F238E27FC236}">
                      <a16:creationId xmlns:a16="http://schemas.microsoft.com/office/drawing/2014/main" id="{5AA2F79F-6A81-9626-6102-40914E0E271D}"/>
                    </a:ext>
                  </a:extLst>
                </p:cNvPr>
                <p:cNvPicPr/>
                <p:nvPr/>
              </p:nvPicPr>
              <p:blipFill>
                <a:blip r:embed="rId233"/>
                <a:stretch>
                  <a:fillRect/>
                </a:stretch>
              </p:blipFill>
              <p:spPr>
                <a:xfrm>
                  <a:off x="2515795" y="4608740"/>
                  <a:ext cx="506880" cy="4968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27" name="Ink 126">
                  <a:extLst>
                    <a:ext uri="{FF2B5EF4-FFF2-40B4-BE49-F238E27FC236}">
                      <a16:creationId xmlns:a16="http://schemas.microsoft.com/office/drawing/2014/main" id="{936EDEAB-0AAE-3A86-D8E8-EC088DF86C6B}"/>
                    </a:ext>
                  </a:extLst>
                </p14:cNvPr>
                <p14:cNvContentPartPr/>
                <p14:nvPr/>
              </p14:nvContentPartPr>
              <p14:xfrm>
                <a:off x="2998195" y="4973060"/>
                <a:ext cx="206640" cy="198000"/>
              </p14:xfrm>
            </p:contentPart>
          </mc:Choice>
          <mc:Fallback>
            <p:pic>
              <p:nvPicPr>
                <p:cNvPr id="127" name="Ink 126">
                  <a:extLst>
                    <a:ext uri="{FF2B5EF4-FFF2-40B4-BE49-F238E27FC236}">
                      <a16:creationId xmlns:a16="http://schemas.microsoft.com/office/drawing/2014/main" id="{936EDEAB-0AAE-3A86-D8E8-EC088DF86C6B}"/>
                    </a:ext>
                  </a:extLst>
                </p:cNvPr>
                <p:cNvPicPr/>
                <p:nvPr/>
              </p:nvPicPr>
              <p:blipFill>
                <a:blip r:embed="rId235"/>
                <a:stretch>
                  <a:fillRect/>
                </a:stretch>
              </p:blipFill>
              <p:spPr>
                <a:xfrm>
                  <a:off x="2992075" y="4966940"/>
                  <a:ext cx="21888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37" name="Ink 136">
                  <a:extLst>
                    <a:ext uri="{FF2B5EF4-FFF2-40B4-BE49-F238E27FC236}">
                      <a16:creationId xmlns:a16="http://schemas.microsoft.com/office/drawing/2014/main" id="{91B5159B-13D1-EACC-1C17-7920AAC8D6F7}"/>
                    </a:ext>
                  </a:extLst>
                </p14:cNvPr>
                <p14:cNvContentPartPr/>
                <p14:nvPr/>
              </p14:nvContentPartPr>
              <p14:xfrm>
                <a:off x="3088555" y="5181500"/>
                <a:ext cx="303120" cy="174960"/>
              </p14:xfrm>
            </p:contentPart>
          </mc:Choice>
          <mc:Fallback>
            <p:pic>
              <p:nvPicPr>
                <p:cNvPr id="137" name="Ink 136">
                  <a:extLst>
                    <a:ext uri="{FF2B5EF4-FFF2-40B4-BE49-F238E27FC236}">
                      <a16:creationId xmlns:a16="http://schemas.microsoft.com/office/drawing/2014/main" id="{91B5159B-13D1-EACC-1C17-7920AAC8D6F7}"/>
                    </a:ext>
                  </a:extLst>
                </p:cNvPr>
                <p:cNvPicPr/>
                <p:nvPr/>
              </p:nvPicPr>
              <p:blipFill>
                <a:blip r:embed="rId237"/>
                <a:stretch>
                  <a:fillRect/>
                </a:stretch>
              </p:blipFill>
              <p:spPr>
                <a:xfrm>
                  <a:off x="3082435" y="5175380"/>
                  <a:ext cx="31536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38" name="Ink 137">
                  <a:extLst>
                    <a:ext uri="{FF2B5EF4-FFF2-40B4-BE49-F238E27FC236}">
                      <a16:creationId xmlns:a16="http://schemas.microsoft.com/office/drawing/2014/main" id="{01B223B5-2956-182C-3D80-B4AE1002CDE6}"/>
                    </a:ext>
                  </a:extLst>
                </p14:cNvPr>
                <p14:cNvContentPartPr/>
                <p14:nvPr/>
              </p14:nvContentPartPr>
              <p14:xfrm>
                <a:off x="1769875" y="5881340"/>
                <a:ext cx="478800" cy="84240"/>
              </p14:xfrm>
            </p:contentPart>
          </mc:Choice>
          <mc:Fallback>
            <p:pic>
              <p:nvPicPr>
                <p:cNvPr id="138" name="Ink 137">
                  <a:extLst>
                    <a:ext uri="{FF2B5EF4-FFF2-40B4-BE49-F238E27FC236}">
                      <a16:creationId xmlns:a16="http://schemas.microsoft.com/office/drawing/2014/main" id="{01B223B5-2956-182C-3D80-B4AE1002CDE6}"/>
                    </a:ext>
                  </a:extLst>
                </p:cNvPr>
                <p:cNvPicPr/>
                <p:nvPr/>
              </p:nvPicPr>
              <p:blipFill>
                <a:blip r:embed="rId239"/>
                <a:stretch>
                  <a:fillRect/>
                </a:stretch>
              </p:blipFill>
              <p:spPr>
                <a:xfrm>
                  <a:off x="1763755" y="5875220"/>
                  <a:ext cx="49104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39" name="Ink 138">
                  <a:extLst>
                    <a:ext uri="{FF2B5EF4-FFF2-40B4-BE49-F238E27FC236}">
                      <a16:creationId xmlns:a16="http://schemas.microsoft.com/office/drawing/2014/main" id="{90892E80-9848-847C-1B66-C5B28BA1B821}"/>
                    </a:ext>
                  </a:extLst>
                </p14:cNvPr>
                <p14:cNvContentPartPr/>
                <p14:nvPr/>
              </p14:nvContentPartPr>
              <p14:xfrm>
                <a:off x="1998475" y="5892140"/>
                <a:ext cx="374040" cy="139320"/>
              </p14:xfrm>
            </p:contentPart>
          </mc:Choice>
          <mc:Fallback>
            <p:pic>
              <p:nvPicPr>
                <p:cNvPr id="139" name="Ink 138">
                  <a:extLst>
                    <a:ext uri="{FF2B5EF4-FFF2-40B4-BE49-F238E27FC236}">
                      <a16:creationId xmlns:a16="http://schemas.microsoft.com/office/drawing/2014/main" id="{90892E80-9848-847C-1B66-C5B28BA1B821}"/>
                    </a:ext>
                  </a:extLst>
                </p:cNvPr>
                <p:cNvPicPr/>
                <p:nvPr/>
              </p:nvPicPr>
              <p:blipFill>
                <a:blip r:embed="rId241"/>
                <a:stretch>
                  <a:fillRect/>
                </a:stretch>
              </p:blipFill>
              <p:spPr>
                <a:xfrm>
                  <a:off x="1992355" y="5886020"/>
                  <a:ext cx="38628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0" name="Ink 139">
                  <a:extLst>
                    <a:ext uri="{FF2B5EF4-FFF2-40B4-BE49-F238E27FC236}">
                      <a16:creationId xmlns:a16="http://schemas.microsoft.com/office/drawing/2014/main" id="{D0499278-C087-302B-97A4-B13ED6F4B1EE}"/>
                    </a:ext>
                  </a:extLst>
                </p14:cNvPr>
                <p14:cNvContentPartPr/>
                <p14:nvPr/>
              </p14:nvContentPartPr>
              <p14:xfrm>
                <a:off x="2811715" y="4943900"/>
                <a:ext cx="119160" cy="249840"/>
              </p14:xfrm>
            </p:contentPart>
          </mc:Choice>
          <mc:Fallback>
            <p:pic>
              <p:nvPicPr>
                <p:cNvPr id="140" name="Ink 139">
                  <a:extLst>
                    <a:ext uri="{FF2B5EF4-FFF2-40B4-BE49-F238E27FC236}">
                      <a16:creationId xmlns:a16="http://schemas.microsoft.com/office/drawing/2014/main" id="{D0499278-C087-302B-97A4-B13ED6F4B1EE}"/>
                    </a:ext>
                  </a:extLst>
                </p:cNvPr>
                <p:cNvPicPr/>
                <p:nvPr/>
              </p:nvPicPr>
              <p:blipFill>
                <a:blip r:embed="rId243"/>
                <a:stretch>
                  <a:fillRect/>
                </a:stretch>
              </p:blipFill>
              <p:spPr>
                <a:xfrm>
                  <a:off x="2805595" y="4937780"/>
                  <a:ext cx="13140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1" name="Ink 140">
                  <a:extLst>
                    <a:ext uri="{FF2B5EF4-FFF2-40B4-BE49-F238E27FC236}">
                      <a16:creationId xmlns:a16="http://schemas.microsoft.com/office/drawing/2014/main" id="{48A63AA3-C02F-3EF3-2211-B106E334D1C0}"/>
                    </a:ext>
                  </a:extLst>
                </p14:cNvPr>
                <p14:cNvContentPartPr/>
                <p14:nvPr/>
              </p14:nvContentPartPr>
              <p14:xfrm>
                <a:off x="2656915" y="5077100"/>
                <a:ext cx="259560" cy="111960"/>
              </p14:xfrm>
            </p:contentPart>
          </mc:Choice>
          <mc:Fallback>
            <p:pic>
              <p:nvPicPr>
                <p:cNvPr id="141" name="Ink 140">
                  <a:extLst>
                    <a:ext uri="{FF2B5EF4-FFF2-40B4-BE49-F238E27FC236}">
                      <a16:creationId xmlns:a16="http://schemas.microsoft.com/office/drawing/2014/main" id="{48A63AA3-C02F-3EF3-2211-B106E334D1C0}"/>
                    </a:ext>
                  </a:extLst>
                </p:cNvPr>
                <p:cNvPicPr/>
                <p:nvPr/>
              </p:nvPicPr>
              <p:blipFill>
                <a:blip r:embed="rId245"/>
                <a:stretch>
                  <a:fillRect/>
                </a:stretch>
              </p:blipFill>
              <p:spPr>
                <a:xfrm>
                  <a:off x="2650795" y="5070980"/>
                  <a:ext cx="27180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17" name="Ink 116">
                  <a:extLst>
                    <a:ext uri="{FF2B5EF4-FFF2-40B4-BE49-F238E27FC236}">
                      <a16:creationId xmlns:a16="http://schemas.microsoft.com/office/drawing/2014/main" id="{9D31FE4C-7148-946F-A41B-9382B919D138}"/>
                    </a:ext>
                  </a:extLst>
                </p14:cNvPr>
                <p14:cNvContentPartPr/>
                <p14:nvPr/>
              </p14:nvContentPartPr>
              <p14:xfrm>
                <a:off x="2625595" y="3901340"/>
                <a:ext cx="199080" cy="61560"/>
              </p14:xfrm>
            </p:contentPart>
          </mc:Choice>
          <mc:Fallback>
            <p:pic>
              <p:nvPicPr>
                <p:cNvPr id="117" name="Ink 116">
                  <a:extLst>
                    <a:ext uri="{FF2B5EF4-FFF2-40B4-BE49-F238E27FC236}">
                      <a16:creationId xmlns:a16="http://schemas.microsoft.com/office/drawing/2014/main" id="{9D31FE4C-7148-946F-A41B-9382B919D138}"/>
                    </a:ext>
                  </a:extLst>
                </p:cNvPr>
                <p:cNvPicPr/>
                <p:nvPr/>
              </p:nvPicPr>
              <p:blipFill>
                <a:blip r:embed="rId247"/>
                <a:stretch>
                  <a:fillRect/>
                </a:stretch>
              </p:blipFill>
              <p:spPr>
                <a:xfrm>
                  <a:off x="2619475" y="3895220"/>
                  <a:ext cx="21132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23" name="Ink 122">
                  <a:extLst>
                    <a:ext uri="{FF2B5EF4-FFF2-40B4-BE49-F238E27FC236}">
                      <a16:creationId xmlns:a16="http://schemas.microsoft.com/office/drawing/2014/main" id="{8A3B7999-DACD-6F69-271F-BFE7EE691D1D}"/>
                    </a:ext>
                  </a:extLst>
                </p14:cNvPr>
                <p14:cNvContentPartPr/>
                <p14:nvPr/>
              </p14:nvContentPartPr>
              <p14:xfrm>
                <a:off x="2659435" y="3779660"/>
                <a:ext cx="295920" cy="291960"/>
              </p14:xfrm>
            </p:contentPart>
          </mc:Choice>
          <mc:Fallback>
            <p:pic>
              <p:nvPicPr>
                <p:cNvPr id="123" name="Ink 122">
                  <a:extLst>
                    <a:ext uri="{FF2B5EF4-FFF2-40B4-BE49-F238E27FC236}">
                      <a16:creationId xmlns:a16="http://schemas.microsoft.com/office/drawing/2014/main" id="{8A3B7999-DACD-6F69-271F-BFE7EE691D1D}"/>
                    </a:ext>
                  </a:extLst>
                </p:cNvPr>
                <p:cNvPicPr/>
                <p:nvPr/>
              </p:nvPicPr>
              <p:blipFill>
                <a:blip r:embed="rId249"/>
                <a:stretch>
                  <a:fillRect/>
                </a:stretch>
              </p:blipFill>
              <p:spPr>
                <a:xfrm>
                  <a:off x="2653315" y="3773540"/>
                  <a:ext cx="30816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2" name="Ink 141">
                  <a:extLst>
                    <a:ext uri="{FF2B5EF4-FFF2-40B4-BE49-F238E27FC236}">
                      <a16:creationId xmlns:a16="http://schemas.microsoft.com/office/drawing/2014/main" id="{72CD78EE-673C-FD0E-E0A4-4AEDEE457499}"/>
                    </a:ext>
                  </a:extLst>
                </p14:cNvPr>
                <p14:cNvContentPartPr/>
                <p14:nvPr/>
              </p14:nvContentPartPr>
              <p14:xfrm>
                <a:off x="1972195" y="4216340"/>
                <a:ext cx="339120" cy="89640"/>
              </p14:xfrm>
            </p:contentPart>
          </mc:Choice>
          <mc:Fallback>
            <p:pic>
              <p:nvPicPr>
                <p:cNvPr id="142" name="Ink 141">
                  <a:extLst>
                    <a:ext uri="{FF2B5EF4-FFF2-40B4-BE49-F238E27FC236}">
                      <a16:creationId xmlns:a16="http://schemas.microsoft.com/office/drawing/2014/main" id="{72CD78EE-673C-FD0E-E0A4-4AEDEE457499}"/>
                    </a:ext>
                  </a:extLst>
                </p:cNvPr>
                <p:cNvPicPr/>
                <p:nvPr/>
              </p:nvPicPr>
              <p:blipFill>
                <a:blip r:embed="rId251"/>
                <a:stretch>
                  <a:fillRect/>
                </a:stretch>
              </p:blipFill>
              <p:spPr>
                <a:xfrm>
                  <a:off x="1966075" y="4210220"/>
                  <a:ext cx="35136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43" name="Ink 142">
                  <a:extLst>
                    <a:ext uri="{FF2B5EF4-FFF2-40B4-BE49-F238E27FC236}">
                      <a16:creationId xmlns:a16="http://schemas.microsoft.com/office/drawing/2014/main" id="{87A60892-A37B-B1FA-D741-6F196654DC08}"/>
                    </a:ext>
                  </a:extLst>
                </p14:cNvPr>
                <p14:cNvContentPartPr/>
                <p14:nvPr/>
              </p14:nvContentPartPr>
              <p14:xfrm>
                <a:off x="2159035" y="4119140"/>
                <a:ext cx="171720" cy="215280"/>
              </p14:xfrm>
            </p:contentPart>
          </mc:Choice>
          <mc:Fallback>
            <p:pic>
              <p:nvPicPr>
                <p:cNvPr id="143" name="Ink 142">
                  <a:extLst>
                    <a:ext uri="{FF2B5EF4-FFF2-40B4-BE49-F238E27FC236}">
                      <a16:creationId xmlns:a16="http://schemas.microsoft.com/office/drawing/2014/main" id="{87A60892-A37B-B1FA-D741-6F196654DC08}"/>
                    </a:ext>
                  </a:extLst>
                </p:cNvPr>
                <p:cNvPicPr/>
                <p:nvPr/>
              </p:nvPicPr>
              <p:blipFill>
                <a:blip r:embed="rId253"/>
                <a:stretch>
                  <a:fillRect/>
                </a:stretch>
              </p:blipFill>
              <p:spPr>
                <a:xfrm>
                  <a:off x="2152915" y="4113020"/>
                  <a:ext cx="1839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46" name="Ink 145">
                  <a:extLst>
                    <a:ext uri="{FF2B5EF4-FFF2-40B4-BE49-F238E27FC236}">
                      <a16:creationId xmlns:a16="http://schemas.microsoft.com/office/drawing/2014/main" id="{E26FA82B-C2B0-25C7-2592-695CE195D03C}"/>
                    </a:ext>
                  </a:extLst>
                </p14:cNvPr>
                <p14:cNvContentPartPr/>
                <p14:nvPr/>
              </p14:nvContentPartPr>
              <p14:xfrm>
                <a:off x="913435" y="4261340"/>
                <a:ext cx="1787400" cy="1611000"/>
              </p14:xfrm>
            </p:contentPart>
          </mc:Choice>
          <mc:Fallback>
            <p:pic>
              <p:nvPicPr>
                <p:cNvPr id="146" name="Ink 145">
                  <a:extLst>
                    <a:ext uri="{FF2B5EF4-FFF2-40B4-BE49-F238E27FC236}">
                      <a16:creationId xmlns:a16="http://schemas.microsoft.com/office/drawing/2014/main" id="{E26FA82B-C2B0-25C7-2592-695CE195D03C}"/>
                    </a:ext>
                  </a:extLst>
                </p:cNvPr>
                <p:cNvPicPr/>
                <p:nvPr/>
              </p:nvPicPr>
              <p:blipFill>
                <a:blip r:embed="rId255"/>
                <a:stretch>
                  <a:fillRect/>
                </a:stretch>
              </p:blipFill>
              <p:spPr>
                <a:xfrm>
                  <a:off x="907315" y="4255220"/>
                  <a:ext cx="1799640" cy="16232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48" name="Ink 147">
                  <a:extLst>
                    <a:ext uri="{FF2B5EF4-FFF2-40B4-BE49-F238E27FC236}">
                      <a16:creationId xmlns:a16="http://schemas.microsoft.com/office/drawing/2014/main" id="{2C1BD34F-9A50-C5D1-1AF5-6AD3986FF46F}"/>
                    </a:ext>
                  </a:extLst>
                </p14:cNvPr>
                <p14:cNvContentPartPr/>
                <p14:nvPr/>
              </p14:nvContentPartPr>
              <p14:xfrm>
                <a:off x="1206475" y="5283020"/>
                <a:ext cx="1529280" cy="1363680"/>
              </p14:xfrm>
            </p:contentPart>
          </mc:Choice>
          <mc:Fallback>
            <p:pic>
              <p:nvPicPr>
                <p:cNvPr id="148" name="Ink 147">
                  <a:extLst>
                    <a:ext uri="{FF2B5EF4-FFF2-40B4-BE49-F238E27FC236}">
                      <a16:creationId xmlns:a16="http://schemas.microsoft.com/office/drawing/2014/main" id="{2C1BD34F-9A50-C5D1-1AF5-6AD3986FF46F}"/>
                    </a:ext>
                  </a:extLst>
                </p:cNvPr>
                <p:cNvPicPr/>
                <p:nvPr/>
              </p:nvPicPr>
              <p:blipFill>
                <a:blip r:embed="rId257"/>
                <a:stretch>
                  <a:fillRect/>
                </a:stretch>
              </p:blipFill>
              <p:spPr>
                <a:xfrm>
                  <a:off x="1200355" y="5276900"/>
                  <a:ext cx="1541520" cy="13759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49" name="Ink 148">
                  <a:extLst>
                    <a:ext uri="{FF2B5EF4-FFF2-40B4-BE49-F238E27FC236}">
                      <a16:creationId xmlns:a16="http://schemas.microsoft.com/office/drawing/2014/main" id="{F2EE6B50-926F-2A34-095E-3B7A7C228407}"/>
                    </a:ext>
                  </a:extLst>
                </p14:cNvPr>
                <p14:cNvContentPartPr/>
                <p14:nvPr/>
              </p14:nvContentPartPr>
              <p14:xfrm>
                <a:off x="1081195" y="4403180"/>
                <a:ext cx="2149200" cy="694800"/>
              </p14:xfrm>
            </p:contentPart>
          </mc:Choice>
          <mc:Fallback>
            <p:pic>
              <p:nvPicPr>
                <p:cNvPr id="149" name="Ink 148">
                  <a:extLst>
                    <a:ext uri="{FF2B5EF4-FFF2-40B4-BE49-F238E27FC236}">
                      <a16:creationId xmlns:a16="http://schemas.microsoft.com/office/drawing/2014/main" id="{F2EE6B50-926F-2A34-095E-3B7A7C228407}"/>
                    </a:ext>
                  </a:extLst>
                </p:cNvPr>
                <p:cNvPicPr/>
                <p:nvPr/>
              </p:nvPicPr>
              <p:blipFill>
                <a:blip r:embed="rId259"/>
                <a:stretch>
                  <a:fillRect/>
                </a:stretch>
              </p:blipFill>
              <p:spPr>
                <a:xfrm>
                  <a:off x="1075075" y="4397060"/>
                  <a:ext cx="2161440" cy="707040"/>
                </a:xfrm>
                <a:prstGeom prst="rect">
                  <a:avLst/>
                </a:prstGeom>
              </p:spPr>
            </p:pic>
          </mc:Fallback>
        </mc:AlternateContent>
      </p:grpSp>
    </p:spTree>
    <p:extLst>
      <p:ext uri="{BB962C8B-B14F-4D97-AF65-F5344CB8AC3E}">
        <p14:creationId xmlns:p14="http://schemas.microsoft.com/office/powerpoint/2010/main" val="2714155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1679212-560E-7B32-A8DE-06F8F19260E5}"/>
              </a:ext>
            </a:extLst>
          </p:cNvPr>
          <p:cNvGrpSpPr/>
          <p:nvPr/>
        </p:nvGrpSpPr>
        <p:grpSpPr>
          <a:xfrm>
            <a:off x="483945" y="21615"/>
            <a:ext cx="1877040" cy="882720"/>
            <a:chOff x="483945" y="21615"/>
            <a:chExt cx="1877040" cy="88272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D696A96-81C5-F5EA-04A3-68F51F600468}"/>
                    </a:ext>
                  </a:extLst>
                </p14:cNvPr>
                <p14:cNvContentPartPr/>
                <p14:nvPr/>
              </p14:nvContentPartPr>
              <p14:xfrm>
                <a:off x="483945" y="21615"/>
                <a:ext cx="329040" cy="882720"/>
              </p14:xfrm>
            </p:contentPart>
          </mc:Choice>
          <mc:Fallback xmlns="">
            <p:pic>
              <p:nvPicPr>
                <p:cNvPr id="2" name="Ink 1">
                  <a:extLst>
                    <a:ext uri="{FF2B5EF4-FFF2-40B4-BE49-F238E27FC236}">
                      <a16:creationId xmlns:a16="http://schemas.microsoft.com/office/drawing/2014/main" id="{5D696A96-81C5-F5EA-04A3-68F51F600468}"/>
                    </a:ext>
                  </a:extLst>
                </p:cNvPr>
                <p:cNvPicPr/>
                <p:nvPr/>
              </p:nvPicPr>
              <p:blipFill>
                <a:blip r:embed="rId3"/>
                <a:stretch>
                  <a:fillRect/>
                </a:stretch>
              </p:blipFill>
              <p:spPr>
                <a:xfrm>
                  <a:off x="477825" y="15495"/>
                  <a:ext cx="341280" cy="894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9F7AEFD-AA07-BDB3-4574-B82CC195F76B}"/>
                    </a:ext>
                  </a:extLst>
                </p14:cNvPr>
                <p14:cNvContentPartPr/>
                <p14:nvPr/>
              </p14:nvContentPartPr>
              <p14:xfrm>
                <a:off x="944025" y="540735"/>
                <a:ext cx="906480" cy="348480"/>
              </p14:xfrm>
            </p:contentPart>
          </mc:Choice>
          <mc:Fallback xmlns="">
            <p:pic>
              <p:nvPicPr>
                <p:cNvPr id="3" name="Ink 2">
                  <a:extLst>
                    <a:ext uri="{FF2B5EF4-FFF2-40B4-BE49-F238E27FC236}">
                      <a16:creationId xmlns:a16="http://schemas.microsoft.com/office/drawing/2014/main" id="{C9F7AEFD-AA07-BDB3-4574-B82CC195F76B}"/>
                    </a:ext>
                  </a:extLst>
                </p:cNvPr>
                <p:cNvPicPr/>
                <p:nvPr/>
              </p:nvPicPr>
              <p:blipFill>
                <a:blip r:embed="rId5"/>
                <a:stretch>
                  <a:fillRect/>
                </a:stretch>
              </p:blipFill>
              <p:spPr>
                <a:xfrm>
                  <a:off x="937905" y="534615"/>
                  <a:ext cx="91872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18FC3DEA-0BC0-F81A-84A1-4BB65EAF2943}"/>
                    </a:ext>
                  </a:extLst>
                </p14:cNvPr>
                <p14:cNvContentPartPr/>
                <p14:nvPr/>
              </p14:nvContentPartPr>
              <p14:xfrm>
                <a:off x="2068665" y="526695"/>
                <a:ext cx="292320" cy="352080"/>
              </p14:xfrm>
            </p:contentPart>
          </mc:Choice>
          <mc:Fallback xmlns="">
            <p:pic>
              <p:nvPicPr>
                <p:cNvPr id="4" name="Ink 3">
                  <a:extLst>
                    <a:ext uri="{FF2B5EF4-FFF2-40B4-BE49-F238E27FC236}">
                      <a16:creationId xmlns:a16="http://schemas.microsoft.com/office/drawing/2014/main" id="{18FC3DEA-0BC0-F81A-84A1-4BB65EAF2943}"/>
                    </a:ext>
                  </a:extLst>
                </p:cNvPr>
                <p:cNvPicPr/>
                <p:nvPr/>
              </p:nvPicPr>
              <p:blipFill>
                <a:blip r:embed="rId7"/>
                <a:stretch>
                  <a:fillRect/>
                </a:stretch>
              </p:blipFill>
              <p:spPr>
                <a:xfrm>
                  <a:off x="2062545" y="520575"/>
                  <a:ext cx="304560" cy="364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BAE70595-3E19-6C13-1EF6-BE35BC6846D0}"/>
                  </a:ext>
                </a:extLst>
              </p14:cNvPr>
              <p14:cNvContentPartPr/>
              <p14:nvPr/>
            </p14:nvContentPartPr>
            <p14:xfrm>
              <a:off x="3041745" y="461535"/>
              <a:ext cx="437760" cy="428760"/>
            </p14:xfrm>
          </p:contentPart>
        </mc:Choice>
        <mc:Fallback xmlns="">
          <p:pic>
            <p:nvPicPr>
              <p:cNvPr id="6" name="Ink 5">
                <a:extLst>
                  <a:ext uri="{FF2B5EF4-FFF2-40B4-BE49-F238E27FC236}">
                    <a16:creationId xmlns:a16="http://schemas.microsoft.com/office/drawing/2014/main" id="{BAE70595-3E19-6C13-1EF6-BE35BC6846D0}"/>
                  </a:ext>
                </a:extLst>
              </p:cNvPr>
              <p:cNvPicPr/>
              <p:nvPr/>
            </p:nvPicPr>
            <p:blipFill>
              <a:blip r:embed="rId9"/>
              <a:stretch>
                <a:fillRect/>
              </a:stretch>
            </p:blipFill>
            <p:spPr>
              <a:xfrm>
                <a:off x="3035625" y="455415"/>
                <a:ext cx="450000" cy="441000"/>
              </a:xfrm>
              <a:prstGeom prst="rect">
                <a:avLst/>
              </a:prstGeom>
            </p:spPr>
          </p:pic>
        </mc:Fallback>
      </mc:AlternateContent>
      <p:grpSp>
        <p:nvGrpSpPr>
          <p:cNvPr id="19" name="Group 18">
            <a:extLst>
              <a:ext uri="{FF2B5EF4-FFF2-40B4-BE49-F238E27FC236}">
                <a16:creationId xmlns:a16="http://schemas.microsoft.com/office/drawing/2014/main" id="{A0332995-8273-7BFA-F762-6F8450302BFB}"/>
              </a:ext>
            </a:extLst>
          </p:cNvPr>
          <p:cNvGrpSpPr/>
          <p:nvPr/>
        </p:nvGrpSpPr>
        <p:grpSpPr>
          <a:xfrm>
            <a:off x="3684705" y="381975"/>
            <a:ext cx="2382480" cy="673200"/>
            <a:chOff x="3684705" y="381975"/>
            <a:chExt cx="2382480" cy="673200"/>
          </a:xfrm>
        </p:grpSpPr>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D3667D1C-3717-FC95-2331-64A37B728488}"/>
                    </a:ext>
                  </a:extLst>
                </p14:cNvPr>
                <p14:cNvContentPartPr/>
                <p14:nvPr/>
              </p14:nvContentPartPr>
              <p14:xfrm>
                <a:off x="3684705" y="467655"/>
                <a:ext cx="520560" cy="587520"/>
              </p14:xfrm>
            </p:contentPart>
          </mc:Choice>
          <mc:Fallback xmlns="">
            <p:pic>
              <p:nvPicPr>
                <p:cNvPr id="12" name="Ink 11">
                  <a:extLst>
                    <a:ext uri="{FF2B5EF4-FFF2-40B4-BE49-F238E27FC236}">
                      <a16:creationId xmlns:a16="http://schemas.microsoft.com/office/drawing/2014/main" id="{D3667D1C-3717-FC95-2331-64A37B728488}"/>
                    </a:ext>
                  </a:extLst>
                </p:cNvPr>
                <p:cNvPicPr/>
                <p:nvPr/>
              </p:nvPicPr>
              <p:blipFill>
                <a:blip r:embed="rId11"/>
                <a:stretch>
                  <a:fillRect/>
                </a:stretch>
              </p:blipFill>
              <p:spPr>
                <a:xfrm>
                  <a:off x="3678585" y="461535"/>
                  <a:ext cx="532800" cy="599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97D8528E-DCAF-5399-2C43-BE995CFA2B50}"/>
                    </a:ext>
                  </a:extLst>
                </p14:cNvPr>
                <p14:cNvContentPartPr/>
                <p14:nvPr/>
              </p14:nvContentPartPr>
              <p14:xfrm>
                <a:off x="4300665" y="461535"/>
                <a:ext cx="246600" cy="243360"/>
              </p14:xfrm>
            </p:contentPart>
          </mc:Choice>
          <mc:Fallback xmlns="">
            <p:pic>
              <p:nvPicPr>
                <p:cNvPr id="13" name="Ink 12">
                  <a:extLst>
                    <a:ext uri="{FF2B5EF4-FFF2-40B4-BE49-F238E27FC236}">
                      <a16:creationId xmlns:a16="http://schemas.microsoft.com/office/drawing/2014/main" id="{97D8528E-DCAF-5399-2C43-BE995CFA2B50}"/>
                    </a:ext>
                  </a:extLst>
                </p:cNvPr>
                <p:cNvPicPr/>
                <p:nvPr/>
              </p:nvPicPr>
              <p:blipFill>
                <a:blip r:embed="rId13"/>
                <a:stretch>
                  <a:fillRect/>
                </a:stretch>
              </p:blipFill>
              <p:spPr>
                <a:xfrm>
                  <a:off x="4294545" y="455415"/>
                  <a:ext cx="25884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842A3506-7E87-F5A4-A531-804A5DB5B462}"/>
                    </a:ext>
                  </a:extLst>
                </p14:cNvPr>
                <p14:cNvContentPartPr/>
                <p14:nvPr/>
              </p14:nvContentPartPr>
              <p14:xfrm>
                <a:off x="4628625" y="457575"/>
                <a:ext cx="540000" cy="323640"/>
              </p14:xfrm>
            </p:contentPart>
          </mc:Choice>
          <mc:Fallback xmlns="">
            <p:pic>
              <p:nvPicPr>
                <p:cNvPr id="14" name="Ink 13">
                  <a:extLst>
                    <a:ext uri="{FF2B5EF4-FFF2-40B4-BE49-F238E27FC236}">
                      <a16:creationId xmlns:a16="http://schemas.microsoft.com/office/drawing/2014/main" id="{842A3506-7E87-F5A4-A531-804A5DB5B462}"/>
                    </a:ext>
                  </a:extLst>
                </p:cNvPr>
                <p:cNvPicPr/>
                <p:nvPr/>
              </p:nvPicPr>
              <p:blipFill>
                <a:blip r:embed="rId15"/>
                <a:stretch>
                  <a:fillRect/>
                </a:stretch>
              </p:blipFill>
              <p:spPr>
                <a:xfrm>
                  <a:off x="4622505" y="451455"/>
                  <a:ext cx="55224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2E24128B-5EC1-08E3-A44E-2F9778E1DB28}"/>
                    </a:ext>
                  </a:extLst>
                </p14:cNvPr>
                <p14:cNvContentPartPr/>
                <p14:nvPr/>
              </p14:nvContentPartPr>
              <p14:xfrm>
                <a:off x="5320545" y="537135"/>
                <a:ext cx="14040" cy="205200"/>
              </p14:xfrm>
            </p:contentPart>
          </mc:Choice>
          <mc:Fallback xmlns="">
            <p:pic>
              <p:nvPicPr>
                <p:cNvPr id="15" name="Ink 14">
                  <a:extLst>
                    <a:ext uri="{FF2B5EF4-FFF2-40B4-BE49-F238E27FC236}">
                      <a16:creationId xmlns:a16="http://schemas.microsoft.com/office/drawing/2014/main" id="{2E24128B-5EC1-08E3-A44E-2F9778E1DB28}"/>
                    </a:ext>
                  </a:extLst>
                </p:cNvPr>
                <p:cNvPicPr/>
                <p:nvPr/>
              </p:nvPicPr>
              <p:blipFill>
                <a:blip r:embed="rId17"/>
                <a:stretch>
                  <a:fillRect/>
                </a:stretch>
              </p:blipFill>
              <p:spPr>
                <a:xfrm>
                  <a:off x="5314425" y="531015"/>
                  <a:ext cx="262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132231E0-E5D0-471A-A3AB-45BDC61BC8E0}"/>
                    </a:ext>
                  </a:extLst>
                </p14:cNvPr>
                <p14:cNvContentPartPr/>
                <p14:nvPr/>
              </p14:nvContentPartPr>
              <p14:xfrm>
                <a:off x="5424585" y="381975"/>
                <a:ext cx="54000" cy="61920"/>
              </p14:xfrm>
            </p:contentPart>
          </mc:Choice>
          <mc:Fallback xmlns="">
            <p:pic>
              <p:nvPicPr>
                <p:cNvPr id="16" name="Ink 15">
                  <a:extLst>
                    <a:ext uri="{FF2B5EF4-FFF2-40B4-BE49-F238E27FC236}">
                      <a16:creationId xmlns:a16="http://schemas.microsoft.com/office/drawing/2014/main" id="{132231E0-E5D0-471A-A3AB-45BDC61BC8E0}"/>
                    </a:ext>
                  </a:extLst>
                </p:cNvPr>
                <p:cNvPicPr/>
                <p:nvPr/>
              </p:nvPicPr>
              <p:blipFill>
                <a:blip r:embed="rId19"/>
                <a:stretch>
                  <a:fillRect/>
                </a:stretch>
              </p:blipFill>
              <p:spPr>
                <a:xfrm>
                  <a:off x="5418465" y="375855"/>
                  <a:ext cx="6624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788BCFD9-1D4E-1828-785E-4E0D7FDCBAF0}"/>
                    </a:ext>
                  </a:extLst>
                </p14:cNvPr>
                <p14:cNvContentPartPr/>
                <p14:nvPr/>
              </p14:nvContentPartPr>
              <p14:xfrm>
                <a:off x="5544465" y="497175"/>
                <a:ext cx="123480" cy="249120"/>
              </p14:xfrm>
            </p:contentPart>
          </mc:Choice>
          <mc:Fallback xmlns="">
            <p:pic>
              <p:nvPicPr>
                <p:cNvPr id="17" name="Ink 16">
                  <a:extLst>
                    <a:ext uri="{FF2B5EF4-FFF2-40B4-BE49-F238E27FC236}">
                      <a16:creationId xmlns:a16="http://schemas.microsoft.com/office/drawing/2014/main" id="{788BCFD9-1D4E-1828-785E-4E0D7FDCBAF0}"/>
                    </a:ext>
                  </a:extLst>
                </p:cNvPr>
                <p:cNvPicPr/>
                <p:nvPr/>
              </p:nvPicPr>
              <p:blipFill>
                <a:blip r:embed="rId21"/>
                <a:stretch>
                  <a:fillRect/>
                </a:stretch>
              </p:blipFill>
              <p:spPr>
                <a:xfrm>
                  <a:off x="5538345" y="491055"/>
                  <a:ext cx="13572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EDBA6CBE-D625-51CC-6A17-FB42712DBDC9}"/>
                    </a:ext>
                  </a:extLst>
                </p14:cNvPr>
                <p14:cNvContentPartPr/>
                <p14:nvPr/>
              </p14:nvContentPartPr>
              <p14:xfrm>
                <a:off x="5742105" y="505095"/>
                <a:ext cx="325080" cy="367560"/>
              </p14:xfrm>
            </p:contentPart>
          </mc:Choice>
          <mc:Fallback xmlns="">
            <p:pic>
              <p:nvPicPr>
                <p:cNvPr id="18" name="Ink 17">
                  <a:extLst>
                    <a:ext uri="{FF2B5EF4-FFF2-40B4-BE49-F238E27FC236}">
                      <a16:creationId xmlns:a16="http://schemas.microsoft.com/office/drawing/2014/main" id="{EDBA6CBE-D625-51CC-6A17-FB42712DBDC9}"/>
                    </a:ext>
                  </a:extLst>
                </p:cNvPr>
                <p:cNvPicPr/>
                <p:nvPr/>
              </p:nvPicPr>
              <p:blipFill>
                <a:blip r:embed="rId23"/>
                <a:stretch>
                  <a:fillRect/>
                </a:stretch>
              </p:blipFill>
              <p:spPr>
                <a:xfrm>
                  <a:off x="5735985" y="498975"/>
                  <a:ext cx="337320" cy="379800"/>
                </a:xfrm>
                <a:prstGeom prst="rect">
                  <a:avLst/>
                </a:prstGeom>
              </p:spPr>
            </p:pic>
          </mc:Fallback>
        </mc:AlternateContent>
      </p:grpSp>
      <p:grpSp>
        <p:nvGrpSpPr>
          <p:cNvPr id="25" name="Group 24">
            <a:extLst>
              <a:ext uri="{FF2B5EF4-FFF2-40B4-BE49-F238E27FC236}">
                <a16:creationId xmlns:a16="http://schemas.microsoft.com/office/drawing/2014/main" id="{54C26EFE-4B67-7B18-1609-C8D9F208AA7E}"/>
              </a:ext>
            </a:extLst>
          </p:cNvPr>
          <p:cNvGrpSpPr/>
          <p:nvPr/>
        </p:nvGrpSpPr>
        <p:grpSpPr>
          <a:xfrm>
            <a:off x="6742185" y="405375"/>
            <a:ext cx="830880" cy="528120"/>
            <a:chOff x="6742185" y="405375"/>
            <a:chExt cx="830880" cy="528120"/>
          </a:xfrm>
        </p:grpSpPr>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C4D6D058-2EA1-D159-4F99-B1FD884EF602}"/>
                    </a:ext>
                  </a:extLst>
                </p14:cNvPr>
                <p14:cNvContentPartPr/>
                <p14:nvPr/>
              </p14:nvContentPartPr>
              <p14:xfrm>
                <a:off x="6742185" y="603015"/>
                <a:ext cx="505800" cy="90720"/>
              </p14:xfrm>
            </p:contentPart>
          </mc:Choice>
          <mc:Fallback xmlns="">
            <p:pic>
              <p:nvPicPr>
                <p:cNvPr id="20" name="Ink 19">
                  <a:extLst>
                    <a:ext uri="{FF2B5EF4-FFF2-40B4-BE49-F238E27FC236}">
                      <a16:creationId xmlns:a16="http://schemas.microsoft.com/office/drawing/2014/main" id="{C4D6D058-2EA1-D159-4F99-B1FD884EF602}"/>
                    </a:ext>
                  </a:extLst>
                </p:cNvPr>
                <p:cNvPicPr/>
                <p:nvPr/>
              </p:nvPicPr>
              <p:blipFill>
                <a:blip r:embed="rId25"/>
                <a:stretch>
                  <a:fillRect/>
                </a:stretch>
              </p:blipFill>
              <p:spPr>
                <a:xfrm>
                  <a:off x="6736065" y="596895"/>
                  <a:ext cx="5180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8D779BC4-9EC4-CF72-3BFD-C42B07679CBF}"/>
                    </a:ext>
                  </a:extLst>
                </p14:cNvPr>
                <p14:cNvContentPartPr/>
                <p14:nvPr/>
              </p14:nvContentPartPr>
              <p14:xfrm>
                <a:off x="7200825" y="405375"/>
                <a:ext cx="372240" cy="528120"/>
              </p14:xfrm>
            </p:contentPart>
          </mc:Choice>
          <mc:Fallback xmlns="">
            <p:pic>
              <p:nvPicPr>
                <p:cNvPr id="21" name="Ink 20">
                  <a:extLst>
                    <a:ext uri="{FF2B5EF4-FFF2-40B4-BE49-F238E27FC236}">
                      <a16:creationId xmlns:a16="http://schemas.microsoft.com/office/drawing/2014/main" id="{8D779BC4-9EC4-CF72-3BFD-C42B07679CBF}"/>
                    </a:ext>
                  </a:extLst>
                </p:cNvPr>
                <p:cNvPicPr/>
                <p:nvPr/>
              </p:nvPicPr>
              <p:blipFill>
                <a:blip r:embed="rId27"/>
                <a:stretch>
                  <a:fillRect/>
                </a:stretch>
              </p:blipFill>
              <p:spPr>
                <a:xfrm>
                  <a:off x="7194705" y="399255"/>
                  <a:ext cx="384480" cy="540360"/>
                </a:xfrm>
                <a:prstGeom prst="rect">
                  <a:avLst/>
                </a:prstGeom>
              </p:spPr>
            </p:pic>
          </mc:Fallback>
        </mc:AlternateContent>
      </p:grpSp>
      <p:grpSp>
        <p:nvGrpSpPr>
          <p:cNvPr id="24" name="Group 23">
            <a:extLst>
              <a:ext uri="{FF2B5EF4-FFF2-40B4-BE49-F238E27FC236}">
                <a16:creationId xmlns:a16="http://schemas.microsoft.com/office/drawing/2014/main" id="{60E050F3-9523-99B2-B9D7-76F119012C2E}"/>
              </a:ext>
            </a:extLst>
          </p:cNvPr>
          <p:cNvGrpSpPr/>
          <p:nvPr/>
        </p:nvGrpSpPr>
        <p:grpSpPr>
          <a:xfrm>
            <a:off x="7886265" y="178215"/>
            <a:ext cx="729360" cy="716400"/>
            <a:chOff x="7886265" y="178215"/>
            <a:chExt cx="729360" cy="716400"/>
          </a:xfrm>
        </p:grpSpPr>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557574A9-4910-FCEB-4211-186852A80B64}"/>
                    </a:ext>
                  </a:extLst>
                </p14:cNvPr>
                <p14:cNvContentPartPr/>
                <p14:nvPr/>
              </p14:nvContentPartPr>
              <p14:xfrm>
                <a:off x="7886265" y="178215"/>
                <a:ext cx="524520" cy="628560"/>
              </p14:xfrm>
            </p:contentPart>
          </mc:Choice>
          <mc:Fallback xmlns="">
            <p:pic>
              <p:nvPicPr>
                <p:cNvPr id="22" name="Ink 21">
                  <a:extLst>
                    <a:ext uri="{FF2B5EF4-FFF2-40B4-BE49-F238E27FC236}">
                      <a16:creationId xmlns:a16="http://schemas.microsoft.com/office/drawing/2014/main" id="{557574A9-4910-FCEB-4211-186852A80B64}"/>
                    </a:ext>
                  </a:extLst>
                </p:cNvPr>
                <p:cNvPicPr/>
                <p:nvPr/>
              </p:nvPicPr>
              <p:blipFill>
                <a:blip r:embed="rId29"/>
                <a:stretch>
                  <a:fillRect/>
                </a:stretch>
              </p:blipFill>
              <p:spPr>
                <a:xfrm>
                  <a:off x="7880145" y="172095"/>
                  <a:ext cx="536760" cy="640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3" name="Ink 22">
                  <a:extLst>
                    <a:ext uri="{FF2B5EF4-FFF2-40B4-BE49-F238E27FC236}">
                      <a16:creationId xmlns:a16="http://schemas.microsoft.com/office/drawing/2014/main" id="{15C2C46D-22D3-DE33-DB69-587489C32FE3}"/>
                    </a:ext>
                  </a:extLst>
                </p14:cNvPr>
                <p14:cNvContentPartPr/>
                <p14:nvPr/>
              </p14:nvContentPartPr>
              <p14:xfrm>
                <a:off x="8579265" y="573855"/>
                <a:ext cx="36360" cy="320760"/>
              </p14:xfrm>
            </p:contentPart>
          </mc:Choice>
          <mc:Fallback xmlns="">
            <p:pic>
              <p:nvPicPr>
                <p:cNvPr id="23" name="Ink 22">
                  <a:extLst>
                    <a:ext uri="{FF2B5EF4-FFF2-40B4-BE49-F238E27FC236}">
                      <a16:creationId xmlns:a16="http://schemas.microsoft.com/office/drawing/2014/main" id="{15C2C46D-22D3-DE33-DB69-587489C32FE3}"/>
                    </a:ext>
                  </a:extLst>
                </p:cNvPr>
                <p:cNvPicPr/>
                <p:nvPr/>
              </p:nvPicPr>
              <p:blipFill>
                <a:blip r:embed="rId31"/>
                <a:stretch>
                  <a:fillRect/>
                </a:stretch>
              </p:blipFill>
              <p:spPr>
                <a:xfrm>
                  <a:off x="8573145" y="567735"/>
                  <a:ext cx="48600" cy="333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CAD8C818-CF25-2BCF-58A2-63B6D485C183}"/>
                  </a:ext>
                </a:extLst>
              </p14:cNvPr>
              <p14:cNvContentPartPr/>
              <p14:nvPr/>
            </p14:nvContentPartPr>
            <p14:xfrm>
              <a:off x="1715505" y="1652415"/>
              <a:ext cx="16200" cy="9720"/>
            </p14:xfrm>
          </p:contentPart>
        </mc:Choice>
        <mc:Fallback xmlns="">
          <p:pic>
            <p:nvPicPr>
              <p:cNvPr id="26" name="Ink 25">
                <a:extLst>
                  <a:ext uri="{FF2B5EF4-FFF2-40B4-BE49-F238E27FC236}">
                    <a16:creationId xmlns:a16="http://schemas.microsoft.com/office/drawing/2014/main" id="{CAD8C818-CF25-2BCF-58A2-63B6D485C183}"/>
                  </a:ext>
                </a:extLst>
              </p:cNvPr>
              <p:cNvPicPr/>
              <p:nvPr/>
            </p:nvPicPr>
            <p:blipFill>
              <a:blip r:embed="rId33"/>
              <a:stretch>
                <a:fillRect/>
              </a:stretch>
            </p:blipFill>
            <p:spPr>
              <a:xfrm>
                <a:off x="1709385" y="1646295"/>
                <a:ext cx="284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9" name="Ink 38">
                <a:extLst>
                  <a:ext uri="{FF2B5EF4-FFF2-40B4-BE49-F238E27FC236}">
                    <a16:creationId xmlns:a16="http://schemas.microsoft.com/office/drawing/2014/main" id="{56C6A334-8F26-35D7-C7BD-27B534D99E12}"/>
                  </a:ext>
                </a:extLst>
              </p14:cNvPr>
              <p14:cNvContentPartPr/>
              <p14:nvPr/>
            </p14:nvContentPartPr>
            <p14:xfrm>
              <a:off x="1156425" y="1441455"/>
              <a:ext cx="218520" cy="14760"/>
            </p14:xfrm>
          </p:contentPart>
        </mc:Choice>
        <mc:Fallback xmlns="">
          <p:pic>
            <p:nvPicPr>
              <p:cNvPr id="39" name="Ink 38">
                <a:extLst>
                  <a:ext uri="{FF2B5EF4-FFF2-40B4-BE49-F238E27FC236}">
                    <a16:creationId xmlns:a16="http://schemas.microsoft.com/office/drawing/2014/main" id="{56C6A334-8F26-35D7-C7BD-27B534D99E12}"/>
                  </a:ext>
                </a:extLst>
              </p:cNvPr>
              <p:cNvPicPr/>
              <p:nvPr/>
            </p:nvPicPr>
            <p:blipFill>
              <a:blip r:embed="rId35"/>
              <a:stretch>
                <a:fillRect/>
              </a:stretch>
            </p:blipFill>
            <p:spPr>
              <a:xfrm>
                <a:off x="1150305" y="1435335"/>
                <a:ext cx="230760" cy="27000"/>
              </a:xfrm>
              <a:prstGeom prst="rect">
                <a:avLst/>
              </a:prstGeom>
            </p:spPr>
          </p:pic>
        </mc:Fallback>
      </mc:AlternateContent>
      <p:grpSp>
        <p:nvGrpSpPr>
          <p:cNvPr id="46" name="Group 45">
            <a:extLst>
              <a:ext uri="{FF2B5EF4-FFF2-40B4-BE49-F238E27FC236}">
                <a16:creationId xmlns:a16="http://schemas.microsoft.com/office/drawing/2014/main" id="{269288D0-ABD2-4B72-A1E0-0EFFA382418B}"/>
              </a:ext>
            </a:extLst>
          </p:cNvPr>
          <p:cNvGrpSpPr/>
          <p:nvPr/>
        </p:nvGrpSpPr>
        <p:grpSpPr>
          <a:xfrm>
            <a:off x="1902705" y="1250655"/>
            <a:ext cx="2030760" cy="456120"/>
            <a:chOff x="1902705" y="1250655"/>
            <a:chExt cx="2030760" cy="456120"/>
          </a:xfrm>
        </p:grpSpPr>
        <mc:AlternateContent xmlns:mc="http://schemas.openxmlformats.org/markup-compatibility/2006" xmlns:p14="http://schemas.microsoft.com/office/powerpoint/2010/main">
          <mc:Choice Requires="p14">
            <p:contentPart p14:bwMode="auto" r:id="rId36">
              <p14:nvContentPartPr>
                <p14:cNvPr id="40" name="Ink 39">
                  <a:extLst>
                    <a:ext uri="{FF2B5EF4-FFF2-40B4-BE49-F238E27FC236}">
                      <a16:creationId xmlns:a16="http://schemas.microsoft.com/office/drawing/2014/main" id="{C6746B59-24E7-AACE-A218-1AC63B1B9A07}"/>
                    </a:ext>
                  </a:extLst>
                </p14:cNvPr>
                <p14:cNvContentPartPr/>
                <p14:nvPr/>
              </p14:nvContentPartPr>
              <p14:xfrm>
                <a:off x="1902705" y="1250655"/>
                <a:ext cx="695520" cy="384840"/>
              </p14:xfrm>
            </p:contentPart>
          </mc:Choice>
          <mc:Fallback xmlns="">
            <p:pic>
              <p:nvPicPr>
                <p:cNvPr id="40" name="Ink 39">
                  <a:extLst>
                    <a:ext uri="{FF2B5EF4-FFF2-40B4-BE49-F238E27FC236}">
                      <a16:creationId xmlns:a16="http://schemas.microsoft.com/office/drawing/2014/main" id="{C6746B59-24E7-AACE-A218-1AC63B1B9A07}"/>
                    </a:ext>
                  </a:extLst>
                </p:cNvPr>
                <p:cNvPicPr/>
                <p:nvPr/>
              </p:nvPicPr>
              <p:blipFill>
                <a:blip r:embed="rId37"/>
                <a:stretch>
                  <a:fillRect/>
                </a:stretch>
              </p:blipFill>
              <p:spPr>
                <a:xfrm>
                  <a:off x="1896585" y="1244535"/>
                  <a:ext cx="70776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1" name="Ink 40">
                  <a:extLst>
                    <a:ext uri="{FF2B5EF4-FFF2-40B4-BE49-F238E27FC236}">
                      <a16:creationId xmlns:a16="http://schemas.microsoft.com/office/drawing/2014/main" id="{21A09F71-DC93-E9CF-E358-1F9CD86C7B9F}"/>
                    </a:ext>
                  </a:extLst>
                </p14:cNvPr>
                <p14:cNvContentPartPr/>
                <p14:nvPr/>
              </p14:nvContentPartPr>
              <p14:xfrm>
                <a:off x="2498505" y="1403655"/>
                <a:ext cx="313560" cy="134640"/>
              </p14:xfrm>
            </p:contentPart>
          </mc:Choice>
          <mc:Fallback xmlns="">
            <p:pic>
              <p:nvPicPr>
                <p:cNvPr id="41" name="Ink 40">
                  <a:extLst>
                    <a:ext uri="{FF2B5EF4-FFF2-40B4-BE49-F238E27FC236}">
                      <a16:creationId xmlns:a16="http://schemas.microsoft.com/office/drawing/2014/main" id="{21A09F71-DC93-E9CF-E358-1F9CD86C7B9F}"/>
                    </a:ext>
                  </a:extLst>
                </p:cNvPr>
                <p:cNvPicPr/>
                <p:nvPr/>
              </p:nvPicPr>
              <p:blipFill>
                <a:blip r:embed="rId39"/>
                <a:stretch>
                  <a:fillRect/>
                </a:stretch>
              </p:blipFill>
              <p:spPr>
                <a:xfrm>
                  <a:off x="2492385" y="1397535"/>
                  <a:ext cx="32580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2" name="Ink 41">
                  <a:extLst>
                    <a:ext uri="{FF2B5EF4-FFF2-40B4-BE49-F238E27FC236}">
                      <a16:creationId xmlns:a16="http://schemas.microsoft.com/office/drawing/2014/main" id="{23A30FED-B241-C55B-2CFC-D0B251883935}"/>
                    </a:ext>
                  </a:extLst>
                </p14:cNvPr>
                <p14:cNvContentPartPr/>
                <p14:nvPr/>
              </p14:nvContentPartPr>
              <p14:xfrm>
                <a:off x="2854905" y="1284135"/>
                <a:ext cx="87120" cy="48600"/>
              </p14:xfrm>
            </p:contentPart>
          </mc:Choice>
          <mc:Fallback xmlns="">
            <p:pic>
              <p:nvPicPr>
                <p:cNvPr id="42" name="Ink 41">
                  <a:extLst>
                    <a:ext uri="{FF2B5EF4-FFF2-40B4-BE49-F238E27FC236}">
                      <a16:creationId xmlns:a16="http://schemas.microsoft.com/office/drawing/2014/main" id="{23A30FED-B241-C55B-2CFC-D0B251883935}"/>
                    </a:ext>
                  </a:extLst>
                </p:cNvPr>
                <p:cNvPicPr/>
                <p:nvPr/>
              </p:nvPicPr>
              <p:blipFill>
                <a:blip r:embed="rId41"/>
                <a:stretch>
                  <a:fillRect/>
                </a:stretch>
              </p:blipFill>
              <p:spPr>
                <a:xfrm>
                  <a:off x="2848785" y="1278015"/>
                  <a:ext cx="993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3" name="Ink 42">
                  <a:extLst>
                    <a:ext uri="{FF2B5EF4-FFF2-40B4-BE49-F238E27FC236}">
                      <a16:creationId xmlns:a16="http://schemas.microsoft.com/office/drawing/2014/main" id="{533A6045-F2D9-731B-EEC1-A6157400ACED}"/>
                    </a:ext>
                  </a:extLst>
                </p14:cNvPr>
                <p14:cNvContentPartPr/>
                <p14:nvPr/>
              </p14:nvContentPartPr>
              <p14:xfrm>
                <a:off x="3012945" y="1471335"/>
                <a:ext cx="182520" cy="235440"/>
              </p14:xfrm>
            </p:contentPart>
          </mc:Choice>
          <mc:Fallback xmlns="">
            <p:pic>
              <p:nvPicPr>
                <p:cNvPr id="43" name="Ink 42">
                  <a:extLst>
                    <a:ext uri="{FF2B5EF4-FFF2-40B4-BE49-F238E27FC236}">
                      <a16:creationId xmlns:a16="http://schemas.microsoft.com/office/drawing/2014/main" id="{533A6045-F2D9-731B-EEC1-A6157400ACED}"/>
                    </a:ext>
                  </a:extLst>
                </p:cNvPr>
                <p:cNvPicPr/>
                <p:nvPr/>
              </p:nvPicPr>
              <p:blipFill>
                <a:blip r:embed="rId43"/>
                <a:stretch>
                  <a:fillRect/>
                </a:stretch>
              </p:blipFill>
              <p:spPr>
                <a:xfrm>
                  <a:off x="3006825" y="1465215"/>
                  <a:ext cx="1947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4" name="Ink 43">
                  <a:extLst>
                    <a:ext uri="{FF2B5EF4-FFF2-40B4-BE49-F238E27FC236}">
                      <a16:creationId xmlns:a16="http://schemas.microsoft.com/office/drawing/2014/main" id="{2E51E56D-10AF-5C96-EFB5-769656AFCC2B}"/>
                    </a:ext>
                  </a:extLst>
                </p14:cNvPr>
                <p14:cNvContentPartPr/>
                <p14:nvPr/>
              </p14:nvContentPartPr>
              <p14:xfrm>
                <a:off x="3262065" y="1495455"/>
                <a:ext cx="484920" cy="156960"/>
              </p14:xfrm>
            </p:contentPart>
          </mc:Choice>
          <mc:Fallback xmlns="">
            <p:pic>
              <p:nvPicPr>
                <p:cNvPr id="44" name="Ink 43">
                  <a:extLst>
                    <a:ext uri="{FF2B5EF4-FFF2-40B4-BE49-F238E27FC236}">
                      <a16:creationId xmlns:a16="http://schemas.microsoft.com/office/drawing/2014/main" id="{2E51E56D-10AF-5C96-EFB5-769656AFCC2B}"/>
                    </a:ext>
                  </a:extLst>
                </p:cNvPr>
                <p:cNvPicPr/>
                <p:nvPr/>
              </p:nvPicPr>
              <p:blipFill>
                <a:blip r:embed="rId45"/>
                <a:stretch>
                  <a:fillRect/>
                </a:stretch>
              </p:blipFill>
              <p:spPr>
                <a:xfrm>
                  <a:off x="3255945" y="1489335"/>
                  <a:ext cx="4971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5" name="Ink 44">
                  <a:extLst>
                    <a:ext uri="{FF2B5EF4-FFF2-40B4-BE49-F238E27FC236}">
                      <a16:creationId xmlns:a16="http://schemas.microsoft.com/office/drawing/2014/main" id="{95697F45-A3D4-E675-A78F-20F222AED1D9}"/>
                    </a:ext>
                  </a:extLst>
                </p14:cNvPr>
                <p14:cNvContentPartPr/>
                <p14:nvPr/>
              </p14:nvContentPartPr>
              <p14:xfrm>
                <a:off x="3896385" y="1613175"/>
                <a:ext cx="37080" cy="39600"/>
              </p14:xfrm>
            </p:contentPart>
          </mc:Choice>
          <mc:Fallback xmlns="">
            <p:pic>
              <p:nvPicPr>
                <p:cNvPr id="45" name="Ink 44">
                  <a:extLst>
                    <a:ext uri="{FF2B5EF4-FFF2-40B4-BE49-F238E27FC236}">
                      <a16:creationId xmlns:a16="http://schemas.microsoft.com/office/drawing/2014/main" id="{95697F45-A3D4-E675-A78F-20F222AED1D9}"/>
                    </a:ext>
                  </a:extLst>
                </p:cNvPr>
                <p:cNvPicPr/>
                <p:nvPr/>
              </p:nvPicPr>
              <p:blipFill>
                <a:blip r:embed="rId47"/>
                <a:stretch>
                  <a:fillRect/>
                </a:stretch>
              </p:blipFill>
              <p:spPr>
                <a:xfrm>
                  <a:off x="3890265" y="1607055"/>
                  <a:ext cx="49320" cy="51840"/>
                </a:xfrm>
                <a:prstGeom prst="rect">
                  <a:avLst/>
                </a:prstGeom>
              </p:spPr>
            </p:pic>
          </mc:Fallback>
        </mc:AlternateContent>
      </p:grpSp>
      <p:grpSp>
        <p:nvGrpSpPr>
          <p:cNvPr id="49" name="Group 48">
            <a:extLst>
              <a:ext uri="{FF2B5EF4-FFF2-40B4-BE49-F238E27FC236}">
                <a16:creationId xmlns:a16="http://schemas.microsoft.com/office/drawing/2014/main" id="{E9DC0A32-D4BB-F201-BF9D-746D0192ECB5}"/>
              </a:ext>
            </a:extLst>
          </p:cNvPr>
          <p:cNvGrpSpPr/>
          <p:nvPr/>
        </p:nvGrpSpPr>
        <p:grpSpPr>
          <a:xfrm>
            <a:off x="9517425" y="137175"/>
            <a:ext cx="2499120" cy="974160"/>
            <a:chOff x="9517425" y="137175"/>
            <a:chExt cx="2499120" cy="974160"/>
          </a:xfrm>
        </p:grpSpPr>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C788B2EE-CD46-E8DD-815B-FB9A11C3E134}"/>
                    </a:ext>
                  </a:extLst>
                </p14:cNvPr>
                <p14:cNvContentPartPr/>
                <p14:nvPr/>
              </p14:nvContentPartPr>
              <p14:xfrm>
                <a:off x="9517425" y="429135"/>
                <a:ext cx="13320" cy="286200"/>
              </p14:xfrm>
            </p:contentPart>
          </mc:Choice>
          <mc:Fallback xmlns="">
            <p:pic>
              <p:nvPicPr>
                <p:cNvPr id="27" name="Ink 26">
                  <a:extLst>
                    <a:ext uri="{FF2B5EF4-FFF2-40B4-BE49-F238E27FC236}">
                      <a16:creationId xmlns:a16="http://schemas.microsoft.com/office/drawing/2014/main" id="{C788B2EE-CD46-E8DD-815B-FB9A11C3E134}"/>
                    </a:ext>
                  </a:extLst>
                </p:cNvPr>
                <p:cNvPicPr/>
                <p:nvPr/>
              </p:nvPicPr>
              <p:blipFill>
                <a:blip r:embed="rId49"/>
                <a:stretch>
                  <a:fillRect/>
                </a:stretch>
              </p:blipFill>
              <p:spPr>
                <a:xfrm>
                  <a:off x="9511305" y="423015"/>
                  <a:ext cx="2556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6F6C61CC-9491-9E8A-6C64-326AB67F2255}"/>
                    </a:ext>
                  </a:extLst>
                </p14:cNvPr>
                <p14:cNvContentPartPr/>
                <p14:nvPr/>
              </p14:nvContentPartPr>
              <p14:xfrm>
                <a:off x="9600225" y="268935"/>
                <a:ext cx="317520" cy="354960"/>
              </p14:xfrm>
            </p:contentPart>
          </mc:Choice>
          <mc:Fallback xmlns="">
            <p:pic>
              <p:nvPicPr>
                <p:cNvPr id="28" name="Ink 27">
                  <a:extLst>
                    <a:ext uri="{FF2B5EF4-FFF2-40B4-BE49-F238E27FC236}">
                      <a16:creationId xmlns:a16="http://schemas.microsoft.com/office/drawing/2014/main" id="{6F6C61CC-9491-9E8A-6C64-326AB67F2255}"/>
                    </a:ext>
                  </a:extLst>
                </p:cNvPr>
                <p:cNvPicPr/>
                <p:nvPr/>
              </p:nvPicPr>
              <p:blipFill>
                <a:blip r:embed="rId51"/>
                <a:stretch>
                  <a:fillRect/>
                </a:stretch>
              </p:blipFill>
              <p:spPr>
                <a:xfrm>
                  <a:off x="9594105" y="262815"/>
                  <a:ext cx="32976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DA64F161-CFCC-2E26-882F-5268CF009663}"/>
                    </a:ext>
                  </a:extLst>
                </p14:cNvPr>
                <p14:cNvContentPartPr/>
                <p14:nvPr/>
              </p14:nvContentPartPr>
              <p14:xfrm>
                <a:off x="10083345" y="393135"/>
                <a:ext cx="307800" cy="718200"/>
              </p14:xfrm>
            </p:contentPart>
          </mc:Choice>
          <mc:Fallback xmlns="">
            <p:pic>
              <p:nvPicPr>
                <p:cNvPr id="29" name="Ink 28">
                  <a:extLst>
                    <a:ext uri="{FF2B5EF4-FFF2-40B4-BE49-F238E27FC236}">
                      <a16:creationId xmlns:a16="http://schemas.microsoft.com/office/drawing/2014/main" id="{DA64F161-CFCC-2E26-882F-5268CF009663}"/>
                    </a:ext>
                  </a:extLst>
                </p:cNvPr>
                <p:cNvPicPr/>
                <p:nvPr/>
              </p:nvPicPr>
              <p:blipFill>
                <a:blip r:embed="rId53"/>
                <a:stretch>
                  <a:fillRect/>
                </a:stretch>
              </p:blipFill>
              <p:spPr>
                <a:xfrm>
                  <a:off x="10077225" y="387015"/>
                  <a:ext cx="320040" cy="730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E04E1576-F456-D435-7507-7240343962EC}"/>
                    </a:ext>
                  </a:extLst>
                </p14:cNvPr>
                <p14:cNvContentPartPr/>
                <p14:nvPr/>
              </p14:nvContentPartPr>
              <p14:xfrm>
                <a:off x="10590225" y="398535"/>
                <a:ext cx="162000" cy="240840"/>
              </p14:xfrm>
            </p:contentPart>
          </mc:Choice>
          <mc:Fallback xmlns="">
            <p:pic>
              <p:nvPicPr>
                <p:cNvPr id="30" name="Ink 29">
                  <a:extLst>
                    <a:ext uri="{FF2B5EF4-FFF2-40B4-BE49-F238E27FC236}">
                      <a16:creationId xmlns:a16="http://schemas.microsoft.com/office/drawing/2014/main" id="{E04E1576-F456-D435-7507-7240343962EC}"/>
                    </a:ext>
                  </a:extLst>
                </p:cNvPr>
                <p:cNvPicPr/>
                <p:nvPr/>
              </p:nvPicPr>
              <p:blipFill>
                <a:blip r:embed="rId55"/>
                <a:stretch>
                  <a:fillRect/>
                </a:stretch>
              </p:blipFill>
              <p:spPr>
                <a:xfrm>
                  <a:off x="10584105" y="392415"/>
                  <a:ext cx="1742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1" name="Ink 30">
                  <a:extLst>
                    <a:ext uri="{FF2B5EF4-FFF2-40B4-BE49-F238E27FC236}">
                      <a16:creationId xmlns:a16="http://schemas.microsoft.com/office/drawing/2014/main" id="{3B9CD245-ED9A-2EDA-6CB8-C93D60B321C7}"/>
                    </a:ext>
                  </a:extLst>
                </p14:cNvPr>
                <p14:cNvContentPartPr/>
                <p14:nvPr/>
              </p14:nvContentPartPr>
              <p14:xfrm>
                <a:off x="10947345" y="137175"/>
                <a:ext cx="321480" cy="470880"/>
              </p14:xfrm>
            </p:contentPart>
          </mc:Choice>
          <mc:Fallback xmlns="">
            <p:pic>
              <p:nvPicPr>
                <p:cNvPr id="31" name="Ink 30">
                  <a:extLst>
                    <a:ext uri="{FF2B5EF4-FFF2-40B4-BE49-F238E27FC236}">
                      <a16:creationId xmlns:a16="http://schemas.microsoft.com/office/drawing/2014/main" id="{3B9CD245-ED9A-2EDA-6CB8-C93D60B321C7}"/>
                    </a:ext>
                  </a:extLst>
                </p:cNvPr>
                <p:cNvPicPr/>
                <p:nvPr/>
              </p:nvPicPr>
              <p:blipFill>
                <a:blip r:embed="rId57"/>
                <a:stretch>
                  <a:fillRect/>
                </a:stretch>
              </p:blipFill>
              <p:spPr>
                <a:xfrm>
                  <a:off x="10941225" y="131055"/>
                  <a:ext cx="333720" cy="483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FA42B13A-A6F9-523D-8D35-5A296FCF8095}"/>
                    </a:ext>
                  </a:extLst>
                </p14:cNvPr>
                <p14:cNvContentPartPr/>
                <p14:nvPr/>
              </p14:nvContentPartPr>
              <p14:xfrm>
                <a:off x="11324625" y="430215"/>
                <a:ext cx="214200" cy="200880"/>
              </p14:xfrm>
            </p:contentPart>
          </mc:Choice>
          <mc:Fallback xmlns="">
            <p:pic>
              <p:nvPicPr>
                <p:cNvPr id="32" name="Ink 31">
                  <a:extLst>
                    <a:ext uri="{FF2B5EF4-FFF2-40B4-BE49-F238E27FC236}">
                      <a16:creationId xmlns:a16="http://schemas.microsoft.com/office/drawing/2014/main" id="{FA42B13A-A6F9-523D-8D35-5A296FCF8095}"/>
                    </a:ext>
                  </a:extLst>
                </p:cNvPr>
                <p:cNvPicPr/>
                <p:nvPr/>
              </p:nvPicPr>
              <p:blipFill>
                <a:blip r:embed="rId59"/>
                <a:stretch>
                  <a:fillRect/>
                </a:stretch>
              </p:blipFill>
              <p:spPr>
                <a:xfrm>
                  <a:off x="11318505" y="424095"/>
                  <a:ext cx="2264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8916DC60-8F39-1D6E-1DD0-D9C71122DE01}"/>
                    </a:ext>
                  </a:extLst>
                </p14:cNvPr>
                <p14:cNvContentPartPr/>
                <p14:nvPr/>
              </p14:nvContentPartPr>
              <p14:xfrm>
                <a:off x="11586345" y="482775"/>
                <a:ext cx="12960" cy="117720"/>
              </p14:xfrm>
            </p:contentPart>
          </mc:Choice>
          <mc:Fallback xmlns="">
            <p:pic>
              <p:nvPicPr>
                <p:cNvPr id="33" name="Ink 32">
                  <a:extLst>
                    <a:ext uri="{FF2B5EF4-FFF2-40B4-BE49-F238E27FC236}">
                      <a16:creationId xmlns:a16="http://schemas.microsoft.com/office/drawing/2014/main" id="{8916DC60-8F39-1D6E-1DD0-D9C71122DE01}"/>
                    </a:ext>
                  </a:extLst>
                </p:cNvPr>
                <p:cNvPicPr/>
                <p:nvPr/>
              </p:nvPicPr>
              <p:blipFill>
                <a:blip r:embed="rId61"/>
                <a:stretch>
                  <a:fillRect/>
                </a:stretch>
              </p:blipFill>
              <p:spPr>
                <a:xfrm>
                  <a:off x="11580225" y="476655"/>
                  <a:ext cx="252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Ink 33">
                  <a:extLst>
                    <a:ext uri="{FF2B5EF4-FFF2-40B4-BE49-F238E27FC236}">
                      <a16:creationId xmlns:a16="http://schemas.microsoft.com/office/drawing/2014/main" id="{6433A65F-7611-27B9-F5DD-858D85F7C33F}"/>
                    </a:ext>
                  </a:extLst>
                </p14:cNvPr>
                <p14:cNvContentPartPr/>
                <p14:nvPr/>
              </p14:nvContentPartPr>
              <p14:xfrm>
                <a:off x="11682465" y="297375"/>
                <a:ext cx="38160" cy="86760"/>
              </p14:xfrm>
            </p:contentPart>
          </mc:Choice>
          <mc:Fallback xmlns="">
            <p:pic>
              <p:nvPicPr>
                <p:cNvPr id="34" name="Ink 33">
                  <a:extLst>
                    <a:ext uri="{FF2B5EF4-FFF2-40B4-BE49-F238E27FC236}">
                      <a16:creationId xmlns:a16="http://schemas.microsoft.com/office/drawing/2014/main" id="{6433A65F-7611-27B9-F5DD-858D85F7C33F}"/>
                    </a:ext>
                  </a:extLst>
                </p:cNvPr>
                <p:cNvPicPr/>
                <p:nvPr/>
              </p:nvPicPr>
              <p:blipFill>
                <a:blip r:embed="rId63"/>
                <a:stretch>
                  <a:fillRect/>
                </a:stretch>
              </p:blipFill>
              <p:spPr>
                <a:xfrm>
                  <a:off x="11676345" y="291255"/>
                  <a:ext cx="504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5" name="Ink 34">
                  <a:extLst>
                    <a:ext uri="{FF2B5EF4-FFF2-40B4-BE49-F238E27FC236}">
                      <a16:creationId xmlns:a16="http://schemas.microsoft.com/office/drawing/2014/main" id="{CAFF1F90-9DB4-B7FB-3B7F-021740AC84DD}"/>
                    </a:ext>
                  </a:extLst>
                </p14:cNvPr>
                <p14:cNvContentPartPr/>
                <p14:nvPr/>
              </p14:nvContentPartPr>
              <p14:xfrm>
                <a:off x="11670945" y="504375"/>
                <a:ext cx="107640" cy="282960"/>
              </p14:xfrm>
            </p:contentPart>
          </mc:Choice>
          <mc:Fallback xmlns="">
            <p:pic>
              <p:nvPicPr>
                <p:cNvPr id="35" name="Ink 34">
                  <a:extLst>
                    <a:ext uri="{FF2B5EF4-FFF2-40B4-BE49-F238E27FC236}">
                      <a16:creationId xmlns:a16="http://schemas.microsoft.com/office/drawing/2014/main" id="{CAFF1F90-9DB4-B7FB-3B7F-021740AC84DD}"/>
                    </a:ext>
                  </a:extLst>
                </p:cNvPr>
                <p:cNvPicPr/>
                <p:nvPr/>
              </p:nvPicPr>
              <p:blipFill>
                <a:blip r:embed="rId65"/>
                <a:stretch>
                  <a:fillRect/>
                </a:stretch>
              </p:blipFill>
              <p:spPr>
                <a:xfrm>
                  <a:off x="11664825" y="498255"/>
                  <a:ext cx="11988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6" name="Ink 35">
                  <a:extLst>
                    <a:ext uri="{FF2B5EF4-FFF2-40B4-BE49-F238E27FC236}">
                      <a16:creationId xmlns:a16="http://schemas.microsoft.com/office/drawing/2014/main" id="{E67F9DF9-6782-6A64-A5DE-E2C9C5EF414F}"/>
                    </a:ext>
                  </a:extLst>
                </p14:cNvPr>
                <p14:cNvContentPartPr/>
                <p14:nvPr/>
              </p14:nvContentPartPr>
              <p14:xfrm>
                <a:off x="11930505" y="559815"/>
                <a:ext cx="86040" cy="18000"/>
              </p14:xfrm>
            </p:contentPart>
          </mc:Choice>
          <mc:Fallback xmlns="">
            <p:pic>
              <p:nvPicPr>
                <p:cNvPr id="36" name="Ink 35">
                  <a:extLst>
                    <a:ext uri="{FF2B5EF4-FFF2-40B4-BE49-F238E27FC236}">
                      <a16:creationId xmlns:a16="http://schemas.microsoft.com/office/drawing/2014/main" id="{E67F9DF9-6782-6A64-A5DE-E2C9C5EF414F}"/>
                    </a:ext>
                  </a:extLst>
                </p:cNvPr>
                <p:cNvPicPr/>
                <p:nvPr/>
              </p:nvPicPr>
              <p:blipFill>
                <a:blip r:embed="rId67"/>
                <a:stretch>
                  <a:fillRect/>
                </a:stretch>
              </p:blipFill>
              <p:spPr>
                <a:xfrm>
                  <a:off x="11924385" y="553695"/>
                  <a:ext cx="982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7" name="Ink 46">
                  <a:extLst>
                    <a:ext uri="{FF2B5EF4-FFF2-40B4-BE49-F238E27FC236}">
                      <a16:creationId xmlns:a16="http://schemas.microsoft.com/office/drawing/2014/main" id="{E0DBB3D3-EDD8-50E1-8614-B5267DCF1B36}"/>
                    </a:ext>
                  </a:extLst>
                </p14:cNvPr>
                <p14:cNvContentPartPr/>
                <p14:nvPr/>
              </p14:nvContentPartPr>
              <p14:xfrm>
                <a:off x="9730185" y="872655"/>
                <a:ext cx="410760" cy="12600"/>
              </p14:xfrm>
            </p:contentPart>
          </mc:Choice>
          <mc:Fallback xmlns="">
            <p:pic>
              <p:nvPicPr>
                <p:cNvPr id="47" name="Ink 46">
                  <a:extLst>
                    <a:ext uri="{FF2B5EF4-FFF2-40B4-BE49-F238E27FC236}">
                      <a16:creationId xmlns:a16="http://schemas.microsoft.com/office/drawing/2014/main" id="{E0DBB3D3-EDD8-50E1-8614-B5267DCF1B36}"/>
                    </a:ext>
                  </a:extLst>
                </p:cNvPr>
                <p:cNvPicPr/>
                <p:nvPr/>
              </p:nvPicPr>
              <p:blipFill>
                <a:blip r:embed="rId69"/>
                <a:stretch>
                  <a:fillRect/>
                </a:stretch>
              </p:blipFill>
              <p:spPr>
                <a:xfrm>
                  <a:off x="9724065" y="866535"/>
                  <a:ext cx="4230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8" name="Ink 47">
                  <a:extLst>
                    <a:ext uri="{FF2B5EF4-FFF2-40B4-BE49-F238E27FC236}">
                      <a16:creationId xmlns:a16="http://schemas.microsoft.com/office/drawing/2014/main" id="{A869265F-3A15-6C2C-EF58-37243BD7A809}"/>
                    </a:ext>
                  </a:extLst>
                </p14:cNvPr>
                <p14:cNvContentPartPr/>
                <p14:nvPr/>
              </p14:nvContentPartPr>
              <p14:xfrm>
                <a:off x="11143905" y="1041135"/>
                <a:ext cx="236880" cy="10800"/>
              </p14:xfrm>
            </p:contentPart>
          </mc:Choice>
          <mc:Fallback xmlns="">
            <p:pic>
              <p:nvPicPr>
                <p:cNvPr id="48" name="Ink 47">
                  <a:extLst>
                    <a:ext uri="{FF2B5EF4-FFF2-40B4-BE49-F238E27FC236}">
                      <a16:creationId xmlns:a16="http://schemas.microsoft.com/office/drawing/2014/main" id="{A869265F-3A15-6C2C-EF58-37243BD7A809}"/>
                    </a:ext>
                  </a:extLst>
                </p:cNvPr>
                <p:cNvPicPr/>
                <p:nvPr/>
              </p:nvPicPr>
              <p:blipFill>
                <a:blip r:embed="rId71"/>
                <a:stretch>
                  <a:fillRect/>
                </a:stretch>
              </p:blipFill>
              <p:spPr>
                <a:xfrm>
                  <a:off x="11137785" y="1035015"/>
                  <a:ext cx="249120" cy="23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51" name="Ink 50">
                <a:extLst>
                  <a:ext uri="{FF2B5EF4-FFF2-40B4-BE49-F238E27FC236}">
                    <a16:creationId xmlns:a16="http://schemas.microsoft.com/office/drawing/2014/main" id="{088DFE8D-6F16-A876-A8DC-0962E470911C}"/>
                  </a:ext>
                </a:extLst>
              </p14:cNvPr>
              <p14:cNvContentPartPr/>
              <p14:nvPr/>
            </p14:nvContentPartPr>
            <p14:xfrm>
              <a:off x="4511265" y="1694535"/>
              <a:ext cx="64440" cy="40320"/>
            </p14:xfrm>
          </p:contentPart>
        </mc:Choice>
        <mc:Fallback xmlns="">
          <p:pic>
            <p:nvPicPr>
              <p:cNvPr id="51" name="Ink 50">
                <a:extLst>
                  <a:ext uri="{FF2B5EF4-FFF2-40B4-BE49-F238E27FC236}">
                    <a16:creationId xmlns:a16="http://schemas.microsoft.com/office/drawing/2014/main" id="{088DFE8D-6F16-A876-A8DC-0962E470911C}"/>
                  </a:ext>
                </a:extLst>
              </p:cNvPr>
              <p:cNvPicPr/>
              <p:nvPr/>
            </p:nvPicPr>
            <p:blipFill>
              <a:blip r:embed="rId73"/>
              <a:stretch>
                <a:fillRect/>
              </a:stretch>
            </p:blipFill>
            <p:spPr>
              <a:xfrm>
                <a:off x="4505145" y="1688415"/>
                <a:ext cx="76680" cy="52560"/>
              </a:xfrm>
              <a:prstGeom prst="rect">
                <a:avLst/>
              </a:prstGeom>
            </p:spPr>
          </p:pic>
        </mc:Fallback>
      </mc:AlternateContent>
      <p:grpSp>
        <p:nvGrpSpPr>
          <p:cNvPr id="53" name="Group 52">
            <a:extLst>
              <a:ext uri="{FF2B5EF4-FFF2-40B4-BE49-F238E27FC236}">
                <a16:creationId xmlns:a16="http://schemas.microsoft.com/office/drawing/2014/main" id="{CDF2E76D-D1AE-FA7C-5E0A-BDDD6C198AEA}"/>
              </a:ext>
            </a:extLst>
          </p:cNvPr>
          <p:cNvGrpSpPr/>
          <p:nvPr/>
        </p:nvGrpSpPr>
        <p:grpSpPr>
          <a:xfrm>
            <a:off x="4420905" y="1333455"/>
            <a:ext cx="524160" cy="223560"/>
            <a:chOff x="4420905" y="1333455"/>
            <a:chExt cx="524160" cy="223560"/>
          </a:xfrm>
        </p:grpSpPr>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6BC4C166-BEA6-AFAE-3BA0-3D320F42FD1A}"/>
                    </a:ext>
                  </a:extLst>
                </p14:cNvPr>
                <p14:cNvContentPartPr/>
                <p14:nvPr/>
              </p14:nvContentPartPr>
              <p14:xfrm>
                <a:off x="4420905" y="1333455"/>
                <a:ext cx="118080" cy="67320"/>
              </p14:xfrm>
            </p:contentPart>
          </mc:Choice>
          <mc:Fallback xmlns="">
            <p:pic>
              <p:nvPicPr>
                <p:cNvPr id="50" name="Ink 49">
                  <a:extLst>
                    <a:ext uri="{FF2B5EF4-FFF2-40B4-BE49-F238E27FC236}">
                      <a16:creationId xmlns:a16="http://schemas.microsoft.com/office/drawing/2014/main" id="{6BC4C166-BEA6-AFAE-3BA0-3D320F42FD1A}"/>
                    </a:ext>
                  </a:extLst>
                </p:cNvPr>
                <p:cNvPicPr/>
                <p:nvPr/>
              </p:nvPicPr>
              <p:blipFill>
                <a:blip r:embed="rId75"/>
                <a:stretch>
                  <a:fillRect/>
                </a:stretch>
              </p:blipFill>
              <p:spPr>
                <a:xfrm>
                  <a:off x="4414785" y="1327335"/>
                  <a:ext cx="1303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2" name="Ink 51">
                  <a:extLst>
                    <a:ext uri="{FF2B5EF4-FFF2-40B4-BE49-F238E27FC236}">
                      <a16:creationId xmlns:a16="http://schemas.microsoft.com/office/drawing/2014/main" id="{DC2C8010-2B89-9102-EE1F-6571D0C8B96D}"/>
                    </a:ext>
                  </a:extLst>
                </p14:cNvPr>
                <p14:cNvContentPartPr/>
                <p14:nvPr/>
              </p14:nvContentPartPr>
              <p14:xfrm>
                <a:off x="4640505" y="1515615"/>
                <a:ext cx="304560" cy="41400"/>
              </p14:xfrm>
            </p:contentPart>
          </mc:Choice>
          <mc:Fallback xmlns="">
            <p:pic>
              <p:nvPicPr>
                <p:cNvPr id="52" name="Ink 51">
                  <a:extLst>
                    <a:ext uri="{FF2B5EF4-FFF2-40B4-BE49-F238E27FC236}">
                      <a16:creationId xmlns:a16="http://schemas.microsoft.com/office/drawing/2014/main" id="{DC2C8010-2B89-9102-EE1F-6571D0C8B96D}"/>
                    </a:ext>
                  </a:extLst>
                </p:cNvPr>
                <p:cNvPicPr/>
                <p:nvPr/>
              </p:nvPicPr>
              <p:blipFill>
                <a:blip r:embed="rId77"/>
                <a:stretch>
                  <a:fillRect/>
                </a:stretch>
              </p:blipFill>
              <p:spPr>
                <a:xfrm>
                  <a:off x="4634385" y="1509495"/>
                  <a:ext cx="316800" cy="53640"/>
                </a:xfrm>
                <a:prstGeom prst="rect">
                  <a:avLst/>
                </a:prstGeom>
              </p:spPr>
            </p:pic>
          </mc:Fallback>
        </mc:AlternateContent>
      </p:grpSp>
      <p:grpSp>
        <p:nvGrpSpPr>
          <p:cNvPr id="172" name="Group 171">
            <a:extLst>
              <a:ext uri="{FF2B5EF4-FFF2-40B4-BE49-F238E27FC236}">
                <a16:creationId xmlns:a16="http://schemas.microsoft.com/office/drawing/2014/main" id="{D8AE5FAF-C93D-E42B-93C7-FFC836CA870D}"/>
              </a:ext>
            </a:extLst>
          </p:cNvPr>
          <p:cNvGrpSpPr/>
          <p:nvPr/>
        </p:nvGrpSpPr>
        <p:grpSpPr>
          <a:xfrm>
            <a:off x="884625" y="2157855"/>
            <a:ext cx="10777680" cy="4542480"/>
            <a:chOff x="884625" y="2157855"/>
            <a:chExt cx="10777680" cy="4542480"/>
          </a:xfrm>
        </p:grpSpPr>
        <mc:AlternateContent xmlns:mc="http://schemas.openxmlformats.org/markup-compatibility/2006" xmlns:p14="http://schemas.microsoft.com/office/powerpoint/2010/main">
          <mc:Choice Requires="p14">
            <p:contentPart p14:bwMode="auto" r:id="rId78">
              <p14:nvContentPartPr>
                <p14:cNvPr id="54" name="Ink 53">
                  <a:extLst>
                    <a:ext uri="{FF2B5EF4-FFF2-40B4-BE49-F238E27FC236}">
                      <a16:creationId xmlns:a16="http://schemas.microsoft.com/office/drawing/2014/main" id="{9126A8E5-EF05-2B40-7325-6DDCB0478A56}"/>
                    </a:ext>
                  </a:extLst>
                </p14:cNvPr>
                <p14:cNvContentPartPr/>
                <p14:nvPr/>
              </p14:nvContentPartPr>
              <p14:xfrm>
                <a:off x="973905" y="2647455"/>
                <a:ext cx="70920" cy="534960"/>
              </p14:xfrm>
            </p:contentPart>
          </mc:Choice>
          <mc:Fallback xmlns="">
            <p:pic>
              <p:nvPicPr>
                <p:cNvPr id="54" name="Ink 53">
                  <a:extLst>
                    <a:ext uri="{FF2B5EF4-FFF2-40B4-BE49-F238E27FC236}">
                      <a16:creationId xmlns:a16="http://schemas.microsoft.com/office/drawing/2014/main" id="{9126A8E5-EF05-2B40-7325-6DDCB0478A56}"/>
                    </a:ext>
                  </a:extLst>
                </p:cNvPr>
                <p:cNvPicPr/>
                <p:nvPr/>
              </p:nvPicPr>
              <p:blipFill>
                <a:blip r:embed="rId79"/>
                <a:stretch>
                  <a:fillRect/>
                </a:stretch>
              </p:blipFill>
              <p:spPr>
                <a:xfrm>
                  <a:off x="967785" y="2641335"/>
                  <a:ext cx="83160" cy="547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5" name="Ink 54">
                  <a:extLst>
                    <a:ext uri="{FF2B5EF4-FFF2-40B4-BE49-F238E27FC236}">
                      <a16:creationId xmlns:a16="http://schemas.microsoft.com/office/drawing/2014/main" id="{82976646-E972-9CD3-A5D5-EB957DA4035C}"/>
                    </a:ext>
                  </a:extLst>
                </p14:cNvPr>
                <p14:cNvContentPartPr/>
                <p14:nvPr/>
              </p14:nvContentPartPr>
              <p14:xfrm>
                <a:off x="963465" y="2428215"/>
                <a:ext cx="291960" cy="90720"/>
              </p14:xfrm>
            </p:contentPart>
          </mc:Choice>
          <mc:Fallback xmlns="">
            <p:pic>
              <p:nvPicPr>
                <p:cNvPr id="55" name="Ink 54">
                  <a:extLst>
                    <a:ext uri="{FF2B5EF4-FFF2-40B4-BE49-F238E27FC236}">
                      <a16:creationId xmlns:a16="http://schemas.microsoft.com/office/drawing/2014/main" id="{82976646-E972-9CD3-A5D5-EB957DA4035C}"/>
                    </a:ext>
                  </a:extLst>
                </p:cNvPr>
                <p:cNvPicPr/>
                <p:nvPr/>
              </p:nvPicPr>
              <p:blipFill>
                <a:blip r:embed="rId81"/>
                <a:stretch>
                  <a:fillRect/>
                </a:stretch>
              </p:blipFill>
              <p:spPr>
                <a:xfrm>
                  <a:off x="957345" y="2422095"/>
                  <a:ext cx="3042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6" name="Ink 55">
                  <a:extLst>
                    <a:ext uri="{FF2B5EF4-FFF2-40B4-BE49-F238E27FC236}">
                      <a16:creationId xmlns:a16="http://schemas.microsoft.com/office/drawing/2014/main" id="{6ADEAF92-282D-44F1-9F17-14A8EAEC85FD}"/>
                    </a:ext>
                  </a:extLst>
                </p14:cNvPr>
                <p14:cNvContentPartPr/>
                <p14:nvPr/>
              </p14:nvContentPartPr>
              <p14:xfrm>
                <a:off x="1043385" y="2771655"/>
                <a:ext cx="213120" cy="64080"/>
              </p14:xfrm>
            </p:contentPart>
          </mc:Choice>
          <mc:Fallback xmlns="">
            <p:pic>
              <p:nvPicPr>
                <p:cNvPr id="56" name="Ink 55">
                  <a:extLst>
                    <a:ext uri="{FF2B5EF4-FFF2-40B4-BE49-F238E27FC236}">
                      <a16:creationId xmlns:a16="http://schemas.microsoft.com/office/drawing/2014/main" id="{6ADEAF92-282D-44F1-9F17-14A8EAEC85FD}"/>
                    </a:ext>
                  </a:extLst>
                </p:cNvPr>
                <p:cNvPicPr/>
                <p:nvPr/>
              </p:nvPicPr>
              <p:blipFill>
                <a:blip r:embed="rId83"/>
                <a:stretch>
                  <a:fillRect/>
                </a:stretch>
              </p:blipFill>
              <p:spPr>
                <a:xfrm>
                  <a:off x="1037265" y="2765535"/>
                  <a:ext cx="22536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7" name="Ink 56">
                  <a:extLst>
                    <a:ext uri="{FF2B5EF4-FFF2-40B4-BE49-F238E27FC236}">
                      <a16:creationId xmlns:a16="http://schemas.microsoft.com/office/drawing/2014/main" id="{8E61AD7B-8E44-B3D6-D523-180B139FC8A9}"/>
                    </a:ext>
                  </a:extLst>
                </p14:cNvPr>
                <p14:cNvContentPartPr/>
                <p14:nvPr/>
              </p14:nvContentPartPr>
              <p14:xfrm>
                <a:off x="1395465" y="2709735"/>
                <a:ext cx="588960" cy="283320"/>
              </p14:xfrm>
            </p:contentPart>
          </mc:Choice>
          <mc:Fallback xmlns="">
            <p:pic>
              <p:nvPicPr>
                <p:cNvPr id="57" name="Ink 56">
                  <a:extLst>
                    <a:ext uri="{FF2B5EF4-FFF2-40B4-BE49-F238E27FC236}">
                      <a16:creationId xmlns:a16="http://schemas.microsoft.com/office/drawing/2014/main" id="{8E61AD7B-8E44-B3D6-D523-180B139FC8A9}"/>
                    </a:ext>
                  </a:extLst>
                </p:cNvPr>
                <p:cNvPicPr/>
                <p:nvPr/>
              </p:nvPicPr>
              <p:blipFill>
                <a:blip r:embed="rId85"/>
                <a:stretch>
                  <a:fillRect/>
                </a:stretch>
              </p:blipFill>
              <p:spPr>
                <a:xfrm>
                  <a:off x="1389345" y="2703615"/>
                  <a:ext cx="60120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8" name="Ink 57">
                  <a:extLst>
                    <a:ext uri="{FF2B5EF4-FFF2-40B4-BE49-F238E27FC236}">
                      <a16:creationId xmlns:a16="http://schemas.microsoft.com/office/drawing/2014/main" id="{AC15F501-196C-5441-D913-F92B520CDC24}"/>
                    </a:ext>
                  </a:extLst>
                </p14:cNvPr>
                <p14:cNvContentPartPr/>
                <p14:nvPr/>
              </p14:nvContentPartPr>
              <p14:xfrm>
                <a:off x="2205825" y="2540895"/>
                <a:ext cx="74520" cy="416880"/>
              </p14:xfrm>
            </p:contentPart>
          </mc:Choice>
          <mc:Fallback xmlns="">
            <p:pic>
              <p:nvPicPr>
                <p:cNvPr id="58" name="Ink 57">
                  <a:extLst>
                    <a:ext uri="{FF2B5EF4-FFF2-40B4-BE49-F238E27FC236}">
                      <a16:creationId xmlns:a16="http://schemas.microsoft.com/office/drawing/2014/main" id="{AC15F501-196C-5441-D913-F92B520CDC24}"/>
                    </a:ext>
                  </a:extLst>
                </p:cNvPr>
                <p:cNvPicPr/>
                <p:nvPr/>
              </p:nvPicPr>
              <p:blipFill>
                <a:blip r:embed="rId87"/>
                <a:stretch>
                  <a:fillRect/>
                </a:stretch>
              </p:blipFill>
              <p:spPr>
                <a:xfrm>
                  <a:off x="2199705" y="2534775"/>
                  <a:ext cx="8676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9" name="Ink 58">
                  <a:extLst>
                    <a:ext uri="{FF2B5EF4-FFF2-40B4-BE49-F238E27FC236}">
                      <a16:creationId xmlns:a16="http://schemas.microsoft.com/office/drawing/2014/main" id="{752B41C8-0365-F5E4-0F78-468089138AB5}"/>
                    </a:ext>
                  </a:extLst>
                </p14:cNvPr>
                <p14:cNvContentPartPr/>
                <p14:nvPr/>
              </p14:nvContentPartPr>
              <p14:xfrm>
                <a:off x="2091345" y="2738895"/>
                <a:ext cx="509040" cy="212040"/>
              </p14:xfrm>
            </p:contentPart>
          </mc:Choice>
          <mc:Fallback xmlns="">
            <p:pic>
              <p:nvPicPr>
                <p:cNvPr id="59" name="Ink 58">
                  <a:extLst>
                    <a:ext uri="{FF2B5EF4-FFF2-40B4-BE49-F238E27FC236}">
                      <a16:creationId xmlns:a16="http://schemas.microsoft.com/office/drawing/2014/main" id="{752B41C8-0365-F5E4-0F78-468089138AB5}"/>
                    </a:ext>
                  </a:extLst>
                </p:cNvPr>
                <p:cNvPicPr/>
                <p:nvPr/>
              </p:nvPicPr>
              <p:blipFill>
                <a:blip r:embed="rId89"/>
                <a:stretch>
                  <a:fillRect/>
                </a:stretch>
              </p:blipFill>
              <p:spPr>
                <a:xfrm>
                  <a:off x="2085225" y="2732775"/>
                  <a:ext cx="52128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0" name="Ink 59">
                  <a:extLst>
                    <a:ext uri="{FF2B5EF4-FFF2-40B4-BE49-F238E27FC236}">
                      <a16:creationId xmlns:a16="http://schemas.microsoft.com/office/drawing/2014/main" id="{36A19DCC-9ADE-6843-72B1-2AB0F46EBD94}"/>
                    </a:ext>
                  </a:extLst>
                </p14:cNvPr>
                <p14:cNvContentPartPr/>
                <p14:nvPr/>
              </p14:nvContentPartPr>
              <p14:xfrm>
                <a:off x="2690385" y="2707575"/>
                <a:ext cx="253080" cy="259560"/>
              </p14:xfrm>
            </p:contentPart>
          </mc:Choice>
          <mc:Fallback xmlns="">
            <p:pic>
              <p:nvPicPr>
                <p:cNvPr id="60" name="Ink 59">
                  <a:extLst>
                    <a:ext uri="{FF2B5EF4-FFF2-40B4-BE49-F238E27FC236}">
                      <a16:creationId xmlns:a16="http://schemas.microsoft.com/office/drawing/2014/main" id="{36A19DCC-9ADE-6843-72B1-2AB0F46EBD94}"/>
                    </a:ext>
                  </a:extLst>
                </p:cNvPr>
                <p:cNvPicPr/>
                <p:nvPr/>
              </p:nvPicPr>
              <p:blipFill>
                <a:blip r:embed="rId91"/>
                <a:stretch>
                  <a:fillRect/>
                </a:stretch>
              </p:blipFill>
              <p:spPr>
                <a:xfrm>
                  <a:off x="2684265" y="2701455"/>
                  <a:ext cx="26532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1" name="Ink 60">
                  <a:extLst>
                    <a:ext uri="{FF2B5EF4-FFF2-40B4-BE49-F238E27FC236}">
                      <a16:creationId xmlns:a16="http://schemas.microsoft.com/office/drawing/2014/main" id="{8BD99038-96D0-F25A-AE55-EF14A5ABE0A4}"/>
                    </a:ext>
                  </a:extLst>
                </p14:cNvPr>
                <p14:cNvContentPartPr/>
                <p14:nvPr/>
              </p14:nvContentPartPr>
              <p14:xfrm>
                <a:off x="2969025" y="2763015"/>
                <a:ext cx="281880" cy="266040"/>
              </p14:xfrm>
            </p:contentPart>
          </mc:Choice>
          <mc:Fallback xmlns="">
            <p:pic>
              <p:nvPicPr>
                <p:cNvPr id="61" name="Ink 60">
                  <a:extLst>
                    <a:ext uri="{FF2B5EF4-FFF2-40B4-BE49-F238E27FC236}">
                      <a16:creationId xmlns:a16="http://schemas.microsoft.com/office/drawing/2014/main" id="{8BD99038-96D0-F25A-AE55-EF14A5ABE0A4}"/>
                    </a:ext>
                  </a:extLst>
                </p:cNvPr>
                <p:cNvPicPr/>
                <p:nvPr/>
              </p:nvPicPr>
              <p:blipFill>
                <a:blip r:embed="rId93"/>
                <a:stretch>
                  <a:fillRect/>
                </a:stretch>
              </p:blipFill>
              <p:spPr>
                <a:xfrm>
                  <a:off x="2962905" y="2756895"/>
                  <a:ext cx="29412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2" name="Ink 61">
                  <a:extLst>
                    <a:ext uri="{FF2B5EF4-FFF2-40B4-BE49-F238E27FC236}">
                      <a16:creationId xmlns:a16="http://schemas.microsoft.com/office/drawing/2014/main" id="{C71D47CD-0819-51B1-7ECE-2E99EC35B976}"/>
                    </a:ext>
                  </a:extLst>
                </p14:cNvPr>
                <p14:cNvContentPartPr/>
                <p14:nvPr/>
              </p14:nvContentPartPr>
              <p14:xfrm>
                <a:off x="3640065" y="2157855"/>
                <a:ext cx="349560" cy="740520"/>
              </p14:xfrm>
            </p:contentPart>
          </mc:Choice>
          <mc:Fallback xmlns="">
            <p:pic>
              <p:nvPicPr>
                <p:cNvPr id="62" name="Ink 61">
                  <a:extLst>
                    <a:ext uri="{FF2B5EF4-FFF2-40B4-BE49-F238E27FC236}">
                      <a16:creationId xmlns:a16="http://schemas.microsoft.com/office/drawing/2014/main" id="{C71D47CD-0819-51B1-7ECE-2E99EC35B976}"/>
                    </a:ext>
                  </a:extLst>
                </p:cNvPr>
                <p:cNvPicPr/>
                <p:nvPr/>
              </p:nvPicPr>
              <p:blipFill>
                <a:blip r:embed="rId95"/>
                <a:stretch>
                  <a:fillRect/>
                </a:stretch>
              </p:blipFill>
              <p:spPr>
                <a:xfrm>
                  <a:off x="3633945" y="2151735"/>
                  <a:ext cx="361800" cy="7527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3" name="Ink 62">
                  <a:extLst>
                    <a:ext uri="{FF2B5EF4-FFF2-40B4-BE49-F238E27FC236}">
                      <a16:creationId xmlns:a16="http://schemas.microsoft.com/office/drawing/2014/main" id="{10D7F6DC-9BA3-6FE9-7723-F03A18969AEE}"/>
                    </a:ext>
                  </a:extLst>
                </p14:cNvPr>
                <p14:cNvContentPartPr/>
                <p14:nvPr/>
              </p14:nvContentPartPr>
              <p14:xfrm>
                <a:off x="4184745" y="2232375"/>
                <a:ext cx="1066320" cy="664920"/>
              </p14:xfrm>
            </p:contentPart>
          </mc:Choice>
          <mc:Fallback xmlns="">
            <p:pic>
              <p:nvPicPr>
                <p:cNvPr id="63" name="Ink 62">
                  <a:extLst>
                    <a:ext uri="{FF2B5EF4-FFF2-40B4-BE49-F238E27FC236}">
                      <a16:creationId xmlns:a16="http://schemas.microsoft.com/office/drawing/2014/main" id="{10D7F6DC-9BA3-6FE9-7723-F03A18969AEE}"/>
                    </a:ext>
                  </a:extLst>
                </p:cNvPr>
                <p:cNvPicPr/>
                <p:nvPr/>
              </p:nvPicPr>
              <p:blipFill>
                <a:blip r:embed="rId97"/>
                <a:stretch>
                  <a:fillRect/>
                </a:stretch>
              </p:blipFill>
              <p:spPr>
                <a:xfrm>
                  <a:off x="4178625" y="2226255"/>
                  <a:ext cx="1078560" cy="677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4" name="Ink 63">
                  <a:extLst>
                    <a:ext uri="{FF2B5EF4-FFF2-40B4-BE49-F238E27FC236}">
                      <a16:creationId xmlns:a16="http://schemas.microsoft.com/office/drawing/2014/main" id="{534CB815-7A8A-047D-E7E8-9A2E45C8AA91}"/>
                    </a:ext>
                  </a:extLst>
                </p14:cNvPr>
                <p14:cNvContentPartPr/>
                <p14:nvPr/>
              </p14:nvContentPartPr>
              <p14:xfrm>
                <a:off x="5725905" y="2508135"/>
                <a:ext cx="460080" cy="307080"/>
              </p14:xfrm>
            </p:contentPart>
          </mc:Choice>
          <mc:Fallback xmlns="">
            <p:pic>
              <p:nvPicPr>
                <p:cNvPr id="64" name="Ink 63">
                  <a:extLst>
                    <a:ext uri="{FF2B5EF4-FFF2-40B4-BE49-F238E27FC236}">
                      <a16:creationId xmlns:a16="http://schemas.microsoft.com/office/drawing/2014/main" id="{534CB815-7A8A-047D-E7E8-9A2E45C8AA91}"/>
                    </a:ext>
                  </a:extLst>
                </p:cNvPr>
                <p:cNvPicPr/>
                <p:nvPr/>
              </p:nvPicPr>
              <p:blipFill>
                <a:blip r:embed="rId99"/>
                <a:stretch>
                  <a:fillRect/>
                </a:stretch>
              </p:blipFill>
              <p:spPr>
                <a:xfrm>
                  <a:off x="5719785" y="2502015"/>
                  <a:ext cx="47232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5" name="Ink 64">
                  <a:extLst>
                    <a:ext uri="{FF2B5EF4-FFF2-40B4-BE49-F238E27FC236}">
                      <a16:creationId xmlns:a16="http://schemas.microsoft.com/office/drawing/2014/main" id="{4F282D47-3E15-658A-6639-BD256E3DF68E}"/>
                    </a:ext>
                  </a:extLst>
                </p14:cNvPr>
                <p14:cNvContentPartPr/>
                <p14:nvPr/>
              </p14:nvContentPartPr>
              <p14:xfrm>
                <a:off x="6391905" y="2315895"/>
                <a:ext cx="36360" cy="415800"/>
              </p14:xfrm>
            </p:contentPart>
          </mc:Choice>
          <mc:Fallback xmlns="">
            <p:pic>
              <p:nvPicPr>
                <p:cNvPr id="65" name="Ink 64">
                  <a:extLst>
                    <a:ext uri="{FF2B5EF4-FFF2-40B4-BE49-F238E27FC236}">
                      <a16:creationId xmlns:a16="http://schemas.microsoft.com/office/drawing/2014/main" id="{4F282D47-3E15-658A-6639-BD256E3DF68E}"/>
                    </a:ext>
                  </a:extLst>
                </p:cNvPr>
                <p:cNvPicPr/>
                <p:nvPr/>
              </p:nvPicPr>
              <p:blipFill>
                <a:blip r:embed="rId101"/>
                <a:stretch>
                  <a:fillRect/>
                </a:stretch>
              </p:blipFill>
              <p:spPr>
                <a:xfrm>
                  <a:off x="6385785" y="2309775"/>
                  <a:ext cx="4860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D49DECFD-A21D-8495-8C9C-62B8A3414384}"/>
                    </a:ext>
                  </a:extLst>
                </p14:cNvPr>
                <p14:cNvContentPartPr/>
                <p14:nvPr/>
              </p14:nvContentPartPr>
              <p14:xfrm>
                <a:off x="6263025" y="2591655"/>
                <a:ext cx="383040" cy="154440"/>
              </p14:xfrm>
            </p:contentPart>
          </mc:Choice>
          <mc:Fallback xmlns="">
            <p:pic>
              <p:nvPicPr>
                <p:cNvPr id="66" name="Ink 65">
                  <a:extLst>
                    <a:ext uri="{FF2B5EF4-FFF2-40B4-BE49-F238E27FC236}">
                      <a16:creationId xmlns:a16="http://schemas.microsoft.com/office/drawing/2014/main" id="{D49DECFD-A21D-8495-8C9C-62B8A3414384}"/>
                    </a:ext>
                  </a:extLst>
                </p:cNvPr>
                <p:cNvPicPr/>
                <p:nvPr/>
              </p:nvPicPr>
              <p:blipFill>
                <a:blip r:embed="rId103"/>
                <a:stretch>
                  <a:fillRect/>
                </a:stretch>
              </p:blipFill>
              <p:spPr>
                <a:xfrm>
                  <a:off x="6256905" y="2585535"/>
                  <a:ext cx="3952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E2B51BA4-AD95-5A6C-802A-0FAAAA112436}"/>
                    </a:ext>
                  </a:extLst>
                </p14:cNvPr>
                <p14:cNvContentPartPr/>
                <p14:nvPr/>
              </p14:nvContentPartPr>
              <p14:xfrm>
                <a:off x="6774225" y="2432895"/>
                <a:ext cx="93960" cy="52920"/>
              </p14:xfrm>
            </p:contentPart>
          </mc:Choice>
          <mc:Fallback xmlns="">
            <p:pic>
              <p:nvPicPr>
                <p:cNvPr id="67" name="Ink 66">
                  <a:extLst>
                    <a:ext uri="{FF2B5EF4-FFF2-40B4-BE49-F238E27FC236}">
                      <a16:creationId xmlns:a16="http://schemas.microsoft.com/office/drawing/2014/main" id="{E2B51BA4-AD95-5A6C-802A-0FAAAA112436}"/>
                    </a:ext>
                  </a:extLst>
                </p:cNvPr>
                <p:cNvPicPr/>
                <p:nvPr/>
              </p:nvPicPr>
              <p:blipFill>
                <a:blip r:embed="rId105"/>
                <a:stretch>
                  <a:fillRect/>
                </a:stretch>
              </p:blipFill>
              <p:spPr>
                <a:xfrm>
                  <a:off x="6768105" y="2426775"/>
                  <a:ext cx="1062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8" name="Ink 67">
                  <a:extLst>
                    <a:ext uri="{FF2B5EF4-FFF2-40B4-BE49-F238E27FC236}">
                      <a16:creationId xmlns:a16="http://schemas.microsoft.com/office/drawing/2014/main" id="{64B783D5-A2B0-5307-3DB1-C540C19AC4D7}"/>
                    </a:ext>
                  </a:extLst>
                </p14:cNvPr>
                <p14:cNvContentPartPr/>
                <p14:nvPr/>
              </p14:nvContentPartPr>
              <p14:xfrm>
                <a:off x="6893745" y="2581575"/>
                <a:ext cx="184680" cy="263520"/>
              </p14:xfrm>
            </p:contentPart>
          </mc:Choice>
          <mc:Fallback xmlns="">
            <p:pic>
              <p:nvPicPr>
                <p:cNvPr id="68" name="Ink 67">
                  <a:extLst>
                    <a:ext uri="{FF2B5EF4-FFF2-40B4-BE49-F238E27FC236}">
                      <a16:creationId xmlns:a16="http://schemas.microsoft.com/office/drawing/2014/main" id="{64B783D5-A2B0-5307-3DB1-C540C19AC4D7}"/>
                    </a:ext>
                  </a:extLst>
                </p:cNvPr>
                <p:cNvPicPr/>
                <p:nvPr/>
              </p:nvPicPr>
              <p:blipFill>
                <a:blip r:embed="rId107"/>
                <a:stretch>
                  <a:fillRect/>
                </a:stretch>
              </p:blipFill>
              <p:spPr>
                <a:xfrm>
                  <a:off x="6887625" y="2575455"/>
                  <a:ext cx="19692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35F3AC5F-49F7-D337-7689-48FA99AB9670}"/>
                    </a:ext>
                  </a:extLst>
                </p14:cNvPr>
                <p14:cNvContentPartPr/>
                <p14:nvPr/>
              </p14:nvContentPartPr>
              <p14:xfrm>
                <a:off x="7178865" y="2629095"/>
                <a:ext cx="303120" cy="343440"/>
              </p14:xfrm>
            </p:contentPart>
          </mc:Choice>
          <mc:Fallback xmlns="">
            <p:pic>
              <p:nvPicPr>
                <p:cNvPr id="69" name="Ink 68">
                  <a:extLst>
                    <a:ext uri="{FF2B5EF4-FFF2-40B4-BE49-F238E27FC236}">
                      <a16:creationId xmlns:a16="http://schemas.microsoft.com/office/drawing/2014/main" id="{35F3AC5F-49F7-D337-7689-48FA99AB9670}"/>
                    </a:ext>
                  </a:extLst>
                </p:cNvPr>
                <p:cNvPicPr/>
                <p:nvPr/>
              </p:nvPicPr>
              <p:blipFill>
                <a:blip r:embed="rId109"/>
                <a:stretch>
                  <a:fillRect/>
                </a:stretch>
              </p:blipFill>
              <p:spPr>
                <a:xfrm>
                  <a:off x="7172745" y="2622975"/>
                  <a:ext cx="31536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2E0DA366-C321-316E-8E9B-B3E9DDC12C3D}"/>
                    </a:ext>
                  </a:extLst>
                </p14:cNvPr>
                <p14:cNvContentPartPr/>
                <p14:nvPr/>
              </p14:nvContentPartPr>
              <p14:xfrm>
                <a:off x="7702665" y="2737455"/>
                <a:ext cx="21960" cy="31320"/>
              </p14:xfrm>
            </p:contentPart>
          </mc:Choice>
          <mc:Fallback xmlns="">
            <p:pic>
              <p:nvPicPr>
                <p:cNvPr id="70" name="Ink 69">
                  <a:extLst>
                    <a:ext uri="{FF2B5EF4-FFF2-40B4-BE49-F238E27FC236}">
                      <a16:creationId xmlns:a16="http://schemas.microsoft.com/office/drawing/2014/main" id="{2E0DA366-C321-316E-8E9B-B3E9DDC12C3D}"/>
                    </a:ext>
                  </a:extLst>
                </p:cNvPr>
                <p:cNvPicPr/>
                <p:nvPr/>
              </p:nvPicPr>
              <p:blipFill>
                <a:blip r:embed="rId111"/>
                <a:stretch>
                  <a:fillRect/>
                </a:stretch>
              </p:blipFill>
              <p:spPr>
                <a:xfrm>
                  <a:off x="7696545" y="2731335"/>
                  <a:ext cx="342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32A293B4-A5B7-61AE-B1DF-279E5549B8AA}"/>
                    </a:ext>
                  </a:extLst>
                </p14:cNvPr>
                <p14:cNvContentPartPr/>
                <p14:nvPr/>
              </p14:nvContentPartPr>
              <p14:xfrm>
                <a:off x="884625" y="3267375"/>
                <a:ext cx="2243880" cy="121320"/>
              </p14:xfrm>
            </p:contentPart>
          </mc:Choice>
          <mc:Fallback xmlns="">
            <p:pic>
              <p:nvPicPr>
                <p:cNvPr id="71" name="Ink 70">
                  <a:extLst>
                    <a:ext uri="{FF2B5EF4-FFF2-40B4-BE49-F238E27FC236}">
                      <a16:creationId xmlns:a16="http://schemas.microsoft.com/office/drawing/2014/main" id="{32A293B4-A5B7-61AE-B1DF-279E5549B8AA}"/>
                    </a:ext>
                  </a:extLst>
                </p:cNvPr>
                <p:cNvPicPr/>
                <p:nvPr/>
              </p:nvPicPr>
              <p:blipFill>
                <a:blip r:embed="rId113"/>
                <a:stretch>
                  <a:fillRect/>
                </a:stretch>
              </p:blipFill>
              <p:spPr>
                <a:xfrm>
                  <a:off x="878505" y="3261255"/>
                  <a:ext cx="225612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19033752-0304-DAAD-CDF8-8D6EAE675F06}"/>
                    </a:ext>
                  </a:extLst>
                </p14:cNvPr>
                <p14:cNvContentPartPr/>
                <p14:nvPr/>
              </p14:nvContentPartPr>
              <p14:xfrm>
                <a:off x="4724025" y="2966775"/>
                <a:ext cx="3601800" cy="205920"/>
              </p14:xfrm>
            </p:contentPart>
          </mc:Choice>
          <mc:Fallback xmlns="">
            <p:pic>
              <p:nvPicPr>
                <p:cNvPr id="72" name="Ink 71">
                  <a:extLst>
                    <a:ext uri="{FF2B5EF4-FFF2-40B4-BE49-F238E27FC236}">
                      <a16:creationId xmlns:a16="http://schemas.microsoft.com/office/drawing/2014/main" id="{19033752-0304-DAAD-CDF8-8D6EAE675F06}"/>
                    </a:ext>
                  </a:extLst>
                </p:cNvPr>
                <p:cNvPicPr/>
                <p:nvPr/>
              </p:nvPicPr>
              <p:blipFill>
                <a:blip r:embed="rId115"/>
                <a:stretch>
                  <a:fillRect/>
                </a:stretch>
              </p:blipFill>
              <p:spPr>
                <a:xfrm>
                  <a:off x="4717905" y="2960655"/>
                  <a:ext cx="361404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9D20FEA2-FAE8-C695-FC94-5A174D4EAE38}"/>
                    </a:ext>
                  </a:extLst>
                </p14:cNvPr>
                <p14:cNvContentPartPr/>
                <p14:nvPr/>
              </p14:nvContentPartPr>
              <p14:xfrm>
                <a:off x="8726505" y="2460975"/>
                <a:ext cx="16200" cy="52920"/>
              </p14:xfrm>
            </p:contentPart>
          </mc:Choice>
          <mc:Fallback xmlns="">
            <p:pic>
              <p:nvPicPr>
                <p:cNvPr id="74" name="Ink 73">
                  <a:extLst>
                    <a:ext uri="{FF2B5EF4-FFF2-40B4-BE49-F238E27FC236}">
                      <a16:creationId xmlns:a16="http://schemas.microsoft.com/office/drawing/2014/main" id="{9D20FEA2-FAE8-C695-FC94-5A174D4EAE38}"/>
                    </a:ext>
                  </a:extLst>
                </p:cNvPr>
                <p:cNvPicPr/>
                <p:nvPr/>
              </p:nvPicPr>
              <p:blipFill>
                <a:blip r:embed="rId117"/>
                <a:stretch>
                  <a:fillRect/>
                </a:stretch>
              </p:blipFill>
              <p:spPr>
                <a:xfrm>
                  <a:off x="8720385" y="2454855"/>
                  <a:ext cx="284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72858A10-6F44-FD6E-B71A-D209D6DC055F}"/>
                    </a:ext>
                  </a:extLst>
                </p14:cNvPr>
                <p14:cNvContentPartPr/>
                <p14:nvPr/>
              </p14:nvContentPartPr>
              <p14:xfrm>
                <a:off x="8659185" y="3015375"/>
                <a:ext cx="69120" cy="83520"/>
              </p14:xfrm>
            </p:contentPart>
          </mc:Choice>
          <mc:Fallback xmlns="">
            <p:pic>
              <p:nvPicPr>
                <p:cNvPr id="75" name="Ink 74">
                  <a:extLst>
                    <a:ext uri="{FF2B5EF4-FFF2-40B4-BE49-F238E27FC236}">
                      <a16:creationId xmlns:a16="http://schemas.microsoft.com/office/drawing/2014/main" id="{72858A10-6F44-FD6E-B71A-D209D6DC055F}"/>
                    </a:ext>
                  </a:extLst>
                </p:cNvPr>
                <p:cNvPicPr/>
                <p:nvPr/>
              </p:nvPicPr>
              <p:blipFill>
                <a:blip r:embed="rId119"/>
                <a:stretch>
                  <a:fillRect/>
                </a:stretch>
              </p:blipFill>
              <p:spPr>
                <a:xfrm>
                  <a:off x="8653065" y="3009255"/>
                  <a:ext cx="8136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E80E1D27-2D97-AB36-6129-D3EE0905F970}"/>
                    </a:ext>
                  </a:extLst>
                </p14:cNvPr>
                <p14:cNvContentPartPr/>
                <p14:nvPr/>
              </p14:nvContentPartPr>
              <p14:xfrm>
                <a:off x="9124665" y="2760135"/>
                <a:ext cx="648360" cy="50400"/>
              </p14:xfrm>
            </p:contentPart>
          </mc:Choice>
          <mc:Fallback xmlns="">
            <p:pic>
              <p:nvPicPr>
                <p:cNvPr id="76" name="Ink 75">
                  <a:extLst>
                    <a:ext uri="{FF2B5EF4-FFF2-40B4-BE49-F238E27FC236}">
                      <a16:creationId xmlns:a16="http://schemas.microsoft.com/office/drawing/2014/main" id="{E80E1D27-2D97-AB36-6129-D3EE0905F970}"/>
                    </a:ext>
                  </a:extLst>
                </p:cNvPr>
                <p:cNvPicPr/>
                <p:nvPr/>
              </p:nvPicPr>
              <p:blipFill>
                <a:blip r:embed="rId121"/>
                <a:stretch>
                  <a:fillRect/>
                </a:stretch>
              </p:blipFill>
              <p:spPr>
                <a:xfrm>
                  <a:off x="9118545" y="2754015"/>
                  <a:ext cx="6606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7" name="Ink 76">
                  <a:extLst>
                    <a:ext uri="{FF2B5EF4-FFF2-40B4-BE49-F238E27FC236}">
                      <a16:creationId xmlns:a16="http://schemas.microsoft.com/office/drawing/2014/main" id="{21FB4179-A2C4-860C-6F43-C769213F2890}"/>
                    </a:ext>
                  </a:extLst>
                </p14:cNvPr>
                <p14:cNvContentPartPr/>
                <p14:nvPr/>
              </p14:nvContentPartPr>
              <p14:xfrm>
                <a:off x="9726585" y="2354415"/>
                <a:ext cx="276120" cy="703440"/>
              </p14:xfrm>
            </p:contentPart>
          </mc:Choice>
          <mc:Fallback xmlns="">
            <p:pic>
              <p:nvPicPr>
                <p:cNvPr id="77" name="Ink 76">
                  <a:extLst>
                    <a:ext uri="{FF2B5EF4-FFF2-40B4-BE49-F238E27FC236}">
                      <a16:creationId xmlns:a16="http://schemas.microsoft.com/office/drawing/2014/main" id="{21FB4179-A2C4-860C-6F43-C769213F2890}"/>
                    </a:ext>
                  </a:extLst>
                </p:cNvPr>
                <p:cNvPicPr/>
                <p:nvPr/>
              </p:nvPicPr>
              <p:blipFill>
                <a:blip r:embed="rId123"/>
                <a:stretch>
                  <a:fillRect/>
                </a:stretch>
              </p:blipFill>
              <p:spPr>
                <a:xfrm>
                  <a:off x="9720465" y="2348295"/>
                  <a:ext cx="288360" cy="715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8" name="Ink 77">
                  <a:extLst>
                    <a:ext uri="{FF2B5EF4-FFF2-40B4-BE49-F238E27FC236}">
                      <a16:creationId xmlns:a16="http://schemas.microsoft.com/office/drawing/2014/main" id="{A7FBF434-D962-D44B-E8BF-302ADEE09A81}"/>
                    </a:ext>
                  </a:extLst>
                </p14:cNvPr>
                <p14:cNvContentPartPr/>
                <p14:nvPr/>
              </p14:nvContentPartPr>
              <p14:xfrm>
                <a:off x="10405545" y="2985495"/>
                <a:ext cx="59760" cy="11520"/>
              </p14:xfrm>
            </p:contentPart>
          </mc:Choice>
          <mc:Fallback xmlns="">
            <p:pic>
              <p:nvPicPr>
                <p:cNvPr id="78" name="Ink 77">
                  <a:extLst>
                    <a:ext uri="{FF2B5EF4-FFF2-40B4-BE49-F238E27FC236}">
                      <a16:creationId xmlns:a16="http://schemas.microsoft.com/office/drawing/2014/main" id="{A7FBF434-D962-D44B-E8BF-302ADEE09A81}"/>
                    </a:ext>
                  </a:extLst>
                </p:cNvPr>
                <p:cNvPicPr/>
                <p:nvPr/>
              </p:nvPicPr>
              <p:blipFill>
                <a:blip r:embed="rId125"/>
                <a:stretch>
                  <a:fillRect/>
                </a:stretch>
              </p:blipFill>
              <p:spPr>
                <a:xfrm>
                  <a:off x="10399425" y="2979375"/>
                  <a:ext cx="720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0" name="Ink 79">
                  <a:extLst>
                    <a:ext uri="{FF2B5EF4-FFF2-40B4-BE49-F238E27FC236}">
                      <a16:creationId xmlns:a16="http://schemas.microsoft.com/office/drawing/2014/main" id="{762AF41B-9D77-71FE-BEA6-144697CBD6B4}"/>
                    </a:ext>
                  </a:extLst>
                </p14:cNvPr>
                <p14:cNvContentPartPr/>
                <p14:nvPr/>
              </p14:nvContentPartPr>
              <p14:xfrm>
                <a:off x="8695905" y="2441175"/>
                <a:ext cx="41400" cy="54000"/>
              </p14:xfrm>
            </p:contentPart>
          </mc:Choice>
          <mc:Fallback xmlns="">
            <p:pic>
              <p:nvPicPr>
                <p:cNvPr id="80" name="Ink 79">
                  <a:extLst>
                    <a:ext uri="{FF2B5EF4-FFF2-40B4-BE49-F238E27FC236}">
                      <a16:creationId xmlns:a16="http://schemas.microsoft.com/office/drawing/2014/main" id="{762AF41B-9D77-71FE-BEA6-144697CBD6B4}"/>
                    </a:ext>
                  </a:extLst>
                </p:cNvPr>
                <p:cNvPicPr/>
                <p:nvPr/>
              </p:nvPicPr>
              <p:blipFill>
                <a:blip r:embed="rId127"/>
                <a:stretch>
                  <a:fillRect/>
                </a:stretch>
              </p:blipFill>
              <p:spPr>
                <a:xfrm>
                  <a:off x="8689785" y="2435055"/>
                  <a:ext cx="536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1" name="Ink 80">
                  <a:extLst>
                    <a:ext uri="{FF2B5EF4-FFF2-40B4-BE49-F238E27FC236}">
                      <a16:creationId xmlns:a16="http://schemas.microsoft.com/office/drawing/2014/main" id="{032CB416-8A92-756B-A9E1-458A96BCE2F2}"/>
                    </a:ext>
                  </a:extLst>
                </p14:cNvPr>
                <p14:cNvContentPartPr/>
                <p14:nvPr/>
              </p14:nvContentPartPr>
              <p14:xfrm>
                <a:off x="8459025" y="3135615"/>
                <a:ext cx="35640" cy="20880"/>
              </p14:xfrm>
            </p:contentPart>
          </mc:Choice>
          <mc:Fallback xmlns="">
            <p:pic>
              <p:nvPicPr>
                <p:cNvPr id="81" name="Ink 80">
                  <a:extLst>
                    <a:ext uri="{FF2B5EF4-FFF2-40B4-BE49-F238E27FC236}">
                      <a16:creationId xmlns:a16="http://schemas.microsoft.com/office/drawing/2014/main" id="{032CB416-8A92-756B-A9E1-458A96BCE2F2}"/>
                    </a:ext>
                  </a:extLst>
                </p:cNvPr>
                <p:cNvPicPr/>
                <p:nvPr/>
              </p:nvPicPr>
              <p:blipFill>
                <a:blip r:embed="rId129"/>
                <a:stretch>
                  <a:fillRect/>
                </a:stretch>
              </p:blipFill>
              <p:spPr>
                <a:xfrm>
                  <a:off x="8452905" y="3129495"/>
                  <a:ext cx="478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2" name="Ink 81">
                  <a:extLst>
                    <a:ext uri="{FF2B5EF4-FFF2-40B4-BE49-F238E27FC236}">
                      <a16:creationId xmlns:a16="http://schemas.microsoft.com/office/drawing/2014/main" id="{699F243E-5A4E-1540-28AA-522E9FA6CAFB}"/>
                    </a:ext>
                  </a:extLst>
                </p14:cNvPr>
                <p14:cNvContentPartPr/>
                <p14:nvPr/>
              </p14:nvContentPartPr>
              <p14:xfrm>
                <a:off x="9005505" y="2896935"/>
                <a:ext cx="327240" cy="42480"/>
              </p14:xfrm>
            </p:contentPart>
          </mc:Choice>
          <mc:Fallback xmlns="">
            <p:pic>
              <p:nvPicPr>
                <p:cNvPr id="82" name="Ink 81">
                  <a:extLst>
                    <a:ext uri="{FF2B5EF4-FFF2-40B4-BE49-F238E27FC236}">
                      <a16:creationId xmlns:a16="http://schemas.microsoft.com/office/drawing/2014/main" id="{699F243E-5A4E-1540-28AA-522E9FA6CAFB}"/>
                    </a:ext>
                  </a:extLst>
                </p:cNvPr>
                <p:cNvPicPr/>
                <p:nvPr/>
              </p:nvPicPr>
              <p:blipFill>
                <a:blip r:embed="rId131"/>
                <a:stretch>
                  <a:fillRect/>
                </a:stretch>
              </p:blipFill>
              <p:spPr>
                <a:xfrm>
                  <a:off x="8999385" y="2890815"/>
                  <a:ext cx="3394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3" name="Ink 82">
                  <a:extLst>
                    <a:ext uri="{FF2B5EF4-FFF2-40B4-BE49-F238E27FC236}">
                      <a16:creationId xmlns:a16="http://schemas.microsoft.com/office/drawing/2014/main" id="{E797B06D-72C7-E78A-7A67-3B16E5919070}"/>
                    </a:ext>
                  </a:extLst>
                </p14:cNvPr>
                <p14:cNvContentPartPr/>
                <p14:nvPr/>
              </p14:nvContentPartPr>
              <p14:xfrm>
                <a:off x="9230865" y="2793975"/>
                <a:ext cx="103320" cy="11880"/>
              </p14:xfrm>
            </p:contentPart>
          </mc:Choice>
          <mc:Fallback xmlns="">
            <p:pic>
              <p:nvPicPr>
                <p:cNvPr id="83" name="Ink 82">
                  <a:extLst>
                    <a:ext uri="{FF2B5EF4-FFF2-40B4-BE49-F238E27FC236}">
                      <a16:creationId xmlns:a16="http://schemas.microsoft.com/office/drawing/2014/main" id="{E797B06D-72C7-E78A-7A67-3B16E5919070}"/>
                    </a:ext>
                  </a:extLst>
                </p:cNvPr>
                <p:cNvPicPr/>
                <p:nvPr/>
              </p:nvPicPr>
              <p:blipFill>
                <a:blip r:embed="rId133"/>
                <a:stretch>
                  <a:fillRect/>
                </a:stretch>
              </p:blipFill>
              <p:spPr>
                <a:xfrm>
                  <a:off x="9224745" y="2787855"/>
                  <a:ext cx="1155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5" name="Ink 84">
                  <a:extLst>
                    <a:ext uri="{FF2B5EF4-FFF2-40B4-BE49-F238E27FC236}">
                      <a16:creationId xmlns:a16="http://schemas.microsoft.com/office/drawing/2014/main" id="{EB9E1CC6-5113-9BF8-5B87-FFF24C44BDEA}"/>
                    </a:ext>
                  </a:extLst>
                </p14:cNvPr>
                <p14:cNvContentPartPr/>
                <p14:nvPr/>
              </p14:nvContentPartPr>
              <p14:xfrm>
                <a:off x="965985" y="4015095"/>
                <a:ext cx="539280" cy="672480"/>
              </p14:xfrm>
            </p:contentPart>
          </mc:Choice>
          <mc:Fallback xmlns="">
            <p:pic>
              <p:nvPicPr>
                <p:cNvPr id="85" name="Ink 84">
                  <a:extLst>
                    <a:ext uri="{FF2B5EF4-FFF2-40B4-BE49-F238E27FC236}">
                      <a16:creationId xmlns:a16="http://schemas.microsoft.com/office/drawing/2014/main" id="{EB9E1CC6-5113-9BF8-5B87-FFF24C44BDEA}"/>
                    </a:ext>
                  </a:extLst>
                </p:cNvPr>
                <p:cNvPicPr/>
                <p:nvPr/>
              </p:nvPicPr>
              <p:blipFill>
                <a:blip r:embed="rId135"/>
                <a:stretch>
                  <a:fillRect/>
                </a:stretch>
              </p:blipFill>
              <p:spPr>
                <a:xfrm>
                  <a:off x="959865" y="4008975"/>
                  <a:ext cx="551520" cy="6847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6" name="Ink 85">
                  <a:extLst>
                    <a:ext uri="{FF2B5EF4-FFF2-40B4-BE49-F238E27FC236}">
                      <a16:creationId xmlns:a16="http://schemas.microsoft.com/office/drawing/2014/main" id="{9C9A9F3A-A208-DCA2-A05D-1943FC116A2F}"/>
                    </a:ext>
                  </a:extLst>
                </p14:cNvPr>
                <p14:cNvContentPartPr/>
                <p14:nvPr/>
              </p14:nvContentPartPr>
              <p14:xfrm>
                <a:off x="1713345" y="4411815"/>
                <a:ext cx="84240" cy="238320"/>
              </p14:xfrm>
            </p:contentPart>
          </mc:Choice>
          <mc:Fallback xmlns="">
            <p:pic>
              <p:nvPicPr>
                <p:cNvPr id="86" name="Ink 85">
                  <a:extLst>
                    <a:ext uri="{FF2B5EF4-FFF2-40B4-BE49-F238E27FC236}">
                      <a16:creationId xmlns:a16="http://schemas.microsoft.com/office/drawing/2014/main" id="{9C9A9F3A-A208-DCA2-A05D-1943FC116A2F}"/>
                    </a:ext>
                  </a:extLst>
                </p:cNvPr>
                <p:cNvPicPr/>
                <p:nvPr/>
              </p:nvPicPr>
              <p:blipFill>
                <a:blip r:embed="rId137"/>
                <a:stretch>
                  <a:fillRect/>
                </a:stretch>
              </p:blipFill>
              <p:spPr>
                <a:xfrm>
                  <a:off x="1707225" y="4405695"/>
                  <a:ext cx="964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7" name="Ink 86">
                  <a:extLst>
                    <a:ext uri="{FF2B5EF4-FFF2-40B4-BE49-F238E27FC236}">
                      <a16:creationId xmlns:a16="http://schemas.microsoft.com/office/drawing/2014/main" id="{AE5234BC-8191-28E3-1EDF-01B0FC70BD30}"/>
                    </a:ext>
                  </a:extLst>
                </p14:cNvPr>
                <p14:cNvContentPartPr/>
                <p14:nvPr/>
              </p14:nvContentPartPr>
              <p14:xfrm>
                <a:off x="2034465" y="4165215"/>
                <a:ext cx="46800" cy="349200"/>
              </p14:xfrm>
            </p:contentPart>
          </mc:Choice>
          <mc:Fallback xmlns="">
            <p:pic>
              <p:nvPicPr>
                <p:cNvPr id="87" name="Ink 86">
                  <a:extLst>
                    <a:ext uri="{FF2B5EF4-FFF2-40B4-BE49-F238E27FC236}">
                      <a16:creationId xmlns:a16="http://schemas.microsoft.com/office/drawing/2014/main" id="{AE5234BC-8191-28E3-1EDF-01B0FC70BD30}"/>
                    </a:ext>
                  </a:extLst>
                </p:cNvPr>
                <p:cNvPicPr/>
                <p:nvPr/>
              </p:nvPicPr>
              <p:blipFill>
                <a:blip r:embed="rId139"/>
                <a:stretch>
                  <a:fillRect/>
                </a:stretch>
              </p:blipFill>
              <p:spPr>
                <a:xfrm>
                  <a:off x="2028345" y="4159095"/>
                  <a:ext cx="5904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8" name="Ink 87">
                  <a:extLst>
                    <a:ext uri="{FF2B5EF4-FFF2-40B4-BE49-F238E27FC236}">
                      <a16:creationId xmlns:a16="http://schemas.microsoft.com/office/drawing/2014/main" id="{68D5A1F4-62F1-8D3C-D6C1-1CF47B01F860}"/>
                    </a:ext>
                  </a:extLst>
                </p14:cNvPr>
                <p14:cNvContentPartPr/>
                <p14:nvPr/>
              </p14:nvContentPartPr>
              <p14:xfrm>
                <a:off x="1937265" y="4384455"/>
                <a:ext cx="204840" cy="61920"/>
              </p14:xfrm>
            </p:contentPart>
          </mc:Choice>
          <mc:Fallback xmlns="">
            <p:pic>
              <p:nvPicPr>
                <p:cNvPr id="88" name="Ink 87">
                  <a:extLst>
                    <a:ext uri="{FF2B5EF4-FFF2-40B4-BE49-F238E27FC236}">
                      <a16:creationId xmlns:a16="http://schemas.microsoft.com/office/drawing/2014/main" id="{68D5A1F4-62F1-8D3C-D6C1-1CF47B01F860}"/>
                    </a:ext>
                  </a:extLst>
                </p:cNvPr>
                <p:cNvPicPr/>
                <p:nvPr/>
              </p:nvPicPr>
              <p:blipFill>
                <a:blip r:embed="rId141"/>
                <a:stretch>
                  <a:fillRect/>
                </a:stretch>
              </p:blipFill>
              <p:spPr>
                <a:xfrm>
                  <a:off x="1931145" y="4378335"/>
                  <a:ext cx="2170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9" name="Ink 88">
                  <a:extLst>
                    <a:ext uri="{FF2B5EF4-FFF2-40B4-BE49-F238E27FC236}">
                      <a16:creationId xmlns:a16="http://schemas.microsoft.com/office/drawing/2014/main" id="{18D5FF07-8516-2C10-97A5-E558C85D8CA2}"/>
                    </a:ext>
                  </a:extLst>
                </p14:cNvPr>
                <p14:cNvContentPartPr/>
                <p14:nvPr/>
              </p14:nvContentPartPr>
              <p14:xfrm>
                <a:off x="2248665" y="3961815"/>
                <a:ext cx="318600" cy="981360"/>
              </p14:xfrm>
            </p:contentPart>
          </mc:Choice>
          <mc:Fallback xmlns="">
            <p:pic>
              <p:nvPicPr>
                <p:cNvPr id="89" name="Ink 88">
                  <a:extLst>
                    <a:ext uri="{FF2B5EF4-FFF2-40B4-BE49-F238E27FC236}">
                      <a16:creationId xmlns:a16="http://schemas.microsoft.com/office/drawing/2014/main" id="{18D5FF07-8516-2C10-97A5-E558C85D8CA2}"/>
                    </a:ext>
                  </a:extLst>
                </p:cNvPr>
                <p:cNvPicPr/>
                <p:nvPr/>
              </p:nvPicPr>
              <p:blipFill>
                <a:blip r:embed="rId143"/>
                <a:stretch>
                  <a:fillRect/>
                </a:stretch>
              </p:blipFill>
              <p:spPr>
                <a:xfrm>
                  <a:off x="2242545" y="3955695"/>
                  <a:ext cx="330840" cy="9936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0" name="Ink 89">
                  <a:extLst>
                    <a:ext uri="{FF2B5EF4-FFF2-40B4-BE49-F238E27FC236}">
                      <a16:creationId xmlns:a16="http://schemas.microsoft.com/office/drawing/2014/main" id="{7D9C962B-CF67-9639-157D-D3AA53AFE67F}"/>
                    </a:ext>
                  </a:extLst>
                </p14:cNvPr>
                <p14:cNvContentPartPr/>
                <p14:nvPr/>
              </p14:nvContentPartPr>
              <p14:xfrm>
                <a:off x="2700825" y="4361775"/>
                <a:ext cx="246240" cy="208080"/>
              </p14:xfrm>
            </p:contentPart>
          </mc:Choice>
          <mc:Fallback xmlns="">
            <p:pic>
              <p:nvPicPr>
                <p:cNvPr id="90" name="Ink 89">
                  <a:extLst>
                    <a:ext uri="{FF2B5EF4-FFF2-40B4-BE49-F238E27FC236}">
                      <a16:creationId xmlns:a16="http://schemas.microsoft.com/office/drawing/2014/main" id="{7D9C962B-CF67-9639-157D-D3AA53AFE67F}"/>
                    </a:ext>
                  </a:extLst>
                </p:cNvPr>
                <p:cNvPicPr/>
                <p:nvPr/>
              </p:nvPicPr>
              <p:blipFill>
                <a:blip r:embed="rId145"/>
                <a:stretch>
                  <a:fillRect/>
                </a:stretch>
              </p:blipFill>
              <p:spPr>
                <a:xfrm>
                  <a:off x="2694705" y="4355655"/>
                  <a:ext cx="2584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1" name="Ink 90">
                  <a:extLst>
                    <a:ext uri="{FF2B5EF4-FFF2-40B4-BE49-F238E27FC236}">
                      <a16:creationId xmlns:a16="http://schemas.microsoft.com/office/drawing/2014/main" id="{C1A05718-FAD0-899F-21C9-76624403080B}"/>
                    </a:ext>
                  </a:extLst>
                </p14:cNvPr>
                <p14:cNvContentPartPr/>
                <p14:nvPr/>
              </p14:nvContentPartPr>
              <p14:xfrm>
                <a:off x="3294105" y="4113015"/>
                <a:ext cx="60840" cy="25200"/>
              </p14:xfrm>
            </p:contentPart>
          </mc:Choice>
          <mc:Fallback xmlns="">
            <p:pic>
              <p:nvPicPr>
                <p:cNvPr id="91" name="Ink 90">
                  <a:extLst>
                    <a:ext uri="{FF2B5EF4-FFF2-40B4-BE49-F238E27FC236}">
                      <a16:creationId xmlns:a16="http://schemas.microsoft.com/office/drawing/2014/main" id="{C1A05718-FAD0-899F-21C9-76624403080B}"/>
                    </a:ext>
                  </a:extLst>
                </p:cNvPr>
                <p:cNvPicPr/>
                <p:nvPr/>
              </p:nvPicPr>
              <p:blipFill>
                <a:blip r:embed="rId147"/>
                <a:stretch>
                  <a:fillRect/>
                </a:stretch>
              </p:blipFill>
              <p:spPr>
                <a:xfrm>
                  <a:off x="3287985" y="4106895"/>
                  <a:ext cx="730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6B5D162B-2261-EB30-FC86-FF6FCE015C76}"/>
                    </a:ext>
                  </a:extLst>
                </p14:cNvPr>
                <p14:cNvContentPartPr/>
                <p14:nvPr/>
              </p14:nvContentPartPr>
              <p14:xfrm>
                <a:off x="3407145" y="4354575"/>
                <a:ext cx="230040" cy="74520"/>
              </p14:xfrm>
            </p:contentPart>
          </mc:Choice>
          <mc:Fallback xmlns="">
            <p:pic>
              <p:nvPicPr>
                <p:cNvPr id="92" name="Ink 91">
                  <a:extLst>
                    <a:ext uri="{FF2B5EF4-FFF2-40B4-BE49-F238E27FC236}">
                      <a16:creationId xmlns:a16="http://schemas.microsoft.com/office/drawing/2014/main" id="{6B5D162B-2261-EB30-FC86-FF6FCE015C76}"/>
                    </a:ext>
                  </a:extLst>
                </p:cNvPr>
                <p:cNvPicPr/>
                <p:nvPr/>
              </p:nvPicPr>
              <p:blipFill>
                <a:blip r:embed="rId149"/>
                <a:stretch>
                  <a:fillRect/>
                </a:stretch>
              </p:blipFill>
              <p:spPr>
                <a:xfrm>
                  <a:off x="3401025" y="4348455"/>
                  <a:ext cx="24228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4" name="Ink 93">
                  <a:extLst>
                    <a:ext uri="{FF2B5EF4-FFF2-40B4-BE49-F238E27FC236}">
                      <a16:creationId xmlns:a16="http://schemas.microsoft.com/office/drawing/2014/main" id="{CDCA6781-783A-C056-8578-F4326938A36A}"/>
                    </a:ext>
                  </a:extLst>
                </p14:cNvPr>
                <p14:cNvContentPartPr/>
                <p14:nvPr/>
              </p14:nvContentPartPr>
              <p14:xfrm>
                <a:off x="4319385" y="3798015"/>
                <a:ext cx="46800" cy="276120"/>
              </p14:xfrm>
            </p:contentPart>
          </mc:Choice>
          <mc:Fallback xmlns="">
            <p:pic>
              <p:nvPicPr>
                <p:cNvPr id="94" name="Ink 93">
                  <a:extLst>
                    <a:ext uri="{FF2B5EF4-FFF2-40B4-BE49-F238E27FC236}">
                      <a16:creationId xmlns:a16="http://schemas.microsoft.com/office/drawing/2014/main" id="{CDCA6781-783A-C056-8578-F4326938A36A}"/>
                    </a:ext>
                  </a:extLst>
                </p:cNvPr>
                <p:cNvPicPr/>
                <p:nvPr/>
              </p:nvPicPr>
              <p:blipFill>
                <a:blip r:embed="rId151"/>
                <a:stretch>
                  <a:fillRect/>
                </a:stretch>
              </p:blipFill>
              <p:spPr>
                <a:xfrm>
                  <a:off x="4313265" y="3791895"/>
                  <a:ext cx="5904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50AFEA23-9402-230F-81FA-5C71FC901AED}"/>
                    </a:ext>
                  </a:extLst>
                </p14:cNvPr>
                <p14:cNvContentPartPr/>
                <p14:nvPr/>
              </p14:nvContentPartPr>
              <p14:xfrm>
                <a:off x="3789825" y="4226415"/>
                <a:ext cx="1284840" cy="202320"/>
              </p14:xfrm>
            </p:contentPart>
          </mc:Choice>
          <mc:Fallback xmlns="">
            <p:pic>
              <p:nvPicPr>
                <p:cNvPr id="95" name="Ink 94">
                  <a:extLst>
                    <a:ext uri="{FF2B5EF4-FFF2-40B4-BE49-F238E27FC236}">
                      <a16:creationId xmlns:a16="http://schemas.microsoft.com/office/drawing/2014/main" id="{50AFEA23-9402-230F-81FA-5C71FC901AED}"/>
                    </a:ext>
                  </a:extLst>
                </p:cNvPr>
                <p:cNvPicPr/>
                <p:nvPr/>
              </p:nvPicPr>
              <p:blipFill>
                <a:blip r:embed="rId153"/>
                <a:stretch>
                  <a:fillRect/>
                </a:stretch>
              </p:blipFill>
              <p:spPr>
                <a:xfrm>
                  <a:off x="3783705" y="4220295"/>
                  <a:ext cx="129708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6" name="Ink 95">
                  <a:extLst>
                    <a:ext uri="{FF2B5EF4-FFF2-40B4-BE49-F238E27FC236}">
                      <a16:creationId xmlns:a16="http://schemas.microsoft.com/office/drawing/2014/main" id="{B6A46B58-53D6-FECB-D2DA-F1526AA60778}"/>
                    </a:ext>
                  </a:extLst>
                </p14:cNvPr>
                <p14:cNvContentPartPr/>
                <p14:nvPr/>
              </p14:nvContentPartPr>
              <p14:xfrm>
                <a:off x="4099785" y="4578495"/>
                <a:ext cx="329400" cy="425880"/>
              </p14:xfrm>
            </p:contentPart>
          </mc:Choice>
          <mc:Fallback xmlns="">
            <p:pic>
              <p:nvPicPr>
                <p:cNvPr id="96" name="Ink 95">
                  <a:extLst>
                    <a:ext uri="{FF2B5EF4-FFF2-40B4-BE49-F238E27FC236}">
                      <a16:creationId xmlns:a16="http://schemas.microsoft.com/office/drawing/2014/main" id="{B6A46B58-53D6-FECB-D2DA-F1526AA60778}"/>
                    </a:ext>
                  </a:extLst>
                </p:cNvPr>
                <p:cNvPicPr/>
                <p:nvPr/>
              </p:nvPicPr>
              <p:blipFill>
                <a:blip r:embed="rId155"/>
                <a:stretch>
                  <a:fillRect/>
                </a:stretch>
              </p:blipFill>
              <p:spPr>
                <a:xfrm>
                  <a:off x="4093665" y="4572375"/>
                  <a:ext cx="341640" cy="4381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7" name="Ink 96">
                  <a:extLst>
                    <a:ext uri="{FF2B5EF4-FFF2-40B4-BE49-F238E27FC236}">
                      <a16:creationId xmlns:a16="http://schemas.microsoft.com/office/drawing/2014/main" id="{A6F636A9-CC5E-495D-B81F-C94E997289FF}"/>
                    </a:ext>
                  </a:extLst>
                </p14:cNvPr>
                <p14:cNvContentPartPr/>
                <p14:nvPr/>
              </p14:nvContentPartPr>
              <p14:xfrm>
                <a:off x="4564185" y="4571655"/>
                <a:ext cx="36360" cy="229680"/>
              </p14:xfrm>
            </p:contentPart>
          </mc:Choice>
          <mc:Fallback xmlns="">
            <p:pic>
              <p:nvPicPr>
                <p:cNvPr id="97" name="Ink 96">
                  <a:extLst>
                    <a:ext uri="{FF2B5EF4-FFF2-40B4-BE49-F238E27FC236}">
                      <a16:creationId xmlns:a16="http://schemas.microsoft.com/office/drawing/2014/main" id="{A6F636A9-CC5E-495D-B81F-C94E997289FF}"/>
                    </a:ext>
                  </a:extLst>
                </p:cNvPr>
                <p:cNvPicPr/>
                <p:nvPr/>
              </p:nvPicPr>
              <p:blipFill>
                <a:blip r:embed="rId157"/>
                <a:stretch>
                  <a:fillRect/>
                </a:stretch>
              </p:blipFill>
              <p:spPr>
                <a:xfrm>
                  <a:off x="4558065" y="4565535"/>
                  <a:ext cx="4860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0" name="Ink 99">
                  <a:extLst>
                    <a:ext uri="{FF2B5EF4-FFF2-40B4-BE49-F238E27FC236}">
                      <a16:creationId xmlns:a16="http://schemas.microsoft.com/office/drawing/2014/main" id="{B9D5A766-C584-2520-F29A-C74B5200F1BA}"/>
                    </a:ext>
                  </a:extLst>
                </p14:cNvPr>
                <p14:cNvContentPartPr/>
                <p14:nvPr/>
              </p14:nvContentPartPr>
              <p14:xfrm>
                <a:off x="4538985" y="4613415"/>
                <a:ext cx="470880" cy="191160"/>
              </p14:xfrm>
            </p:contentPart>
          </mc:Choice>
          <mc:Fallback xmlns="">
            <p:pic>
              <p:nvPicPr>
                <p:cNvPr id="100" name="Ink 99">
                  <a:extLst>
                    <a:ext uri="{FF2B5EF4-FFF2-40B4-BE49-F238E27FC236}">
                      <a16:creationId xmlns:a16="http://schemas.microsoft.com/office/drawing/2014/main" id="{B9D5A766-C584-2520-F29A-C74B5200F1BA}"/>
                    </a:ext>
                  </a:extLst>
                </p:cNvPr>
                <p:cNvPicPr/>
                <p:nvPr/>
              </p:nvPicPr>
              <p:blipFill>
                <a:blip r:embed="rId159"/>
                <a:stretch>
                  <a:fillRect/>
                </a:stretch>
              </p:blipFill>
              <p:spPr>
                <a:xfrm>
                  <a:off x="4532865" y="4607295"/>
                  <a:ext cx="48312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2" name="Ink 101">
                  <a:extLst>
                    <a:ext uri="{FF2B5EF4-FFF2-40B4-BE49-F238E27FC236}">
                      <a16:creationId xmlns:a16="http://schemas.microsoft.com/office/drawing/2014/main" id="{8CD6F938-B67E-3FEB-63B2-E403771D86EB}"/>
                    </a:ext>
                  </a:extLst>
                </p14:cNvPr>
                <p14:cNvContentPartPr/>
                <p14:nvPr/>
              </p14:nvContentPartPr>
              <p14:xfrm>
                <a:off x="5767305" y="3692895"/>
                <a:ext cx="640440" cy="98640"/>
              </p14:xfrm>
            </p:contentPart>
          </mc:Choice>
          <mc:Fallback xmlns="">
            <p:pic>
              <p:nvPicPr>
                <p:cNvPr id="102" name="Ink 101">
                  <a:extLst>
                    <a:ext uri="{FF2B5EF4-FFF2-40B4-BE49-F238E27FC236}">
                      <a16:creationId xmlns:a16="http://schemas.microsoft.com/office/drawing/2014/main" id="{8CD6F938-B67E-3FEB-63B2-E403771D86EB}"/>
                    </a:ext>
                  </a:extLst>
                </p:cNvPr>
                <p:cNvPicPr/>
                <p:nvPr/>
              </p:nvPicPr>
              <p:blipFill>
                <a:blip r:embed="rId161"/>
                <a:stretch>
                  <a:fillRect/>
                </a:stretch>
              </p:blipFill>
              <p:spPr>
                <a:xfrm>
                  <a:off x="5761185" y="3686775"/>
                  <a:ext cx="6526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3" name="Ink 102">
                  <a:extLst>
                    <a:ext uri="{FF2B5EF4-FFF2-40B4-BE49-F238E27FC236}">
                      <a16:creationId xmlns:a16="http://schemas.microsoft.com/office/drawing/2014/main" id="{D43CE7C4-318D-9E6C-D680-8D772FFB36F8}"/>
                    </a:ext>
                  </a:extLst>
                </p14:cNvPr>
                <p14:cNvContentPartPr/>
                <p14:nvPr/>
              </p14:nvContentPartPr>
              <p14:xfrm>
                <a:off x="5750385" y="3821775"/>
                <a:ext cx="296280" cy="174240"/>
              </p14:xfrm>
            </p:contentPart>
          </mc:Choice>
          <mc:Fallback xmlns="">
            <p:pic>
              <p:nvPicPr>
                <p:cNvPr id="103" name="Ink 102">
                  <a:extLst>
                    <a:ext uri="{FF2B5EF4-FFF2-40B4-BE49-F238E27FC236}">
                      <a16:creationId xmlns:a16="http://schemas.microsoft.com/office/drawing/2014/main" id="{D43CE7C4-318D-9E6C-D680-8D772FFB36F8}"/>
                    </a:ext>
                  </a:extLst>
                </p:cNvPr>
                <p:cNvPicPr/>
                <p:nvPr/>
              </p:nvPicPr>
              <p:blipFill>
                <a:blip r:embed="rId163"/>
                <a:stretch>
                  <a:fillRect/>
                </a:stretch>
              </p:blipFill>
              <p:spPr>
                <a:xfrm>
                  <a:off x="5744265" y="3815655"/>
                  <a:ext cx="3085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4" name="Ink 103">
                  <a:extLst>
                    <a:ext uri="{FF2B5EF4-FFF2-40B4-BE49-F238E27FC236}">
                      <a16:creationId xmlns:a16="http://schemas.microsoft.com/office/drawing/2014/main" id="{BE2AC1AD-C52D-1137-B0E0-9131F9A6F814}"/>
                    </a:ext>
                  </a:extLst>
                </p14:cNvPr>
                <p14:cNvContentPartPr/>
                <p14:nvPr/>
              </p14:nvContentPartPr>
              <p14:xfrm>
                <a:off x="5815185" y="3990255"/>
                <a:ext cx="693360" cy="255960"/>
              </p14:xfrm>
            </p:contentPart>
          </mc:Choice>
          <mc:Fallback xmlns="">
            <p:pic>
              <p:nvPicPr>
                <p:cNvPr id="104" name="Ink 103">
                  <a:extLst>
                    <a:ext uri="{FF2B5EF4-FFF2-40B4-BE49-F238E27FC236}">
                      <a16:creationId xmlns:a16="http://schemas.microsoft.com/office/drawing/2014/main" id="{BE2AC1AD-C52D-1137-B0E0-9131F9A6F814}"/>
                    </a:ext>
                  </a:extLst>
                </p:cNvPr>
                <p:cNvPicPr/>
                <p:nvPr/>
              </p:nvPicPr>
              <p:blipFill>
                <a:blip r:embed="rId165"/>
                <a:stretch>
                  <a:fillRect/>
                </a:stretch>
              </p:blipFill>
              <p:spPr>
                <a:xfrm>
                  <a:off x="5809065" y="3984135"/>
                  <a:ext cx="70560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6" name="Ink 105">
                  <a:extLst>
                    <a:ext uri="{FF2B5EF4-FFF2-40B4-BE49-F238E27FC236}">
                      <a16:creationId xmlns:a16="http://schemas.microsoft.com/office/drawing/2014/main" id="{6FE81834-42BC-3F54-0A5C-D77A358D1EE2}"/>
                    </a:ext>
                  </a:extLst>
                </p14:cNvPr>
                <p14:cNvContentPartPr/>
                <p14:nvPr/>
              </p14:nvContentPartPr>
              <p14:xfrm>
                <a:off x="6034785" y="4304175"/>
                <a:ext cx="40320" cy="15840"/>
              </p14:xfrm>
            </p:contentPart>
          </mc:Choice>
          <mc:Fallback xmlns="">
            <p:pic>
              <p:nvPicPr>
                <p:cNvPr id="106" name="Ink 105">
                  <a:extLst>
                    <a:ext uri="{FF2B5EF4-FFF2-40B4-BE49-F238E27FC236}">
                      <a16:creationId xmlns:a16="http://schemas.microsoft.com/office/drawing/2014/main" id="{6FE81834-42BC-3F54-0A5C-D77A358D1EE2}"/>
                    </a:ext>
                  </a:extLst>
                </p:cNvPr>
                <p:cNvPicPr/>
                <p:nvPr/>
              </p:nvPicPr>
              <p:blipFill>
                <a:blip r:embed="rId167"/>
                <a:stretch>
                  <a:fillRect/>
                </a:stretch>
              </p:blipFill>
              <p:spPr>
                <a:xfrm>
                  <a:off x="6028665" y="4298055"/>
                  <a:ext cx="525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5" name="Ink 104">
                  <a:extLst>
                    <a:ext uri="{FF2B5EF4-FFF2-40B4-BE49-F238E27FC236}">
                      <a16:creationId xmlns:a16="http://schemas.microsoft.com/office/drawing/2014/main" id="{33CC7CB0-7B53-5A69-AE35-E93DB266CAD2}"/>
                    </a:ext>
                  </a:extLst>
                </p14:cNvPr>
                <p14:cNvContentPartPr/>
                <p14:nvPr/>
              </p14:nvContentPartPr>
              <p14:xfrm>
                <a:off x="5942265" y="4491375"/>
                <a:ext cx="118080" cy="168120"/>
              </p14:xfrm>
            </p:contentPart>
          </mc:Choice>
          <mc:Fallback xmlns="">
            <p:pic>
              <p:nvPicPr>
                <p:cNvPr id="105" name="Ink 104">
                  <a:extLst>
                    <a:ext uri="{FF2B5EF4-FFF2-40B4-BE49-F238E27FC236}">
                      <a16:creationId xmlns:a16="http://schemas.microsoft.com/office/drawing/2014/main" id="{33CC7CB0-7B53-5A69-AE35-E93DB266CAD2}"/>
                    </a:ext>
                  </a:extLst>
                </p:cNvPr>
                <p:cNvPicPr/>
                <p:nvPr/>
              </p:nvPicPr>
              <p:blipFill>
                <a:blip r:embed="rId169"/>
                <a:stretch>
                  <a:fillRect/>
                </a:stretch>
              </p:blipFill>
              <p:spPr>
                <a:xfrm>
                  <a:off x="5936145" y="4485255"/>
                  <a:ext cx="13032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7" name="Ink 106">
                  <a:extLst>
                    <a:ext uri="{FF2B5EF4-FFF2-40B4-BE49-F238E27FC236}">
                      <a16:creationId xmlns:a16="http://schemas.microsoft.com/office/drawing/2014/main" id="{2DEF86E7-4B2E-BBFF-CF22-1FD01C278207}"/>
                    </a:ext>
                  </a:extLst>
                </p14:cNvPr>
                <p14:cNvContentPartPr/>
                <p14:nvPr/>
              </p14:nvContentPartPr>
              <p14:xfrm>
                <a:off x="6220185" y="4495695"/>
                <a:ext cx="75960" cy="14760"/>
              </p14:xfrm>
            </p:contentPart>
          </mc:Choice>
          <mc:Fallback xmlns="">
            <p:pic>
              <p:nvPicPr>
                <p:cNvPr id="107" name="Ink 106">
                  <a:extLst>
                    <a:ext uri="{FF2B5EF4-FFF2-40B4-BE49-F238E27FC236}">
                      <a16:creationId xmlns:a16="http://schemas.microsoft.com/office/drawing/2014/main" id="{2DEF86E7-4B2E-BBFF-CF22-1FD01C278207}"/>
                    </a:ext>
                  </a:extLst>
                </p:cNvPr>
                <p:cNvPicPr/>
                <p:nvPr/>
              </p:nvPicPr>
              <p:blipFill>
                <a:blip r:embed="rId171"/>
                <a:stretch>
                  <a:fillRect/>
                </a:stretch>
              </p:blipFill>
              <p:spPr>
                <a:xfrm>
                  <a:off x="6214065" y="4489575"/>
                  <a:ext cx="882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8" name="Ink 107">
                  <a:extLst>
                    <a:ext uri="{FF2B5EF4-FFF2-40B4-BE49-F238E27FC236}">
                      <a16:creationId xmlns:a16="http://schemas.microsoft.com/office/drawing/2014/main" id="{E8BACCA9-4218-A303-D6B1-5C8ED55B871C}"/>
                    </a:ext>
                  </a:extLst>
                </p14:cNvPr>
                <p14:cNvContentPartPr/>
                <p14:nvPr/>
              </p14:nvContentPartPr>
              <p14:xfrm>
                <a:off x="6304785" y="4536735"/>
                <a:ext cx="91800" cy="27000"/>
              </p14:xfrm>
            </p:contentPart>
          </mc:Choice>
          <mc:Fallback xmlns="">
            <p:pic>
              <p:nvPicPr>
                <p:cNvPr id="108" name="Ink 107">
                  <a:extLst>
                    <a:ext uri="{FF2B5EF4-FFF2-40B4-BE49-F238E27FC236}">
                      <a16:creationId xmlns:a16="http://schemas.microsoft.com/office/drawing/2014/main" id="{E8BACCA9-4218-A303-D6B1-5C8ED55B871C}"/>
                    </a:ext>
                  </a:extLst>
                </p:cNvPr>
                <p:cNvPicPr/>
                <p:nvPr/>
              </p:nvPicPr>
              <p:blipFill>
                <a:blip r:embed="rId173"/>
                <a:stretch>
                  <a:fillRect/>
                </a:stretch>
              </p:blipFill>
              <p:spPr>
                <a:xfrm>
                  <a:off x="6298665" y="4530615"/>
                  <a:ext cx="1040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9" name="Ink 108">
                  <a:extLst>
                    <a:ext uri="{FF2B5EF4-FFF2-40B4-BE49-F238E27FC236}">
                      <a16:creationId xmlns:a16="http://schemas.microsoft.com/office/drawing/2014/main" id="{3BF8DAF7-A793-BE17-94CD-F3E0F91A252F}"/>
                    </a:ext>
                  </a:extLst>
                </p14:cNvPr>
                <p14:cNvContentPartPr/>
                <p14:nvPr/>
              </p14:nvContentPartPr>
              <p14:xfrm>
                <a:off x="6509265" y="4448175"/>
                <a:ext cx="41760" cy="136080"/>
              </p14:xfrm>
            </p:contentPart>
          </mc:Choice>
          <mc:Fallback xmlns="">
            <p:pic>
              <p:nvPicPr>
                <p:cNvPr id="109" name="Ink 108">
                  <a:extLst>
                    <a:ext uri="{FF2B5EF4-FFF2-40B4-BE49-F238E27FC236}">
                      <a16:creationId xmlns:a16="http://schemas.microsoft.com/office/drawing/2014/main" id="{3BF8DAF7-A793-BE17-94CD-F3E0F91A252F}"/>
                    </a:ext>
                  </a:extLst>
                </p:cNvPr>
                <p:cNvPicPr/>
                <p:nvPr/>
              </p:nvPicPr>
              <p:blipFill>
                <a:blip r:embed="rId175"/>
                <a:stretch>
                  <a:fillRect/>
                </a:stretch>
              </p:blipFill>
              <p:spPr>
                <a:xfrm>
                  <a:off x="6503145" y="4442055"/>
                  <a:ext cx="5400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2" name="Ink 111">
                  <a:extLst>
                    <a:ext uri="{FF2B5EF4-FFF2-40B4-BE49-F238E27FC236}">
                      <a16:creationId xmlns:a16="http://schemas.microsoft.com/office/drawing/2014/main" id="{2A68896A-5BFD-7EBF-4F90-CD2C6151A031}"/>
                    </a:ext>
                  </a:extLst>
                </p14:cNvPr>
                <p14:cNvContentPartPr/>
                <p14:nvPr/>
              </p14:nvContentPartPr>
              <p14:xfrm>
                <a:off x="5911305" y="3488415"/>
                <a:ext cx="350280" cy="101880"/>
              </p14:xfrm>
            </p:contentPart>
          </mc:Choice>
          <mc:Fallback xmlns="">
            <p:pic>
              <p:nvPicPr>
                <p:cNvPr id="112" name="Ink 111">
                  <a:extLst>
                    <a:ext uri="{FF2B5EF4-FFF2-40B4-BE49-F238E27FC236}">
                      <a16:creationId xmlns:a16="http://schemas.microsoft.com/office/drawing/2014/main" id="{2A68896A-5BFD-7EBF-4F90-CD2C6151A031}"/>
                    </a:ext>
                  </a:extLst>
                </p:cNvPr>
                <p:cNvPicPr/>
                <p:nvPr/>
              </p:nvPicPr>
              <p:blipFill>
                <a:blip r:embed="rId177"/>
                <a:stretch>
                  <a:fillRect/>
                </a:stretch>
              </p:blipFill>
              <p:spPr>
                <a:xfrm>
                  <a:off x="5905185" y="3482295"/>
                  <a:ext cx="3625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3" name="Ink 112">
                  <a:extLst>
                    <a:ext uri="{FF2B5EF4-FFF2-40B4-BE49-F238E27FC236}">
                      <a16:creationId xmlns:a16="http://schemas.microsoft.com/office/drawing/2014/main" id="{1802A29D-393D-B9D5-5BEE-0106C7555D65}"/>
                    </a:ext>
                  </a:extLst>
                </p14:cNvPr>
                <p14:cNvContentPartPr/>
                <p14:nvPr/>
              </p14:nvContentPartPr>
              <p14:xfrm>
                <a:off x="6722385" y="3463575"/>
                <a:ext cx="258120" cy="684720"/>
              </p14:xfrm>
            </p:contentPart>
          </mc:Choice>
          <mc:Fallback xmlns="">
            <p:pic>
              <p:nvPicPr>
                <p:cNvPr id="113" name="Ink 112">
                  <a:extLst>
                    <a:ext uri="{FF2B5EF4-FFF2-40B4-BE49-F238E27FC236}">
                      <a16:creationId xmlns:a16="http://schemas.microsoft.com/office/drawing/2014/main" id="{1802A29D-393D-B9D5-5BEE-0106C7555D65}"/>
                    </a:ext>
                  </a:extLst>
                </p:cNvPr>
                <p:cNvPicPr/>
                <p:nvPr/>
              </p:nvPicPr>
              <p:blipFill>
                <a:blip r:embed="rId179"/>
                <a:stretch>
                  <a:fillRect/>
                </a:stretch>
              </p:blipFill>
              <p:spPr>
                <a:xfrm>
                  <a:off x="6716265" y="3457455"/>
                  <a:ext cx="270360" cy="6969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4" name="Ink 113">
                  <a:extLst>
                    <a:ext uri="{FF2B5EF4-FFF2-40B4-BE49-F238E27FC236}">
                      <a16:creationId xmlns:a16="http://schemas.microsoft.com/office/drawing/2014/main" id="{660F5C30-01F4-8F4C-A0BB-FB41DD6B7303}"/>
                    </a:ext>
                  </a:extLst>
                </p14:cNvPr>
                <p14:cNvContentPartPr/>
                <p14:nvPr/>
              </p14:nvContentPartPr>
              <p14:xfrm>
                <a:off x="7020105" y="3605775"/>
                <a:ext cx="344520" cy="376920"/>
              </p14:xfrm>
            </p:contentPart>
          </mc:Choice>
          <mc:Fallback xmlns="">
            <p:pic>
              <p:nvPicPr>
                <p:cNvPr id="114" name="Ink 113">
                  <a:extLst>
                    <a:ext uri="{FF2B5EF4-FFF2-40B4-BE49-F238E27FC236}">
                      <a16:creationId xmlns:a16="http://schemas.microsoft.com/office/drawing/2014/main" id="{660F5C30-01F4-8F4C-A0BB-FB41DD6B7303}"/>
                    </a:ext>
                  </a:extLst>
                </p:cNvPr>
                <p:cNvPicPr/>
                <p:nvPr/>
              </p:nvPicPr>
              <p:blipFill>
                <a:blip r:embed="rId181"/>
                <a:stretch>
                  <a:fillRect/>
                </a:stretch>
              </p:blipFill>
              <p:spPr>
                <a:xfrm>
                  <a:off x="7013985" y="3599655"/>
                  <a:ext cx="35676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6" name="Ink 115">
                  <a:extLst>
                    <a:ext uri="{FF2B5EF4-FFF2-40B4-BE49-F238E27FC236}">
                      <a16:creationId xmlns:a16="http://schemas.microsoft.com/office/drawing/2014/main" id="{8B182279-BEF7-09EF-D26D-37173E6A9FF0}"/>
                    </a:ext>
                  </a:extLst>
                </p14:cNvPr>
                <p14:cNvContentPartPr/>
                <p14:nvPr/>
              </p14:nvContentPartPr>
              <p14:xfrm>
                <a:off x="7130625" y="3406335"/>
                <a:ext cx="49680" cy="437400"/>
              </p14:xfrm>
            </p:contentPart>
          </mc:Choice>
          <mc:Fallback xmlns="">
            <p:pic>
              <p:nvPicPr>
                <p:cNvPr id="116" name="Ink 115">
                  <a:extLst>
                    <a:ext uri="{FF2B5EF4-FFF2-40B4-BE49-F238E27FC236}">
                      <a16:creationId xmlns:a16="http://schemas.microsoft.com/office/drawing/2014/main" id="{8B182279-BEF7-09EF-D26D-37173E6A9FF0}"/>
                    </a:ext>
                  </a:extLst>
                </p:cNvPr>
                <p:cNvPicPr/>
                <p:nvPr/>
              </p:nvPicPr>
              <p:blipFill>
                <a:blip r:embed="rId183"/>
                <a:stretch>
                  <a:fillRect/>
                </a:stretch>
              </p:blipFill>
              <p:spPr>
                <a:xfrm>
                  <a:off x="7124505" y="3400215"/>
                  <a:ext cx="61920" cy="4496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7" name="Ink 116">
                  <a:extLst>
                    <a:ext uri="{FF2B5EF4-FFF2-40B4-BE49-F238E27FC236}">
                      <a16:creationId xmlns:a16="http://schemas.microsoft.com/office/drawing/2014/main" id="{3AAAB9D9-F416-DA8C-FEF5-11227044A764}"/>
                    </a:ext>
                  </a:extLst>
                </p14:cNvPr>
                <p14:cNvContentPartPr/>
                <p14:nvPr/>
              </p14:nvContentPartPr>
              <p14:xfrm>
                <a:off x="7421145" y="3605775"/>
                <a:ext cx="211680" cy="360000"/>
              </p14:xfrm>
            </p:contentPart>
          </mc:Choice>
          <mc:Fallback xmlns="">
            <p:pic>
              <p:nvPicPr>
                <p:cNvPr id="117" name="Ink 116">
                  <a:extLst>
                    <a:ext uri="{FF2B5EF4-FFF2-40B4-BE49-F238E27FC236}">
                      <a16:creationId xmlns:a16="http://schemas.microsoft.com/office/drawing/2014/main" id="{3AAAB9D9-F416-DA8C-FEF5-11227044A764}"/>
                    </a:ext>
                  </a:extLst>
                </p:cNvPr>
                <p:cNvPicPr/>
                <p:nvPr/>
              </p:nvPicPr>
              <p:blipFill>
                <a:blip r:embed="rId185"/>
                <a:stretch>
                  <a:fillRect/>
                </a:stretch>
              </p:blipFill>
              <p:spPr>
                <a:xfrm>
                  <a:off x="7415025" y="3599655"/>
                  <a:ext cx="22392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8" name="Ink 117">
                  <a:extLst>
                    <a:ext uri="{FF2B5EF4-FFF2-40B4-BE49-F238E27FC236}">
                      <a16:creationId xmlns:a16="http://schemas.microsoft.com/office/drawing/2014/main" id="{7EED3E09-DFCA-5858-B0A6-CFAEEF0D2FCB}"/>
                    </a:ext>
                  </a:extLst>
                </p14:cNvPr>
                <p14:cNvContentPartPr/>
                <p14:nvPr/>
              </p14:nvContentPartPr>
              <p14:xfrm>
                <a:off x="7656585" y="3668415"/>
                <a:ext cx="140040" cy="302760"/>
              </p14:xfrm>
            </p:contentPart>
          </mc:Choice>
          <mc:Fallback xmlns="">
            <p:pic>
              <p:nvPicPr>
                <p:cNvPr id="118" name="Ink 117">
                  <a:extLst>
                    <a:ext uri="{FF2B5EF4-FFF2-40B4-BE49-F238E27FC236}">
                      <a16:creationId xmlns:a16="http://schemas.microsoft.com/office/drawing/2014/main" id="{7EED3E09-DFCA-5858-B0A6-CFAEEF0D2FCB}"/>
                    </a:ext>
                  </a:extLst>
                </p:cNvPr>
                <p:cNvPicPr/>
                <p:nvPr/>
              </p:nvPicPr>
              <p:blipFill>
                <a:blip r:embed="rId187"/>
                <a:stretch>
                  <a:fillRect/>
                </a:stretch>
              </p:blipFill>
              <p:spPr>
                <a:xfrm>
                  <a:off x="7650465" y="3662295"/>
                  <a:ext cx="15228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9" name="Ink 118">
                  <a:extLst>
                    <a:ext uri="{FF2B5EF4-FFF2-40B4-BE49-F238E27FC236}">
                      <a16:creationId xmlns:a16="http://schemas.microsoft.com/office/drawing/2014/main" id="{B5B0710A-318F-9A46-753F-9D725061D444}"/>
                    </a:ext>
                  </a:extLst>
                </p14:cNvPr>
                <p14:cNvContentPartPr/>
                <p14:nvPr/>
              </p14:nvContentPartPr>
              <p14:xfrm>
                <a:off x="7822545" y="3716295"/>
                <a:ext cx="253080" cy="215280"/>
              </p14:xfrm>
            </p:contentPart>
          </mc:Choice>
          <mc:Fallback xmlns="">
            <p:pic>
              <p:nvPicPr>
                <p:cNvPr id="119" name="Ink 118">
                  <a:extLst>
                    <a:ext uri="{FF2B5EF4-FFF2-40B4-BE49-F238E27FC236}">
                      <a16:creationId xmlns:a16="http://schemas.microsoft.com/office/drawing/2014/main" id="{B5B0710A-318F-9A46-753F-9D725061D444}"/>
                    </a:ext>
                  </a:extLst>
                </p:cNvPr>
                <p:cNvPicPr/>
                <p:nvPr/>
              </p:nvPicPr>
              <p:blipFill>
                <a:blip r:embed="rId189"/>
                <a:stretch>
                  <a:fillRect/>
                </a:stretch>
              </p:blipFill>
              <p:spPr>
                <a:xfrm>
                  <a:off x="7816425" y="3710175"/>
                  <a:ext cx="26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0" name="Ink 119">
                  <a:extLst>
                    <a:ext uri="{FF2B5EF4-FFF2-40B4-BE49-F238E27FC236}">
                      <a16:creationId xmlns:a16="http://schemas.microsoft.com/office/drawing/2014/main" id="{DB41035D-EE1C-A190-A41E-E5D550A45F91}"/>
                    </a:ext>
                  </a:extLst>
                </p14:cNvPr>
                <p14:cNvContentPartPr/>
                <p14:nvPr/>
              </p14:nvContentPartPr>
              <p14:xfrm>
                <a:off x="7992825" y="3648975"/>
                <a:ext cx="138960" cy="347040"/>
              </p14:xfrm>
            </p:contentPart>
          </mc:Choice>
          <mc:Fallback xmlns="">
            <p:pic>
              <p:nvPicPr>
                <p:cNvPr id="120" name="Ink 119">
                  <a:extLst>
                    <a:ext uri="{FF2B5EF4-FFF2-40B4-BE49-F238E27FC236}">
                      <a16:creationId xmlns:a16="http://schemas.microsoft.com/office/drawing/2014/main" id="{DB41035D-EE1C-A190-A41E-E5D550A45F91}"/>
                    </a:ext>
                  </a:extLst>
                </p:cNvPr>
                <p:cNvPicPr/>
                <p:nvPr/>
              </p:nvPicPr>
              <p:blipFill>
                <a:blip r:embed="rId191"/>
                <a:stretch>
                  <a:fillRect/>
                </a:stretch>
              </p:blipFill>
              <p:spPr>
                <a:xfrm>
                  <a:off x="7986705" y="3642855"/>
                  <a:ext cx="15120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1" name="Ink 120">
                  <a:extLst>
                    <a:ext uri="{FF2B5EF4-FFF2-40B4-BE49-F238E27FC236}">
                      <a16:creationId xmlns:a16="http://schemas.microsoft.com/office/drawing/2014/main" id="{B3D97BB1-0BA8-58DC-3A5D-ECD0C92FA9F5}"/>
                    </a:ext>
                  </a:extLst>
                </p14:cNvPr>
                <p14:cNvContentPartPr/>
                <p14:nvPr/>
              </p14:nvContentPartPr>
              <p14:xfrm>
                <a:off x="8169945" y="3492375"/>
                <a:ext cx="53640" cy="160200"/>
              </p14:xfrm>
            </p:contentPart>
          </mc:Choice>
          <mc:Fallback xmlns="">
            <p:pic>
              <p:nvPicPr>
                <p:cNvPr id="121" name="Ink 120">
                  <a:extLst>
                    <a:ext uri="{FF2B5EF4-FFF2-40B4-BE49-F238E27FC236}">
                      <a16:creationId xmlns:a16="http://schemas.microsoft.com/office/drawing/2014/main" id="{B3D97BB1-0BA8-58DC-3A5D-ECD0C92FA9F5}"/>
                    </a:ext>
                  </a:extLst>
                </p:cNvPr>
                <p:cNvPicPr/>
                <p:nvPr/>
              </p:nvPicPr>
              <p:blipFill>
                <a:blip r:embed="rId193"/>
                <a:stretch>
                  <a:fillRect/>
                </a:stretch>
              </p:blipFill>
              <p:spPr>
                <a:xfrm>
                  <a:off x="8163825" y="3486255"/>
                  <a:ext cx="658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2" name="Ink 121">
                  <a:extLst>
                    <a:ext uri="{FF2B5EF4-FFF2-40B4-BE49-F238E27FC236}">
                      <a16:creationId xmlns:a16="http://schemas.microsoft.com/office/drawing/2014/main" id="{21284D5A-3EF4-2203-DEB3-E5D9FDDD6C8A}"/>
                    </a:ext>
                  </a:extLst>
                </p14:cNvPr>
                <p14:cNvContentPartPr/>
                <p14:nvPr/>
              </p14:nvContentPartPr>
              <p14:xfrm>
                <a:off x="8223585" y="3356655"/>
                <a:ext cx="8280" cy="8640"/>
              </p14:xfrm>
            </p:contentPart>
          </mc:Choice>
          <mc:Fallback xmlns="">
            <p:pic>
              <p:nvPicPr>
                <p:cNvPr id="122" name="Ink 121">
                  <a:extLst>
                    <a:ext uri="{FF2B5EF4-FFF2-40B4-BE49-F238E27FC236}">
                      <a16:creationId xmlns:a16="http://schemas.microsoft.com/office/drawing/2014/main" id="{21284D5A-3EF4-2203-DEB3-E5D9FDDD6C8A}"/>
                    </a:ext>
                  </a:extLst>
                </p:cNvPr>
                <p:cNvPicPr/>
                <p:nvPr/>
              </p:nvPicPr>
              <p:blipFill>
                <a:blip r:embed="rId195"/>
                <a:stretch>
                  <a:fillRect/>
                </a:stretch>
              </p:blipFill>
              <p:spPr>
                <a:xfrm>
                  <a:off x="8217465" y="3350535"/>
                  <a:ext cx="2052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3" name="Ink 122">
                  <a:extLst>
                    <a:ext uri="{FF2B5EF4-FFF2-40B4-BE49-F238E27FC236}">
                      <a16:creationId xmlns:a16="http://schemas.microsoft.com/office/drawing/2014/main" id="{0919638A-336A-32AB-F511-9ECE51409752}"/>
                    </a:ext>
                  </a:extLst>
                </p14:cNvPr>
                <p14:cNvContentPartPr/>
                <p14:nvPr/>
              </p14:nvContentPartPr>
              <p14:xfrm>
                <a:off x="7997505" y="3474015"/>
                <a:ext cx="132840" cy="242280"/>
              </p14:xfrm>
            </p:contentPart>
          </mc:Choice>
          <mc:Fallback xmlns="">
            <p:pic>
              <p:nvPicPr>
                <p:cNvPr id="123" name="Ink 122">
                  <a:extLst>
                    <a:ext uri="{FF2B5EF4-FFF2-40B4-BE49-F238E27FC236}">
                      <a16:creationId xmlns:a16="http://schemas.microsoft.com/office/drawing/2014/main" id="{0919638A-336A-32AB-F511-9ECE51409752}"/>
                    </a:ext>
                  </a:extLst>
                </p:cNvPr>
                <p:cNvPicPr/>
                <p:nvPr/>
              </p:nvPicPr>
              <p:blipFill>
                <a:blip r:embed="rId197"/>
                <a:stretch>
                  <a:fillRect/>
                </a:stretch>
              </p:blipFill>
              <p:spPr>
                <a:xfrm>
                  <a:off x="7991385" y="3467895"/>
                  <a:ext cx="14508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4" name="Ink 123">
                  <a:extLst>
                    <a:ext uri="{FF2B5EF4-FFF2-40B4-BE49-F238E27FC236}">
                      <a16:creationId xmlns:a16="http://schemas.microsoft.com/office/drawing/2014/main" id="{41B8102C-0B48-9760-0D3E-F2018822D840}"/>
                    </a:ext>
                  </a:extLst>
                </p14:cNvPr>
                <p14:cNvContentPartPr/>
                <p14:nvPr/>
              </p14:nvContentPartPr>
              <p14:xfrm>
                <a:off x="8291265" y="3421455"/>
                <a:ext cx="154440" cy="282240"/>
              </p14:xfrm>
            </p:contentPart>
          </mc:Choice>
          <mc:Fallback xmlns="">
            <p:pic>
              <p:nvPicPr>
                <p:cNvPr id="124" name="Ink 123">
                  <a:extLst>
                    <a:ext uri="{FF2B5EF4-FFF2-40B4-BE49-F238E27FC236}">
                      <a16:creationId xmlns:a16="http://schemas.microsoft.com/office/drawing/2014/main" id="{41B8102C-0B48-9760-0D3E-F2018822D840}"/>
                    </a:ext>
                  </a:extLst>
                </p:cNvPr>
                <p:cNvPicPr/>
                <p:nvPr/>
              </p:nvPicPr>
              <p:blipFill>
                <a:blip r:embed="rId199"/>
                <a:stretch>
                  <a:fillRect/>
                </a:stretch>
              </p:blipFill>
              <p:spPr>
                <a:xfrm>
                  <a:off x="8285145" y="3415335"/>
                  <a:ext cx="1666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6" name="Ink 125">
                  <a:extLst>
                    <a:ext uri="{FF2B5EF4-FFF2-40B4-BE49-F238E27FC236}">
                      <a16:creationId xmlns:a16="http://schemas.microsoft.com/office/drawing/2014/main" id="{0F7CCF76-9FCC-BE4B-97EC-F888DE569EEE}"/>
                    </a:ext>
                  </a:extLst>
                </p14:cNvPr>
                <p14:cNvContentPartPr/>
                <p14:nvPr/>
              </p14:nvContentPartPr>
              <p14:xfrm>
                <a:off x="8569905" y="3946335"/>
                <a:ext cx="295200" cy="40320"/>
              </p14:xfrm>
            </p:contentPart>
          </mc:Choice>
          <mc:Fallback xmlns="">
            <p:pic>
              <p:nvPicPr>
                <p:cNvPr id="126" name="Ink 125">
                  <a:extLst>
                    <a:ext uri="{FF2B5EF4-FFF2-40B4-BE49-F238E27FC236}">
                      <a16:creationId xmlns:a16="http://schemas.microsoft.com/office/drawing/2014/main" id="{0F7CCF76-9FCC-BE4B-97EC-F888DE569EEE}"/>
                    </a:ext>
                  </a:extLst>
                </p:cNvPr>
                <p:cNvPicPr/>
                <p:nvPr/>
              </p:nvPicPr>
              <p:blipFill>
                <a:blip r:embed="rId201"/>
                <a:stretch>
                  <a:fillRect/>
                </a:stretch>
              </p:blipFill>
              <p:spPr>
                <a:xfrm>
                  <a:off x="8563785" y="3940215"/>
                  <a:ext cx="3074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7" name="Ink 126">
                  <a:extLst>
                    <a:ext uri="{FF2B5EF4-FFF2-40B4-BE49-F238E27FC236}">
                      <a16:creationId xmlns:a16="http://schemas.microsoft.com/office/drawing/2014/main" id="{197B8202-5AD3-8C5E-8DCC-7976992D8A5C}"/>
                    </a:ext>
                  </a:extLst>
                </p14:cNvPr>
                <p14:cNvContentPartPr/>
                <p14:nvPr/>
              </p14:nvContentPartPr>
              <p14:xfrm>
                <a:off x="9140865" y="3528735"/>
                <a:ext cx="269280" cy="734040"/>
              </p14:xfrm>
            </p:contentPart>
          </mc:Choice>
          <mc:Fallback xmlns="">
            <p:pic>
              <p:nvPicPr>
                <p:cNvPr id="127" name="Ink 126">
                  <a:extLst>
                    <a:ext uri="{FF2B5EF4-FFF2-40B4-BE49-F238E27FC236}">
                      <a16:creationId xmlns:a16="http://schemas.microsoft.com/office/drawing/2014/main" id="{197B8202-5AD3-8C5E-8DCC-7976992D8A5C}"/>
                    </a:ext>
                  </a:extLst>
                </p:cNvPr>
                <p:cNvPicPr/>
                <p:nvPr/>
              </p:nvPicPr>
              <p:blipFill>
                <a:blip r:embed="rId203"/>
                <a:stretch>
                  <a:fillRect/>
                </a:stretch>
              </p:blipFill>
              <p:spPr>
                <a:xfrm>
                  <a:off x="9134745" y="3522615"/>
                  <a:ext cx="281520" cy="7462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8" name="Ink 127">
                  <a:extLst>
                    <a:ext uri="{FF2B5EF4-FFF2-40B4-BE49-F238E27FC236}">
                      <a16:creationId xmlns:a16="http://schemas.microsoft.com/office/drawing/2014/main" id="{2E0B5715-836D-3DE6-D630-6FFD250779A8}"/>
                    </a:ext>
                  </a:extLst>
                </p14:cNvPr>
                <p14:cNvContentPartPr/>
                <p14:nvPr/>
              </p14:nvContentPartPr>
              <p14:xfrm>
                <a:off x="9514905" y="3386535"/>
                <a:ext cx="86400" cy="174240"/>
              </p14:xfrm>
            </p:contentPart>
          </mc:Choice>
          <mc:Fallback xmlns="">
            <p:pic>
              <p:nvPicPr>
                <p:cNvPr id="128" name="Ink 127">
                  <a:extLst>
                    <a:ext uri="{FF2B5EF4-FFF2-40B4-BE49-F238E27FC236}">
                      <a16:creationId xmlns:a16="http://schemas.microsoft.com/office/drawing/2014/main" id="{2E0B5715-836D-3DE6-D630-6FFD250779A8}"/>
                    </a:ext>
                  </a:extLst>
                </p:cNvPr>
                <p:cNvPicPr/>
                <p:nvPr/>
              </p:nvPicPr>
              <p:blipFill>
                <a:blip r:embed="rId205"/>
                <a:stretch>
                  <a:fillRect/>
                </a:stretch>
              </p:blipFill>
              <p:spPr>
                <a:xfrm>
                  <a:off x="9508785" y="3380415"/>
                  <a:ext cx="986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9" name="Ink 128">
                  <a:extLst>
                    <a:ext uri="{FF2B5EF4-FFF2-40B4-BE49-F238E27FC236}">
                      <a16:creationId xmlns:a16="http://schemas.microsoft.com/office/drawing/2014/main" id="{53A1F2B8-65B3-2E12-E948-FE943401099A}"/>
                    </a:ext>
                  </a:extLst>
                </p14:cNvPr>
                <p14:cNvContentPartPr/>
                <p14:nvPr/>
              </p14:nvContentPartPr>
              <p14:xfrm>
                <a:off x="9509505" y="3260175"/>
                <a:ext cx="26640" cy="47520"/>
              </p14:xfrm>
            </p:contentPart>
          </mc:Choice>
          <mc:Fallback xmlns="">
            <p:pic>
              <p:nvPicPr>
                <p:cNvPr id="129" name="Ink 128">
                  <a:extLst>
                    <a:ext uri="{FF2B5EF4-FFF2-40B4-BE49-F238E27FC236}">
                      <a16:creationId xmlns:a16="http://schemas.microsoft.com/office/drawing/2014/main" id="{53A1F2B8-65B3-2E12-E948-FE943401099A}"/>
                    </a:ext>
                  </a:extLst>
                </p:cNvPr>
                <p:cNvPicPr/>
                <p:nvPr/>
              </p:nvPicPr>
              <p:blipFill>
                <a:blip r:embed="rId207"/>
                <a:stretch>
                  <a:fillRect/>
                </a:stretch>
              </p:blipFill>
              <p:spPr>
                <a:xfrm>
                  <a:off x="9503385" y="3254055"/>
                  <a:ext cx="3888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0" name="Ink 129">
                  <a:extLst>
                    <a:ext uri="{FF2B5EF4-FFF2-40B4-BE49-F238E27FC236}">
                      <a16:creationId xmlns:a16="http://schemas.microsoft.com/office/drawing/2014/main" id="{69333673-3D86-E886-2209-C1E986DA9F8C}"/>
                    </a:ext>
                  </a:extLst>
                </p14:cNvPr>
                <p14:cNvContentPartPr/>
                <p14:nvPr/>
              </p14:nvContentPartPr>
              <p14:xfrm>
                <a:off x="9351105" y="3373215"/>
                <a:ext cx="149760" cy="271080"/>
              </p14:xfrm>
            </p:contentPart>
          </mc:Choice>
          <mc:Fallback xmlns="">
            <p:pic>
              <p:nvPicPr>
                <p:cNvPr id="130" name="Ink 129">
                  <a:extLst>
                    <a:ext uri="{FF2B5EF4-FFF2-40B4-BE49-F238E27FC236}">
                      <a16:creationId xmlns:a16="http://schemas.microsoft.com/office/drawing/2014/main" id="{69333673-3D86-E886-2209-C1E986DA9F8C}"/>
                    </a:ext>
                  </a:extLst>
                </p:cNvPr>
                <p:cNvPicPr/>
                <p:nvPr/>
              </p:nvPicPr>
              <p:blipFill>
                <a:blip r:embed="rId209"/>
                <a:stretch>
                  <a:fillRect/>
                </a:stretch>
              </p:blipFill>
              <p:spPr>
                <a:xfrm>
                  <a:off x="9344985" y="3367095"/>
                  <a:ext cx="16200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1" name="Ink 130">
                  <a:extLst>
                    <a:ext uri="{FF2B5EF4-FFF2-40B4-BE49-F238E27FC236}">
                      <a16:creationId xmlns:a16="http://schemas.microsoft.com/office/drawing/2014/main" id="{7DFF4D95-C3B8-4AE2-B5C8-32D8C37D79C0}"/>
                    </a:ext>
                  </a:extLst>
                </p14:cNvPr>
                <p14:cNvContentPartPr/>
                <p14:nvPr/>
              </p14:nvContentPartPr>
              <p14:xfrm>
                <a:off x="9623985" y="3354855"/>
                <a:ext cx="155520" cy="296640"/>
              </p14:xfrm>
            </p:contentPart>
          </mc:Choice>
          <mc:Fallback xmlns="">
            <p:pic>
              <p:nvPicPr>
                <p:cNvPr id="131" name="Ink 130">
                  <a:extLst>
                    <a:ext uri="{FF2B5EF4-FFF2-40B4-BE49-F238E27FC236}">
                      <a16:creationId xmlns:a16="http://schemas.microsoft.com/office/drawing/2014/main" id="{7DFF4D95-C3B8-4AE2-B5C8-32D8C37D79C0}"/>
                    </a:ext>
                  </a:extLst>
                </p:cNvPr>
                <p:cNvPicPr/>
                <p:nvPr/>
              </p:nvPicPr>
              <p:blipFill>
                <a:blip r:embed="rId211"/>
                <a:stretch>
                  <a:fillRect/>
                </a:stretch>
              </p:blipFill>
              <p:spPr>
                <a:xfrm>
                  <a:off x="9617865" y="3348735"/>
                  <a:ext cx="16776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3" name="Ink 132">
                  <a:extLst>
                    <a:ext uri="{FF2B5EF4-FFF2-40B4-BE49-F238E27FC236}">
                      <a16:creationId xmlns:a16="http://schemas.microsoft.com/office/drawing/2014/main" id="{21DAD1B7-39D8-E901-A44D-6AE441F26F0E}"/>
                    </a:ext>
                  </a:extLst>
                </p14:cNvPr>
                <p14:cNvContentPartPr/>
                <p14:nvPr/>
              </p14:nvContentPartPr>
              <p14:xfrm>
                <a:off x="9604545" y="3210135"/>
                <a:ext cx="461160" cy="1041840"/>
              </p14:xfrm>
            </p:contentPart>
          </mc:Choice>
          <mc:Fallback xmlns="">
            <p:pic>
              <p:nvPicPr>
                <p:cNvPr id="133" name="Ink 132">
                  <a:extLst>
                    <a:ext uri="{FF2B5EF4-FFF2-40B4-BE49-F238E27FC236}">
                      <a16:creationId xmlns:a16="http://schemas.microsoft.com/office/drawing/2014/main" id="{21DAD1B7-39D8-E901-A44D-6AE441F26F0E}"/>
                    </a:ext>
                  </a:extLst>
                </p:cNvPr>
                <p:cNvPicPr/>
                <p:nvPr/>
              </p:nvPicPr>
              <p:blipFill>
                <a:blip r:embed="rId213"/>
                <a:stretch>
                  <a:fillRect/>
                </a:stretch>
              </p:blipFill>
              <p:spPr>
                <a:xfrm>
                  <a:off x="9598425" y="3204015"/>
                  <a:ext cx="473400" cy="10540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5" name="Ink 134">
                  <a:extLst>
                    <a:ext uri="{FF2B5EF4-FFF2-40B4-BE49-F238E27FC236}">
                      <a16:creationId xmlns:a16="http://schemas.microsoft.com/office/drawing/2014/main" id="{C39DF44C-A101-636A-1AA7-CFD6AE034876}"/>
                    </a:ext>
                  </a:extLst>
                </p14:cNvPr>
                <p14:cNvContentPartPr/>
                <p14:nvPr/>
              </p14:nvContentPartPr>
              <p14:xfrm>
                <a:off x="10366665" y="3717015"/>
                <a:ext cx="711360" cy="110880"/>
              </p14:xfrm>
            </p:contentPart>
          </mc:Choice>
          <mc:Fallback xmlns="">
            <p:pic>
              <p:nvPicPr>
                <p:cNvPr id="135" name="Ink 134">
                  <a:extLst>
                    <a:ext uri="{FF2B5EF4-FFF2-40B4-BE49-F238E27FC236}">
                      <a16:creationId xmlns:a16="http://schemas.microsoft.com/office/drawing/2014/main" id="{C39DF44C-A101-636A-1AA7-CFD6AE034876}"/>
                    </a:ext>
                  </a:extLst>
                </p:cNvPr>
                <p:cNvPicPr/>
                <p:nvPr/>
              </p:nvPicPr>
              <p:blipFill>
                <a:blip r:embed="rId215"/>
                <a:stretch>
                  <a:fillRect/>
                </a:stretch>
              </p:blipFill>
              <p:spPr>
                <a:xfrm>
                  <a:off x="10360545" y="3710895"/>
                  <a:ext cx="7236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6" name="Ink 135">
                  <a:extLst>
                    <a:ext uri="{FF2B5EF4-FFF2-40B4-BE49-F238E27FC236}">
                      <a16:creationId xmlns:a16="http://schemas.microsoft.com/office/drawing/2014/main" id="{59A177C6-D88B-3941-BA71-5589A954A756}"/>
                    </a:ext>
                  </a:extLst>
                </p14:cNvPr>
                <p14:cNvContentPartPr/>
                <p14:nvPr/>
              </p14:nvContentPartPr>
              <p14:xfrm>
                <a:off x="10769145" y="3595335"/>
                <a:ext cx="45360" cy="294480"/>
              </p14:xfrm>
            </p:contentPart>
          </mc:Choice>
          <mc:Fallback xmlns="">
            <p:pic>
              <p:nvPicPr>
                <p:cNvPr id="136" name="Ink 135">
                  <a:extLst>
                    <a:ext uri="{FF2B5EF4-FFF2-40B4-BE49-F238E27FC236}">
                      <a16:creationId xmlns:a16="http://schemas.microsoft.com/office/drawing/2014/main" id="{59A177C6-D88B-3941-BA71-5589A954A756}"/>
                    </a:ext>
                  </a:extLst>
                </p:cNvPr>
                <p:cNvPicPr/>
                <p:nvPr/>
              </p:nvPicPr>
              <p:blipFill>
                <a:blip r:embed="rId217"/>
                <a:stretch>
                  <a:fillRect/>
                </a:stretch>
              </p:blipFill>
              <p:spPr>
                <a:xfrm>
                  <a:off x="10763025" y="3589215"/>
                  <a:ext cx="5760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8" name="Ink 137">
                  <a:extLst>
                    <a:ext uri="{FF2B5EF4-FFF2-40B4-BE49-F238E27FC236}">
                      <a16:creationId xmlns:a16="http://schemas.microsoft.com/office/drawing/2014/main" id="{340129F9-59DE-B94D-5EDB-0F12C844C03B}"/>
                    </a:ext>
                  </a:extLst>
                </p14:cNvPr>
                <p14:cNvContentPartPr/>
                <p14:nvPr/>
              </p14:nvContentPartPr>
              <p14:xfrm>
                <a:off x="5896545" y="5218935"/>
                <a:ext cx="695520" cy="553680"/>
              </p14:xfrm>
            </p:contentPart>
          </mc:Choice>
          <mc:Fallback xmlns="">
            <p:pic>
              <p:nvPicPr>
                <p:cNvPr id="138" name="Ink 137">
                  <a:extLst>
                    <a:ext uri="{FF2B5EF4-FFF2-40B4-BE49-F238E27FC236}">
                      <a16:creationId xmlns:a16="http://schemas.microsoft.com/office/drawing/2014/main" id="{340129F9-59DE-B94D-5EDB-0F12C844C03B}"/>
                    </a:ext>
                  </a:extLst>
                </p:cNvPr>
                <p:cNvPicPr/>
                <p:nvPr/>
              </p:nvPicPr>
              <p:blipFill>
                <a:blip r:embed="rId219"/>
                <a:stretch>
                  <a:fillRect/>
                </a:stretch>
              </p:blipFill>
              <p:spPr>
                <a:xfrm>
                  <a:off x="5890425" y="5212815"/>
                  <a:ext cx="707760" cy="5659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9" name="Ink 138">
                  <a:extLst>
                    <a:ext uri="{FF2B5EF4-FFF2-40B4-BE49-F238E27FC236}">
                      <a16:creationId xmlns:a16="http://schemas.microsoft.com/office/drawing/2014/main" id="{75A7CAF9-05CF-103B-7809-1A3C9BAF0BB2}"/>
                    </a:ext>
                  </a:extLst>
                </p14:cNvPr>
                <p14:cNvContentPartPr/>
                <p14:nvPr/>
              </p14:nvContentPartPr>
              <p14:xfrm>
                <a:off x="5732025" y="5528175"/>
                <a:ext cx="237960" cy="389160"/>
              </p14:xfrm>
            </p:contentPart>
          </mc:Choice>
          <mc:Fallback xmlns="">
            <p:pic>
              <p:nvPicPr>
                <p:cNvPr id="139" name="Ink 138">
                  <a:extLst>
                    <a:ext uri="{FF2B5EF4-FFF2-40B4-BE49-F238E27FC236}">
                      <a16:creationId xmlns:a16="http://schemas.microsoft.com/office/drawing/2014/main" id="{75A7CAF9-05CF-103B-7809-1A3C9BAF0BB2}"/>
                    </a:ext>
                  </a:extLst>
                </p:cNvPr>
                <p:cNvPicPr/>
                <p:nvPr/>
              </p:nvPicPr>
              <p:blipFill>
                <a:blip r:embed="rId221"/>
                <a:stretch>
                  <a:fillRect/>
                </a:stretch>
              </p:blipFill>
              <p:spPr>
                <a:xfrm>
                  <a:off x="5725905" y="5522055"/>
                  <a:ext cx="25020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1" name="Ink 140">
                  <a:extLst>
                    <a:ext uri="{FF2B5EF4-FFF2-40B4-BE49-F238E27FC236}">
                      <a16:creationId xmlns:a16="http://schemas.microsoft.com/office/drawing/2014/main" id="{B90E3506-8D65-8E7C-FAF0-A7A8F4983B73}"/>
                    </a:ext>
                  </a:extLst>
                </p14:cNvPr>
                <p14:cNvContentPartPr/>
                <p14:nvPr/>
              </p14:nvContentPartPr>
              <p14:xfrm>
                <a:off x="6860265" y="4993935"/>
                <a:ext cx="678240" cy="163800"/>
              </p14:xfrm>
            </p:contentPart>
          </mc:Choice>
          <mc:Fallback xmlns="">
            <p:pic>
              <p:nvPicPr>
                <p:cNvPr id="141" name="Ink 140">
                  <a:extLst>
                    <a:ext uri="{FF2B5EF4-FFF2-40B4-BE49-F238E27FC236}">
                      <a16:creationId xmlns:a16="http://schemas.microsoft.com/office/drawing/2014/main" id="{B90E3506-8D65-8E7C-FAF0-A7A8F4983B73}"/>
                    </a:ext>
                  </a:extLst>
                </p:cNvPr>
                <p:cNvPicPr/>
                <p:nvPr/>
              </p:nvPicPr>
              <p:blipFill>
                <a:blip r:embed="rId223"/>
                <a:stretch>
                  <a:fillRect/>
                </a:stretch>
              </p:blipFill>
              <p:spPr>
                <a:xfrm>
                  <a:off x="6854145" y="4987815"/>
                  <a:ext cx="6904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4" name="Ink 143">
                  <a:extLst>
                    <a:ext uri="{FF2B5EF4-FFF2-40B4-BE49-F238E27FC236}">
                      <a16:creationId xmlns:a16="http://schemas.microsoft.com/office/drawing/2014/main" id="{E9CB9D4A-3EB7-3A2D-ECCA-0EA8598D43FB}"/>
                    </a:ext>
                  </a:extLst>
                </p14:cNvPr>
                <p14:cNvContentPartPr/>
                <p14:nvPr/>
              </p14:nvContentPartPr>
              <p14:xfrm>
                <a:off x="6867105" y="5153055"/>
                <a:ext cx="893160" cy="651240"/>
              </p14:xfrm>
            </p:contentPart>
          </mc:Choice>
          <mc:Fallback xmlns="">
            <p:pic>
              <p:nvPicPr>
                <p:cNvPr id="144" name="Ink 143">
                  <a:extLst>
                    <a:ext uri="{FF2B5EF4-FFF2-40B4-BE49-F238E27FC236}">
                      <a16:creationId xmlns:a16="http://schemas.microsoft.com/office/drawing/2014/main" id="{E9CB9D4A-3EB7-3A2D-ECCA-0EA8598D43FB}"/>
                    </a:ext>
                  </a:extLst>
                </p:cNvPr>
                <p:cNvPicPr/>
                <p:nvPr/>
              </p:nvPicPr>
              <p:blipFill>
                <a:blip r:embed="rId225"/>
                <a:stretch>
                  <a:fillRect/>
                </a:stretch>
              </p:blipFill>
              <p:spPr>
                <a:xfrm>
                  <a:off x="6860985" y="5146935"/>
                  <a:ext cx="905400" cy="6634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6" name="Ink 145">
                  <a:extLst>
                    <a:ext uri="{FF2B5EF4-FFF2-40B4-BE49-F238E27FC236}">
                      <a16:creationId xmlns:a16="http://schemas.microsoft.com/office/drawing/2014/main" id="{BEC9F01F-E471-3FE5-6DAE-23B4E8D1A4BD}"/>
                    </a:ext>
                  </a:extLst>
                </p14:cNvPr>
                <p14:cNvContentPartPr/>
                <p14:nvPr/>
              </p14:nvContentPartPr>
              <p14:xfrm>
                <a:off x="6953865" y="6000495"/>
                <a:ext cx="93960" cy="147240"/>
              </p14:xfrm>
            </p:contentPart>
          </mc:Choice>
          <mc:Fallback xmlns="">
            <p:pic>
              <p:nvPicPr>
                <p:cNvPr id="146" name="Ink 145">
                  <a:extLst>
                    <a:ext uri="{FF2B5EF4-FFF2-40B4-BE49-F238E27FC236}">
                      <a16:creationId xmlns:a16="http://schemas.microsoft.com/office/drawing/2014/main" id="{BEC9F01F-E471-3FE5-6DAE-23B4E8D1A4BD}"/>
                    </a:ext>
                  </a:extLst>
                </p:cNvPr>
                <p:cNvPicPr/>
                <p:nvPr/>
              </p:nvPicPr>
              <p:blipFill>
                <a:blip r:embed="rId227"/>
                <a:stretch>
                  <a:fillRect/>
                </a:stretch>
              </p:blipFill>
              <p:spPr>
                <a:xfrm>
                  <a:off x="6947745" y="5994375"/>
                  <a:ext cx="1062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7" name="Ink 146">
                  <a:extLst>
                    <a:ext uri="{FF2B5EF4-FFF2-40B4-BE49-F238E27FC236}">
                      <a16:creationId xmlns:a16="http://schemas.microsoft.com/office/drawing/2014/main" id="{2FC61510-061A-5035-5589-2E4BF11DD096}"/>
                    </a:ext>
                  </a:extLst>
                </p14:cNvPr>
                <p14:cNvContentPartPr/>
                <p14:nvPr/>
              </p14:nvContentPartPr>
              <p14:xfrm>
                <a:off x="7036305" y="5906895"/>
                <a:ext cx="24480" cy="20880"/>
              </p14:xfrm>
            </p:contentPart>
          </mc:Choice>
          <mc:Fallback xmlns="">
            <p:pic>
              <p:nvPicPr>
                <p:cNvPr id="147" name="Ink 146">
                  <a:extLst>
                    <a:ext uri="{FF2B5EF4-FFF2-40B4-BE49-F238E27FC236}">
                      <a16:creationId xmlns:a16="http://schemas.microsoft.com/office/drawing/2014/main" id="{2FC61510-061A-5035-5589-2E4BF11DD096}"/>
                    </a:ext>
                  </a:extLst>
                </p:cNvPr>
                <p:cNvPicPr/>
                <p:nvPr/>
              </p:nvPicPr>
              <p:blipFill>
                <a:blip r:embed="rId229"/>
                <a:stretch>
                  <a:fillRect/>
                </a:stretch>
              </p:blipFill>
              <p:spPr>
                <a:xfrm>
                  <a:off x="7030185" y="5900775"/>
                  <a:ext cx="367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8" name="Ink 147">
                  <a:extLst>
                    <a:ext uri="{FF2B5EF4-FFF2-40B4-BE49-F238E27FC236}">
                      <a16:creationId xmlns:a16="http://schemas.microsoft.com/office/drawing/2014/main" id="{9539D573-2480-6FD9-F105-6DC19A64F3B5}"/>
                    </a:ext>
                  </a:extLst>
                </p14:cNvPr>
                <p14:cNvContentPartPr/>
                <p14:nvPr/>
              </p14:nvContentPartPr>
              <p14:xfrm>
                <a:off x="7223505" y="5964495"/>
                <a:ext cx="92880" cy="25920"/>
              </p14:xfrm>
            </p:contentPart>
          </mc:Choice>
          <mc:Fallback xmlns="">
            <p:pic>
              <p:nvPicPr>
                <p:cNvPr id="148" name="Ink 147">
                  <a:extLst>
                    <a:ext uri="{FF2B5EF4-FFF2-40B4-BE49-F238E27FC236}">
                      <a16:creationId xmlns:a16="http://schemas.microsoft.com/office/drawing/2014/main" id="{9539D573-2480-6FD9-F105-6DC19A64F3B5}"/>
                    </a:ext>
                  </a:extLst>
                </p:cNvPr>
                <p:cNvPicPr/>
                <p:nvPr/>
              </p:nvPicPr>
              <p:blipFill>
                <a:blip r:embed="rId231"/>
                <a:stretch>
                  <a:fillRect/>
                </a:stretch>
              </p:blipFill>
              <p:spPr>
                <a:xfrm>
                  <a:off x="7217385" y="5958375"/>
                  <a:ext cx="105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9" name="Ink 148">
                  <a:extLst>
                    <a:ext uri="{FF2B5EF4-FFF2-40B4-BE49-F238E27FC236}">
                      <a16:creationId xmlns:a16="http://schemas.microsoft.com/office/drawing/2014/main" id="{09CB89D4-FA1D-F47B-FE2F-46F11DB4C54C}"/>
                    </a:ext>
                  </a:extLst>
                </p14:cNvPr>
                <p14:cNvContentPartPr/>
                <p14:nvPr/>
              </p14:nvContentPartPr>
              <p14:xfrm>
                <a:off x="7264905" y="6042615"/>
                <a:ext cx="172800" cy="57960"/>
              </p14:xfrm>
            </p:contentPart>
          </mc:Choice>
          <mc:Fallback xmlns="">
            <p:pic>
              <p:nvPicPr>
                <p:cNvPr id="149" name="Ink 148">
                  <a:extLst>
                    <a:ext uri="{FF2B5EF4-FFF2-40B4-BE49-F238E27FC236}">
                      <a16:creationId xmlns:a16="http://schemas.microsoft.com/office/drawing/2014/main" id="{09CB89D4-FA1D-F47B-FE2F-46F11DB4C54C}"/>
                    </a:ext>
                  </a:extLst>
                </p:cNvPr>
                <p:cNvPicPr/>
                <p:nvPr/>
              </p:nvPicPr>
              <p:blipFill>
                <a:blip r:embed="rId233"/>
                <a:stretch>
                  <a:fillRect/>
                </a:stretch>
              </p:blipFill>
              <p:spPr>
                <a:xfrm>
                  <a:off x="7258785" y="6036495"/>
                  <a:ext cx="18504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0" name="Ink 149">
                  <a:extLst>
                    <a:ext uri="{FF2B5EF4-FFF2-40B4-BE49-F238E27FC236}">
                      <a16:creationId xmlns:a16="http://schemas.microsoft.com/office/drawing/2014/main" id="{396FADD4-1423-0191-EAE3-A963E224DD6F}"/>
                    </a:ext>
                  </a:extLst>
                </p14:cNvPr>
                <p14:cNvContentPartPr/>
                <p14:nvPr/>
              </p14:nvContentPartPr>
              <p14:xfrm>
                <a:off x="7525185" y="5930655"/>
                <a:ext cx="45000" cy="175320"/>
              </p14:xfrm>
            </p:contentPart>
          </mc:Choice>
          <mc:Fallback xmlns="">
            <p:pic>
              <p:nvPicPr>
                <p:cNvPr id="150" name="Ink 149">
                  <a:extLst>
                    <a:ext uri="{FF2B5EF4-FFF2-40B4-BE49-F238E27FC236}">
                      <a16:creationId xmlns:a16="http://schemas.microsoft.com/office/drawing/2014/main" id="{396FADD4-1423-0191-EAE3-A963E224DD6F}"/>
                    </a:ext>
                  </a:extLst>
                </p:cNvPr>
                <p:cNvPicPr/>
                <p:nvPr/>
              </p:nvPicPr>
              <p:blipFill>
                <a:blip r:embed="rId235"/>
                <a:stretch>
                  <a:fillRect/>
                </a:stretch>
              </p:blipFill>
              <p:spPr>
                <a:xfrm>
                  <a:off x="7519065" y="5924535"/>
                  <a:ext cx="572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2" name="Ink 151">
                  <a:extLst>
                    <a:ext uri="{FF2B5EF4-FFF2-40B4-BE49-F238E27FC236}">
                      <a16:creationId xmlns:a16="http://schemas.microsoft.com/office/drawing/2014/main" id="{6CE717BF-B34B-0A4B-1C38-E62B0F37D327}"/>
                    </a:ext>
                  </a:extLst>
                </p14:cNvPr>
                <p14:cNvContentPartPr/>
                <p14:nvPr/>
              </p14:nvContentPartPr>
              <p14:xfrm>
                <a:off x="7127025" y="4847775"/>
                <a:ext cx="163800" cy="142200"/>
              </p14:xfrm>
            </p:contentPart>
          </mc:Choice>
          <mc:Fallback xmlns="">
            <p:pic>
              <p:nvPicPr>
                <p:cNvPr id="152" name="Ink 151">
                  <a:extLst>
                    <a:ext uri="{FF2B5EF4-FFF2-40B4-BE49-F238E27FC236}">
                      <a16:creationId xmlns:a16="http://schemas.microsoft.com/office/drawing/2014/main" id="{6CE717BF-B34B-0A4B-1C38-E62B0F37D327}"/>
                    </a:ext>
                  </a:extLst>
                </p:cNvPr>
                <p:cNvPicPr/>
                <p:nvPr/>
              </p:nvPicPr>
              <p:blipFill>
                <a:blip r:embed="rId237"/>
                <a:stretch>
                  <a:fillRect/>
                </a:stretch>
              </p:blipFill>
              <p:spPr>
                <a:xfrm>
                  <a:off x="7120905" y="4841655"/>
                  <a:ext cx="1760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3" name="Ink 152">
                  <a:extLst>
                    <a:ext uri="{FF2B5EF4-FFF2-40B4-BE49-F238E27FC236}">
                      <a16:creationId xmlns:a16="http://schemas.microsoft.com/office/drawing/2014/main" id="{48F29611-77BD-3674-2AEA-782E355D80DA}"/>
                    </a:ext>
                  </a:extLst>
                </p14:cNvPr>
                <p14:cNvContentPartPr/>
                <p14:nvPr/>
              </p14:nvContentPartPr>
              <p14:xfrm>
                <a:off x="8089665" y="5039655"/>
                <a:ext cx="17640" cy="508680"/>
              </p14:xfrm>
            </p:contentPart>
          </mc:Choice>
          <mc:Fallback xmlns="">
            <p:pic>
              <p:nvPicPr>
                <p:cNvPr id="153" name="Ink 152">
                  <a:extLst>
                    <a:ext uri="{FF2B5EF4-FFF2-40B4-BE49-F238E27FC236}">
                      <a16:creationId xmlns:a16="http://schemas.microsoft.com/office/drawing/2014/main" id="{48F29611-77BD-3674-2AEA-782E355D80DA}"/>
                    </a:ext>
                  </a:extLst>
                </p:cNvPr>
                <p:cNvPicPr/>
                <p:nvPr/>
              </p:nvPicPr>
              <p:blipFill>
                <a:blip r:embed="rId239"/>
                <a:stretch>
                  <a:fillRect/>
                </a:stretch>
              </p:blipFill>
              <p:spPr>
                <a:xfrm>
                  <a:off x="8083545" y="5033535"/>
                  <a:ext cx="2988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4" name="Ink 153">
                  <a:extLst>
                    <a:ext uri="{FF2B5EF4-FFF2-40B4-BE49-F238E27FC236}">
                      <a16:creationId xmlns:a16="http://schemas.microsoft.com/office/drawing/2014/main" id="{20B4B425-2971-71E0-C5D2-363306BDC70A}"/>
                    </a:ext>
                  </a:extLst>
                </p14:cNvPr>
                <p14:cNvContentPartPr/>
                <p14:nvPr/>
              </p14:nvContentPartPr>
              <p14:xfrm>
                <a:off x="8352825" y="5033535"/>
                <a:ext cx="187200" cy="388080"/>
              </p14:xfrm>
            </p:contentPart>
          </mc:Choice>
          <mc:Fallback xmlns="">
            <p:pic>
              <p:nvPicPr>
                <p:cNvPr id="154" name="Ink 153">
                  <a:extLst>
                    <a:ext uri="{FF2B5EF4-FFF2-40B4-BE49-F238E27FC236}">
                      <a16:creationId xmlns:a16="http://schemas.microsoft.com/office/drawing/2014/main" id="{20B4B425-2971-71E0-C5D2-363306BDC70A}"/>
                    </a:ext>
                  </a:extLst>
                </p:cNvPr>
                <p:cNvPicPr/>
                <p:nvPr/>
              </p:nvPicPr>
              <p:blipFill>
                <a:blip r:embed="rId241"/>
                <a:stretch>
                  <a:fillRect/>
                </a:stretch>
              </p:blipFill>
              <p:spPr>
                <a:xfrm>
                  <a:off x="8346705" y="5027415"/>
                  <a:ext cx="19944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5" name="Ink 154">
                  <a:extLst>
                    <a:ext uri="{FF2B5EF4-FFF2-40B4-BE49-F238E27FC236}">
                      <a16:creationId xmlns:a16="http://schemas.microsoft.com/office/drawing/2014/main" id="{A1D0B168-D534-BE55-B7B1-057DF428E70F}"/>
                    </a:ext>
                  </a:extLst>
                </p14:cNvPr>
                <p14:cNvContentPartPr/>
                <p14:nvPr/>
              </p14:nvContentPartPr>
              <p14:xfrm>
                <a:off x="8745585" y="4967655"/>
                <a:ext cx="34200" cy="334800"/>
              </p14:xfrm>
            </p:contentPart>
          </mc:Choice>
          <mc:Fallback xmlns="">
            <p:pic>
              <p:nvPicPr>
                <p:cNvPr id="155" name="Ink 154">
                  <a:extLst>
                    <a:ext uri="{FF2B5EF4-FFF2-40B4-BE49-F238E27FC236}">
                      <a16:creationId xmlns:a16="http://schemas.microsoft.com/office/drawing/2014/main" id="{A1D0B168-D534-BE55-B7B1-057DF428E70F}"/>
                    </a:ext>
                  </a:extLst>
                </p:cNvPr>
                <p:cNvPicPr/>
                <p:nvPr/>
              </p:nvPicPr>
              <p:blipFill>
                <a:blip r:embed="rId243"/>
                <a:stretch>
                  <a:fillRect/>
                </a:stretch>
              </p:blipFill>
              <p:spPr>
                <a:xfrm>
                  <a:off x="8739465" y="4961535"/>
                  <a:ext cx="4644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6" name="Ink 155">
                  <a:extLst>
                    <a:ext uri="{FF2B5EF4-FFF2-40B4-BE49-F238E27FC236}">
                      <a16:creationId xmlns:a16="http://schemas.microsoft.com/office/drawing/2014/main" id="{CCA22B4D-F391-A19D-D376-051E6667AF2E}"/>
                    </a:ext>
                  </a:extLst>
                </p14:cNvPr>
                <p14:cNvContentPartPr/>
                <p14:nvPr/>
              </p14:nvContentPartPr>
              <p14:xfrm>
                <a:off x="8889945" y="5164575"/>
                <a:ext cx="186480" cy="167760"/>
              </p14:xfrm>
            </p:contentPart>
          </mc:Choice>
          <mc:Fallback xmlns="">
            <p:pic>
              <p:nvPicPr>
                <p:cNvPr id="156" name="Ink 155">
                  <a:extLst>
                    <a:ext uri="{FF2B5EF4-FFF2-40B4-BE49-F238E27FC236}">
                      <a16:creationId xmlns:a16="http://schemas.microsoft.com/office/drawing/2014/main" id="{CCA22B4D-F391-A19D-D376-051E6667AF2E}"/>
                    </a:ext>
                  </a:extLst>
                </p:cNvPr>
                <p:cNvPicPr/>
                <p:nvPr/>
              </p:nvPicPr>
              <p:blipFill>
                <a:blip r:embed="rId245"/>
                <a:stretch>
                  <a:fillRect/>
                </a:stretch>
              </p:blipFill>
              <p:spPr>
                <a:xfrm>
                  <a:off x="8883825" y="5158455"/>
                  <a:ext cx="1987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7" name="Ink 156">
                  <a:extLst>
                    <a:ext uri="{FF2B5EF4-FFF2-40B4-BE49-F238E27FC236}">
                      <a16:creationId xmlns:a16="http://schemas.microsoft.com/office/drawing/2014/main" id="{ECD37BE6-62BF-AE2F-E4A3-1F12DE68AD14}"/>
                    </a:ext>
                  </a:extLst>
                </p14:cNvPr>
                <p14:cNvContentPartPr/>
                <p14:nvPr/>
              </p14:nvContentPartPr>
              <p14:xfrm>
                <a:off x="9192345" y="4943175"/>
                <a:ext cx="50400" cy="581400"/>
              </p14:xfrm>
            </p:contentPart>
          </mc:Choice>
          <mc:Fallback xmlns="">
            <p:pic>
              <p:nvPicPr>
                <p:cNvPr id="157" name="Ink 156">
                  <a:extLst>
                    <a:ext uri="{FF2B5EF4-FFF2-40B4-BE49-F238E27FC236}">
                      <a16:creationId xmlns:a16="http://schemas.microsoft.com/office/drawing/2014/main" id="{ECD37BE6-62BF-AE2F-E4A3-1F12DE68AD14}"/>
                    </a:ext>
                  </a:extLst>
                </p:cNvPr>
                <p:cNvPicPr/>
                <p:nvPr/>
              </p:nvPicPr>
              <p:blipFill>
                <a:blip r:embed="rId247"/>
                <a:stretch>
                  <a:fillRect/>
                </a:stretch>
              </p:blipFill>
              <p:spPr>
                <a:xfrm>
                  <a:off x="9186225" y="4937055"/>
                  <a:ext cx="62640" cy="5936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8" name="Ink 157">
                  <a:extLst>
                    <a:ext uri="{FF2B5EF4-FFF2-40B4-BE49-F238E27FC236}">
                      <a16:creationId xmlns:a16="http://schemas.microsoft.com/office/drawing/2014/main" id="{E04BEE31-D6C2-123B-CDDE-F11DE11EF3D9}"/>
                    </a:ext>
                  </a:extLst>
                </p14:cNvPr>
                <p14:cNvContentPartPr/>
                <p14:nvPr/>
              </p14:nvContentPartPr>
              <p14:xfrm>
                <a:off x="9263985" y="5216415"/>
                <a:ext cx="145440" cy="145440"/>
              </p14:xfrm>
            </p:contentPart>
          </mc:Choice>
          <mc:Fallback xmlns="">
            <p:pic>
              <p:nvPicPr>
                <p:cNvPr id="158" name="Ink 157">
                  <a:extLst>
                    <a:ext uri="{FF2B5EF4-FFF2-40B4-BE49-F238E27FC236}">
                      <a16:creationId xmlns:a16="http://schemas.microsoft.com/office/drawing/2014/main" id="{E04BEE31-D6C2-123B-CDDE-F11DE11EF3D9}"/>
                    </a:ext>
                  </a:extLst>
                </p:cNvPr>
                <p:cNvPicPr/>
                <p:nvPr/>
              </p:nvPicPr>
              <p:blipFill>
                <a:blip r:embed="rId249"/>
                <a:stretch>
                  <a:fillRect/>
                </a:stretch>
              </p:blipFill>
              <p:spPr>
                <a:xfrm>
                  <a:off x="9257865" y="5210295"/>
                  <a:ext cx="1576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9" name="Ink 158">
                  <a:extLst>
                    <a:ext uri="{FF2B5EF4-FFF2-40B4-BE49-F238E27FC236}">
                      <a16:creationId xmlns:a16="http://schemas.microsoft.com/office/drawing/2014/main" id="{0BD24D20-E7EB-628D-9AFA-DE283EE32575}"/>
                    </a:ext>
                  </a:extLst>
                </p14:cNvPr>
                <p14:cNvContentPartPr/>
                <p14:nvPr/>
              </p14:nvContentPartPr>
              <p14:xfrm>
                <a:off x="9444345" y="5177895"/>
                <a:ext cx="210600" cy="190440"/>
              </p14:xfrm>
            </p:contentPart>
          </mc:Choice>
          <mc:Fallback xmlns="">
            <p:pic>
              <p:nvPicPr>
                <p:cNvPr id="159" name="Ink 158">
                  <a:extLst>
                    <a:ext uri="{FF2B5EF4-FFF2-40B4-BE49-F238E27FC236}">
                      <a16:creationId xmlns:a16="http://schemas.microsoft.com/office/drawing/2014/main" id="{0BD24D20-E7EB-628D-9AFA-DE283EE32575}"/>
                    </a:ext>
                  </a:extLst>
                </p:cNvPr>
                <p:cNvPicPr/>
                <p:nvPr/>
              </p:nvPicPr>
              <p:blipFill>
                <a:blip r:embed="rId251"/>
                <a:stretch>
                  <a:fillRect/>
                </a:stretch>
              </p:blipFill>
              <p:spPr>
                <a:xfrm>
                  <a:off x="9438225" y="5171775"/>
                  <a:ext cx="22284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2" name="Ink 161">
                  <a:extLst>
                    <a:ext uri="{FF2B5EF4-FFF2-40B4-BE49-F238E27FC236}">
                      <a16:creationId xmlns:a16="http://schemas.microsoft.com/office/drawing/2014/main" id="{C99901C0-D7EE-C7C9-F69A-2CA9710EA861}"/>
                    </a:ext>
                  </a:extLst>
                </p14:cNvPr>
                <p14:cNvContentPartPr/>
                <p14:nvPr/>
              </p14:nvContentPartPr>
              <p14:xfrm>
                <a:off x="9558825" y="4803135"/>
                <a:ext cx="398520" cy="930240"/>
              </p14:xfrm>
            </p:contentPart>
          </mc:Choice>
          <mc:Fallback xmlns="">
            <p:pic>
              <p:nvPicPr>
                <p:cNvPr id="162" name="Ink 161">
                  <a:extLst>
                    <a:ext uri="{FF2B5EF4-FFF2-40B4-BE49-F238E27FC236}">
                      <a16:creationId xmlns:a16="http://schemas.microsoft.com/office/drawing/2014/main" id="{C99901C0-D7EE-C7C9-F69A-2CA9710EA861}"/>
                    </a:ext>
                  </a:extLst>
                </p:cNvPr>
                <p:cNvPicPr/>
                <p:nvPr/>
              </p:nvPicPr>
              <p:blipFill>
                <a:blip r:embed="rId253"/>
                <a:stretch>
                  <a:fillRect/>
                </a:stretch>
              </p:blipFill>
              <p:spPr>
                <a:xfrm>
                  <a:off x="9552705" y="4797015"/>
                  <a:ext cx="410760" cy="9424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4" name="Ink 163">
                  <a:extLst>
                    <a:ext uri="{FF2B5EF4-FFF2-40B4-BE49-F238E27FC236}">
                      <a16:creationId xmlns:a16="http://schemas.microsoft.com/office/drawing/2014/main" id="{443044E9-3244-8B2F-D60C-F750752A2725}"/>
                    </a:ext>
                  </a:extLst>
                </p14:cNvPr>
                <p14:cNvContentPartPr/>
                <p14:nvPr/>
              </p14:nvContentPartPr>
              <p14:xfrm>
                <a:off x="5623305" y="5223975"/>
                <a:ext cx="9360" cy="18720"/>
              </p14:xfrm>
            </p:contentPart>
          </mc:Choice>
          <mc:Fallback xmlns="">
            <p:pic>
              <p:nvPicPr>
                <p:cNvPr id="164" name="Ink 163">
                  <a:extLst>
                    <a:ext uri="{FF2B5EF4-FFF2-40B4-BE49-F238E27FC236}">
                      <a16:creationId xmlns:a16="http://schemas.microsoft.com/office/drawing/2014/main" id="{443044E9-3244-8B2F-D60C-F750752A2725}"/>
                    </a:ext>
                  </a:extLst>
                </p:cNvPr>
                <p:cNvPicPr/>
                <p:nvPr/>
              </p:nvPicPr>
              <p:blipFill>
                <a:blip r:embed="rId255"/>
                <a:stretch>
                  <a:fillRect/>
                </a:stretch>
              </p:blipFill>
              <p:spPr>
                <a:xfrm>
                  <a:off x="5617185" y="5217855"/>
                  <a:ext cx="216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65" name="Ink 164">
                  <a:extLst>
                    <a:ext uri="{FF2B5EF4-FFF2-40B4-BE49-F238E27FC236}">
                      <a16:creationId xmlns:a16="http://schemas.microsoft.com/office/drawing/2014/main" id="{7BBE3ABC-DB8B-5DD7-62CF-9E979A592F5E}"/>
                    </a:ext>
                  </a:extLst>
                </p14:cNvPr>
                <p14:cNvContentPartPr/>
                <p14:nvPr/>
              </p14:nvContentPartPr>
              <p14:xfrm>
                <a:off x="5539065" y="5162055"/>
                <a:ext cx="82440" cy="891000"/>
              </p14:xfrm>
            </p:contentPart>
          </mc:Choice>
          <mc:Fallback xmlns="">
            <p:pic>
              <p:nvPicPr>
                <p:cNvPr id="165" name="Ink 164">
                  <a:extLst>
                    <a:ext uri="{FF2B5EF4-FFF2-40B4-BE49-F238E27FC236}">
                      <a16:creationId xmlns:a16="http://schemas.microsoft.com/office/drawing/2014/main" id="{7BBE3ABC-DB8B-5DD7-62CF-9E979A592F5E}"/>
                    </a:ext>
                  </a:extLst>
                </p:cNvPr>
                <p:cNvPicPr/>
                <p:nvPr/>
              </p:nvPicPr>
              <p:blipFill>
                <a:blip r:embed="rId257"/>
                <a:stretch>
                  <a:fillRect/>
                </a:stretch>
              </p:blipFill>
              <p:spPr>
                <a:xfrm>
                  <a:off x="5532945" y="5155935"/>
                  <a:ext cx="94680" cy="9032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6" name="Ink 165">
                  <a:extLst>
                    <a:ext uri="{FF2B5EF4-FFF2-40B4-BE49-F238E27FC236}">
                      <a16:creationId xmlns:a16="http://schemas.microsoft.com/office/drawing/2014/main" id="{F46A8BE7-C44A-309A-698C-F589DEFF24F4}"/>
                    </a:ext>
                  </a:extLst>
                </p14:cNvPr>
                <p14:cNvContentPartPr/>
                <p14:nvPr/>
              </p14:nvContentPartPr>
              <p14:xfrm>
                <a:off x="5655345" y="4452495"/>
                <a:ext cx="4832640" cy="1891440"/>
              </p14:xfrm>
            </p:contentPart>
          </mc:Choice>
          <mc:Fallback xmlns="">
            <p:pic>
              <p:nvPicPr>
                <p:cNvPr id="166" name="Ink 165">
                  <a:extLst>
                    <a:ext uri="{FF2B5EF4-FFF2-40B4-BE49-F238E27FC236}">
                      <a16:creationId xmlns:a16="http://schemas.microsoft.com/office/drawing/2014/main" id="{F46A8BE7-C44A-309A-698C-F589DEFF24F4}"/>
                    </a:ext>
                  </a:extLst>
                </p:cNvPr>
                <p:cNvPicPr/>
                <p:nvPr/>
              </p:nvPicPr>
              <p:blipFill>
                <a:blip r:embed="rId259"/>
                <a:stretch>
                  <a:fillRect/>
                </a:stretch>
              </p:blipFill>
              <p:spPr>
                <a:xfrm>
                  <a:off x="5649225" y="4446375"/>
                  <a:ext cx="4844880" cy="19036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8" name="Ink 167">
                  <a:extLst>
                    <a:ext uri="{FF2B5EF4-FFF2-40B4-BE49-F238E27FC236}">
                      <a16:creationId xmlns:a16="http://schemas.microsoft.com/office/drawing/2014/main" id="{3B573A91-8D22-0F4A-1BE2-F9C0B37E3543}"/>
                    </a:ext>
                  </a:extLst>
                </p14:cNvPr>
                <p14:cNvContentPartPr/>
                <p14:nvPr/>
              </p14:nvContentPartPr>
              <p14:xfrm>
                <a:off x="5511345" y="6054135"/>
                <a:ext cx="4871880" cy="646200"/>
              </p14:xfrm>
            </p:contentPart>
          </mc:Choice>
          <mc:Fallback xmlns="">
            <p:pic>
              <p:nvPicPr>
                <p:cNvPr id="168" name="Ink 167">
                  <a:extLst>
                    <a:ext uri="{FF2B5EF4-FFF2-40B4-BE49-F238E27FC236}">
                      <a16:creationId xmlns:a16="http://schemas.microsoft.com/office/drawing/2014/main" id="{3B573A91-8D22-0F4A-1BE2-F9C0B37E3543}"/>
                    </a:ext>
                  </a:extLst>
                </p:cNvPr>
                <p:cNvPicPr/>
                <p:nvPr/>
              </p:nvPicPr>
              <p:blipFill>
                <a:blip r:embed="rId261"/>
                <a:stretch>
                  <a:fillRect/>
                </a:stretch>
              </p:blipFill>
              <p:spPr>
                <a:xfrm>
                  <a:off x="5505225" y="6048015"/>
                  <a:ext cx="4884120" cy="6584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9" name="Ink 168">
                  <a:extLst>
                    <a:ext uri="{FF2B5EF4-FFF2-40B4-BE49-F238E27FC236}">
                      <a16:creationId xmlns:a16="http://schemas.microsoft.com/office/drawing/2014/main" id="{DE1CB6AB-5A0C-263E-A5F5-ADAC6D7932B0}"/>
                    </a:ext>
                  </a:extLst>
                </p14:cNvPr>
                <p14:cNvContentPartPr/>
                <p14:nvPr/>
              </p14:nvContentPartPr>
              <p14:xfrm>
                <a:off x="10786425" y="5239815"/>
                <a:ext cx="585000" cy="223560"/>
              </p14:xfrm>
            </p:contentPart>
          </mc:Choice>
          <mc:Fallback xmlns="">
            <p:pic>
              <p:nvPicPr>
                <p:cNvPr id="169" name="Ink 168">
                  <a:extLst>
                    <a:ext uri="{FF2B5EF4-FFF2-40B4-BE49-F238E27FC236}">
                      <a16:creationId xmlns:a16="http://schemas.microsoft.com/office/drawing/2014/main" id="{DE1CB6AB-5A0C-263E-A5F5-ADAC6D7932B0}"/>
                    </a:ext>
                  </a:extLst>
                </p:cNvPr>
                <p:cNvPicPr/>
                <p:nvPr/>
              </p:nvPicPr>
              <p:blipFill>
                <a:blip r:embed="rId263"/>
                <a:stretch>
                  <a:fillRect/>
                </a:stretch>
              </p:blipFill>
              <p:spPr>
                <a:xfrm>
                  <a:off x="10780305" y="5233695"/>
                  <a:ext cx="5972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70" name="Ink 169">
                  <a:extLst>
                    <a:ext uri="{FF2B5EF4-FFF2-40B4-BE49-F238E27FC236}">
                      <a16:creationId xmlns:a16="http://schemas.microsoft.com/office/drawing/2014/main" id="{E2ADEC08-9543-33D1-A478-8EBD781E1B7C}"/>
                    </a:ext>
                  </a:extLst>
                </p14:cNvPr>
                <p14:cNvContentPartPr/>
                <p14:nvPr/>
              </p14:nvContentPartPr>
              <p14:xfrm>
                <a:off x="10932585" y="5297055"/>
                <a:ext cx="729720" cy="263160"/>
              </p14:xfrm>
            </p:contentPart>
          </mc:Choice>
          <mc:Fallback xmlns="">
            <p:pic>
              <p:nvPicPr>
                <p:cNvPr id="170" name="Ink 169">
                  <a:extLst>
                    <a:ext uri="{FF2B5EF4-FFF2-40B4-BE49-F238E27FC236}">
                      <a16:creationId xmlns:a16="http://schemas.microsoft.com/office/drawing/2014/main" id="{E2ADEC08-9543-33D1-A478-8EBD781E1B7C}"/>
                    </a:ext>
                  </a:extLst>
                </p:cNvPr>
                <p:cNvPicPr/>
                <p:nvPr/>
              </p:nvPicPr>
              <p:blipFill>
                <a:blip r:embed="rId265"/>
                <a:stretch>
                  <a:fillRect/>
                </a:stretch>
              </p:blipFill>
              <p:spPr>
                <a:xfrm>
                  <a:off x="10926465" y="5290935"/>
                  <a:ext cx="741960" cy="275400"/>
                </a:xfrm>
                <a:prstGeom prst="rect">
                  <a:avLst/>
                </a:prstGeom>
              </p:spPr>
            </p:pic>
          </mc:Fallback>
        </mc:AlternateContent>
      </p:grpSp>
      <p:grpSp>
        <p:nvGrpSpPr>
          <p:cNvPr id="9" name="Group 8">
            <a:extLst>
              <a:ext uri="{FF2B5EF4-FFF2-40B4-BE49-F238E27FC236}">
                <a16:creationId xmlns:a16="http://schemas.microsoft.com/office/drawing/2014/main" id="{1EB8A238-07BF-E3EA-B668-31191F39BF99}"/>
              </a:ext>
            </a:extLst>
          </p:cNvPr>
          <p:cNvGrpSpPr/>
          <p:nvPr/>
        </p:nvGrpSpPr>
        <p:grpSpPr>
          <a:xfrm>
            <a:off x="1373515" y="3201860"/>
            <a:ext cx="4744080" cy="220680"/>
            <a:chOff x="1373515" y="3201860"/>
            <a:chExt cx="4744080" cy="220680"/>
          </a:xfrm>
        </p:grpSpPr>
        <mc:AlternateContent xmlns:mc="http://schemas.openxmlformats.org/markup-compatibility/2006">
          <mc:Choice xmlns:p14="http://schemas.microsoft.com/office/powerpoint/2010/main" Requires="p14">
            <p:contentPart p14:bwMode="auto" r:id="rId266">
              <p14:nvContentPartPr>
                <p14:cNvPr id="7" name="Ink 6">
                  <a:extLst>
                    <a:ext uri="{FF2B5EF4-FFF2-40B4-BE49-F238E27FC236}">
                      <a16:creationId xmlns:a16="http://schemas.microsoft.com/office/drawing/2014/main" id="{EE91DF6D-E54E-9B34-E247-3B8AF0C8B88B}"/>
                    </a:ext>
                  </a:extLst>
                </p14:cNvPr>
                <p14:cNvContentPartPr/>
                <p14:nvPr/>
              </p14:nvContentPartPr>
              <p14:xfrm>
                <a:off x="1373515" y="3333260"/>
                <a:ext cx="1736280" cy="89280"/>
              </p14:xfrm>
            </p:contentPart>
          </mc:Choice>
          <mc:Fallback>
            <p:pic>
              <p:nvPicPr>
                <p:cNvPr id="7" name="Ink 6">
                  <a:extLst>
                    <a:ext uri="{FF2B5EF4-FFF2-40B4-BE49-F238E27FC236}">
                      <a16:creationId xmlns:a16="http://schemas.microsoft.com/office/drawing/2014/main" id="{EE91DF6D-E54E-9B34-E247-3B8AF0C8B88B}"/>
                    </a:ext>
                  </a:extLst>
                </p:cNvPr>
                <p:cNvPicPr/>
                <p:nvPr/>
              </p:nvPicPr>
              <p:blipFill>
                <a:blip r:embed="rId267"/>
                <a:stretch>
                  <a:fillRect/>
                </a:stretch>
              </p:blipFill>
              <p:spPr>
                <a:xfrm>
                  <a:off x="1367395" y="3327140"/>
                  <a:ext cx="174852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8" name="Ink 7">
                  <a:extLst>
                    <a:ext uri="{FF2B5EF4-FFF2-40B4-BE49-F238E27FC236}">
                      <a16:creationId xmlns:a16="http://schemas.microsoft.com/office/drawing/2014/main" id="{46DEE19B-06D4-AED4-F0D2-EA7A106EC24F}"/>
                    </a:ext>
                  </a:extLst>
                </p14:cNvPr>
                <p14:cNvContentPartPr/>
                <p14:nvPr/>
              </p14:nvContentPartPr>
              <p14:xfrm>
                <a:off x="4641595" y="3201860"/>
                <a:ext cx="1476000" cy="110160"/>
              </p14:xfrm>
            </p:contentPart>
          </mc:Choice>
          <mc:Fallback>
            <p:pic>
              <p:nvPicPr>
                <p:cNvPr id="8" name="Ink 7">
                  <a:extLst>
                    <a:ext uri="{FF2B5EF4-FFF2-40B4-BE49-F238E27FC236}">
                      <a16:creationId xmlns:a16="http://schemas.microsoft.com/office/drawing/2014/main" id="{46DEE19B-06D4-AED4-F0D2-EA7A106EC24F}"/>
                    </a:ext>
                  </a:extLst>
                </p:cNvPr>
                <p:cNvPicPr/>
                <p:nvPr/>
              </p:nvPicPr>
              <p:blipFill>
                <a:blip r:embed="rId269"/>
                <a:stretch>
                  <a:fillRect/>
                </a:stretch>
              </p:blipFill>
              <p:spPr>
                <a:xfrm>
                  <a:off x="4635475" y="3195740"/>
                  <a:ext cx="1488240" cy="122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70">
            <p14:nvContentPartPr>
              <p14:cNvPr id="73" name="Ink 72">
                <a:extLst>
                  <a:ext uri="{FF2B5EF4-FFF2-40B4-BE49-F238E27FC236}">
                    <a16:creationId xmlns:a16="http://schemas.microsoft.com/office/drawing/2014/main" id="{4E792286-A95A-F936-0087-86643F9EDF51}"/>
                  </a:ext>
                </a:extLst>
              </p14:cNvPr>
              <p14:cNvContentPartPr/>
              <p14:nvPr/>
            </p14:nvContentPartPr>
            <p14:xfrm>
              <a:off x="9730195" y="5071700"/>
              <a:ext cx="97920" cy="411480"/>
            </p14:xfrm>
          </p:contentPart>
        </mc:Choice>
        <mc:Fallback>
          <p:pic>
            <p:nvPicPr>
              <p:cNvPr id="73" name="Ink 72">
                <a:extLst>
                  <a:ext uri="{FF2B5EF4-FFF2-40B4-BE49-F238E27FC236}">
                    <a16:creationId xmlns:a16="http://schemas.microsoft.com/office/drawing/2014/main" id="{4E792286-A95A-F936-0087-86643F9EDF51}"/>
                  </a:ext>
                </a:extLst>
              </p:cNvPr>
              <p:cNvPicPr/>
              <p:nvPr/>
            </p:nvPicPr>
            <p:blipFill>
              <a:blip r:embed="rId271"/>
              <a:stretch>
                <a:fillRect/>
              </a:stretch>
            </p:blipFill>
            <p:spPr>
              <a:xfrm>
                <a:off x="9724075" y="5065580"/>
                <a:ext cx="110160" cy="42372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99" name="Ink 98">
                <a:extLst>
                  <a:ext uri="{FF2B5EF4-FFF2-40B4-BE49-F238E27FC236}">
                    <a16:creationId xmlns:a16="http://schemas.microsoft.com/office/drawing/2014/main" id="{C91FE555-2D0D-5802-A3EE-98F40BA14A4F}"/>
                  </a:ext>
                </a:extLst>
              </p14:cNvPr>
              <p14:cNvContentPartPr/>
              <p14:nvPr/>
            </p14:nvContentPartPr>
            <p14:xfrm>
              <a:off x="9575395" y="4807100"/>
              <a:ext cx="475560" cy="1230480"/>
            </p14:xfrm>
          </p:contentPart>
        </mc:Choice>
        <mc:Fallback>
          <p:pic>
            <p:nvPicPr>
              <p:cNvPr id="99" name="Ink 98">
                <a:extLst>
                  <a:ext uri="{FF2B5EF4-FFF2-40B4-BE49-F238E27FC236}">
                    <a16:creationId xmlns:a16="http://schemas.microsoft.com/office/drawing/2014/main" id="{C91FE555-2D0D-5802-A3EE-98F40BA14A4F}"/>
                  </a:ext>
                </a:extLst>
              </p:cNvPr>
              <p:cNvPicPr/>
              <p:nvPr/>
            </p:nvPicPr>
            <p:blipFill>
              <a:blip r:embed="rId273"/>
              <a:stretch>
                <a:fillRect/>
              </a:stretch>
            </p:blipFill>
            <p:spPr>
              <a:xfrm>
                <a:off x="9569275" y="4800980"/>
                <a:ext cx="487800" cy="1242720"/>
              </a:xfrm>
              <a:prstGeom prst="rect">
                <a:avLst/>
              </a:prstGeom>
            </p:spPr>
          </p:pic>
        </mc:Fallback>
      </mc:AlternateContent>
      <p:grpSp>
        <p:nvGrpSpPr>
          <p:cNvPr id="110" name="Group 109">
            <a:extLst>
              <a:ext uri="{FF2B5EF4-FFF2-40B4-BE49-F238E27FC236}">
                <a16:creationId xmlns:a16="http://schemas.microsoft.com/office/drawing/2014/main" id="{625BA9D8-EE05-6A5D-B2E1-CC69194C018C}"/>
              </a:ext>
            </a:extLst>
          </p:cNvPr>
          <p:cNvGrpSpPr/>
          <p:nvPr/>
        </p:nvGrpSpPr>
        <p:grpSpPr>
          <a:xfrm>
            <a:off x="7277515" y="4911140"/>
            <a:ext cx="933840" cy="1426320"/>
            <a:chOff x="7277515" y="4911140"/>
            <a:chExt cx="933840" cy="1426320"/>
          </a:xfrm>
        </p:grpSpPr>
        <mc:AlternateContent xmlns:mc="http://schemas.openxmlformats.org/markup-compatibility/2006">
          <mc:Choice xmlns:p14="http://schemas.microsoft.com/office/powerpoint/2010/main" Requires="p14">
            <p:contentPart p14:bwMode="auto" r:id="rId274">
              <p14:nvContentPartPr>
                <p14:cNvPr id="10" name="Ink 9">
                  <a:extLst>
                    <a:ext uri="{FF2B5EF4-FFF2-40B4-BE49-F238E27FC236}">
                      <a16:creationId xmlns:a16="http://schemas.microsoft.com/office/drawing/2014/main" id="{4F55AD7B-390E-5664-5C08-9A4A12F72374}"/>
                    </a:ext>
                  </a:extLst>
                </p14:cNvPr>
                <p14:cNvContentPartPr/>
                <p14:nvPr/>
              </p14:nvContentPartPr>
              <p14:xfrm>
                <a:off x="7363195" y="6129740"/>
                <a:ext cx="17280" cy="47160"/>
              </p14:xfrm>
            </p:contentPart>
          </mc:Choice>
          <mc:Fallback>
            <p:pic>
              <p:nvPicPr>
                <p:cNvPr id="10" name="Ink 9">
                  <a:extLst>
                    <a:ext uri="{FF2B5EF4-FFF2-40B4-BE49-F238E27FC236}">
                      <a16:creationId xmlns:a16="http://schemas.microsoft.com/office/drawing/2014/main" id="{4F55AD7B-390E-5664-5C08-9A4A12F72374}"/>
                    </a:ext>
                  </a:extLst>
                </p:cNvPr>
                <p:cNvPicPr/>
                <p:nvPr/>
              </p:nvPicPr>
              <p:blipFill>
                <a:blip r:embed="rId275"/>
                <a:stretch>
                  <a:fillRect/>
                </a:stretch>
              </p:blipFill>
              <p:spPr>
                <a:xfrm>
                  <a:off x="7357075" y="6123620"/>
                  <a:ext cx="2952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1" name="Ink 10">
                  <a:extLst>
                    <a:ext uri="{FF2B5EF4-FFF2-40B4-BE49-F238E27FC236}">
                      <a16:creationId xmlns:a16="http://schemas.microsoft.com/office/drawing/2014/main" id="{779F835D-AA5E-797C-8C90-8AFEE808165B}"/>
                    </a:ext>
                  </a:extLst>
                </p14:cNvPr>
                <p14:cNvContentPartPr/>
                <p14:nvPr/>
              </p14:nvContentPartPr>
              <p14:xfrm>
                <a:off x="7277515" y="6312260"/>
                <a:ext cx="54720" cy="25200"/>
              </p14:xfrm>
            </p:contentPart>
          </mc:Choice>
          <mc:Fallback>
            <p:pic>
              <p:nvPicPr>
                <p:cNvPr id="11" name="Ink 10">
                  <a:extLst>
                    <a:ext uri="{FF2B5EF4-FFF2-40B4-BE49-F238E27FC236}">
                      <a16:creationId xmlns:a16="http://schemas.microsoft.com/office/drawing/2014/main" id="{779F835D-AA5E-797C-8C90-8AFEE808165B}"/>
                    </a:ext>
                  </a:extLst>
                </p:cNvPr>
                <p:cNvPicPr/>
                <p:nvPr/>
              </p:nvPicPr>
              <p:blipFill>
                <a:blip r:embed="rId277"/>
                <a:stretch>
                  <a:fillRect/>
                </a:stretch>
              </p:blipFill>
              <p:spPr>
                <a:xfrm>
                  <a:off x="7271395" y="6306140"/>
                  <a:ext cx="6696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37" name="Ink 36">
                  <a:extLst>
                    <a:ext uri="{FF2B5EF4-FFF2-40B4-BE49-F238E27FC236}">
                      <a16:creationId xmlns:a16="http://schemas.microsoft.com/office/drawing/2014/main" id="{A2E531EB-F621-040C-AA39-B2753C599AF3}"/>
                    </a:ext>
                  </a:extLst>
                </p14:cNvPr>
                <p14:cNvContentPartPr/>
                <p14:nvPr/>
              </p14:nvContentPartPr>
              <p14:xfrm>
                <a:off x="7375435" y="4961180"/>
                <a:ext cx="59400" cy="57960"/>
              </p14:xfrm>
            </p:contentPart>
          </mc:Choice>
          <mc:Fallback>
            <p:pic>
              <p:nvPicPr>
                <p:cNvPr id="37" name="Ink 36">
                  <a:extLst>
                    <a:ext uri="{FF2B5EF4-FFF2-40B4-BE49-F238E27FC236}">
                      <a16:creationId xmlns:a16="http://schemas.microsoft.com/office/drawing/2014/main" id="{A2E531EB-F621-040C-AA39-B2753C599AF3}"/>
                    </a:ext>
                  </a:extLst>
                </p:cNvPr>
                <p:cNvPicPr/>
                <p:nvPr/>
              </p:nvPicPr>
              <p:blipFill>
                <a:blip r:embed="rId279"/>
                <a:stretch>
                  <a:fillRect/>
                </a:stretch>
              </p:blipFill>
              <p:spPr>
                <a:xfrm>
                  <a:off x="7369315" y="4955060"/>
                  <a:ext cx="7164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38" name="Ink 37">
                  <a:extLst>
                    <a:ext uri="{FF2B5EF4-FFF2-40B4-BE49-F238E27FC236}">
                      <a16:creationId xmlns:a16="http://schemas.microsoft.com/office/drawing/2014/main" id="{4DF3BDD7-B7A3-7D68-1D70-EF8B95A5B789}"/>
                    </a:ext>
                  </a:extLst>
                </p14:cNvPr>
                <p14:cNvContentPartPr/>
                <p14:nvPr/>
              </p14:nvContentPartPr>
              <p14:xfrm>
                <a:off x="7896355" y="5002220"/>
                <a:ext cx="223200" cy="599760"/>
              </p14:xfrm>
            </p:contentPart>
          </mc:Choice>
          <mc:Fallback>
            <p:pic>
              <p:nvPicPr>
                <p:cNvPr id="38" name="Ink 37">
                  <a:extLst>
                    <a:ext uri="{FF2B5EF4-FFF2-40B4-BE49-F238E27FC236}">
                      <a16:creationId xmlns:a16="http://schemas.microsoft.com/office/drawing/2014/main" id="{4DF3BDD7-B7A3-7D68-1D70-EF8B95A5B789}"/>
                    </a:ext>
                  </a:extLst>
                </p:cNvPr>
                <p:cNvPicPr/>
                <p:nvPr/>
              </p:nvPicPr>
              <p:blipFill>
                <a:blip r:embed="rId281"/>
                <a:stretch>
                  <a:fillRect/>
                </a:stretch>
              </p:blipFill>
              <p:spPr>
                <a:xfrm>
                  <a:off x="7890235" y="4996100"/>
                  <a:ext cx="235440" cy="6120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01" name="Ink 100">
                  <a:extLst>
                    <a:ext uri="{FF2B5EF4-FFF2-40B4-BE49-F238E27FC236}">
                      <a16:creationId xmlns:a16="http://schemas.microsoft.com/office/drawing/2014/main" id="{A0FD8042-277D-2FBF-071B-0DD3347413FF}"/>
                    </a:ext>
                  </a:extLst>
                </p14:cNvPr>
                <p14:cNvContentPartPr/>
                <p14:nvPr/>
              </p14:nvContentPartPr>
              <p14:xfrm>
                <a:off x="7723915" y="4911140"/>
                <a:ext cx="487440" cy="1210320"/>
              </p14:xfrm>
            </p:contentPart>
          </mc:Choice>
          <mc:Fallback>
            <p:pic>
              <p:nvPicPr>
                <p:cNvPr id="101" name="Ink 100">
                  <a:extLst>
                    <a:ext uri="{FF2B5EF4-FFF2-40B4-BE49-F238E27FC236}">
                      <a16:creationId xmlns:a16="http://schemas.microsoft.com/office/drawing/2014/main" id="{A0FD8042-277D-2FBF-071B-0DD3347413FF}"/>
                    </a:ext>
                  </a:extLst>
                </p:cNvPr>
                <p:cNvPicPr/>
                <p:nvPr/>
              </p:nvPicPr>
              <p:blipFill>
                <a:blip r:embed="rId283"/>
                <a:stretch>
                  <a:fillRect/>
                </a:stretch>
              </p:blipFill>
              <p:spPr>
                <a:xfrm>
                  <a:off x="7717795" y="4905020"/>
                  <a:ext cx="499680" cy="1222560"/>
                </a:xfrm>
                <a:prstGeom prst="rect">
                  <a:avLst/>
                </a:prstGeom>
              </p:spPr>
            </p:pic>
          </mc:Fallback>
        </mc:AlternateContent>
      </p:grpSp>
      <p:grpSp>
        <p:nvGrpSpPr>
          <p:cNvPr id="125" name="Group 124">
            <a:extLst>
              <a:ext uri="{FF2B5EF4-FFF2-40B4-BE49-F238E27FC236}">
                <a16:creationId xmlns:a16="http://schemas.microsoft.com/office/drawing/2014/main" id="{FB86A222-CC97-B415-40A9-D3AC8AD7CDD2}"/>
              </a:ext>
            </a:extLst>
          </p:cNvPr>
          <p:cNvGrpSpPr/>
          <p:nvPr/>
        </p:nvGrpSpPr>
        <p:grpSpPr>
          <a:xfrm>
            <a:off x="8121715" y="6060620"/>
            <a:ext cx="870840" cy="138240"/>
            <a:chOff x="8121715" y="6060620"/>
            <a:chExt cx="870840" cy="138240"/>
          </a:xfrm>
        </p:grpSpPr>
        <mc:AlternateContent xmlns:mc="http://schemas.openxmlformats.org/markup-compatibility/2006">
          <mc:Choice xmlns:p14="http://schemas.microsoft.com/office/powerpoint/2010/main" Requires="p14">
            <p:contentPart p14:bwMode="auto" r:id="rId284">
              <p14:nvContentPartPr>
                <p14:cNvPr id="111" name="Ink 110">
                  <a:extLst>
                    <a:ext uri="{FF2B5EF4-FFF2-40B4-BE49-F238E27FC236}">
                      <a16:creationId xmlns:a16="http://schemas.microsoft.com/office/drawing/2014/main" id="{0A90901E-6EE0-D1F0-1BAD-1DBC9A6592B6}"/>
                    </a:ext>
                  </a:extLst>
                </p14:cNvPr>
                <p14:cNvContentPartPr/>
                <p14:nvPr/>
              </p14:nvContentPartPr>
              <p14:xfrm>
                <a:off x="8121715" y="6075740"/>
                <a:ext cx="516600" cy="123120"/>
              </p14:xfrm>
            </p:contentPart>
          </mc:Choice>
          <mc:Fallback>
            <p:pic>
              <p:nvPicPr>
                <p:cNvPr id="111" name="Ink 110">
                  <a:extLst>
                    <a:ext uri="{FF2B5EF4-FFF2-40B4-BE49-F238E27FC236}">
                      <a16:creationId xmlns:a16="http://schemas.microsoft.com/office/drawing/2014/main" id="{0A90901E-6EE0-D1F0-1BAD-1DBC9A6592B6}"/>
                    </a:ext>
                  </a:extLst>
                </p:cNvPr>
                <p:cNvPicPr/>
                <p:nvPr/>
              </p:nvPicPr>
              <p:blipFill>
                <a:blip r:embed="rId285"/>
                <a:stretch>
                  <a:fillRect/>
                </a:stretch>
              </p:blipFill>
              <p:spPr>
                <a:xfrm>
                  <a:off x="8115595" y="6069620"/>
                  <a:ext cx="52884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15" name="Ink 114">
                  <a:extLst>
                    <a:ext uri="{FF2B5EF4-FFF2-40B4-BE49-F238E27FC236}">
                      <a16:creationId xmlns:a16="http://schemas.microsoft.com/office/drawing/2014/main" id="{BFD33782-94DE-A8F8-D86F-7ACD354D4264}"/>
                    </a:ext>
                  </a:extLst>
                </p14:cNvPr>
                <p14:cNvContentPartPr/>
                <p14:nvPr/>
              </p14:nvContentPartPr>
              <p14:xfrm>
                <a:off x="8620315" y="6060620"/>
                <a:ext cx="372240" cy="109440"/>
              </p14:xfrm>
            </p:contentPart>
          </mc:Choice>
          <mc:Fallback>
            <p:pic>
              <p:nvPicPr>
                <p:cNvPr id="115" name="Ink 114">
                  <a:extLst>
                    <a:ext uri="{FF2B5EF4-FFF2-40B4-BE49-F238E27FC236}">
                      <a16:creationId xmlns:a16="http://schemas.microsoft.com/office/drawing/2014/main" id="{BFD33782-94DE-A8F8-D86F-7ACD354D4264}"/>
                    </a:ext>
                  </a:extLst>
                </p:cNvPr>
                <p:cNvPicPr/>
                <p:nvPr/>
              </p:nvPicPr>
              <p:blipFill>
                <a:blip r:embed="rId287"/>
                <a:stretch>
                  <a:fillRect/>
                </a:stretch>
              </p:blipFill>
              <p:spPr>
                <a:xfrm>
                  <a:off x="8614195" y="6054500"/>
                  <a:ext cx="384480" cy="121680"/>
                </a:xfrm>
                <a:prstGeom prst="rect">
                  <a:avLst/>
                </a:prstGeom>
              </p:spPr>
            </p:pic>
          </mc:Fallback>
        </mc:AlternateContent>
      </p:grpSp>
      <p:grpSp>
        <p:nvGrpSpPr>
          <p:cNvPr id="137" name="Group 136">
            <a:extLst>
              <a:ext uri="{FF2B5EF4-FFF2-40B4-BE49-F238E27FC236}">
                <a16:creationId xmlns:a16="http://schemas.microsoft.com/office/drawing/2014/main" id="{4D665D4A-B8D7-C744-F0D3-D3D4BE643FC9}"/>
              </a:ext>
            </a:extLst>
          </p:cNvPr>
          <p:cNvGrpSpPr/>
          <p:nvPr/>
        </p:nvGrpSpPr>
        <p:grpSpPr>
          <a:xfrm>
            <a:off x="8004355" y="1275500"/>
            <a:ext cx="2948760" cy="165960"/>
            <a:chOff x="8004355" y="1275500"/>
            <a:chExt cx="2948760" cy="165960"/>
          </a:xfrm>
        </p:grpSpPr>
        <mc:AlternateContent xmlns:mc="http://schemas.openxmlformats.org/markup-compatibility/2006">
          <mc:Choice xmlns:p14="http://schemas.microsoft.com/office/powerpoint/2010/main" Requires="p14">
            <p:contentPart p14:bwMode="auto" r:id="rId288">
              <p14:nvContentPartPr>
                <p14:cNvPr id="132" name="Ink 131">
                  <a:extLst>
                    <a:ext uri="{FF2B5EF4-FFF2-40B4-BE49-F238E27FC236}">
                      <a16:creationId xmlns:a16="http://schemas.microsoft.com/office/drawing/2014/main" id="{75BF1D20-7E91-F63A-4621-EB20BFA23A46}"/>
                    </a:ext>
                  </a:extLst>
                </p14:cNvPr>
                <p14:cNvContentPartPr/>
                <p14:nvPr/>
              </p14:nvContentPartPr>
              <p14:xfrm>
                <a:off x="8163835" y="1387100"/>
                <a:ext cx="156600" cy="16920"/>
              </p14:xfrm>
            </p:contentPart>
          </mc:Choice>
          <mc:Fallback>
            <p:pic>
              <p:nvPicPr>
                <p:cNvPr id="132" name="Ink 131">
                  <a:extLst>
                    <a:ext uri="{FF2B5EF4-FFF2-40B4-BE49-F238E27FC236}">
                      <a16:creationId xmlns:a16="http://schemas.microsoft.com/office/drawing/2014/main" id="{75BF1D20-7E91-F63A-4621-EB20BFA23A46}"/>
                    </a:ext>
                  </a:extLst>
                </p:cNvPr>
                <p:cNvPicPr/>
                <p:nvPr/>
              </p:nvPicPr>
              <p:blipFill>
                <a:blip r:embed="rId289"/>
                <a:stretch>
                  <a:fillRect/>
                </a:stretch>
              </p:blipFill>
              <p:spPr>
                <a:xfrm>
                  <a:off x="8157715" y="1380980"/>
                  <a:ext cx="1688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34" name="Ink 133">
                  <a:extLst>
                    <a:ext uri="{FF2B5EF4-FFF2-40B4-BE49-F238E27FC236}">
                      <a16:creationId xmlns:a16="http://schemas.microsoft.com/office/drawing/2014/main" id="{1BBDE092-BF1F-7A02-8961-5AA0D304DE96}"/>
                    </a:ext>
                  </a:extLst>
                </p14:cNvPr>
                <p14:cNvContentPartPr/>
                <p14:nvPr/>
              </p14:nvContentPartPr>
              <p14:xfrm>
                <a:off x="8004355" y="1275500"/>
                <a:ext cx="2948760" cy="165960"/>
              </p14:xfrm>
            </p:contentPart>
          </mc:Choice>
          <mc:Fallback>
            <p:pic>
              <p:nvPicPr>
                <p:cNvPr id="134" name="Ink 133">
                  <a:extLst>
                    <a:ext uri="{FF2B5EF4-FFF2-40B4-BE49-F238E27FC236}">
                      <a16:creationId xmlns:a16="http://schemas.microsoft.com/office/drawing/2014/main" id="{1BBDE092-BF1F-7A02-8961-5AA0D304DE96}"/>
                    </a:ext>
                  </a:extLst>
                </p:cNvPr>
                <p:cNvPicPr/>
                <p:nvPr/>
              </p:nvPicPr>
              <p:blipFill>
                <a:blip r:embed="rId291"/>
                <a:stretch>
                  <a:fillRect/>
                </a:stretch>
              </p:blipFill>
              <p:spPr>
                <a:xfrm>
                  <a:off x="7998235" y="1269380"/>
                  <a:ext cx="2961000" cy="178200"/>
                </a:xfrm>
                <a:prstGeom prst="rect">
                  <a:avLst/>
                </a:prstGeom>
              </p:spPr>
            </p:pic>
          </mc:Fallback>
        </mc:AlternateContent>
      </p:grpSp>
    </p:spTree>
    <p:extLst>
      <p:ext uri="{BB962C8B-B14F-4D97-AF65-F5344CB8AC3E}">
        <p14:creationId xmlns:p14="http://schemas.microsoft.com/office/powerpoint/2010/main" val="1380868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FE92283-7D0B-E74B-3B80-B245DB6F3ECA}"/>
                  </a:ext>
                </a:extLst>
              </p14:cNvPr>
              <p14:cNvContentPartPr/>
              <p14:nvPr/>
            </p14:nvContentPartPr>
            <p14:xfrm>
              <a:off x="842145" y="340575"/>
              <a:ext cx="720" cy="2417040"/>
            </p14:xfrm>
          </p:contentPart>
        </mc:Choice>
        <mc:Fallback xmlns="">
          <p:pic>
            <p:nvPicPr>
              <p:cNvPr id="3" name="Ink 2">
                <a:extLst>
                  <a:ext uri="{FF2B5EF4-FFF2-40B4-BE49-F238E27FC236}">
                    <a16:creationId xmlns:a16="http://schemas.microsoft.com/office/drawing/2014/main" id="{2FE92283-7D0B-E74B-3B80-B245DB6F3ECA}"/>
                  </a:ext>
                </a:extLst>
              </p:cNvPr>
              <p:cNvPicPr/>
              <p:nvPr/>
            </p:nvPicPr>
            <p:blipFill>
              <a:blip r:embed="rId3"/>
              <a:stretch>
                <a:fillRect/>
              </a:stretch>
            </p:blipFill>
            <p:spPr>
              <a:xfrm>
                <a:off x="829185" y="334455"/>
                <a:ext cx="25200" cy="2429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45B14DB-F3BC-2A51-3739-7D86B19158A6}"/>
                  </a:ext>
                </a:extLst>
              </p14:cNvPr>
              <p14:cNvContentPartPr/>
              <p14:nvPr/>
            </p14:nvContentPartPr>
            <p14:xfrm>
              <a:off x="838545" y="2777775"/>
              <a:ext cx="3642840" cy="720"/>
            </p14:xfrm>
          </p:contentPart>
        </mc:Choice>
        <mc:Fallback xmlns="">
          <p:pic>
            <p:nvPicPr>
              <p:cNvPr id="5" name="Ink 4">
                <a:extLst>
                  <a:ext uri="{FF2B5EF4-FFF2-40B4-BE49-F238E27FC236}">
                    <a16:creationId xmlns:a16="http://schemas.microsoft.com/office/drawing/2014/main" id="{645B14DB-F3BC-2A51-3739-7D86B19158A6}"/>
                  </a:ext>
                </a:extLst>
              </p:cNvPr>
              <p:cNvPicPr/>
              <p:nvPr/>
            </p:nvPicPr>
            <p:blipFill>
              <a:blip r:embed="rId5"/>
              <a:stretch>
                <a:fillRect/>
              </a:stretch>
            </p:blipFill>
            <p:spPr>
              <a:xfrm>
                <a:off x="832425" y="2764815"/>
                <a:ext cx="3655080" cy="25200"/>
              </a:xfrm>
              <a:prstGeom prst="rect">
                <a:avLst/>
              </a:prstGeom>
            </p:spPr>
          </p:pic>
        </mc:Fallback>
      </mc:AlternateContent>
      <p:grpSp>
        <p:nvGrpSpPr>
          <p:cNvPr id="52" name="Group 51">
            <a:extLst>
              <a:ext uri="{FF2B5EF4-FFF2-40B4-BE49-F238E27FC236}">
                <a16:creationId xmlns:a16="http://schemas.microsoft.com/office/drawing/2014/main" id="{7B8297CB-D2C0-37B1-D4C3-A3E72E831D2E}"/>
              </a:ext>
            </a:extLst>
          </p:cNvPr>
          <p:cNvGrpSpPr/>
          <p:nvPr/>
        </p:nvGrpSpPr>
        <p:grpSpPr>
          <a:xfrm>
            <a:off x="316905" y="116655"/>
            <a:ext cx="4578840" cy="3158280"/>
            <a:chOff x="316905" y="116655"/>
            <a:chExt cx="4578840" cy="315828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63441B67-3ACC-6FC5-EA55-3D5722A68B1B}"/>
                    </a:ext>
                  </a:extLst>
                </p14:cNvPr>
                <p14:cNvContentPartPr/>
                <p14:nvPr/>
              </p14:nvContentPartPr>
              <p14:xfrm>
                <a:off x="4679385" y="2553135"/>
                <a:ext cx="216360" cy="308520"/>
              </p14:xfrm>
            </p:contentPart>
          </mc:Choice>
          <mc:Fallback xmlns="">
            <p:pic>
              <p:nvPicPr>
                <p:cNvPr id="6" name="Ink 5">
                  <a:extLst>
                    <a:ext uri="{FF2B5EF4-FFF2-40B4-BE49-F238E27FC236}">
                      <a16:creationId xmlns:a16="http://schemas.microsoft.com/office/drawing/2014/main" id="{63441B67-3ACC-6FC5-EA55-3D5722A68B1B}"/>
                    </a:ext>
                  </a:extLst>
                </p:cNvPr>
                <p:cNvPicPr/>
                <p:nvPr/>
              </p:nvPicPr>
              <p:blipFill>
                <a:blip r:embed="rId7"/>
                <a:stretch>
                  <a:fillRect/>
                </a:stretch>
              </p:blipFill>
              <p:spPr>
                <a:xfrm>
                  <a:off x="4673265" y="2547015"/>
                  <a:ext cx="22860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414AC86B-CA56-0E89-7ACE-256F24A7A5CB}"/>
                    </a:ext>
                  </a:extLst>
                </p14:cNvPr>
                <p14:cNvContentPartPr/>
                <p14:nvPr/>
              </p14:nvContentPartPr>
              <p14:xfrm>
                <a:off x="1132305" y="2684535"/>
                <a:ext cx="32760" cy="157320"/>
              </p14:xfrm>
            </p:contentPart>
          </mc:Choice>
          <mc:Fallback xmlns="">
            <p:pic>
              <p:nvPicPr>
                <p:cNvPr id="13" name="Ink 12">
                  <a:extLst>
                    <a:ext uri="{FF2B5EF4-FFF2-40B4-BE49-F238E27FC236}">
                      <a16:creationId xmlns:a16="http://schemas.microsoft.com/office/drawing/2014/main" id="{414AC86B-CA56-0E89-7ACE-256F24A7A5CB}"/>
                    </a:ext>
                  </a:extLst>
                </p:cNvPr>
                <p:cNvPicPr/>
                <p:nvPr/>
              </p:nvPicPr>
              <p:blipFill>
                <a:blip r:embed="rId9"/>
                <a:stretch>
                  <a:fillRect/>
                </a:stretch>
              </p:blipFill>
              <p:spPr>
                <a:xfrm>
                  <a:off x="1126185" y="2678415"/>
                  <a:ext cx="4500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4829F33C-20E4-CD5D-16E9-7B936D77E109}"/>
                    </a:ext>
                  </a:extLst>
                </p14:cNvPr>
                <p14:cNvContentPartPr/>
                <p14:nvPr/>
              </p14:nvContentPartPr>
              <p14:xfrm>
                <a:off x="1050585" y="3027615"/>
                <a:ext cx="98640" cy="176040"/>
              </p14:xfrm>
            </p:contentPart>
          </mc:Choice>
          <mc:Fallback xmlns="">
            <p:pic>
              <p:nvPicPr>
                <p:cNvPr id="14" name="Ink 13">
                  <a:extLst>
                    <a:ext uri="{FF2B5EF4-FFF2-40B4-BE49-F238E27FC236}">
                      <a16:creationId xmlns:a16="http://schemas.microsoft.com/office/drawing/2014/main" id="{4829F33C-20E4-CD5D-16E9-7B936D77E109}"/>
                    </a:ext>
                  </a:extLst>
                </p:cNvPr>
                <p:cNvPicPr/>
                <p:nvPr/>
              </p:nvPicPr>
              <p:blipFill>
                <a:blip r:embed="rId11"/>
                <a:stretch>
                  <a:fillRect/>
                </a:stretch>
              </p:blipFill>
              <p:spPr>
                <a:xfrm>
                  <a:off x="1044465" y="3021495"/>
                  <a:ext cx="1108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C39917A1-D114-A064-8716-D7B2418A63C8}"/>
                    </a:ext>
                  </a:extLst>
                </p14:cNvPr>
                <p14:cNvContentPartPr/>
                <p14:nvPr/>
              </p14:nvContentPartPr>
              <p14:xfrm>
                <a:off x="1252545" y="3054255"/>
                <a:ext cx="21960" cy="33120"/>
              </p14:xfrm>
            </p:contentPart>
          </mc:Choice>
          <mc:Fallback xmlns="">
            <p:pic>
              <p:nvPicPr>
                <p:cNvPr id="15" name="Ink 14">
                  <a:extLst>
                    <a:ext uri="{FF2B5EF4-FFF2-40B4-BE49-F238E27FC236}">
                      <a16:creationId xmlns:a16="http://schemas.microsoft.com/office/drawing/2014/main" id="{C39917A1-D114-A064-8716-D7B2418A63C8}"/>
                    </a:ext>
                  </a:extLst>
                </p:cNvPr>
                <p:cNvPicPr/>
                <p:nvPr/>
              </p:nvPicPr>
              <p:blipFill>
                <a:blip r:embed="rId13"/>
                <a:stretch>
                  <a:fillRect/>
                </a:stretch>
              </p:blipFill>
              <p:spPr>
                <a:xfrm>
                  <a:off x="1246425" y="3048135"/>
                  <a:ext cx="34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49E37996-F979-D1EA-1471-47AA10E00EC6}"/>
                    </a:ext>
                  </a:extLst>
                </p14:cNvPr>
                <p14:cNvContentPartPr/>
                <p14:nvPr/>
              </p14:nvContentPartPr>
              <p14:xfrm>
                <a:off x="1357665" y="3036255"/>
                <a:ext cx="133920" cy="151560"/>
              </p14:xfrm>
            </p:contentPart>
          </mc:Choice>
          <mc:Fallback xmlns="">
            <p:pic>
              <p:nvPicPr>
                <p:cNvPr id="16" name="Ink 15">
                  <a:extLst>
                    <a:ext uri="{FF2B5EF4-FFF2-40B4-BE49-F238E27FC236}">
                      <a16:creationId xmlns:a16="http://schemas.microsoft.com/office/drawing/2014/main" id="{49E37996-F979-D1EA-1471-47AA10E00EC6}"/>
                    </a:ext>
                  </a:extLst>
                </p:cNvPr>
                <p:cNvPicPr/>
                <p:nvPr/>
              </p:nvPicPr>
              <p:blipFill>
                <a:blip r:embed="rId15"/>
                <a:stretch>
                  <a:fillRect/>
                </a:stretch>
              </p:blipFill>
              <p:spPr>
                <a:xfrm>
                  <a:off x="1351545" y="3030135"/>
                  <a:ext cx="14616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1993C19E-2B72-46D5-21CC-1C7E795E2F38}"/>
                    </a:ext>
                  </a:extLst>
                </p14:cNvPr>
                <p14:cNvContentPartPr/>
                <p14:nvPr/>
              </p14:nvContentPartPr>
              <p14:xfrm>
                <a:off x="922065" y="3138855"/>
                <a:ext cx="60120" cy="32400"/>
              </p14:xfrm>
            </p:contentPart>
          </mc:Choice>
          <mc:Fallback xmlns="">
            <p:pic>
              <p:nvPicPr>
                <p:cNvPr id="17" name="Ink 16">
                  <a:extLst>
                    <a:ext uri="{FF2B5EF4-FFF2-40B4-BE49-F238E27FC236}">
                      <a16:creationId xmlns:a16="http://schemas.microsoft.com/office/drawing/2014/main" id="{1993C19E-2B72-46D5-21CC-1C7E795E2F38}"/>
                    </a:ext>
                  </a:extLst>
                </p:cNvPr>
                <p:cNvPicPr/>
                <p:nvPr/>
              </p:nvPicPr>
              <p:blipFill>
                <a:blip r:embed="rId17"/>
                <a:stretch>
                  <a:fillRect/>
                </a:stretch>
              </p:blipFill>
              <p:spPr>
                <a:xfrm>
                  <a:off x="915945" y="3132735"/>
                  <a:ext cx="723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110FEAEB-9DA7-FDC5-3655-FEB88DCCA5F5}"/>
                    </a:ext>
                  </a:extLst>
                </p14:cNvPr>
                <p14:cNvContentPartPr/>
                <p14:nvPr/>
              </p14:nvContentPartPr>
              <p14:xfrm>
                <a:off x="1738185" y="2726655"/>
                <a:ext cx="42120" cy="135000"/>
              </p14:xfrm>
            </p:contentPart>
          </mc:Choice>
          <mc:Fallback xmlns="">
            <p:pic>
              <p:nvPicPr>
                <p:cNvPr id="19" name="Ink 18">
                  <a:extLst>
                    <a:ext uri="{FF2B5EF4-FFF2-40B4-BE49-F238E27FC236}">
                      <a16:creationId xmlns:a16="http://schemas.microsoft.com/office/drawing/2014/main" id="{110FEAEB-9DA7-FDC5-3655-FEB88DCCA5F5}"/>
                    </a:ext>
                  </a:extLst>
                </p:cNvPr>
                <p:cNvPicPr/>
                <p:nvPr/>
              </p:nvPicPr>
              <p:blipFill>
                <a:blip r:embed="rId19"/>
                <a:stretch>
                  <a:fillRect/>
                </a:stretch>
              </p:blipFill>
              <p:spPr>
                <a:xfrm>
                  <a:off x="1732065" y="2720535"/>
                  <a:ext cx="5436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EF96395E-7ABA-0EF2-A5F8-9AC157A7C690}"/>
                    </a:ext>
                  </a:extLst>
                </p14:cNvPr>
                <p14:cNvContentPartPr/>
                <p14:nvPr/>
              </p14:nvContentPartPr>
              <p14:xfrm>
                <a:off x="1708665" y="2989455"/>
                <a:ext cx="99720" cy="137880"/>
              </p14:xfrm>
            </p:contentPart>
          </mc:Choice>
          <mc:Fallback xmlns="">
            <p:pic>
              <p:nvPicPr>
                <p:cNvPr id="20" name="Ink 19">
                  <a:extLst>
                    <a:ext uri="{FF2B5EF4-FFF2-40B4-BE49-F238E27FC236}">
                      <a16:creationId xmlns:a16="http://schemas.microsoft.com/office/drawing/2014/main" id="{EF96395E-7ABA-0EF2-A5F8-9AC157A7C690}"/>
                    </a:ext>
                  </a:extLst>
                </p:cNvPr>
                <p:cNvPicPr/>
                <p:nvPr/>
              </p:nvPicPr>
              <p:blipFill>
                <a:blip r:embed="rId21"/>
                <a:stretch>
                  <a:fillRect/>
                </a:stretch>
              </p:blipFill>
              <p:spPr>
                <a:xfrm>
                  <a:off x="1702545" y="2983335"/>
                  <a:ext cx="1119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3F74F622-5340-E945-7CD8-EB557AD78484}"/>
                    </a:ext>
                  </a:extLst>
                </p14:cNvPr>
                <p14:cNvContentPartPr/>
                <p14:nvPr/>
              </p14:nvContentPartPr>
              <p14:xfrm>
                <a:off x="2436585" y="2702895"/>
                <a:ext cx="10800" cy="221040"/>
              </p14:xfrm>
            </p:contentPart>
          </mc:Choice>
          <mc:Fallback xmlns="">
            <p:pic>
              <p:nvPicPr>
                <p:cNvPr id="21" name="Ink 20">
                  <a:extLst>
                    <a:ext uri="{FF2B5EF4-FFF2-40B4-BE49-F238E27FC236}">
                      <a16:creationId xmlns:a16="http://schemas.microsoft.com/office/drawing/2014/main" id="{3F74F622-5340-E945-7CD8-EB557AD78484}"/>
                    </a:ext>
                  </a:extLst>
                </p:cNvPr>
                <p:cNvPicPr/>
                <p:nvPr/>
              </p:nvPicPr>
              <p:blipFill>
                <a:blip r:embed="rId23"/>
                <a:stretch>
                  <a:fillRect/>
                </a:stretch>
              </p:blipFill>
              <p:spPr>
                <a:xfrm>
                  <a:off x="2430465" y="2696775"/>
                  <a:ext cx="2304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C34F392A-BAA5-E0FB-E32B-F351FF255282}"/>
                    </a:ext>
                  </a:extLst>
                </p14:cNvPr>
                <p14:cNvContentPartPr/>
                <p14:nvPr/>
              </p14:nvContentPartPr>
              <p14:xfrm>
                <a:off x="2294385" y="3006375"/>
                <a:ext cx="144360" cy="160560"/>
              </p14:xfrm>
            </p:contentPart>
          </mc:Choice>
          <mc:Fallback xmlns="">
            <p:pic>
              <p:nvPicPr>
                <p:cNvPr id="22" name="Ink 21">
                  <a:extLst>
                    <a:ext uri="{FF2B5EF4-FFF2-40B4-BE49-F238E27FC236}">
                      <a16:creationId xmlns:a16="http://schemas.microsoft.com/office/drawing/2014/main" id="{C34F392A-BAA5-E0FB-E32B-F351FF255282}"/>
                    </a:ext>
                  </a:extLst>
                </p:cNvPr>
                <p:cNvPicPr/>
                <p:nvPr/>
              </p:nvPicPr>
              <p:blipFill>
                <a:blip r:embed="rId25"/>
                <a:stretch>
                  <a:fillRect/>
                </a:stretch>
              </p:blipFill>
              <p:spPr>
                <a:xfrm>
                  <a:off x="2288265" y="3000255"/>
                  <a:ext cx="15660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72BD6443-6218-1F26-2111-F3D4B2BC2599}"/>
                    </a:ext>
                  </a:extLst>
                </p14:cNvPr>
                <p14:cNvContentPartPr/>
                <p14:nvPr/>
              </p14:nvContentPartPr>
              <p14:xfrm>
                <a:off x="2481225" y="3032655"/>
                <a:ext cx="33480" cy="34200"/>
              </p14:xfrm>
            </p:contentPart>
          </mc:Choice>
          <mc:Fallback xmlns="">
            <p:pic>
              <p:nvPicPr>
                <p:cNvPr id="23" name="Ink 22">
                  <a:extLst>
                    <a:ext uri="{FF2B5EF4-FFF2-40B4-BE49-F238E27FC236}">
                      <a16:creationId xmlns:a16="http://schemas.microsoft.com/office/drawing/2014/main" id="{72BD6443-6218-1F26-2111-F3D4B2BC2599}"/>
                    </a:ext>
                  </a:extLst>
                </p:cNvPr>
                <p:cNvPicPr/>
                <p:nvPr/>
              </p:nvPicPr>
              <p:blipFill>
                <a:blip r:embed="rId27"/>
                <a:stretch>
                  <a:fillRect/>
                </a:stretch>
              </p:blipFill>
              <p:spPr>
                <a:xfrm>
                  <a:off x="2475105" y="3026535"/>
                  <a:ext cx="45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5F28AAF1-C695-6D91-11CC-D4EEDD7A65BE}"/>
                    </a:ext>
                  </a:extLst>
                </p14:cNvPr>
                <p14:cNvContentPartPr/>
                <p14:nvPr/>
              </p14:nvContentPartPr>
              <p14:xfrm>
                <a:off x="2643585" y="2935095"/>
                <a:ext cx="161640" cy="188640"/>
              </p14:xfrm>
            </p:contentPart>
          </mc:Choice>
          <mc:Fallback xmlns="">
            <p:pic>
              <p:nvPicPr>
                <p:cNvPr id="24" name="Ink 23">
                  <a:extLst>
                    <a:ext uri="{FF2B5EF4-FFF2-40B4-BE49-F238E27FC236}">
                      <a16:creationId xmlns:a16="http://schemas.microsoft.com/office/drawing/2014/main" id="{5F28AAF1-C695-6D91-11CC-D4EEDD7A65BE}"/>
                    </a:ext>
                  </a:extLst>
                </p:cNvPr>
                <p:cNvPicPr/>
                <p:nvPr/>
              </p:nvPicPr>
              <p:blipFill>
                <a:blip r:embed="rId29"/>
                <a:stretch>
                  <a:fillRect/>
                </a:stretch>
              </p:blipFill>
              <p:spPr>
                <a:xfrm>
                  <a:off x="2637465" y="2928975"/>
                  <a:ext cx="17388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9C06F4DE-7E89-5FC6-43A3-6BF943FFE74C}"/>
                    </a:ext>
                  </a:extLst>
                </p14:cNvPr>
                <p14:cNvContentPartPr/>
                <p14:nvPr/>
              </p14:nvContentPartPr>
              <p14:xfrm>
                <a:off x="3048225" y="2637735"/>
                <a:ext cx="77040" cy="253440"/>
              </p14:xfrm>
            </p:contentPart>
          </mc:Choice>
          <mc:Fallback xmlns="">
            <p:pic>
              <p:nvPicPr>
                <p:cNvPr id="25" name="Ink 24">
                  <a:extLst>
                    <a:ext uri="{FF2B5EF4-FFF2-40B4-BE49-F238E27FC236}">
                      <a16:creationId xmlns:a16="http://schemas.microsoft.com/office/drawing/2014/main" id="{9C06F4DE-7E89-5FC6-43A3-6BF943FFE74C}"/>
                    </a:ext>
                  </a:extLst>
                </p:cNvPr>
                <p:cNvPicPr/>
                <p:nvPr/>
              </p:nvPicPr>
              <p:blipFill>
                <a:blip r:embed="rId31"/>
                <a:stretch>
                  <a:fillRect/>
                </a:stretch>
              </p:blipFill>
              <p:spPr>
                <a:xfrm>
                  <a:off x="3042105" y="2631615"/>
                  <a:ext cx="892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C02761A6-B8D9-D51F-2F1C-21014C2AA710}"/>
                    </a:ext>
                  </a:extLst>
                </p14:cNvPr>
                <p14:cNvContentPartPr/>
                <p14:nvPr/>
              </p14:nvContentPartPr>
              <p14:xfrm>
                <a:off x="2997825" y="3020415"/>
                <a:ext cx="110880" cy="113040"/>
              </p14:xfrm>
            </p:contentPart>
          </mc:Choice>
          <mc:Fallback xmlns="">
            <p:pic>
              <p:nvPicPr>
                <p:cNvPr id="26" name="Ink 25">
                  <a:extLst>
                    <a:ext uri="{FF2B5EF4-FFF2-40B4-BE49-F238E27FC236}">
                      <a16:creationId xmlns:a16="http://schemas.microsoft.com/office/drawing/2014/main" id="{C02761A6-B8D9-D51F-2F1C-21014C2AA710}"/>
                    </a:ext>
                  </a:extLst>
                </p:cNvPr>
                <p:cNvPicPr/>
                <p:nvPr/>
              </p:nvPicPr>
              <p:blipFill>
                <a:blip r:embed="rId33"/>
                <a:stretch>
                  <a:fillRect/>
                </a:stretch>
              </p:blipFill>
              <p:spPr>
                <a:xfrm>
                  <a:off x="2991705" y="3014295"/>
                  <a:ext cx="1231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7A13C68A-1178-02CB-D60F-332B5DA912FB}"/>
                    </a:ext>
                  </a:extLst>
                </p14:cNvPr>
                <p14:cNvContentPartPr/>
                <p14:nvPr/>
              </p14:nvContentPartPr>
              <p14:xfrm>
                <a:off x="3133905" y="2937975"/>
                <a:ext cx="142200" cy="173160"/>
              </p14:xfrm>
            </p:contentPart>
          </mc:Choice>
          <mc:Fallback xmlns="">
            <p:pic>
              <p:nvPicPr>
                <p:cNvPr id="27" name="Ink 26">
                  <a:extLst>
                    <a:ext uri="{FF2B5EF4-FFF2-40B4-BE49-F238E27FC236}">
                      <a16:creationId xmlns:a16="http://schemas.microsoft.com/office/drawing/2014/main" id="{7A13C68A-1178-02CB-D60F-332B5DA912FB}"/>
                    </a:ext>
                  </a:extLst>
                </p:cNvPr>
                <p:cNvPicPr/>
                <p:nvPr/>
              </p:nvPicPr>
              <p:blipFill>
                <a:blip r:embed="rId35"/>
                <a:stretch>
                  <a:fillRect/>
                </a:stretch>
              </p:blipFill>
              <p:spPr>
                <a:xfrm>
                  <a:off x="3127785" y="2931855"/>
                  <a:ext cx="1544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590D1701-4478-FEE1-3BE1-95E6EB73CFC2}"/>
                    </a:ext>
                  </a:extLst>
                </p14:cNvPr>
                <p14:cNvContentPartPr/>
                <p14:nvPr/>
              </p14:nvContentPartPr>
              <p14:xfrm>
                <a:off x="3580665" y="2696415"/>
                <a:ext cx="79200" cy="214200"/>
              </p14:xfrm>
            </p:contentPart>
          </mc:Choice>
          <mc:Fallback xmlns="">
            <p:pic>
              <p:nvPicPr>
                <p:cNvPr id="28" name="Ink 27">
                  <a:extLst>
                    <a:ext uri="{FF2B5EF4-FFF2-40B4-BE49-F238E27FC236}">
                      <a16:creationId xmlns:a16="http://schemas.microsoft.com/office/drawing/2014/main" id="{590D1701-4478-FEE1-3BE1-95E6EB73CFC2}"/>
                    </a:ext>
                  </a:extLst>
                </p:cNvPr>
                <p:cNvPicPr/>
                <p:nvPr/>
              </p:nvPicPr>
              <p:blipFill>
                <a:blip r:embed="rId37"/>
                <a:stretch>
                  <a:fillRect/>
                </a:stretch>
              </p:blipFill>
              <p:spPr>
                <a:xfrm>
                  <a:off x="3574545" y="2690295"/>
                  <a:ext cx="9144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D85ADB23-CFA4-647B-8E1D-1361707BA001}"/>
                    </a:ext>
                  </a:extLst>
                </p14:cNvPr>
                <p14:cNvContentPartPr/>
                <p14:nvPr/>
              </p14:nvContentPartPr>
              <p14:xfrm>
                <a:off x="3484545" y="3022575"/>
                <a:ext cx="79560" cy="113400"/>
              </p14:xfrm>
            </p:contentPart>
          </mc:Choice>
          <mc:Fallback xmlns="">
            <p:pic>
              <p:nvPicPr>
                <p:cNvPr id="29" name="Ink 28">
                  <a:extLst>
                    <a:ext uri="{FF2B5EF4-FFF2-40B4-BE49-F238E27FC236}">
                      <a16:creationId xmlns:a16="http://schemas.microsoft.com/office/drawing/2014/main" id="{D85ADB23-CFA4-647B-8E1D-1361707BA001}"/>
                    </a:ext>
                  </a:extLst>
                </p:cNvPr>
                <p:cNvPicPr/>
                <p:nvPr/>
              </p:nvPicPr>
              <p:blipFill>
                <a:blip r:embed="rId39"/>
                <a:stretch>
                  <a:fillRect/>
                </a:stretch>
              </p:blipFill>
              <p:spPr>
                <a:xfrm>
                  <a:off x="3478425" y="3016455"/>
                  <a:ext cx="918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CDC73EA9-45E1-D07A-62D6-3821B8CBF50F}"/>
                    </a:ext>
                  </a:extLst>
                </p14:cNvPr>
                <p14:cNvContentPartPr/>
                <p14:nvPr/>
              </p14:nvContentPartPr>
              <p14:xfrm>
                <a:off x="3685425" y="2951655"/>
                <a:ext cx="61200" cy="167040"/>
              </p14:xfrm>
            </p:contentPart>
          </mc:Choice>
          <mc:Fallback xmlns="">
            <p:pic>
              <p:nvPicPr>
                <p:cNvPr id="30" name="Ink 29">
                  <a:extLst>
                    <a:ext uri="{FF2B5EF4-FFF2-40B4-BE49-F238E27FC236}">
                      <a16:creationId xmlns:a16="http://schemas.microsoft.com/office/drawing/2014/main" id="{CDC73EA9-45E1-D07A-62D6-3821B8CBF50F}"/>
                    </a:ext>
                  </a:extLst>
                </p:cNvPr>
                <p:cNvPicPr/>
                <p:nvPr/>
              </p:nvPicPr>
              <p:blipFill>
                <a:blip r:embed="rId41"/>
                <a:stretch>
                  <a:fillRect/>
                </a:stretch>
              </p:blipFill>
              <p:spPr>
                <a:xfrm>
                  <a:off x="3679305" y="2945535"/>
                  <a:ext cx="734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B6FB43B6-EE4A-BF4D-5BF0-B4EF50DF5E9D}"/>
                    </a:ext>
                  </a:extLst>
                </p14:cNvPr>
                <p14:cNvContentPartPr/>
                <p14:nvPr/>
              </p14:nvContentPartPr>
              <p14:xfrm>
                <a:off x="3994665" y="2698575"/>
                <a:ext cx="83880" cy="211320"/>
              </p14:xfrm>
            </p:contentPart>
          </mc:Choice>
          <mc:Fallback xmlns="">
            <p:pic>
              <p:nvPicPr>
                <p:cNvPr id="31" name="Ink 30">
                  <a:extLst>
                    <a:ext uri="{FF2B5EF4-FFF2-40B4-BE49-F238E27FC236}">
                      <a16:creationId xmlns:a16="http://schemas.microsoft.com/office/drawing/2014/main" id="{B6FB43B6-EE4A-BF4D-5BF0-B4EF50DF5E9D}"/>
                    </a:ext>
                  </a:extLst>
                </p:cNvPr>
                <p:cNvPicPr/>
                <p:nvPr/>
              </p:nvPicPr>
              <p:blipFill>
                <a:blip r:embed="rId43"/>
                <a:stretch>
                  <a:fillRect/>
                </a:stretch>
              </p:blipFill>
              <p:spPr>
                <a:xfrm>
                  <a:off x="3988545" y="2692455"/>
                  <a:ext cx="961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Ink 31">
                  <a:extLst>
                    <a:ext uri="{FF2B5EF4-FFF2-40B4-BE49-F238E27FC236}">
                      <a16:creationId xmlns:a16="http://schemas.microsoft.com/office/drawing/2014/main" id="{37C2017B-9C2F-8BAE-DD95-AF682CC74ED3}"/>
                    </a:ext>
                  </a:extLst>
                </p14:cNvPr>
                <p14:cNvContentPartPr/>
                <p14:nvPr/>
              </p14:nvContentPartPr>
              <p14:xfrm>
                <a:off x="3915825" y="3027615"/>
                <a:ext cx="47160" cy="115560"/>
              </p14:xfrm>
            </p:contentPart>
          </mc:Choice>
          <mc:Fallback xmlns="">
            <p:pic>
              <p:nvPicPr>
                <p:cNvPr id="32" name="Ink 31">
                  <a:extLst>
                    <a:ext uri="{FF2B5EF4-FFF2-40B4-BE49-F238E27FC236}">
                      <a16:creationId xmlns:a16="http://schemas.microsoft.com/office/drawing/2014/main" id="{37C2017B-9C2F-8BAE-DD95-AF682CC74ED3}"/>
                    </a:ext>
                  </a:extLst>
                </p:cNvPr>
                <p:cNvPicPr/>
                <p:nvPr/>
              </p:nvPicPr>
              <p:blipFill>
                <a:blip r:embed="rId45"/>
                <a:stretch>
                  <a:fillRect/>
                </a:stretch>
              </p:blipFill>
              <p:spPr>
                <a:xfrm>
                  <a:off x="3909705" y="3021495"/>
                  <a:ext cx="59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41E07EA1-F215-044A-D1F0-E1A0FC16D3FB}"/>
                    </a:ext>
                  </a:extLst>
                </p14:cNvPr>
                <p14:cNvContentPartPr/>
                <p14:nvPr/>
              </p14:nvContentPartPr>
              <p14:xfrm>
                <a:off x="4036785" y="3058575"/>
                <a:ext cx="8280" cy="11520"/>
              </p14:xfrm>
            </p:contentPart>
          </mc:Choice>
          <mc:Fallback xmlns="">
            <p:pic>
              <p:nvPicPr>
                <p:cNvPr id="33" name="Ink 32">
                  <a:extLst>
                    <a:ext uri="{FF2B5EF4-FFF2-40B4-BE49-F238E27FC236}">
                      <a16:creationId xmlns:a16="http://schemas.microsoft.com/office/drawing/2014/main" id="{41E07EA1-F215-044A-D1F0-E1A0FC16D3FB}"/>
                    </a:ext>
                  </a:extLst>
                </p:cNvPr>
                <p:cNvPicPr/>
                <p:nvPr/>
              </p:nvPicPr>
              <p:blipFill>
                <a:blip r:embed="rId47"/>
                <a:stretch>
                  <a:fillRect/>
                </a:stretch>
              </p:blipFill>
              <p:spPr>
                <a:xfrm>
                  <a:off x="4030665" y="3052455"/>
                  <a:ext cx="205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07655EBC-947A-C24A-1872-B501DDBE11B4}"/>
                    </a:ext>
                  </a:extLst>
                </p14:cNvPr>
                <p14:cNvContentPartPr/>
                <p14:nvPr/>
              </p14:nvContentPartPr>
              <p14:xfrm>
                <a:off x="4082145" y="2981175"/>
                <a:ext cx="63720" cy="163800"/>
              </p14:xfrm>
            </p:contentPart>
          </mc:Choice>
          <mc:Fallback xmlns="">
            <p:pic>
              <p:nvPicPr>
                <p:cNvPr id="34" name="Ink 33">
                  <a:extLst>
                    <a:ext uri="{FF2B5EF4-FFF2-40B4-BE49-F238E27FC236}">
                      <a16:creationId xmlns:a16="http://schemas.microsoft.com/office/drawing/2014/main" id="{07655EBC-947A-C24A-1872-B501DDBE11B4}"/>
                    </a:ext>
                  </a:extLst>
                </p:cNvPr>
                <p:cNvPicPr/>
                <p:nvPr/>
              </p:nvPicPr>
              <p:blipFill>
                <a:blip r:embed="rId49"/>
                <a:stretch>
                  <a:fillRect/>
                </a:stretch>
              </p:blipFill>
              <p:spPr>
                <a:xfrm>
                  <a:off x="4076025" y="2975055"/>
                  <a:ext cx="759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0" name="Ink 39">
                  <a:extLst>
                    <a:ext uri="{FF2B5EF4-FFF2-40B4-BE49-F238E27FC236}">
                      <a16:creationId xmlns:a16="http://schemas.microsoft.com/office/drawing/2014/main" id="{5D080163-DDF5-C4D7-CF3A-A747ADFE5610}"/>
                    </a:ext>
                  </a:extLst>
                </p14:cNvPr>
                <p14:cNvContentPartPr/>
                <p14:nvPr/>
              </p14:nvContentPartPr>
              <p14:xfrm>
                <a:off x="4307145" y="3167655"/>
                <a:ext cx="36360" cy="87840"/>
              </p14:xfrm>
            </p:contentPart>
          </mc:Choice>
          <mc:Fallback xmlns="">
            <p:pic>
              <p:nvPicPr>
                <p:cNvPr id="40" name="Ink 39">
                  <a:extLst>
                    <a:ext uri="{FF2B5EF4-FFF2-40B4-BE49-F238E27FC236}">
                      <a16:creationId xmlns:a16="http://schemas.microsoft.com/office/drawing/2014/main" id="{5D080163-DDF5-C4D7-CF3A-A747ADFE5610}"/>
                    </a:ext>
                  </a:extLst>
                </p:cNvPr>
                <p:cNvPicPr/>
                <p:nvPr/>
              </p:nvPicPr>
              <p:blipFill>
                <a:blip r:embed="rId51"/>
                <a:stretch>
                  <a:fillRect/>
                </a:stretch>
              </p:blipFill>
              <p:spPr>
                <a:xfrm>
                  <a:off x="4301025" y="3161535"/>
                  <a:ext cx="486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1" name="Ink 40">
                  <a:extLst>
                    <a:ext uri="{FF2B5EF4-FFF2-40B4-BE49-F238E27FC236}">
                      <a16:creationId xmlns:a16="http://schemas.microsoft.com/office/drawing/2014/main" id="{9F3E7D03-0309-CDA9-2846-72240C23C6C7}"/>
                    </a:ext>
                  </a:extLst>
                </p14:cNvPr>
                <p14:cNvContentPartPr/>
                <p14:nvPr/>
              </p14:nvContentPartPr>
              <p14:xfrm>
                <a:off x="4459785" y="3177735"/>
                <a:ext cx="15120" cy="15840"/>
              </p14:xfrm>
            </p:contentPart>
          </mc:Choice>
          <mc:Fallback xmlns="">
            <p:pic>
              <p:nvPicPr>
                <p:cNvPr id="41" name="Ink 40">
                  <a:extLst>
                    <a:ext uri="{FF2B5EF4-FFF2-40B4-BE49-F238E27FC236}">
                      <a16:creationId xmlns:a16="http://schemas.microsoft.com/office/drawing/2014/main" id="{9F3E7D03-0309-CDA9-2846-72240C23C6C7}"/>
                    </a:ext>
                  </a:extLst>
                </p:cNvPr>
                <p:cNvPicPr/>
                <p:nvPr/>
              </p:nvPicPr>
              <p:blipFill>
                <a:blip r:embed="rId53"/>
                <a:stretch>
                  <a:fillRect/>
                </a:stretch>
              </p:blipFill>
              <p:spPr>
                <a:xfrm>
                  <a:off x="4453665" y="3171615"/>
                  <a:ext cx="273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2" name="Ink 41">
                  <a:extLst>
                    <a:ext uri="{FF2B5EF4-FFF2-40B4-BE49-F238E27FC236}">
                      <a16:creationId xmlns:a16="http://schemas.microsoft.com/office/drawing/2014/main" id="{38F88A35-F535-3369-7FAC-71ED19E9DDA7}"/>
                    </a:ext>
                  </a:extLst>
                </p14:cNvPr>
                <p14:cNvContentPartPr/>
                <p14:nvPr/>
              </p14:nvContentPartPr>
              <p14:xfrm>
                <a:off x="4513785" y="3173415"/>
                <a:ext cx="75960" cy="101520"/>
              </p14:xfrm>
            </p:contentPart>
          </mc:Choice>
          <mc:Fallback xmlns="">
            <p:pic>
              <p:nvPicPr>
                <p:cNvPr id="42" name="Ink 41">
                  <a:extLst>
                    <a:ext uri="{FF2B5EF4-FFF2-40B4-BE49-F238E27FC236}">
                      <a16:creationId xmlns:a16="http://schemas.microsoft.com/office/drawing/2014/main" id="{38F88A35-F535-3369-7FAC-71ED19E9DDA7}"/>
                    </a:ext>
                  </a:extLst>
                </p:cNvPr>
                <p:cNvPicPr/>
                <p:nvPr/>
              </p:nvPicPr>
              <p:blipFill>
                <a:blip r:embed="rId55"/>
                <a:stretch>
                  <a:fillRect/>
                </a:stretch>
              </p:blipFill>
              <p:spPr>
                <a:xfrm>
                  <a:off x="4507665" y="3167295"/>
                  <a:ext cx="8820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C346374B-DEF2-BD55-9B66-964D6D7C7F33}"/>
                    </a:ext>
                  </a:extLst>
                </p14:cNvPr>
                <p14:cNvContentPartPr/>
                <p14:nvPr/>
              </p14:nvContentPartPr>
              <p14:xfrm>
                <a:off x="4359345" y="2706495"/>
                <a:ext cx="81720" cy="295560"/>
              </p14:xfrm>
            </p:contentPart>
          </mc:Choice>
          <mc:Fallback xmlns="">
            <p:pic>
              <p:nvPicPr>
                <p:cNvPr id="39" name="Ink 38">
                  <a:extLst>
                    <a:ext uri="{FF2B5EF4-FFF2-40B4-BE49-F238E27FC236}">
                      <a16:creationId xmlns:a16="http://schemas.microsoft.com/office/drawing/2014/main" id="{C346374B-DEF2-BD55-9B66-964D6D7C7F33}"/>
                    </a:ext>
                  </a:extLst>
                </p:cNvPr>
                <p:cNvPicPr/>
                <p:nvPr/>
              </p:nvPicPr>
              <p:blipFill>
                <a:blip r:embed="rId57"/>
                <a:stretch>
                  <a:fillRect/>
                </a:stretch>
              </p:blipFill>
              <p:spPr>
                <a:xfrm>
                  <a:off x="4353225" y="2700375"/>
                  <a:ext cx="9396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4" name="Ink 43">
                  <a:extLst>
                    <a:ext uri="{FF2B5EF4-FFF2-40B4-BE49-F238E27FC236}">
                      <a16:creationId xmlns:a16="http://schemas.microsoft.com/office/drawing/2014/main" id="{31F44EC7-5C21-8D42-B5B0-8077070E182F}"/>
                    </a:ext>
                  </a:extLst>
                </p14:cNvPr>
                <p14:cNvContentPartPr/>
                <p14:nvPr/>
              </p14:nvContentPartPr>
              <p14:xfrm>
                <a:off x="4420905" y="2781735"/>
                <a:ext cx="169560" cy="21960"/>
              </p14:xfrm>
            </p:contentPart>
          </mc:Choice>
          <mc:Fallback xmlns="">
            <p:pic>
              <p:nvPicPr>
                <p:cNvPr id="44" name="Ink 43">
                  <a:extLst>
                    <a:ext uri="{FF2B5EF4-FFF2-40B4-BE49-F238E27FC236}">
                      <a16:creationId xmlns:a16="http://schemas.microsoft.com/office/drawing/2014/main" id="{31F44EC7-5C21-8D42-B5B0-8077070E182F}"/>
                    </a:ext>
                  </a:extLst>
                </p:cNvPr>
                <p:cNvPicPr/>
                <p:nvPr/>
              </p:nvPicPr>
              <p:blipFill>
                <a:blip r:embed="rId59"/>
                <a:stretch>
                  <a:fillRect/>
                </a:stretch>
              </p:blipFill>
              <p:spPr>
                <a:xfrm>
                  <a:off x="4414785" y="2775615"/>
                  <a:ext cx="1818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5" name="Ink 44">
                  <a:extLst>
                    <a:ext uri="{FF2B5EF4-FFF2-40B4-BE49-F238E27FC236}">
                      <a16:creationId xmlns:a16="http://schemas.microsoft.com/office/drawing/2014/main" id="{A9BA3F46-9C36-B5FC-EAD7-98C7151D25F8}"/>
                    </a:ext>
                  </a:extLst>
                </p14:cNvPr>
                <p14:cNvContentPartPr/>
                <p14:nvPr/>
              </p14:nvContentPartPr>
              <p14:xfrm>
                <a:off x="4480305" y="2709735"/>
                <a:ext cx="163080" cy="234000"/>
              </p14:xfrm>
            </p:contentPart>
          </mc:Choice>
          <mc:Fallback xmlns="">
            <p:pic>
              <p:nvPicPr>
                <p:cNvPr id="45" name="Ink 44">
                  <a:extLst>
                    <a:ext uri="{FF2B5EF4-FFF2-40B4-BE49-F238E27FC236}">
                      <a16:creationId xmlns:a16="http://schemas.microsoft.com/office/drawing/2014/main" id="{A9BA3F46-9C36-B5FC-EAD7-98C7151D25F8}"/>
                    </a:ext>
                  </a:extLst>
                </p:cNvPr>
                <p:cNvPicPr/>
                <p:nvPr/>
              </p:nvPicPr>
              <p:blipFill>
                <a:blip r:embed="rId61"/>
                <a:stretch>
                  <a:fillRect/>
                </a:stretch>
              </p:blipFill>
              <p:spPr>
                <a:xfrm>
                  <a:off x="4474185" y="2703615"/>
                  <a:ext cx="17532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 name="Ink 6">
                  <a:extLst>
                    <a:ext uri="{FF2B5EF4-FFF2-40B4-BE49-F238E27FC236}">
                      <a16:creationId xmlns:a16="http://schemas.microsoft.com/office/drawing/2014/main" id="{30585A7E-9B86-A845-45B0-E917F8682721}"/>
                    </a:ext>
                  </a:extLst>
                </p14:cNvPr>
                <p14:cNvContentPartPr/>
                <p14:nvPr/>
              </p14:nvContentPartPr>
              <p14:xfrm>
                <a:off x="316905" y="158775"/>
                <a:ext cx="280080" cy="172800"/>
              </p14:xfrm>
            </p:contentPart>
          </mc:Choice>
          <mc:Fallback xmlns="">
            <p:pic>
              <p:nvPicPr>
                <p:cNvPr id="7" name="Ink 6">
                  <a:extLst>
                    <a:ext uri="{FF2B5EF4-FFF2-40B4-BE49-F238E27FC236}">
                      <a16:creationId xmlns:a16="http://schemas.microsoft.com/office/drawing/2014/main" id="{30585A7E-9B86-A845-45B0-E917F8682721}"/>
                    </a:ext>
                  </a:extLst>
                </p:cNvPr>
                <p:cNvPicPr/>
                <p:nvPr/>
              </p:nvPicPr>
              <p:blipFill>
                <a:blip r:embed="rId63"/>
                <a:stretch>
                  <a:fillRect/>
                </a:stretch>
              </p:blipFill>
              <p:spPr>
                <a:xfrm>
                  <a:off x="310785" y="152655"/>
                  <a:ext cx="29232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 name="Ink 7">
                  <a:extLst>
                    <a:ext uri="{FF2B5EF4-FFF2-40B4-BE49-F238E27FC236}">
                      <a16:creationId xmlns:a16="http://schemas.microsoft.com/office/drawing/2014/main" id="{25CB3991-B443-D3A3-8BAA-93F75FD20D84}"/>
                    </a:ext>
                  </a:extLst>
                </p14:cNvPr>
                <p14:cNvContentPartPr/>
                <p14:nvPr/>
              </p14:nvContentPartPr>
              <p14:xfrm>
                <a:off x="383145" y="294495"/>
                <a:ext cx="112320" cy="374400"/>
              </p14:xfrm>
            </p:contentPart>
          </mc:Choice>
          <mc:Fallback xmlns="">
            <p:pic>
              <p:nvPicPr>
                <p:cNvPr id="8" name="Ink 7">
                  <a:extLst>
                    <a:ext uri="{FF2B5EF4-FFF2-40B4-BE49-F238E27FC236}">
                      <a16:creationId xmlns:a16="http://schemas.microsoft.com/office/drawing/2014/main" id="{25CB3991-B443-D3A3-8BAA-93F75FD20D84}"/>
                    </a:ext>
                  </a:extLst>
                </p:cNvPr>
                <p:cNvPicPr/>
                <p:nvPr/>
              </p:nvPicPr>
              <p:blipFill>
                <a:blip r:embed="rId65"/>
                <a:stretch>
                  <a:fillRect/>
                </a:stretch>
              </p:blipFill>
              <p:spPr>
                <a:xfrm>
                  <a:off x="377025" y="288375"/>
                  <a:ext cx="12456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 name="Ink 8">
                  <a:extLst>
                    <a:ext uri="{FF2B5EF4-FFF2-40B4-BE49-F238E27FC236}">
                      <a16:creationId xmlns:a16="http://schemas.microsoft.com/office/drawing/2014/main" id="{418E9E6F-DAD5-578C-9C08-9C0A681569AC}"/>
                    </a:ext>
                  </a:extLst>
                </p14:cNvPr>
                <p14:cNvContentPartPr/>
                <p14:nvPr/>
              </p14:nvContentPartPr>
              <p14:xfrm>
                <a:off x="560625" y="381615"/>
                <a:ext cx="120240" cy="128880"/>
              </p14:xfrm>
            </p:contentPart>
          </mc:Choice>
          <mc:Fallback xmlns="">
            <p:pic>
              <p:nvPicPr>
                <p:cNvPr id="9" name="Ink 8">
                  <a:extLst>
                    <a:ext uri="{FF2B5EF4-FFF2-40B4-BE49-F238E27FC236}">
                      <a16:creationId xmlns:a16="http://schemas.microsoft.com/office/drawing/2014/main" id="{418E9E6F-DAD5-578C-9C08-9C0A681569AC}"/>
                    </a:ext>
                  </a:extLst>
                </p:cNvPr>
                <p:cNvPicPr/>
                <p:nvPr/>
              </p:nvPicPr>
              <p:blipFill>
                <a:blip r:embed="rId67"/>
                <a:stretch>
                  <a:fillRect/>
                </a:stretch>
              </p:blipFill>
              <p:spPr>
                <a:xfrm>
                  <a:off x="554505" y="375495"/>
                  <a:ext cx="1324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 name="Ink 9">
                  <a:extLst>
                    <a:ext uri="{FF2B5EF4-FFF2-40B4-BE49-F238E27FC236}">
                      <a16:creationId xmlns:a16="http://schemas.microsoft.com/office/drawing/2014/main" id="{CB4632BF-60E7-82B9-BD0B-85D82CD1234E}"/>
                    </a:ext>
                  </a:extLst>
                </p14:cNvPr>
                <p14:cNvContentPartPr/>
                <p14:nvPr/>
              </p14:nvContentPartPr>
              <p14:xfrm>
                <a:off x="528945" y="413655"/>
                <a:ext cx="14040" cy="87840"/>
              </p14:xfrm>
            </p:contentPart>
          </mc:Choice>
          <mc:Fallback xmlns="">
            <p:pic>
              <p:nvPicPr>
                <p:cNvPr id="10" name="Ink 9">
                  <a:extLst>
                    <a:ext uri="{FF2B5EF4-FFF2-40B4-BE49-F238E27FC236}">
                      <a16:creationId xmlns:a16="http://schemas.microsoft.com/office/drawing/2014/main" id="{CB4632BF-60E7-82B9-BD0B-85D82CD1234E}"/>
                    </a:ext>
                  </a:extLst>
                </p:cNvPr>
                <p:cNvPicPr/>
                <p:nvPr/>
              </p:nvPicPr>
              <p:blipFill>
                <a:blip r:embed="rId69"/>
                <a:stretch>
                  <a:fillRect/>
                </a:stretch>
              </p:blipFill>
              <p:spPr>
                <a:xfrm>
                  <a:off x="522825" y="407535"/>
                  <a:ext cx="262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1" name="Ink 10">
                  <a:extLst>
                    <a:ext uri="{FF2B5EF4-FFF2-40B4-BE49-F238E27FC236}">
                      <a16:creationId xmlns:a16="http://schemas.microsoft.com/office/drawing/2014/main" id="{0BE7951A-1DBF-F583-96B2-09CE57D9FB7E}"/>
                    </a:ext>
                  </a:extLst>
                </p14:cNvPr>
                <p14:cNvContentPartPr/>
                <p14:nvPr/>
              </p14:nvContentPartPr>
              <p14:xfrm>
                <a:off x="620385" y="345975"/>
                <a:ext cx="117000" cy="285480"/>
              </p14:xfrm>
            </p:contentPart>
          </mc:Choice>
          <mc:Fallback xmlns="">
            <p:pic>
              <p:nvPicPr>
                <p:cNvPr id="11" name="Ink 10">
                  <a:extLst>
                    <a:ext uri="{FF2B5EF4-FFF2-40B4-BE49-F238E27FC236}">
                      <a16:creationId xmlns:a16="http://schemas.microsoft.com/office/drawing/2014/main" id="{0BE7951A-1DBF-F583-96B2-09CE57D9FB7E}"/>
                    </a:ext>
                  </a:extLst>
                </p:cNvPr>
                <p:cNvPicPr/>
                <p:nvPr/>
              </p:nvPicPr>
              <p:blipFill>
                <a:blip r:embed="rId71"/>
                <a:stretch>
                  <a:fillRect/>
                </a:stretch>
              </p:blipFill>
              <p:spPr>
                <a:xfrm>
                  <a:off x="614265" y="339855"/>
                  <a:ext cx="12924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555E1F25-BD8D-E869-7FC8-4E6493EE7277}"/>
                    </a:ext>
                  </a:extLst>
                </p14:cNvPr>
                <p14:cNvContentPartPr/>
                <p14:nvPr/>
              </p14:nvContentPartPr>
              <p14:xfrm>
                <a:off x="717225" y="367575"/>
                <a:ext cx="54360" cy="74520"/>
              </p14:xfrm>
            </p:contentPart>
          </mc:Choice>
          <mc:Fallback xmlns="">
            <p:pic>
              <p:nvPicPr>
                <p:cNvPr id="47" name="Ink 46">
                  <a:extLst>
                    <a:ext uri="{FF2B5EF4-FFF2-40B4-BE49-F238E27FC236}">
                      <a16:creationId xmlns:a16="http://schemas.microsoft.com/office/drawing/2014/main" id="{555E1F25-BD8D-E869-7FC8-4E6493EE7277}"/>
                    </a:ext>
                  </a:extLst>
                </p:cNvPr>
                <p:cNvPicPr/>
                <p:nvPr/>
              </p:nvPicPr>
              <p:blipFill>
                <a:blip r:embed="rId73"/>
                <a:stretch>
                  <a:fillRect/>
                </a:stretch>
              </p:blipFill>
              <p:spPr>
                <a:xfrm>
                  <a:off x="711105" y="361455"/>
                  <a:ext cx="6660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DBA5B586-B15A-00A2-2E80-342D772CD2E9}"/>
                    </a:ext>
                  </a:extLst>
                </p14:cNvPr>
                <p14:cNvContentPartPr/>
                <p14:nvPr/>
              </p14:nvContentPartPr>
              <p14:xfrm>
                <a:off x="931425" y="373695"/>
                <a:ext cx="130680" cy="150480"/>
              </p14:xfrm>
            </p:contentPart>
          </mc:Choice>
          <mc:Fallback xmlns="">
            <p:pic>
              <p:nvPicPr>
                <p:cNvPr id="48" name="Ink 47">
                  <a:extLst>
                    <a:ext uri="{FF2B5EF4-FFF2-40B4-BE49-F238E27FC236}">
                      <a16:creationId xmlns:a16="http://schemas.microsoft.com/office/drawing/2014/main" id="{DBA5B586-B15A-00A2-2E80-342D772CD2E9}"/>
                    </a:ext>
                  </a:extLst>
                </p:cNvPr>
                <p:cNvPicPr/>
                <p:nvPr/>
              </p:nvPicPr>
              <p:blipFill>
                <a:blip r:embed="rId75"/>
                <a:stretch>
                  <a:fillRect/>
                </a:stretch>
              </p:blipFill>
              <p:spPr>
                <a:xfrm>
                  <a:off x="925305" y="367575"/>
                  <a:ext cx="1429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D26ED6ED-8E90-6CD7-4E18-84E9DF332DD0}"/>
                    </a:ext>
                  </a:extLst>
                </p14:cNvPr>
                <p14:cNvContentPartPr/>
                <p14:nvPr/>
              </p14:nvContentPartPr>
              <p14:xfrm>
                <a:off x="1365225" y="116655"/>
                <a:ext cx="3475080" cy="2641680"/>
              </p14:xfrm>
            </p:contentPart>
          </mc:Choice>
          <mc:Fallback xmlns="">
            <p:pic>
              <p:nvPicPr>
                <p:cNvPr id="50" name="Ink 49">
                  <a:extLst>
                    <a:ext uri="{FF2B5EF4-FFF2-40B4-BE49-F238E27FC236}">
                      <a16:creationId xmlns:a16="http://schemas.microsoft.com/office/drawing/2014/main" id="{D26ED6ED-8E90-6CD7-4E18-84E9DF332DD0}"/>
                    </a:ext>
                  </a:extLst>
                </p:cNvPr>
                <p:cNvPicPr/>
                <p:nvPr/>
              </p:nvPicPr>
              <p:blipFill>
                <a:blip r:embed="rId77"/>
                <a:stretch>
                  <a:fillRect/>
                </a:stretch>
              </p:blipFill>
              <p:spPr>
                <a:xfrm>
                  <a:off x="1359105" y="110535"/>
                  <a:ext cx="3487320" cy="26539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21EAC44F-0B59-0CD0-1A21-598CC0ABF3D0}"/>
                    </a:ext>
                  </a:extLst>
                </p14:cNvPr>
                <p14:cNvContentPartPr/>
                <p14:nvPr/>
              </p14:nvContentPartPr>
              <p14:xfrm>
                <a:off x="2978385" y="2903055"/>
                <a:ext cx="11880" cy="11520"/>
              </p14:xfrm>
            </p:contentPart>
          </mc:Choice>
          <mc:Fallback xmlns="">
            <p:pic>
              <p:nvPicPr>
                <p:cNvPr id="51" name="Ink 50">
                  <a:extLst>
                    <a:ext uri="{FF2B5EF4-FFF2-40B4-BE49-F238E27FC236}">
                      <a16:creationId xmlns:a16="http://schemas.microsoft.com/office/drawing/2014/main" id="{21EAC44F-0B59-0CD0-1A21-598CC0ABF3D0}"/>
                    </a:ext>
                  </a:extLst>
                </p:cNvPr>
                <p:cNvPicPr/>
                <p:nvPr/>
              </p:nvPicPr>
              <p:blipFill>
                <a:blip r:embed="rId79"/>
                <a:stretch>
                  <a:fillRect/>
                </a:stretch>
              </p:blipFill>
              <p:spPr>
                <a:xfrm>
                  <a:off x="2972265" y="2896935"/>
                  <a:ext cx="24120" cy="23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6D1489A9-BA1D-0877-01BF-8A06158F9C4C}"/>
                  </a:ext>
                </a:extLst>
              </p14:cNvPr>
              <p14:cNvContentPartPr/>
              <p14:nvPr/>
            </p14:nvContentPartPr>
            <p14:xfrm>
              <a:off x="2864265" y="2712975"/>
              <a:ext cx="100800" cy="82440"/>
            </p14:xfrm>
          </p:contentPart>
        </mc:Choice>
        <mc:Fallback xmlns="">
          <p:pic>
            <p:nvPicPr>
              <p:cNvPr id="53" name="Ink 52">
                <a:extLst>
                  <a:ext uri="{FF2B5EF4-FFF2-40B4-BE49-F238E27FC236}">
                    <a16:creationId xmlns:a16="http://schemas.microsoft.com/office/drawing/2014/main" id="{6D1489A9-BA1D-0877-01BF-8A06158F9C4C}"/>
                  </a:ext>
                </a:extLst>
              </p:cNvPr>
              <p:cNvPicPr/>
              <p:nvPr/>
            </p:nvPicPr>
            <p:blipFill>
              <a:blip r:embed="rId81"/>
              <a:stretch>
                <a:fillRect/>
              </a:stretch>
            </p:blipFill>
            <p:spPr>
              <a:xfrm>
                <a:off x="2858145" y="2706855"/>
                <a:ext cx="1130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8" name="Ink 87">
                <a:extLst>
                  <a:ext uri="{FF2B5EF4-FFF2-40B4-BE49-F238E27FC236}">
                    <a16:creationId xmlns:a16="http://schemas.microsoft.com/office/drawing/2014/main" id="{8983A804-0BEB-78F2-36B9-FB0CF79113D1}"/>
                  </a:ext>
                </a:extLst>
              </p14:cNvPr>
              <p14:cNvContentPartPr/>
              <p14:nvPr/>
            </p14:nvContentPartPr>
            <p14:xfrm>
              <a:off x="4013025" y="752280"/>
              <a:ext cx="2447640" cy="1112760"/>
            </p14:xfrm>
          </p:contentPart>
        </mc:Choice>
        <mc:Fallback xmlns="">
          <p:pic>
            <p:nvPicPr>
              <p:cNvPr id="88" name="Ink 87">
                <a:extLst>
                  <a:ext uri="{FF2B5EF4-FFF2-40B4-BE49-F238E27FC236}">
                    <a16:creationId xmlns:a16="http://schemas.microsoft.com/office/drawing/2014/main" id="{8983A804-0BEB-78F2-36B9-FB0CF79113D1}"/>
                  </a:ext>
                </a:extLst>
              </p:cNvPr>
              <p:cNvPicPr/>
              <p:nvPr/>
            </p:nvPicPr>
            <p:blipFill>
              <a:blip r:embed="rId83"/>
              <a:stretch>
                <a:fillRect/>
              </a:stretch>
            </p:blipFill>
            <p:spPr>
              <a:xfrm>
                <a:off x="4006905" y="746160"/>
                <a:ext cx="2459880" cy="1125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9" name="Ink 88">
                <a:extLst>
                  <a:ext uri="{FF2B5EF4-FFF2-40B4-BE49-F238E27FC236}">
                    <a16:creationId xmlns:a16="http://schemas.microsoft.com/office/drawing/2014/main" id="{1F596A6E-FDEA-67E9-1B3C-E01A11A8860B}"/>
                  </a:ext>
                </a:extLst>
              </p14:cNvPr>
              <p14:cNvContentPartPr/>
              <p14:nvPr/>
            </p14:nvContentPartPr>
            <p14:xfrm>
              <a:off x="6384705" y="1366080"/>
              <a:ext cx="270360" cy="786960"/>
            </p14:xfrm>
          </p:contentPart>
        </mc:Choice>
        <mc:Fallback xmlns="">
          <p:pic>
            <p:nvPicPr>
              <p:cNvPr id="89" name="Ink 88">
                <a:extLst>
                  <a:ext uri="{FF2B5EF4-FFF2-40B4-BE49-F238E27FC236}">
                    <a16:creationId xmlns:a16="http://schemas.microsoft.com/office/drawing/2014/main" id="{1F596A6E-FDEA-67E9-1B3C-E01A11A8860B}"/>
                  </a:ext>
                </a:extLst>
              </p:cNvPr>
              <p:cNvPicPr/>
              <p:nvPr/>
            </p:nvPicPr>
            <p:blipFill>
              <a:blip r:embed="rId85"/>
              <a:stretch>
                <a:fillRect/>
              </a:stretch>
            </p:blipFill>
            <p:spPr>
              <a:xfrm>
                <a:off x="6378585" y="1359960"/>
                <a:ext cx="282600" cy="7992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1" name="Ink 90">
                <a:extLst>
                  <a:ext uri="{FF2B5EF4-FFF2-40B4-BE49-F238E27FC236}">
                    <a16:creationId xmlns:a16="http://schemas.microsoft.com/office/drawing/2014/main" id="{4A5D2058-0580-40F5-7831-4E09777705AB}"/>
                  </a:ext>
                </a:extLst>
              </p14:cNvPr>
              <p14:cNvContentPartPr/>
              <p14:nvPr/>
            </p14:nvContentPartPr>
            <p14:xfrm>
              <a:off x="6878265" y="1337640"/>
              <a:ext cx="882720" cy="531000"/>
            </p14:xfrm>
          </p:contentPart>
        </mc:Choice>
        <mc:Fallback xmlns="">
          <p:pic>
            <p:nvPicPr>
              <p:cNvPr id="91" name="Ink 90">
                <a:extLst>
                  <a:ext uri="{FF2B5EF4-FFF2-40B4-BE49-F238E27FC236}">
                    <a16:creationId xmlns:a16="http://schemas.microsoft.com/office/drawing/2014/main" id="{4A5D2058-0580-40F5-7831-4E09777705AB}"/>
                  </a:ext>
                </a:extLst>
              </p:cNvPr>
              <p:cNvPicPr/>
              <p:nvPr/>
            </p:nvPicPr>
            <p:blipFill>
              <a:blip r:embed="rId87"/>
              <a:stretch>
                <a:fillRect/>
              </a:stretch>
            </p:blipFill>
            <p:spPr>
              <a:xfrm>
                <a:off x="6872145" y="1331520"/>
                <a:ext cx="894960" cy="543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2" name="Ink 91">
                <a:extLst>
                  <a:ext uri="{FF2B5EF4-FFF2-40B4-BE49-F238E27FC236}">
                    <a16:creationId xmlns:a16="http://schemas.microsoft.com/office/drawing/2014/main" id="{2A39306B-38C2-77FB-856C-1CEF8DF1200E}"/>
                  </a:ext>
                </a:extLst>
              </p14:cNvPr>
              <p14:cNvContentPartPr/>
              <p14:nvPr/>
            </p14:nvContentPartPr>
            <p14:xfrm>
              <a:off x="6963945" y="1535280"/>
              <a:ext cx="203760" cy="343080"/>
            </p14:xfrm>
          </p:contentPart>
        </mc:Choice>
        <mc:Fallback xmlns="">
          <p:pic>
            <p:nvPicPr>
              <p:cNvPr id="92" name="Ink 91">
                <a:extLst>
                  <a:ext uri="{FF2B5EF4-FFF2-40B4-BE49-F238E27FC236}">
                    <a16:creationId xmlns:a16="http://schemas.microsoft.com/office/drawing/2014/main" id="{2A39306B-38C2-77FB-856C-1CEF8DF1200E}"/>
                  </a:ext>
                </a:extLst>
              </p:cNvPr>
              <p:cNvPicPr/>
              <p:nvPr/>
            </p:nvPicPr>
            <p:blipFill>
              <a:blip r:embed="rId89"/>
              <a:stretch>
                <a:fillRect/>
              </a:stretch>
            </p:blipFill>
            <p:spPr>
              <a:xfrm>
                <a:off x="6957825" y="1529160"/>
                <a:ext cx="21600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4" name="Ink 93">
                <a:extLst>
                  <a:ext uri="{FF2B5EF4-FFF2-40B4-BE49-F238E27FC236}">
                    <a16:creationId xmlns:a16="http://schemas.microsoft.com/office/drawing/2014/main" id="{A9C809CF-B621-93FD-46A7-A6F1CD0FFC95}"/>
                  </a:ext>
                </a:extLst>
              </p14:cNvPr>
              <p14:cNvContentPartPr/>
              <p14:nvPr/>
            </p14:nvContentPartPr>
            <p14:xfrm>
              <a:off x="8488905" y="1389120"/>
              <a:ext cx="272520" cy="27000"/>
            </p14:xfrm>
          </p:contentPart>
        </mc:Choice>
        <mc:Fallback xmlns="">
          <p:pic>
            <p:nvPicPr>
              <p:cNvPr id="94" name="Ink 93">
                <a:extLst>
                  <a:ext uri="{FF2B5EF4-FFF2-40B4-BE49-F238E27FC236}">
                    <a16:creationId xmlns:a16="http://schemas.microsoft.com/office/drawing/2014/main" id="{A9C809CF-B621-93FD-46A7-A6F1CD0FFC95}"/>
                  </a:ext>
                </a:extLst>
              </p:cNvPr>
              <p:cNvPicPr/>
              <p:nvPr/>
            </p:nvPicPr>
            <p:blipFill>
              <a:blip r:embed="rId91"/>
              <a:stretch>
                <a:fillRect/>
              </a:stretch>
            </p:blipFill>
            <p:spPr>
              <a:xfrm>
                <a:off x="8482785" y="1383000"/>
                <a:ext cx="2847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5" name="Ink 94">
                <a:extLst>
                  <a:ext uri="{FF2B5EF4-FFF2-40B4-BE49-F238E27FC236}">
                    <a16:creationId xmlns:a16="http://schemas.microsoft.com/office/drawing/2014/main" id="{AA0DAD05-E72E-F319-14A6-DD0A20B5B098}"/>
                  </a:ext>
                </a:extLst>
              </p14:cNvPr>
              <p14:cNvContentPartPr/>
              <p14:nvPr/>
            </p14:nvContentPartPr>
            <p14:xfrm>
              <a:off x="8542545" y="1662720"/>
              <a:ext cx="279360" cy="32400"/>
            </p14:xfrm>
          </p:contentPart>
        </mc:Choice>
        <mc:Fallback xmlns="">
          <p:pic>
            <p:nvPicPr>
              <p:cNvPr id="95" name="Ink 94">
                <a:extLst>
                  <a:ext uri="{FF2B5EF4-FFF2-40B4-BE49-F238E27FC236}">
                    <a16:creationId xmlns:a16="http://schemas.microsoft.com/office/drawing/2014/main" id="{AA0DAD05-E72E-F319-14A6-DD0A20B5B098}"/>
                  </a:ext>
                </a:extLst>
              </p:cNvPr>
              <p:cNvPicPr/>
              <p:nvPr/>
            </p:nvPicPr>
            <p:blipFill>
              <a:blip r:embed="rId93"/>
              <a:stretch>
                <a:fillRect/>
              </a:stretch>
            </p:blipFill>
            <p:spPr>
              <a:xfrm>
                <a:off x="8536425" y="1656600"/>
                <a:ext cx="2916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6" name="Ink 95">
                <a:extLst>
                  <a:ext uri="{FF2B5EF4-FFF2-40B4-BE49-F238E27FC236}">
                    <a16:creationId xmlns:a16="http://schemas.microsoft.com/office/drawing/2014/main" id="{0CB24D67-B8F4-B864-53AB-48ADF54A0A9D}"/>
                  </a:ext>
                </a:extLst>
              </p14:cNvPr>
              <p14:cNvContentPartPr/>
              <p14:nvPr/>
            </p14:nvContentPartPr>
            <p14:xfrm>
              <a:off x="9226185" y="1185360"/>
              <a:ext cx="25560" cy="436680"/>
            </p14:xfrm>
          </p:contentPart>
        </mc:Choice>
        <mc:Fallback xmlns="">
          <p:pic>
            <p:nvPicPr>
              <p:cNvPr id="96" name="Ink 95">
                <a:extLst>
                  <a:ext uri="{FF2B5EF4-FFF2-40B4-BE49-F238E27FC236}">
                    <a16:creationId xmlns:a16="http://schemas.microsoft.com/office/drawing/2014/main" id="{0CB24D67-B8F4-B864-53AB-48ADF54A0A9D}"/>
                  </a:ext>
                </a:extLst>
              </p:cNvPr>
              <p:cNvPicPr/>
              <p:nvPr/>
            </p:nvPicPr>
            <p:blipFill>
              <a:blip r:embed="rId95"/>
              <a:stretch>
                <a:fillRect/>
              </a:stretch>
            </p:blipFill>
            <p:spPr>
              <a:xfrm>
                <a:off x="9220065" y="1179240"/>
                <a:ext cx="3780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7" name="Ink 96">
                <a:extLst>
                  <a:ext uri="{FF2B5EF4-FFF2-40B4-BE49-F238E27FC236}">
                    <a16:creationId xmlns:a16="http://schemas.microsoft.com/office/drawing/2014/main" id="{D80FAF13-D4E7-DB09-B325-2FAF129925A3}"/>
                  </a:ext>
                </a:extLst>
              </p14:cNvPr>
              <p14:cNvContentPartPr/>
              <p14:nvPr/>
            </p14:nvContentPartPr>
            <p14:xfrm>
              <a:off x="9559905" y="1186800"/>
              <a:ext cx="159480" cy="537840"/>
            </p14:xfrm>
          </p:contentPart>
        </mc:Choice>
        <mc:Fallback xmlns="">
          <p:pic>
            <p:nvPicPr>
              <p:cNvPr id="97" name="Ink 96">
                <a:extLst>
                  <a:ext uri="{FF2B5EF4-FFF2-40B4-BE49-F238E27FC236}">
                    <a16:creationId xmlns:a16="http://schemas.microsoft.com/office/drawing/2014/main" id="{D80FAF13-D4E7-DB09-B325-2FAF129925A3}"/>
                  </a:ext>
                </a:extLst>
              </p:cNvPr>
              <p:cNvPicPr/>
              <p:nvPr/>
            </p:nvPicPr>
            <p:blipFill>
              <a:blip r:embed="rId97"/>
              <a:stretch>
                <a:fillRect/>
              </a:stretch>
            </p:blipFill>
            <p:spPr>
              <a:xfrm>
                <a:off x="9553785" y="1180680"/>
                <a:ext cx="17172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8" name="Ink 97">
                <a:extLst>
                  <a:ext uri="{FF2B5EF4-FFF2-40B4-BE49-F238E27FC236}">
                    <a16:creationId xmlns:a16="http://schemas.microsoft.com/office/drawing/2014/main" id="{2E2F24E0-2D40-3B89-22EF-0A16416B377D}"/>
                  </a:ext>
                </a:extLst>
              </p14:cNvPr>
              <p14:cNvContentPartPr/>
              <p14:nvPr/>
            </p14:nvContentPartPr>
            <p14:xfrm>
              <a:off x="10101705" y="1392360"/>
              <a:ext cx="26640" cy="49680"/>
            </p14:xfrm>
          </p:contentPart>
        </mc:Choice>
        <mc:Fallback xmlns="">
          <p:pic>
            <p:nvPicPr>
              <p:cNvPr id="98" name="Ink 97">
                <a:extLst>
                  <a:ext uri="{FF2B5EF4-FFF2-40B4-BE49-F238E27FC236}">
                    <a16:creationId xmlns:a16="http://schemas.microsoft.com/office/drawing/2014/main" id="{2E2F24E0-2D40-3B89-22EF-0A16416B377D}"/>
                  </a:ext>
                </a:extLst>
              </p:cNvPr>
              <p:cNvPicPr/>
              <p:nvPr/>
            </p:nvPicPr>
            <p:blipFill>
              <a:blip r:embed="rId99"/>
              <a:stretch>
                <a:fillRect/>
              </a:stretch>
            </p:blipFill>
            <p:spPr>
              <a:xfrm>
                <a:off x="10095585" y="1386240"/>
                <a:ext cx="38880" cy="61920"/>
              </a:xfrm>
              <a:prstGeom prst="rect">
                <a:avLst/>
              </a:prstGeom>
            </p:spPr>
          </p:pic>
        </mc:Fallback>
      </mc:AlternateContent>
      <p:grpSp>
        <p:nvGrpSpPr>
          <p:cNvPr id="105" name="Group 104">
            <a:extLst>
              <a:ext uri="{FF2B5EF4-FFF2-40B4-BE49-F238E27FC236}">
                <a16:creationId xmlns:a16="http://schemas.microsoft.com/office/drawing/2014/main" id="{7D9F5454-BBB8-43DD-8969-EA456BDB4794}"/>
              </a:ext>
            </a:extLst>
          </p:cNvPr>
          <p:cNvGrpSpPr/>
          <p:nvPr/>
        </p:nvGrpSpPr>
        <p:grpSpPr>
          <a:xfrm>
            <a:off x="3986745" y="325680"/>
            <a:ext cx="3271680" cy="672840"/>
            <a:chOff x="3986745" y="325680"/>
            <a:chExt cx="3271680" cy="672840"/>
          </a:xfrm>
        </p:grpSpPr>
        <mc:AlternateContent xmlns:mc="http://schemas.openxmlformats.org/markup-compatibility/2006" xmlns:p14="http://schemas.microsoft.com/office/powerpoint/2010/main">
          <mc:Choice Requires="p14">
            <p:contentPart p14:bwMode="auto" r:id="rId100">
              <p14:nvContentPartPr>
                <p14:cNvPr id="86" name="Ink 85">
                  <a:extLst>
                    <a:ext uri="{FF2B5EF4-FFF2-40B4-BE49-F238E27FC236}">
                      <a16:creationId xmlns:a16="http://schemas.microsoft.com/office/drawing/2014/main" id="{ECA2DA4B-7D57-FCB3-8F2C-214511C80510}"/>
                    </a:ext>
                  </a:extLst>
                </p14:cNvPr>
                <p14:cNvContentPartPr/>
                <p14:nvPr/>
              </p14:nvContentPartPr>
              <p14:xfrm>
                <a:off x="6954945" y="696840"/>
                <a:ext cx="9360" cy="23040"/>
              </p14:xfrm>
            </p:contentPart>
          </mc:Choice>
          <mc:Fallback xmlns="">
            <p:pic>
              <p:nvPicPr>
                <p:cNvPr id="86" name="Ink 85">
                  <a:extLst>
                    <a:ext uri="{FF2B5EF4-FFF2-40B4-BE49-F238E27FC236}">
                      <a16:creationId xmlns:a16="http://schemas.microsoft.com/office/drawing/2014/main" id="{ECA2DA4B-7D57-FCB3-8F2C-214511C80510}"/>
                    </a:ext>
                  </a:extLst>
                </p:cNvPr>
                <p:cNvPicPr/>
                <p:nvPr/>
              </p:nvPicPr>
              <p:blipFill>
                <a:blip r:embed="rId101"/>
                <a:stretch>
                  <a:fillRect/>
                </a:stretch>
              </p:blipFill>
              <p:spPr>
                <a:xfrm>
                  <a:off x="6948825" y="690720"/>
                  <a:ext cx="216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0" name="Ink 79">
                  <a:extLst>
                    <a:ext uri="{FF2B5EF4-FFF2-40B4-BE49-F238E27FC236}">
                      <a16:creationId xmlns:a16="http://schemas.microsoft.com/office/drawing/2014/main" id="{93D35B3B-BBDE-0EF0-C85D-5F22FFB26DEC}"/>
                    </a:ext>
                  </a:extLst>
                </p14:cNvPr>
                <p14:cNvContentPartPr/>
                <p14:nvPr/>
              </p14:nvContentPartPr>
              <p14:xfrm>
                <a:off x="4649505" y="493080"/>
                <a:ext cx="415080" cy="206280"/>
              </p14:xfrm>
            </p:contentPart>
          </mc:Choice>
          <mc:Fallback xmlns="">
            <p:pic>
              <p:nvPicPr>
                <p:cNvPr id="80" name="Ink 79">
                  <a:extLst>
                    <a:ext uri="{FF2B5EF4-FFF2-40B4-BE49-F238E27FC236}">
                      <a16:creationId xmlns:a16="http://schemas.microsoft.com/office/drawing/2014/main" id="{93D35B3B-BBDE-0EF0-C85D-5F22FFB26DEC}"/>
                    </a:ext>
                  </a:extLst>
                </p:cNvPr>
                <p:cNvPicPr/>
                <p:nvPr/>
              </p:nvPicPr>
              <p:blipFill>
                <a:blip r:embed="rId103"/>
                <a:stretch>
                  <a:fillRect/>
                </a:stretch>
              </p:blipFill>
              <p:spPr>
                <a:xfrm>
                  <a:off x="4643385" y="486960"/>
                  <a:ext cx="4273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1" name="Ink 80">
                  <a:extLst>
                    <a:ext uri="{FF2B5EF4-FFF2-40B4-BE49-F238E27FC236}">
                      <a16:creationId xmlns:a16="http://schemas.microsoft.com/office/drawing/2014/main" id="{030DB5DB-0833-0F72-6104-9626C6D8B42B}"/>
                    </a:ext>
                  </a:extLst>
                </p14:cNvPr>
                <p14:cNvContentPartPr/>
                <p14:nvPr/>
              </p14:nvContentPartPr>
              <p14:xfrm>
                <a:off x="5370945" y="516840"/>
                <a:ext cx="385560" cy="302400"/>
              </p14:xfrm>
            </p:contentPart>
          </mc:Choice>
          <mc:Fallback xmlns="">
            <p:pic>
              <p:nvPicPr>
                <p:cNvPr id="81" name="Ink 80">
                  <a:extLst>
                    <a:ext uri="{FF2B5EF4-FFF2-40B4-BE49-F238E27FC236}">
                      <a16:creationId xmlns:a16="http://schemas.microsoft.com/office/drawing/2014/main" id="{030DB5DB-0833-0F72-6104-9626C6D8B42B}"/>
                    </a:ext>
                  </a:extLst>
                </p:cNvPr>
                <p:cNvPicPr/>
                <p:nvPr/>
              </p:nvPicPr>
              <p:blipFill>
                <a:blip r:embed="rId105"/>
                <a:stretch>
                  <a:fillRect/>
                </a:stretch>
              </p:blipFill>
              <p:spPr>
                <a:xfrm>
                  <a:off x="5364825" y="510720"/>
                  <a:ext cx="39780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2" name="Ink 81">
                  <a:extLst>
                    <a:ext uri="{FF2B5EF4-FFF2-40B4-BE49-F238E27FC236}">
                      <a16:creationId xmlns:a16="http://schemas.microsoft.com/office/drawing/2014/main" id="{87E4272B-58EC-C0CE-3F6A-FF3CA84B39A7}"/>
                    </a:ext>
                  </a:extLst>
                </p14:cNvPr>
                <p14:cNvContentPartPr/>
                <p14:nvPr/>
              </p14:nvContentPartPr>
              <p14:xfrm>
                <a:off x="5247465" y="718440"/>
                <a:ext cx="104400" cy="280080"/>
              </p14:xfrm>
            </p:contentPart>
          </mc:Choice>
          <mc:Fallback xmlns="">
            <p:pic>
              <p:nvPicPr>
                <p:cNvPr id="82" name="Ink 81">
                  <a:extLst>
                    <a:ext uri="{FF2B5EF4-FFF2-40B4-BE49-F238E27FC236}">
                      <a16:creationId xmlns:a16="http://schemas.microsoft.com/office/drawing/2014/main" id="{87E4272B-58EC-C0CE-3F6A-FF3CA84B39A7}"/>
                    </a:ext>
                  </a:extLst>
                </p:cNvPr>
                <p:cNvPicPr/>
                <p:nvPr/>
              </p:nvPicPr>
              <p:blipFill>
                <a:blip r:embed="rId107"/>
                <a:stretch>
                  <a:fillRect/>
                </a:stretch>
              </p:blipFill>
              <p:spPr>
                <a:xfrm>
                  <a:off x="5241345" y="712320"/>
                  <a:ext cx="11664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3" name="Ink 82">
                  <a:extLst>
                    <a:ext uri="{FF2B5EF4-FFF2-40B4-BE49-F238E27FC236}">
                      <a16:creationId xmlns:a16="http://schemas.microsoft.com/office/drawing/2014/main" id="{08419985-0D35-366C-B5F6-FE7992B403FC}"/>
                    </a:ext>
                  </a:extLst>
                </p14:cNvPr>
                <p14:cNvContentPartPr/>
                <p14:nvPr/>
              </p14:nvContentPartPr>
              <p14:xfrm>
                <a:off x="6131985" y="516840"/>
                <a:ext cx="136440" cy="71280"/>
              </p14:xfrm>
            </p:contentPart>
          </mc:Choice>
          <mc:Fallback xmlns="">
            <p:pic>
              <p:nvPicPr>
                <p:cNvPr id="83" name="Ink 82">
                  <a:extLst>
                    <a:ext uri="{FF2B5EF4-FFF2-40B4-BE49-F238E27FC236}">
                      <a16:creationId xmlns:a16="http://schemas.microsoft.com/office/drawing/2014/main" id="{08419985-0D35-366C-B5F6-FE7992B403FC}"/>
                    </a:ext>
                  </a:extLst>
                </p:cNvPr>
                <p:cNvPicPr/>
                <p:nvPr/>
              </p:nvPicPr>
              <p:blipFill>
                <a:blip r:embed="rId109"/>
                <a:stretch>
                  <a:fillRect/>
                </a:stretch>
              </p:blipFill>
              <p:spPr>
                <a:xfrm>
                  <a:off x="6125865" y="510720"/>
                  <a:ext cx="14868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4" name="Ink 83">
                  <a:extLst>
                    <a:ext uri="{FF2B5EF4-FFF2-40B4-BE49-F238E27FC236}">
                      <a16:creationId xmlns:a16="http://schemas.microsoft.com/office/drawing/2014/main" id="{65B8EF28-F35E-E3A0-2F12-4DEBBACD74A3}"/>
                    </a:ext>
                  </a:extLst>
                </p14:cNvPr>
                <p14:cNvContentPartPr/>
                <p14:nvPr/>
              </p14:nvContentPartPr>
              <p14:xfrm>
                <a:off x="6063585" y="810960"/>
                <a:ext cx="126000" cy="60120"/>
              </p14:xfrm>
            </p:contentPart>
          </mc:Choice>
          <mc:Fallback xmlns="">
            <p:pic>
              <p:nvPicPr>
                <p:cNvPr id="84" name="Ink 83">
                  <a:extLst>
                    <a:ext uri="{FF2B5EF4-FFF2-40B4-BE49-F238E27FC236}">
                      <a16:creationId xmlns:a16="http://schemas.microsoft.com/office/drawing/2014/main" id="{65B8EF28-F35E-E3A0-2F12-4DEBBACD74A3}"/>
                    </a:ext>
                  </a:extLst>
                </p:cNvPr>
                <p:cNvPicPr/>
                <p:nvPr/>
              </p:nvPicPr>
              <p:blipFill>
                <a:blip r:embed="rId111"/>
                <a:stretch>
                  <a:fillRect/>
                </a:stretch>
              </p:blipFill>
              <p:spPr>
                <a:xfrm>
                  <a:off x="6057465" y="804840"/>
                  <a:ext cx="1382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5" name="Ink 84">
                  <a:extLst>
                    <a:ext uri="{FF2B5EF4-FFF2-40B4-BE49-F238E27FC236}">
                      <a16:creationId xmlns:a16="http://schemas.microsoft.com/office/drawing/2014/main" id="{7618CDD2-FC57-27F4-41CF-234A411902BB}"/>
                    </a:ext>
                  </a:extLst>
                </p14:cNvPr>
                <p14:cNvContentPartPr/>
                <p14:nvPr/>
              </p14:nvContentPartPr>
              <p14:xfrm>
                <a:off x="6453105" y="471840"/>
                <a:ext cx="180720" cy="353520"/>
              </p14:xfrm>
            </p:contentPart>
          </mc:Choice>
          <mc:Fallback xmlns="">
            <p:pic>
              <p:nvPicPr>
                <p:cNvPr id="85" name="Ink 84">
                  <a:extLst>
                    <a:ext uri="{FF2B5EF4-FFF2-40B4-BE49-F238E27FC236}">
                      <a16:creationId xmlns:a16="http://schemas.microsoft.com/office/drawing/2014/main" id="{7618CDD2-FC57-27F4-41CF-234A411902BB}"/>
                    </a:ext>
                  </a:extLst>
                </p:cNvPr>
                <p:cNvPicPr/>
                <p:nvPr/>
              </p:nvPicPr>
              <p:blipFill>
                <a:blip r:embed="rId113"/>
                <a:stretch>
                  <a:fillRect/>
                </a:stretch>
              </p:blipFill>
              <p:spPr>
                <a:xfrm>
                  <a:off x="6446985" y="465720"/>
                  <a:ext cx="19296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9" name="Ink 98">
                  <a:extLst>
                    <a:ext uri="{FF2B5EF4-FFF2-40B4-BE49-F238E27FC236}">
                      <a16:creationId xmlns:a16="http://schemas.microsoft.com/office/drawing/2014/main" id="{2B1ABF55-3CCE-E3C8-6FC7-A607DD11E3B5}"/>
                    </a:ext>
                  </a:extLst>
                </p14:cNvPr>
                <p14:cNvContentPartPr/>
                <p14:nvPr/>
              </p14:nvContentPartPr>
              <p14:xfrm>
                <a:off x="3986745" y="325680"/>
                <a:ext cx="3271680" cy="78120"/>
              </p14:xfrm>
            </p:contentPart>
          </mc:Choice>
          <mc:Fallback xmlns="">
            <p:pic>
              <p:nvPicPr>
                <p:cNvPr id="99" name="Ink 98">
                  <a:extLst>
                    <a:ext uri="{FF2B5EF4-FFF2-40B4-BE49-F238E27FC236}">
                      <a16:creationId xmlns:a16="http://schemas.microsoft.com/office/drawing/2014/main" id="{2B1ABF55-3CCE-E3C8-6FC7-A607DD11E3B5}"/>
                    </a:ext>
                  </a:extLst>
                </p:cNvPr>
                <p:cNvPicPr/>
                <p:nvPr/>
              </p:nvPicPr>
              <p:blipFill>
                <a:blip r:embed="rId115"/>
                <a:stretch>
                  <a:fillRect/>
                </a:stretch>
              </p:blipFill>
              <p:spPr>
                <a:xfrm>
                  <a:off x="3980625" y="319560"/>
                  <a:ext cx="3283920" cy="90360"/>
                </a:xfrm>
                <a:prstGeom prst="rect">
                  <a:avLst/>
                </a:prstGeom>
              </p:spPr>
            </p:pic>
          </mc:Fallback>
        </mc:AlternateContent>
      </p:grpSp>
      <p:grpSp>
        <p:nvGrpSpPr>
          <p:cNvPr id="104" name="Group 103">
            <a:extLst>
              <a:ext uri="{FF2B5EF4-FFF2-40B4-BE49-F238E27FC236}">
                <a16:creationId xmlns:a16="http://schemas.microsoft.com/office/drawing/2014/main" id="{73854E10-CE14-CE3C-5DD3-ED4DE38E2EE9}"/>
              </a:ext>
            </a:extLst>
          </p:cNvPr>
          <p:cNvGrpSpPr/>
          <p:nvPr/>
        </p:nvGrpSpPr>
        <p:grpSpPr>
          <a:xfrm>
            <a:off x="7823625" y="245400"/>
            <a:ext cx="644400" cy="578520"/>
            <a:chOff x="7823625" y="245400"/>
            <a:chExt cx="644400" cy="578520"/>
          </a:xfrm>
        </p:grpSpPr>
        <mc:AlternateContent xmlns:mc="http://schemas.openxmlformats.org/markup-compatibility/2006" xmlns:p14="http://schemas.microsoft.com/office/powerpoint/2010/main">
          <mc:Choice Requires="p14">
            <p:contentPart p14:bwMode="auto" r:id="rId116">
              <p14:nvContentPartPr>
                <p14:cNvPr id="100" name="Ink 99">
                  <a:extLst>
                    <a:ext uri="{FF2B5EF4-FFF2-40B4-BE49-F238E27FC236}">
                      <a16:creationId xmlns:a16="http://schemas.microsoft.com/office/drawing/2014/main" id="{7D9DEA2F-3B93-1D95-9B9F-CC3B485E9F33}"/>
                    </a:ext>
                  </a:extLst>
                </p14:cNvPr>
                <p14:cNvContentPartPr/>
                <p14:nvPr/>
              </p14:nvContentPartPr>
              <p14:xfrm>
                <a:off x="7972305" y="245400"/>
                <a:ext cx="495720" cy="435240"/>
              </p14:xfrm>
            </p:contentPart>
          </mc:Choice>
          <mc:Fallback xmlns="">
            <p:pic>
              <p:nvPicPr>
                <p:cNvPr id="100" name="Ink 99">
                  <a:extLst>
                    <a:ext uri="{FF2B5EF4-FFF2-40B4-BE49-F238E27FC236}">
                      <a16:creationId xmlns:a16="http://schemas.microsoft.com/office/drawing/2014/main" id="{7D9DEA2F-3B93-1D95-9B9F-CC3B485E9F33}"/>
                    </a:ext>
                  </a:extLst>
                </p:cNvPr>
                <p:cNvPicPr/>
                <p:nvPr/>
              </p:nvPicPr>
              <p:blipFill>
                <a:blip r:embed="rId117"/>
                <a:stretch>
                  <a:fillRect/>
                </a:stretch>
              </p:blipFill>
              <p:spPr>
                <a:xfrm>
                  <a:off x="7966185" y="239280"/>
                  <a:ext cx="507960" cy="447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1" name="Ink 100">
                  <a:extLst>
                    <a:ext uri="{FF2B5EF4-FFF2-40B4-BE49-F238E27FC236}">
                      <a16:creationId xmlns:a16="http://schemas.microsoft.com/office/drawing/2014/main" id="{EB79E59D-AF89-80F8-BA96-38A70B416E01}"/>
                    </a:ext>
                  </a:extLst>
                </p14:cNvPr>
                <p14:cNvContentPartPr/>
                <p14:nvPr/>
              </p14:nvContentPartPr>
              <p14:xfrm>
                <a:off x="7823625" y="535200"/>
                <a:ext cx="336240" cy="288720"/>
              </p14:xfrm>
            </p:contentPart>
          </mc:Choice>
          <mc:Fallback xmlns="">
            <p:pic>
              <p:nvPicPr>
                <p:cNvPr id="101" name="Ink 100">
                  <a:extLst>
                    <a:ext uri="{FF2B5EF4-FFF2-40B4-BE49-F238E27FC236}">
                      <a16:creationId xmlns:a16="http://schemas.microsoft.com/office/drawing/2014/main" id="{EB79E59D-AF89-80F8-BA96-38A70B416E01}"/>
                    </a:ext>
                  </a:extLst>
                </p:cNvPr>
                <p:cNvPicPr/>
                <p:nvPr/>
              </p:nvPicPr>
              <p:blipFill>
                <a:blip r:embed="rId119"/>
                <a:stretch>
                  <a:fillRect/>
                </a:stretch>
              </p:blipFill>
              <p:spPr>
                <a:xfrm>
                  <a:off x="7817505" y="529080"/>
                  <a:ext cx="348480" cy="300960"/>
                </a:xfrm>
                <a:prstGeom prst="rect">
                  <a:avLst/>
                </a:prstGeom>
              </p:spPr>
            </p:pic>
          </mc:Fallback>
        </mc:AlternateContent>
      </p:grpSp>
      <p:grpSp>
        <p:nvGrpSpPr>
          <p:cNvPr id="108" name="Group 107">
            <a:extLst>
              <a:ext uri="{FF2B5EF4-FFF2-40B4-BE49-F238E27FC236}">
                <a16:creationId xmlns:a16="http://schemas.microsoft.com/office/drawing/2014/main" id="{629E0676-B267-5424-FE91-419F01CAC024}"/>
              </a:ext>
            </a:extLst>
          </p:cNvPr>
          <p:cNvGrpSpPr/>
          <p:nvPr/>
        </p:nvGrpSpPr>
        <p:grpSpPr>
          <a:xfrm>
            <a:off x="8796345" y="215520"/>
            <a:ext cx="1277280" cy="410040"/>
            <a:chOff x="8796345" y="215520"/>
            <a:chExt cx="1277280" cy="410040"/>
          </a:xfrm>
        </p:grpSpPr>
        <mc:AlternateContent xmlns:mc="http://schemas.openxmlformats.org/markup-compatibility/2006" xmlns:p14="http://schemas.microsoft.com/office/powerpoint/2010/main">
          <mc:Choice Requires="p14">
            <p:contentPart p14:bwMode="auto" r:id="rId120">
              <p14:nvContentPartPr>
                <p14:cNvPr id="102" name="Ink 101">
                  <a:extLst>
                    <a:ext uri="{FF2B5EF4-FFF2-40B4-BE49-F238E27FC236}">
                      <a16:creationId xmlns:a16="http://schemas.microsoft.com/office/drawing/2014/main" id="{3D87B7DD-53E3-6DEA-DB7B-0E48269C9FF9}"/>
                    </a:ext>
                  </a:extLst>
                </p14:cNvPr>
                <p14:cNvContentPartPr/>
                <p14:nvPr/>
              </p14:nvContentPartPr>
              <p14:xfrm>
                <a:off x="8796345" y="260520"/>
                <a:ext cx="187920" cy="18720"/>
              </p14:xfrm>
            </p:contentPart>
          </mc:Choice>
          <mc:Fallback xmlns="">
            <p:pic>
              <p:nvPicPr>
                <p:cNvPr id="102" name="Ink 101">
                  <a:extLst>
                    <a:ext uri="{FF2B5EF4-FFF2-40B4-BE49-F238E27FC236}">
                      <a16:creationId xmlns:a16="http://schemas.microsoft.com/office/drawing/2014/main" id="{3D87B7DD-53E3-6DEA-DB7B-0E48269C9FF9}"/>
                    </a:ext>
                  </a:extLst>
                </p:cNvPr>
                <p:cNvPicPr/>
                <p:nvPr/>
              </p:nvPicPr>
              <p:blipFill>
                <a:blip r:embed="rId121"/>
                <a:stretch>
                  <a:fillRect/>
                </a:stretch>
              </p:blipFill>
              <p:spPr>
                <a:xfrm>
                  <a:off x="8790225" y="254400"/>
                  <a:ext cx="2001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3" name="Ink 102">
                  <a:extLst>
                    <a:ext uri="{FF2B5EF4-FFF2-40B4-BE49-F238E27FC236}">
                      <a16:creationId xmlns:a16="http://schemas.microsoft.com/office/drawing/2014/main" id="{83E44107-129C-00CB-81D0-04FFC6F611B9}"/>
                    </a:ext>
                  </a:extLst>
                </p14:cNvPr>
                <p14:cNvContentPartPr/>
                <p14:nvPr/>
              </p14:nvContentPartPr>
              <p14:xfrm>
                <a:off x="8914065" y="509640"/>
                <a:ext cx="221040" cy="67320"/>
              </p14:xfrm>
            </p:contentPart>
          </mc:Choice>
          <mc:Fallback xmlns="">
            <p:pic>
              <p:nvPicPr>
                <p:cNvPr id="103" name="Ink 102">
                  <a:extLst>
                    <a:ext uri="{FF2B5EF4-FFF2-40B4-BE49-F238E27FC236}">
                      <a16:creationId xmlns:a16="http://schemas.microsoft.com/office/drawing/2014/main" id="{83E44107-129C-00CB-81D0-04FFC6F611B9}"/>
                    </a:ext>
                  </a:extLst>
                </p:cNvPr>
                <p:cNvPicPr/>
                <p:nvPr/>
              </p:nvPicPr>
              <p:blipFill>
                <a:blip r:embed="rId123"/>
                <a:stretch>
                  <a:fillRect/>
                </a:stretch>
              </p:blipFill>
              <p:spPr>
                <a:xfrm>
                  <a:off x="8907945" y="503520"/>
                  <a:ext cx="23328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6" name="Ink 105">
                  <a:extLst>
                    <a:ext uri="{FF2B5EF4-FFF2-40B4-BE49-F238E27FC236}">
                      <a16:creationId xmlns:a16="http://schemas.microsoft.com/office/drawing/2014/main" id="{33FFB9D0-C2C5-FD7C-42F8-14A2B171BF85}"/>
                    </a:ext>
                  </a:extLst>
                </p14:cNvPr>
                <p14:cNvContentPartPr/>
                <p14:nvPr/>
              </p14:nvContentPartPr>
              <p14:xfrm>
                <a:off x="9328065" y="215520"/>
                <a:ext cx="383040" cy="410040"/>
              </p14:xfrm>
            </p:contentPart>
          </mc:Choice>
          <mc:Fallback xmlns="">
            <p:pic>
              <p:nvPicPr>
                <p:cNvPr id="106" name="Ink 105">
                  <a:extLst>
                    <a:ext uri="{FF2B5EF4-FFF2-40B4-BE49-F238E27FC236}">
                      <a16:creationId xmlns:a16="http://schemas.microsoft.com/office/drawing/2014/main" id="{33FFB9D0-C2C5-FD7C-42F8-14A2B171BF85}"/>
                    </a:ext>
                  </a:extLst>
                </p:cNvPr>
                <p:cNvPicPr/>
                <p:nvPr/>
              </p:nvPicPr>
              <p:blipFill>
                <a:blip r:embed="rId125"/>
                <a:stretch>
                  <a:fillRect/>
                </a:stretch>
              </p:blipFill>
              <p:spPr>
                <a:xfrm>
                  <a:off x="9321945" y="209400"/>
                  <a:ext cx="39528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07" name="Ink 106">
                  <a:extLst>
                    <a:ext uri="{FF2B5EF4-FFF2-40B4-BE49-F238E27FC236}">
                      <a16:creationId xmlns:a16="http://schemas.microsoft.com/office/drawing/2014/main" id="{FD31764C-3161-9558-5445-573704BAC160}"/>
                    </a:ext>
                  </a:extLst>
                </p14:cNvPr>
                <p14:cNvContentPartPr/>
                <p14:nvPr/>
              </p14:nvContentPartPr>
              <p14:xfrm>
                <a:off x="9859425" y="244320"/>
                <a:ext cx="214200" cy="263880"/>
              </p14:xfrm>
            </p:contentPart>
          </mc:Choice>
          <mc:Fallback xmlns="">
            <p:pic>
              <p:nvPicPr>
                <p:cNvPr id="107" name="Ink 106">
                  <a:extLst>
                    <a:ext uri="{FF2B5EF4-FFF2-40B4-BE49-F238E27FC236}">
                      <a16:creationId xmlns:a16="http://schemas.microsoft.com/office/drawing/2014/main" id="{FD31764C-3161-9558-5445-573704BAC160}"/>
                    </a:ext>
                  </a:extLst>
                </p:cNvPr>
                <p:cNvPicPr/>
                <p:nvPr/>
              </p:nvPicPr>
              <p:blipFill>
                <a:blip r:embed="rId127"/>
                <a:stretch>
                  <a:fillRect/>
                </a:stretch>
              </p:blipFill>
              <p:spPr>
                <a:xfrm>
                  <a:off x="9853305" y="238200"/>
                  <a:ext cx="226440" cy="276120"/>
                </a:xfrm>
                <a:prstGeom prst="rect">
                  <a:avLst/>
                </a:prstGeom>
              </p:spPr>
            </p:pic>
          </mc:Fallback>
        </mc:AlternateContent>
      </p:grpSp>
      <p:grpSp>
        <p:nvGrpSpPr>
          <p:cNvPr id="125" name="Group 124">
            <a:extLst>
              <a:ext uri="{FF2B5EF4-FFF2-40B4-BE49-F238E27FC236}">
                <a16:creationId xmlns:a16="http://schemas.microsoft.com/office/drawing/2014/main" id="{F5D0ABE9-B063-20D6-CD77-2F0AD706A38F}"/>
              </a:ext>
            </a:extLst>
          </p:cNvPr>
          <p:cNvGrpSpPr/>
          <p:nvPr/>
        </p:nvGrpSpPr>
        <p:grpSpPr>
          <a:xfrm>
            <a:off x="1367025" y="-91200"/>
            <a:ext cx="3162600" cy="2936520"/>
            <a:chOff x="1367025" y="-91200"/>
            <a:chExt cx="3162600" cy="2936520"/>
          </a:xfrm>
        </p:grpSpPr>
        <mc:AlternateContent xmlns:mc="http://schemas.openxmlformats.org/markup-compatibility/2006" xmlns:p14="http://schemas.microsoft.com/office/powerpoint/2010/main">
          <mc:Choice Requires="p14">
            <p:contentPart p14:bwMode="auto" r:id="rId128">
              <p14:nvContentPartPr>
                <p14:cNvPr id="54" name="Ink 53">
                  <a:extLst>
                    <a:ext uri="{FF2B5EF4-FFF2-40B4-BE49-F238E27FC236}">
                      <a16:creationId xmlns:a16="http://schemas.microsoft.com/office/drawing/2014/main" id="{5F340F9A-A995-235A-A4E0-7874F869832D}"/>
                    </a:ext>
                  </a:extLst>
                </p14:cNvPr>
                <p14:cNvContentPartPr/>
                <p14:nvPr/>
              </p14:nvContentPartPr>
              <p14:xfrm>
                <a:off x="1367025" y="345975"/>
                <a:ext cx="65520" cy="312120"/>
              </p14:xfrm>
            </p:contentPart>
          </mc:Choice>
          <mc:Fallback xmlns="">
            <p:pic>
              <p:nvPicPr>
                <p:cNvPr id="54" name="Ink 53">
                  <a:extLst>
                    <a:ext uri="{FF2B5EF4-FFF2-40B4-BE49-F238E27FC236}">
                      <a16:creationId xmlns:a16="http://schemas.microsoft.com/office/drawing/2014/main" id="{5F340F9A-A995-235A-A4E0-7874F869832D}"/>
                    </a:ext>
                  </a:extLst>
                </p:cNvPr>
                <p:cNvPicPr/>
                <p:nvPr/>
              </p:nvPicPr>
              <p:blipFill>
                <a:blip r:embed="rId129"/>
                <a:stretch>
                  <a:fillRect/>
                </a:stretch>
              </p:blipFill>
              <p:spPr>
                <a:xfrm>
                  <a:off x="1360905" y="339855"/>
                  <a:ext cx="7776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55" name="Ink 54">
                  <a:extLst>
                    <a:ext uri="{FF2B5EF4-FFF2-40B4-BE49-F238E27FC236}">
                      <a16:creationId xmlns:a16="http://schemas.microsoft.com/office/drawing/2014/main" id="{3FC78892-F907-58A2-4785-D9BC31B00F59}"/>
                    </a:ext>
                  </a:extLst>
                </p14:cNvPr>
                <p14:cNvContentPartPr/>
                <p14:nvPr/>
              </p14:nvContentPartPr>
              <p14:xfrm>
                <a:off x="1413825" y="563775"/>
                <a:ext cx="35640" cy="318240"/>
              </p14:xfrm>
            </p:contentPart>
          </mc:Choice>
          <mc:Fallback xmlns="">
            <p:pic>
              <p:nvPicPr>
                <p:cNvPr id="55" name="Ink 54">
                  <a:extLst>
                    <a:ext uri="{FF2B5EF4-FFF2-40B4-BE49-F238E27FC236}">
                      <a16:creationId xmlns:a16="http://schemas.microsoft.com/office/drawing/2014/main" id="{3FC78892-F907-58A2-4785-D9BC31B00F59}"/>
                    </a:ext>
                  </a:extLst>
                </p:cNvPr>
                <p:cNvPicPr/>
                <p:nvPr/>
              </p:nvPicPr>
              <p:blipFill>
                <a:blip r:embed="rId131"/>
                <a:stretch>
                  <a:fillRect/>
                </a:stretch>
              </p:blipFill>
              <p:spPr>
                <a:xfrm>
                  <a:off x="1407705" y="557655"/>
                  <a:ext cx="4788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56" name="Ink 55">
                  <a:extLst>
                    <a:ext uri="{FF2B5EF4-FFF2-40B4-BE49-F238E27FC236}">
                      <a16:creationId xmlns:a16="http://schemas.microsoft.com/office/drawing/2014/main" id="{74FAF540-3689-07AD-125C-643BC39DA53E}"/>
                    </a:ext>
                  </a:extLst>
                </p14:cNvPr>
                <p14:cNvContentPartPr/>
                <p14:nvPr/>
              </p14:nvContentPartPr>
              <p14:xfrm>
                <a:off x="1507425" y="906495"/>
                <a:ext cx="15120" cy="3600"/>
              </p14:xfrm>
            </p:contentPart>
          </mc:Choice>
          <mc:Fallback xmlns="">
            <p:pic>
              <p:nvPicPr>
                <p:cNvPr id="56" name="Ink 55">
                  <a:extLst>
                    <a:ext uri="{FF2B5EF4-FFF2-40B4-BE49-F238E27FC236}">
                      <a16:creationId xmlns:a16="http://schemas.microsoft.com/office/drawing/2014/main" id="{74FAF540-3689-07AD-125C-643BC39DA53E}"/>
                    </a:ext>
                  </a:extLst>
                </p:cNvPr>
                <p:cNvPicPr/>
                <p:nvPr/>
              </p:nvPicPr>
              <p:blipFill>
                <a:blip r:embed="rId133"/>
                <a:stretch>
                  <a:fillRect/>
                </a:stretch>
              </p:blipFill>
              <p:spPr>
                <a:xfrm>
                  <a:off x="1501305" y="900375"/>
                  <a:ext cx="273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57" name="Ink 56">
                  <a:extLst>
                    <a:ext uri="{FF2B5EF4-FFF2-40B4-BE49-F238E27FC236}">
                      <a16:creationId xmlns:a16="http://schemas.microsoft.com/office/drawing/2014/main" id="{6D1D4EBE-FF13-38B2-DFAA-7A9272822516}"/>
                    </a:ext>
                  </a:extLst>
                </p14:cNvPr>
                <p14:cNvContentPartPr/>
                <p14:nvPr/>
              </p14:nvContentPartPr>
              <p14:xfrm>
                <a:off x="1504185" y="853935"/>
                <a:ext cx="61920" cy="330480"/>
              </p14:xfrm>
            </p:contentPart>
          </mc:Choice>
          <mc:Fallback xmlns="">
            <p:pic>
              <p:nvPicPr>
                <p:cNvPr id="57" name="Ink 56">
                  <a:extLst>
                    <a:ext uri="{FF2B5EF4-FFF2-40B4-BE49-F238E27FC236}">
                      <a16:creationId xmlns:a16="http://schemas.microsoft.com/office/drawing/2014/main" id="{6D1D4EBE-FF13-38B2-DFAA-7A9272822516}"/>
                    </a:ext>
                  </a:extLst>
                </p:cNvPr>
                <p:cNvPicPr/>
                <p:nvPr/>
              </p:nvPicPr>
              <p:blipFill>
                <a:blip r:embed="rId135"/>
                <a:stretch>
                  <a:fillRect/>
                </a:stretch>
              </p:blipFill>
              <p:spPr>
                <a:xfrm>
                  <a:off x="1498065" y="847815"/>
                  <a:ext cx="7416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58" name="Ink 57">
                  <a:extLst>
                    <a:ext uri="{FF2B5EF4-FFF2-40B4-BE49-F238E27FC236}">
                      <a16:creationId xmlns:a16="http://schemas.microsoft.com/office/drawing/2014/main" id="{8A05A0EF-558A-5820-C171-92044BDA4D0F}"/>
                    </a:ext>
                  </a:extLst>
                </p14:cNvPr>
                <p14:cNvContentPartPr/>
                <p14:nvPr/>
              </p14:nvContentPartPr>
              <p14:xfrm>
                <a:off x="1535865" y="1091535"/>
                <a:ext cx="15120" cy="4320"/>
              </p14:xfrm>
            </p:contentPart>
          </mc:Choice>
          <mc:Fallback xmlns="">
            <p:pic>
              <p:nvPicPr>
                <p:cNvPr id="58" name="Ink 57">
                  <a:extLst>
                    <a:ext uri="{FF2B5EF4-FFF2-40B4-BE49-F238E27FC236}">
                      <a16:creationId xmlns:a16="http://schemas.microsoft.com/office/drawing/2014/main" id="{8A05A0EF-558A-5820-C171-92044BDA4D0F}"/>
                    </a:ext>
                  </a:extLst>
                </p:cNvPr>
                <p:cNvPicPr/>
                <p:nvPr/>
              </p:nvPicPr>
              <p:blipFill>
                <a:blip r:embed="rId137"/>
                <a:stretch>
                  <a:fillRect/>
                </a:stretch>
              </p:blipFill>
              <p:spPr>
                <a:xfrm>
                  <a:off x="1529745" y="1085415"/>
                  <a:ext cx="2736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59" name="Ink 58">
                  <a:extLst>
                    <a:ext uri="{FF2B5EF4-FFF2-40B4-BE49-F238E27FC236}">
                      <a16:creationId xmlns:a16="http://schemas.microsoft.com/office/drawing/2014/main" id="{36877C79-0EF2-FFDF-5C23-2286ACAC1DCF}"/>
                    </a:ext>
                  </a:extLst>
                </p14:cNvPr>
                <p14:cNvContentPartPr/>
                <p14:nvPr/>
              </p14:nvContentPartPr>
              <p14:xfrm>
                <a:off x="1572585" y="1130775"/>
                <a:ext cx="152280" cy="290520"/>
              </p14:xfrm>
            </p:contentPart>
          </mc:Choice>
          <mc:Fallback xmlns="">
            <p:pic>
              <p:nvPicPr>
                <p:cNvPr id="59" name="Ink 58">
                  <a:extLst>
                    <a:ext uri="{FF2B5EF4-FFF2-40B4-BE49-F238E27FC236}">
                      <a16:creationId xmlns:a16="http://schemas.microsoft.com/office/drawing/2014/main" id="{36877C79-0EF2-FFDF-5C23-2286ACAC1DCF}"/>
                    </a:ext>
                  </a:extLst>
                </p:cNvPr>
                <p:cNvPicPr/>
                <p:nvPr/>
              </p:nvPicPr>
              <p:blipFill>
                <a:blip r:embed="rId139"/>
                <a:stretch>
                  <a:fillRect/>
                </a:stretch>
              </p:blipFill>
              <p:spPr>
                <a:xfrm>
                  <a:off x="1566465" y="1124655"/>
                  <a:ext cx="1645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60" name="Ink 59">
                  <a:extLst>
                    <a:ext uri="{FF2B5EF4-FFF2-40B4-BE49-F238E27FC236}">
                      <a16:creationId xmlns:a16="http://schemas.microsoft.com/office/drawing/2014/main" id="{32E916C7-9F22-092F-CE8B-7C74BDC95AAC}"/>
                    </a:ext>
                  </a:extLst>
                </p14:cNvPr>
                <p14:cNvContentPartPr/>
                <p14:nvPr/>
              </p14:nvContentPartPr>
              <p14:xfrm>
                <a:off x="1660425" y="39975"/>
                <a:ext cx="2869200" cy="2167200"/>
              </p14:xfrm>
            </p:contentPart>
          </mc:Choice>
          <mc:Fallback xmlns="">
            <p:pic>
              <p:nvPicPr>
                <p:cNvPr id="60" name="Ink 59">
                  <a:extLst>
                    <a:ext uri="{FF2B5EF4-FFF2-40B4-BE49-F238E27FC236}">
                      <a16:creationId xmlns:a16="http://schemas.microsoft.com/office/drawing/2014/main" id="{32E916C7-9F22-092F-CE8B-7C74BDC95AAC}"/>
                    </a:ext>
                  </a:extLst>
                </p:cNvPr>
                <p:cNvPicPr/>
                <p:nvPr/>
              </p:nvPicPr>
              <p:blipFill>
                <a:blip r:embed="rId141"/>
                <a:stretch>
                  <a:fillRect/>
                </a:stretch>
              </p:blipFill>
              <p:spPr>
                <a:xfrm>
                  <a:off x="1654305" y="33855"/>
                  <a:ext cx="2881440" cy="21794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62" name="Ink 61">
                  <a:extLst>
                    <a:ext uri="{FF2B5EF4-FFF2-40B4-BE49-F238E27FC236}">
                      <a16:creationId xmlns:a16="http://schemas.microsoft.com/office/drawing/2014/main" id="{D8A05F98-0F48-FCA6-AD05-3128C81EDE18}"/>
                    </a:ext>
                  </a:extLst>
                </p14:cNvPr>
                <p14:cNvContentPartPr/>
                <p14:nvPr/>
              </p14:nvContentPartPr>
              <p14:xfrm>
                <a:off x="1369185" y="93615"/>
                <a:ext cx="2822400" cy="1361520"/>
              </p14:xfrm>
            </p:contentPart>
          </mc:Choice>
          <mc:Fallback xmlns="">
            <p:pic>
              <p:nvPicPr>
                <p:cNvPr id="62" name="Ink 61">
                  <a:extLst>
                    <a:ext uri="{FF2B5EF4-FFF2-40B4-BE49-F238E27FC236}">
                      <a16:creationId xmlns:a16="http://schemas.microsoft.com/office/drawing/2014/main" id="{D8A05F98-0F48-FCA6-AD05-3128C81EDE18}"/>
                    </a:ext>
                  </a:extLst>
                </p:cNvPr>
                <p:cNvPicPr/>
                <p:nvPr/>
              </p:nvPicPr>
              <p:blipFill>
                <a:blip r:embed="rId143"/>
                <a:stretch>
                  <a:fillRect/>
                </a:stretch>
              </p:blipFill>
              <p:spPr>
                <a:xfrm>
                  <a:off x="1363065" y="87495"/>
                  <a:ext cx="2834640" cy="13737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64" name="Ink 63">
                  <a:extLst>
                    <a:ext uri="{FF2B5EF4-FFF2-40B4-BE49-F238E27FC236}">
                      <a16:creationId xmlns:a16="http://schemas.microsoft.com/office/drawing/2014/main" id="{C804BD21-E231-F924-B879-BEED7EB84A28}"/>
                    </a:ext>
                  </a:extLst>
                </p14:cNvPr>
                <p14:cNvContentPartPr/>
                <p14:nvPr/>
              </p14:nvContentPartPr>
              <p14:xfrm>
                <a:off x="1436865" y="-80625"/>
                <a:ext cx="1911600" cy="1035360"/>
              </p14:xfrm>
            </p:contentPart>
          </mc:Choice>
          <mc:Fallback xmlns="">
            <p:pic>
              <p:nvPicPr>
                <p:cNvPr id="64" name="Ink 63">
                  <a:extLst>
                    <a:ext uri="{FF2B5EF4-FFF2-40B4-BE49-F238E27FC236}">
                      <a16:creationId xmlns:a16="http://schemas.microsoft.com/office/drawing/2014/main" id="{C804BD21-E231-F924-B879-BEED7EB84A28}"/>
                    </a:ext>
                  </a:extLst>
                </p:cNvPr>
                <p:cNvPicPr/>
                <p:nvPr/>
              </p:nvPicPr>
              <p:blipFill>
                <a:blip r:embed="rId145"/>
                <a:stretch>
                  <a:fillRect/>
                </a:stretch>
              </p:blipFill>
              <p:spPr>
                <a:xfrm>
                  <a:off x="1430745" y="-86745"/>
                  <a:ext cx="1923840" cy="10476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66" name="Ink 65">
                  <a:extLst>
                    <a:ext uri="{FF2B5EF4-FFF2-40B4-BE49-F238E27FC236}">
                      <a16:creationId xmlns:a16="http://schemas.microsoft.com/office/drawing/2014/main" id="{6D46D7D6-6CFD-9DB6-A179-EA35E07BEC2E}"/>
                    </a:ext>
                  </a:extLst>
                </p14:cNvPr>
                <p14:cNvContentPartPr/>
                <p14:nvPr/>
              </p14:nvContentPartPr>
              <p14:xfrm>
                <a:off x="1423545" y="-91200"/>
                <a:ext cx="1239840" cy="857520"/>
              </p14:xfrm>
            </p:contentPart>
          </mc:Choice>
          <mc:Fallback xmlns="">
            <p:pic>
              <p:nvPicPr>
                <p:cNvPr id="66" name="Ink 65">
                  <a:extLst>
                    <a:ext uri="{FF2B5EF4-FFF2-40B4-BE49-F238E27FC236}">
                      <a16:creationId xmlns:a16="http://schemas.microsoft.com/office/drawing/2014/main" id="{6D46D7D6-6CFD-9DB6-A179-EA35E07BEC2E}"/>
                    </a:ext>
                  </a:extLst>
                </p:cNvPr>
                <p:cNvPicPr/>
                <p:nvPr/>
              </p:nvPicPr>
              <p:blipFill>
                <a:blip r:embed="rId147"/>
                <a:stretch>
                  <a:fillRect/>
                </a:stretch>
              </p:blipFill>
              <p:spPr>
                <a:xfrm>
                  <a:off x="1417425" y="-97320"/>
                  <a:ext cx="1252080" cy="869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68" name="Ink 67">
                  <a:extLst>
                    <a:ext uri="{FF2B5EF4-FFF2-40B4-BE49-F238E27FC236}">
                      <a16:creationId xmlns:a16="http://schemas.microsoft.com/office/drawing/2014/main" id="{F8119817-20DC-794A-981F-088E5A13AC01}"/>
                    </a:ext>
                  </a:extLst>
                </p14:cNvPr>
                <p14:cNvContentPartPr/>
                <p14:nvPr/>
              </p14:nvContentPartPr>
              <p14:xfrm>
                <a:off x="1661865" y="724560"/>
                <a:ext cx="35640" cy="137520"/>
              </p14:xfrm>
            </p:contentPart>
          </mc:Choice>
          <mc:Fallback xmlns="">
            <p:pic>
              <p:nvPicPr>
                <p:cNvPr id="68" name="Ink 67">
                  <a:extLst>
                    <a:ext uri="{FF2B5EF4-FFF2-40B4-BE49-F238E27FC236}">
                      <a16:creationId xmlns:a16="http://schemas.microsoft.com/office/drawing/2014/main" id="{F8119817-20DC-794A-981F-088E5A13AC01}"/>
                    </a:ext>
                  </a:extLst>
                </p:cNvPr>
                <p:cNvPicPr/>
                <p:nvPr/>
              </p:nvPicPr>
              <p:blipFill>
                <a:blip r:embed="rId149"/>
                <a:stretch>
                  <a:fillRect/>
                </a:stretch>
              </p:blipFill>
              <p:spPr>
                <a:xfrm>
                  <a:off x="1655745" y="718440"/>
                  <a:ext cx="4788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69" name="Ink 68">
                  <a:extLst>
                    <a:ext uri="{FF2B5EF4-FFF2-40B4-BE49-F238E27FC236}">
                      <a16:creationId xmlns:a16="http://schemas.microsoft.com/office/drawing/2014/main" id="{9F81E330-3681-EA99-F348-7DD691622DBF}"/>
                    </a:ext>
                  </a:extLst>
                </p14:cNvPr>
                <p14:cNvContentPartPr/>
                <p14:nvPr/>
              </p14:nvContentPartPr>
              <p14:xfrm>
                <a:off x="1669785" y="915720"/>
                <a:ext cx="11520" cy="116640"/>
              </p14:xfrm>
            </p:contentPart>
          </mc:Choice>
          <mc:Fallback xmlns="">
            <p:pic>
              <p:nvPicPr>
                <p:cNvPr id="69" name="Ink 68">
                  <a:extLst>
                    <a:ext uri="{FF2B5EF4-FFF2-40B4-BE49-F238E27FC236}">
                      <a16:creationId xmlns:a16="http://schemas.microsoft.com/office/drawing/2014/main" id="{9F81E330-3681-EA99-F348-7DD691622DBF}"/>
                    </a:ext>
                  </a:extLst>
                </p:cNvPr>
                <p:cNvPicPr/>
                <p:nvPr/>
              </p:nvPicPr>
              <p:blipFill>
                <a:blip r:embed="rId151"/>
                <a:stretch>
                  <a:fillRect/>
                </a:stretch>
              </p:blipFill>
              <p:spPr>
                <a:xfrm>
                  <a:off x="1663665" y="909600"/>
                  <a:ext cx="237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0" name="Ink 69">
                  <a:extLst>
                    <a:ext uri="{FF2B5EF4-FFF2-40B4-BE49-F238E27FC236}">
                      <a16:creationId xmlns:a16="http://schemas.microsoft.com/office/drawing/2014/main" id="{B0DBBA22-8279-BA7F-6D3F-B86D07AB3C5C}"/>
                    </a:ext>
                  </a:extLst>
                </p14:cNvPr>
                <p14:cNvContentPartPr/>
                <p14:nvPr/>
              </p14:nvContentPartPr>
              <p14:xfrm>
                <a:off x="1683825" y="1133880"/>
                <a:ext cx="28440" cy="224640"/>
              </p14:xfrm>
            </p:contentPart>
          </mc:Choice>
          <mc:Fallback xmlns="">
            <p:pic>
              <p:nvPicPr>
                <p:cNvPr id="70" name="Ink 69">
                  <a:extLst>
                    <a:ext uri="{FF2B5EF4-FFF2-40B4-BE49-F238E27FC236}">
                      <a16:creationId xmlns:a16="http://schemas.microsoft.com/office/drawing/2014/main" id="{B0DBBA22-8279-BA7F-6D3F-B86D07AB3C5C}"/>
                    </a:ext>
                  </a:extLst>
                </p:cNvPr>
                <p:cNvPicPr/>
                <p:nvPr/>
              </p:nvPicPr>
              <p:blipFill>
                <a:blip r:embed="rId153"/>
                <a:stretch>
                  <a:fillRect/>
                </a:stretch>
              </p:blipFill>
              <p:spPr>
                <a:xfrm>
                  <a:off x="1677705" y="1127760"/>
                  <a:ext cx="4068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71" name="Ink 70">
                  <a:extLst>
                    <a:ext uri="{FF2B5EF4-FFF2-40B4-BE49-F238E27FC236}">
                      <a16:creationId xmlns:a16="http://schemas.microsoft.com/office/drawing/2014/main" id="{A7D98D7F-E4CB-8592-34C2-C64517EC1A33}"/>
                    </a:ext>
                  </a:extLst>
                </p14:cNvPr>
                <p14:cNvContentPartPr/>
                <p14:nvPr/>
              </p14:nvContentPartPr>
              <p14:xfrm>
                <a:off x="1698225" y="1364280"/>
                <a:ext cx="46080" cy="256680"/>
              </p14:xfrm>
            </p:contentPart>
          </mc:Choice>
          <mc:Fallback xmlns="">
            <p:pic>
              <p:nvPicPr>
                <p:cNvPr id="71" name="Ink 70">
                  <a:extLst>
                    <a:ext uri="{FF2B5EF4-FFF2-40B4-BE49-F238E27FC236}">
                      <a16:creationId xmlns:a16="http://schemas.microsoft.com/office/drawing/2014/main" id="{A7D98D7F-E4CB-8592-34C2-C64517EC1A33}"/>
                    </a:ext>
                  </a:extLst>
                </p:cNvPr>
                <p:cNvPicPr/>
                <p:nvPr/>
              </p:nvPicPr>
              <p:blipFill>
                <a:blip r:embed="rId155"/>
                <a:stretch>
                  <a:fillRect/>
                </a:stretch>
              </p:blipFill>
              <p:spPr>
                <a:xfrm>
                  <a:off x="1692105" y="1358160"/>
                  <a:ext cx="5832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72" name="Ink 71">
                  <a:extLst>
                    <a:ext uri="{FF2B5EF4-FFF2-40B4-BE49-F238E27FC236}">
                      <a16:creationId xmlns:a16="http://schemas.microsoft.com/office/drawing/2014/main" id="{EF47C5CC-DB16-5579-8B8E-3AB2EBF79571}"/>
                    </a:ext>
                  </a:extLst>
                </p14:cNvPr>
                <p14:cNvContentPartPr/>
                <p14:nvPr/>
              </p14:nvContentPartPr>
              <p14:xfrm>
                <a:off x="1737465" y="1586760"/>
                <a:ext cx="27360" cy="182520"/>
              </p14:xfrm>
            </p:contentPart>
          </mc:Choice>
          <mc:Fallback xmlns="">
            <p:pic>
              <p:nvPicPr>
                <p:cNvPr id="72" name="Ink 71">
                  <a:extLst>
                    <a:ext uri="{FF2B5EF4-FFF2-40B4-BE49-F238E27FC236}">
                      <a16:creationId xmlns:a16="http://schemas.microsoft.com/office/drawing/2014/main" id="{EF47C5CC-DB16-5579-8B8E-3AB2EBF79571}"/>
                    </a:ext>
                  </a:extLst>
                </p:cNvPr>
                <p:cNvPicPr/>
                <p:nvPr/>
              </p:nvPicPr>
              <p:blipFill>
                <a:blip r:embed="rId157"/>
                <a:stretch>
                  <a:fillRect/>
                </a:stretch>
              </p:blipFill>
              <p:spPr>
                <a:xfrm>
                  <a:off x="1731345" y="1580640"/>
                  <a:ext cx="396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73" name="Ink 72">
                  <a:extLst>
                    <a:ext uri="{FF2B5EF4-FFF2-40B4-BE49-F238E27FC236}">
                      <a16:creationId xmlns:a16="http://schemas.microsoft.com/office/drawing/2014/main" id="{AE7E298C-16A9-E350-65E1-2B870A459881}"/>
                    </a:ext>
                  </a:extLst>
                </p14:cNvPr>
                <p14:cNvContentPartPr/>
                <p14:nvPr/>
              </p14:nvContentPartPr>
              <p14:xfrm>
                <a:off x="1721265" y="1843800"/>
                <a:ext cx="18360" cy="158760"/>
              </p14:xfrm>
            </p:contentPart>
          </mc:Choice>
          <mc:Fallback xmlns="">
            <p:pic>
              <p:nvPicPr>
                <p:cNvPr id="73" name="Ink 72">
                  <a:extLst>
                    <a:ext uri="{FF2B5EF4-FFF2-40B4-BE49-F238E27FC236}">
                      <a16:creationId xmlns:a16="http://schemas.microsoft.com/office/drawing/2014/main" id="{AE7E298C-16A9-E350-65E1-2B870A459881}"/>
                    </a:ext>
                  </a:extLst>
                </p:cNvPr>
                <p:cNvPicPr/>
                <p:nvPr/>
              </p:nvPicPr>
              <p:blipFill>
                <a:blip r:embed="rId159"/>
                <a:stretch>
                  <a:fillRect/>
                </a:stretch>
              </p:blipFill>
              <p:spPr>
                <a:xfrm>
                  <a:off x="1715145" y="1837680"/>
                  <a:ext cx="306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74" name="Ink 73">
                  <a:extLst>
                    <a:ext uri="{FF2B5EF4-FFF2-40B4-BE49-F238E27FC236}">
                      <a16:creationId xmlns:a16="http://schemas.microsoft.com/office/drawing/2014/main" id="{E8168ABA-096D-5B12-0C00-E5DF41E2F71A}"/>
                    </a:ext>
                  </a:extLst>
                </p14:cNvPr>
                <p14:cNvContentPartPr/>
                <p14:nvPr/>
              </p14:nvContentPartPr>
              <p14:xfrm>
                <a:off x="1726305" y="2031000"/>
                <a:ext cx="41040" cy="158040"/>
              </p14:xfrm>
            </p:contentPart>
          </mc:Choice>
          <mc:Fallback xmlns="">
            <p:pic>
              <p:nvPicPr>
                <p:cNvPr id="74" name="Ink 73">
                  <a:extLst>
                    <a:ext uri="{FF2B5EF4-FFF2-40B4-BE49-F238E27FC236}">
                      <a16:creationId xmlns:a16="http://schemas.microsoft.com/office/drawing/2014/main" id="{E8168ABA-096D-5B12-0C00-E5DF41E2F71A}"/>
                    </a:ext>
                  </a:extLst>
                </p:cNvPr>
                <p:cNvPicPr/>
                <p:nvPr/>
              </p:nvPicPr>
              <p:blipFill>
                <a:blip r:embed="rId161"/>
                <a:stretch>
                  <a:fillRect/>
                </a:stretch>
              </p:blipFill>
              <p:spPr>
                <a:xfrm>
                  <a:off x="1720185" y="2024880"/>
                  <a:ext cx="532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75" name="Ink 74">
                  <a:extLst>
                    <a:ext uri="{FF2B5EF4-FFF2-40B4-BE49-F238E27FC236}">
                      <a16:creationId xmlns:a16="http://schemas.microsoft.com/office/drawing/2014/main" id="{E055BCBB-46CD-47F5-94BB-BBDE21BBBAF5}"/>
                    </a:ext>
                  </a:extLst>
                </p14:cNvPr>
                <p14:cNvContentPartPr/>
                <p14:nvPr/>
              </p14:nvContentPartPr>
              <p14:xfrm>
                <a:off x="1681305" y="2254200"/>
                <a:ext cx="54000" cy="189720"/>
              </p14:xfrm>
            </p:contentPart>
          </mc:Choice>
          <mc:Fallback xmlns="">
            <p:pic>
              <p:nvPicPr>
                <p:cNvPr id="75" name="Ink 74">
                  <a:extLst>
                    <a:ext uri="{FF2B5EF4-FFF2-40B4-BE49-F238E27FC236}">
                      <a16:creationId xmlns:a16="http://schemas.microsoft.com/office/drawing/2014/main" id="{E055BCBB-46CD-47F5-94BB-BBDE21BBBAF5}"/>
                    </a:ext>
                  </a:extLst>
                </p:cNvPr>
                <p:cNvPicPr/>
                <p:nvPr/>
              </p:nvPicPr>
              <p:blipFill>
                <a:blip r:embed="rId163"/>
                <a:stretch>
                  <a:fillRect/>
                </a:stretch>
              </p:blipFill>
              <p:spPr>
                <a:xfrm>
                  <a:off x="1675185" y="2248080"/>
                  <a:ext cx="662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76" name="Ink 75">
                  <a:extLst>
                    <a:ext uri="{FF2B5EF4-FFF2-40B4-BE49-F238E27FC236}">
                      <a16:creationId xmlns:a16="http://schemas.microsoft.com/office/drawing/2014/main" id="{3A99C39F-F04D-65E0-8145-F8F26DD1CC9C}"/>
                    </a:ext>
                  </a:extLst>
                </p14:cNvPr>
                <p14:cNvContentPartPr/>
                <p14:nvPr/>
              </p14:nvContentPartPr>
              <p14:xfrm>
                <a:off x="1695705" y="2452920"/>
                <a:ext cx="44640" cy="265680"/>
              </p14:xfrm>
            </p:contentPart>
          </mc:Choice>
          <mc:Fallback xmlns="">
            <p:pic>
              <p:nvPicPr>
                <p:cNvPr id="76" name="Ink 75">
                  <a:extLst>
                    <a:ext uri="{FF2B5EF4-FFF2-40B4-BE49-F238E27FC236}">
                      <a16:creationId xmlns:a16="http://schemas.microsoft.com/office/drawing/2014/main" id="{3A99C39F-F04D-65E0-8145-F8F26DD1CC9C}"/>
                    </a:ext>
                  </a:extLst>
                </p:cNvPr>
                <p:cNvPicPr/>
                <p:nvPr/>
              </p:nvPicPr>
              <p:blipFill>
                <a:blip r:embed="rId165"/>
                <a:stretch>
                  <a:fillRect/>
                </a:stretch>
              </p:blipFill>
              <p:spPr>
                <a:xfrm>
                  <a:off x="1689585" y="2446800"/>
                  <a:ext cx="5688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77" name="Ink 76">
                  <a:extLst>
                    <a:ext uri="{FF2B5EF4-FFF2-40B4-BE49-F238E27FC236}">
                      <a16:creationId xmlns:a16="http://schemas.microsoft.com/office/drawing/2014/main" id="{4AFFAC50-D45D-7333-D392-589BACC2503C}"/>
                    </a:ext>
                  </a:extLst>
                </p14:cNvPr>
                <p14:cNvContentPartPr/>
                <p14:nvPr/>
              </p14:nvContentPartPr>
              <p14:xfrm>
                <a:off x="1722345" y="2662800"/>
                <a:ext cx="17280" cy="140400"/>
              </p14:xfrm>
            </p:contentPart>
          </mc:Choice>
          <mc:Fallback xmlns="">
            <p:pic>
              <p:nvPicPr>
                <p:cNvPr id="77" name="Ink 76">
                  <a:extLst>
                    <a:ext uri="{FF2B5EF4-FFF2-40B4-BE49-F238E27FC236}">
                      <a16:creationId xmlns:a16="http://schemas.microsoft.com/office/drawing/2014/main" id="{4AFFAC50-D45D-7333-D392-589BACC2503C}"/>
                    </a:ext>
                  </a:extLst>
                </p:cNvPr>
                <p:cNvPicPr/>
                <p:nvPr/>
              </p:nvPicPr>
              <p:blipFill>
                <a:blip r:embed="rId167"/>
                <a:stretch>
                  <a:fillRect/>
                </a:stretch>
              </p:blipFill>
              <p:spPr>
                <a:xfrm>
                  <a:off x="1716225" y="2656680"/>
                  <a:ext cx="295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78" name="Ink 77">
                  <a:extLst>
                    <a:ext uri="{FF2B5EF4-FFF2-40B4-BE49-F238E27FC236}">
                      <a16:creationId xmlns:a16="http://schemas.microsoft.com/office/drawing/2014/main" id="{FE7B2434-F72F-79A7-1B17-7ED8F0CB5939}"/>
                    </a:ext>
                  </a:extLst>
                </p14:cNvPr>
                <p14:cNvContentPartPr/>
                <p14:nvPr/>
              </p14:nvContentPartPr>
              <p14:xfrm>
                <a:off x="1698225" y="2679720"/>
                <a:ext cx="116640" cy="165600"/>
              </p14:xfrm>
            </p:contentPart>
          </mc:Choice>
          <mc:Fallback xmlns="">
            <p:pic>
              <p:nvPicPr>
                <p:cNvPr id="78" name="Ink 77">
                  <a:extLst>
                    <a:ext uri="{FF2B5EF4-FFF2-40B4-BE49-F238E27FC236}">
                      <a16:creationId xmlns:a16="http://schemas.microsoft.com/office/drawing/2014/main" id="{FE7B2434-F72F-79A7-1B17-7ED8F0CB5939}"/>
                    </a:ext>
                  </a:extLst>
                </p:cNvPr>
                <p:cNvPicPr/>
                <p:nvPr/>
              </p:nvPicPr>
              <p:blipFill>
                <a:blip r:embed="rId169"/>
                <a:stretch>
                  <a:fillRect/>
                </a:stretch>
              </p:blipFill>
              <p:spPr>
                <a:xfrm>
                  <a:off x="1692105" y="2673600"/>
                  <a:ext cx="1288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9" name="Ink 108">
                  <a:extLst>
                    <a:ext uri="{FF2B5EF4-FFF2-40B4-BE49-F238E27FC236}">
                      <a16:creationId xmlns:a16="http://schemas.microsoft.com/office/drawing/2014/main" id="{959DD0EF-B14B-0E6F-60D2-EE64C7F6E0F4}"/>
                    </a:ext>
                  </a:extLst>
                </p14:cNvPr>
                <p14:cNvContentPartPr/>
                <p14:nvPr/>
              </p14:nvContentPartPr>
              <p14:xfrm>
                <a:off x="3027705" y="358440"/>
                <a:ext cx="328680" cy="357480"/>
              </p14:xfrm>
            </p:contentPart>
          </mc:Choice>
          <mc:Fallback xmlns="">
            <p:pic>
              <p:nvPicPr>
                <p:cNvPr id="109" name="Ink 108">
                  <a:extLst>
                    <a:ext uri="{FF2B5EF4-FFF2-40B4-BE49-F238E27FC236}">
                      <a16:creationId xmlns:a16="http://schemas.microsoft.com/office/drawing/2014/main" id="{959DD0EF-B14B-0E6F-60D2-EE64C7F6E0F4}"/>
                    </a:ext>
                  </a:extLst>
                </p:cNvPr>
                <p:cNvPicPr/>
                <p:nvPr/>
              </p:nvPicPr>
              <p:blipFill>
                <a:blip r:embed="rId171"/>
                <a:stretch>
                  <a:fillRect/>
                </a:stretch>
              </p:blipFill>
              <p:spPr>
                <a:xfrm>
                  <a:off x="3021585" y="352320"/>
                  <a:ext cx="34092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0" name="Ink 109">
                  <a:extLst>
                    <a:ext uri="{FF2B5EF4-FFF2-40B4-BE49-F238E27FC236}">
                      <a16:creationId xmlns:a16="http://schemas.microsoft.com/office/drawing/2014/main" id="{DDEC55FE-A153-DBA6-524C-50AADB170BC5}"/>
                    </a:ext>
                  </a:extLst>
                </p14:cNvPr>
                <p14:cNvContentPartPr/>
                <p14:nvPr/>
              </p14:nvContentPartPr>
              <p14:xfrm>
                <a:off x="2894865" y="614040"/>
                <a:ext cx="319320" cy="180720"/>
              </p14:xfrm>
            </p:contentPart>
          </mc:Choice>
          <mc:Fallback xmlns="">
            <p:pic>
              <p:nvPicPr>
                <p:cNvPr id="110" name="Ink 109">
                  <a:extLst>
                    <a:ext uri="{FF2B5EF4-FFF2-40B4-BE49-F238E27FC236}">
                      <a16:creationId xmlns:a16="http://schemas.microsoft.com/office/drawing/2014/main" id="{DDEC55FE-A153-DBA6-524C-50AADB170BC5}"/>
                    </a:ext>
                  </a:extLst>
                </p:cNvPr>
                <p:cNvPicPr/>
                <p:nvPr/>
              </p:nvPicPr>
              <p:blipFill>
                <a:blip r:embed="rId173"/>
                <a:stretch>
                  <a:fillRect/>
                </a:stretch>
              </p:blipFill>
              <p:spPr>
                <a:xfrm>
                  <a:off x="2888745" y="607920"/>
                  <a:ext cx="3315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1" name="Ink 110">
                  <a:extLst>
                    <a:ext uri="{FF2B5EF4-FFF2-40B4-BE49-F238E27FC236}">
                      <a16:creationId xmlns:a16="http://schemas.microsoft.com/office/drawing/2014/main" id="{2661FB1E-C55F-A4BC-D4DF-D768F2509DA0}"/>
                    </a:ext>
                  </a:extLst>
                </p14:cNvPr>
                <p14:cNvContentPartPr/>
                <p14:nvPr/>
              </p14:nvContentPartPr>
              <p14:xfrm>
                <a:off x="3536385" y="137040"/>
                <a:ext cx="112320" cy="105120"/>
              </p14:xfrm>
            </p:contentPart>
          </mc:Choice>
          <mc:Fallback xmlns="">
            <p:pic>
              <p:nvPicPr>
                <p:cNvPr id="111" name="Ink 110">
                  <a:extLst>
                    <a:ext uri="{FF2B5EF4-FFF2-40B4-BE49-F238E27FC236}">
                      <a16:creationId xmlns:a16="http://schemas.microsoft.com/office/drawing/2014/main" id="{2661FB1E-C55F-A4BC-D4DF-D768F2509DA0}"/>
                    </a:ext>
                  </a:extLst>
                </p:cNvPr>
                <p:cNvPicPr/>
                <p:nvPr/>
              </p:nvPicPr>
              <p:blipFill>
                <a:blip r:embed="rId175"/>
                <a:stretch>
                  <a:fillRect/>
                </a:stretch>
              </p:blipFill>
              <p:spPr>
                <a:xfrm>
                  <a:off x="3530265" y="130920"/>
                  <a:ext cx="12456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2" name="Ink 111">
                  <a:extLst>
                    <a:ext uri="{FF2B5EF4-FFF2-40B4-BE49-F238E27FC236}">
                      <a16:creationId xmlns:a16="http://schemas.microsoft.com/office/drawing/2014/main" id="{9104CF83-C083-37CD-94A9-B081887D7EBD}"/>
                    </a:ext>
                  </a:extLst>
                </p14:cNvPr>
                <p14:cNvContentPartPr/>
                <p14:nvPr/>
              </p14:nvContentPartPr>
              <p14:xfrm>
                <a:off x="3637905" y="247200"/>
                <a:ext cx="112320" cy="117720"/>
              </p14:xfrm>
            </p:contentPart>
          </mc:Choice>
          <mc:Fallback xmlns="">
            <p:pic>
              <p:nvPicPr>
                <p:cNvPr id="112" name="Ink 111">
                  <a:extLst>
                    <a:ext uri="{FF2B5EF4-FFF2-40B4-BE49-F238E27FC236}">
                      <a16:creationId xmlns:a16="http://schemas.microsoft.com/office/drawing/2014/main" id="{9104CF83-C083-37CD-94A9-B081887D7EBD}"/>
                    </a:ext>
                  </a:extLst>
                </p:cNvPr>
                <p:cNvPicPr/>
                <p:nvPr/>
              </p:nvPicPr>
              <p:blipFill>
                <a:blip r:embed="rId177"/>
                <a:stretch>
                  <a:fillRect/>
                </a:stretch>
              </p:blipFill>
              <p:spPr>
                <a:xfrm>
                  <a:off x="3631785" y="241080"/>
                  <a:ext cx="12456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4" name="Ink 113">
                  <a:extLst>
                    <a:ext uri="{FF2B5EF4-FFF2-40B4-BE49-F238E27FC236}">
                      <a16:creationId xmlns:a16="http://schemas.microsoft.com/office/drawing/2014/main" id="{92F2FF91-4F07-B6E9-379F-BB88B8EDE184}"/>
                    </a:ext>
                  </a:extLst>
                </p14:cNvPr>
                <p14:cNvContentPartPr/>
                <p14:nvPr/>
              </p14:nvContentPartPr>
              <p14:xfrm>
                <a:off x="3803865" y="122640"/>
                <a:ext cx="212400" cy="175320"/>
              </p14:xfrm>
            </p:contentPart>
          </mc:Choice>
          <mc:Fallback xmlns="">
            <p:pic>
              <p:nvPicPr>
                <p:cNvPr id="114" name="Ink 113">
                  <a:extLst>
                    <a:ext uri="{FF2B5EF4-FFF2-40B4-BE49-F238E27FC236}">
                      <a16:creationId xmlns:a16="http://schemas.microsoft.com/office/drawing/2014/main" id="{92F2FF91-4F07-B6E9-379F-BB88B8EDE184}"/>
                    </a:ext>
                  </a:extLst>
                </p:cNvPr>
                <p:cNvPicPr/>
                <p:nvPr/>
              </p:nvPicPr>
              <p:blipFill>
                <a:blip r:embed="rId179"/>
                <a:stretch>
                  <a:fillRect/>
                </a:stretch>
              </p:blipFill>
              <p:spPr>
                <a:xfrm>
                  <a:off x="3797745" y="116520"/>
                  <a:ext cx="2246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5" name="Ink 114">
                  <a:extLst>
                    <a:ext uri="{FF2B5EF4-FFF2-40B4-BE49-F238E27FC236}">
                      <a16:creationId xmlns:a16="http://schemas.microsoft.com/office/drawing/2014/main" id="{8697F6B6-74C7-3F10-4AD6-09D4B93714B1}"/>
                    </a:ext>
                  </a:extLst>
                </p14:cNvPr>
                <p14:cNvContentPartPr/>
                <p14:nvPr/>
              </p14:nvContentPartPr>
              <p14:xfrm>
                <a:off x="4011585" y="71520"/>
                <a:ext cx="154440" cy="151920"/>
              </p14:xfrm>
            </p:contentPart>
          </mc:Choice>
          <mc:Fallback xmlns="">
            <p:pic>
              <p:nvPicPr>
                <p:cNvPr id="115" name="Ink 114">
                  <a:extLst>
                    <a:ext uri="{FF2B5EF4-FFF2-40B4-BE49-F238E27FC236}">
                      <a16:creationId xmlns:a16="http://schemas.microsoft.com/office/drawing/2014/main" id="{8697F6B6-74C7-3F10-4AD6-09D4B93714B1}"/>
                    </a:ext>
                  </a:extLst>
                </p:cNvPr>
                <p:cNvPicPr/>
                <p:nvPr/>
              </p:nvPicPr>
              <p:blipFill>
                <a:blip r:embed="rId181"/>
                <a:stretch>
                  <a:fillRect/>
                </a:stretch>
              </p:blipFill>
              <p:spPr>
                <a:xfrm>
                  <a:off x="4005465" y="65400"/>
                  <a:ext cx="1666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7" name="Ink 116">
                  <a:extLst>
                    <a:ext uri="{FF2B5EF4-FFF2-40B4-BE49-F238E27FC236}">
                      <a16:creationId xmlns:a16="http://schemas.microsoft.com/office/drawing/2014/main" id="{95B41224-353E-7E72-5149-4EA8A0EAF3C7}"/>
                    </a:ext>
                  </a:extLst>
                </p14:cNvPr>
                <p14:cNvContentPartPr/>
                <p14:nvPr/>
              </p14:nvContentPartPr>
              <p14:xfrm>
                <a:off x="2401305" y="250440"/>
                <a:ext cx="213120" cy="131040"/>
              </p14:xfrm>
            </p:contentPart>
          </mc:Choice>
          <mc:Fallback xmlns="">
            <p:pic>
              <p:nvPicPr>
                <p:cNvPr id="117" name="Ink 116">
                  <a:extLst>
                    <a:ext uri="{FF2B5EF4-FFF2-40B4-BE49-F238E27FC236}">
                      <a16:creationId xmlns:a16="http://schemas.microsoft.com/office/drawing/2014/main" id="{95B41224-353E-7E72-5149-4EA8A0EAF3C7}"/>
                    </a:ext>
                  </a:extLst>
                </p:cNvPr>
                <p:cNvPicPr/>
                <p:nvPr/>
              </p:nvPicPr>
              <p:blipFill>
                <a:blip r:embed="rId183"/>
                <a:stretch>
                  <a:fillRect/>
                </a:stretch>
              </p:blipFill>
              <p:spPr>
                <a:xfrm>
                  <a:off x="2395185" y="244320"/>
                  <a:ext cx="2253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8" name="Ink 117">
                  <a:extLst>
                    <a:ext uri="{FF2B5EF4-FFF2-40B4-BE49-F238E27FC236}">
                      <a16:creationId xmlns:a16="http://schemas.microsoft.com/office/drawing/2014/main" id="{BCADA01D-F802-976C-6080-86B22615D64F}"/>
                    </a:ext>
                  </a:extLst>
                </p14:cNvPr>
                <p14:cNvContentPartPr/>
                <p14:nvPr/>
              </p14:nvContentPartPr>
              <p14:xfrm>
                <a:off x="2782905" y="200040"/>
                <a:ext cx="112680" cy="88920"/>
              </p14:xfrm>
            </p:contentPart>
          </mc:Choice>
          <mc:Fallback xmlns="">
            <p:pic>
              <p:nvPicPr>
                <p:cNvPr id="118" name="Ink 117">
                  <a:extLst>
                    <a:ext uri="{FF2B5EF4-FFF2-40B4-BE49-F238E27FC236}">
                      <a16:creationId xmlns:a16="http://schemas.microsoft.com/office/drawing/2014/main" id="{BCADA01D-F802-976C-6080-86B22615D64F}"/>
                    </a:ext>
                  </a:extLst>
                </p:cNvPr>
                <p:cNvPicPr/>
                <p:nvPr/>
              </p:nvPicPr>
              <p:blipFill>
                <a:blip r:embed="rId185"/>
                <a:stretch>
                  <a:fillRect/>
                </a:stretch>
              </p:blipFill>
              <p:spPr>
                <a:xfrm>
                  <a:off x="2776785" y="193920"/>
                  <a:ext cx="1249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9" name="Ink 118">
                  <a:extLst>
                    <a:ext uri="{FF2B5EF4-FFF2-40B4-BE49-F238E27FC236}">
                      <a16:creationId xmlns:a16="http://schemas.microsoft.com/office/drawing/2014/main" id="{F75777B8-D0B7-3F76-C0AA-25F8A1E90943}"/>
                    </a:ext>
                  </a:extLst>
                </p14:cNvPr>
                <p14:cNvContentPartPr/>
                <p14:nvPr/>
              </p14:nvContentPartPr>
              <p14:xfrm>
                <a:off x="2726025" y="251520"/>
                <a:ext cx="146520" cy="199800"/>
              </p14:xfrm>
            </p:contentPart>
          </mc:Choice>
          <mc:Fallback xmlns="">
            <p:pic>
              <p:nvPicPr>
                <p:cNvPr id="119" name="Ink 118">
                  <a:extLst>
                    <a:ext uri="{FF2B5EF4-FFF2-40B4-BE49-F238E27FC236}">
                      <a16:creationId xmlns:a16="http://schemas.microsoft.com/office/drawing/2014/main" id="{F75777B8-D0B7-3F76-C0AA-25F8A1E90943}"/>
                    </a:ext>
                  </a:extLst>
                </p:cNvPr>
                <p:cNvPicPr/>
                <p:nvPr/>
              </p:nvPicPr>
              <p:blipFill>
                <a:blip r:embed="rId187"/>
                <a:stretch>
                  <a:fillRect/>
                </a:stretch>
              </p:blipFill>
              <p:spPr>
                <a:xfrm>
                  <a:off x="2719905" y="245400"/>
                  <a:ext cx="15876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0" name="Ink 119">
                  <a:extLst>
                    <a:ext uri="{FF2B5EF4-FFF2-40B4-BE49-F238E27FC236}">
                      <a16:creationId xmlns:a16="http://schemas.microsoft.com/office/drawing/2014/main" id="{049BB546-1012-E565-A46F-6C109237629E}"/>
                    </a:ext>
                  </a:extLst>
                </p14:cNvPr>
                <p14:cNvContentPartPr/>
                <p14:nvPr/>
              </p14:nvContentPartPr>
              <p14:xfrm>
                <a:off x="3017265" y="-23160"/>
                <a:ext cx="75960" cy="42480"/>
              </p14:xfrm>
            </p:contentPart>
          </mc:Choice>
          <mc:Fallback xmlns="">
            <p:pic>
              <p:nvPicPr>
                <p:cNvPr id="120" name="Ink 119">
                  <a:extLst>
                    <a:ext uri="{FF2B5EF4-FFF2-40B4-BE49-F238E27FC236}">
                      <a16:creationId xmlns:a16="http://schemas.microsoft.com/office/drawing/2014/main" id="{049BB546-1012-E565-A46F-6C109237629E}"/>
                    </a:ext>
                  </a:extLst>
                </p:cNvPr>
                <p:cNvPicPr/>
                <p:nvPr/>
              </p:nvPicPr>
              <p:blipFill>
                <a:blip r:embed="rId189"/>
                <a:stretch>
                  <a:fillRect/>
                </a:stretch>
              </p:blipFill>
              <p:spPr>
                <a:xfrm>
                  <a:off x="3011145" y="-29280"/>
                  <a:ext cx="882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1" name="Ink 120">
                  <a:extLst>
                    <a:ext uri="{FF2B5EF4-FFF2-40B4-BE49-F238E27FC236}">
                      <a16:creationId xmlns:a16="http://schemas.microsoft.com/office/drawing/2014/main" id="{D20E68CF-3069-F5E8-17F3-CC874760D69F}"/>
                    </a:ext>
                  </a:extLst>
                </p14:cNvPr>
                <p14:cNvContentPartPr/>
                <p14:nvPr/>
              </p14:nvContentPartPr>
              <p14:xfrm>
                <a:off x="3233625" y="-43680"/>
                <a:ext cx="23040" cy="241200"/>
              </p14:xfrm>
            </p:contentPart>
          </mc:Choice>
          <mc:Fallback xmlns="">
            <p:pic>
              <p:nvPicPr>
                <p:cNvPr id="121" name="Ink 120">
                  <a:extLst>
                    <a:ext uri="{FF2B5EF4-FFF2-40B4-BE49-F238E27FC236}">
                      <a16:creationId xmlns:a16="http://schemas.microsoft.com/office/drawing/2014/main" id="{D20E68CF-3069-F5E8-17F3-CC874760D69F}"/>
                    </a:ext>
                  </a:extLst>
                </p:cNvPr>
                <p:cNvPicPr/>
                <p:nvPr/>
              </p:nvPicPr>
              <p:blipFill>
                <a:blip r:embed="rId191"/>
                <a:stretch>
                  <a:fillRect/>
                </a:stretch>
              </p:blipFill>
              <p:spPr>
                <a:xfrm>
                  <a:off x="3227505" y="-49800"/>
                  <a:ext cx="352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2" name="Ink 121">
                  <a:extLst>
                    <a:ext uri="{FF2B5EF4-FFF2-40B4-BE49-F238E27FC236}">
                      <a16:creationId xmlns:a16="http://schemas.microsoft.com/office/drawing/2014/main" id="{323D369A-EF17-281B-0BA4-84C7E79BE173}"/>
                    </a:ext>
                  </a:extLst>
                </p14:cNvPr>
                <p14:cNvContentPartPr/>
                <p14:nvPr/>
              </p14:nvContentPartPr>
              <p14:xfrm>
                <a:off x="3260625" y="-76800"/>
                <a:ext cx="41400" cy="24120"/>
              </p14:xfrm>
            </p:contentPart>
          </mc:Choice>
          <mc:Fallback xmlns="">
            <p:pic>
              <p:nvPicPr>
                <p:cNvPr id="122" name="Ink 121">
                  <a:extLst>
                    <a:ext uri="{FF2B5EF4-FFF2-40B4-BE49-F238E27FC236}">
                      <a16:creationId xmlns:a16="http://schemas.microsoft.com/office/drawing/2014/main" id="{323D369A-EF17-281B-0BA4-84C7E79BE173}"/>
                    </a:ext>
                  </a:extLst>
                </p:cNvPr>
                <p:cNvPicPr/>
                <p:nvPr/>
              </p:nvPicPr>
              <p:blipFill>
                <a:blip r:embed="rId193"/>
                <a:stretch>
                  <a:fillRect/>
                </a:stretch>
              </p:blipFill>
              <p:spPr>
                <a:xfrm>
                  <a:off x="3254505" y="-82920"/>
                  <a:ext cx="536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3" name="Ink 122">
                  <a:extLst>
                    <a:ext uri="{FF2B5EF4-FFF2-40B4-BE49-F238E27FC236}">
                      <a16:creationId xmlns:a16="http://schemas.microsoft.com/office/drawing/2014/main" id="{71E82B29-D3D0-9EFF-46DF-7AD119041874}"/>
                    </a:ext>
                  </a:extLst>
                </p14:cNvPr>
                <p14:cNvContentPartPr/>
                <p14:nvPr/>
              </p14:nvContentPartPr>
              <p14:xfrm>
                <a:off x="3425505" y="16800"/>
                <a:ext cx="61920" cy="207360"/>
              </p14:xfrm>
            </p:contentPart>
          </mc:Choice>
          <mc:Fallback xmlns="">
            <p:pic>
              <p:nvPicPr>
                <p:cNvPr id="123" name="Ink 122">
                  <a:extLst>
                    <a:ext uri="{FF2B5EF4-FFF2-40B4-BE49-F238E27FC236}">
                      <a16:creationId xmlns:a16="http://schemas.microsoft.com/office/drawing/2014/main" id="{71E82B29-D3D0-9EFF-46DF-7AD119041874}"/>
                    </a:ext>
                  </a:extLst>
                </p:cNvPr>
                <p:cNvPicPr/>
                <p:nvPr/>
              </p:nvPicPr>
              <p:blipFill>
                <a:blip r:embed="rId195"/>
                <a:stretch>
                  <a:fillRect/>
                </a:stretch>
              </p:blipFill>
              <p:spPr>
                <a:xfrm>
                  <a:off x="3419385" y="10680"/>
                  <a:ext cx="7416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4" name="Ink 123">
                  <a:extLst>
                    <a:ext uri="{FF2B5EF4-FFF2-40B4-BE49-F238E27FC236}">
                      <a16:creationId xmlns:a16="http://schemas.microsoft.com/office/drawing/2014/main" id="{A399365B-2695-4D10-66F4-099DED758947}"/>
                    </a:ext>
                  </a:extLst>
                </p14:cNvPr>
                <p14:cNvContentPartPr/>
                <p14:nvPr/>
              </p14:nvContentPartPr>
              <p14:xfrm>
                <a:off x="3564825" y="61080"/>
                <a:ext cx="37080" cy="34200"/>
              </p14:xfrm>
            </p:contentPart>
          </mc:Choice>
          <mc:Fallback xmlns="">
            <p:pic>
              <p:nvPicPr>
                <p:cNvPr id="124" name="Ink 123">
                  <a:extLst>
                    <a:ext uri="{FF2B5EF4-FFF2-40B4-BE49-F238E27FC236}">
                      <a16:creationId xmlns:a16="http://schemas.microsoft.com/office/drawing/2014/main" id="{A399365B-2695-4D10-66F4-099DED758947}"/>
                    </a:ext>
                  </a:extLst>
                </p:cNvPr>
                <p:cNvPicPr/>
                <p:nvPr/>
              </p:nvPicPr>
              <p:blipFill>
                <a:blip r:embed="rId197"/>
                <a:stretch>
                  <a:fillRect/>
                </a:stretch>
              </p:blipFill>
              <p:spPr>
                <a:xfrm>
                  <a:off x="3558705" y="54960"/>
                  <a:ext cx="49320" cy="46440"/>
                </a:xfrm>
                <a:prstGeom prst="rect">
                  <a:avLst/>
                </a:prstGeom>
              </p:spPr>
            </p:pic>
          </mc:Fallback>
        </mc:AlternateContent>
      </p:grpSp>
      <p:grpSp>
        <p:nvGrpSpPr>
          <p:cNvPr id="133" name="Group 132">
            <a:extLst>
              <a:ext uri="{FF2B5EF4-FFF2-40B4-BE49-F238E27FC236}">
                <a16:creationId xmlns:a16="http://schemas.microsoft.com/office/drawing/2014/main" id="{E0A80A65-D225-9A97-8A7D-E5F6A9AEB205}"/>
              </a:ext>
            </a:extLst>
          </p:cNvPr>
          <p:cNvGrpSpPr/>
          <p:nvPr/>
        </p:nvGrpSpPr>
        <p:grpSpPr>
          <a:xfrm>
            <a:off x="408705" y="3734880"/>
            <a:ext cx="1247400" cy="736560"/>
            <a:chOff x="408705" y="3734880"/>
            <a:chExt cx="1247400" cy="736560"/>
          </a:xfrm>
        </p:grpSpPr>
        <mc:AlternateContent xmlns:mc="http://schemas.openxmlformats.org/markup-compatibility/2006" xmlns:p14="http://schemas.microsoft.com/office/powerpoint/2010/main">
          <mc:Choice Requires="p14">
            <p:contentPart p14:bwMode="auto" r:id="rId198">
              <p14:nvContentPartPr>
                <p14:cNvPr id="126" name="Ink 125">
                  <a:extLst>
                    <a:ext uri="{FF2B5EF4-FFF2-40B4-BE49-F238E27FC236}">
                      <a16:creationId xmlns:a16="http://schemas.microsoft.com/office/drawing/2014/main" id="{CA29CA9F-0F89-A4FC-9634-E2A8A3FB6C40}"/>
                    </a:ext>
                  </a:extLst>
                </p14:cNvPr>
                <p14:cNvContentPartPr/>
                <p14:nvPr/>
              </p14:nvContentPartPr>
              <p14:xfrm>
                <a:off x="408705" y="3734880"/>
                <a:ext cx="272520" cy="736560"/>
              </p14:xfrm>
            </p:contentPart>
          </mc:Choice>
          <mc:Fallback xmlns="">
            <p:pic>
              <p:nvPicPr>
                <p:cNvPr id="126" name="Ink 125">
                  <a:extLst>
                    <a:ext uri="{FF2B5EF4-FFF2-40B4-BE49-F238E27FC236}">
                      <a16:creationId xmlns:a16="http://schemas.microsoft.com/office/drawing/2014/main" id="{CA29CA9F-0F89-A4FC-9634-E2A8A3FB6C40}"/>
                    </a:ext>
                  </a:extLst>
                </p:cNvPr>
                <p:cNvPicPr/>
                <p:nvPr/>
              </p:nvPicPr>
              <p:blipFill>
                <a:blip r:embed="rId199"/>
                <a:stretch>
                  <a:fillRect/>
                </a:stretch>
              </p:blipFill>
              <p:spPr>
                <a:xfrm>
                  <a:off x="402585" y="3728760"/>
                  <a:ext cx="284760" cy="7488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7" name="Ink 126">
                  <a:extLst>
                    <a:ext uri="{FF2B5EF4-FFF2-40B4-BE49-F238E27FC236}">
                      <a16:creationId xmlns:a16="http://schemas.microsoft.com/office/drawing/2014/main" id="{9EC7B760-6DE5-2EA8-87DB-1E395710274C}"/>
                    </a:ext>
                  </a:extLst>
                </p14:cNvPr>
                <p14:cNvContentPartPr/>
                <p14:nvPr/>
              </p14:nvContentPartPr>
              <p14:xfrm>
                <a:off x="750705" y="3932520"/>
                <a:ext cx="224280" cy="510480"/>
              </p14:xfrm>
            </p:contentPart>
          </mc:Choice>
          <mc:Fallback xmlns="">
            <p:pic>
              <p:nvPicPr>
                <p:cNvPr id="127" name="Ink 126">
                  <a:extLst>
                    <a:ext uri="{FF2B5EF4-FFF2-40B4-BE49-F238E27FC236}">
                      <a16:creationId xmlns:a16="http://schemas.microsoft.com/office/drawing/2014/main" id="{9EC7B760-6DE5-2EA8-87DB-1E395710274C}"/>
                    </a:ext>
                  </a:extLst>
                </p:cNvPr>
                <p:cNvPicPr/>
                <p:nvPr/>
              </p:nvPicPr>
              <p:blipFill>
                <a:blip r:embed="rId201"/>
                <a:stretch>
                  <a:fillRect/>
                </a:stretch>
              </p:blipFill>
              <p:spPr>
                <a:xfrm>
                  <a:off x="744585" y="3926400"/>
                  <a:ext cx="236520" cy="5227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8" name="Ink 127">
                  <a:extLst>
                    <a:ext uri="{FF2B5EF4-FFF2-40B4-BE49-F238E27FC236}">
                      <a16:creationId xmlns:a16="http://schemas.microsoft.com/office/drawing/2014/main" id="{ACA567D0-81AA-CB37-9847-2CB98C566A46}"/>
                    </a:ext>
                  </a:extLst>
                </p14:cNvPr>
                <p14:cNvContentPartPr/>
                <p14:nvPr/>
              </p14:nvContentPartPr>
              <p14:xfrm>
                <a:off x="1117545" y="3990480"/>
                <a:ext cx="331920" cy="330120"/>
              </p14:xfrm>
            </p:contentPart>
          </mc:Choice>
          <mc:Fallback xmlns="">
            <p:pic>
              <p:nvPicPr>
                <p:cNvPr id="128" name="Ink 127">
                  <a:extLst>
                    <a:ext uri="{FF2B5EF4-FFF2-40B4-BE49-F238E27FC236}">
                      <a16:creationId xmlns:a16="http://schemas.microsoft.com/office/drawing/2014/main" id="{ACA567D0-81AA-CB37-9847-2CB98C566A46}"/>
                    </a:ext>
                  </a:extLst>
                </p:cNvPr>
                <p:cNvPicPr/>
                <p:nvPr/>
              </p:nvPicPr>
              <p:blipFill>
                <a:blip r:embed="rId203"/>
                <a:stretch>
                  <a:fillRect/>
                </a:stretch>
              </p:blipFill>
              <p:spPr>
                <a:xfrm>
                  <a:off x="1111425" y="3984360"/>
                  <a:ext cx="34416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9" name="Ink 128">
                  <a:extLst>
                    <a:ext uri="{FF2B5EF4-FFF2-40B4-BE49-F238E27FC236}">
                      <a16:creationId xmlns:a16="http://schemas.microsoft.com/office/drawing/2014/main" id="{571DAD6E-228E-063A-FDD7-85BF7312F3F2}"/>
                    </a:ext>
                  </a:extLst>
                </p14:cNvPr>
                <p14:cNvContentPartPr/>
                <p14:nvPr/>
              </p14:nvContentPartPr>
              <p14:xfrm>
                <a:off x="1035105" y="3868440"/>
                <a:ext cx="188280" cy="568080"/>
              </p14:xfrm>
            </p:contentPart>
          </mc:Choice>
          <mc:Fallback xmlns="">
            <p:pic>
              <p:nvPicPr>
                <p:cNvPr id="129" name="Ink 128">
                  <a:extLst>
                    <a:ext uri="{FF2B5EF4-FFF2-40B4-BE49-F238E27FC236}">
                      <a16:creationId xmlns:a16="http://schemas.microsoft.com/office/drawing/2014/main" id="{571DAD6E-228E-063A-FDD7-85BF7312F3F2}"/>
                    </a:ext>
                  </a:extLst>
                </p:cNvPr>
                <p:cNvPicPr/>
                <p:nvPr/>
              </p:nvPicPr>
              <p:blipFill>
                <a:blip r:embed="rId205"/>
                <a:stretch>
                  <a:fillRect/>
                </a:stretch>
              </p:blipFill>
              <p:spPr>
                <a:xfrm>
                  <a:off x="1028985" y="3862320"/>
                  <a:ext cx="200520" cy="5803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0" name="Ink 129">
                  <a:extLst>
                    <a:ext uri="{FF2B5EF4-FFF2-40B4-BE49-F238E27FC236}">
                      <a16:creationId xmlns:a16="http://schemas.microsoft.com/office/drawing/2014/main" id="{AA5FAEC0-E74E-5704-396B-4F6F0D608921}"/>
                    </a:ext>
                  </a:extLst>
                </p14:cNvPr>
                <p14:cNvContentPartPr/>
                <p14:nvPr/>
              </p14:nvContentPartPr>
              <p14:xfrm>
                <a:off x="1328145" y="3907320"/>
                <a:ext cx="327960" cy="518760"/>
              </p14:xfrm>
            </p:contentPart>
          </mc:Choice>
          <mc:Fallback xmlns="">
            <p:pic>
              <p:nvPicPr>
                <p:cNvPr id="130" name="Ink 129">
                  <a:extLst>
                    <a:ext uri="{FF2B5EF4-FFF2-40B4-BE49-F238E27FC236}">
                      <a16:creationId xmlns:a16="http://schemas.microsoft.com/office/drawing/2014/main" id="{AA5FAEC0-E74E-5704-396B-4F6F0D608921}"/>
                    </a:ext>
                  </a:extLst>
                </p:cNvPr>
                <p:cNvPicPr/>
                <p:nvPr/>
              </p:nvPicPr>
              <p:blipFill>
                <a:blip r:embed="rId207"/>
                <a:stretch>
                  <a:fillRect/>
                </a:stretch>
              </p:blipFill>
              <p:spPr>
                <a:xfrm>
                  <a:off x="1322025" y="3901200"/>
                  <a:ext cx="340200" cy="531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8">
            <p14:nvContentPartPr>
              <p14:cNvPr id="131" name="Ink 130">
                <a:extLst>
                  <a:ext uri="{FF2B5EF4-FFF2-40B4-BE49-F238E27FC236}">
                    <a16:creationId xmlns:a16="http://schemas.microsoft.com/office/drawing/2014/main" id="{D9C6D0E4-F4C6-4CF9-21C5-9059D263A6A4}"/>
                  </a:ext>
                </a:extLst>
              </p14:cNvPr>
              <p14:cNvContentPartPr/>
              <p14:nvPr/>
            </p14:nvContentPartPr>
            <p14:xfrm>
              <a:off x="2108625" y="3854040"/>
              <a:ext cx="117000" cy="70200"/>
            </p14:xfrm>
          </p:contentPart>
        </mc:Choice>
        <mc:Fallback xmlns="">
          <p:pic>
            <p:nvPicPr>
              <p:cNvPr id="131" name="Ink 130">
                <a:extLst>
                  <a:ext uri="{FF2B5EF4-FFF2-40B4-BE49-F238E27FC236}">
                    <a16:creationId xmlns:a16="http://schemas.microsoft.com/office/drawing/2014/main" id="{D9C6D0E4-F4C6-4CF9-21C5-9059D263A6A4}"/>
                  </a:ext>
                </a:extLst>
              </p:cNvPr>
              <p:cNvPicPr/>
              <p:nvPr/>
            </p:nvPicPr>
            <p:blipFill>
              <a:blip r:embed="rId209"/>
              <a:stretch>
                <a:fillRect/>
              </a:stretch>
            </p:blipFill>
            <p:spPr>
              <a:xfrm>
                <a:off x="2102505" y="3847920"/>
                <a:ext cx="12924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2" name="Ink 131">
                <a:extLst>
                  <a:ext uri="{FF2B5EF4-FFF2-40B4-BE49-F238E27FC236}">
                    <a16:creationId xmlns:a16="http://schemas.microsoft.com/office/drawing/2014/main" id="{1BE82F6F-7EF4-A65F-BE11-96109FF8C1B9}"/>
                  </a:ext>
                </a:extLst>
              </p14:cNvPr>
              <p14:cNvContentPartPr/>
              <p14:nvPr/>
            </p14:nvContentPartPr>
            <p14:xfrm>
              <a:off x="2134905" y="4203600"/>
              <a:ext cx="196920" cy="90720"/>
            </p14:xfrm>
          </p:contentPart>
        </mc:Choice>
        <mc:Fallback xmlns="">
          <p:pic>
            <p:nvPicPr>
              <p:cNvPr id="132" name="Ink 131">
                <a:extLst>
                  <a:ext uri="{FF2B5EF4-FFF2-40B4-BE49-F238E27FC236}">
                    <a16:creationId xmlns:a16="http://schemas.microsoft.com/office/drawing/2014/main" id="{1BE82F6F-7EF4-A65F-BE11-96109FF8C1B9}"/>
                  </a:ext>
                </a:extLst>
              </p:cNvPr>
              <p:cNvPicPr/>
              <p:nvPr/>
            </p:nvPicPr>
            <p:blipFill>
              <a:blip r:embed="rId211"/>
              <a:stretch>
                <a:fillRect/>
              </a:stretch>
            </p:blipFill>
            <p:spPr>
              <a:xfrm>
                <a:off x="2128785" y="4197480"/>
                <a:ext cx="209160" cy="102960"/>
              </a:xfrm>
              <a:prstGeom prst="rect">
                <a:avLst/>
              </a:prstGeom>
            </p:spPr>
          </p:pic>
        </mc:Fallback>
      </mc:AlternateContent>
      <p:grpSp>
        <p:nvGrpSpPr>
          <p:cNvPr id="147" name="Group 146">
            <a:extLst>
              <a:ext uri="{FF2B5EF4-FFF2-40B4-BE49-F238E27FC236}">
                <a16:creationId xmlns:a16="http://schemas.microsoft.com/office/drawing/2014/main" id="{B8F5C68B-49CF-E246-29F6-744019428A84}"/>
              </a:ext>
            </a:extLst>
          </p:cNvPr>
          <p:cNvGrpSpPr/>
          <p:nvPr/>
        </p:nvGrpSpPr>
        <p:grpSpPr>
          <a:xfrm>
            <a:off x="2872545" y="3701040"/>
            <a:ext cx="502920" cy="540720"/>
            <a:chOff x="2872545" y="3701040"/>
            <a:chExt cx="502920" cy="540720"/>
          </a:xfrm>
        </p:grpSpPr>
        <mc:AlternateContent xmlns:mc="http://schemas.openxmlformats.org/markup-compatibility/2006" xmlns:p14="http://schemas.microsoft.com/office/powerpoint/2010/main">
          <mc:Choice Requires="p14">
            <p:contentPart p14:bwMode="auto" r:id="rId212">
              <p14:nvContentPartPr>
                <p14:cNvPr id="134" name="Ink 133">
                  <a:extLst>
                    <a:ext uri="{FF2B5EF4-FFF2-40B4-BE49-F238E27FC236}">
                      <a16:creationId xmlns:a16="http://schemas.microsoft.com/office/drawing/2014/main" id="{74FFAA23-A392-B39B-4A15-2AD41AD8886C}"/>
                    </a:ext>
                  </a:extLst>
                </p14:cNvPr>
                <p14:cNvContentPartPr/>
                <p14:nvPr/>
              </p14:nvContentPartPr>
              <p14:xfrm>
                <a:off x="2872545" y="3701040"/>
                <a:ext cx="268560" cy="540720"/>
              </p14:xfrm>
            </p:contentPart>
          </mc:Choice>
          <mc:Fallback xmlns="">
            <p:pic>
              <p:nvPicPr>
                <p:cNvPr id="134" name="Ink 133">
                  <a:extLst>
                    <a:ext uri="{FF2B5EF4-FFF2-40B4-BE49-F238E27FC236}">
                      <a16:creationId xmlns:a16="http://schemas.microsoft.com/office/drawing/2014/main" id="{74FFAA23-A392-B39B-4A15-2AD41AD8886C}"/>
                    </a:ext>
                  </a:extLst>
                </p:cNvPr>
                <p:cNvPicPr/>
                <p:nvPr/>
              </p:nvPicPr>
              <p:blipFill>
                <a:blip r:embed="rId213"/>
                <a:stretch>
                  <a:fillRect/>
                </a:stretch>
              </p:blipFill>
              <p:spPr>
                <a:xfrm>
                  <a:off x="2866425" y="3694920"/>
                  <a:ext cx="280800" cy="5529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5" name="Ink 134">
                  <a:extLst>
                    <a:ext uri="{FF2B5EF4-FFF2-40B4-BE49-F238E27FC236}">
                      <a16:creationId xmlns:a16="http://schemas.microsoft.com/office/drawing/2014/main" id="{3924A2B8-C583-7AC1-3F53-880D4EDA0146}"/>
                    </a:ext>
                  </a:extLst>
                </p14:cNvPr>
                <p14:cNvContentPartPr/>
                <p14:nvPr/>
              </p14:nvContentPartPr>
              <p14:xfrm>
                <a:off x="3226065" y="3935040"/>
                <a:ext cx="149400" cy="217440"/>
              </p14:xfrm>
            </p:contentPart>
          </mc:Choice>
          <mc:Fallback xmlns="">
            <p:pic>
              <p:nvPicPr>
                <p:cNvPr id="135" name="Ink 134">
                  <a:extLst>
                    <a:ext uri="{FF2B5EF4-FFF2-40B4-BE49-F238E27FC236}">
                      <a16:creationId xmlns:a16="http://schemas.microsoft.com/office/drawing/2014/main" id="{3924A2B8-C583-7AC1-3F53-880D4EDA0146}"/>
                    </a:ext>
                  </a:extLst>
                </p:cNvPr>
                <p:cNvPicPr/>
                <p:nvPr/>
              </p:nvPicPr>
              <p:blipFill>
                <a:blip r:embed="rId215"/>
                <a:stretch>
                  <a:fillRect/>
                </a:stretch>
              </p:blipFill>
              <p:spPr>
                <a:xfrm>
                  <a:off x="3219945" y="3928920"/>
                  <a:ext cx="161640" cy="229680"/>
                </a:xfrm>
                <a:prstGeom prst="rect">
                  <a:avLst/>
                </a:prstGeom>
              </p:spPr>
            </p:pic>
          </mc:Fallback>
        </mc:AlternateContent>
      </p:grpSp>
      <p:grpSp>
        <p:nvGrpSpPr>
          <p:cNvPr id="146" name="Group 145">
            <a:extLst>
              <a:ext uri="{FF2B5EF4-FFF2-40B4-BE49-F238E27FC236}">
                <a16:creationId xmlns:a16="http://schemas.microsoft.com/office/drawing/2014/main" id="{F37D70A7-EF76-9D9A-F9F9-002939AD1781}"/>
              </a:ext>
            </a:extLst>
          </p:cNvPr>
          <p:cNvGrpSpPr/>
          <p:nvPr/>
        </p:nvGrpSpPr>
        <p:grpSpPr>
          <a:xfrm>
            <a:off x="3925905" y="3786720"/>
            <a:ext cx="369720" cy="423360"/>
            <a:chOff x="3925905" y="3786720"/>
            <a:chExt cx="369720" cy="423360"/>
          </a:xfrm>
        </p:grpSpPr>
        <mc:AlternateContent xmlns:mc="http://schemas.openxmlformats.org/markup-compatibility/2006" xmlns:p14="http://schemas.microsoft.com/office/powerpoint/2010/main">
          <mc:Choice Requires="p14">
            <p:contentPart p14:bwMode="auto" r:id="rId216">
              <p14:nvContentPartPr>
                <p14:cNvPr id="136" name="Ink 135">
                  <a:extLst>
                    <a:ext uri="{FF2B5EF4-FFF2-40B4-BE49-F238E27FC236}">
                      <a16:creationId xmlns:a16="http://schemas.microsoft.com/office/drawing/2014/main" id="{3DB3CF01-B864-9244-3F57-BA62592F50F0}"/>
                    </a:ext>
                  </a:extLst>
                </p14:cNvPr>
                <p14:cNvContentPartPr/>
                <p14:nvPr/>
              </p14:nvContentPartPr>
              <p14:xfrm>
                <a:off x="3925905" y="3927840"/>
                <a:ext cx="369720" cy="63000"/>
              </p14:xfrm>
            </p:contentPart>
          </mc:Choice>
          <mc:Fallback xmlns="">
            <p:pic>
              <p:nvPicPr>
                <p:cNvPr id="136" name="Ink 135">
                  <a:extLst>
                    <a:ext uri="{FF2B5EF4-FFF2-40B4-BE49-F238E27FC236}">
                      <a16:creationId xmlns:a16="http://schemas.microsoft.com/office/drawing/2014/main" id="{3DB3CF01-B864-9244-3F57-BA62592F50F0}"/>
                    </a:ext>
                  </a:extLst>
                </p:cNvPr>
                <p:cNvPicPr/>
                <p:nvPr/>
              </p:nvPicPr>
              <p:blipFill>
                <a:blip r:embed="rId217"/>
                <a:stretch>
                  <a:fillRect/>
                </a:stretch>
              </p:blipFill>
              <p:spPr>
                <a:xfrm>
                  <a:off x="3919785" y="3921720"/>
                  <a:ext cx="38196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7" name="Ink 136">
                  <a:extLst>
                    <a:ext uri="{FF2B5EF4-FFF2-40B4-BE49-F238E27FC236}">
                      <a16:creationId xmlns:a16="http://schemas.microsoft.com/office/drawing/2014/main" id="{475D9C33-EB1F-0133-B573-4A975D588F8E}"/>
                    </a:ext>
                  </a:extLst>
                </p14:cNvPr>
                <p14:cNvContentPartPr/>
                <p14:nvPr/>
              </p14:nvContentPartPr>
              <p14:xfrm>
                <a:off x="4131825" y="3786720"/>
                <a:ext cx="30240" cy="423360"/>
              </p14:xfrm>
            </p:contentPart>
          </mc:Choice>
          <mc:Fallback xmlns="">
            <p:pic>
              <p:nvPicPr>
                <p:cNvPr id="137" name="Ink 136">
                  <a:extLst>
                    <a:ext uri="{FF2B5EF4-FFF2-40B4-BE49-F238E27FC236}">
                      <a16:creationId xmlns:a16="http://schemas.microsoft.com/office/drawing/2014/main" id="{475D9C33-EB1F-0133-B573-4A975D588F8E}"/>
                    </a:ext>
                  </a:extLst>
                </p:cNvPr>
                <p:cNvPicPr/>
                <p:nvPr/>
              </p:nvPicPr>
              <p:blipFill>
                <a:blip r:embed="rId219"/>
                <a:stretch>
                  <a:fillRect/>
                </a:stretch>
              </p:blipFill>
              <p:spPr>
                <a:xfrm>
                  <a:off x="4125705" y="3780600"/>
                  <a:ext cx="42480" cy="435600"/>
                </a:xfrm>
                <a:prstGeom prst="rect">
                  <a:avLst/>
                </a:prstGeom>
              </p:spPr>
            </p:pic>
          </mc:Fallback>
        </mc:AlternateContent>
      </p:grpSp>
      <p:grpSp>
        <p:nvGrpSpPr>
          <p:cNvPr id="145" name="Group 144">
            <a:extLst>
              <a:ext uri="{FF2B5EF4-FFF2-40B4-BE49-F238E27FC236}">
                <a16:creationId xmlns:a16="http://schemas.microsoft.com/office/drawing/2014/main" id="{91CE30FB-C5CB-70B6-E83B-53A3673EB15A}"/>
              </a:ext>
            </a:extLst>
          </p:cNvPr>
          <p:cNvGrpSpPr/>
          <p:nvPr/>
        </p:nvGrpSpPr>
        <p:grpSpPr>
          <a:xfrm>
            <a:off x="6770985" y="3307560"/>
            <a:ext cx="512280" cy="462240"/>
            <a:chOff x="6770985" y="3307560"/>
            <a:chExt cx="512280" cy="462240"/>
          </a:xfrm>
        </p:grpSpPr>
        <mc:AlternateContent xmlns:mc="http://schemas.openxmlformats.org/markup-compatibility/2006" xmlns:p14="http://schemas.microsoft.com/office/powerpoint/2010/main">
          <mc:Choice Requires="p14">
            <p:contentPart p14:bwMode="auto" r:id="rId220">
              <p14:nvContentPartPr>
                <p14:cNvPr id="141" name="Ink 140">
                  <a:extLst>
                    <a:ext uri="{FF2B5EF4-FFF2-40B4-BE49-F238E27FC236}">
                      <a16:creationId xmlns:a16="http://schemas.microsoft.com/office/drawing/2014/main" id="{A1748957-1692-10B8-66EB-5E2E22C5C10D}"/>
                    </a:ext>
                  </a:extLst>
                </p14:cNvPr>
                <p14:cNvContentPartPr/>
                <p14:nvPr/>
              </p14:nvContentPartPr>
              <p14:xfrm>
                <a:off x="6972585" y="3307560"/>
                <a:ext cx="50760" cy="462240"/>
              </p14:xfrm>
            </p:contentPart>
          </mc:Choice>
          <mc:Fallback xmlns="">
            <p:pic>
              <p:nvPicPr>
                <p:cNvPr id="141" name="Ink 140">
                  <a:extLst>
                    <a:ext uri="{FF2B5EF4-FFF2-40B4-BE49-F238E27FC236}">
                      <a16:creationId xmlns:a16="http://schemas.microsoft.com/office/drawing/2014/main" id="{A1748957-1692-10B8-66EB-5E2E22C5C10D}"/>
                    </a:ext>
                  </a:extLst>
                </p:cNvPr>
                <p:cNvPicPr/>
                <p:nvPr/>
              </p:nvPicPr>
              <p:blipFill>
                <a:blip r:embed="rId221"/>
                <a:stretch>
                  <a:fillRect/>
                </a:stretch>
              </p:blipFill>
              <p:spPr>
                <a:xfrm>
                  <a:off x="6966465" y="3301440"/>
                  <a:ext cx="63000" cy="4744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2" name="Ink 141">
                  <a:extLst>
                    <a:ext uri="{FF2B5EF4-FFF2-40B4-BE49-F238E27FC236}">
                      <a16:creationId xmlns:a16="http://schemas.microsoft.com/office/drawing/2014/main" id="{4C2C83F3-97CA-558B-6F78-74930D26D7AC}"/>
                    </a:ext>
                  </a:extLst>
                </p14:cNvPr>
                <p14:cNvContentPartPr/>
                <p14:nvPr/>
              </p14:nvContentPartPr>
              <p14:xfrm>
                <a:off x="6770985" y="3557760"/>
                <a:ext cx="512280" cy="87840"/>
              </p14:xfrm>
            </p:contentPart>
          </mc:Choice>
          <mc:Fallback xmlns="">
            <p:pic>
              <p:nvPicPr>
                <p:cNvPr id="142" name="Ink 141">
                  <a:extLst>
                    <a:ext uri="{FF2B5EF4-FFF2-40B4-BE49-F238E27FC236}">
                      <a16:creationId xmlns:a16="http://schemas.microsoft.com/office/drawing/2014/main" id="{4C2C83F3-97CA-558B-6F78-74930D26D7AC}"/>
                    </a:ext>
                  </a:extLst>
                </p:cNvPr>
                <p:cNvPicPr/>
                <p:nvPr/>
              </p:nvPicPr>
              <p:blipFill>
                <a:blip r:embed="rId223"/>
                <a:stretch>
                  <a:fillRect/>
                </a:stretch>
              </p:blipFill>
              <p:spPr>
                <a:xfrm>
                  <a:off x="6764865" y="3551640"/>
                  <a:ext cx="524520" cy="100080"/>
                </a:xfrm>
                <a:prstGeom prst="rect">
                  <a:avLst/>
                </a:prstGeom>
              </p:spPr>
            </p:pic>
          </mc:Fallback>
        </mc:AlternateContent>
      </p:grpSp>
      <p:grpSp>
        <p:nvGrpSpPr>
          <p:cNvPr id="144" name="Group 143">
            <a:extLst>
              <a:ext uri="{FF2B5EF4-FFF2-40B4-BE49-F238E27FC236}">
                <a16:creationId xmlns:a16="http://schemas.microsoft.com/office/drawing/2014/main" id="{FEDEA3D9-E6A8-4B43-5628-9C4CEB385639}"/>
              </a:ext>
            </a:extLst>
          </p:cNvPr>
          <p:cNvGrpSpPr/>
          <p:nvPr/>
        </p:nvGrpSpPr>
        <p:grpSpPr>
          <a:xfrm>
            <a:off x="4839225" y="3495120"/>
            <a:ext cx="1427040" cy="546480"/>
            <a:chOff x="4839225" y="3495120"/>
            <a:chExt cx="1427040" cy="546480"/>
          </a:xfrm>
        </p:grpSpPr>
        <mc:AlternateContent xmlns:mc="http://schemas.openxmlformats.org/markup-compatibility/2006" xmlns:p14="http://schemas.microsoft.com/office/powerpoint/2010/main">
          <mc:Choice Requires="p14">
            <p:contentPart p14:bwMode="auto" r:id="rId224">
              <p14:nvContentPartPr>
                <p14:cNvPr id="138" name="Ink 137">
                  <a:extLst>
                    <a:ext uri="{FF2B5EF4-FFF2-40B4-BE49-F238E27FC236}">
                      <a16:creationId xmlns:a16="http://schemas.microsoft.com/office/drawing/2014/main" id="{6F74E49D-F426-D2FD-82B1-E5E28E0DBFE9}"/>
                    </a:ext>
                  </a:extLst>
                </p14:cNvPr>
                <p14:cNvContentPartPr/>
                <p14:nvPr/>
              </p14:nvContentPartPr>
              <p14:xfrm>
                <a:off x="4839225" y="3495120"/>
                <a:ext cx="366120" cy="497520"/>
              </p14:xfrm>
            </p:contentPart>
          </mc:Choice>
          <mc:Fallback xmlns="">
            <p:pic>
              <p:nvPicPr>
                <p:cNvPr id="138" name="Ink 137">
                  <a:extLst>
                    <a:ext uri="{FF2B5EF4-FFF2-40B4-BE49-F238E27FC236}">
                      <a16:creationId xmlns:a16="http://schemas.microsoft.com/office/drawing/2014/main" id="{6F74E49D-F426-D2FD-82B1-E5E28E0DBFE9}"/>
                    </a:ext>
                  </a:extLst>
                </p:cNvPr>
                <p:cNvPicPr/>
                <p:nvPr/>
              </p:nvPicPr>
              <p:blipFill>
                <a:blip r:embed="rId225"/>
                <a:stretch>
                  <a:fillRect/>
                </a:stretch>
              </p:blipFill>
              <p:spPr>
                <a:xfrm>
                  <a:off x="4833105" y="3489000"/>
                  <a:ext cx="378360" cy="509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9" name="Ink 138">
                  <a:extLst>
                    <a:ext uri="{FF2B5EF4-FFF2-40B4-BE49-F238E27FC236}">
                      <a16:creationId xmlns:a16="http://schemas.microsoft.com/office/drawing/2014/main" id="{17DE8701-E24E-E1E9-6787-45611076F3BD}"/>
                    </a:ext>
                  </a:extLst>
                </p14:cNvPr>
                <p14:cNvContentPartPr/>
                <p14:nvPr/>
              </p14:nvContentPartPr>
              <p14:xfrm>
                <a:off x="5332425" y="3794280"/>
                <a:ext cx="16920" cy="247320"/>
              </p14:xfrm>
            </p:contentPart>
          </mc:Choice>
          <mc:Fallback xmlns="">
            <p:pic>
              <p:nvPicPr>
                <p:cNvPr id="139" name="Ink 138">
                  <a:extLst>
                    <a:ext uri="{FF2B5EF4-FFF2-40B4-BE49-F238E27FC236}">
                      <a16:creationId xmlns:a16="http://schemas.microsoft.com/office/drawing/2014/main" id="{17DE8701-E24E-E1E9-6787-45611076F3BD}"/>
                    </a:ext>
                  </a:extLst>
                </p:cNvPr>
                <p:cNvPicPr/>
                <p:nvPr/>
              </p:nvPicPr>
              <p:blipFill>
                <a:blip r:embed="rId227"/>
                <a:stretch>
                  <a:fillRect/>
                </a:stretch>
              </p:blipFill>
              <p:spPr>
                <a:xfrm>
                  <a:off x="5326305" y="3788160"/>
                  <a:ext cx="291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0" name="Ink 139">
                  <a:extLst>
                    <a:ext uri="{FF2B5EF4-FFF2-40B4-BE49-F238E27FC236}">
                      <a16:creationId xmlns:a16="http://schemas.microsoft.com/office/drawing/2014/main" id="{B0DCC732-8BA7-6A47-6D76-DEF9513F0BD0}"/>
                    </a:ext>
                  </a:extLst>
                </p14:cNvPr>
                <p14:cNvContentPartPr/>
                <p14:nvPr/>
              </p14:nvContentPartPr>
              <p14:xfrm>
                <a:off x="5562465" y="3519600"/>
                <a:ext cx="567720" cy="420120"/>
              </p14:xfrm>
            </p:contentPart>
          </mc:Choice>
          <mc:Fallback xmlns="">
            <p:pic>
              <p:nvPicPr>
                <p:cNvPr id="140" name="Ink 139">
                  <a:extLst>
                    <a:ext uri="{FF2B5EF4-FFF2-40B4-BE49-F238E27FC236}">
                      <a16:creationId xmlns:a16="http://schemas.microsoft.com/office/drawing/2014/main" id="{B0DCC732-8BA7-6A47-6D76-DEF9513F0BD0}"/>
                    </a:ext>
                  </a:extLst>
                </p:cNvPr>
                <p:cNvPicPr/>
                <p:nvPr/>
              </p:nvPicPr>
              <p:blipFill>
                <a:blip r:embed="rId229"/>
                <a:stretch>
                  <a:fillRect/>
                </a:stretch>
              </p:blipFill>
              <p:spPr>
                <a:xfrm>
                  <a:off x="5556345" y="3513480"/>
                  <a:ext cx="57996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3" name="Ink 142">
                  <a:extLst>
                    <a:ext uri="{FF2B5EF4-FFF2-40B4-BE49-F238E27FC236}">
                      <a16:creationId xmlns:a16="http://schemas.microsoft.com/office/drawing/2014/main" id="{0363D1A5-4E30-6AA9-96FA-2A3DE6416523}"/>
                    </a:ext>
                  </a:extLst>
                </p14:cNvPr>
                <p14:cNvContentPartPr/>
                <p14:nvPr/>
              </p14:nvContentPartPr>
              <p14:xfrm>
                <a:off x="6183465" y="3838560"/>
                <a:ext cx="82800" cy="154800"/>
              </p14:xfrm>
            </p:contentPart>
          </mc:Choice>
          <mc:Fallback xmlns="">
            <p:pic>
              <p:nvPicPr>
                <p:cNvPr id="143" name="Ink 142">
                  <a:extLst>
                    <a:ext uri="{FF2B5EF4-FFF2-40B4-BE49-F238E27FC236}">
                      <a16:creationId xmlns:a16="http://schemas.microsoft.com/office/drawing/2014/main" id="{0363D1A5-4E30-6AA9-96FA-2A3DE6416523}"/>
                    </a:ext>
                  </a:extLst>
                </p:cNvPr>
                <p:cNvPicPr/>
                <p:nvPr/>
              </p:nvPicPr>
              <p:blipFill>
                <a:blip r:embed="rId231"/>
                <a:stretch>
                  <a:fillRect/>
                </a:stretch>
              </p:blipFill>
              <p:spPr>
                <a:xfrm>
                  <a:off x="6177345" y="3832440"/>
                  <a:ext cx="95040" cy="167040"/>
                </a:xfrm>
                <a:prstGeom prst="rect">
                  <a:avLst/>
                </a:prstGeom>
              </p:spPr>
            </p:pic>
          </mc:Fallback>
        </mc:AlternateContent>
      </p:grpSp>
      <p:grpSp>
        <p:nvGrpSpPr>
          <p:cNvPr id="160" name="Group 159">
            <a:extLst>
              <a:ext uri="{FF2B5EF4-FFF2-40B4-BE49-F238E27FC236}">
                <a16:creationId xmlns:a16="http://schemas.microsoft.com/office/drawing/2014/main" id="{2B1B8CD3-C5CA-9D44-2B9B-E537F9295521}"/>
              </a:ext>
            </a:extLst>
          </p:cNvPr>
          <p:cNvGrpSpPr/>
          <p:nvPr/>
        </p:nvGrpSpPr>
        <p:grpSpPr>
          <a:xfrm>
            <a:off x="7702665" y="3325200"/>
            <a:ext cx="548640" cy="519840"/>
            <a:chOff x="7702665" y="3325200"/>
            <a:chExt cx="548640" cy="519840"/>
          </a:xfrm>
        </p:grpSpPr>
        <mc:AlternateContent xmlns:mc="http://schemas.openxmlformats.org/markup-compatibility/2006" xmlns:p14="http://schemas.microsoft.com/office/powerpoint/2010/main">
          <mc:Choice Requires="p14">
            <p:contentPart p14:bwMode="auto" r:id="rId232">
              <p14:nvContentPartPr>
                <p14:cNvPr id="148" name="Ink 147">
                  <a:extLst>
                    <a:ext uri="{FF2B5EF4-FFF2-40B4-BE49-F238E27FC236}">
                      <a16:creationId xmlns:a16="http://schemas.microsoft.com/office/drawing/2014/main" id="{8E87BDCA-017A-118A-FB89-24B2D79F9B66}"/>
                    </a:ext>
                  </a:extLst>
                </p14:cNvPr>
                <p14:cNvContentPartPr/>
                <p14:nvPr/>
              </p14:nvContentPartPr>
              <p14:xfrm>
                <a:off x="7702665" y="3325200"/>
                <a:ext cx="290520" cy="462960"/>
              </p14:xfrm>
            </p:contentPart>
          </mc:Choice>
          <mc:Fallback xmlns="">
            <p:pic>
              <p:nvPicPr>
                <p:cNvPr id="148" name="Ink 147">
                  <a:extLst>
                    <a:ext uri="{FF2B5EF4-FFF2-40B4-BE49-F238E27FC236}">
                      <a16:creationId xmlns:a16="http://schemas.microsoft.com/office/drawing/2014/main" id="{8E87BDCA-017A-118A-FB89-24B2D79F9B66}"/>
                    </a:ext>
                  </a:extLst>
                </p:cNvPr>
                <p:cNvPicPr/>
                <p:nvPr/>
              </p:nvPicPr>
              <p:blipFill>
                <a:blip r:embed="rId233"/>
                <a:stretch>
                  <a:fillRect/>
                </a:stretch>
              </p:blipFill>
              <p:spPr>
                <a:xfrm>
                  <a:off x="7696545" y="3319080"/>
                  <a:ext cx="302760" cy="4752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9" name="Ink 148">
                  <a:extLst>
                    <a:ext uri="{FF2B5EF4-FFF2-40B4-BE49-F238E27FC236}">
                      <a16:creationId xmlns:a16="http://schemas.microsoft.com/office/drawing/2014/main" id="{0F15A876-CFF3-015F-14C7-60DED4204651}"/>
                    </a:ext>
                  </a:extLst>
                </p14:cNvPr>
                <p14:cNvContentPartPr/>
                <p14:nvPr/>
              </p14:nvContentPartPr>
              <p14:xfrm>
                <a:off x="8058705" y="3601680"/>
                <a:ext cx="192600" cy="243360"/>
              </p14:xfrm>
            </p:contentPart>
          </mc:Choice>
          <mc:Fallback xmlns="">
            <p:pic>
              <p:nvPicPr>
                <p:cNvPr id="149" name="Ink 148">
                  <a:extLst>
                    <a:ext uri="{FF2B5EF4-FFF2-40B4-BE49-F238E27FC236}">
                      <a16:creationId xmlns:a16="http://schemas.microsoft.com/office/drawing/2014/main" id="{0F15A876-CFF3-015F-14C7-60DED4204651}"/>
                    </a:ext>
                  </a:extLst>
                </p:cNvPr>
                <p:cNvPicPr/>
                <p:nvPr/>
              </p:nvPicPr>
              <p:blipFill>
                <a:blip r:embed="rId235"/>
                <a:stretch>
                  <a:fillRect/>
                </a:stretch>
              </p:blipFill>
              <p:spPr>
                <a:xfrm>
                  <a:off x="8052585" y="3595560"/>
                  <a:ext cx="204840" cy="255600"/>
                </a:xfrm>
                <a:prstGeom prst="rect">
                  <a:avLst/>
                </a:prstGeom>
              </p:spPr>
            </p:pic>
          </mc:Fallback>
        </mc:AlternateContent>
      </p:grpSp>
      <p:grpSp>
        <p:nvGrpSpPr>
          <p:cNvPr id="159" name="Group 158">
            <a:extLst>
              <a:ext uri="{FF2B5EF4-FFF2-40B4-BE49-F238E27FC236}">
                <a16:creationId xmlns:a16="http://schemas.microsoft.com/office/drawing/2014/main" id="{45E75628-EB0D-C218-34E5-D30E42353134}"/>
              </a:ext>
            </a:extLst>
          </p:cNvPr>
          <p:cNvGrpSpPr/>
          <p:nvPr/>
        </p:nvGrpSpPr>
        <p:grpSpPr>
          <a:xfrm>
            <a:off x="8543625" y="3301440"/>
            <a:ext cx="727200" cy="503280"/>
            <a:chOff x="8543625" y="3301440"/>
            <a:chExt cx="727200" cy="503280"/>
          </a:xfrm>
        </p:grpSpPr>
        <mc:AlternateContent xmlns:mc="http://schemas.openxmlformats.org/markup-compatibility/2006" xmlns:p14="http://schemas.microsoft.com/office/powerpoint/2010/main">
          <mc:Choice Requires="p14">
            <p:contentPart p14:bwMode="auto" r:id="rId236">
              <p14:nvContentPartPr>
                <p14:cNvPr id="150" name="Ink 149">
                  <a:extLst>
                    <a:ext uri="{FF2B5EF4-FFF2-40B4-BE49-F238E27FC236}">
                      <a16:creationId xmlns:a16="http://schemas.microsoft.com/office/drawing/2014/main" id="{8250ECFE-E5A9-CA6C-4501-502488B9D18B}"/>
                    </a:ext>
                  </a:extLst>
                </p14:cNvPr>
                <p14:cNvContentPartPr/>
                <p14:nvPr/>
              </p14:nvContentPartPr>
              <p14:xfrm>
                <a:off x="8543625" y="3301440"/>
                <a:ext cx="463320" cy="465480"/>
              </p14:xfrm>
            </p:contentPart>
          </mc:Choice>
          <mc:Fallback xmlns="">
            <p:pic>
              <p:nvPicPr>
                <p:cNvPr id="150" name="Ink 149">
                  <a:extLst>
                    <a:ext uri="{FF2B5EF4-FFF2-40B4-BE49-F238E27FC236}">
                      <a16:creationId xmlns:a16="http://schemas.microsoft.com/office/drawing/2014/main" id="{8250ECFE-E5A9-CA6C-4501-502488B9D18B}"/>
                    </a:ext>
                  </a:extLst>
                </p:cNvPr>
                <p:cNvPicPr/>
                <p:nvPr/>
              </p:nvPicPr>
              <p:blipFill>
                <a:blip r:embed="rId237"/>
                <a:stretch>
                  <a:fillRect/>
                </a:stretch>
              </p:blipFill>
              <p:spPr>
                <a:xfrm>
                  <a:off x="8537505" y="3295320"/>
                  <a:ext cx="475560" cy="4777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1" name="Ink 150">
                  <a:extLst>
                    <a:ext uri="{FF2B5EF4-FFF2-40B4-BE49-F238E27FC236}">
                      <a16:creationId xmlns:a16="http://schemas.microsoft.com/office/drawing/2014/main" id="{EAE04B35-EACF-7681-19EA-28F4DB0E81F2}"/>
                    </a:ext>
                  </a:extLst>
                </p14:cNvPr>
                <p14:cNvContentPartPr/>
                <p14:nvPr/>
              </p14:nvContentPartPr>
              <p14:xfrm>
                <a:off x="9118545" y="3573240"/>
                <a:ext cx="152280" cy="231480"/>
              </p14:xfrm>
            </p:contentPart>
          </mc:Choice>
          <mc:Fallback xmlns="">
            <p:pic>
              <p:nvPicPr>
                <p:cNvPr id="151" name="Ink 150">
                  <a:extLst>
                    <a:ext uri="{FF2B5EF4-FFF2-40B4-BE49-F238E27FC236}">
                      <a16:creationId xmlns:a16="http://schemas.microsoft.com/office/drawing/2014/main" id="{EAE04B35-EACF-7681-19EA-28F4DB0E81F2}"/>
                    </a:ext>
                  </a:extLst>
                </p:cNvPr>
                <p:cNvPicPr/>
                <p:nvPr/>
              </p:nvPicPr>
              <p:blipFill>
                <a:blip r:embed="rId239"/>
                <a:stretch>
                  <a:fillRect/>
                </a:stretch>
              </p:blipFill>
              <p:spPr>
                <a:xfrm>
                  <a:off x="9112425" y="3567120"/>
                  <a:ext cx="164520" cy="243720"/>
                </a:xfrm>
                <a:prstGeom prst="rect">
                  <a:avLst/>
                </a:prstGeom>
              </p:spPr>
            </p:pic>
          </mc:Fallback>
        </mc:AlternateContent>
      </p:grpSp>
      <p:grpSp>
        <p:nvGrpSpPr>
          <p:cNvPr id="158" name="Group 157">
            <a:extLst>
              <a:ext uri="{FF2B5EF4-FFF2-40B4-BE49-F238E27FC236}">
                <a16:creationId xmlns:a16="http://schemas.microsoft.com/office/drawing/2014/main" id="{4C04321A-3FB0-D62F-299E-4C5581C573E9}"/>
              </a:ext>
            </a:extLst>
          </p:cNvPr>
          <p:cNvGrpSpPr/>
          <p:nvPr/>
        </p:nvGrpSpPr>
        <p:grpSpPr>
          <a:xfrm>
            <a:off x="10247865" y="3083640"/>
            <a:ext cx="1668600" cy="689400"/>
            <a:chOff x="10247865" y="3083640"/>
            <a:chExt cx="1668600" cy="689400"/>
          </a:xfrm>
        </p:grpSpPr>
        <mc:AlternateContent xmlns:mc="http://schemas.openxmlformats.org/markup-compatibility/2006" xmlns:p14="http://schemas.microsoft.com/office/powerpoint/2010/main">
          <mc:Choice Requires="p14">
            <p:contentPart p14:bwMode="auto" r:id="rId240">
              <p14:nvContentPartPr>
                <p14:cNvPr id="152" name="Ink 151">
                  <a:extLst>
                    <a:ext uri="{FF2B5EF4-FFF2-40B4-BE49-F238E27FC236}">
                      <a16:creationId xmlns:a16="http://schemas.microsoft.com/office/drawing/2014/main" id="{7B9F5190-8336-E81C-2EAF-768240C286E0}"/>
                    </a:ext>
                  </a:extLst>
                </p14:cNvPr>
                <p14:cNvContentPartPr/>
                <p14:nvPr/>
              </p14:nvContentPartPr>
              <p14:xfrm>
                <a:off x="10247865" y="3459840"/>
                <a:ext cx="452880" cy="115560"/>
              </p14:xfrm>
            </p:contentPart>
          </mc:Choice>
          <mc:Fallback xmlns="">
            <p:pic>
              <p:nvPicPr>
                <p:cNvPr id="152" name="Ink 151">
                  <a:extLst>
                    <a:ext uri="{FF2B5EF4-FFF2-40B4-BE49-F238E27FC236}">
                      <a16:creationId xmlns:a16="http://schemas.microsoft.com/office/drawing/2014/main" id="{7B9F5190-8336-E81C-2EAF-768240C286E0}"/>
                    </a:ext>
                  </a:extLst>
                </p:cNvPr>
                <p:cNvPicPr/>
                <p:nvPr/>
              </p:nvPicPr>
              <p:blipFill>
                <a:blip r:embed="rId241"/>
                <a:stretch>
                  <a:fillRect/>
                </a:stretch>
              </p:blipFill>
              <p:spPr>
                <a:xfrm>
                  <a:off x="10241745" y="3453720"/>
                  <a:ext cx="4651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3" name="Ink 152">
                  <a:extLst>
                    <a:ext uri="{FF2B5EF4-FFF2-40B4-BE49-F238E27FC236}">
                      <a16:creationId xmlns:a16="http://schemas.microsoft.com/office/drawing/2014/main" id="{B2B27950-ACA4-41C6-A1F8-DB0411FE3A69}"/>
                    </a:ext>
                  </a:extLst>
                </p14:cNvPr>
                <p14:cNvContentPartPr/>
                <p14:nvPr/>
              </p14:nvContentPartPr>
              <p14:xfrm>
                <a:off x="10426425" y="3376680"/>
                <a:ext cx="9360" cy="314280"/>
              </p14:xfrm>
            </p:contentPart>
          </mc:Choice>
          <mc:Fallback xmlns="">
            <p:pic>
              <p:nvPicPr>
                <p:cNvPr id="153" name="Ink 152">
                  <a:extLst>
                    <a:ext uri="{FF2B5EF4-FFF2-40B4-BE49-F238E27FC236}">
                      <a16:creationId xmlns:a16="http://schemas.microsoft.com/office/drawing/2014/main" id="{B2B27950-ACA4-41C6-A1F8-DB0411FE3A69}"/>
                    </a:ext>
                  </a:extLst>
                </p:cNvPr>
                <p:cNvPicPr/>
                <p:nvPr/>
              </p:nvPicPr>
              <p:blipFill>
                <a:blip r:embed="rId243"/>
                <a:stretch>
                  <a:fillRect/>
                </a:stretch>
              </p:blipFill>
              <p:spPr>
                <a:xfrm>
                  <a:off x="10420305" y="3370560"/>
                  <a:ext cx="2160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4" name="Ink 153">
                  <a:extLst>
                    <a:ext uri="{FF2B5EF4-FFF2-40B4-BE49-F238E27FC236}">
                      <a16:creationId xmlns:a16="http://schemas.microsoft.com/office/drawing/2014/main" id="{A3EA8D60-4A50-79B6-966E-6E923075A9BF}"/>
                    </a:ext>
                  </a:extLst>
                </p14:cNvPr>
                <p14:cNvContentPartPr/>
                <p14:nvPr/>
              </p14:nvContentPartPr>
              <p14:xfrm>
                <a:off x="10852665" y="3083640"/>
                <a:ext cx="408240" cy="586440"/>
              </p14:xfrm>
            </p:contentPart>
          </mc:Choice>
          <mc:Fallback xmlns="">
            <p:pic>
              <p:nvPicPr>
                <p:cNvPr id="154" name="Ink 153">
                  <a:extLst>
                    <a:ext uri="{FF2B5EF4-FFF2-40B4-BE49-F238E27FC236}">
                      <a16:creationId xmlns:a16="http://schemas.microsoft.com/office/drawing/2014/main" id="{A3EA8D60-4A50-79B6-966E-6E923075A9BF}"/>
                    </a:ext>
                  </a:extLst>
                </p:cNvPr>
                <p:cNvPicPr/>
                <p:nvPr/>
              </p:nvPicPr>
              <p:blipFill>
                <a:blip r:embed="rId245"/>
                <a:stretch>
                  <a:fillRect/>
                </a:stretch>
              </p:blipFill>
              <p:spPr>
                <a:xfrm>
                  <a:off x="10846545" y="3077520"/>
                  <a:ext cx="420480" cy="5986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5" name="Ink 154">
                  <a:extLst>
                    <a:ext uri="{FF2B5EF4-FFF2-40B4-BE49-F238E27FC236}">
                      <a16:creationId xmlns:a16="http://schemas.microsoft.com/office/drawing/2014/main" id="{851F5DD9-260E-3372-B1C4-949647CED962}"/>
                    </a:ext>
                  </a:extLst>
                </p14:cNvPr>
                <p14:cNvContentPartPr/>
                <p14:nvPr/>
              </p14:nvContentPartPr>
              <p14:xfrm>
                <a:off x="11141745" y="3415920"/>
                <a:ext cx="210240" cy="357120"/>
              </p14:xfrm>
            </p:contentPart>
          </mc:Choice>
          <mc:Fallback xmlns="">
            <p:pic>
              <p:nvPicPr>
                <p:cNvPr id="155" name="Ink 154">
                  <a:extLst>
                    <a:ext uri="{FF2B5EF4-FFF2-40B4-BE49-F238E27FC236}">
                      <a16:creationId xmlns:a16="http://schemas.microsoft.com/office/drawing/2014/main" id="{851F5DD9-260E-3372-B1C4-949647CED962}"/>
                    </a:ext>
                  </a:extLst>
                </p:cNvPr>
                <p:cNvPicPr/>
                <p:nvPr/>
              </p:nvPicPr>
              <p:blipFill>
                <a:blip r:embed="rId247"/>
                <a:stretch>
                  <a:fillRect/>
                </a:stretch>
              </p:blipFill>
              <p:spPr>
                <a:xfrm>
                  <a:off x="11135625" y="3409800"/>
                  <a:ext cx="22248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6" name="Ink 155">
                  <a:extLst>
                    <a:ext uri="{FF2B5EF4-FFF2-40B4-BE49-F238E27FC236}">
                      <a16:creationId xmlns:a16="http://schemas.microsoft.com/office/drawing/2014/main" id="{0E52F4F2-8087-03A9-24F3-B111814B2368}"/>
                    </a:ext>
                  </a:extLst>
                </p14:cNvPr>
                <p14:cNvContentPartPr/>
                <p14:nvPr/>
              </p14:nvContentPartPr>
              <p14:xfrm>
                <a:off x="11600025" y="3240600"/>
                <a:ext cx="250560" cy="363600"/>
              </p14:xfrm>
            </p:contentPart>
          </mc:Choice>
          <mc:Fallback xmlns="">
            <p:pic>
              <p:nvPicPr>
                <p:cNvPr id="156" name="Ink 155">
                  <a:extLst>
                    <a:ext uri="{FF2B5EF4-FFF2-40B4-BE49-F238E27FC236}">
                      <a16:creationId xmlns:a16="http://schemas.microsoft.com/office/drawing/2014/main" id="{0E52F4F2-8087-03A9-24F3-B111814B2368}"/>
                    </a:ext>
                  </a:extLst>
                </p:cNvPr>
                <p:cNvPicPr/>
                <p:nvPr/>
              </p:nvPicPr>
              <p:blipFill>
                <a:blip r:embed="rId249"/>
                <a:stretch>
                  <a:fillRect/>
                </a:stretch>
              </p:blipFill>
              <p:spPr>
                <a:xfrm>
                  <a:off x="11593905" y="3234480"/>
                  <a:ext cx="26280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7" name="Ink 156">
                  <a:extLst>
                    <a:ext uri="{FF2B5EF4-FFF2-40B4-BE49-F238E27FC236}">
                      <a16:creationId xmlns:a16="http://schemas.microsoft.com/office/drawing/2014/main" id="{B775001F-1BA0-9AA0-3524-FB17A4564C23}"/>
                    </a:ext>
                  </a:extLst>
                </p14:cNvPr>
                <p14:cNvContentPartPr/>
                <p14:nvPr/>
              </p14:nvContentPartPr>
              <p14:xfrm>
                <a:off x="11783985" y="3469560"/>
                <a:ext cx="132480" cy="259200"/>
              </p14:xfrm>
            </p:contentPart>
          </mc:Choice>
          <mc:Fallback xmlns="">
            <p:pic>
              <p:nvPicPr>
                <p:cNvPr id="157" name="Ink 156">
                  <a:extLst>
                    <a:ext uri="{FF2B5EF4-FFF2-40B4-BE49-F238E27FC236}">
                      <a16:creationId xmlns:a16="http://schemas.microsoft.com/office/drawing/2014/main" id="{B775001F-1BA0-9AA0-3524-FB17A4564C23}"/>
                    </a:ext>
                  </a:extLst>
                </p:cNvPr>
                <p:cNvPicPr/>
                <p:nvPr/>
              </p:nvPicPr>
              <p:blipFill>
                <a:blip r:embed="rId251"/>
                <a:stretch>
                  <a:fillRect/>
                </a:stretch>
              </p:blipFill>
              <p:spPr>
                <a:xfrm>
                  <a:off x="11777865" y="3463440"/>
                  <a:ext cx="144720" cy="271440"/>
                </a:xfrm>
                <a:prstGeom prst="rect">
                  <a:avLst/>
                </a:prstGeom>
              </p:spPr>
            </p:pic>
          </mc:Fallback>
        </mc:AlternateContent>
      </p:grpSp>
      <p:grpSp>
        <p:nvGrpSpPr>
          <p:cNvPr id="169" name="Group 168">
            <a:extLst>
              <a:ext uri="{FF2B5EF4-FFF2-40B4-BE49-F238E27FC236}">
                <a16:creationId xmlns:a16="http://schemas.microsoft.com/office/drawing/2014/main" id="{0490466D-1091-6778-3307-BCD30AF07914}"/>
              </a:ext>
            </a:extLst>
          </p:cNvPr>
          <p:cNvGrpSpPr/>
          <p:nvPr/>
        </p:nvGrpSpPr>
        <p:grpSpPr>
          <a:xfrm>
            <a:off x="3539265" y="4855920"/>
            <a:ext cx="342720" cy="276120"/>
            <a:chOff x="3539265" y="4855920"/>
            <a:chExt cx="342720" cy="276120"/>
          </a:xfrm>
        </p:grpSpPr>
        <mc:AlternateContent xmlns:mc="http://schemas.openxmlformats.org/markup-compatibility/2006" xmlns:p14="http://schemas.microsoft.com/office/powerpoint/2010/main">
          <mc:Choice Requires="p14">
            <p:contentPart p14:bwMode="auto" r:id="rId252">
              <p14:nvContentPartPr>
                <p14:cNvPr id="161" name="Ink 160">
                  <a:extLst>
                    <a:ext uri="{FF2B5EF4-FFF2-40B4-BE49-F238E27FC236}">
                      <a16:creationId xmlns:a16="http://schemas.microsoft.com/office/drawing/2014/main" id="{544BAE5B-6595-1CE1-8798-7D7AACE60138}"/>
                    </a:ext>
                  </a:extLst>
                </p14:cNvPr>
                <p14:cNvContentPartPr/>
                <p14:nvPr/>
              </p14:nvContentPartPr>
              <p14:xfrm>
                <a:off x="3539265" y="4923600"/>
                <a:ext cx="342720" cy="82800"/>
              </p14:xfrm>
            </p:contentPart>
          </mc:Choice>
          <mc:Fallback xmlns="">
            <p:pic>
              <p:nvPicPr>
                <p:cNvPr id="161" name="Ink 160">
                  <a:extLst>
                    <a:ext uri="{FF2B5EF4-FFF2-40B4-BE49-F238E27FC236}">
                      <a16:creationId xmlns:a16="http://schemas.microsoft.com/office/drawing/2014/main" id="{544BAE5B-6595-1CE1-8798-7D7AACE60138}"/>
                    </a:ext>
                  </a:extLst>
                </p:cNvPr>
                <p:cNvPicPr/>
                <p:nvPr/>
              </p:nvPicPr>
              <p:blipFill>
                <a:blip r:embed="rId253"/>
                <a:stretch>
                  <a:fillRect/>
                </a:stretch>
              </p:blipFill>
              <p:spPr>
                <a:xfrm>
                  <a:off x="3533145" y="4917480"/>
                  <a:ext cx="35496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2" name="Ink 161">
                  <a:extLst>
                    <a:ext uri="{FF2B5EF4-FFF2-40B4-BE49-F238E27FC236}">
                      <a16:creationId xmlns:a16="http://schemas.microsoft.com/office/drawing/2014/main" id="{27D52BC3-156F-5C04-DFE8-9E3A85366E45}"/>
                    </a:ext>
                  </a:extLst>
                </p14:cNvPr>
                <p14:cNvContentPartPr/>
                <p14:nvPr/>
              </p14:nvContentPartPr>
              <p14:xfrm>
                <a:off x="3721425" y="4855920"/>
                <a:ext cx="42480" cy="276120"/>
              </p14:xfrm>
            </p:contentPart>
          </mc:Choice>
          <mc:Fallback xmlns="">
            <p:pic>
              <p:nvPicPr>
                <p:cNvPr id="162" name="Ink 161">
                  <a:extLst>
                    <a:ext uri="{FF2B5EF4-FFF2-40B4-BE49-F238E27FC236}">
                      <a16:creationId xmlns:a16="http://schemas.microsoft.com/office/drawing/2014/main" id="{27D52BC3-156F-5C04-DFE8-9E3A85366E45}"/>
                    </a:ext>
                  </a:extLst>
                </p:cNvPr>
                <p:cNvPicPr/>
                <p:nvPr/>
              </p:nvPicPr>
              <p:blipFill>
                <a:blip r:embed="rId255"/>
                <a:stretch>
                  <a:fillRect/>
                </a:stretch>
              </p:blipFill>
              <p:spPr>
                <a:xfrm>
                  <a:off x="3715305" y="4849800"/>
                  <a:ext cx="54720" cy="288360"/>
                </a:xfrm>
                <a:prstGeom prst="rect">
                  <a:avLst/>
                </a:prstGeom>
              </p:spPr>
            </p:pic>
          </mc:Fallback>
        </mc:AlternateContent>
      </p:grpSp>
      <p:grpSp>
        <p:nvGrpSpPr>
          <p:cNvPr id="168" name="Group 167">
            <a:extLst>
              <a:ext uri="{FF2B5EF4-FFF2-40B4-BE49-F238E27FC236}">
                <a16:creationId xmlns:a16="http://schemas.microsoft.com/office/drawing/2014/main" id="{9B8E4594-3553-243E-AD91-69376929988C}"/>
              </a:ext>
            </a:extLst>
          </p:cNvPr>
          <p:cNvGrpSpPr/>
          <p:nvPr/>
        </p:nvGrpSpPr>
        <p:grpSpPr>
          <a:xfrm>
            <a:off x="4108425" y="4552440"/>
            <a:ext cx="621720" cy="657720"/>
            <a:chOff x="4108425" y="4552440"/>
            <a:chExt cx="621720" cy="657720"/>
          </a:xfrm>
        </p:grpSpPr>
        <mc:AlternateContent xmlns:mc="http://schemas.openxmlformats.org/markup-compatibility/2006" xmlns:p14="http://schemas.microsoft.com/office/powerpoint/2010/main">
          <mc:Choice Requires="p14">
            <p:contentPart p14:bwMode="auto" r:id="rId256">
              <p14:nvContentPartPr>
                <p14:cNvPr id="163" name="Ink 162">
                  <a:extLst>
                    <a:ext uri="{FF2B5EF4-FFF2-40B4-BE49-F238E27FC236}">
                      <a16:creationId xmlns:a16="http://schemas.microsoft.com/office/drawing/2014/main" id="{721F9818-2659-78B2-54EA-6AF289B84FD6}"/>
                    </a:ext>
                  </a:extLst>
                </p14:cNvPr>
                <p14:cNvContentPartPr/>
                <p14:nvPr/>
              </p14:nvContentPartPr>
              <p14:xfrm>
                <a:off x="4108425" y="4552440"/>
                <a:ext cx="413280" cy="595440"/>
              </p14:xfrm>
            </p:contentPart>
          </mc:Choice>
          <mc:Fallback xmlns="">
            <p:pic>
              <p:nvPicPr>
                <p:cNvPr id="163" name="Ink 162">
                  <a:extLst>
                    <a:ext uri="{FF2B5EF4-FFF2-40B4-BE49-F238E27FC236}">
                      <a16:creationId xmlns:a16="http://schemas.microsoft.com/office/drawing/2014/main" id="{721F9818-2659-78B2-54EA-6AF289B84FD6}"/>
                    </a:ext>
                  </a:extLst>
                </p:cNvPr>
                <p:cNvPicPr/>
                <p:nvPr/>
              </p:nvPicPr>
              <p:blipFill>
                <a:blip r:embed="rId257"/>
                <a:stretch>
                  <a:fillRect/>
                </a:stretch>
              </p:blipFill>
              <p:spPr>
                <a:xfrm>
                  <a:off x="4102305" y="4546320"/>
                  <a:ext cx="425520" cy="6076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4" name="Ink 163">
                  <a:extLst>
                    <a:ext uri="{FF2B5EF4-FFF2-40B4-BE49-F238E27FC236}">
                      <a16:creationId xmlns:a16="http://schemas.microsoft.com/office/drawing/2014/main" id="{C7CC470F-3EE5-2664-73A6-098BD320B026}"/>
                    </a:ext>
                  </a:extLst>
                </p14:cNvPr>
                <p14:cNvContentPartPr/>
                <p14:nvPr/>
              </p14:nvContentPartPr>
              <p14:xfrm>
                <a:off x="4493985" y="4984440"/>
                <a:ext cx="236160" cy="225720"/>
              </p14:xfrm>
            </p:contentPart>
          </mc:Choice>
          <mc:Fallback xmlns="">
            <p:pic>
              <p:nvPicPr>
                <p:cNvPr id="164" name="Ink 163">
                  <a:extLst>
                    <a:ext uri="{FF2B5EF4-FFF2-40B4-BE49-F238E27FC236}">
                      <a16:creationId xmlns:a16="http://schemas.microsoft.com/office/drawing/2014/main" id="{C7CC470F-3EE5-2664-73A6-098BD320B026}"/>
                    </a:ext>
                  </a:extLst>
                </p:cNvPr>
                <p:cNvPicPr/>
                <p:nvPr/>
              </p:nvPicPr>
              <p:blipFill>
                <a:blip r:embed="rId259"/>
                <a:stretch>
                  <a:fillRect/>
                </a:stretch>
              </p:blipFill>
              <p:spPr>
                <a:xfrm>
                  <a:off x="4487865" y="4978320"/>
                  <a:ext cx="248400" cy="237960"/>
                </a:xfrm>
                <a:prstGeom prst="rect">
                  <a:avLst/>
                </a:prstGeom>
              </p:spPr>
            </p:pic>
          </mc:Fallback>
        </mc:AlternateContent>
      </p:grpSp>
      <p:grpSp>
        <p:nvGrpSpPr>
          <p:cNvPr id="167" name="Group 166">
            <a:extLst>
              <a:ext uri="{FF2B5EF4-FFF2-40B4-BE49-F238E27FC236}">
                <a16:creationId xmlns:a16="http://schemas.microsoft.com/office/drawing/2014/main" id="{FC5B796B-C611-0A3C-E3C4-13967276D00D}"/>
              </a:ext>
            </a:extLst>
          </p:cNvPr>
          <p:cNvGrpSpPr/>
          <p:nvPr/>
        </p:nvGrpSpPr>
        <p:grpSpPr>
          <a:xfrm>
            <a:off x="4943265" y="4746120"/>
            <a:ext cx="695160" cy="398160"/>
            <a:chOff x="4943265" y="4746120"/>
            <a:chExt cx="695160" cy="398160"/>
          </a:xfrm>
        </p:grpSpPr>
        <mc:AlternateContent xmlns:mc="http://schemas.openxmlformats.org/markup-compatibility/2006" xmlns:p14="http://schemas.microsoft.com/office/powerpoint/2010/main">
          <mc:Choice Requires="p14">
            <p:contentPart p14:bwMode="auto" r:id="rId260">
              <p14:nvContentPartPr>
                <p14:cNvPr id="165" name="Ink 164">
                  <a:extLst>
                    <a:ext uri="{FF2B5EF4-FFF2-40B4-BE49-F238E27FC236}">
                      <a16:creationId xmlns:a16="http://schemas.microsoft.com/office/drawing/2014/main" id="{EDA6FB96-4BBE-2946-0B89-A0C1A613FBB6}"/>
                    </a:ext>
                  </a:extLst>
                </p14:cNvPr>
                <p14:cNvContentPartPr/>
                <p14:nvPr/>
              </p14:nvContentPartPr>
              <p14:xfrm>
                <a:off x="4943265" y="4746120"/>
                <a:ext cx="402840" cy="345600"/>
              </p14:xfrm>
            </p:contentPart>
          </mc:Choice>
          <mc:Fallback xmlns="">
            <p:pic>
              <p:nvPicPr>
                <p:cNvPr id="165" name="Ink 164">
                  <a:extLst>
                    <a:ext uri="{FF2B5EF4-FFF2-40B4-BE49-F238E27FC236}">
                      <a16:creationId xmlns:a16="http://schemas.microsoft.com/office/drawing/2014/main" id="{EDA6FB96-4BBE-2946-0B89-A0C1A613FBB6}"/>
                    </a:ext>
                  </a:extLst>
                </p:cNvPr>
                <p:cNvPicPr/>
                <p:nvPr/>
              </p:nvPicPr>
              <p:blipFill>
                <a:blip r:embed="rId261"/>
                <a:stretch>
                  <a:fillRect/>
                </a:stretch>
              </p:blipFill>
              <p:spPr>
                <a:xfrm>
                  <a:off x="4937145" y="4740000"/>
                  <a:ext cx="41508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6" name="Ink 165">
                  <a:extLst>
                    <a:ext uri="{FF2B5EF4-FFF2-40B4-BE49-F238E27FC236}">
                      <a16:creationId xmlns:a16="http://schemas.microsoft.com/office/drawing/2014/main" id="{B093471F-BB5A-BDBF-9241-0813E53CBDC0}"/>
                    </a:ext>
                  </a:extLst>
                </p14:cNvPr>
                <p14:cNvContentPartPr/>
                <p14:nvPr/>
              </p14:nvContentPartPr>
              <p14:xfrm>
                <a:off x="5470305" y="4899120"/>
                <a:ext cx="168120" cy="245160"/>
              </p14:xfrm>
            </p:contentPart>
          </mc:Choice>
          <mc:Fallback xmlns="">
            <p:pic>
              <p:nvPicPr>
                <p:cNvPr id="166" name="Ink 165">
                  <a:extLst>
                    <a:ext uri="{FF2B5EF4-FFF2-40B4-BE49-F238E27FC236}">
                      <a16:creationId xmlns:a16="http://schemas.microsoft.com/office/drawing/2014/main" id="{B093471F-BB5A-BDBF-9241-0813E53CBDC0}"/>
                    </a:ext>
                  </a:extLst>
                </p:cNvPr>
                <p:cNvPicPr/>
                <p:nvPr/>
              </p:nvPicPr>
              <p:blipFill>
                <a:blip r:embed="rId263"/>
                <a:stretch>
                  <a:fillRect/>
                </a:stretch>
              </p:blipFill>
              <p:spPr>
                <a:xfrm>
                  <a:off x="5464185" y="4893000"/>
                  <a:ext cx="180360" cy="257400"/>
                </a:xfrm>
                <a:prstGeom prst="rect">
                  <a:avLst/>
                </a:prstGeom>
              </p:spPr>
            </p:pic>
          </mc:Fallback>
        </mc:AlternateContent>
      </p:grpSp>
    </p:spTree>
    <p:extLst>
      <p:ext uri="{BB962C8B-B14F-4D97-AF65-F5344CB8AC3E}">
        <p14:creationId xmlns:p14="http://schemas.microsoft.com/office/powerpoint/2010/main" val="3570582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19B5C67-D581-679E-54D2-333205505F9F}"/>
              </a:ext>
            </a:extLst>
          </p:cNvPr>
          <p:cNvGrpSpPr/>
          <p:nvPr/>
        </p:nvGrpSpPr>
        <p:grpSpPr>
          <a:xfrm>
            <a:off x="577185" y="-14385"/>
            <a:ext cx="1363320" cy="944640"/>
            <a:chOff x="577185" y="-14385"/>
            <a:chExt cx="1363320" cy="9446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6BC7058-8B13-CDAF-669F-A6E617E206B9}"/>
                    </a:ext>
                  </a:extLst>
                </p14:cNvPr>
                <p14:cNvContentPartPr/>
                <p14:nvPr/>
              </p14:nvContentPartPr>
              <p14:xfrm>
                <a:off x="577185" y="-14385"/>
                <a:ext cx="419760" cy="944640"/>
              </p14:xfrm>
            </p:contentPart>
          </mc:Choice>
          <mc:Fallback xmlns="">
            <p:pic>
              <p:nvPicPr>
                <p:cNvPr id="2" name="Ink 1">
                  <a:extLst>
                    <a:ext uri="{FF2B5EF4-FFF2-40B4-BE49-F238E27FC236}">
                      <a16:creationId xmlns:a16="http://schemas.microsoft.com/office/drawing/2014/main" id="{66BC7058-8B13-CDAF-669F-A6E617E206B9}"/>
                    </a:ext>
                  </a:extLst>
                </p:cNvPr>
                <p:cNvPicPr/>
                <p:nvPr/>
              </p:nvPicPr>
              <p:blipFill>
                <a:blip r:embed="rId3"/>
                <a:stretch>
                  <a:fillRect/>
                </a:stretch>
              </p:blipFill>
              <p:spPr>
                <a:xfrm>
                  <a:off x="571065" y="-20505"/>
                  <a:ext cx="432000" cy="956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559FF2F-C4C8-DA10-7CDA-6AC50CD65BCA}"/>
                    </a:ext>
                  </a:extLst>
                </p14:cNvPr>
                <p14:cNvContentPartPr/>
                <p14:nvPr/>
              </p14:nvContentPartPr>
              <p14:xfrm>
                <a:off x="1143465" y="55680"/>
                <a:ext cx="333360" cy="687960"/>
              </p14:xfrm>
            </p:contentPart>
          </mc:Choice>
          <mc:Fallback xmlns="">
            <p:pic>
              <p:nvPicPr>
                <p:cNvPr id="3" name="Ink 2">
                  <a:extLst>
                    <a:ext uri="{FF2B5EF4-FFF2-40B4-BE49-F238E27FC236}">
                      <a16:creationId xmlns:a16="http://schemas.microsoft.com/office/drawing/2014/main" id="{F559FF2F-C4C8-DA10-7CDA-6AC50CD65BCA}"/>
                    </a:ext>
                  </a:extLst>
                </p:cNvPr>
                <p:cNvPicPr/>
                <p:nvPr/>
              </p:nvPicPr>
              <p:blipFill>
                <a:blip r:embed="rId5"/>
                <a:stretch>
                  <a:fillRect/>
                </a:stretch>
              </p:blipFill>
              <p:spPr>
                <a:xfrm>
                  <a:off x="1137345" y="49560"/>
                  <a:ext cx="345600" cy="700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6347461-4A2B-CEF8-26BD-194F19D319C5}"/>
                    </a:ext>
                  </a:extLst>
                </p14:cNvPr>
                <p14:cNvContentPartPr/>
                <p14:nvPr/>
              </p14:nvContentPartPr>
              <p14:xfrm>
                <a:off x="1512105" y="364560"/>
                <a:ext cx="336600" cy="341640"/>
              </p14:xfrm>
            </p:contentPart>
          </mc:Choice>
          <mc:Fallback xmlns="">
            <p:pic>
              <p:nvPicPr>
                <p:cNvPr id="4" name="Ink 3">
                  <a:extLst>
                    <a:ext uri="{FF2B5EF4-FFF2-40B4-BE49-F238E27FC236}">
                      <a16:creationId xmlns:a16="http://schemas.microsoft.com/office/drawing/2014/main" id="{56347461-4A2B-CEF8-26BD-194F19D319C5}"/>
                    </a:ext>
                  </a:extLst>
                </p:cNvPr>
                <p:cNvPicPr/>
                <p:nvPr/>
              </p:nvPicPr>
              <p:blipFill>
                <a:blip r:embed="rId7"/>
                <a:stretch>
                  <a:fillRect/>
                </a:stretch>
              </p:blipFill>
              <p:spPr>
                <a:xfrm>
                  <a:off x="1505985" y="358440"/>
                  <a:ext cx="34884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C0AE98C6-C640-C41B-BDD9-4A64DC3B23B4}"/>
                    </a:ext>
                  </a:extLst>
                </p14:cNvPr>
                <p14:cNvContentPartPr/>
                <p14:nvPr/>
              </p14:nvContentPartPr>
              <p14:xfrm>
                <a:off x="1492665" y="245400"/>
                <a:ext cx="147600" cy="507600"/>
              </p14:xfrm>
            </p:contentPart>
          </mc:Choice>
          <mc:Fallback xmlns="">
            <p:pic>
              <p:nvPicPr>
                <p:cNvPr id="5" name="Ink 4">
                  <a:extLst>
                    <a:ext uri="{FF2B5EF4-FFF2-40B4-BE49-F238E27FC236}">
                      <a16:creationId xmlns:a16="http://schemas.microsoft.com/office/drawing/2014/main" id="{C0AE98C6-C640-C41B-BDD9-4A64DC3B23B4}"/>
                    </a:ext>
                  </a:extLst>
                </p:cNvPr>
                <p:cNvPicPr/>
                <p:nvPr/>
              </p:nvPicPr>
              <p:blipFill>
                <a:blip r:embed="rId9"/>
                <a:stretch>
                  <a:fillRect/>
                </a:stretch>
              </p:blipFill>
              <p:spPr>
                <a:xfrm>
                  <a:off x="1486545" y="239280"/>
                  <a:ext cx="159840" cy="519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8E89B7B7-C446-E36D-61A7-536221EC3EA0}"/>
                    </a:ext>
                  </a:extLst>
                </p14:cNvPr>
                <p14:cNvContentPartPr/>
                <p14:nvPr/>
              </p14:nvContentPartPr>
              <p14:xfrm>
                <a:off x="1742505" y="245040"/>
                <a:ext cx="198000" cy="592200"/>
              </p14:xfrm>
            </p:contentPart>
          </mc:Choice>
          <mc:Fallback xmlns="">
            <p:pic>
              <p:nvPicPr>
                <p:cNvPr id="6" name="Ink 5">
                  <a:extLst>
                    <a:ext uri="{FF2B5EF4-FFF2-40B4-BE49-F238E27FC236}">
                      <a16:creationId xmlns:a16="http://schemas.microsoft.com/office/drawing/2014/main" id="{8E89B7B7-C446-E36D-61A7-536221EC3EA0}"/>
                    </a:ext>
                  </a:extLst>
                </p:cNvPr>
                <p:cNvPicPr/>
                <p:nvPr/>
              </p:nvPicPr>
              <p:blipFill>
                <a:blip r:embed="rId11"/>
                <a:stretch>
                  <a:fillRect/>
                </a:stretch>
              </p:blipFill>
              <p:spPr>
                <a:xfrm>
                  <a:off x="1736385" y="238920"/>
                  <a:ext cx="210240" cy="604440"/>
                </a:xfrm>
                <a:prstGeom prst="rect">
                  <a:avLst/>
                </a:prstGeom>
              </p:spPr>
            </p:pic>
          </mc:Fallback>
        </mc:AlternateContent>
      </p:grpSp>
      <p:grpSp>
        <p:nvGrpSpPr>
          <p:cNvPr id="9" name="Group 8">
            <a:extLst>
              <a:ext uri="{FF2B5EF4-FFF2-40B4-BE49-F238E27FC236}">
                <a16:creationId xmlns:a16="http://schemas.microsoft.com/office/drawing/2014/main" id="{4BAAEC3A-B4E4-CEB3-0CF1-F22ED0951256}"/>
              </a:ext>
            </a:extLst>
          </p:cNvPr>
          <p:cNvGrpSpPr/>
          <p:nvPr/>
        </p:nvGrpSpPr>
        <p:grpSpPr>
          <a:xfrm>
            <a:off x="2327145" y="469320"/>
            <a:ext cx="282240" cy="214560"/>
            <a:chOff x="2327145" y="469320"/>
            <a:chExt cx="282240" cy="214560"/>
          </a:xfrm>
        </p:grpSpPr>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F0D0562A-95FF-393B-541D-9F1FF87F251C}"/>
                    </a:ext>
                  </a:extLst>
                </p14:cNvPr>
                <p14:cNvContentPartPr/>
                <p14:nvPr/>
              </p14:nvContentPartPr>
              <p14:xfrm>
                <a:off x="2327145" y="469320"/>
                <a:ext cx="192240" cy="29160"/>
              </p14:xfrm>
            </p:contentPart>
          </mc:Choice>
          <mc:Fallback xmlns="">
            <p:pic>
              <p:nvPicPr>
                <p:cNvPr id="7" name="Ink 6">
                  <a:extLst>
                    <a:ext uri="{FF2B5EF4-FFF2-40B4-BE49-F238E27FC236}">
                      <a16:creationId xmlns:a16="http://schemas.microsoft.com/office/drawing/2014/main" id="{F0D0562A-95FF-393B-541D-9F1FF87F251C}"/>
                    </a:ext>
                  </a:extLst>
                </p:cNvPr>
                <p:cNvPicPr/>
                <p:nvPr/>
              </p:nvPicPr>
              <p:blipFill>
                <a:blip r:embed="rId13"/>
                <a:stretch>
                  <a:fillRect/>
                </a:stretch>
              </p:blipFill>
              <p:spPr>
                <a:xfrm>
                  <a:off x="2321025" y="463200"/>
                  <a:ext cx="2044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9AD3D4FC-0F44-2E75-99A1-4ED56576FBDA}"/>
                    </a:ext>
                  </a:extLst>
                </p14:cNvPr>
                <p14:cNvContentPartPr/>
                <p14:nvPr/>
              </p14:nvContentPartPr>
              <p14:xfrm>
                <a:off x="2443425" y="655800"/>
                <a:ext cx="165960" cy="28080"/>
              </p14:xfrm>
            </p:contentPart>
          </mc:Choice>
          <mc:Fallback xmlns="">
            <p:pic>
              <p:nvPicPr>
                <p:cNvPr id="8" name="Ink 7">
                  <a:extLst>
                    <a:ext uri="{FF2B5EF4-FFF2-40B4-BE49-F238E27FC236}">
                      <a16:creationId xmlns:a16="http://schemas.microsoft.com/office/drawing/2014/main" id="{9AD3D4FC-0F44-2E75-99A1-4ED56576FBDA}"/>
                    </a:ext>
                  </a:extLst>
                </p:cNvPr>
                <p:cNvPicPr/>
                <p:nvPr/>
              </p:nvPicPr>
              <p:blipFill>
                <a:blip r:embed="rId15"/>
                <a:stretch>
                  <a:fillRect/>
                </a:stretch>
              </p:blipFill>
              <p:spPr>
                <a:xfrm>
                  <a:off x="2437305" y="649680"/>
                  <a:ext cx="178200" cy="40320"/>
                </a:xfrm>
                <a:prstGeom prst="rect">
                  <a:avLst/>
                </a:prstGeom>
              </p:spPr>
            </p:pic>
          </mc:Fallback>
        </mc:AlternateContent>
      </p:grpSp>
      <p:grpSp>
        <p:nvGrpSpPr>
          <p:cNvPr id="19" name="Group 18">
            <a:extLst>
              <a:ext uri="{FF2B5EF4-FFF2-40B4-BE49-F238E27FC236}">
                <a16:creationId xmlns:a16="http://schemas.microsoft.com/office/drawing/2014/main" id="{DA6E4537-1F95-D286-C66F-B2A31DBF5C3B}"/>
              </a:ext>
            </a:extLst>
          </p:cNvPr>
          <p:cNvGrpSpPr/>
          <p:nvPr/>
        </p:nvGrpSpPr>
        <p:grpSpPr>
          <a:xfrm>
            <a:off x="2894145" y="282120"/>
            <a:ext cx="1175040" cy="442080"/>
            <a:chOff x="2894145" y="282120"/>
            <a:chExt cx="1175040" cy="44208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11296F2A-B7F5-4512-A416-465815D40E39}"/>
                    </a:ext>
                  </a:extLst>
                </p14:cNvPr>
                <p14:cNvContentPartPr/>
                <p14:nvPr/>
              </p14:nvContentPartPr>
              <p14:xfrm>
                <a:off x="2894145" y="295080"/>
                <a:ext cx="284040" cy="349560"/>
              </p14:xfrm>
            </p:contentPart>
          </mc:Choice>
          <mc:Fallback xmlns="">
            <p:pic>
              <p:nvPicPr>
                <p:cNvPr id="11" name="Ink 10">
                  <a:extLst>
                    <a:ext uri="{FF2B5EF4-FFF2-40B4-BE49-F238E27FC236}">
                      <a16:creationId xmlns:a16="http://schemas.microsoft.com/office/drawing/2014/main" id="{11296F2A-B7F5-4512-A416-465815D40E39}"/>
                    </a:ext>
                  </a:extLst>
                </p:cNvPr>
                <p:cNvPicPr/>
                <p:nvPr/>
              </p:nvPicPr>
              <p:blipFill>
                <a:blip r:embed="rId17"/>
                <a:stretch>
                  <a:fillRect/>
                </a:stretch>
              </p:blipFill>
              <p:spPr>
                <a:xfrm>
                  <a:off x="2888025" y="288960"/>
                  <a:ext cx="29628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878692D1-5C89-0CB7-5285-1D91E6F28E9D}"/>
                    </a:ext>
                  </a:extLst>
                </p14:cNvPr>
                <p14:cNvContentPartPr/>
                <p14:nvPr/>
              </p14:nvContentPartPr>
              <p14:xfrm>
                <a:off x="3290505" y="483000"/>
                <a:ext cx="77040" cy="18000"/>
              </p14:xfrm>
            </p:contentPart>
          </mc:Choice>
          <mc:Fallback xmlns="">
            <p:pic>
              <p:nvPicPr>
                <p:cNvPr id="12" name="Ink 11">
                  <a:extLst>
                    <a:ext uri="{FF2B5EF4-FFF2-40B4-BE49-F238E27FC236}">
                      <a16:creationId xmlns:a16="http://schemas.microsoft.com/office/drawing/2014/main" id="{878692D1-5C89-0CB7-5285-1D91E6F28E9D}"/>
                    </a:ext>
                  </a:extLst>
                </p:cNvPr>
                <p:cNvPicPr/>
                <p:nvPr/>
              </p:nvPicPr>
              <p:blipFill>
                <a:blip r:embed="rId19"/>
                <a:stretch>
                  <a:fillRect/>
                </a:stretch>
              </p:blipFill>
              <p:spPr>
                <a:xfrm>
                  <a:off x="3284385" y="476880"/>
                  <a:ext cx="892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AE660B4B-A8D8-1659-F446-D7CD2E362704}"/>
                    </a:ext>
                  </a:extLst>
                </p14:cNvPr>
                <p14:cNvContentPartPr/>
                <p14:nvPr/>
              </p14:nvContentPartPr>
              <p14:xfrm>
                <a:off x="3554025" y="387240"/>
                <a:ext cx="59400" cy="336960"/>
              </p14:xfrm>
            </p:contentPart>
          </mc:Choice>
          <mc:Fallback xmlns="">
            <p:pic>
              <p:nvPicPr>
                <p:cNvPr id="13" name="Ink 12">
                  <a:extLst>
                    <a:ext uri="{FF2B5EF4-FFF2-40B4-BE49-F238E27FC236}">
                      <a16:creationId xmlns:a16="http://schemas.microsoft.com/office/drawing/2014/main" id="{AE660B4B-A8D8-1659-F446-D7CD2E362704}"/>
                    </a:ext>
                  </a:extLst>
                </p:cNvPr>
                <p:cNvPicPr/>
                <p:nvPr/>
              </p:nvPicPr>
              <p:blipFill>
                <a:blip r:embed="rId21"/>
                <a:stretch>
                  <a:fillRect/>
                </a:stretch>
              </p:blipFill>
              <p:spPr>
                <a:xfrm>
                  <a:off x="3547905" y="381120"/>
                  <a:ext cx="7164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FAB09ABE-27C7-E832-DD2E-CB85A7A3BE93}"/>
                    </a:ext>
                  </a:extLst>
                </p14:cNvPr>
                <p14:cNvContentPartPr/>
                <p14:nvPr/>
              </p14:nvContentPartPr>
              <p14:xfrm>
                <a:off x="3617385" y="282120"/>
                <a:ext cx="199080" cy="41400"/>
              </p14:xfrm>
            </p:contentPart>
          </mc:Choice>
          <mc:Fallback xmlns="">
            <p:pic>
              <p:nvPicPr>
                <p:cNvPr id="14" name="Ink 13">
                  <a:extLst>
                    <a:ext uri="{FF2B5EF4-FFF2-40B4-BE49-F238E27FC236}">
                      <a16:creationId xmlns:a16="http://schemas.microsoft.com/office/drawing/2014/main" id="{FAB09ABE-27C7-E832-DD2E-CB85A7A3BE93}"/>
                    </a:ext>
                  </a:extLst>
                </p:cNvPr>
                <p:cNvPicPr/>
                <p:nvPr/>
              </p:nvPicPr>
              <p:blipFill>
                <a:blip r:embed="rId23"/>
                <a:stretch>
                  <a:fillRect/>
                </a:stretch>
              </p:blipFill>
              <p:spPr>
                <a:xfrm>
                  <a:off x="3611265" y="276000"/>
                  <a:ext cx="2113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4F56902D-1B90-5554-9F72-0DA06B29761A}"/>
                    </a:ext>
                  </a:extLst>
                </p14:cNvPr>
                <p14:cNvContentPartPr/>
                <p14:nvPr/>
              </p14:nvContentPartPr>
              <p14:xfrm>
                <a:off x="3693705" y="313080"/>
                <a:ext cx="375480" cy="279360"/>
              </p14:xfrm>
            </p:contentPart>
          </mc:Choice>
          <mc:Fallback xmlns="">
            <p:pic>
              <p:nvPicPr>
                <p:cNvPr id="15" name="Ink 14">
                  <a:extLst>
                    <a:ext uri="{FF2B5EF4-FFF2-40B4-BE49-F238E27FC236}">
                      <a16:creationId xmlns:a16="http://schemas.microsoft.com/office/drawing/2014/main" id="{4F56902D-1B90-5554-9F72-0DA06B29761A}"/>
                    </a:ext>
                  </a:extLst>
                </p:cNvPr>
                <p:cNvPicPr/>
                <p:nvPr/>
              </p:nvPicPr>
              <p:blipFill>
                <a:blip r:embed="rId25"/>
                <a:stretch>
                  <a:fillRect/>
                </a:stretch>
              </p:blipFill>
              <p:spPr>
                <a:xfrm>
                  <a:off x="3687585" y="306960"/>
                  <a:ext cx="387720" cy="291600"/>
                </a:xfrm>
                <a:prstGeom prst="rect">
                  <a:avLst/>
                </a:prstGeom>
              </p:spPr>
            </p:pic>
          </mc:Fallback>
        </mc:AlternateContent>
      </p:grpSp>
      <p:grpSp>
        <p:nvGrpSpPr>
          <p:cNvPr id="18" name="Group 17">
            <a:extLst>
              <a:ext uri="{FF2B5EF4-FFF2-40B4-BE49-F238E27FC236}">
                <a16:creationId xmlns:a16="http://schemas.microsoft.com/office/drawing/2014/main" id="{554003A2-4DBF-E69D-E52C-A2640FAC5804}"/>
              </a:ext>
            </a:extLst>
          </p:cNvPr>
          <p:cNvGrpSpPr/>
          <p:nvPr/>
        </p:nvGrpSpPr>
        <p:grpSpPr>
          <a:xfrm>
            <a:off x="4652745" y="297600"/>
            <a:ext cx="497880" cy="535320"/>
            <a:chOff x="4652745" y="297600"/>
            <a:chExt cx="497880" cy="535320"/>
          </a:xfrm>
        </p:grpSpPr>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164CE533-BB59-04C2-F17E-E6574B615037}"/>
                    </a:ext>
                  </a:extLst>
                </p14:cNvPr>
                <p14:cNvContentPartPr/>
                <p14:nvPr/>
              </p14:nvContentPartPr>
              <p14:xfrm>
                <a:off x="4652745" y="472560"/>
                <a:ext cx="497880" cy="71280"/>
              </p14:xfrm>
            </p:contentPart>
          </mc:Choice>
          <mc:Fallback xmlns="">
            <p:pic>
              <p:nvPicPr>
                <p:cNvPr id="16" name="Ink 15">
                  <a:extLst>
                    <a:ext uri="{FF2B5EF4-FFF2-40B4-BE49-F238E27FC236}">
                      <a16:creationId xmlns:a16="http://schemas.microsoft.com/office/drawing/2014/main" id="{164CE533-BB59-04C2-F17E-E6574B615037}"/>
                    </a:ext>
                  </a:extLst>
                </p:cNvPr>
                <p:cNvPicPr/>
                <p:nvPr/>
              </p:nvPicPr>
              <p:blipFill>
                <a:blip r:embed="rId27"/>
                <a:stretch>
                  <a:fillRect/>
                </a:stretch>
              </p:blipFill>
              <p:spPr>
                <a:xfrm>
                  <a:off x="4646625" y="466440"/>
                  <a:ext cx="5101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9DA6B515-8865-BA3C-95A5-B617327C2823}"/>
                    </a:ext>
                  </a:extLst>
                </p14:cNvPr>
                <p14:cNvContentPartPr/>
                <p14:nvPr/>
              </p14:nvContentPartPr>
              <p14:xfrm>
                <a:off x="4842825" y="297600"/>
                <a:ext cx="132840" cy="535320"/>
              </p14:xfrm>
            </p:contentPart>
          </mc:Choice>
          <mc:Fallback xmlns="">
            <p:pic>
              <p:nvPicPr>
                <p:cNvPr id="17" name="Ink 16">
                  <a:extLst>
                    <a:ext uri="{FF2B5EF4-FFF2-40B4-BE49-F238E27FC236}">
                      <a16:creationId xmlns:a16="http://schemas.microsoft.com/office/drawing/2014/main" id="{9DA6B515-8865-BA3C-95A5-B617327C2823}"/>
                    </a:ext>
                  </a:extLst>
                </p:cNvPr>
                <p:cNvPicPr/>
                <p:nvPr/>
              </p:nvPicPr>
              <p:blipFill>
                <a:blip r:embed="rId29"/>
                <a:stretch>
                  <a:fillRect/>
                </a:stretch>
              </p:blipFill>
              <p:spPr>
                <a:xfrm>
                  <a:off x="4836705" y="291480"/>
                  <a:ext cx="145080" cy="547560"/>
                </a:xfrm>
                <a:prstGeom prst="rect">
                  <a:avLst/>
                </a:prstGeom>
              </p:spPr>
            </p:pic>
          </mc:Fallback>
        </mc:AlternateContent>
      </p:grpSp>
      <p:grpSp>
        <p:nvGrpSpPr>
          <p:cNvPr id="31" name="Group 30">
            <a:extLst>
              <a:ext uri="{FF2B5EF4-FFF2-40B4-BE49-F238E27FC236}">
                <a16:creationId xmlns:a16="http://schemas.microsoft.com/office/drawing/2014/main" id="{50B91908-D1E5-E4A5-1004-DFD6678AAB5E}"/>
              </a:ext>
            </a:extLst>
          </p:cNvPr>
          <p:cNvGrpSpPr/>
          <p:nvPr/>
        </p:nvGrpSpPr>
        <p:grpSpPr>
          <a:xfrm>
            <a:off x="5414865" y="107880"/>
            <a:ext cx="1695960" cy="509040"/>
            <a:chOff x="5414865" y="107880"/>
            <a:chExt cx="1695960" cy="509040"/>
          </a:xfrm>
        </p:grpSpPr>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95456840-9A9E-1DBF-6F13-E72794BD0DCF}"/>
                    </a:ext>
                  </a:extLst>
                </p14:cNvPr>
                <p14:cNvContentPartPr/>
                <p14:nvPr/>
              </p14:nvContentPartPr>
              <p14:xfrm>
                <a:off x="5414865" y="107880"/>
                <a:ext cx="185760" cy="431640"/>
              </p14:xfrm>
            </p:contentPart>
          </mc:Choice>
          <mc:Fallback xmlns="">
            <p:pic>
              <p:nvPicPr>
                <p:cNvPr id="20" name="Ink 19">
                  <a:extLst>
                    <a:ext uri="{FF2B5EF4-FFF2-40B4-BE49-F238E27FC236}">
                      <a16:creationId xmlns:a16="http://schemas.microsoft.com/office/drawing/2014/main" id="{95456840-9A9E-1DBF-6F13-E72794BD0DCF}"/>
                    </a:ext>
                  </a:extLst>
                </p:cNvPr>
                <p:cNvPicPr/>
                <p:nvPr/>
              </p:nvPicPr>
              <p:blipFill>
                <a:blip r:embed="rId31"/>
                <a:stretch>
                  <a:fillRect/>
                </a:stretch>
              </p:blipFill>
              <p:spPr>
                <a:xfrm>
                  <a:off x="5408745" y="101760"/>
                  <a:ext cx="198000" cy="443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B9C0E2B4-B8D3-C64D-3F2D-866F5EBAA1E1}"/>
                    </a:ext>
                  </a:extLst>
                </p14:cNvPr>
                <p14:cNvContentPartPr/>
                <p14:nvPr/>
              </p14:nvContentPartPr>
              <p14:xfrm>
                <a:off x="5733105" y="416040"/>
                <a:ext cx="27720" cy="19800"/>
              </p14:xfrm>
            </p:contentPart>
          </mc:Choice>
          <mc:Fallback xmlns="">
            <p:pic>
              <p:nvPicPr>
                <p:cNvPr id="21" name="Ink 20">
                  <a:extLst>
                    <a:ext uri="{FF2B5EF4-FFF2-40B4-BE49-F238E27FC236}">
                      <a16:creationId xmlns:a16="http://schemas.microsoft.com/office/drawing/2014/main" id="{B9C0E2B4-B8D3-C64D-3F2D-866F5EBAA1E1}"/>
                    </a:ext>
                  </a:extLst>
                </p:cNvPr>
                <p:cNvPicPr/>
                <p:nvPr/>
              </p:nvPicPr>
              <p:blipFill>
                <a:blip r:embed="rId33"/>
                <a:stretch>
                  <a:fillRect/>
                </a:stretch>
              </p:blipFill>
              <p:spPr>
                <a:xfrm>
                  <a:off x="5726985" y="409920"/>
                  <a:ext cx="399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FCA9E57E-3328-9E9A-DD84-F403133B27F0}"/>
                    </a:ext>
                  </a:extLst>
                </p14:cNvPr>
                <p14:cNvContentPartPr/>
                <p14:nvPr/>
              </p14:nvContentPartPr>
              <p14:xfrm>
                <a:off x="5949465" y="175200"/>
                <a:ext cx="106560" cy="372600"/>
              </p14:xfrm>
            </p:contentPart>
          </mc:Choice>
          <mc:Fallback xmlns="">
            <p:pic>
              <p:nvPicPr>
                <p:cNvPr id="22" name="Ink 21">
                  <a:extLst>
                    <a:ext uri="{FF2B5EF4-FFF2-40B4-BE49-F238E27FC236}">
                      <a16:creationId xmlns:a16="http://schemas.microsoft.com/office/drawing/2014/main" id="{FCA9E57E-3328-9E9A-DD84-F403133B27F0}"/>
                    </a:ext>
                  </a:extLst>
                </p:cNvPr>
                <p:cNvPicPr/>
                <p:nvPr/>
              </p:nvPicPr>
              <p:blipFill>
                <a:blip r:embed="rId35"/>
                <a:stretch>
                  <a:fillRect/>
                </a:stretch>
              </p:blipFill>
              <p:spPr>
                <a:xfrm>
                  <a:off x="5943345" y="169080"/>
                  <a:ext cx="11880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D1CF44D5-7091-FA1F-6D8D-8085B5BD3716}"/>
                    </a:ext>
                  </a:extLst>
                </p14:cNvPr>
                <p14:cNvContentPartPr/>
                <p14:nvPr/>
              </p14:nvContentPartPr>
              <p14:xfrm>
                <a:off x="6248265" y="196080"/>
                <a:ext cx="43920" cy="263520"/>
              </p14:xfrm>
            </p:contentPart>
          </mc:Choice>
          <mc:Fallback xmlns="">
            <p:pic>
              <p:nvPicPr>
                <p:cNvPr id="23" name="Ink 22">
                  <a:extLst>
                    <a:ext uri="{FF2B5EF4-FFF2-40B4-BE49-F238E27FC236}">
                      <a16:creationId xmlns:a16="http://schemas.microsoft.com/office/drawing/2014/main" id="{D1CF44D5-7091-FA1F-6D8D-8085B5BD3716}"/>
                    </a:ext>
                  </a:extLst>
                </p:cNvPr>
                <p:cNvPicPr/>
                <p:nvPr/>
              </p:nvPicPr>
              <p:blipFill>
                <a:blip r:embed="rId37"/>
                <a:stretch>
                  <a:fillRect/>
                </a:stretch>
              </p:blipFill>
              <p:spPr>
                <a:xfrm>
                  <a:off x="6242145" y="189960"/>
                  <a:ext cx="5616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C1348A41-BEF0-C617-3670-541EDA34EBB3}"/>
                    </a:ext>
                  </a:extLst>
                </p14:cNvPr>
                <p14:cNvContentPartPr/>
                <p14:nvPr/>
              </p14:nvContentPartPr>
              <p14:xfrm>
                <a:off x="6243945" y="201840"/>
                <a:ext cx="160200" cy="402840"/>
              </p14:xfrm>
            </p:contentPart>
          </mc:Choice>
          <mc:Fallback xmlns="">
            <p:pic>
              <p:nvPicPr>
                <p:cNvPr id="24" name="Ink 23">
                  <a:extLst>
                    <a:ext uri="{FF2B5EF4-FFF2-40B4-BE49-F238E27FC236}">
                      <a16:creationId xmlns:a16="http://schemas.microsoft.com/office/drawing/2014/main" id="{C1348A41-BEF0-C617-3670-541EDA34EBB3}"/>
                    </a:ext>
                  </a:extLst>
                </p:cNvPr>
                <p:cNvPicPr/>
                <p:nvPr/>
              </p:nvPicPr>
              <p:blipFill>
                <a:blip r:embed="rId39"/>
                <a:stretch>
                  <a:fillRect/>
                </a:stretch>
              </p:blipFill>
              <p:spPr>
                <a:xfrm>
                  <a:off x="6237825" y="195720"/>
                  <a:ext cx="17244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3C5561D5-8BD1-833F-7971-D5D0F3A79A07}"/>
                    </a:ext>
                  </a:extLst>
                </p14:cNvPr>
                <p14:cNvContentPartPr/>
                <p14:nvPr/>
              </p14:nvContentPartPr>
              <p14:xfrm>
                <a:off x="6458865" y="146400"/>
                <a:ext cx="191160" cy="30240"/>
              </p14:xfrm>
            </p:contentPart>
          </mc:Choice>
          <mc:Fallback xmlns="">
            <p:pic>
              <p:nvPicPr>
                <p:cNvPr id="25" name="Ink 24">
                  <a:extLst>
                    <a:ext uri="{FF2B5EF4-FFF2-40B4-BE49-F238E27FC236}">
                      <a16:creationId xmlns:a16="http://schemas.microsoft.com/office/drawing/2014/main" id="{3C5561D5-8BD1-833F-7971-D5D0F3A79A07}"/>
                    </a:ext>
                  </a:extLst>
                </p:cNvPr>
                <p:cNvPicPr/>
                <p:nvPr/>
              </p:nvPicPr>
              <p:blipFill>
                <a:blip r:embed="rId41"/>
                <a:stretch>
                  <a:fillRect/>
                </a:stretch>
              </p:blipFill>
              <p:spPr>
                <a:xfrm>
                  <a:off x="6452745" y="140280"/>
                  <a:ext cx="2034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47329ECF-13F9-0DAF-D843-958771FCD95D}"/>
                    </a:ext>
                  </a:extLst>
                </p14:cNvPr>
                <p14:cNvContentPartPr/>
                <p14:nvPr/>
              </p14:nvContentPartPr>
              <p14:xfrm>
                <a:off x="6653265" y="255120"/>
                <a:ext cx="367200" cy="304200"/>
              </p14:xfrm>
            </p:contentPart>
          </mc:Choice>
          <mc:Fallback xmlns="">
            <p:pic>
              <p:nvPicPr>
                <p:cNvPr id="26" name="Ink 25">
                  <a:extLst>
                    <a:ext uri="{FF2B5EF4-FFF2-40B4-BE49-F238E27FC236}">
                      <a16:creationId xmlns:a16="http://schemas.microsoft.com/office/drawing/2014/main" id="{47329ECF-13F9-0DAF-D843-958771FCD95D}"/>
                    </a:ext>
                  </a:extLst>
                </p:cNvPr>
                <p:cNvPicPr/>
                <p:nvPr/>
              </p:nvPicPr>
              <p:blipFill>
                <a:blip r:embed="rId43"/>
                <a:stretch>
                  <a:fillRect/>
                </a:stretch>
              </p:blipFill>
              <p:spPr>
                <a:xfrm>
                  <a:off x="6647145" y="249000"/>
                  <a:ext cx="37944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067171F8-460C-A21D-28CF-4F220D1226B4}"/>
                    </a:ext>
                  </a:extLst>
                </p14:cNvPr>
                <p14:cNvContentPartPr/>
                <p14:nvPr/>
              </p14:nvContentPartPr>
              <p14:xfrm>
                <a:off x="7036305" y="486960"/>
                <a:ext cx="74520" cy="129960"/>
              </p14:xfrm>
            </p:contentPart>
          </mc:Choice>
          <mc:Fallback xmlns="">
            <p:pic>
              <p:nvPicPr>
                <p:cNvPr id="27" name="Ink 26">
                  <a:extLst>
                    <a:ext uri="{FF2B5EF4-FFF2-40B4-BE49-F238E27FC236}">
                      <a16:creationId xmlns:a16="http://schemas.microsoft.com/office/drawing/2014/main" id="{067171F8-460C-A21D-28CF-4F220D1226B4}"/>
                    </a:ext>
                  </a:extLst>
                </p:cNvPr>
                <p:cNvPicPr/>
                <p:nvPr/>
              </p:nvPicPr>
              <p:blipFill>
                <a:blip r:embed="rId45"/>
                <a:stretch>
                  <a:fillRect/>
                </a:stretch>
              </p:blipFill>
              <p:spPr>
                <a:xfrm>
                  <a:off x="7030185" y="480840"/>
                  <a:ext cx="86760" cy="142200"/>
                </a:xfrm>
                <a:prstGeom prst="rect">
                  <a:avLst/>
                </a:prstGeom>
              </p:spPr>
            </p:pic>
          </mc:Fallback>
        </mc:AlternateContent>
      </p:grpSp>
      <p:grpSp>
        <p:nvGrpSpPr>
          <p:cNvPr id="30" name="Group 29">
            <a:extLst>
              <a:ext uri="{FF2B5EF4-FFF2-40B4-BE49-F238E27FC236}">
                <a16:creationId xmlns:a16="http://schemas.microsoft.com/office/drawing/2014/main" id="{AFC73C1D-540B-CE07-6C16-E164589FDA6C}"/>
              </a:ext>
            </a:extLst>
          </p:cNvPr>
          <p:cNvGrpSpPr/>
          <p:nvPr/>
        </p:nvGrpSpPr>
        <p:grpSpPr>
          <a:xfrm>
            <a:off x="7628145" y="353400"/>
            <a:ext cx="348120" cy="302760"/>
            <a:chOff x="7628145" y="353400"/>
            <a:chExt cx="348120" cy="302760"/>
          </a:xfrm>
        </p:grpSpPr>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8D8C84B4-D8B4-5759-FFF2-4EF0ACB458D9}"/>
                    </a:ext>
                  </a:extLst>
                </p14:cNvPr>
                <p14:cNvContentPartPr/>
                <p14:nvPr/>
              </p14:nvContentPartPr>
              <p14:xfrm>
                <a:off x="7628145" y="455640"/>
                <a:ext cx="348120" cy="38880"/>
              </p14:xfrm>
            </p:contentPart>
          </mc:Choice>
          <mc:Fallback xmlns="">
            <p:pic>
              <p:nvPicPr>
                <p:cNvPr id="28" name="Ink 27">
                  <a:extLst>
                    <a:ext uri="{FF2B5EF4-FFF2-40B4-BE49-F238E27FC236}">
                      <a16:creationId xmlns:a16="http://schemas.microsoft.com/office/drawing/2014/main" id="{8D8C84B4-D8B4-5759-FFF2-4EF0ACB458D9}"/>
                    </a:ext>
                  </a:extLst>
                </p:cNvPr>
                <p:cNvPicPr/>
                <p:nvPr/>
              </p:nvPicPr>
              <p:blipFill>
                <a:blip r:embed="rId47"/>
                <a:stretch>
                  <a:fillRect/>
                </a:stretch>
              </p:blipFill>
              <p:spPr>
                <a:xfrm>
                  <a:off x="7622025" y="449520"/>
                  <a:ext cx="36036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2CF43001-AAF1-E27B-F453-ABF1CD699873}"/>
                    </a:ext>
                  </a:extLst>
                </p14:cNvPr>
                <p14:cNvContentPartPr/>
                <p14:nvPr/>
              </p14:nvContentPartPr>
              <p14:xfrm>
                <a:off x="7742625" y="353400"/>
                <a:ext cx="98640" cy="302760"/>
              </p14:xfrm>
            </p:contentPart>
          </mc:Choice>
          <mc:Fallback xmlns="">
            <p:pic>
              <p:nvPicPr>
                <p:cNvPr id="29" name="Ink 28">
                  <a:extLst>
                    <a:ext uri="{FF2B5EF4-FFF2-40B4-BE49-F238E27FC236}">
                      <a16:creationId xmlns:a16="http://schemas.microsoft.com/office/drawing/2014/main" id="{2CF43001-AAF1-E27B-F453-ABF1CD699873}"/>
                    </a:ext>
                  </a:extLst>
                </p:cNvPr>
                <p:cNvPicPr/>
                <p:nvPr/>
              </p:nvPicPr>
              <p:blipFill>
                <a:blip r:embed="rId49"/>
                <a:stretch>
                  <a:fillRect/>
                </a:stretch>
              </p:blipFill>
              <p:spPr>
                <a:xfrm>
                  <a:off x="7736505" y="347280"/>
                  <a:ext cx="110880" cy="315000"/>
                </a:xfrm>
                <a:prstGeom prst="rect">
                  <a:avLst/>
                </a:prstGeom>
              </p:spPr>
            </p:pic>
          </mc:Fallback>
        </mc:AlternateContent>
      </p:grpSp>
      <p:grpSp>
        <p:nvGrpSpPr>
          <p:cNvPr id="41" name="Group 40">
            <a:extLst>
              <a:ext uri="{FF2B5EF4-FFF2-40B4-BE49-F238E27FC236}">
                <a16:creationId xmlns:a16="http://schemas.microsoft.com/office/drawing/2014/main" id="{467A4C1C-C0B0-3E54-BCD2-690B67ECE4AE}"/>
              </a:ext>
            </a:extLst>
          </p:cNvPr>
          <p:cNvGrpSpPr/>
          <p:nvPr/>
        </p:nvGrpSpPr>
        <p:grpSpPr>
          <a:xfrm>
            <a:off x="8637585" y="186720"/>
            <a:ext cx="362520" cy="356040"/>
            <a:chOff x="8637585" y="186720"/>
            <a:chExt cx="362520" cy="356040"/>
          </a:xfrm>
        </p:grpSpPr>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D5728986-A7EC-61CA-94AB-47EB67AA11C3}"/>
                    </a:ext>
                  </a:extLst>
                </p14:cNvPr>
                <p14:cNvContentPartPr/>
                <p14:nvPr/>
              </p14:nvContentPartPr>
              <p14:xfrm>
                <a:off x="8848905" y="231360"/>
                <a:ext cx="32400" cy="37800"/>
              </p14:xfrm>
            </p:contentPart>
          </mc:Choice>
          <mc:Fallback xmlns="">
            <p:pic>
              <p:nvPicPr>
                <p:cNvPr id="32" name="Ink 31">
                  <a:extLst>
                    <a:ext uri="{FF2B5EF4-FFF2-40B4-BE49-F238E27FC236}">
                      <a16:creationId xmlns:a16="http://schemas.microsoft.com/office/drawing/2014/main" id="{D5728986-A7EC-61CA-94AB-47EB67AA11C3}"/>
                    </a:ext>
                  </a:extLst>
                </p:cNvPr>
                <p:cNvPicPr/>
                <p:nvPr/>
              </p:nvPicPr>
              <p:blipFill>
                <a:blip r:embed="rId51"/>
                <a:stretch>
                  <a:fillRect/>
                </a:stretch>
              </p:blipFill>
              <p:spPr>
                <a:xfrm>
                  <a:off x="8842785" y="225240"/>
                  <a:ext cx="4464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5C59200C-E643-27C9-9240-389B5F85F2E3}"/>
                    </a:ext>
                  </a:extLst>
                </p14:cNvPr>
                <p14:cNvContentPartPr/>
                <p14:nvPr/>
              </p14:nvContentPartPr>
              <p14:xfrm>
                <a:off x="8637585" y="186720"/>
                <a:ext cx="250200" cy="356040"/>
              </p14:xfrm>
            </p:contentPart>
          </mc:Choice>
          <mc:Fallback xmlns="">
            <p:pic>
              <p:nvPicPr>
                <p:cNvPr id="33" name="Ink 32">
                  <a:extLst>
                    <a:ext uri="{FF2B5EF4-FFF2-40B4-BE49-F238E27FC236}">
                      <a16:creationId xmlns:a16="http://schemas.microsoft.com/office/drawing/2014/main" id="{5C59200C-E643-27C9-9240-389B5F85F2E3}"/>
                    </a:ext>
                  </a:extLst>
                </p:cNvPr>
                <p:cNvPicPr/>
                <p:nvPr/>
              </p:nvPicPr>
              <p:blipFill>
                <a:blip r:embed="rId53"/>
                <a:stretch>
                  <a:fillRect/>
                </a:stretch>
              </p:blipFill>
              <p:spPr>
                <a:xfrm>
                  <a:off x="8631465" y="180600"/>
                  <a:ext cx="26244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E6564D24-31CC-AC6B-3DDC-FECC8E188A96}"/>
                    </a:ext>
                  </a:extLst>
                </p14:cNvPr>
                <p14:cNvContentPartPr/>
                <p14:nvPr/>
              </p14:nvContentPartPr>
              <p14:xfrm>
                <a:off x="8958705" y="335760"/>
                <a:ext cx="41400" cy="50760"/>
              </p14:xfrm>
            </p:contentPart>
          </mc:Choice>
          <mc:Fallback xmlns="">
            <p:pic>
              <p:nvPicPr>
                <p:cNvPr id="34" name="Ink 33">
                  <a:extLst>
                    <a:ext uri="{FF2B5EF4-FFF2-40B4-BE49-F238E27FC236}">
                      <a16:creationId xmlns:a16="http://schemas.microsoft.com/office/drawing/2014/main" id="{E6564D24-31CC-AC6B-3DDC-FECC8E188A96}"/>
                    </a:ext>
                  </a:extLst>
                </p:cNvPr>
                <p:cNvPicPr/>
                <p:nvPr/>
              </p:nvPicPr>
              <p:blipFill>
                <a:blip r:embed="rId55"/>
                <a:stretch>
                  <a:fillRect/>
                </a:stretch>
              </p:blipFill>
              <p:spPr>
                <a:xfrm>
                  <a:off x="8952585" y="329640"/>
                  <a:ext cx="53640" cy="63000"/>
                </a:xfrm>
                <a:prstGeom prst="rect">
                  <a:avLst/>
                </a:prstGeom>
              </p:spPr>
            </p:pic>
          </mc:Fallback>
        </mc:AlternateContent>
      </p:grpSp>
      <p:grpSp>
        <p:nvGrpSpPr>
          <p:cNvPr id="40" name="Group 39">
            <a:extLst>
              <a:ext uri="{FF2B5EF4-FFF2-40B4-BE49-F238E27FC236}">
                <a16:creationId xmlns:a16="http://schemas.microsoft.com/office/drawing/2014/main" id="{36814028-C6D1-88BB-4886-BA155D5E745B}"/>
              </a:ext>
            </a:extLst>
          </p:cNvPr>
          <p:cNvGrpSpPr/>
          <p:nvPr/>
        </p:nvGrpSpPr>
        <p:grpSpPr>
          <a:xfrm>
            <a:off x="9259305" y="190680"/>
            <a:ext cx="1193760" cy="438480"/>
            <a:chOff x="9259305" y="190680"/>
            <a:chExt cx="1193760" cy="438480"/>
          </a:xfrm>
        </p:grpSpPr>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7530354A-A5DC-4FD0-A05E-2F63668430B7}"/>
                    </a:ext>
                  </a:extLst>
                </p14:cNvPr>
                <p14:cNvContentPartPr/>
                <p14:nvPr/>
              </p14:nvContentPartPr>
              <p14:xfrm>
                <a:off x="9259305" y="231720"/>
                <a:ext cx="123120" cy="397440"/>
              </p14:xfrm>
            </p:contentPart>
          </mc:Choice>
          <mc:Fallback xmlns="">
            <p:pic>
              <p:nvPicPr>
                <p:cNvPr id="35" name="Ink 34">
                  <a:extLst>
                    <a:ext uri="{FF2B5EF4-FFF2-40B4-BE49-F238E27FC236}">
                      <a16:creationId xmlns:a16="http://schemas.microsoft.com/office/drawing/2014/main" id="{7530354A-A5DC-4FD0-A05E-2F63668430B7}"/>
                    </a:ext>
                  </a:extLst>
                </p:cNvPr>
                <p:cNvPicPr/>
                <p:nvPr/>
              </p:nvPicPr>
              <p:blipFill>
                <a:blip r:embed="rId57"/>
                <a:stretch>
                  <a:fillRect/>
                </a:stretch>
              </p:blipFill>
              <p:spPr>
                <a:xfrm>
                  <a:off x="9253185" y="225600"/>
                  <a:ext cx="13536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36855BF7-A45B-1BBD-A713-448952D6B0D4}"/>
                    </a:ext>
                  </a:extLst>
                </p14:cNvPr>
                <p14:cNvContentPartPr/>
                <p14:nvPr/>
              </p14:nvContentPartPr>
              <p14:xfrm>
                <a:off x="9318705" y="421080"/>
                <a:ext cx="207360" cy="44640"/>
              </p14:xfrm>
            </p:contentPart>
          </mc:Choice>
          <mc:Fallback xmlns="">
            <p:pic>
              <p:nvPicPr>
                <p:cNvPr id="36" name="Ink 35">
                  <a:extLst>
                    <a:ext uri="{FF2B5EF4-FFF2-40B4-BE49-F238E27FC236}">
                      <a16:creationId xmlns:a16="http://schemas.microsoft.com/office/drawing/2014/main" id="{36855BF7-A45B-1BBD-A713-448952D6B0D4}"/>
                    </a:ext>
                  </a:extLst>
                </p:cNvPr>
                <p:cNvPicPr/>
                <p:nvPr/>
              </p:nvPicPr>
              <p:blipFill>
                <a:blip r:embed="rId59"/>
                <a:stretch>
                  <a:fillRect/>
                </a:stretch>
              </p:blipFill>
              <p:spPr>
                <a:xfrm>
                  <a:off x="9312585" y="414960"/>
                  <a:ext cx="21960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ED9FBEC2-692D-B086-FF4E-19C8E3678B7F}"/>
                    </a:ext>
                  </a:extLst>
                </p14:cNvPr>
                <p14:cNvContentPartPr/>
                <p14:nvPr/>
              </p14:nvContentPartPr>
              <p14:xfrm>
                <a:off x="9666105" y="237120"/>
                <a:ext cx="184320" cy="255240"/>
              </p14:xfrm>
            </p:contentPart>
          </mc:Choice>
          <mc:Fallback xmlns="">
            <p:pic>
              <p:nvPicPr>
                <p:cNvPr id="37" name="Ink 36">
                  <a:extLst>
                    <a:ext uri="{FF2B5EF4-FFF2-40B4-BE49-F238E27FC236}">
                      <a16:creationId xmlns:a16="http://schemas.microsoft.com/office/drawing/2014/main" id="{ED9FBEC2-692D-B086-FF4E-19C8E3678B7F}"/>
                    </a:ext>
                  </a:extLst>
                </p:cNvPr>
                <p:cNvPicPr/>
                <p:nvPr/>
              </p:nvPicPr>
              <p:blipFill>
                <a:blip r:embed="rId61"/>
                <a:stretch>
                  <a:fillRect/>
                </a:stretch>
              </p:blipFill>
              <p:spPr>
                <a:xfrm>
                  <a:off x="9659985" y="231000"/>
                  <a:ext cx="19656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765F3E62-234C-1D3F-D88B-939931041F26}"/>
                    </a:ext>
                  </a:extLst>
                </p14:cNvPr>
                <p14:cNvContentPartPr/>
                <p14:nvPr/>
              </p14:nvContentPartPr>
              <p14:xfrm>
                <a:off x="9992625" y="190680"/>
                <a:ext cx="279720" cy="354240"/>
              </p14:xfrm>
            </p:contentPart>
          </mc:Choice>
          <mc:Fallback xmlns="">
            <p:pic>
              <p:nvPicPr>
                <p:cNvPr id="38" name="Ink 37">
                  <a:extLst>
                    <a:ext uri="{FF2B5EF4-FFF2-40B4-BE49-F238E27FC236}">
                      <a16:creationId xmlns:a16="http://schemas.microsoft.com/office/drawing/2014/main" id="{765F3E62-234C-1D3F-D88B-939931041F26}"/>
                    </a:ext>
                  </a:extLst>
                </p:cNvPr>
                <p:cNvPicPr/>
                <p:nvPr/>
              </p:nvPicPr>
              <p:blipFill>
                <a:blip r:embed="rId63"/>
                <a:stretch>
                  <a:fillRect/>
                </a:stretch>
              </p:blipFill>
              <p:spPr>
                <a:xfrm>
                  <a:off x="9986505" y="184560"/>
                  <a:ext cx="29196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77F1F6FC-5B9F-4041-DB1B-0923AF58500E}"/>
                    </a:ext>
                  </a:extLst>
                </p14:cNvPr>
                <p14:cNvContentPartPr/>
                <p14:nvPr/>
              </p14:nvContentPartPr>
              <p14:xfrm>
                <a:off x="10332465" y="446280"/>
                <a:ext cx="120600" cy="151920"/>
              </p14:xfrm>
            </p:contentPart>
          </mc:Choice>
          <mc:Fallback xmlns="">
            <p:pic>
              <p:nvPicPr>
                <p:cNvPr id="39" name="Ink 38">
                  <a:extLst>
                    <a:ext uri="{FF2B5EF4-FFF2-40B4-BE49-F238E27FC236}">
                      <a16:creationId xmlns:a16="http://schemas.microsoft.com/office/drawing/2014/main" id="{77F1F6FC-5B9F-4041-DB1B-0923AF58500E}"/>
                    </a:ext>
                  </a:extLst>
                </p:cNvPr>
                <p:cNvPicPr/>
                <p:nvPr/>
              </p:nvPicPr>
              <p:blipFill>
                <a:blip r:embed="rId65"/>
                <a:stretch>
                  <a:fillRect/>
                </a:stretch>
              </p:blipFill>
              <p:spPr>
                <a:xfrm>
                  <a:off x="10326345" y="440160"/>
                  <a:ext cx="132840" cy="164160"/>
                </a:xfrm>
                <a:prstGeom prst="rect">
                  <a:avLst/>
                </a:prstGeom>
              </p:spPr>
            </p:pic>
          </mc:Fallback>
        </mc:AlternateContent>
      </p:grpSp>
      <p:grpSp>
        <p:nvGrpSpPr>
          <p:cNvPr id="44" name="Group 43">
            <a:extLst>
              <a:ext uri="{FF2B5EF4-FFF2-40B4-BE49-F238E27FC236}">
                <a16:creationId xmlns:a16="http://schemas.microsoft.com/office/drawing/2014/main" id="{24791D99-B76C-DD87-DF7F-3C2CD83E8682}"/>
              </a:ext>
            </a:extLst>
          </p:cNvPr>
          <p:cNvGrpSpPr/>
          <p:nvPr/>
        </p:nvGrpSpPr>
        <p:grpSpPr>
          <a:xfrm>
            <a:off x="10781745" y="283200"/>
            <a:ext cx="350280" cy="370800"/>
            <a:chOff x="10781745" y="283200"/>
            <a:chExt cx="350280" cy="370800"/>
          </a:xfrm>
        </p:grpSpPr>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A3EB3DB3-CDC9-B413-7160-B7AF649900FC}"/>
                    </a:ext>
                  </a:extLst>
                </p14:cNvPr>
                <p14:cNvContentPartPr/>
                <p14:nvPr/>
              </p14:nvContentPartPr>
              <p14:xfrm>
                <a:off x="10781745" y="418200"/>
                <a:ext cx="350280" cy="50760"/>
              </p14:xfrm>
            </p:contentPart>
          </mc:Choice>
          <mc:Fallback xmlns="">
            <p:pic>
              <p:nvPicPr>
                <p:cNvPr id="42" name="Ink 41">
                  <a:extLst>
                    <a:ext uri="{FF2B5EF4-FFF2-40B4-BE49-F238E27FC236}">
                      <a16:creationId xmlns:a16="http://schemas.microsoft.com/office/drawing/2014/main" id="{A3EB3DB3-CDC9-B413-7160-B7AF649900FC}"/>
                    </a:ext>
                  </a:extLst>
                </p:cNvPr>
                <p:cNvPicPr/>
                <p:nvPr/>
              </p:nvPicPr>
              <p:blipFill>
                <a:blip r:embed="rId67"/>
                <a:stretch>
                  <a:fillRect/>
                </a:stretch>
              </p:blipFill>
              <p:spPr>
                <a:xfrm>
                  <a:off x="10775625" y="412080"/>
                  <a:ext cx="3625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E992BE55-8528-75BE-2F0C-E9215141F991}"/>
                    </a:ext>
                  </a:extLst>
                </p14:cNvPr>
                <p14:cNvContentPartPr/>
                <p14:nvPr/>
              </p14:nvContentPartPr>
              <p14:xfrm>
                <a:off x="10853745" y="283200"/>
                <a:ext cx="133200" cy="370800"/>
              </p14:xfrm>
            </p:contentPart>
          </mc:Choice>
          <mc:Fallback xmlns="">
            <p:pic>
              <p:nvPicPr>
                <p:cNvPr id="43" name="Ink 42">
                  <a:extLst>
                    <a:ext uri="{FF2B5EF4-FFF2-40B4-BE49-F238E27FC236}">
                      <a16:creationId xmlns:a16="http://schemas.microsoft.com/office/drawing/2014/main" id="{E992BE55-8528-75BE-2F0C-E9215141F991}"/>
                    </a:ext>
                  </a:extLst>
                </p:cNvPr>
                <p:cNvPicPr/>
                <p:nvPr/>
              </p:nvPicPr>
              <p:blipFill>
                <a:blip r:embed="rId69"/>
                <a:stretch>
                  <a:fillRect/>
                </a:stretch>
              </p:blipFill>
              <p:spPr>
                <a:xfrm>
                  <a:off x="10847625" y="277080"/>
                  <a:ext cx="145440" cy="383040"/>
                </a:xfrm>
                <a:prstGeom prst="rect">
                  <a:avLst/>
                </a:prstGeom>
              </p:spPr>
            </p:pic>
          </mc:Fallback>
        </mc:AlternateContent>
      </p:grpSp>
      <p:grpSp>
        <p:nvGrpSpPr>
          <p:cNvPr id="55" name="Group 54">
            <a:extLst>
              <a:ext uri="{FF2B5EF4-FFF2-40B4-BE49-F238E27FC236}">
                <a16:creationId xmlns:a16="http://schemas.microsoft.com/office/drawing/2014/main" id="{C5929F6B-6754-DB7C-6323-9575277AE0CC}"/>
              </a:ext>
            </a:extLst>
          </p:cNvPr>
          <p:cNvGrpSpPr/>
          <p:nvPr/>
        </p:nvGrpSpPr>
        <p:grpSpPr>
          <a:xfrm>
            <a:off x="3136065" y="1069080"/>
            <a:ext cx="1149120" cy="411120"/>
            <a:chOff x="3136065" y="1069080"/>
            <a:chExt cx="1149120" cy="411120"/>
          </a:xfrm>
        </p:grpSpPr>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C744AE77-1F05-2ECD-D360-1978BAE40CEC}"/>
                    </a:ext>
                  </a:extLst>
                </p14:cNvPr>
                <p14:cNvContentPartPr/>
                <p14:nvPr/>
              </p14:nvContentPartPr>
              <p14:xfrm>
                <a:off x="3136065" y="1069080"/>
                <a:ext cx="276120" cy="409320"/>
              </p14:xfrm>
            </p:contentPart>
          </mc:Choice>
          <mc:Fallback xmlns="">
            <p:pic>
              <p:nvPicPr>
                <p:cNvPr id="45" name="Ink 44">
                  <a:extLst>
                    <a:ext uri="{FF2B5EF4-FFF2-40B4-BE49-F238E27FC236}">
                      <a16:creationId xmlns:a16="http://schemas.microsoft.com/office/drawing/2014/main" id="{C744AE77-1F05-2ECD-D360-1978BAE40CEC}"/>
                    </a:ext>
                  </a:extLst>
                </p:cNvPr>
                <p:cNvPicPr/>
                <p:nvPr/>
              </p:nvPicPr>
              <p:blipFill>
                <a:blip r:embed="rId71"/>
                <a:stretch>
                  <a:fillRect/>
                </a:stretch>
              </p:blipFill>
              <p:spPr>
                <a:xfrm>
                  <a:off x="3129945" y="1062960"/>
                  <a:ext cx="288360" cy="421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3B15A889-ED72-74BB-018C-A1AC7828F37F}"/>
                    </a:ext>
                  </a:extLst>
                </p14:cNvPr>
                <p14:cNvContentPartPr/>
                <p14:nvPr/>
              </p14:nvContentPartPr>
              <p14:xfrm>
                <a:off x="3633585" y="1309920"/>
                <a:ext cx="46080" cy="16920"/>
              </p14:xfrm>
            </p:contentPart>
          </mc:Choice>
          <mc:Fallback xmlns="">
            <p:pic>
              <p:nvPicPr>
                <p:cNvPr id="46" name="Ink 45">
                  <a:extLst>
                    <a:ext uri="{FF2B5EF4-FFF2-40B4-BE49-F238E27FC236}">
                      <a16:creationId xmlns:a16="http://schemas.microsoft.com/office/drawing/2014/main" id="{3B15A889-ED72-74BB-018C-A1AC7828F37F}"/>
                    </a:ext>
                  </a:extLst>
                </p:cNvPr>
                <p:cNvPicPr/>
                <p:nvPr/>
              </p:nvPicPr>
              <p:blipFill>
                <a:blip r:embed="rId73"/>
                <a:stretch>
                  <a:fillRect/>
                </a:stretch>
              </p:blipFill>
              <p:spPr>
                <a:xfrm>
                  <a:off x="3627465" y="1303800"/>
                  <a:ext cx="583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491E43C2-4A07-752B-7322-87404F07AFB4}"/>
                    </a:ext>
                  </a:extLst>
                </p14:cNvPr>
                <p14:cNvContentPartPr/>
                <p14:nvPr/>
              </p14:nvContentPartPr>
              <p14:xfrm>
                <a:off x="3793425" y="1172400"/>
                <a:ext cx="218160" cy="303480"/>
              </p14:xfrm>
            </p:contentPart>
          </mc:Choice>
          <mc:Fallback xmlns="">
            <p:pic>
              <p:nvPicPr>
                <p:cNvPr id="47" name="Ink 46">
                  <a:extLst>
                    <a:ext uri="{FF2B5EF4-FFF2-40B4-BE49-F238E27FC236}">
                      <a16:creationId xmlns:a16="http://schemas.microsoft.com/office/drawing/2014/main" id="{491E43C2-4A07-752B-7322-87404F07AFB4}"/>
                    </a:ext>
                  </a:extLst>
                </p:cNvPr>
                <p:cNvPicPr/>
                <p:nvPr/>
              </p:nvPicPr>
              <p:blipFill>
                <a:blip r:embed="rId75"/>
                <a:stretch>
                  <a:fillRect/>
                </a:stretch>
              </p:blipFill>
              <p:spPr>
                <a:xfrm>
                  <a:off x="3787305" y="1166280"/>
                  <a:ext cx="23040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7A08D968-3F07-9CB0-965F-057BF0A7907E}"/>
                    </a:ext>
                  </a:extLst>
                </p14:cNvPr>
                <p14:cNvContentPartPr/>
                <p14:nvPr/>
              </p14:nvContentPartPr>
              <p14:xfrm>
                <a:off x="4108065" y="1159440"/>
                <a:ext cx="177120" cy="320760"/>
              </p14:xfrm>
            </p:contentPart>
          </mc:Choice>
          <mc:Fallback xmlns="">
            <p:pic>
              <p:nvPicPr>
                <p:cNvPr id="48" name="Ink 47">
                  <a:extLst>
                    <a:ext uri="{FF2B5EF4-FFF2-40B4-BE49-F238E27FC236}">
                      <a16:creationId xmlns:a16="http://schemas.microsoft.com/office/drawing/2014/main" id="{7A08D968-3F07-9CB0-965F-057BF0A7907E}"/>
                    </a:ext>
                  </a:extLst>
                </p:cNvPr>
                <p:cNvPicPr/>
                <p:nvPr/>
              </p:nvPicPr>
              <p:blipFill>
                <a:blip r:embed="rId77"/>
                <a:stretch>
                  <a:fillRect/>
                </a:stretch>
              </p:blipFill>
              <p:spPr>
                <a:xfrm>
                  <a:off x="4101945" y="1153320"/>
                  <a:ext cx="189360" cy="333000"/>
                </a:xfrm>
                <a:prstGeom prst="rect">
                  <a:avLst/>
                </a:prstGeom>
              </p:spPr>
            </p:pic>
          </mc:Fallback>
        </mc:AlternateContent>
      </p:grpSp>
      <p:grpSp>
        <p:nvGrpSpPr>
          <p:cNvPr id="54" name="Group 53">
            <a:extLst>
              <a:ext uri="{FF2B5EF4-FFF2-40B4-BE49-F238E27FC236}">
                <a16:creationId xmlns:a16="http://schemas.microsoft.com/office/drawing/2014/main" id="{DBDC37B6-BCEB-4365-A6C9-CEBB600840F9}"/>
              </a:ext>
            </a:extLst>
          </p:cNvPr>
          <p:cNvGrpSpPr/>
          <p:nvPr/>
        </p:nvGrpSpPr>
        <p:grpSpPr>
          <a:xfrm>
            <a:off x="4525305" y="1121280"/>
            <a:ext cx="569520" cy="505440"/>
            <a:chOff x="4525305" y="1121280"/>
            <a:chExt cx="569520" cy="505440"/>
          </a:xfrm>
        </p:grpSpPr>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07629431-17B9-5140-CB0E-08369C41CF2D}"/>
                    </a:ext>
                  </a:extLst>
                </p14:cNvPr>
                <p14:cNvContentPartPr/>
                <p14:nvPr/>
              </p14:nvContentPartPr>
              <p14:xfrm>
                <a:off x="4525305" y="1121280"/>
                <a:ext cx="381600" cy="393840"/>
              </p14:xfrm>
            </p:contentPart>
          </mc:Choice>
          <mc:Fallback xmlns="">
            <p:pic>
              <p:nvPicPr>
                <p:cNvPr id="49" name="Ink 48">
                  <a:extLst>
                    <a:ext uri="{FF2B5EF4-FFF2-40B4-BE49-F238E27FC236}">
                      <a16:creationId xmlns:a16="http://schemas.microsoft.com/office/drawing/2014/main" id="{07629431-17B9-5140-CB0E-08369C41CF2D}"/>
                    </a:ext>
                  </a:extLst>
                </p:cNvPr>
                <p:cNvPicPr/>
                <p:nvPr/>
              </p:nvPicPr>
              <p:blipFill>
                <a:blip r:embed="rId79"/>
                <a:stretch>
                  <a:fillRect/>
                </a:stretch>
              </p:blipFill>
              <p:spPr>
                <a:xfrm>
                  <a:off x="4519185" y="1115160"/>
                  <a:ext cx="39384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E0D6C2F7-DAE6-6197-700E-93778568F83E}"/>
                    </a:ext>
                  </a:extLst>
                </p14:cNvPr>
                <p14:cNvContentPartPr/>
                <p14:nvPr/>
              </p14:nvContentPartPr>
              <p14:xfrm>
                <a:off x="4876305" y="1287600"/>
                <a:ext cx="218520" cy="339120"/>
              </p14:xfrm>
            </p:contentPart>
          </mc:Choice>
          <mc:Fallback xmlns="">
            <p:pic>
              <p:nvPicPr>
                <p:cNvPr id="50" name="Ink 49">
                  <a:extLst>
                    <a:ext uri="{FF2B5EF4-FFF2-40B4-BE49-F238E27FC236}">
                      <a16:creationId xmlns:a16="http://schemas.microsoft.com/office/drawing/2014/main" id="{E0D6C2F7-DAE6-6197-700E-93778568F83E}"/>
                    </a:ext>
                  </a:extLst>
                </p:cNvPr>
                <p:cNvPicPr/>
                <p:nvPr/>
              </p:nvPicPr>
              <p:blipFill>
                <a:blip r:embed="rId81"/>
                <a:stretch>
                  <a:fillRect/>
                </a:stretch>
              </p:blipFill>
              <p:spPr>
                <a:xfrm>
                  <a:off x="4870185" y="1281480"/>
                  <a:ext cx="230760" cy="351360"/>
                </a:xfrm>
                <a:prstGeom prst="rect">
                  <a:avLst/>
                </a:prstGeom>
              </p:spPr>
            </p:pic>
          </mc:Fallback>
        </mc:AlternateContent>
      </p:grpSp>
      <p:grpSp>
        <p:nvGrpSpPr>
          <p:cNvPr id="53" name="Group 52">
            <a:extLst>
              <a:ext uri="{FF2B5EF4-FFF2-40B4-BE49-F238E27FC236}">
                <a16:creationId xmlns:a16="http://schemas.microsoft.com/office/drawing/2014/main" id="{CB59233E-42D5-EC19-4AAC-3C191A6CE1E3}"/>
              </a:ext>
            </a:extLst>
          </p:cNvPr>
          <p:cNvGrpSpPr/>
          <p:nvPr/>
        </p:nvGrpSpPr>
        <p:grpSpPr>
          <a:xfrm>
            <a:off x="5583345" y="1173840"/>
            <a:ext cx="423000" cy="410040"/>
            <a:chOff x="5583345" y="1173840"/>
            <a:chExt cx="423000" cy="410040"/>
          </a:xfrm>
        </p:grpSpPr>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49DDD573-F365-F67E-2855-EAB0A349F67A}"/>
                    </a:ext>
                  </a:extLst>
                </p14:cNvPr>
                <p14:cNvContentPartPr/>
                <p14:nvPr/>
              </p14:nvContentPartPr>
              <p14:xfrm>
                <a:off x="5583345" y="1299840"/>
                <a:ext cx="423000" cy="35280"/>
              </p14:xfrm>
            </p:contentPart>
          </mc:Choice>
          <mc:Fallback xmlns="">
            <p:pic>
              <p:nvPicPr>
                <p:cNvPr id="51" name="Ink 50">
                  <a:extLst>
                    <a:ext uri="{FF2B5EF4-FFF2-40B4-BE49-F238E27FC236}">
                      <a16:creationId xmlns:a16="http://schemas.microsoft.com/office/drawing/2014/main" id="{49DDD573-F365-F67E-2855-EAB0A349F67A}"/>
                    </a:ext>
                  </a:extLst>
                </p:cNvPr>
                <p:cNvPicPr/>
                <p:nvPr/>
              </p:nvPicPr>
              <p:blipFill>
                <a:blip r:embed="rId83"/>
                <a:stretch>
                  <a:fillRect/>
                </a:stretch>
              </p:blipFill>
              <p:spPr>
                <a:xfrm>
                  <a:off x="5577225" y="1293720"/>
                  <a:ext cx="4352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B7DEE31E-2C8D-3FE3-3968-EDA897CC3260}"/>
                    </a:ext>
                  </a:extLst>
                </p14:cNvPr>
                <p14:cNvContentPartPr/>
                <p14:nvPr/>
              </p14:nvContentPartPr>
              <p14:xfrm>
                <a:off x="5647425" y="1173840"/>
                <a:ext cx="164880" cy="410040"/>
              </p14:xfrm>
            </p:contentPart>
          </mc:Choice>
          <mc:Fallback xmlns="">
            <p:pic>
              <p:nvPicPr>
                <p:cNvPr id="52" name="Ink 51">
                  <a:extLst>
                    <a:ext uri="{FF2B5EF4-FFF2-40B4-BE49-F238E27FC236}">
                      <a16:creationId xmlns:a16="http://schemas.microsoft.com/office/drawing/2014/main" id="{B7DEE31E-2C8D-3FE3-3968-EDA897CC3260}"/>
                    </a:ext>
                  </a:extLst>
                </p:cNvPr>
                <p:cNvPicPr/>
                <p:nvPr/>
              </p:nvPicPr>
              <p:blipFill>
                <a:blip r:embed="rId85"/>
                <a:stretch>
                  <a:fillRect/>
                </a:stretch>
              </p:blipFill>
              <p:spPr>
                <a:xfrm>
                  <a:off x="5641305" y="1167720"/>
                  <a:ext cx="177120" cy="422280"/>
                </a:xfrm>
                <a:prstGeom prst="rect">
                  <a:avLst/>
                </a:prstGeom>
              </p:spPr>
            </p:pic>
          </mc:Fallback>
        </mc:AlternateContent>
      </p:grpSp>
      <p:grpSp>
        <p:nvGrpSpPr>
          <p:cNvPr id="65" name="Group 64">
            <a:extLst>
              <a:ext uri="{FF2B5EF4-FFF2-40B4-BE49-F238E27FC236}">
                <a16:creationId xmlns:a16="http://schemas.microsoft.com/office/drawing/2014/main" id="{0BD9D279-9E9F-A5F6-A952-4960D722A2CB}"/>
              </a:ext>
            </a:extLst>
          </p:cNvPr>
          <p:cNvGrpSpPr/>
          <p:nvPr/>
        </p:nvGrpSpPr>
        <p:grpSpPr>
          <a:xfrm>
            <a:off x="6289665" y="1106880"/>
            <a:ext cx="538560" cy="375480"/>
            <a:chOff x="6289665" y="1106880"/>
            <a:chExt cx="538560" cy="375480"/>
          </a:xfrm>
        </p:grpSpPr>
        <mc:AlternateContent xmlns:mc="http://schemas.openxmlformats.org/markup-compatibility/2006" xmlns:p14="http://schemas.microsoft.com/office/powerpoint/2010/main">
          <mc:Choice Requires="p14">
            <p:contentPart p14:bwMode="auto" r:id="rId86">
              <p14:nvContentPartPr>
                <p14:cNvPr id="56" name="Ink 55">
                  <a:extLst>
                    <a:ext uri="{FF2B5EF4-FFF2-40B4-BE49-F238E27FC236}">
                      <a16:creationId xmlns:a16="http://schemas.microsoft.com/office/drawing/2014/main" id="{E1091D33-590A-6F5C-A643-E9222F04654B}"/>
                    </a:ext>
                  </a:extLst>
                </p14:cNvPr>
                <p14:cNvContentPartPr/>
                <p14:nvPr/>
              </p14:nvContentPartPr>
              <p14:xfrm>
                <a:off x="6289665" y="1106880"/>
                <a:ext cx="333360" cy="375480"/>
              </p14:xfrm>
            </p:contentPart>
          </mc:Choice>
          <mc:Fallback xmlns="">
            <p:pic>
              <p:nvPicPr>
                <p:cNvPr id="56" name="Ink 55">
                  <a:extLst>
                    <a:ext uri="{FF2B5EF4-FFF2-40B4-BE49-F238E27FC236}">
                      <a16:creationId xmlns:a16="http://schemas.microsoft.com/office/drawing/2014/main" id="{E1091D33-590A-6F5C-A643-E9222F04654B}"/>
                    </a:ext>
                  </a:extLst>
                </p:cNvPr>
                <p:cNvPicPr/>
                <p:nvPr/>
              </p:nvPicPr>
              <p:blipFill>
                <a:blip r:embed="rId87"/>
                <a:stretch>
                  <a:fillRect/>
                </a:stretch>
              </p:blipFill>
              <p:spPr>
                <a:xfrm>
                  <a:off x="6283545" y="1100760"/>
                  <a:ext cx="345600" cy="387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7" name="Ink 56">
                  <a:extLst>
                    <a:ext uri="{FF2B5EF4-FFF2-40B4-BE49-F238E27FC236}">
                      <a16:creationId xmlns:a16="http://schemas.microsoft.com/office/drawing/2014/main" id="{1F1C6A74-45FF-6463-1DEB-9BA351AB3F2A}"/>
                    </a:ext>
                  </a:extLst>
                </p14:cNvPr>
                <p14:cNvContentPartPr/>
                <p14:nvPr/>
              </p14:nvContentPartPr>
              <p14:xfrm>
                <a:off x="6799425" y="1313160"/>
                <a:ext cx="28800" cy="24840"/>
              </p14:xfrm>
            </p:contentPart>
          </mc:Choice>
          <mc:Fallback xmlns="">
            <p:pic>
              <p:nvPicPr>
                <p:cNvPr id="57" name="Ink 56">
                  <a:extLst>
                    <a:ext uri="{FF2B5EF4-FFF2-40B4-BE49-F238E27FC236}">
                      <a16:creationId xmlns:a16="http://schemas.microsoft.com/office/drawing/2014/main" id="{1F1C6A74-45FF-6463-1DEB-9BA351AB3F2A}"/>
                    </a:ext>
                  </a:extLst>
                </p:cNvPr>
                <p:cNvPicPr/>
                <p:nvPr/>
              </p:nvPicPr>
              <p:blipFill>
                <a:blip r:embed="rId89"/>
                <a:stretch>
                  <a:fillRect/>
                </a:stretch>
              </p:blipFill>
              <p:spPr>
                <a:xfrm>
                  <a:off x="6793305" y="1307040"/>
                  <a:ext cx="41040" cy="37080"/>
                </a:xfrm>
                <a:prstGeom prst="rect">
                  <a:avLst/>
                </a:prstGeom>
              </p:spPr>
            </p:pic>
          </mc:Fallback>
        </mc:AlternateContent>
      </p:grpSp>
      <p:grpSp>
        <p:nvGrpSpPr>
          <p:cNvPr id="64" name="Group 63">
            <a:extLst>
              <a:ext uri="{FF2B5EF4-FFF2-40B4-BE49-F238E27FC236}">
                <a16:creationId xmlns:a16="http://schemas.microsoft.com/office/drawing/2014/main" id="{BDF43188-601D-EFBA-7003-B5AE849831EB}"/>
              </a:ext>
            </a:extLst>
          </p:cNvPr>
          <p:cNvGrpSpPr/>
          <p:nvPr/>
        </p:nvGrpSpPr>
        <p:grpSpPr>
          <a:xfrm>
            <a:off x="7110465" y="1126680"/>
            <a:ext cx="1161720" cy="426960"/>
            <a:chOff x="7110465" y="1126680"/>
            <a:chExt cx="1161720" cy="426960"/>
          </a:xfrm>
        </p:grpSpPr>
        <mc:AlternateContent xmlns:mc="http://schemas.openxmlformats.org/markup-compatibility/2006" xmlns:p14="http://schemas.microsoft.com/office/powerpoint/2010/main">
          <mc:Choice Requires="p14">
            <p:contentPart p14:bwMode="auto" r:id="rId90">
              <p14:nvContentPartPr>
                <p14:cNvPr id="58" name="Ink 57">
                  <a:extLst>
                    <a:ext uri="{FF2B5EF4-FFF2-40B4-BE49-F238E27FC236}">
                      <a16:creationId xmlns:a16="http://schemas.microsoft.com/office/drawing/2014/main" id="{F11CC0FB-889F-4285-D488-BCDAD0137B55}"/>
                    </a:ext>
                  </a:extLst>
                </p14:cNvPr>
                <p14:cNvContentPartPr/>
                <p14:nvPr/>
              </p14:nvContentPartPr>
              <p14:xfrm>
                <a:off x="7110465" y="1140720"/>
                <a:ext cx="63000" cy="374400"/>
              </p14:xfrm>
            </p:contentPart>
          </mc:Choice>
          <mc:Fallback xmlns="">
            <p:pic>
              <p:nvPicPr>
                <p:cNvPr id="58" name="Ink 57">
                  <a:extLst>
                    <a:ext uri="{FF2B5EF4-FFF2-40B4-BE49-F238E27FC236}">
                      <a16:creationId xmlns:a16="http://schemas.microsoft.com/office/drawing/2014/main" id="{F11CC0FB-889F-4285-D488-BCDAD0137B55}"/>
                    </a:ext>
                  </a:extLst>
                </p:cNvPr>
                <p:cNvPicPr/>
                <p:nvPr/>
              </p:nvPicPr>
              <p:blipFill>
                <a:blip r:embed="rId91"/>
                <a:stretch>
                  <a:fillRect/>
                </a:stretch>
              </p:blipFill>
              <p:spPr>
                <a:xfrm>
                  <a:off x="7104345" y="1134600"/>
                  <a:ext cx="7524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9" name="Ink 58">
                  <a:extLst>
                    <a:ext uri="{FF2B5EF4-FFF2-40B4-BE49-F238E27FC236}">
                      <a16:creationId xmlns:a16="http://schemas.microsoft.com/office/drawing/2014/main" id="{C984963D-75F8-F784-2C66-C004437F5CBE}"/>
                    </a:ext>
                  </a:extLst>
                </p14:cNvPr>
                <p14:cNvContentPartPr/>
                <p14:nvPr/>
              </p14:nvContentPartPr>
              <p14:xfrm>
                <a:off x="7314585" y="1181760"/>
                <a:ext cx="480960" cy="343440"/>
              </p14:xfrm>
            </p:contentPart>
          </mc:Choice>
          <mc:Fallback xmlns="">
            <p:pic>
              <p:nvPicPr>
                <p:cNvPr id="59" name="Ink 58">
                  <a:extLst>
                    <a:ext uri="{FF2B5EF4-FFF2-40B4-BE49-F238E27FC236}">
                      <a16:creationId xmlns:a16="http://schemas.microsoft.com/office/drawing/2014/main" id="{C984963D-75F8-F784-2C66-C004437F5CBE}"/>
                    </a:ext>
                  </a:extLst>
                </p:cNvPr>
                <p:cNvPicPr/>
                <p:nvPr/>
              </p:nvPicPr>
              <p:blipFill>
                <a:blip r:embed="rId93"/>
                <a:stretch>
                  <a:fillRect/>
                </a:stretch>
              </p:blipFill>
              <p:spPr>
                <a:xfrm>
                  <a:off x="7308465" y="1175640"/>
                  <a:ext cx="49320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0" name="Ink 59">
                  <a:extLst>
                    <a:ext uri="{FF2B5EF4-FFF2-40B4-BE49-F238E27FC236}">
                      <a16:creationId xmlns:a16="http://schemas.microsoft.com/office/drawing/2014/main" id="{11892B57-53C0-9922-A41D-952853CEFFDE}"/>
                    </a:ext>
                  </a:extLst>
                </p14:cNvPr>
                <p14:cNvContentPartPr/>
                <p14:nvPr/>
              </p14:nvContentPartPr>
              <p14:xfrm>
                <a:off x="7903905" y="1126680"/>
                <a:ext cx="368280" cy="426960"/>
              </p14:xfrm>
            </p:contentPart>
          </mc:Choice>
          <mc:Fallback xmlns="">
            <p:pic>
              <p:nvPicPr>
                <p:cNvPr id="60" name="Ink 59">
                  <a:extLst>
                    <a:ext uri="{FF2B5EF4-FFF2-40B4-BE49-F238E27FC236}">
                      <a16:creationId xmlns:a16="http://schemas.microsoft.com/office/drawing/2014/main" id="{11892B57-53C0-9922-A41D-952853CEFFDE}"/>
                    </a:ext>
                  </a:extLst>
                </p:cNvPr>
                <p:cNvPicPr/>
                <p:nvPr/>
              </p:nvPicPr>
              <p:blipFill>
                <a:blip r:embed="rId95"/>
                <a:stretch>
                  <a:fillRect/>
                </a:stretch>
              </p:blipFill>
              <p:spPr>
                <a:xfrm>
                  <a:off x="7897785" y="1120560"/>
                  <a:ext cx="380520" cy="439200"/>
                </a:xfrm>
                <a:prstGeom prst="rect">
                  <a:avLst/>
                </a:prstGeom>
              </p:spPr>
            </p:pic>
          </mc:Fallback>
        </mc:AlternateContent>
      </p:grpSp>
      <p:grpSp>
        <p:nvGrpSpPr>
          <p:cNvPr id="63" name="Group 62">
            <a:extLst>
              <a:ext uri="{FF2B5EF4-FFF2-40B4-BE49-F238E27FC236}">
                <a16:creationId xmlns:a16="http://schemas.microsoft.com/office/drawing/2014/main" id="{81EE2649-51AB-5DFE-C7DF-F3EFEE4766FA}"/>
              </a:ext>
            </a:extLst>
          </p:cNvPr>
          <p:cNvGrpSpPr/>
          <p:nvPr/>
        </p:nvGrpSpPr>
        <p:grpSpPr>
          <a:xfrm>
            <a:off x="8501865" y="1319280"/>
            <a:ext cx="446760" cy="393480"/>
            <a:chOff x="8501865" y="1319280"/>
            <a:chExt cx="446760" cy="393480"/>
          </a:xfrm>
        </p:grpSpPr>
        <mc:AlternateContent xmlns:mc="http://schemas.openxmlformats.org/markup-compatibility/2006" xmlns:p14="http://schemas.microsoft.com/office/powerpoint/2010/main">
          <mc:Choice Requires="p14">
            <p:contentPart p14:bwMode="auto" r:id="rId96">
              <p14:nvContentPartPr>
                <p14:cNvPr id="61" name="Ink 60">
                  <a:extLst>
                    <a:ext uri="{FF2B5EF4-FFF2-40B4-BE49-F238E27FC236}">
                      <a16:creationId xmlns:a16="http://schemas.microsoft.com/office/drawing/2014/main" id="{0DC95653-7EA7-3385-18C5-5826B646C1B1}"/>
                    </a:ext>
                  </a:extLst>
                </p14:cNvPr>
                <p14:cNvContentPartPr/>
                <p14:nvPr/>
              </p14:nvContentPartPr>
              <p14:xfrm>
                <a:off x="8501865" y="1319280"/>
                <a:ext cx="252000" cy="393480"/>
              </p14:xfrm>
            </p:contentPart>
          </mc:Choice>
          <mc:Fallback xmlns="">
            <p:pic>
              <p:nvPicPr>
                <p:cNvPr id="61" name="Ink 60">
                  <a:extLst>
                    <a:ext uri="{FF2B5EF4-FFF2-40B4-BE49-F238E27FC236}">
                      <a16:creationId xmlns:a16="http://schemas.microsoft.com/office/drawing/2014/main" id="{0DC95653-7EA7-3385-18C5-5826B646C1B1}"/>
                    </a:ext>
                  </a:extLst>
                </p:cNvPr>
                <p:cNvPicPr/>
                <p:nvPr/>
              </p:nvPicPr>
              <p:blipFill>
                <a:blip r:embed="rId97"/>
                <a:stretch>
                  <a:fillRect/>
                </a:stretch>
              </p:blipFill>
              <p:spPr>
                <a:xfrm>
                  <a:off x="8495745" y="1313160"/>
                  <a:ext cx="26424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2" name="Ink 61">
                  <a:extLst>
                    <a:ext uri="{FF2B5EF4-FFF2-40B4-BE49-F238E27FC236}">
                      <a16:creationId xmlns:a16="http://schemas.microsoft.com/office/drawing/2014/main" id="{40CB1B7B-6DC5-66F5-7967-A13CC1C4EF30}"/>
                    </a:ext>
                  </a:extLst>
                </p14:cNvPr>
                <p14:cNvContentPartPr/>
                <p14:nvPr/>
              </p14:nvContentPartPr>
              <p14:xfrm>
                <a:off x="8947185" y="1620600"/>
                <a:ext cx="1440" cy="13680"/>
              </p14:xfrm>
            </p:contentPart>
          </mc:Choice>
          <mc:Fallback xmlns="">
            <p:pic>
              <p:nvPicPr>
                <p:cNvPr id="62" name="Ink 61">
                  <a:extLst>
                    <a:ext uri="{FF2B5EF4-FFF2-40B4-BE49-F238E27FC236}">
                      <a16:creationId xmlns:a16="http://schemas.microsoft.com/office/drawing/2014/main" id="{40CB1B7B-6DC5-66F5-7967-A13CC1C4EF30}"/>
                    </a:ext>
                  </a:extLst>
                </p:cNvPr>
                <p:cNvPicPr/>
                <p:nvPr/>
              </p:nvPicPr>
              <p:blipFill>
                <a:blip r:embed="rId99"/>
                <a:stretch>
                  <a:fillRect/>
                </a:stretch>
              </p:blipFill>
              <p:spPr>
                <a:xfrm>
                  <a:off x="8941065" y="1614480"/>
                  <a:ext cx="13680" cy="25920"/>
                </a:xfrm>
                <a:prstGeom prst="rect">
                  <a:avLst/>
                </a:prstGeom>
              </p:spPr>
            </p:pic>
          </mc:Fallback>
        </mc:AlternateContent>
      </p:grpSp>
      <p:grpSp>
        <p:nvGrpSpPr>
          <p:cNvPr id="90" name="Group 89">
            <a:extLst>
              <a:ext uri="{FF2B5EF4-FFF2-40B4-BE49-F238E27FC236}">
                <a16:creationId xmlns:a16="http://schemas.microsoft.com/office/drawing/2014/main" id="{BF0FF2DC-0695-573D-245D-65AC2B6967D6}"/>
              </a:ext>
            </a:extLst>
          </p:cNvPr>
          <p:cNvGrpSpPr/>
          <p:nvPr/>
        </p:nvGrpSpPr>
        <p:grpSpPr>
          <a:xfrm>
            <a:off x="2147865" y="578040"/>
            <a:ext cx="7902000" cy="3413160"/>
            <a:chOff x="2147865" y="578040"/>
            <a:chExt cx="7902000" cy="3413160"/>
          </a:xfrm>
        </p:grpSpPr>
        <mc:AlternateContent xmlns:mc="http://schemas.openxmlformats.org/markup-compatibility/2006" xmlns:p14="http://schemas.microsoft.com/office/powerpoint/2010/main">
          <mc:Choice Requires="p14">
            <p:contentPart p14:bwMode="auto" r:id="rId100">
              <p14:nvContentPartPr>
                <p14:cNvPr id="76" name="Ink 75">
                  <a:extLst>
                    <a:ext uri="{FF2B5EF4-FFF2-40B4-BE49-F238E27FC236}">
                      <a16:creationId xmlns:a16="http://schemas.microsoft.com/office/drawing/2014/main" id="{27018C0A-9895-038E-7230-5AD10DCA7A70}"/>
                    </a:ext>
                  </a:extLst>
                </p14:cNvPr>
                <p14:cNvContentPartPr/>
                <p14:nvPr/>
              </p14:nvContentPartPr>
              <p14:xfrm>
                <a:off x="2720265" y="1491360"/>
                <a:ext cx="1814760" cy="249840"/>
              </p14:xfrm>
            </p:contentPart>
          </mc:Choice>
          <mc:Fallback xmlns="">
            <p:pic>
              <p:nvPicPr>
                <p:cNvPr id="76" name="Ink 75">
                  <a:extLst>
                    <a:ext uri="{FF2B5EF4-FFF2-40B4-BE49-F238E27FC236}">
                      <a16:creationId xmlns:a16="http://schemas.microsoft.com/office/drawing/2014/main" id="{27018C0A-9895-038E-7230-5AD10DCA7A70}"/>
                    </a:ext>
                  </a:extLst>
                </p:cNvPr>
                <p:cNvPicPr/>
                <p:nvPr/>
              </p:nvPicPr>
              <p:blipFill>
                <a:blip r:embed="rId101"/>
                <a:stretch>
                  <a:fillRect/>
                </a:stretch>
              </p:blipFill>
              <p:spPr>
                <a:xfrm>
                  <a:off x="2714145" y="1485240"/>
                  <a:ext cx="182700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9" name="Ink 68">
                  <a:extLst>
                    <a:ext uri="{FF2B5EF4-FFF2-40B4-BE49-F238E27FC236}">
                      <a16:creationId xmlns:a16="http://schemas.microsoft.com/office/drawing/2014/main" id="{3CBF4ED0-0104-3991-D258-41A4349C8A62}"/>
                    </a:ext>
                  </a:extLst>
                </p14:cNvPr>
                <p14:cNvContentPartPr/>
                <p14:nvPr/>
              </p14:nvContentPartPr>
              <p14:xfrm>
                <a:off x="5933265" y="1019760"/>
                <a:ext cx="216360" cy="831600"/>
              </p14:xfrm>
            </p:contentPart>
          </mc:Choice>
          <mc:Fallback xmlns="">
            <p:pic>
              <p:nvPicPr>
                <p:cNvPr id="69" name="Ink 68">
                  <a:extLst>
                    <a:ext uri="{FF2B5EF4-FFF2-40B4-BE49-F238E27FC236}">
                      <a16:creationId xmlns:a16="http://schemas.microsoft.com/office/drawing/2014/main" id="{3CBF4ED0-0104-3991-D258-41A4349C8A62}"/>
                    </a:ext>
                  </a:extLst>
                </p:cNvPr>
                <p:cNvPicPr/>
                <p:nvPr/>
              </p:nvPicPr>
              <p:blipFill>
                <a:blip r:embed="rId103"/>
                <a:stretch>
                  <a:fillRect/>
                </a:stretch>
              </p:blipFill>
              <p:spPr>
                <a:xfrm>
                  <a:off x="5927145" y="1013640"/>
                  <a:ext cx="228600" cy="8438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0" name="Ink 69">
                  <a:extLst>
                    <a:ext uri="{FF2B5EF4-FFF2-40B4-BE49-F238E27FC236}">
                      <a16:creationId xmlns:a16="http://schemas.microsoft.com/office/drawing/2014/main" id="{77E5C811-3F02-96D7-3B48-167A845D0C2E}"/>
                    </a:ext>
                  </a:extLst>
                </p14:cNvPr>
                <p14:cNvContentPartPr/>
                <p14:nvPr/>
              </p14:nvContentPartPr>
              <p14:xfrm>
                <a:off x="6159345" y="939840"/>
                <a:ext cx="1828800" cy="1100520"/>
              </p14:xfrm>
            </p:contentPart>
          </mc:Choice>
          <mc:Fallback xmlns="">
            <p:pic>
              <p:nvPicPr>
                <p:cNvPr id="70" name="Ink 69">
                  <a:extLst>
                    <a:ext uri="{FF2B5EF4-FFF2-40B4-BE49-F238E27FC236}">
                      <a16:creationId xmlns:a16="http://schemas.microsoft.com/office/drawing/2014/main" id="{77E5C811-3F02-96D7-3B48-167A845D0C2E}"/>
                    </a:ext>
                  </a:extLst>
                </p:cNvPr>
                <p:cNvPicPr/>
                <p:nvPr/>
              </p:nvPicPr>
              <p:blipFill>
                <a:blip r:embed="rId105"/>
                <a:stretch>
                  <a:fillRect/>
                </a:stretch>
              </p:blipFill>
              <p:spPr>
                <a:xfrm>
                  <a:off x="6153225" y="933720"/>
                  <a:ext cx="1841040" cy="1112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1" name="Ink 70">
                  <a:extLst>
                    <a:ext uri="{FF2B5EF4-FFF2-40B4-BE49-F238E27FC236}">
                      <a16:creationId xmlns:a16="http://schemas.microsoft.com/office/drawing/2014/main" id="{DDF651BC-585D-2455-E360-557903C90FB0}"/>
                    </a:ext>
                  </a:extLst>
                </p14:cNvPr>
                <p14:cNvContentPartPr/>
                <p14:nvPr/>
              </p14:nvContentPartPr>
              <p14:xfrm>
                <a:off x="6035865" y="1966200"/>
                <a:ext cx="2194560" cy="65160"/>
              </p14:xfrm>
            </p:contentPart>
          </mc:Choice>
          <mc:Fallback xmlns="">
            <p:pic>
              <p:nvPicPr>
                <p:cNvPr id="71" name="Ink 70">
                  <a:extLst>
                    <a:ext uri="{FF2B5EF4-FFF2-40B4-BE49-F238E27FC236}">
                      <a16:creationId xmlns:a16="http://schemas.microsoft.com/office/drawing/2014/main" id="{DDF651BC-585D-2455-E360-557903C90FB0}"/>
                    </a:ext>
                  </a:extLst>
                </p:cNvPr>
                <p:cNvPicPr/>
                <p:nvPr/>
              </p:nvPicPr>
              <p:blipFill>
                <a:blip r:embed="rId107"/>
                <a:stretch>
                  <a:fillRect/>
                </a:stretch>
              </p:blipFill>
              <p:spPr>
                <a:xfrm>
                  <a:off x="6029745" y="1960080"/>
                  <a:ext cx="220680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3" name="Ink 72">
                  <a:extLst>
                    <a:ext uri="{FF2B5EF4-FFF2-40B4-BE49-F238E27FC236}">
                      <a16:creationId xmlns:a16="http://schemas.microsoft.com/office/drawing/2014/main" id="{E31A9B7F-8914-1B7E-13E3-3A3D4D823112}"/>
                    </a:ext>
                  </a:extLst>
                </p14:cNvPr>
                <p14:cNvContentPartPr/>
                <p14:nvPr/>
              </p14:nvContentPartPr>
              <p14:xfrm>
                <a:off x="5387505" y="732840"/>
                <a:ext cx="1015920" cy="229680"/>
              </p14:xfrm>
            </p:contentPart>
          </mc:Choice>
          <mc:Fallback xmlns="">
            <p:pic>
              <p:nvPicPr>
                <p:cNvPr id="73" name="Ink 72">
                  <a:extLst>
                    <a:ext uri="{FF2B5EF4-FFF2-40B4-BE49-F238E27FC236}">
                      <a16:creationId xmlns:a16="http://schemas.microsoft.com/office/drawing/2014/main" id="{E31A9B7F-8914-1B7E-13E3-3A3D4D823112}"/>
                    </a:ext>
                  </a:extLst>
                </p:cNvPr>
                <p:cNvPicPr/>
                <p:nvPr/>
              </p:nvPicPr>
              <p:blipFill>
                <a:blip r:embed="rId109"/>
                <a:stretch>
                  <a:fillRect/>
                </a:stretch>
              </p:blipFill>
              <p:spPr>
                <a:xfrm>
                  <a:off x="5381385" y="726720"/>
                  <a:ext cx="102816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4" name="Ink 73">
                  <a:extLst>
                    <a:ext uri="{FF2B5EF4-FFF2-40B4-BE49-F238E27FC236}">
                      <a16:creationId xmlns:a16="http://schemas.microsoft.com/office/drawing/2014/main" id="{080B01DE-8409-4330-BDAE-05D673F75CC0}"/>
                    </a:ext>
                  </a:extLst>
                </p14:cNvPr>
                <p14:cNvContentPartPr/>
                <p14:nvPr/>
              </p14:nvContentPartPr>
              <p14:xfrm>
                <a:off x="8585025" y="725280"/>
                <a:ext cx="1464840" cy="82080"/>
              </p14:xfrm>
            </p:contentPart>
          </mc:Choice>
          <mc:Fallback xmlns="">
            <p:pic>
              <p:nvPicPr>
                <p:cNvPr id="74" name="Ink 73">
                  <a:extLst>
                    <a:ext uri="{FF2B5EF4-FFF2-40B4-BE49-F238E27FC236}">
                      <a16:creationId xmlns:a16="http://schemas.microsoft.com/office/drawing/2014/main" id="{080B01DE-8409-4330-BDAE-05D673F75CC0}"/>
                    </a:ext>
                  </a:extLst>
                </p:cNvPr>
                <p:cNvPicPr/>
                <p:nvPr/>
              </p:nvPicPr>
              <p:blipFill>
                <a:blip r:embed="rId111"/>
                <a:stretch>
                  <a:fillRect/>
                </a:stretch>
              </p:blipFill>
              <p:spPr>
                <a:xfrm>
                  <a:off x="8578905" y="719160"/>
                  <a:ext cx="14770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7" name="Ink 76">
                  <a:extLst>
                    <a:ext uri="{FF2B5EF4-FFF2-40B4-BE49-F238E27FC236}">
                      <a16:creationId xmlns:a16="http://schemas.microsoft.com/office/drawing/2014/main" id="{9923FF63-83BE-5687-2B1E-26967B359247}"/>
                    </a:ext>
                  </a:extLst>
                </p14:cNvPr>
                <p14:cNvContentPartPr/>
                <p14:nvPr/>
              </p14:nvContentPartPr>
              <p14:xfrm>
                <a:off x="6234945" y="1655880"/>
                <a:ext cx="1193400" cy="61920"/>
              </p14:xfrm>
            </p:contentPart>
          </mc:Choice>
          <mc:Fallback xmlns="">
            <p:pic>
              <p:nvPicPr>
                <p:cNvPr id="77" name="Ink 76">
                  <a:extLst>
                    <a:ext uri="{FF2B5EF4-FFF2-40B4-BE49-F238E27FC236}">
                      <a16:creationId xmlns:a16="http://schemas.microsoft.com/office/drawing/2014/main" id="{9923FF63-83BE-5687-2B1E-26967B359247}"/>
                    </a:ext>
                  </a:extLst>
                </p:cNvPr>
                <p:cNvPicPr/>
                <p:nvPr/>
              </p:nvPicPr>
              <p:blipFill>
                <a:blip r:embed="rId113"/>
                <a:stretch>
                  <a:fillRect/>
                </a:stretch>
              </p:blipFill>
              <p:spPr>
                <a:xfrm>
                  <a:off x="6228825" y="1649760"/>
                  <a:ext cx="120564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8" name="Ink 77">
                  <a:extLst>
                    <a:ext uri="{FF2B5EF4-FFF2-40B4-BE49-F238E27FC236}">
                      <a16:creationId xmlns:a16="http://schemas.microsoft.com/office/drawing/2014/main" id="{5320A6E7-FE14-05AE-CE27-B90A356ED72B}"/>
                    </a:ext>
                  </a:extLst>
                </p14:cNvPr>
                <p14:cNvContentPartPr/>
                <p14:nvPr/>
              </p14:nvContentPartPr>
              <p14:xfrm>
                <a:off x="6735345" y="1698720"/>
                <a:ext cx="802440" cy="32400"/>
              </p14:xfrm>
            </p:contentPart>
          </mc:Choice>
          <mc:Fallback xmlns="">
            <p:pic>
              <p:nvPicPr>
                <p:cNvPr id="78" name="Ink 77">
                  <a:extLst>
                    <a:ext uri="{FF2B5EF4-FFF2-40B4-BE49-F238E27FC236}">
                      <a16:creationId xmlns:a16="http://schemas.microsoft.com/office/drawing/2014/main" id="{5320A6E7-FE14-05AE-CE27-B90A356ED72B}"/>
                    </a:ext>
                  </a:extLst>
                </p:cNvPr>
                <p:cNvPicPr/>
                <p:nvPr/>
              </p:nvPicPr>
              <p:blipFill>
                <a:blip r:embed="rId115"/>
                <a:stretch>
                  <a:fillRect/>
                </a:stretch>
              </p:blipFill>
              <p:spPr>
                <a:xfrm>
                  <a:off x="6729225" y="1692600"/>
                  <a:ext cx="8146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0" name="Ink 79">
                  <a:extLst>
                    <a:ext uri="{FF2B5EF4-FFF2-40B4-BE49-F238E27FC236}">
                      <a16:creationId xmlns:a16="http://schemas.microsoft.com/office/drawing/2014/main" id="{9CAB3CD0-F37B-9F07-B706-F2586748BA29}"/>
                    </a:ext>
                  </a:extLst>
                </p14:cNvPr>
                <p14:cNvContentPartPr/>
                <p14:nvPr/>
              </p14:nvContentPartPr>
              <p14:xfrm>
                <a:off x="4402185" y="578040"/>
                <a:ext cx="4443480" cy="378360"/>
              </p14:xfrm>
            </p:contentPart>
          </mc:Choice>
          <mc:Fallback xmlns="">
            <p:pic>
              <p:nvPicPr>
                <p:cNvPr id="80" name="Ink 79">
                  <a:extLst>
                    <a:ext uri="{FF2B5EF4-FFF2-40B4-BE49-F238E27FC236}">
                      <a16:creationId xmlns:a16="http://schemas.microsoft.com/office/drawing/2014/main" id="{9CAB3CD0-F37B-9F07-B706-F2586748BA29}"/>
                    </a:ext>
                  </a:extLst>
                </p:cNvPr>
                <p:cNvPicPr/>
                <p:nvPr/>
              </p:nvPicPr>
              <p:blipFill>
                <a:blip r:embed="rId117"/>
                <a:stretch>
                  <a:fillRect/>
                </a:stretch>
              </p:blipFill>
              <p:spPr>
                <a:xfrm>
                  <a:off x="4396065" y="571920"/>
                  <a:ext cx="445572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1" name="Ink 80">
                  <a:extLst>
                    <a:ext uri="{FF2B5EF4-FFF2-40B4-BE49-F238E27FC236}">
                      <a16:creationId xmlns:a16="http://schemas.microsoft.com/office/drawing/2014/main" id="{F9AD16C1-A448-A52E-8B22-8F9C9FE6590E}"/>
                    </a:ext>
                  </a:extLst>
                </p14:cNvPr>
                <p14:cNvContentPartPr/>
                <p14:nvPr/>
              </p14:nvContentPartPr>
              <p14:xfrm>
                <a:off x="2439465" y="1700520"/>
                <a:ext cx="2189880" cy="387720"/>
              </p14:xfrm>
            </p:contentPart>
          </mc:Choice>
          <mc:Fallback xmlns="">
            <p:pic>
              <p:nvPicPr>
                <p:cNvPr id="81" name="Ink 80">
                  <a:extLst>
                    <a:ext uri="{FF2B5EF4-FFF2-40B4-BE49-F238E27FC236}">
                      <a16:creationId xmlns:a16="http://schemas.microsoft.com/office/drawing/2014/main" id="{F9AD16C1-A448-A52E-8B22-8F9C9FE6590E}"/>
                    </a:ext>
                  </a:extLst>
                </p:cNvPr>
                <p:cNvPicPr/>
                <p:nvPr/>
              </p:nvPicPr>
              <p:blipFill>
                <a:blip r:embed="rId119"/>
                <a:stretch>
                  <a:fillRect/>
                </a:stretch>
              </p:blipFill>
              <p:spPr>
                <a:xfrm>
                  <a:off x="2433345" y="1694400"/>
                  <a:ext cx="220212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3" name="Ink 82">
                  <a:extLst>
                    <a:ext uri="{FF2B5EF4-FFF2-40B4-BE49-F238E27FC236}">
                      <a16:creationId xmlns:a16="http://schemas.microsoft.com/office/drawing/2014/main" id="{125C3AC1-5A1F-B524-A480-A996CAA6AFCD}"/>
                    </a:ext>
                  </a:extLst>
                </p14:cNvPr>
                <p14:cNvContentPartPr/>
                <p14:nvPr/>
              </p14:nvContentPartPr>
              <p14:xfrm>
                <a:off x="2722425" y="2067360"/>
                <a:ext cx="111240" cy="1103760"/>
              </p14:xfrm>
            </p:contentPart>
          </mc:Choice>
          <mc:Fallback xmlns="">
            <p:pic>
              <p:nvPicPr>
                <p:cNvPr id="83" name="Ink 82">
                  <a:extLst>
                    <a:ext uri="{FF2B5EF4-FFF2-40B4-BE49-F238E27FC236}">
                      <a16:creationId xmlns:a16="http://schemas.microsoft.com/office/drawing/2014/main" id="{125C3AC1-5A1F-B524-A480-A996CAA6AFCD}"/>
                    </a:ext>
                  </a:extLst>
                </p:cNvPr>
                <p:cNvPicPr/>
                <p:nvPr/>
              </p:nvPicPr>
              <p:blipFill>
                <a:blip r:embed="rId121"/>
                <a:stretch>
                  <a:fillRect/>
                </a:stretch>
              </p:blipFill>
              <p:spPr>
                <a:xfrm>
                  <a:off x="2716305" y="2061240"/>
                  <a:ext cx="123480" cy="1116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4" name="Ink 83">
                  <a:extLst>
                    <a:ext uri="{FF2B5EF4-FFF2-40B4-BE49-F238E27FC236}">
                      <a16:creationId xmlns:a16="http://schemas.microsoft.com/office/drawing/2014/main" id="{41EEB40C-74FA-A49C-31CF-D34B61FB6658}"/>
                    </a:ext>
                  </a:extLst>
                </p14:cNvPr>
                <p14:cNvContentPartPr/>
                <p14:nvPr/>
              </p14:nvContentPartPr>
              <p14:xfrm>
                <a:off x="2147865" y="3195600"/>
                <a:ext cx="1443600" cy="795600"/>
              </p14:xfrm>
            </p:contentPart>
          </mc:Choice>
          <mc:Fallback xmlns="">
            <p:pic>
              <p:nvPicPr>
                <p:cNvPr id="84" name="Ink 83">
                  <a:extLst>
                    <a:ext uri="{FF2B5EF4-FFF2-40B4-BE49-F238E27FC236}">
                      <a16:creationId xmlns:a16="http://schemas.microsoft.com/office/drawing/2014/main" id="{41EEB40C-74FA-A49C-31CF-D34B61FB6658}"/>
                    </a:ext>
                  </a:extLst>
                </p:cNvPr>
                <p:cNvPicPr/>
                <p:nvPr/>
              </p:nvPicPr>
              <p:blipFill>
                <a:blip r:embed="rId123"/>
                <a:stretch>
                  <a:fillRect/>
                </a:stretch>
              </p:blipFill>
              <p:spPr>
                <a:xfrm>
                  <a:off x="2141745" y="3189480"/>
                  <a:ext cx="1455840" cy="807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5" name="Ink 84">
                  <a:extLst>
                    <a:ext uri="{FF2B5EF4-FFF2-40B4-BE49-F238E27FC236}">
                      <a16:creationId xmlns:a16="http://schemas.microsoft.com/office/drawing/2014/main" id="{C7D199D7-AC33-F679-01C5-8A6F2AABDCA9}"/>
                    </a:ext>
                  </a:extLst>
                </p14:cNvPr>
                <p14:cNvContentPartPr/>
                <p14:nvPr/>
              </p14:nvContentPartPr>
              <p14:xfrm>
                <a:off x="3786225" y="3032880"/>
                <a:ext cx="243360" cy="286200"/>
              </p14:xfrm>
            </p:contentPart>
          </mc:Choice>
          <mc:Fallback xmlns="">
            <p:pic>
              <p:nvPicPr>
                <p:cNvPr id="85" name="Ink 84">
                  <a:extLst>
                    <a:ext uri="{FF2B5EF4-FFF2-40B4-BE49-F238E27FC236}">
                      <a16:creationId xmlns:a16="http://schemas.microsoft.com/office/drawing/2014/main" id="{C7D199D7-AC33-F679-01C5-8A6F2AABDCA9}"/>
                    </a:ext>
                  </a:extLst>
                </p:cNvPr>
                <p:cNvPicPr/>
                <p:nvPr/>
              </p:nvPicPr>
              <p:blipFill>
                <a:blip r:embed="rId125"/>
                <a:stretch>
                  <a:fillRect/>
                </a:stretch>
              </p:blipFill>
              <p:spPr>
                <a:xfrm>
                  <a:off x="3780105" y="3026760"/>
                  <a:ext cx="25560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6" name="Ink 85">
                  <a:extLst>
                    <a:ext uri="{FF2B5EF4-FFF2-40B4-BE49-F238E27FC236}">
                      <a16:creationId xmlns:a16="http://schemas.microsoft.com/office/drawing/2014/main" id="{328EFBA5-6259-68C1-C686-38BE16DAD197}"/>
                    </a:ext>
                  </a:extLst>
                </p14:cNvPr>
                <p14:cNvContentPartPr/>
                <p14:nvPr/>
              </p14:nvContentPartPr>
              <p14:xfrm>
                <a:off x="4095105" y="2799960"/>
                <a:ext cx="444960" cy="493200"/>
              </p14:xfrm>
            </p:contentPart>
          </mc:Choice>
          <mc:Fallback xmlns="">
            <p:pic>
              <p:nvPicPr>
                <p:cNvPr id="86" name="Ink 85">
                  <a:extLst>
                    <a:ext uri="{FF2B5EF4-FFF2-40B4-BE49-F238E27FC236}">
                      <a16:creationId xmlns:a16="http://schemas.microsoft.com/office/drawing/2014/main" id="{328EFBA5-6259-68C1-C686-38BE16DAD197}"/>
                    </a:ext>
                  </a:extLst>
                </p:cNvPr>
                <p:cNvPicPr/>
                <p:nvPr/>
              </p:nvPicPr>
              <p:blipFill>
                <a:blip r:embed="rId127"/>
                <a:stretch>
                  <a:fillRect/>
                </a:stretch>
              </p:blipFill>
              <p:spPr>
                <a:xfrm>
                  <a:off x="4088985" y="2793840"/>
                  <a:ext cx="457200" cy="5054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7" name="Ink 86">
                  <a:extLst>
                    <a:ext uri="{FF2B5EF4-FFF2-40B4-BE49-F238E27FC236}">
                      <a16:creationId xmlns:a16="http://schemas.microsoft.com/office/drawing/2014/main" id="{AD5DAD3A-E74A-DE03-BBE4-D113D30953EB}"/>
                    </a:ext>
                  </a:extLst>
                </p14:cNvPr>
                <p14:cNvContentPartPr/>
                <p14:nvPr/>
              </p14:nvContentPartPr>
              <p14:xfrm>
                <a:off x="4646625" y="2760360"/>
                <a:ext cx="465120" cy="857520"/>
              </p14:xfrm>
            </p:contentPart>
          </mc:Choice>
          <mc:Fallback xmlns="">
            <p:pic>
              <p:nvPicPr>
                <p:cNvPr id="87" name="Ink 86">
                  <a:extLst>
                    <a:ext uri="{FF2B5EF4-FFF2-40B4-BE49-F238E27FC236}">
                      <a16:creationId xmlns:a16="http://schemas.microsoft.com/office/drawing/2014/main" id="{AD5DAD3A-E74A-DE03-BBE4-D113D30953EB}"/>
                    </a:ext>
                  </a:extLst>
                </p:cNvPr>
                <p:cNvPicPr/>
                <p:nvPr/>
              </p:nvPicPr>
              <p:blipFill>
                <a:blip r:embed="rId129"/>
                <a:stretch>
                  <a:fillRect/>
                </a:stretch>
              </p:blipFill>
              <p:spPr>
                <a:xfrm>
                  <a:off x="4640505" y="2754240"/>
                  <a:ext cx="477360" cy="8697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8" name="Ink 87">
                  <a:extLst>
                    <a:ext uri="{FF2B5EF4-FFF2-40B4-BE49-F238E27FC236}">
                      <a16:creationId xmlns:a16="http://schemas.microsoft.com/office/drawing/2014/main" id="{2E2C811F-4957-3202-40F7-D036ED5314CE}"/>
                    </a:ext>
                  </a:extLst>
                </p14:cNvPr>
                <p14:cNvContentPartPr/>
                <p14:nvPr/>
              </p14:nvContentPartPr>
              <p14:xfrm>
                <a:off x="5186625" y="2642640"/>
                <a:ext cx="293040" cy="349920"/>
              </p14:xfrm>
            </p:contentPart>
          </mc:Choice>
          <mc:Fallback xmlns="">
            <p:pic>
              <p:nvPicPr>
                <p:cNvPr id="88" name="Ink 87">
                  <a:extLst>
                    <a:ext uri="{FF2B5EF4-FFF2-40B4-BE49-F238E27FC236}">
                      <a16:creationId xmlns:a16="http://schemas.microsoft.com/office/drawing/2014/main" id="{2E2C811F-4957-3202-40F7-D036ED5314CE}"/>
                    </a:ext>
                  </a:extLst>
                </p:cNvPr>
                <p:cNvPicPr/>
                <p:nvPr/>
              </p:nvPicPr>
              <p:blipFill>
                <a:blip r:embed="rId131"/>
                <a:stretch>
                  <a:fillRect/>
                </a:stretch>
              </p:blipFill>
              <p:spPr>
                <a:xfrm>
                  <a:off x="5180505" y="2636520"/>
                  <a:ext cx="30528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9" name="Ink 88">
                  <a:extLst>
                    <a:ext uri="{FF2B5EF4-FFF2-40B4-BE49-F238E27FC236}">
                      <a16:creationId xmlns:a16="http://schemas.microsoft.com/office/drawing/2014/main" id="{0399ADF8-A5FE-0B60-BEA0-853382B3CF62}"/>
                    </a:ext>
                  </a:extLst>
                </p14:cNvPr>
                <p14:cNvContentPartPr/>
                <p14:nvPr/>
              </p14:nvContentPartPr>
              <p14:xfrm>
                <a:off x="5567505" y="2625720"/>
                <a:ext cx="168480" cy="251280"/>
              </p14:xfrm>
            </p:contentPart>
          </mc:Choice>
          <mc:Fallback xmlns="">
            <p:pic>
              <p:nvPicPr>
                <p:cNvPr id="89" name="Ink 88">
                  <a:extLst>
                    <a:ext uri="{FF2B5EF4-FFF2-40B4-BE49-F238E27FC236}">
                      <a16:creationId xmlns:a16="http://schemas.microsoft.com/office/drawing/2014/main" id="{0399ADF8-A5FE-0B60-BEA0-853382B3CF62}"/>
                    </a:ext>
                  </a:extLst>
                </p:cNvPr>
                <p:cNvPicPr/>
                <p:nvPr/>
              </p:nvPicPr>
              <p:blipFill>
                <a:blip r:embed="rId133"/>
                <a:stretch>
                  <a:fillRect/>
                </a:stretch>
              </p:blipFill>
              <p:spPr>
                <a:xfrm>
                  <a:off x="5561385" y="2619600"/>
                  <a:ext cx="180720" cy="263520"/>
                </a:xfrm>
                <a:prstGeom prst="rect">
                  <a:avLst/>
                </a:prstGeom>
              </p:spPr>
            </p:pic>
          </mc:Fallback>
        </mc:AlternateContent>
      </p:grpSp>
      <p:grpSp>
        <p:nvGrpSpPr>
          <p:cNvPr id="106" name="Group 105">
            <a:extLst>
              <a:ext uri="{FF2B5EF4-FFF2-40B4-BE49-F238E27FC236}">
                <a16:creationId xmlns:a16="http://schemas.microsoft.com/office/drawing/2014/main" id="{C98B6A6D-CAAC-2920-C5C3-941162524B2D}"/>
              </a:ext>
            </a:extLst>
          </p:cNvPr>
          <p:cNvGrpSpPr/>
          <p:nvPr/>
        </p:nvGrpSpPr>
        <p:grpSpPr>
          <a:xfrm>
            <a:off x="8624985" y="832200"/>
            <a:ext cx="3071520" cy="2462400"/>
            <a:chOff x="8624985" y="832200"/>
            <a:chExt cx="3071520" cy="2462400"/>
          </a:xfrm>
        </p:grpSpPr>
        <mc:AlternateContent xmlns:mc="http://schemas.openxmlformats.org/markup-compatibility/2006" xmlns:p14="http://schemas.microsoft.com/office/powerpoint/2010/main">
          <mc:Choice Requires="p14">
            <p:contentPart p14:bwMode="auto" r:id="rId134">
              <p14:nvContentPartPr>
                <p14:cNvPr id="91" name="Ink 90">
                  <a:extLst>
                    <a:ext uri="{FF2B5EF4-FFF2-40B4-BE49-F238E27FC236}">
                      <a16:creationId xmlns:a16="http://schemas.microsoft.com/office/drawing/2014/main" id="{5B5B1325-73FA-C570-3265-20FD7A7F2409}"/>
                    </a:ext>
                  </a:extLst>
                </p14:cNvPr>
                <p14:cNvContentPartPr/>
                <p14:nvPr/>
              </p14:nvContentPartPr>
              <p14:xfrm>
                <a:off x="8996505" y="1174200"/>
                <a:ext cx="659880" cy="442800"/>
              </p14:xfrm>
            </p:contentPart>
          </mc:Choice>
          <mc:Fallback xmlns="">
            <p:pic>
              <p:nvPicPr>
                <p:cNvPr id="91" name="Ink 90">
                  <a:extLst>
                    <a:ext uri="{FF2B5EF4-FFF2-40B4-BE49-F238E27FC236}">
                      <a16:creationId xmlns:a16="http://schemas.microsoft.com/office/drawing/2014/main" id="{5B5B1325-73FA-C570-3265-20FD7A7F2409}"/>
                    </a:ext>
                  </a:extLst>
                </p:cNvPr>
                <p:cNvPicPr/>
                <p:nvPr/>
              </p:nvPicPr>
              <p:blipFill>
                <a:blip r:embed="rId135"/>
                <a:stretch>
                  <a:fillRect/>
                </a:stretch>
              </p:blipFill>
              <p:spPr>
                <a:xfrm>
                  <a:off x="8987505" y="1165200"/>
                  <a:ext cx="677520" cy="4604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2" name="Ink 91">
                  <a:extLst>
                    <a:ext uri="{FF2B5EF4-FFF2-40B4-BE49-F238E27FC236}">
                      <a16:creationId xmlns:a16="http://schemas.microsoft.com/office/drawing/2014/main" id="{42342CC3-CA7E-3CE0-D529-6DCFB3258E94}"/>
                    </a:ext>
                  </a:extLst>
                </p14:cNvPr>
                <p14:cNvContentPartPr/>
                <p14:nvPr/>
              </p14:nvContentPartPr>
              <p14:xfrm>
                <a:off x="9093345" y="1146480"/>
                <a:ext cx="339840" cy="733680"/>
              </p14:xfrm>
            </p:contentPart>
          </mc:Choice>
          <mc:Fallback xmlns="">
            <p:pic>
              <p:nvPicPr>
                <p:cNvPr id="92" name="Ink 91">
                  <a:extLst>
                    <a:ext uri="{FF2B5EF4-FFF2-40B4-BE49-F238E27FC236}">
                      <a16:creationId xmlns:a16="http://schemas.microsoft.com/office/drawing/2014/main" id="{42342CC3-CA7E-3CE0-D529-6DCFB3258E94}"/>
                    </a:ext>
                  </a:extLst>
                </p:cNvPr>
                <p:cNvPicPr/>
                <p:nvPr/>
              </p:nvPicPr>
              <p:blipFill>
                <a:blip r:embed="rId137"/>
                <a:stretch>
                  <a:fillRect/>
                </a:stretch>
              </p:blipFill>
              <p:spPr>
                <a:xfrm>
                  <a:off x="9084705" y="1137480"/>
                  <a:ext cx="357480" cy="7513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3" name="Ink 92">
                  <a:extLst>
                    <a:ext uri="{FF2B5EF4-FFF2-40B4-BE49-F238E27FC236}">
                      <a16:creationId xmlns:a16="http://schemas.microsoft.com/office/drawing/2014/main" id="{B4A77EF8-B9F4-2A30-B2C1-51D93094DB16}"/>
                    </a:ext>
                  </a:extLst>
                </p14:cNvPr>
                <p14:cNvContentPartPr/>
                <p14:nvPr/>
              </p14:nvContentPartPr>
              <p14:xfrm>
                <a:off x="9651345" y="1210560"/>
                <a:ext cx="318240" cy="81360"/>
              </p14:xfrm>
            </p:contentPart>
          </mc:Choice>
          <mc:Fallback xmlns="">
            <p:pic>
              <p:nvPicPr>
                <p:cNvPr id="93" name="Ink 92">
                  <a:extLst>
                    <a:ext uri="{FF2B5EF4-FFF2-40B4-BE49-F238E27FC236}">
                      <a16:creationId xmlns:a16="http://schemas.microsoft.com/office/drawing/2014/main" id="{B4A77EF8-B9F4-2A30-B2C1-51D93094DB16}"/>
                    </a:ext>
                  </a:extLst>
                </p:cNvPr>
                <p:cNvPicPr/>
                <p:nvPr/>
              </p:nvPicPr>
              <p:blipFill>
                <a:blip r:embed="rId139"/>
                <a:stretch>
                  <a:fillRect/>
                </a:stretch>
              </p:blipFill>
              <p:spPr>
                <a:xfrm>
                  <a:off x="9642345" y="1201560"/>
                  <a:ext cx="3358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5" name="Ink 94">
                  <a:extLst>
                    <a:ext uri="{FF2B5EF4-FFF2-40B4-BE49-F238E27FC236}">
                      <a16:creationId xmlns:a16="http://schemas.microsoft.com/office/drawing/2014/main" id="{A0D4A5FB-BA8B-E4E5-4A44-D46C6A1E44C5}"/>
                    </a:ext>
                  </a:extLst>
                </p14:cNvPr>
                <p14:cNvContentPartPr/>
                <p14:nvPr/>
              </p14:nvContentPartPr>
              <p14:xfrm>
                <a:off x="10096305" y="832200"/>
                <a:ext cx="749880" cy="826920"/>
              </p14:xfrm>
            </p:contentPart>
          </mc:Choice>
          <mc:Fallback xmlns="">
            <p:pic>
              <p:nvPicPr>
                <p:cNvPr id="95" name="Ink 94">
                  <a:extLst>
                    <a:ext uri="{FF2B5EF4-FFF2-40B4-BE49-F238E27FC236}">
                      <a16:creationId xmlns:a16="http://schemas.microsoft.com/office/drawing/2014/main" id="{A0D4A5FB-BA8B-E4E5-4A44-D46C6A1E44C5}"/>
                    </a:ext>
                  </a:extLst>
                </p:cNvPr>
                <p:cNvPicPr/>
                <p:nvPr/>
              </p:nvPicPr>
              <p:blipFill>
                <a:blip r:embed="rId141"/>
                <a:stretch>
                  <a:fillRect/>
                </a:stretch>
              </p:blipFill>
              <p:spPr>
                <a:xfrm>
                  <a:off x="10087305" y="823200"/>
                  <a:ext cx="767520" cy="8445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6" name="Ink 95">
                  <a:extLst>
                    <a:ext uri="{FF2B5EF4-FFF2-40B4-BE49-F238E27FC236}">
                      <a16:creationId xmlns:a16="http://schemas.microsoft.com/office/drawing/2014/main" id="{4C16D314-AC11-7FE3-8C4C-0CEE72F28909}"/>
                    </a:ext>
                  </a:extLst>
                </p14:cNvPr>
                <p14:cNvContentPartPr/>
                <p14:nvPr/>
              </p14:nvContentPartPr>
              <p14:xfrm>
                <a:off x="10728105" y="848040"/>
                <a:ext cx="294120" cy="164880"/>
              </p14:xfrm>
            </p:contentPart>
          </mc:Choice>
          <mc:Fallback xmlns="">
            <p:pic>
              <p:nvPicPr>
                <p:cNvPr id="96" name="Ink 95">
                  <a:extLst>
                    <a:ext uri="{FF2B5EF4-FFF2-40B4-BE49-F238E27FC236}">
                      <a16:creationId xmlns:a16="http://schemas.microsoft.com/office/drawing/2014/main" id="{4C16D314-AC11-7FE3-8C4C-0CEE72F28909}"/>
                    </a:ext>
                  </a:extLst>
                </p:cNvPr>
                <p:cNvPicPr/>
                <p:nvPr/>
              </p:nvPicPr>
              <p:blipFill>
                <a:blip r:embed="rId143"/>
                <a:stretch>
                  <a:fillRect/>
                </a:stretch>
              </p:blipFill>
              <p:spPr>
                <a:xfrm>
                  <a:off x="10719105" y="839400"/>
                  <a:ext cx="3117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7" name="Ink 96">
                  <a:extLst>
                    <a:ext uri="{FF2B5EF4-FFF2-40B4-BE49-F238E27FC236}">
                      <a16:creationId xmlns:a16="http://schemas.microsoft.com/office/drawing/2014/main" id="{AAED3AE8-8B1C-9892-8EAD-FFE09011B0CC}"/>
                    </a:ext>
                  </a:extLst>
                </p14:cNvPr>
                <p14:cNvContentPartPr/>
                <p14:nvPr/>
              </p14:nvContentPartPr>
              <p14:xfrm>
                <a:off x="9689865" y="1669200"/>
                <a:ext cx="1334520" cy="704880"/>
              </p14:xfrm>
            </p:contentPart>
          </mc:Choice>
          <mc:Fallback xmlns="">
            <p:pic>
              <p:nvPicPr>
                <p:cNvPr id="97" name="Ink 96">
                  <a:extLst>
                    <a:ext uri="{FF2B5EF4-FFF2-40B4-BE49-F238E27FC236}">
                      <a16:creationId xmlns:a16="http://schemas.microsoft.com/office/drawing/2014/main" id="{AAED3AE8-8B1C-9892-8EAD-FFE09011B0CC}"/>
                    </a:ext>
                  </a:extLst>
                </p:cNvPr>
                <p:cNvPicPr/>
                <p:nvPr/>
              </p:nvPicPr>
              <p:blipFill>
                <a:blip r:embed="rId145"/>
                <a:stretch>
                  <a:fillRect/>
                </a:stretch>
              </p:blipFill>
              <p:spPr>
                <a:xfrm>
                  <a:off x="9681225" y="1660200"/>
                  <a:ext cx="1352160" cy="7225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9" name="Ink 98">
                  <a:extLst>
                    <a:ext uri="{FF2B5EF4-FFF2-40B4-BE49-F238E27FC236}">
                      <a16:creationId xmlns:a16="http://schemas.microsoft.com/office/drawing/2014/main" id="{1627FF31-99FD-D47F-ADA7-5822C3FDA413}"/>
                    </a:ext>
                  </a:extLst>
                </p14:cNvPr>
                <p14:cNvContentPartPr/>
                <p14:nvPr/>
              </p14:nvContentPartPr>
              <p14:xfrm>
                <a:off x="10192065" y="1973400"/>
                <a:ext cx="81000" cy="184320"/>
              </p14:xfrm>
            </p:contentPart>
          </mc:Choice>
          <mc:Fallback xmlns="">
            <p:pic>
              <p:nvPicPr>
                <p:cNvPr id="99" name="Ink 98">
                  <a:extLst>
                    <a:ext uri="{FF2B5EF4-FFF2-40B4-BE49-F238E27FC236}">
                      <a16:creationId xmlns:a16="http://schemas.microsoft.com/office/drawing/2014/main" id="{1627FF31-99FD-D47F-ADA7-5822C3FDA413}"/>
                    </a:ext>
                  </a:extLst>
                </p:cNvPr>
                <p:cNvPicPr/>
                <p:nvPr/>
              </p:nvPicPr>
              <p:blipFill>
                <a:blip r:embed="rId147"/>
                <a:stretch>
                  <a:fillRect/>
                </a:stretch>
              </p:blipFill>
              <p:spPr>
                <a:xfrm>
                  <a:off x="10183065" y="1964760"/>
                  <a:ext cx="986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0" name="Ink 99">
                  <a:extLst>
                    <a:ext uri="{FF2B5EF4-FFF2-40B4-BE49-F238E27FC236}">
                      <a16:creationId xmlns:a16="http://schemas.microsoft.com/office/drawing/2014/main" id="{F7D07F71-4512-812F-C381-B5E78DA908C7}"/>
                    </a:ext>
                  </a:extLst>
                </p14:cNvPr>
                <p14:cNvContentPartPr/>
                <p14:nvPr/>
              </p14:nvContentPartPr>
              <p14:xfrm>
                <a:off x="10648545" y="1713840"/>
                <a:ext cx="138960" cy="189000"/>
              </p14:xfrm>
            </p:contentPart>
          </mc:Choice>
          <mc:Fallback xmlns="">
            <p:pic>
              <p:nvPicPr>
                <p:cNvPr id="100" name="Ink 99">
                  <a:extLst>
                    <a:ext uri="{FF2B5EF4-FFF2-40B4-BE49-F238E27FC236}">
                      <a16:creationId xmlns:a16="http://schemas.microsoft.com/office/drawing/2014/main" id="{F7D07F71-4512-812F-C381-B5E78DA908C7}"/>
                    </a:ext>
                  </a:extLst>
                </p:cNvPr>
                <p:cNvPicPr/>
                <p:nvPr/>
              </p:nvPicPr>
              <p:blipFill>
                <a:blip r:embed="rId149"/>
                <a:stretch>
                  <a:fillRect/>
                </a:stretch>
              </p:blipFill>
              <p:spPr>
                <a:xfrm>
                  <a:off x="10639905" y="1704840"/>
                  <a:ext cx="15660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1" name="Ink 100">
                  <a:extLst>
                    <a:ext uri="{FF2B5EF4-FFF2-40B4-BE49-F238E27FC236}">
                      <a16:creationId xmlns:a16="http://schemas.microsoft.com/office/drawing/2014/main" id="{AF81DDA9-0BC7-0203-48D6-DCB65520DB78}"/>
                    </a:ext>
                  </a:extLst>
                </p14:cNvPr>
                <p14:cNvContentPartPr/>
                <p14:nvPr/>
              </p14:nvContentPartPr>
              <p14:xfrm>
                <a:off x="10858785" y="1457160"/>
                <a:ext cx="70920" cy="371880"/>
              </p14:xfrm>
            </p:contentPart>
          </mc:Choice>
          <mc:Fallback xmlns="">
            <p:pic>
              <p:nvPicPr>
                <p:cNvPr id="101" name="Ink 100">
                  <a:extLst>
                    <a:ext uri="{FF2B5EF4-FFF2-40B4-BE49-F238E27FC236}">
                      <a16:creationId xmlns:a16="http://schemas.microsoft.com/office/drawing/2014/main" id="{AF81DDA9-0BC7-0203-48D6-DCB65520DB78}"/>
                    </a:ext>
                  </a:extLst>
                </p:cNvPr>
                <p:cNvPicPr/>
                <p:nvPr/>
              </p:nvPicPr>
              <p:blipFill>
                <a:blip r:embed="rId151"/>
                <a:stretch>
                  <a:fillRect/>
                </a:stretch>
              </p:blipFill>
              <p:spPr>
                <a:xfrm>
                  <a:off x="10849785" y="1448160"/>
                  <a:ext cx="88560" cy="3895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2" name="Ink 101">
                  <a:extLst>
                    <a:ext uri="{FF2B5EF4-FFF2-40B4-BE49-F238E27FC236}">
                      <a16:creationId xmlns:a16="http://schemas.microsoft.com/office/drawing/2014/main" id="{9F7A0AB7-6DE7-B590-D30F-E67A5A350F32}"/>
                    </a:ext>
                  </a:extLst>
                </p14:cNvPr>
                <p14:cNvContentPartPr/>
                <p14:nvPr/>
              </p14:nvContentPartPr>
              <p14:xfrm>
                <a:off x="10801185" y="1413960"/>
                <a:ext cx="624600" cy="385200"/>
              </p14:xfrm>
            </p:contentPart>
          </mc:Choice>
          <mc:Fallback xmlns="">
            <p:pic>
              <p:nvPicPr>
                <p:cNvPr id="102" name="Ink 101">
                  <a:extLst>
                    <a:ext uri="{FF2B5EF4-FFF2-40B4-BE49-F238E27FC236}">
                      <a16:creationId xmlns:a16="http://schemas.microsoft.com/office/drawing/2014/main" id="{9F7A0AB7-6DE7-B590-D30F-E67A5A350F32}"/>
                    </a:ext>
                  </a:extLst>
                </p:cNvPr>
                <p:cNvPicPr/>
                <p:nvPr/>
              </p:nvPicPr>
              <p:blipFill>
                <a:blip r:embed="rId153"/>
                <a:stretch>
                  <a:fillRect/>
                </a:stretch>
              </p:blipFill>
              <p:spPr>
                <a:xfrm>
                  <a:off x="10792185" y="1404960"/>
                  <a:ext cx="64224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3" name="Ink 102">
                  <a:extLst>
                    <a:ext uri="{FF2B5EF4-FFF2-40B4-BE49-F238E27FC236}">
                      <a16:creationId xmlns:a16="http://schemas.microsoft.com/office/drawing/2014/main" id="{B02C6DB5-FC63-6910-EB6A-55240BF2CD0C}"/>
                    </a:ext>
                  </a:extLst>
                </p14:cNvPr>
                <p14:cNvContentPartPr/>
                <p14:nvPr/>
              </p14:nvContentPartPr>
              <p14:xfrm>
                <a:off x="11170905" y="1139640"/>
                <a:ext cx="394560" cy="605880"/>
              </p14:xfrm>
            </p:contentPart>
          </mc:Choice>
          <mc:Fallback xmlns="">
            <p:pic>
              <p:nvPicPr>
                <p:cNvPr id="103" name="Ink 102">
                  <a:extLst>
                    <a:ext uri="{FF2B5EF4-FFF2-40B4-BE49-F238E27FC236}">
                      <a16:creationId xmlns:a16="http://schemas.microsoft.com/office/drawing/2014/main" id="{B02C6DB5-FC63-6910-EB6A-55240BF2CD0C}"/>
                    </a:ext>
                  </a:extLst>
                </p:cNvPr>
                <p:cNvPicPr/>
                <p:nvPr/>
              </p:nvPicPr>
              <p:blipFill>
                <a:blip r:embed="rId155"/>
                <a:stretch>
                  <a:fillRect/>
                </a:stretch>
              </p:blipFill>
              <p:spPr>
                <a:xfrm>
                  <a:off x="11161905" y="1131000"/>
                  <a:ext cx="412200" cy="6235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4" name="Ink 103">
                  <a:extLst>
                    <a:ext uri="{FF2B5EF4-FFF2-40B4-BE49-F238E27FC236}">
                      <a16:creationId xmlns:a16="http://schemas.microsoft.com/office/drawing/2014/main" id="{D9080B92-9CB2-C972-18EF-1FC9B08C9B98}"/>
                    </a:ext>
                  </a:extLst>
                </p14:cNvPr>
                <p14:cNvContentPartPr/>
                <p14:nvPr/>
              </p14:nvContentPartPr>
              <p14:xfrm>
                <a:off x="11677785" y="1445640"/>
                <a:ext cx="18720" cy="27000"/>
              </p14:xfrm>
            </p:contentPart>
          </mc:Choice>
          <mc:Fallback xmlns="">
            <p:pic>
              <p:nvPicPr>
                <p:cNvPr id="104" name="Ink 103">
                  <a:extLst>
                    <a:ext uri="{FF2B5EF4-FFF2-40B4-BE49-F238E27FC236}">
                      <a16:creationId xmlns:a16="http://schemas.microsoft.com/office/drawing/2014/main" id="{D9080B92-9CB2-C972-18EF-1FC9B08C9B98}"/>
                    </a:ext>
                  </a:extLst>
                </p:cNvPr>
                <p:cNvPicPr/>
                <p:nvPr/>
              </p:nvPicPr>
              <p:blipFill>
                <a:blip r:embed="rId157"/>
                <a:stretch>
                  <a:fillRect/>
                </a:stretch>
              </p:blipFill>
              <p:spPr>
                <a:xfrm>
                  <a:off x="11669145" y="1437000"/>
                  <a:ext cx="363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5" name="Ink 104">
                  <a:extLst>
                    <a:ext uri="{FF2B5EF4-FFF2-40B4-BE49-F238E27FC236}">
                      <a16:creationId xmlns:a16="http://schemas.microsoft.com/office/drawing/2014/main" id="{E1830457-90D5-BE17-6EAF-D984D84BBA83}"/>
                    </a:ext>
                  </a:extLst>
                </p14:cNvPr>
                <p14:cNvContentPartPr/>
                <p14:nvPr/>
              </p14:nvContentPartPr>
              <p14:xfrm>
                <a:off x="8624985" y="2311800"/>
                <a:ext cx="2795040" cy="982800"/>
              </p14:xfrm>
            </p:contentPart>
          </mc:Choice>
          <mc:Fallback xmlns="">
            <p:pic>
              <p:nvPicPr>
                <p:cNvPr id="105" name="Ink 104">
                  <a:extLst>
                    <a:ext uri="{FF2B5EF4-FFF2-40B4-BE49-F238E27FC236}">
                      <a16:creationId xmlns:a16="http://schemas.microsoft.com/office/drawing/2014/main" id="{E1830457-90D5-BE17-6EAF-D984D84BBA83}"/>
                    </a:ext>
                  </a:extLst>
                </p:cNvPr>
                <p:cNvPicPr/>
                <p:nvPr/>
              </p:nvPicPr>
              <p:blipFill>
                <a:blip r:embed="rId159"/>
                <a:stretch>
                  <a:fillRect/>
                </a:stretch>
              </p:blipFill>
              <p:spPr>
                <a:xfrm>
                  <a:off x="8615985" y="2303160"/>
                  <a:ext cx="2812680" cy="1000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0">
            <p14:nvContentPartPr>
              <p14:cNvPr id="107" name="Ink 106">
                <a:extLst>
                  <a:ext uri="{FF2B5EF4-FFF2-40B4-BE49-F238E27FC236}">
                    <a16:creationId xmlns:a16="http://schemas.microsoft.com/office/drawing/2014/main" id="{8EE67CD6-6637-3495-8A06-370E6623697E}"/>
                  </a:ext>
                </a:extLst>
              </p14:cNvPr>
              <p14:cNvContentPartPr/>
              <p14:nvPr/>
            </p14:nvContentPartPr>
            <p14:xfrm>
              <a:off x="8071665" y="1835520"/>
              <a:ext cx="119160" cy="4320"/>
            </p14:xfrm>
          </p:contentPart>
        </mc:Choice>
        <mc:Fallback xmlns="">
          <p:pic>
            <p:nvPicPr>
              <p:cNvPr id="107" name="Ink 106">
                <a:extLst>
                  <a:ext uri="{FF2B5EF4-FFF2-40B4-BE49-F238E27FC236}">
                    <a16:creationId xmlns:a16="http://schemas.microsoft.com/office/drawing/2014/main" id="{8EE67CD6-6637-3495-8A06-370E6623697E}"/>
                  </a:ext>
                </a:extLst>
              </p:cNvPr>
              <p:cNvPicPr/>
              <p:nvPr/>
            </p:nvPicPr>
            <p:blipFill>
              <a:blip r:embed="rId161"/>
              <a:stretch>
                <a:fillRect/>
              </a:stretch>
            </p:blipFill>
            <p:spPr>
              <a:xfrm>
                <a:off x="8063025" y="1826880"/>
                <a:ext cx="136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8" name="Ink 107">
                <a:extLst>
                  <a:ext uri="{FF2B5EF4-FFF2-40B4-BE49-F238E27FC236}">
                    <a16:creationId xmlns:a16="http://schemas.microsoft.com/office/drawing/2014/main" id="{24643723-270E-9B91-C2FD-6FDAB05EB14E}"/>
                  </a:ext>
                </a:extLst>
              </p14:cNvPr>
              <p14:cNvContentPartPr/>
              <p14:nvPr/>
            </p14:nvContentPartPr>
            <p14:xfrm>
              <a:off x="856905" y="4842600"/>
              <a:ext cx="206280" cy="90000"/>
            </p14:xfrm>
          </p:contentPart>
        </mc:Choice>
        <mc:Fallback xmlns="">
          <p:pic>
            <p:nvPicPr>
              <p:cNvPr id="108" name="Ink 107">
                <a:extLst>
                  <a:ext uri="{FF2B5EF4-FFF2-40B4-BE49-F238E27FC236}">
                    <a16:creationId xmlns:a16="http://schemas.microsoft.com/office/drawing/2014/main" id="{24643723-270E-9B91-C2FD-6FDAB05EB14E}"/>
                  </a:ext>
                </a:extLst>
              </p:cNvPr>
              <p:cNvPicPr/>
              <p:nvPr/>
            </p:nvPicPr>
            <p:blipFill>
              <a:blip r:embed="rId163"/>
              <a:stretch>
                <a:fillRect/>
              </a:stretch>
            </p:blipFill>
            <p:spPr>
              <a:xfrm>
                <a:off x="848265" y="4833600"/>
                <a:ext cx="2239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9" name="Ink 108">
                <a:extLst>
                  <a:ext uri="{FF2B5EF4-FFF2-40B4-BE49-F238E27FC236}">
                    <a16:creationId xmlns:a16="http://schemas.microsoft.com/office/drawing/2014/main" id="{3A8A05D3-CBB9-538F-594D-CEA2A21B4B26}"/>
                  </a:ext>
                </a:extLst>
              </p14:cNvPr>
              <p14:cNvContentPartPr/>
              <p14:nvPr/>
            </p14:nvContentPartPr>
            <p14:xfrm>
              <a:off x="1001265" y="5172720"/>
              <a:ext cx="127080" cy="35280"/>
            </p14:xfrm>
          </p:contentPart>
        </mc:Choice>
        <mc:Fallback xmlns="">
          <p:pic>
            <p:nvPicPr>
              <p:cNvPr id="109" name="Ink 108">
                <a:extLst>
                  <a:ext uri="{FF2B5EF4-FFF2-40B4-BE49-F238E27FC236}">
                    <a16:creationId xmlns:a16="http://schemas.microsoft.com/office/drawing/2014/main" id="{3A8A05D3-CBB9-538F-594D-CEA2A21B4B26}"/>
                  </a:ext>
                </a:extLst>
              </p:cNvPr>
              <p:cNvPicPr/>
              <p:nvPr/>
            </p:nvPicPr>
            <p:blipFill>
              <a:blip r:embed="rId165"/>
              <a:stretch>
                <a:fillRect/>
              </a:stretch>
            </p:blipFill>
            <p:spPr>
              <a:xfrm>
                <a:off x="992265" y="5163720"/>
                <a:ext cx="144720" cy="52920"/>
              </a:xfrm>
              <a:prstGeom prst="rect">
                <a:avLst/>
              </a:prstGeom>
            </p:spPr>
          </p:pic>
        </mc:Fallback>
      </mc:AlternateContent>
      <p:grpSp>
        <p:nvGrpSpPr>
          <p:cNvPr id="118" name="Group 117">
            <a:extLst>
              <a:ext uri="{FF2B5EF4-FFF2-40B4-BE49-F238E27FC236}">
                <a16:creationId xmlns:a16="http://schemas.microsoft.com/office/drawing/2014/main" id="{C3122ECB-57F1-A2B3-FAAF-0D9A5407ED9F}"/>
              </a:ext>
            </a:extLst>
          </p:cNvPr>
          <p:cNvGrpSpPr/>
          <p:nvPr/>
        </p:nvGrpSpPr>
        <p:grpSpPr>
          <a:xfrm>
            <a:off x="1608945" y="4560720"/>
            <a:ext cx="1518480" cy="612720"/>
            <a:chOff x="1608945" y="4560720"/>
            <a:chExt cx="1518480" cy="612720"/>
          </a:xfrm>
        </p:grpSpPr>
        <mc:AlternateContent xmlns:mc="http://schemas.openxmlformats.org/markup-compatibility/2006" xmlns:p14="http://schemas.microsoft.com/office/powerpoint/2010/main">
          <mc:Choice Requires="p14">
            <p:contentPart p14:bwMode="auto" r:id="rId166">
              <p14:nvContentPartPr>
                <p14:cNvPr id="110" name="Ink 109">
                  <a:extLst>
                    <a:ext uri="{FF2B5EF4-FFF2-40B4-BE49-F238E27FC236}">
                      <a16:creationId xmlns:a16="http://schemas.microsoft.com/office/drawing/2014/main" id="{2E9D3990-4CD0-26F7-E4C2-49B0CC28FB2D}"/>
                    </a:ext>
                  </a:extLst>
                </p14:cNvPr>
                <p14:cNvContentPartPr/>
                <p14:nvPr/>
              </p14:nvContentPartPr>
              <p14:xfrm>
                <a:off x="1608945" y="4686000"/>
                <a:ext cx="193680" cy="464040"/>
              </p14:xfrm>
            </p:contentPart>
          </mc:Choice>
          <mc:Fallback xmlns="">
            <p:pic>
              <p:nvPicPr>
                <p:cNvPr id="110" name="Ink 109">
                  <a:extLst>
                    <a:ext uri="{FF2B5EF4-FFF2-40B4-BE49-F238E27FC236}">
                      <a16:creationId xmlns:a16="http://schemas.microsoft.com/office/drawing/2014/main" id="{2E9D3990-4CD0-26F7-E4C2-49B0CC28FB2D}"/>
                    </a:ext>
                  </a:extLst>
                </p:cNvPr>
                <p:cNvPicPr/>
                <p:nvPr/>
              </p:nvPicPr>
              <p:blipFill>
                <a:blip r:embed="rId167"/>
                <a:stretch>
                  <a:fillRect/>
                </a:stretch>
              </p:blipFill>
              <p:spPr>
                <a:xfrm>
                  <a:off x="1600305" y="4677360"/>
                  <a:ext cx="211320" cy="4816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1" name="Ink 110">
                  <a:extLst>
                    <a:ext uri="{FF2B5EF4-FFF2-40B4-BE49-F238E27FC236}">
                      <a16:creationId xmlns:a16="http://schemas.microsoft.com/office/drawing/2014/main" id="{B8264AD8-7051-7103-0182-5E9CF5E9B850}"/>
                    </a:ext>
                  </a:extLst>
                </p14:cNvPr>
                <p14:cNvContentPartPr/>
                <p14:nvPr/>
              </p14:nvContentPartPr>
              <p14:xfrm>
                <a:off x="2030865" y="4801200"/>
                <a:ext cx="31320" cy="48600"/>
              </p14:xfrm>
            </p:contentPart>
          </mc:Choice>
          <mc:Fallback xmlns="">
            <p:pic>
              <p:nvPicPr>
                <p:cNvPr id="111" name="Ink 110">
                  <a:extLst>
                    <a:ext uri="{FF2B5EF4-FFF2-40B4-BE49-F238E27FC236}">
                      <a16:creationId xmlns:a16="http://schemas.microsoft.com/office/drawing/2014/main" id="{B8264AD8-7051-7103-0182-5E9CF5E9B850}"/>
                    </a:ext>
                  </a:extLst>
                </p:cNvPr>
                <p:cNvPicPr/>
                <p:nvPr/>
              </p:nvPicPr>
              <p:blipFill>
                <a:blip r:embed="rId169"/>
                <a:stretch>
                  <a:fillRect/>
                </a:stretch>
              </p:blipFill>
              <p:spPr>
                <a:xfrm>
                  <a:off x="2022225" y="4792560"/>
                  <a:ext cx="489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2" name="Ink 111">
                  <a:extLst>
                    <a:ext uri="{FF2B5EF4-FFF2-40B4-BE49-F238E27FC236}">
                      <a16:creationId xmlns:a16="http://schemas.microsoft.com/office/drawing/2014/main" id="{67621480-4CB8-6CD4-7D38-8B7357CCD2E7}"/>
                    </a:ext>
                  </a:extLst>
                </p14:cNvPr>
                <p14:cNvContentPartPr/>
                <p14:nvPr/>
              </p14:nvContentPartPr>
              <p14:xfrm>
                <a:off x="2245065" y="4744680"/>
                <a:ext cx="66600" cy="428760"/>
              </p14:xfrm>
            </p:contentPart>
          </mc:Choice>
          <mc:Fallback xmlns="">
            <p:pic>
              <p:nvPicPr>
                <p:cNvPr id="112" name="Ink 111">
                  <a:extLst>
                    <a:ext uri="{FF2B5EF4-FFF2-40B4-BE49-F238E27FC236}">
                      <a16:creationId xmlns:a16="http://schemas.microsoft.com/office/drawing/2014/main" id="{67621480-4CB8-6CD4-7D38-8B7357CCD2E7}"/>
                    </a:ext>
                  </a:extLst>
                </p:cNvPr>
                <p:cNvPicPr/>
                <p:nvPr/>
              </p:nvPicPr>
              <p:blipFill>
                <a:blip r:embed="rId171"/>
                <a:stretch>
                  <a:fillRect/>
                </a:stretch>
              </p:blipFill>
              <p:spPr>
                <a:xfrm>
                  <a:off x="2236065" y="4735680"/>
                  <a:ext cx="84240" cy="4464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3" name="Ink 112">
                  <a:extLst>
                    <a:ext uri="{FF2B5EF4-FFF2-40B4-BE49-F238E27FC236}">
                      <a16:creationId xmlns:a16="http://schemas.microsoft.com/office/drawing/2014/main" id="{9208988B-9B27-BAF4-7FC0-BAB1F48341D0}"/>
                    </a:ext>
                  </a:extLst>
                </p14:cNvPr>
                <p14:cNvContentPartPr/>
                <p14:nvPr/>
              </p14:nvContentPartPr>
              <p14:xfrm>
                <a:off x="2427585" y="4565760"/>
                <a:ext cx="109080" cy="68400"/>
              </p14:xfrm>
            </p:contentPart>
          </mc:Choice>
          <mc:Fallback xmlns="">
            <p:pic>
              <p:nvPicPr>
                <p:cNvPr id="113" name="Ink 112">
                  <a:extLst>
                    <a:ext uri="{FF2B5EF4-FFF2-40B4-BE49-F238E27FC236}">
                      <a16:creationId xmlns:a16="http://schemas.microsoft.com/office/drawing/2014/main" id="{9208988B-9B27-BAF4-7FC0-BAB1F48341D0}"/>
                    </a:ext>
                  </a:extLst>
                </p:cNvPr>
                <p:cNvPicPr/>
                <p:nvPr/>
              </p:nvPicPr>
              <p:blipFill>
                <a:blip r:embed="rId173"/>
                <a:stretch>
                  <a:fillRect/>
                </a:stretch>
              </p:blipFill>
              <p:spPr>
                <a:xfrm>
                  <a:off x="2418585" y="4557120"/>
                  <a:ext cx="1267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4" name="Ink 113">
                  <a:extLst>
                    <a:ext uri="{FF2B5EF4-FFF2-40B4-BE49-F238E27FC236}">
                      <a16:creationId xmlns:a16="http://schemas.microsoft.com/office/drawing/2014/main" id="{BAFDFC36-B033-6776-D4C4-126CAF409D72}"/>
                    </a:ext>
                  </a:extLst>
                </p14:cNvPr>
                <p14:cNvContentPartPr/>
                <p14:nvPr/>
              </p14:nvContentPartPr>
              <p14:xfrm>
                <a:off x="2833665" y="4560720"/>
                <a:ext cx="293760" cy="435240"/>
              </p14:xfrm>
            </p:contentPart>
          </mc:Choice>
          <mc:Fallback xmlns="">
            <p:pic>
              <p:nvPicPr>
                <p:cNvPr id="114" name="Ink 113">
                  <a:extLst>
                    <a:ext uri="{FF2B5EF4-FFF2-40B4-BE49-F238E27FC236}">
                      <a16:creationId xmlns:a16="http://schemas.microsoft.com/office/drawing/2014/main" id="{BAFDFC36-B033-6776-D4C4-126CAF409D72}"/>
                    </a:ext>
                  </a:extLst>
                </p:cNvPr>
                <p:cNvPicPr/>
                <p:nvPr/>
              </p:nvPicPr>
              <p:blipFill>
                <a:blip r:embed="rId175"/>
                <a:stretch>
                  <a:fillRect/>
                </a:stretch>
              </p:blipFill>
              <p:spPr>
                <a:xfrm>
                  <a:off x="2825025" y="4552080"/>
                  <a:ext cx="311400" cy="452880"/>
                </a:xfrm>
                <a:prstGeom prst="rect">
                  <a:avLst/>
                </a:prstGeom>
              </p:spPr>
            </p:pic>
          </mc:Fallback>
        </mc:AlternateContent>
      </p:grpSp>
      <p:grpSp>
        <p:nvGrpSpPr>
          <p:cNvPr id="138" name="Group 137">
            <a:extLst>
              <a:ext uri="{FF2B5EF4-FFF2-40B4-BE49-F238E27FC236}">
                <a16:creationId xmlns:a16="http://schemas.microsoft.com/office/drawing/2014/main" id="{CD5469D2-FAC8-D884-B47D-552BE64E1462}"/>
              </a:ext>
            </a:extLst>
          </p:cNvPr>
          <p:cNvGrpSpPr/>
          <p:nvPr/>
        </p:nvGrpSpPr>
        <p:grpSpPr>
          <a:xfrm>
            <a:off x="3860745" y="4266600"/>
            <a:ext cx="2906280" cy="725760"/>
            <a:chOff x="3860745" y="4266600"/>
            <a:chExt cx="2906280" cy="725760"/>
          </a:xfrm>
        </p:grpSpPr>
        <mc:AlternateContent xmlns:mc="http://schemas.openxmlformats.org/markup-compatibility/2006" xmlns:p14="http://schemas.microsoft.com/office/powerpoint/2010/main">
          <mc:Choice Requires="p14">
            <p:contentPart p14:bwMode="auto" r:id="rId176">
              <p14:nvContentPartPr>
                <p14:cNvPr id="115" name="Ink 114">
                  <a:extLst>
                    <a:ext uri="{FF2B5EF4-FFF2-40B4-BE49-F238E27FC236}">
                      <a16:creationId xmlns:a16="http://schemas.microsoft.com/office/drawing/2014/main" id="{EB89CF0F-0F06-A4B3-9432-5FAA68D269BA}"/>
                    </a:ext>
                  </a:extLst>
                </p14:cNvPr>
                <p14:cNvContentPartPr/>
                <p14:nvPr/>
              </p14:nvContentPartPr>
              <p14:xfrm>
                <a:off x="3860745" y="4691400"/>
                <a:ext cx="443160" cy="87840"/>
              </p14:xfrm>
            </p:contentPart>
          </mc:Choice>
          <mc:Fallback xmlns="">
            <p:pic>
              <p:nvPicPr>
                <p:cNvPr id="115" name="Ink 114">
                  <a:extLst>
                    <a:ext uri="{FF2B5EF4-FFF2-40B4-BE49-F238E27FC236}">
                      <a16:creationId xmlns:a16="http://schemas.microsoft.com/office/drawing/2014/main" id="{EB89CF0F-0F06-A4B3-9432-5FAA68D269BA}"/>
                    </a:ext>
                  </a:extLst>
                </p:cNvPr>
                <p:cNvPicPr/>
                <p:nvPr/>
              </p:nvPicPr>
              <p:blipFill>
                <a:blip r:embed="rId177"/>
                <a:stretch>
                  <a:fillRect/>
                </a:stretch>
              </p:blipFill>
              <p:spPr>
                <a:xfrm>
                  <a:off x="3851745" y="4682400"/>
                  <a:ext cx="46080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6" name="Ink 115">
                  <a:extLst>
                    <a:ext uri="{FF2B5EF4-FFF2-40B4-BE49-F238E27FC236}">
                      <a16:creationId xmlns:a16="http://schemas.microsoft.com/office/drawing/2014/main" id="{70FCDEE4-D795-BE80-8877-D79B09A0554A}"/>
                    </a:ext>
                  </a:extLst>
                </p14:cNvPr>
                <p14:cNvContentPartPr/>
                <p14:nvPr/>
              </p14:nvContentPartPr>
              <p14:xfrm>
                <a:off x="4052985" y="4581240"/>
                <a:ext cx="80280" cy="347040"/>
              </p14:xfrm>
            </p:contentPart>
          </mc:Choice>
          <mc:Fallback xmlns="">
            <p:pic>
              <p:nvPicPr>
                <p:cNvPr id="116" name="Ink 115">
                  <a:extLst>
                    <a:ext uri="{FF2B5EF4-FFF2-40B4-BE49-F238E27FC236}">
                      <a16:creationId xmlns:a16="http://schemas.microsoft.com/office/drawing/2014/main" id="{70FCDEE4-D795-BE80-8877-D79B09A0554A}"/>
                    </a:ext>
                  </a:extLst>
                </p:cNvPr>
                <p:cNvPicPr/>
                <p:nvPr/>
              </p:nvPicPr>
              <p:blipFill>
                <a:blip r:embed="rId179"/>
                <a:stretch>
                  <a:fillRect/>
                </a:stretch>
              </p:blipFill>
              <p:spPr>
                <a:xfrm>
                  <a:off x="4043985" y="4572240"/>
                  <a:ext cx="9792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9" name="Ink 118">
                  <a:extLst>
                    <a:ext uri="{FF2B5EF4-FFF2-40B4-BE49-F238E27FC236}">
                      <a16:creationId xmlns:a16="http://schemas.microsoft.com/office/drawing/2014/main" id="{555CAD2E-6DFE-2E86-31A0-43D9126717FA}"/>
                    </a:ext>
                  </a:extLst>
                </p14:cNvPr>
                <p14:cNvContentPartPr/>
                <p14:nvPr/>
              </p14:nvContentPartPr>
              <p14:xfrm>
                <a:off x="4635105" y="4537680"/>
                <a:ext cx="252720" cy="454680"/>
              </p14:xfrm>
            </p:contentPart>
          </mc:Choice>
          <mc:Fallback xmlns="">
            <p:pic>
              <p:nvPicPr>
                <p:cNvPr id="119" name="Ink 118">
                  <a:extLst>
                    <a:ext uri="{FF2B5EF4-FFF2-40B4-BE49-F238E27FC236}">
                      <a16:creationId xmlns:a16="http://schemas.microsoft.com/office/drawing/2014/main" id="{555CAD2E-6DFE-2E86-31A0-43D9126717FA}"/>
                    </a:ext>
                  </a:extLst>
                </p:cNvPr>
                <p:cNvPicPr/>
                <p:nvPr/>
              </p:nvPicPr>
              <p:blipFill>
                <a:blip r:embed="rId181"/>
                <a:stretch>
                  <a:fillRect/>
                </a:stretch>
              </p:blipFill>
              <p:spPr>
                <a:xfrm>
                  <a:off x="4626465" y="4528680"/>
                  <a:ext cx="270360" cy="4723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0" name="Ink 119">
                  <a:extLst>
                    <a:ext uri="{FF2B5EF4-FFF2-40B4-BE49-F238E27FC236}">
                      <a16:creationId xmlns:a16="http://schemas.microsoft.com/office/drawing/2014/main" id="{3425F509-7C5C-1E7C-4FCA-96E93E93DFA6}"/>
                    </a:ext>
                  </a:extLst>
                </p14:cNvPr>
                <p14:cNvContentPartPr/>
                <p14:nvPr/>
              </p14:nvContentPartPr>
              <p14:xfrm>
                <a:off x="5058825" y="4679880"/>
                <a:ext cx="41400" cy="25920"/>
              </p14:xfrm>
            </p:contentPart>
          </mc:Choice>
          <mc:Fallback xmlns="">
            <p:pic>
              <p:nvPicPr>
                <p:cNvPr id="120" name="Ink 119">
                  <a:extLst>
                    <a:ext uri="{FF2B5EF4-FFF2-40B4-BE49-F238E27FC236}">
                      <a16:creationId xmlns:a16="http://schemas.microsoft.com/office/drawing/2014/main" id="{3425F509-7C5C-1E7C-4FCA-96E93E93DFA6}"/>
                    </a:ext>
                  </a:extLst>
                </p:cNvPr>
                <p:cNvPicPr/>
                <p:nvPr/>
              </p:nvPicPr>
              <p:blipFill>
                <a:blip r:embed="rId183"/>
                <a:stretch>
                  <a:fillRect/>
                </a:stretch>
              </p:blipFill>
              <p:spPr>
                <a:xfrm>
                  <a:off x="5049825" y="4671240"/>
                  <a:ext cx="590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1" name="Ink 120">
                  <a:extLst>
                    <a:ext uri="{FF2B5EF4-FFF2-40B4-BE49-F238E27FC236}">
                      <a16:creationId xmlns:a16="http://schemas.microsoft.com/office/drawing/2014/main" id="{A2461380-5C17-F7BA-9742-5DD4FEFB6F1A}"/>
                    </a:ext>
                  </a:extLst>
                </p14:cNvPr>
                <p14:cNvContentPartPr/>
                <p14:nvPr/>
              </p14:nvContentPartPr>
              <p14:xfrm>
                <a:off x="5334945" y="4431120"/>
                <a:ext cx="192600" cy="486360"/>
              </p14:xfrm>
            </p:contentPart>
          </mc:Choice>
          <mc:Fallback xmlns="">
            <p:pic>
              <p:nvPicPr>
                <p:cNvPr id="121" name="Ink 120">
                  <a:extLst>
                    <a:ext uri="{FF2B5EF4-FFF2-40B4-BE49-F238E27FC236}">
                      <a16:creationId xmlns:a16="http://schemas.microsoft.com/office/drawing/2014/main" id="{A2461380-5C17-F7BA-9742-5DD4FEFB6F1A}"/>
                    </a:ext>
                  </a:extLst>
                </p:cNvPr>
                <p:cNvPicPr/>
                <p:nvPr/>
              </p:nvPicPr>
              <p:blipFill>
                <a:blip r:embed="rId185"/>
                <a:stretch>
                  <a:fillRect/>
                </a:stretch>
              </p:blipFill>
              <p:spPr>
                <a:xfrm>
                  <a:off x="5326305" y="4422480"/>
                  <a:ext cx="210240" cy="5040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2" name="Ink 121">
                  <a:extLst>
                    <a:ext uri="{FF2B5EF4-FFF2-40B4-BE49-F238E27FC236}">
                      <a16:creationId xmlns:a16="http://schemas.microsoft.com/office/drawing/2014/main" id="{B1340C8D-C92A-6111-D329-6C9E64F37830}"/>
                    </a:ext>
                  </a:extLst>
                </p14:cNvPr>
                <p14:cNvContentPartPr/>
                <p14:nvPr/>
              </p14:nvContentPartPr>
              <p14:xfrm>
                <a:off x="5416665" y="4266600"/>
                <a:ext cx="286200" cy="264600"/>
              </p14:xfrm>
            </p:contentPart>
          </mc:Choice>
          <mc:Fallback xmlns="">
            <p:pic>
              <p:nvPicPr>
                <p:cNvPr id="122" name="Ink 121">
                  <a:extLst>
                    <a:ext uri="{FF2B5EF4-FFF2-40B4-BE49-F238E27FC236}">
                      <a16:creationId xmlns:a16="http://schemas.microsoft.com/office/drawing/2014/main" id="{B1340C8D-C92A-6111-D329-6C9E64F37830}"/>
                    </a:ext>
                  </a:extLst>
                </p:cNvPr>
                <p:cNvPicPr/>
                <p:nvPr/>
              </p:nvPicPr>
              <p:blipFill>
                <a:blip r:embed="rId187"/>
                <a:stretch>
                  <a:fillRect/>
                </a:stretch>
              </p:blipFill>
              <p:spPr>
                <a:xfrm>
                  <a:off x="5407665" y="4257600"/>
                  <a:ext cx="30384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3" name="Ink 122">
                  <a:extLst>
                    <a:ext uri="{FF2B5EF4-FFF2-40B4-BE49-F238E27FC236}">
                      <a16:creationId xmlns:a16="http://schemas.microsoft.com/office/drawing/2014/main" id="{99BB89CB-266F-3657-4053-2BC7F02AE0B6}"/>
                    </a:ext>
                  </a:extLst>
                </p14:cNvPr>
                <p14:cNvContentPartPr/>
                <p14:nvPr/>
              </p14:nvContentPartPr>
              <p14:xfrm>
                <a:off x="5792505" y="4447320"/>
                <a:ext cx="109080" cy="515160"/>
              </p14:xfrm>
            </p:contentPart>
          </mc:Choice>
          <mc:Fallback xmlns="">
            <p:pic>
              <p:nvPicPr>
                <p:cNvPr id="123" name="Ink 122">
                  <a:extLst>
                    <a:ext uri="{FF2B5EF4-FFF2-40B4-BE49-F238E27FC236}">
                      <a16:creationId xmlns:a16="http://schemas.microsoft.com/office/drawing/2014/main" id="{99BB89CB-266F-3657-4053-2BC7F02AE0B6}"/>
                    </a:ext>
                  </a:extLst>
                </p:cNvPr>
                <p:cNvPicPr/>
                <p:nvPr/>
              </p:nvPicPr>
              <p:blipFill>
                <a:blip r:embed="rId189"/>
                <a:stretch>
                  <a:fillRect/>
                </a:stretch>
              </p:blipFill>
              <p:spPr>
                <a:xfrm>
                  <a:off x="5783865" y="4438320"/>
                  <a:ext cx="126720" cy="5328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5" name="Ink 124">
                  <a:extLst>
                    <a:ext uri="{FF2B5EF4-FFF2-40B4-BE49-F238E27FC236}">
                      <a16:creationId xmlns:a16="http://schemas.microsoft.com/office/drawing/2014/main" id="{DB1FAA8D-C311-9328-DD95-336521AA551C}"/>
                    </a:ext>
                  </a:extLst>
                </p14:cNvPr>
                <p14:cNvContentPartPr/>
                <p14:nvPr/>
              </p14:nvContentPartPr>
              <p14:xfrm>
                <a:off x="6248625" y="4594560"/>
                <a:ext cx="347760" cy="322200"/>
              </p14:xfrm>
            </p:contentPart>
          </mc:Choice>
          <mc:Fallback xmlns="">
            <p:pic>
              <p:nvPicPr>
                <p:cNvPr id="125" name="Ink 124">
                  <a:extLst>
                    <a:ext uri="{FF2B5EF4-FFF2-40B4-BE49-F238E27FC236}">
                      <a16:creationId xmlns:a16="http://schemas.microsoft.com/office/drawing/2014/main" id="{DB1FAA8D-C311-9328-DD95-336521AA551C}"/>
                    </a:ext>
                  </a:extLst>
                </p:cNvPr>
                <p:cNvPicPr/>
                <p:nvPr/>
              </p:nvPicPr>
              <p:blipFill>
                <a:blip r:embed="rId191"/>
                <a:stretch>
                  <a:fillRect/>
                </a:stretch>
              </p:blipFill>
              <p:spPr>
                <a:xfrm>
                  <a:off x="6239625" y="4585920"/>
                  <a:ext cx="36540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6" name="Ink 125">
                  <a:extLst>
                    <a:ext uri="{FF2B5EF4-FFF2-40B4-BE49-F238E27FC236}">
                      <a16:creationId xmlns:a16="http://schemas.microsoft.com/office/drawing/2014/main" id="{16657FDD-20CC-BF33-2457-6DCB98CCF1A3}"/>
                    </a:ext>
                  </a:extLst>
                </p14:cNvPr>
                <p14:cNvContentPartPr/>
                <p14:nvPr/>
              </p14:nvContentPartPr>
              <p14:xfrm>
                <a:off x="6749385" y="4846560"/>
                <a:ext cx="17640" cy="56880"/>
              </p14:xfrm>
            </p:contentPart>
          </mc:Choice>
          <mc:Fallback xmlns="">
            <p:pic>
              <p:nvPicPr>
                <p:cNvPr id="126" name="Ink 125">
                  <a:extLst>
                    <a:ext uri="{FF2B5EF4-FFF2-40B4-BE49-F238E27FC236}">
                      <a16:creationId xmlns:a16="http://schemas.microsoft.com/office/drawing/2014/main" id="{16657FDD-20CC-BF33-2457-6DCB98CCF1A3}"/>
                    </a:ext>
                  </a:extLst>
                </p:cNvPr>
                <p:cNvPicPr/>
                <p:nvPr/>
              </p:nvPicPr>
              <p:blipFill>
                <a:blip r:embed="rId193"/>
                <a:stretch>
                  <a:fillRect/>
                </a:stretch>
              </p:blipFill>
              <p:spPr>
                <a:xfrm>
                  <a:off x="6740385" y="4837920"/>
                  <a:ext cx="35280" cy="74520"/>
                </a:xfrm>
                <a:prstGeom prst="rect">
                  <a:avLst/>
                </a:prstGeom>
              </p:spPr>
            </p:pic>
          </mc:Fallback>
        </mc:AlternateContent>
      </p:grpSp>
      <p:grpSp>
        <p:nvGrpSpPr>
          <p:cNvPr id="147" name="Group 146">
            <a:extLst>
              <a:ext uri="{FF2B5EF4-FFF2-40B4-BE49-F238E27FC236}">
                <a16:creationId xmlns:a16="http://schemas.microsoft.com/office/drawing/2014/main" id="{EA898067-73B8-7575-7279-8217D98D9680}"/>
              </a:ext>
            </a:extLst>
          </p:cNvPr>
          <p:cNvGrpSpPr/>
          <p:nvPr/>
        </p:nvGrpSpPr>
        <p:grpSpPr>
          <a:xfrm>
            <a:off x="7302345" y="4192800"/>
            <a:ext cx="4606920" cy="583200"/>
            <a:chOff x="7302345" y="4192800"/>
            <a:chExt cx="4606920" cy="583200"/>
          </a:xfrm>
        </p:grpSpPr>
        <mc:AlternateContent xmlns:mc="http://schemas.openxmlformats.org/markup-compatibility/2006" xmlns:p14="http://schemas.microsoft.com/office/powerpoint/2010/main">
          <mc:Choice Requires="p14">
            <p:contentPart p14:bwMode="auto" r:id="rId194">
              <p14:nvContentPartPr>
                <p14:cNvPr id="127" name="Ink 126">
                  <a:extLst>
                    <a:ext uri="{FF2B5EF4-FFF2-40B4-BE49-F238E27FC236}">
                      <a16:creationId xmlns:a16="http://schemas.microsoft.com/office/drawing/2014/main" id="{C4C73D92-961B-2028-C941-59306C5F3630}"/>
                    </a:ext>
                  </a:extLst>
                </p14:cNvPr>
                <p14:cNvContentPartPr/>
                <p14:nvPr/>
              </p14:nvContentPartPr>
              <p14:xfrm>
                <a:off x="7302345" y="4438320"/>
                <a:ext cx="444960" cy="97200"/>
              </p14:xfrm>
            </p:contentPart>
          </mc:Choice>
          <mc:Fallback xmlns="">
            <p:pic>
              <p:nvPicPr>
                <p:cNvPr id="127" name="Ink 126">
                  <a:extLst>
                    <a:ext uri="{FF2B5EF4-FFF2-40B4-BE49-F238E27FC236}">
                      <a16:creationId xmlns:a16="http://schemas.microsoft.com/office/drawing/2014/main" id="{C4C73D92-961B-2028-C941-59306C5F3630}"/>
                    </a:ext>
                  </a:extLst>
                </p:cNvPr>
                <p:cNvPicPr/>
                <p:nvPr/>
              </p:nvPicPr>
              <p:blipFill>
                <a:blip r:embed="rId195"/>
                <a:stretch>
                  <a:fillRect/>
                </a:stretch>
              </p:blipFill>
              <p:spPr>
                <a:xfrm>
                  <a:off x="7293705" y="4429320"/>
                  <a:ext cx="4626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8" name="Ink 127">
                  <a:extLst>
                    <a:ext uri="{FF2B5EF4-FFF2-40B4-BE49-F238E27FC236}">
                      <a16:creationId xmlns:a16="http://schemas.microsoft.com/office/drawing/2014/main" id="{F14D13AF-C72D-E1C1-6847-51EAB6AE2449}"/>
                    </a:ext>
                  </a:extLst>
                </p14:cNvPr>
                <p14:cNvContentPartPr/>
                <p14:nvPr/>
              </p14:nvContentPartPr>
              <p14:xfrm>
                <a:off x="7412145" y="4373520"/>
                <a:ext cx="172800" cy="299880"/>
              </p14:xfrm>
            </p:contentPart>
          </mc:Choice>
          <mc:Fallback xmlns="">
            <p:pic>
              <p:nvPicPr>
                <p:cNvPr id="128" name="Ink 127">
                  <a:extLst>
                    <a:ext uri="{FF2B5EF4-FFF2-40B4-BE49-F238E27FC236}">
                      <a16:creationId xmlns:a16="http://schemas.microsoft.com/office/drawing/2014/main" id="{F14D13AF-C72D-E1C1-6847-51EAB6AE2449}"/>
                    </a:ext>
                  </a:extLst>
                </p:cNvPr>
                <p:cNvPicPr/>
                <p:nvPr/>
              </p:nvPicPr>
              <p:blipFill>
                <a:blip r:embed="rId197"/>
                <a:stretch>
                  <a:fillRect/>
                </a:stretch>
              </p:blipFill>
              <p:spPr>
                <a:xfrm>
                  <a:off x="7403505" y="4364520"/>
                  <a:ext cx="19044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9" name="Ink 128">
                  <a:extLst>
                    <a:ext uri="{FF2B5EF4-FFF2-40B4-BE49-F238E27FC236}">
                      <a16:creationId xmlns:a16="http://schemas.microsoft.com/office/drawing/2014/main" id="{3DF0D3F1-9908-1E90-D8C7-ED252F0F2F45}"/>
                    </a:ext>
                  </a:extLst>
                </p14:cNvPr>
                <p14:cNvContentPartPr/>
                <p14:nvPr/>
              </p14:nvContentPartPr>
              <p14:xfrm>
                <a:off x="7664505" y="4352640"/>
                <a:ext cx="265320" cy="393840"/>
              </p14:xfrm>
            </p:contentPart>
          </mc:Choice>
          <mc:Fallback xmlns="">
            <p:pic>
              <p:nvPicPr>
                <p:cNvPr id="129" name="Ink 128">
                  <a:extLst>
                    <a:ext uri="{FF2B5EF4-FFF2-40B4-BE49-F238E27FC236}">
                      <a16:creationId xmlns:a16="http://schemas.microsoft.com/office/drawing/2014/main" id="{3DF0D3F1-9908-1E90-D8C7-ED252F0F2F45}"/>
                    </a:ext>
                  </a:extLst>
                </p:cNvPr>
                <p:cNvPicPr/>
                <p:nvPr/>
              </p:nvPicPr>
              <p:blipFill>
                <a:blip r:embed="rId199"/>
                <a:stretch>
                  <a:fillRect/>
                </a:stretch>
              </p:blipFill>
              <p:spPr>
                <a:xfrm>
                  <a:off x="7655505" y="4344000"/>
                  <a:ext cx="282960" cy="4114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0" name="Ink 129">
                  <a:extLst>
                    <a:ext uri="{FF2B5EF4-FFF2-40B4-BE49-F238E27FC236}">
                      <a16:creationId xmlns:a16="http://schemas.microsoft.com/office/drawing/2014/main" id="{A048DA78-A01A-953D-A980-8D93F85CDFE8}"/>
                    </a:ext>
                  </a:extLst>
                </p14:cNvPr>
                <p14:cNvContentPartPr/>
                <p14:nvPr/>
              </p14:nvContentPartPr>
              <p14:xfrm>
                <a:off x="8228265" y="4495920"/>
                <a:ext cx="60840" cy="35280"/>
              </p14:xfrm>
            </p:contentPart>
          </mc:Choice>
          <mc:Fallback xmlns="">
            <p:pic>
              <p:nvPicPr>
                <p:cNvPr id="130" name="Ink 129">
                  <a:extLst>
                    <a:ext uri="{FF2B5EF4-FFF2-40B4-BE49-F238E27FC236}">
                      <a16:creationId xmlns:a16="http://schemas.microsoft.com/office/drawing/2014/main" id="{A048DA78-A01A-953D-A980-8D93F85CDFE8}"/>
                    </a:ext>
                  </a:extLst>
                </p:cNvPr>
                <p:cNvPicPr/>
                <p:nvPr/>
              </p:nvPicPr>
              <p:blipFill>
                <a:blip r:embed="rId201"/>
                <a:stretch>
                  <a:fillRect/>
                </a:stretch>
              </p:blipFill>
              <p:spPr>
                <a:xfrm>
                  <a:off x="8219625" y="4486920"/>
                  <a:ext cx="784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1" name="Ink 130">
                  <a:extLst>
                    <a:ext uri="{FF2B5EF4-FFF2-40B4-BE49-F238E27FC236}">
                      <a16:creationId xmlns:a16="http://schemas.microsoft.com/office/drawing/2014/main" id="{1C868F64-D38C-0EC8-079F-F93721218535}"/>
                    </a:ext>
                  </a:extLst>
                </p14:cNvPr>
                <p14:cNvContentPartPr/>
                <p14:nvPr/>
              </p14:nvContentPartPr>
              <p14:xfrm>
                <a:off x="8397825" y="4340400"/>
                <a:ext cx="210240" cy="302760"/>
              </p14:xfrm>
            </p:contentPart>
          </mc:Choice>
          <mc:Fallback xmlns="">
            <p:pic>
              <p:nvPicPr>
                <p:cNvPr id="131" name="Ink 130">
                  <a:extLst>
                    <a:ext uri="{FF2B5EF4-FFF2-40B4-BE49-F238E27FC236}">
                      <a16:creationId xmlns:a16="http://schemas.microsoft.com/office/drawing/2014/main" id="{1C868F64-D38C-0EC8-079F-F93721218535}"/>
                    </a:ext>
                  </a:extLst>
                </p:cNvPr>
                <p:cNvPicPr/>
                <p:nvPr/>
              </p:nvPicPr>
              <p:blipFill>
                <a:blip r:embed="rId203"/>
                <a:stretch>
                  <a:fillRect/>
                </a:stretch>
              </p:blipFill>
              <p:spPr>
                <a:xfrm>
                  <a:off x="8389185" y="4331760"/>
                  <a:ext cx="22788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2" name="Ink 131">
                  <a:extLst>
                    <a:ext uri="{FF2B5EF4-FFF2-40B4-BE49-F238E27FC236}">
                      <a16:creationId xmlns:a16="http://schemas.microsoft.com/office/drawing/2014/main" id="{C95836EC-1AD5-86E3-B0BD-B7E210BD15D3}"/>
                    </a:ext>
                  </a:extLst>
                </p14:cNvPr>
                <p14:cNvContentPartPr/>
                <p14:nvPr/>
              </p14:nvContentPartPr>
              <p14:xfrm>
                <a:off x="8792745" y="4400160"/>
                <a:ext cx="259920" cy="253800"/>
              </p14:xfrm>
            </p:contentPart>
          </mc:Choice>
          <mc:Fallback xmlns="">
            <p:pic>
              <p:nvPicPr>
                <p:cNvPr id="132" name="Ink 131">
                  <a:extLst>
                    <a:ext uri="{FF2B5EF4-FFF2-40B4-BE49-F238E27FC236}">
                      <a16:creationId xmlns:a16="http://schemas.microsoft.com/office/drawing/2014/main" id="{C95836EC-1AD5-86E3-B0BD-B7E210BD15D3}"/>
                    </a:ext>
                  </a:extLst>
                </p:cNvPr>
                <p:cNvPicPr/>
                <p:nvPr/>
              </p:nvPicPr>
              <p:blipFill>
                <a:blip r:embed="rId205"/>
                <a:stretch>
                  <a:fillRect/>
                </a:stretch>
              </p:blipFill>
              <p:spPr>
                <a:xfrm>
                  <a:off x="8784105" y="4391160"/>
                  <a:ext cx="27756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3" name="Ink 132">
                  <a:extLst>
                    <a:ext uri="{FF2B5EF4-FFF2-40B4-BE49-F238E27FC236}">
                      <a16:creationId xmlns:a16="http://schemas.microsoft.com/office/drawing/2014/main" id="{B2C8D375-3CEF-5615-6E66-2E772C4ABA81}"/>
                    </a:ext>
                  </a:extLst>
                </p14:cNvPr>
                <p14:cNvContentPartPr/>
                <p14:nvPr/>
              </p14:nvContentPartPr>
              <p14:xfrm>
                <a:off x="9240945" y="4258680"/>
                <a:ext cx="378720" cy="390600"/>
              </p14:xfrm>
            </p:contentPart>
          </mc:Choice>
          <mc:Fallback xmlns="">
            <p:pic>
              <p:nvPicPr>
                <p:cNvPr id="133" name="Ink 132">
                  <a:extLst>
                    <a:ext uri="{FF2B5EF4-FFF2-40B4-BE49-F238E27FC236}">
                      <a16:creationId xmlns:a16="http://schemas.microsoft.com/office/drawing/2014/main" id="{B2C8D375-3CEF-5615-6E66-2E772C4ABA81}"/>
                    </a:ext>
                  </a:extLst>
                </p:cNvPr>
                <p:cNvPicPr/>
                <p:nvPr/>
              </p:nvPicPr>
              <p:blipFill>
                <a:blip r:embed="rId207"/>
                <a:stretch>
                  <a:fillRect/>
                </a:stretch>
              </p:blipFill>
              <p:spPr>
                <a:xfrm>
                  <a:off x="9231945" y="4250040"/>
                  <a:ext cx="396360" cy="4082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4" name="Ink 133">
                  <a:extLst>
                    <a:ext uri="{FF2B5EF4-FFF2-40B4-BE49-F238E27FC236}">
                      <a16:creationId xmlns:a16="http://schemas.microsoft.com/office/drawing/2014/main" id="{4FB9AEDA-15CD-F678-FCC7-D2A84BE3D341}"/>
                    </a:ext>
                  </a:extLst>
                </p14:cNvPr>
                <p14:cNvContentPartPr/>
                <p14:nvPr/>
              </p14:nvContentPartPr>
              <p14:xfrm>
                <a:off x="9699225" y="4496640"/>
                <a:ext cx="314640" cy="214200"/>
              </p14:xfrm>
            </p:contentPart>
          </mc:Choice>
          <mc:Fallback xmlns="">
            <p:pic>
              <p:nvPicPr>
                <p:cNvPr id="134" name="Ink 133">
                  <a:extLst>
                    <a:ext uri="{FF2B5EF4-FFF2-40B4-BE49-F238E27FC236}">
                      <a16:creationId xmlns:a16="http://schemas.microsoft.com/office/drawing/2014/main" id="{4FB9AEDA-15CD-F678-FCC7-D2A84BE3D341}"/>
                    </a:ext>
                  </a:extLst>
                </p:cNvPr>
                <p:cNvPicPr/>
                <p:nvPr/>
              </p:nvPicPr>
              <p:blipFill>
                <a:blip r:embed="rId209"/>
                <a:stretch>
                  <a:fillRect/>
                </a:stretch>
              </p:blipFill>
              <p:spPr>
                <a:xfrm>
                  <a:off x="9690585" y="4487640"/>
                  <a:ext cx="3322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5" name="Ink 134">
                  <a:extLst>
                    <a:ext uri="{FF2B5EF4-FFF2-40B4-BE49-F238E27FC236}">
                      <a16:creationId xmlns:a16="http://schemas.microsoft.com/office/drawing/2014/main" id="{4BA1A83D-52A3-A8AD-DFED-6063C24C53AD}"/>
                    </a:ext>
                  </a:extLst>
                </p14:cNvPr>
                <p14:cNvContentPartPr/>
                <p14:nvPr/>
              </p14:nvContentPartPr>
              <p14:xfrm>
                <a:off x="10072905" y="4424640"/>
                <a:ext cx="488520" cy="150840"/>
              </p14:xfrm>
            </p:contentPart>
          </mc:Choice>
          <mc:Fallback xmlns="">
            <p:pic>
              <p:nvPicPr>
                <p:cNvPr id="135" name="Ink 134">
                  <a:extLst>
                    <a:ext uri="{FF2B5EF4-FFF2-40B4-BE49-F238E27FC236}">
                      <a16:creationId xmlns:a16="http://schemas.microsoft.com/office/drawing/2014/main" id="{4BA1A83D-52A3-A8AD-DFED-6063C24C53AD}"/>
                    </a:ext>
                  </a:extLst>
                </p:cNvPr>
                <p:cNvPicPr/>
                <p:nvPr/>
              </p:nvPicPr>
              <p:blipFill>
                <a:blip r:embed="rId211"/>
                <a:stretch>
                  <a:fillRect/>
                </a:stretch>
              </p:blipFill>
              <p:spPr>
                <a:xfrm>
                  <a:off x="10064265" y="4416000"/>
                  <a:ext cx="5061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6" name="Ink 135">
                  <a:extLst>
                    <a:ext uri="{FF2B5EF4-FFF2-40B4-BE49-F238E27FC236}">
                      <a16:creationId xmlns:a16="http://schemas.microsoft.com/office/drawing/2014/main" id="{5B51DC8C-36A5-D476-8F8B-2D95A24A1664}"/>
                    </a:ext>
                  </a:extLst>
                </p14:cNvPr>
                <p14:cNvContentPartPr/>
                <p14:nvPr/>
              </p14:nvContentPartPr>
              <p14:xfrm>
                <a:off x="10164345" y="4222320"/>
                <a:ext cx="276840" cy="553680"/>
              </p14:xfrm>
            </p:contentPart>
          </mc:Choice>
          <mc:Fallback xmlns="">
            <p:pic>
              <p:nvPicPr>
                <p:cNvPr id="136" name="Ink 135">
                  <a:extLst>
                    <a:ext uri="{FF2B5EF4-FFF2-40B4-BE49-F238E27FC236}">
                      <a16:creationId xmlns:a16="http://schemas.microsoft.com/office/drawing/2014/main" id="{5B51DC8C-36A5-D476-8F8B-2D95A24A1664}"/>
                    </a:ext>
                  </a:extLst>
                </p:cNvPr>
                <p:cNvPicPr/>
                <p:nvPr/>
              </p:nvPicPr>
              <p:blipFill>
                <a:blip r:embed="rId213"/>
                <a:stretch>
                  <a:fillRect/>
                </a:stretch>
              </p:blipFill>
              <p:spPr>
                <a:xfrm>
                  <a:off x="10155705" y="4213680"/>
                  <a:ext cx="294480" cy="5713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9" name="Ink 138">
                  <a:extLst>
                    <a:ext uri="{FF2B5EF4-FFF2-40B4-BE49-F238E27FC236}">
                      <a16:creationId xmlns:a16="http://schemas.microsoft.com/office/drawing/2014/main" id="{AFFAA530-2F3D-5BA3-86D4-D9E46C8508EF}"/>
                    </a:ext>
                  </a:extLst>
                </p14:cNvPr>
                <p14:cNvContentPartPr/>
                <p14:nvPr/>
              </p14:nvContentPartPr>
              <p14:xfrm>
                <a:off x="10668705" y="4192800"/>
                <a:ext cx="177120" cy="361440"/>
              </p14:xfrm>
            </p:contentPart>
          </mc:Choice>
          <mc:Fallback xmlns="">
            <p:pic>
              <p:nvPicPr>
                <p:cNvPr id="139" name="Ink 138">
                  <a:extLst>
                    <a:ext uri="{FF2B5EF4-FFF2-40B4-BE49-F238E27FC236}">
                      <a16:creationId xmlns:a16="http://schemas.microsoft.com/office/drawing/2014/main" id="{AFFAA530-2F3D-5BA3-86D4-D9E46C8508EF}"/>
                    </a:ext>
                  </a:extLst>
                </p:cNvPr>
                <p:cNvPicPr/>
                <p:nvPr/>
              </p:nvPicPr>
              <p:blipFill>
                <a:blip r:embed="rId215"/>
                <a:stretch>
                  <a:fillRect/>
                </a:stretch>
              </p:blipFill>
              <p:spPr>
                <a:xfrm>
                  <a:off x="10659705" y="4183800"/>
                  <a:ext cx="19476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0" name="Ink 139">
                  <a:extLst>
                    <a:ext uri="{FF2B5EF4-FFF2-40B4-BE49-F238E27FC236}">
                      <a16:creationId xmlns:a16="http://schemas.microsoft.com/office/drawing/2014/main" id="{5056F1C1-34E3-CF92-7EE0-94FF838ECBA1}"/>
                    </a:ext>
                  </a:extLst>
                </p14:cNvPr>
                <p14:cNvContentPartPr/>
                <p14:nvPr/>
              </p14:nvContentPartPr>
              <p14:xfrm>
                <a:off x="11018265" y="4396200"/>
                <a:ext cx="28800" cy="23040"/>
              </p14:xfrm>
            </p:contentPart>
          </mc:Choice>
          <mc:Fallback xmlns="">
            <p:pic>
              <p:nvPicPr>
                <p:cNvPr id="140" name="Ink 139">
                  <a:extLst>
                    <a:ext uri="{FF2B5EF4-FFF2-40B4-BE49-F238E27FC236}">
                      <a16:creationId xmlns:a16="http://schemas.microsoft.com/office/drawing/2014/main" id="{5056F1C1-34E3-CF92-7EE0-94FF838ECBA1}"/>
                    </a:ext>
                  </a:extLst>
                </p:cNvPr>
                <p:cNvPicPr/>
                <p:nvPr/>
              </p:nvPicPr>
              <p:blipFill>
                <a:blip r:embed="rId217"/>
                <a:stretch>
                  <a:fillRect/>
                </a:stretch>
              </p:blipFill>
              <p:spPr>
                <a:xfrm>
                  <a:off x="11009625" y="4387200"/>
                  <a:ext cx="464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1" name="Ink 140">
                  <a:extLst>
                    <a:ext uri="{FF2B5EF4-FFF2-40B4-BE49-F238E27FC236}">
                      <a16:creationId xmlns:a16="http://schemas.microsoft.com/office/drawing/2014/main" id="{46A47105-66BF-8805-2DC9-27CD7F5951AB}"/>
                    </a:ext>
                  </a:extLst>
                </p14:cNvPr>
                <p14:cNvContentPartPr/>
                <p14:nvPr/>
              </p14:nvContentPartPr>
              <p14:xfrm>
                <a:off x="11231025" y="4268400"/>
                <a:ext cx="15120" cy="1440"/>
              </p14:xfrm>
            </p:contentPart>
          </mc:Choice>
          <mc:Fallback xmlns="">
            <p:pic>
              <p:nvPicPr>
                <p:cNvPr id="141" name="Ink 140">
                  <a:extLst>
                    <a:ext uri="{FF2B5EF4-FFF2-40B4-BE49-F238E27FC236}">
                      <a16:creationId xmlns:a16="http://schemas.microsoft.com/office/drawing/2014/main" id="{46A47105-66BF-8805-2DC9-27CD7F5951AB}"/>
                    </a:ext>
                  </a:extLst>
                </p:cNvPr>
                <p:cNvPicPr/>
                <p:nvPr/>
              </p:nvPicPr>
              <p:blipFill>
                <a:blip r:embed="rId219"/>
                <a:stretch>
                  <a:fillRect/>
                </a:stretch>
              </p:blipFill>
              <p:spPr>
                <a:xfrm>
                  <a:off x="11222025" y="4259760"/>
                  <a:ext cx="3276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2" name="Ink 141">
                  <a:extLst>
                    <a:ext uri="{FF2B5EF4-FFF2-40B4-BE49-F238E27FC236}">
                      <a16:creationId xmlns:a16="http://schemas.microsoft.com/office/drawing/2014/main" id="{A20A4F76-EDFA-BB91-E595-DF62E9FDD2AC}"/>
                    </a:ext>
                  </a:extLst>
                </p14:cNvPr>
                <p14:cNvContentPartPr/>
                <p14:nvPr/>
              </p14:nvContentPartPr>
              <p14:xfrm>
                <a:off x="11241825" y="4223040"/>
                <a:ext cx="260280" cy="367560"/>
              </p14:xfrm>
            </p:contentPart>
          </mc:Choice>
          <mc:Fallback xmlns="">
            <p:pic>
              <p:nvPicPr>
                <p:cNvPr id="142" name="Ink 141">
                  <a:extLst>
                    <a:ext uri="{FF2B5EF4-FFF2-40B4-BE49-F238E27FC236}">
                      <a16:creationId xmlns:a16="http://schemas.microsoft.com/office/drawing/2014/main" id="{A20A4F76-EDFA-BB91-E595-DF62E9FDD2AC}"/>
                    </a:ext>
                  </a:extLst>
                </p:cNvPr>
                <p:cNvPicPr/>
                <p:nvPr/>
              </p:nvPicPr>
              <p:blipFill>
                <a:blip r:embed="rId221"/>
                <a:stretch>
                  <a:fillRect/>
                </a:stretch>
              </p:blipFill>
              <p:spPr>
                <a:xfrm>
                  <a:off x="11232825" y="4214400"/>
                  <a:ext cx="27792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3" name="Ink 142">
                  <a:extLst>
                    <a:ext uri="{FF2B5EF4-FFF2-40B4-BE49-F238E27FC236}">
                      <a16:creationId xmlns:a16="http://schemas.microsoft.com/office/drawing/2014/main" id="{8C35E7A9-3331-A7A3-554A-8FB5423C5A9F}"/>
                    </a:ext>
                  </a:extLst>
                </p14:cNvPr>
                <p14:cNvContentPartPr/>
                <p14:nvPr/>
              </p14:nvContentPartPr>
              <p14:xfrm>
                <a:off x="11038785" y="4284960"/>
                <a:ext cx="119520" cy="362520"/>
              </p14:xfrm>
            </p:contentPart>
          </mc:Choice>
          <mc:Fallback xmlns="">
            <p:pic>
              <p:nvPicPr>
                <p:cNvPr id="143" name="Ink 142">
                  <a:extLst>
                    <a:ext uri="{FF2B5EF4-FFF2-40B4-BE49-F238E27FC236}">
                      <a16:creationId xmlns:a16="http://schemas.microsoft.com/office/drawing/2014/main" id="{8C35E7A9-3331-A7A3-554A-8FB5423C5A9F}"/>
                    </a:ext>
                  </a:extLst>
                </p:cNvPr>
                <p:cNvPicPr/>
                <p:nvPr/>
              </p:nvPicPr>
              <p:blipFill>
                <a:blip r:embed="rId223"/>
                <a:stretch>
                  <a:fillRect/>
                </a:stretch>
              </p:blipFill>
              <p:spPr>
                <a:xfrm>
                  <a:off x="11030145" y="4275960"/>
                  <a:ext cx="13716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4" name="Ink 143">
                  <a:extLst>
                    <a:ext uri="{FF2B5EF4-FFF2-40B4-BE49-F238E27FC236}">
                      <a16:creationId xmlns:a16="http://schemas.microsoft.com/office/drawing/2014/main" id="{4384B2F9-0D16-4FA3-64F2-E5734007DF25}"/>
                    </a:ext>
                  </a:extLst>
                </p14:cNvPr>
                <p14:cNvContentPartPr/>
                <p14:nvPr/>
              </p14:nvContentPartPr>
              <p14:xfrm>
                <a:off x="11594265" y="4253280"/>
                <a:ext cx="115920" cy="274680"/>
              </p14:xfrm>
            </p:contentPart>
          </mc:Choice>
          <mc:Fallback xmlns="">
            <p:pic>
              <p:nvPicPr>
                <p:cNvPr id="144" name="Ink 143">
                  <a:extLst>
                    <a:ext uri="{FF2B5EF4-FFF2-40B4-BE49-F238E27FC236}">
                      <a16:creationId xmlns:a16="http://schemas.microsoft.com/office/drawing/2014/main" id="{4384B2F9-0D16-4FA3-64F2-E5734007DF25}"/>
                    </a:ext>
                  </a:extLst>
                </p:cNvPr>
                <p:cNvPicPr/>
                <p:nvPr/>
              </p:nvPicPr>
              <p:blipFill>
                <a:blip r:embed="rId225"/>
                <a:stretch>
                  <a:fillRect/>
                </a:stretch>
              </p:blipFill>
              <p:spPr>
                <a:xfrm>
                  <a:off x="11585625" y="4244280"/>
                  <a:ext cx="13356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5" name="Ink 144">
                  <a:extLst>
                    <a:ext uri="{FF2B5EF4-FFF2-40B4-BE49-F238E27FC236}">
                      <a16:creationId xmlns:a16="http://schemas.microsoft.com/office/drawing/2014/main" id="{FF9B8FA2-D0F1-EC59-A550-40D87C0A2677}"/>
                    </a:ext>
                  </a:extLst>
                </p14:cNvPr>
                <p14:cNvContentPartPr/>
                <p14:nvPr/>
              </p14:nvContentPartPr>
              <p14:xfrm>
                <a:off x="11726025" y="4415640"/>
                <a:ext cx="99720" cy="215280"/>
              </p14:xfrm>
            </p:contentPart>
          </mc:Choice>
          <mc:Fallback xmlns="">
            <p:pic>
              <p:nvPicPr>
                <p:cNvPr id="145" name="Ink 144">
                  <a:extLst>
                    <a:ext uri="{FF2B5EF4-FFF2-40B4-BE49-F238E27FC236}">
                      <a16:creationId xmlns:a16="http://schemas.microsoft.com/office/drawing/2014/main" id="{FF9B8FA2-D0F1-EC59-A550-40D87C0A2677}"/>
                    </a:ext>
                  </a:extLst>
                </p:cNvPr>
                <p:cNvPicPr/>
                <p:nvPr/>
              </p:nvPicPr>
              <p:blipFill>
                <a:blip r:embed="rId227"/>
                <a:stretch>
                  <a:fillRect/>
                </a:stretch>
              </p:blipFill>
              <p:spPr>
                <a:xfrm>
                  <a:off x="11717025" y="4406640"/>
                  <a:ext cx="11736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6" name="Ink 145">
                  <a:extLst>
                    <a:ext uri="{FF2B5EF4-FFF2-40B4-BE49-F238E27FC236}">
                      <a16:creationId xmlns:a16="http://schemas.microsoft.com/office/drawing/2014/main" id="{EB6CF8C4-A578-7678-3E0D-3B709FFF869C}"/>
                    </a:ext>
                  </a:extLst>
                </p14:cNvPr>
                <p14:cNvContentPartPr/>
                <p14:nvPr/>
              </p14:nvContentPartPr>
              <p14:xfrm>
                <a:off x="11877945" y="4624440"/>
                <a:ext cx="31320" cy="10800"/>
              </p14:xfrm>
            </p:contentPart>
          </mc:Choice>
          <mc:Fallback xmlns="">
            <p:pic>
              <p:nvPicPr>
                <p:cNvPr id="146" name="Ink 145">
                  <a:extLst>
                    <a:ext uri="{FF2B5EF4-FFF2-40B4-BE49-F238E27FC236}">
                      <a16:creationId xmlns:a16="http://schemas.microsoft.com/office/drawing/2014/main" id="{EB6CF8C4-A578-7678-3E0D-3B709FFF869C}"/>
                    </a:ext>
                  </a:extLst>
                </p:cNvPr>
                <p:cNvPicPr/>
                <p:nvPr/>
              </p:nvPicPr>
              <p:blipFill>
                <a:blip r:embed="rId229"/>
                <a:stretch>
                  <a:fillRect/>
                </a:stretch>
              </p:blipFill>
              <p:spPr>
                <a:xfrm>
                  <a:off x="11868945" y="4615440"/>
                  <a:ext cx="48960" cy="28440"/>
                </a:xfrm>
                <a:prstGeom prst="rect">
                  <a:avLst/>
                </a:prstGeom>
              </p:spPr>
            </p:pic>
          </mc:Fallback>
        </mc:AlternateContent>
      </p:grpSp>
      <p:grpSp>
        <p:nvGrpSpPr>
          <p:cNvPr id="157" name="Group 156">
            <a:extLst>
              <a:ext uri="{FF2B5EF4-FFF2-40B4-BE49-F238E27FC236}">
                <a16:creationId xmlns:a16="http://schemas.microsoft.com/office/drawing/2014/main" id="{DF6372E7-88A0-09D8-E8E1-D3376B1A76E7}"/>
              </a:ext>
            </a:extLst>
          </p:cNvPr>
          <p:cNvGrpSpPr/>
          <p:nvPr/>
        </p:nvGrpSpPr>
        <p:grpSpPr>
          <a:xfrm>
            <a:off x="6772065" y="1884840"/>
            <a:ext cx="713520" cy="852120"/>
            <a:chOff x="6772065" y="1884840"/>
            <a:chExt cx="713520" cy="852120"/>
          </a:xfrm>
        </p:grpSpPr>
        <mc:AlternateContent xmlns:mc="http://schemas.openxmlformats.org/markup-compatibility/2006" xmlns:p14="http://schemas.microsoft.com/office/powerpoint/2010/main">
          <mc:Choice Requires="p14">
            <p:contentPart p14:bwMode="auto" r:id="rId230">
              <p14:nvContentPartPr>
                <p14:cNvPr id="148" name="Ink 147">
                  <a:extLst>
                    <a:ext uri="{FF2B5EF4-FFF2-40B4-BE49-F238E27FC236}">
                      <a16:creationId xmlns:a16="http://schemas.microsoft.com/office/drawing/2014/main" id="{AA792FC0-F76F-7EDF-2A58-56FB4835ED6D}"/>
                    </a:ext>
                  </a:extLst>
                </p14:cNvPr>
                <p14:cNvContentPartPr/>
                <p14:nvPr/>
              </p14:nvContentPartPr>
              <p14:xfrm>
                <a:off x="6795105" y="1884840"/>
                <a:ext cx="690480" cy="108360"/>
              </p14:xfrm>
            </p:contentPart>
          </mc:Choice>
          <mc:Fallback xmlns="">
            <p:pic>
              <p:nvPicPr>
                <p:cNvPr id="148" name="Ink 147">
                  <a:extLst>
                    <a:ext uri="{FF2B5EF4-FFF2-40B4-BE49-F238E27FC236}">
                      <a16:creationId xmlns:a16="http://schemas.microsoft.com/office/drawing/2014/main" id="{AA792FC0-F76F-7EDF-2A58-56FB4835ED6D}"/>
                    </a:ext>
                  </a:extLst>
                </p:cNvPr>
                <p:cNvPicPr/>
                <p:nvPr/>
              </p:nvPicPr>
              <p:blipFill>
                <a:blip r:embed="rId231"/>
                <a:stretch>
                  <a:fillRect/>
                </a:stretch>
              </p:blipFill>
              <p:spPr>
                <a:xfrm>
                  <a:off x="6786105" y="1876200"/>
                  <a:ext cx="708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9" name="Ink 148">
                  <a:extLst>
                    <a:ext uri="{FF2B5EF4-FFF2-40B4-BE49-F238E27FC236}">
                      <a16:creationId xmlns:a16="http://schemas.microsoft.com/office/drawing/2014/main" id="{2EB4172B-CE2A-6D4D-47EA-060D9985914A}"/>
                    </a:ext>
                  </a:extLst>
                </p14:cNvPr>
                <p14:cNvContentPartPr/>
                <p14:nvPr/>
              </p14:nvContentPartPr>
              <p14:xfrm>
                <a:off x="6772065" y="1897440"/>
                <a:ext cx="657720" cy="104400"/>
              </p14:xfrm>
            </p:contentPart>
          </mc:Choice>
          <mc:Fallback xmlns="">
            <p:pic>
              <p:nvPicPr>
                <p:cNvPr id="149" name="Ink 148">
                  <a:extLst>
                    <a:ext uri="{FF2B5EF4-FFF2-40B4-BE49-F238E27FC236}">
                      <a16:creationId xmlns:a16="http://schemas.microsoft.com/office/drawing/2014/main" id="{2EB4172B-CE2A-6D4D-47EA-060D9985914A}"/>
                    </a:ext>
                  </a:extLst>
                </p:cNvPr>
                <p:cNvPicPr/>
                <p:nvPr/>
              </p:nvPicPr>
              <p:blipFill>
                <a:blip r:embed="rId233"/>
                <a:stretch>
                  <a:fillRect/>
                </a:stretch>
              </p:blipFill>
              <p:spPr>
                <a:xfrm>
                  <a:off x="6763425" y="1888440"/>
                  <a:ext cx="6753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0" name="Ink 149">
                  <a:extLst>
                    <a:ext uri="{FF2B5EF4-FFF2-40B4-BE49-F238E27FC236}">
                      <a16:creationId xmlns:a16="http://schemas.microsoft.com/office/drawing/2014/main" id="{2541DEE8-FFC0-4931-E9D3-D59FF13EAA79}"/>
                    </a:ext>
                  </a:extLst>
                </p14:cNvPr>
                <p14:cNvContentPartPr/>
                <p14:nvPr/>
              </p14:nvContentPartPr>
              <p14:xfrm>
                <a:off x="7125225" y="1982760"/>
                <a:ext cx="138600" cy="14760"/>
              </p14:xfrm>
            </p:contentPart>
          </mc:Choice>
          <mc:Fallback xmlns="">
            <p:pic>
              <p:nvPicPr>
                <p:cNvPr id="150" name="Ink 149">
                  <a:extLst>
                    <a:ext uri="{FF2B5EF4-FFF2-40B4-BE49-F238E27FC236}">
                      <a16:creationId xmlns:a16="http://schemas.microsoft.com/office/drawing/2014/main" id="{2541DEE8-FFC0-4931-E9D3-D59FF13EAA79}"/>
                    </a:ext>
                  </a:extLst>
                </p:cNvPr>
                <p:cNvPicPr/>
                <p:nvPr/>
              </p:nvPicPr>
              <p:blipFill>
                <a:blip r:embed="rId235"/>
                <a:stretch>
                  <a:fillRect/>
                </a:stretch>
              </p:blipFill>
              <p:spPr>
                <a:xfrm>
                  <a:off x="7116585" y="1973760"/>
                  <a:ext cx="15624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1" name="Ink 150">
                  <a:extLst>
                    <a:ext uri="{FF2B5EF4-FFF2-40B4-BE49-F238E27FC236}">
                      <a16:creationId xmlns:a16="http://schemas.microsoft.com/office/drawing/2014/main" id="{CB5B3E5C-389B-679F-12C6-F4B35364F4D8}"/>
                    </a:ext>
                  </a:extLst>
                </p14:cNvPr>
                <p14:cNvContentPartPr/>
                <p14:nvPr/>
              </p14:nvContentPartPr>
              <p14:xfrm>
                <a:off x="7199385" y="1996080"/>
                <a:ext cx="20880" cy="679680"/>
              </p14:xfrm>
            </p:contentPart>
          </mc:Choice>
          <mc:Fallback xmlns="">
            <p:pic>
              <p:nvPicPr>
                <p:cNvPr id="151" name="Ink 150">
                  <a:extLst>
                    <a:ext uri="{FF2B5EF4-FFF2-40B4-BE49-F238E27FC236}">
                      <a16:creationId xmlns:a16="http://schemas.microsoft.com/office/drawing/2014/main" id="{CB5B3E5C-389B-679F-12C6-F4B35364F4D8}"/>
                    </a:ext>
                  </a:extLst>
                </p:cNvPr>
                <p:cNvPicPr/>
                <p:nvPr/>
              </p:nvPicPr>
              <p:blipFill>
                <a:blip r:embed="rId237"/>
                <a:stretch>
                  <a:fillRect/>
                </a:stretch>
              </p:blipFill>
              <p:spPr>
                <a:xfrm>
                  <a:off x="7190745" y="1987080"/>
                  <a:ext cx="38520" cy="6973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2" name="Ink 151">
                  <a:extLst>
                    <a:ext uri="{FF2B5EF4-FFF2-40B4-BE49-F238E27FC236}">
                      <a16:creationId xmlns:a16="http://schemas.microsoft.com/office/drawing/2014/main" id="{862C1727-3766-62CF-5712-2764DC3675E1}"/>
                    </a:ext>
                  </a:extLst>
                </p14:cNvPr>
                <p14:cNvContentPartPr/>
                <p14:nvPr/>
              </p14:nvContentPartPr>
              <p14:xfrm>
                <a:off x="7049985" y="2596920"/>
                <a:ext cx="104400" cy="136080"/>
              </p14:xfrm>
            </p:contentPart>
          </mc:Choice>
          <mc:Fallback xmlns="">
            <p:pic>
              <p:nvPicPr>
                <p:cNvPr id="152" name="Ink 151">
                  <a:extLst>
                    <a:ext uri="{FF2B5EF4-FFF2-40B4-BE49-F238E27FC236}">
                      <a16:creationId xmlns:a16="http://schemas.microsoft.com/office/drawing/2014/main" id="{862C1727-3766-62CF-5712-2764DC3675E1}"/>
                    </a:ext>
                  </a:extLst>
                </p:cNvPr>
                <p:cNvPicPr/>
                <p:nvPr/>
              </p:nvPicPr>
              <p:blipFill>
                <a:blip r:embed="rId239"/>
                <a:stretch>
                  <a:fillRect/>
                </a:stretch>
              </p:blipFill>
              <p:spPr>
                <a:xfrm>
                  <a:off x="7040985" y="2587920"/>
                  <a:ext cx="1220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3" name="Ink 152">
                  <a:extLst>
                    <a:ext uri="{FF2B5EF4-FFF2-40B4-BE49-F238E27FC236}">
                      <a16:creationId xmlns:a16="http://schemas.microsoft.com/office/drawing/2014/main" id="{9E7F460A-B3CD-A5A3-1526-7601F20E5D19}"/>
                    </a:ext>
                  </a:extLst>
                </p14:cNvPr>
                <p14:cNvContentPartPr/>
                <p14:nvPr/>
              </p14:nvContentPartPr>
              <p14:xfrm>
                <a:off x="7281825" y="2572080"/>
                <a:ext cx="155880" cy="164880"/>
              </p14:xfrm>
            </p:contentPart>
          </mc:Choice>
          <mc:Fallback xmlns="">
            <p:pic>
              <p:nvPicPr>
                <p:cNvPr id="153" name="Ink 152">
                  <a:extLst>
                    <a:ext uri="{FF2B5EF4-FFF2-40B4-BE49-F238E27FC236}">
                      <a16:creationId xmlns:a16="http://schemas.microsoft.com/office/drawing/2014/main" id="{9E7F460A-B3CD-A5A3-1526-7601F20E5D19}"/>
                    </a:ext>
                  </a:extLst>
                </p:cNvPr>
                <p:cNvPicPr/>
                <p:nvPr/>
              </p:nvPicPr>
              <p:blipFill>
                <a:blip r:embed="rId241"/>
                <a:stretch>
                  <a:fillRect/>
                </a:stretch>
              </p:blipFill>
              <p:spPr>
                <a:xfrm>
                  <a:off x="7273185" y="2563440"/>
                  <a:ext cx="173520" cy="182520"/>
                </a:xfrm>
                <a:prstGeom prst="rect">
                  <a:avLst/>
                </a:prstGeom>
              </p:spPr>
            </p:pic>
          </mc:Fallback>
        </mc:AlternateContent>
      </p:grpSp>
      <p:grpSp>
        <p:nvGrpSpPr>
          <p:cNvPr id="156" name="Group 155">
            <a:extLst>
              <a:ext uri="{FF2B5EF4-FFF2-40B4-BE49-F238E27FC236}">
                <a16:creationId xmlns:a16="http://schemas.microsoft.com/office/drawing/2014/main" id="{7D34534F-95D0-1D13-F012-7D43B83B0432}"/>
              </a:ext>
            </a:extLst>
          </p:cNvPr>
          <p:cNvGrpSpPr/>
          <p:nvPr/>
        </p:nvGrpSpPr>
        <p:grpSpPr>
          <a:xfrm>
            <a:off x="7145025" y="3143760"/>
            <a:ext cx="405720" cy="208080"/>
            <a:chOff x="7145025" y="3143760"/>
            <a:chExt cx="405720" cy="208080"/>
          </a:xfrm>
        </p:grpSpPr>
        <mc:AlternateContent xmlns:mc="http://schemas.openxmlformats.org/markup-compatibility/2006" xmlns:p14="http://schemas.microsoft.com/office/powerpoint/2010/main">
          <mc:Choice Requires="p14">
            <p:contentPart p14:bwMode="auto" r:id="rId242">
              <p14:nvContentPartPr>
                <p14:cNvPr id="154" name="Ink 153">
                  <a:extLst>
                    <a:ext uri="{FF2B5EF4-FFF2-40B4-BE49-F238E27FC236}">
                      <a16:creationId xmlns:a16="http://schemas.microsoft.com/office/drawing/2014/main" id="{640CA079-5D3B-195A-C38E-81EF44A8C178}"/>
                    </a:ext>
                  </a:extLst>
                </p14:cNvPr>
                <p14:cNvContentPartPr/>
                <p14:nvPr/>
              </p14:nvContentPartPr>
              <p14:xfrm>
                <a:off x="7145025" y="3143760"/>
                <a:ext cx="126360" cy="208080"/>
              </p14:xfrm>
            </p:contentPart>
          </mc:Choice>
          <mc:Fallback xmlns="">
            <p:pic>
              <p:nvPicPr>
                <p:cNvPr id="154" name="Ink 153">
                  <a:extLst>
                    <a:ext uri="{FF2B5EF4-FFF2-40B4-BE49-F238E27FC236}">
                      <a16:creationId xmlns:a16="http://schemas.microsoft.com/office/drawing/2014/main" id="{640CA079-5D3B-195A-C38E-81EF44A8C178}"/>
                    </a:ext>
                  </a:extLst>
                </p:cNvPr>
                <p:cNvPicPr/>
                <p:nvPr/>
              </p:nvPicPr>
              <p:blipFill>
                <a:blip r:embed="rId243"/>
                <a:stretch>
                  <a:fillRect/>
                </a:stretch>
              </p:blipFill>
              <p:spPr>
                <a:xfrm>
                  <a:off x="7136385" y="3134760"/>
                  <a:ext cx="14400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5" name="Ink 154">
                  <a:extLst>
                    <a:ext uri="{FF2B5EF4-FFF2-40B4-BE49-F238E27FC236}">
                      <a16:creationId xmlns:a16="http://schemas.microsoft.com/office/drawing/2014/main" id="{38A184E7-B8FC-00E2-BD20-FD51EBEF36A9}"/>
                    </a:ext>
                  </a:extLst>
                </p14:cNvPr>
                <p14:cNvContentPartPr/>
                <p14:nvPr/>
              </p14:nvContentPartPr>
              <p14:xfrm>
                <a:off x="7517265" y="3215040"/>
                <a:ext cx="33480" cy="11520"/>
              </p14:xfrm>
            </p:contentPart>
          </mc:Choice>
          <mc:Fallback xmlns="">
            <p:pic>
              <p:nvPicPr>
                <p:cNvPr id="155" name="Ink 154">
                  <a:extLst>
                    <a:ext uri="{FF2B5EF4-FFF2-40B4-BE49-F238E27FC236}">
                      <a16:creationId xmlns:a16="http://schemas.microsoft.com/office/drawing/2014/main" id="{38A184E7-B8FC-00E2-BD20-FD51EBEF36A9}"/>
                    </a:ext>
                  </a:extLst>
                </p:cNvPr>
                <p:cNvPicPr/>
                <p:nvPr/>
              </p:nvPicPr>
              <p:blipFill>
                <a:blip r:embed="rId245"/>
                <a:stretch>
                  <a:fillRect/>
                </a:stretch>
              </p:blipFill>
              <p:spPr>
                <a:xfrm>
                  <a:off x="7508625" y="3206400"/>
                  <a:ext cx="51120" cy="29160"/>
                </a:xfrm>
                <a:prstGeom prst="rect">
                  <a:avLst/>
                </a:prstGeom>
              </p:spPr>
            </p:pic>
          </mc:Fallback>
        </mc:AlternateContent>
      </p:grpSp>
      <p:grpSp>
        <p:nvGrpSpPr>
          <p:cNvPr id="164" name="Group 163">
            <a:extLst>
              <a:ext uri="{FF2B5EF4-FFF2-40B4-BE49-F238E27FC236}">
                <a16:creationId xmlns:a16="http://schemas.microsoft.com/office/drawing/2014/main" id="{AFFFA8FF-8A50-EBCB-BCFE-1345BDF9827B}"/>
              </a:ext>
            </a:extLst>
          </p:cNvPr>
          <p:cNvGrpSpPr/>
          <p:nvPr/>
        </p:nvGrpSpPr>
        <p:grpSpPr>
          <a:xfrm>
            <a:off x="8147265" y="2578200"/>
            <a:ext cx="1677960" cy="1306080"/>
            <a:chOff x="8147265" y="2578200"/>
            <a:chExt cx="1677960" cy="1306080"/>
          </a:xfrm>
        </p:grpSpPr>
        <mc:AlternateContent xmlns:mc="http://schemas.openxmlformats.org/markup-compatibility/2006" xmlns:p14="http://schemas.microsoft.com/office/powerpoint/2010/main">
          <mc:Choice Requires="p14">
            <p:contentPart p14:bwMode="auto" r:id="rId246">
              <p14:nvContentPartPr>
                <p14:cNvPr id="158" name="Ink 157">
                  <a:extLst>
                    <a:ext uri="{FF2B5EF4-FFF2-40B4-BE49-F238E27FC236}">
                      <a16:creationId xmlns:a16="http://schemas.microsoft.com/office/drawing/2014/main" id="{DBDDD0AE-5527-B434-1D61-80B3CA9360E9}"/>
                    </a:ext>
                  </a:extLst>
                </p14:cNvPr>
                <p14:cNvContentPartPr/>
                <p14:nvPr/>
              </p14:nvContentPartPr>
              <p14:xfrm>
                <a:off x="8303145" y="3345720"/>
                <a:ext cx="217440" cy="374760"/>
              </p14:xfrm>
            </p:contentPart>
          </mc:Choice>
          <mc:Fallback xmlns="">
            <p:pic>
              <p:nvPicPr>
                <p:cNvPr id="158" name="Ink 157">
                  <a:extLst>
                    <a:ext uri="{FF2B5EF4-FFF2-40B4-BE49-F238E27FC236}">
                      <a16:creationId xmlns:a16="http://schemas.microsoft.com/office/drawing/2014/main" id="{DBDDD0AE-5527-B434-1D61-80B3CA9360E9}"/>
                    </a:ext>
                  </a:extLst>
                </p:cNvPr>
                <p:cNvPicPr/>
                <p:nvPr/>
              </p:nvPicPr>
              <p:blipFill>
                <a:blip r:embed="rId247"/>
                <a:stretch>
                  <a:fillRect/>
                </a:stretch>
              </p:blipFill>
              <p:spPr>
                <a:xfrm>
                  <a:off x="8294505" y="3337080"/>
                  <a:ext cx="23508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9" name="Ink 158">
                  <a:extLst>
                    <a:ext uri="{FF2B5EF4-FFF2-40B4-BE49-F238E27FC236}">
                      <a16:creationId xmlns:a16="http://schemas.microsoft.com/office/drawing/2014/main" id="{B3790688-C831-0504-DDF4-3B39971247BD}"/>
                    </a:ext>
                  </a:extLst>
                </p14:cNvPr>
                <p14:cNvContentPartPr/>
                <p14:nvPr/>
              </p14:nvContentPartPr>
              <p14:xfrm>
                <a:off x="8722185" y="3382800"/>
                <a:ext cx="155880" cy="107280"/>
              </p14:xfrm>
            </p:contentPart>
          </mc:Choice>
          <mc:Fallback xmlns="">
            <p:pic>
              <p:nvPicPr>
                <p:cNvPr id="159" name="Ink 158">
                  <a:extLst>
                    <a:ext uri="{FF2B5EF4-FFF2-40B4-BE49-F238E27FC236}">
                      <a16:creationId xmlns:a16="http://schemas.microsoft.com/office/drawing/2014/main" id="{B3790688-C831-0504-DDF4-3B39971247BD}"/>
                    </a:ext>
                  </a:extLst>
                </p:cNvPr>
                <p:cNvPicPr/>
                <p:nvPr/>
              </p:nvPicPr>
              <p:blipFill>
                <a:blip r:embed="rId249"/>
                <a:stretch>
                  <a:fillRect/>
                </a:stretch>
              </p:blipFill>
              <p:spPr>
                <a:xfrm>
                  <a:off x="8713185" y="3373800"/>
                  <a:ext cx="1735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0" name="Ink 159">
                  <a:extLst>
                    <a:ext uri="{FF2B5EF4-FFF2-40B4-BE49-F238E27FC236}">
                      <a16:creationId xmlns:a16="http://schemas.microsoft.com/office/drawing/2014/main" id="{CCEED288-3DAB-08B3-7690-78F6D0EC222C}"/>
                    </a:ext>
                  </a:extLst>
                </p14:cNvPr>
                <p14:cNvContentPartPr/>
                <p14:nvPr/>
              </p14:nvContentPartPr>
              <p14:xfrm>
                <a:off x="8723265" y="3404400"/>
                <a:ext cx="215280" cy="220680"/>
              </p14:xfrm>
            </p:contentPart>
          </mc:Choice>
          <mc:Fallback xmlns="">
            <p:pic>
              <p:nvPicPr>
                <p:cNvPr id="160" name="Ink 159">
                  <a:extLst>
                    <a:ext uri="{FF2B5EF4-FFF2-40B4-BE49-F238E27FC236}">
                      <a16:creationId xmlns:a16="http://schemas.microsoft.com/office/drawing/2014/main" id="{CCEED288-3DAB-08B3-7690-78F6D0EC222C}"/>
                    </a:ext>
                  </a:extLst>
                </p:cNvPr>
                <p:cNvPicPr/>
                <p:nvPr/>
              </p:nvPicPr>
              <p:blipFill>
                <a:blip r:embed="rId251"/>
                <a:stretch>
                  <a:fillRect/>
                </a:stretch>
              </p:blipFill>
              <p:spPr>
                <a:xfrm>
                  <a:off x="8714265" y="3395400"/>
                  <a:ext cx="23292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1" name="Ink 160">
                  <a:extLst>
                    <a:ext uri="{FF2B5EF4-FFF2-40B4-BE49-F238E27FC236}">
                      <a16:creationId xmlns:a16="http://schemas.microsoft.com/office/drawing/2014/main" id="{42698B2F-3D5F-4DFF-8C3F-53B7A93D9D39}"/>
                    </a:ext>
                  </a:extLst>
                </p14:cNvPr>
                <p14:cNvContentPartPr/>
                <p14:nvPr/>
              </p14:nvContentPartPr>
              <p14:xfrm>
                <a:off x="9105945" y="3169680"/>
                <a:ext cx="273600" cy="345960"/>
              </p14:xfrm>
            </p:contentPart>
          </mc:Choice>
          <mc:Fallback xmlns="">
            <p:pic>
              <p:nvPicPr>
                <p:cNvPr id="161" name="Ink 160">
                  <a:extLst>
                    <a:ext uri="{FF2B5EF4-FFF2-40B4-BE49-F238E27FC236}">
                      <a16:creationId xmlns:a16="http://schemas.microsoft.com/office/drawing/2014/main" id="{42698B2F-3D5F-4DFF-8C3F-53B7A93D9D39}"/>
                    </a:ext>
                  </a:extLst>
                </p:cNvPr>
                <p:cNvPicPr/>
                <p:nvPr/>
              </p:nvPicPr>
              <p:blipFill>
                <a:blip r:embed="rId253"/>
                <a:stretch>
                  <a:fillRect/>
                </a:stretch>
              </p:blipFill>
              <p:spPr>
                <a:xfrm>
                  <a:off x="9097305" y="3161040"/>
                  <a:ext cx="29124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2" name="Ink 161">
                  <a:extLst>
                    <a:ext uri="{FF2B5EF4-FFF2-40B4-BE49-F238E27FC236}">
                      <a16:creationId xmlns:a16="http://schemas.microsoft.com/office/drawing/2014/main" id="{3E25DA70-8296-F96C-E40E-CEE84C72EA7C}"/>
                    </a:ext>
                  </a:extLst>
                </p14:cNvPr>
                <p14:cNvContentPartPr/>
                <p14:nvPr/>
              </p14:nvContentPartPr>
              <p14:xfrm>
                <a:off x="9488625" y="3215040"/>
                <a:ext cx="188280" cy="379800"/>
              </p14:xfrm>
            </p:contentPart>
          </mc:Choice>
          <mc:Fallback xmlns="">
            <p:pic>
              <p:nvPicPr>
                <p:cNvPr id="162" name="Ink 161">
                  <a:extLst>
                    <a:ext uri="{FF2B5EF4-FFF2-40B4-BE49-F238E27FC236}">
                      <a16:creationId xmlns:a16="http://schemas.microsoft.com/office/drawing/2014/main" id="{3E25DA70-8296-F96C-E40E-CEE84C72EA7C}"/>
                    </a:ext>
                  </a:extLst>
                </p:cNvPr>
                <p:cNvPicPr/>
                <p:nvPr/>
              </p:nvPicPr>
              <p:blipFill>
                <a:blip r:embed="rId255"/>
                <a:stretch>
                  <a:fillRect/>
                </a:stretch>
              </p:blipFill>
              <p:spPr>
                <a:xfrm>
                  <a:off x="9479985" y="3206400"/>
                  <a:ext cx="20592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63" name="Ink 162">
                  <a:extLst>
                    <a:ext uri="{FF2B5EF4-FFF2-40B4-BE49-F238E27FC236}">
                      <a16:creationId xmlns:a16="http://schemas.microsoft.com/office/drawing/2014/main" id="{835A2492-AC06-A771-AF85-B2AA8FF53F04}"/>
                    </a:ext>
                  </a:extLst>
                </p14:cNvPr>
                <p14:cNvContentPartPr/>
                <p14:nvPr/>
              </p14:nvContentPartPr>
              <p14:xfrm>
                <a:off x="8147265" y="2578200"/>
                <a:ext cx="1677960" cy="1306080"/>
              </p14:xfrm>
            </p:contentPart>
          </mc:Choice>
          <mc:Fallback xmlns="">
            <p:pic>
              <p:nvPicPr>
                <p:cNvPr id="163" name="Ink 162">
                  <a:extLst>
                    <a:ext uri="{FF2B5EF4-FFF2-40B4-BE49-F238E27FC236}">
                      <a16:creationId xmlns:a16="http://schemas.microsoft.com/office/drawing/2014/main" id="{835A2492-AC06-A771-AF85-B2AA8FF53F04}"/>
                    </a:ext>
                  </a:extLst>
                </p:cNvPr>
                <p:cNvPicPr/>
                <p:nvPr/>
              </p:nvPicPr>
              <p:blipFill>
                <a:blip r:embed="rId257"/>
                <a:stretch>
                  <a:fillRect/>
                </a:stretch>
              </p:blipFill>
              <p:spPr>
                <a:xfrm>
                  <a:off x="8138265" y="2569560"/>
                  <a:ext cx="1695600" cy="1323720"/>
                </a:xfrm>
                <a:prstGeom prst="rect">
                  <a:avLst/>
                </a:prstGeom>
              </p:spPr>
            </p:pic>
          </mc:Fallback>
        </mc:AlternateContent>
      </p:grpSp>
      <p:grpSp>
        <p:nvGrpSpPr>
          <p:cNvPr id="170" name="Group 169">
            <a:extLst>
              <a:ext uri="{FF2B5EF4-FFF2-40B4-BE49-F238E27FC236}">
                <a16:creationId xmlns:a16="http://schemas.microsoft.com/office/drawing/2014/main" id="{ED1142A2-D2F8-57A0-8E6E-10DE50056E79}"/>
              </a:ext>
            </a:extLst>
          </p:cNvPr>
          <p:cNvGrpSpPr/>
          <p:nvPr/>
        </p:nvGrpSpPr>
        <p:grpSpPr>
          <a:xfrm>
            <a:off x="10627665" y="4912440"/>
            <a:ext cx="1372680" cy="438120"/>
            <a:chOff x="10627665" y="4912440"/>
            <a:chExt cx="1372680" cy="438120"/>
          </a:xfrm>
        </p:grpSpPr>
        <mc:AlternateContent xmlns:mc="http://schemas.openxmlformats.org/markup-compatibility/2006" xmlns:p14="http://schemas.microsoft.com/office/powerpoint/2010/main">
          <mc:Choice Requires="p14">
            <p:contentPart p14:bwMode="auto" r:id="rId258">
              <p14:nvContentPartPr>
                <p14:cNvPr id="165" name="Ink 164">
                  <a:extLst>
                    <a:ext uri="{FF2B5EF4-FFF2-40B4-BE49-F238E27FC236}">
                      <a16:creationId xmlns:a16="http://schemas.microsoft.com/office/drawing/2014/main" id="{5E071F34-3803-B779-78C5-A4107448E5E0}"/>
                    </a:ext>
                  </a:extLst>
                </p14:cNvPr>
                <p14:cNvContentPartPr/>
                <p14:nvPr/>
              </p14:nvContentPartPr>
              <p14:xfrm>
                <a:off x="10627665" y="5154000"/>
                <a:ext cx="643680" cy="126720"/>
              </p14:xfrm>
            </p:contentPart>
          </mc:Choice>
          <mc:Fallback xmlns="">
            <p:pic>
              <p:nvPicPr>
                <p:cNvPr id="165" name="Ink 164">
                  <a:extLst>
                    <a:ext uri="{FF2B5EF4-FFF2-40B4-BE49-F238E27FC236}">
                      <a16:creationId xmlns:a16="http://schemas.microsoft.com/office/drawing/2014/main" id="{5E071F34-3803-B779-78C5-A4107448E5E0}"/>
                    </a:ext>
                  </a:extLst>
                </p:cNvPr>
                <p:cNvPicPr/>
                <p:nvPr/>
              </p:nvPicPr>
              <p:blipFill>
                <a:blip r:embed="rId259"/>
                <a:stretch>
                  <a:fillRect/>
                </a:stretch>
              </p:blipFill>
              <p:spPr>
                <a:xfrm>
                  <a:off x="10619025" y="5145360"/>
                  <a:ext cx="6613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6" name="Ink 165">
                  <a:extLst>
                    <a:ext uri="{FF2B5EF4-FFF2-40B4-BE49-F238E27FC236}">
                      <a16:creationId xmlns:a16="http://schemas.microsoft.com/office/drawing/2014/main" id="{E4FD2837-3A8D-0422-1910-851FE407ABDF}"/>
                    </a:ext>
                  </a:extLst>
                </p14:cNvPr>
                <p14:cNvContentPartPr/>
                <p14:nvPr/>
              </p14:nvContentPartPr>
              <p14:xfrm>
                <a:off x="10903785" y="5080560"/>
                <a:ext cx="37080" cy="236520"/>
              </p14:xfrm>
            </p:contentPart>
          </mc:Choice>
          <mc:Fallback xmlns="">
            <p:pic>
              <p:nvPicPr>
                <p:cNvPr id="166" name="Ink 165">
                  <a:extLst>
                    <a:ext uri="{FF2B5EF4-FFF2-40B4-BE49-F238E27FC236}">
                      <a16:creationId xmlns:a16="http://schemas.microsoft.com/office/drawing/2014/main" id="{E4FD2837-3A8D-0422-1910-851FE407ABDF}"/>
                    </a:ext>
                  </a:extLst>
                </p:cNvPr>
                <p:cNvPicPr/>
                <p:nvPr/>
              </p:nvPicPr>
              <p:blipFill>
                <a:blip r:embed="rId261"/>
                <a:stretch>
                  <a:fillRect/>
                </a:stretch>
              </p:blipFill>
              <p:spPr>
                <a:xfrm>
                  <a:off x="10894785" y="5071560"/>
                  <a:ext cx="547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7" name="Ink 166">
                  <a:extLst>
                    <a:ext uri="{FF2B5EF4-FFF2-40B4-BE49-F238E27FC236}">
                      <a16:creationId xmlns:a16="http://schemas.microsoft.com/office/drawing/2014/main" id="{224C0D2D-DC88-C936-48B0-F8C00D68022F}"/>
                    </a:ext>
                  </a:extLst>
                </p14:cNvPr>
                <p14:cNvContentPartPr/>
                <p14:nvPr/>
              </p14:nvContentPartPr>
              <p14:xfrm>
                <a:off x="11448105" y="4912440"/>
                <a:ext cx="286920" cy="438120"/>
              </p14:xfrm>
            </p:contentPart>
          </mc:Choice>
          <mc:Fallback xmlns="">
            <p:pic>
              <p:nvPicPr>
                <p:cNvPr id="167" name="Ink 166">
                  <a:extLst>
                    <a:ext uri="{FF2B5EF4-FFF2-40B4-BE49-F238E27FC236}">
                      <a16:creationId xmlns:a16="http://schemas.microsoft.com/office/drawing/2014/main" id="{224C0D2D-DC88-C936-48B0-F8C00D68022F}"/>
                    </a:ext>
                  </a:extLst>
                </p:cNvPr>
                <p:cNvPicPr/>
                <p:nvPr/>
              </p:nvPicPr>
              <p:blipFill>
                <a:blip r:embed="rId263"/>
                <a:stretch>
                  <a:fillRect/>
                </a:stretch>
              </p:blipFill>
              <p:spPr>
                <a:xfrm>
                  <a:off x="11439465" y="4903440"/>
                  <a:ext cx="304560" cy="4557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8" name="Ink 167">
                  <a:extLst>
                    <a:ext uri="{FF2B5EF4-FFF2-40B4-BE49-F238E27FC236}">
                      <a16:creationId xmlns:a16="http://schemas.microsoft.com/office/drawing/2014/main" id="{E84A948A-F248-729D-1D2A-98C6FC050558}"/>
                    </a:ext>
                  </a:extLst>
                </p14:cNvPr>
                <p14:cNvContentPartPr/>
                <p14:nvPr/>
              </p14:nvContentPartPr>
              <p14:xfrm>
                <a:off x="11965785" y="5143920"/>
                <a:ext cx="34560" cy="48600"/>
              </p14:xfrm>
            </p:contentPart>
          </mc:Choice>
          <mc:Fallback xmlns="">
            <p:pic>
              <p:nvPicPr>
                <p:cNvPr id="168" name="Ink 167">
                  <a:extLst>
                    <a:ext uri="{FF2B5EF4-FFF2-40B4-BE49-F238E27FC236}">
                      <a16:creationId xmlns:a16="http://schemas.microsoft.com/office/drawing/2014/main" id="{E84A948A-F248-729D-1D2A-98C6FC050558}"/>
                    </a:ext>
                  </a:extLst>
                </p:cNvPr>
                <p:cNvPicPr/>
                <p:nvPr/>
              </p:nvPicPr>
              <p:blipFill>
                <a:blip r:embed="rId265"/>
                <a:stretch>
                  <a:fillRect/>
                </a:stretch>
              </p:blipFill>
              <p:spPr>
                <a:xfrm>
                  <a:off x="11957145" y="5134920"/>
                  <a:ext cx="52200" cy="66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6">
            <p14:nvContentPartPr>
              <p14:cNvPr id="169" name="Ink 168">
                <a:extLst>
                  <a:ext uri="{FF2B5EF4-FFF2-40B4-BE49-F238E27FC236}">
                    <a16:creationId xmlns:a16="http://schemas.microsoft.com/office/drawing/2014/main" id="{2F4F8B02-1428-16E6-A76B-19EFBEC59CC8}"/>
                  </a:ext>
                </a:extLst>
              </p14:cNvPr>
              <p14:cNvContentPartPr/>
              <p14:nvPr/>
            </p14:nvContentPartPr>
            <p14:xfrm>
              <a:off x="10467465" y="5610840"/>
              <a:ext cx="1791360" cy="108360"/>
            </p14:xfrm>
          </p:contentPart>
        </mc:Choice>
        <mc:Fallback xmlns="">
          <p:pic>
            <p:nvPicPr>
              <p:cNvPr id="169" name="Ink 168">
                <a:extLst>
                  <a:ext uri="{FF2B5EF4-FFF2-40B4-BE49-F238E27FC236}">
                    <a16:creationId xmlns:a16="http://schemas.microsoft.com/office/drawing/2014/main" id="{2F4F8B02-1428-16E6-A76B-19EFBEC59CC8}"/>
                  </a:ext>
                </a:extLst>
              </p:cNvPr>
              <p:cNvPicPr/>
              <p:nvPr/>
            </p:nvPicPr>
            <p:blipFill>
              <a:blip r:embed="rId267"/>
              <a:stretch>
                <a:fillRect/>
              </a:stretch>
            </p:blipFill>
            <p:spPr>
              <a:xfrm>
                <a:off x="10458825" y="5602200"/>
                <a:ext cx="1809000" cy="126000"/>
              </a:xfrm>
              <a:prstGeom prst="rect">
                <a:avLst/>
              </a:prstGeom>
            </p:spPr>
          </p:pic>
        </mc:Fallback>
      </mc:AlternateContent>
      <p:grpSp>
        <p:nvGrpSpPr>
          <p:cNvPr id="94" name="Group 93">
            <a:extLst>
              <a:ext uri="{FF2B5EF4-FFF2-40B4-BE49-F238E27FC236}">
                <a16:creationId xmlns:a16="http://schemas.microsoft.com/office/drawing/2014/main" id="{98C96FAD-6291-293F-F7B9-C2C0A56DBE80}"/>
              </a:ext>
            </a:extLst>
          </p:cNvPr>
          <p:cNvGrpSpPr/>
          <p:nvPr/>
        </p:nvGrpSpPr>
        <p:grpSpPr>
          <a:xfrm>
            <a:off x="1673035" y="5027843"/>
            <a:ext cx="5537520" cy="1496520"/>
            <a:chOff x="1673035" y="5027843"/>
            <a:chExt cx="5537520" cy="1496520"/>
          </a:xfrm>
        </p:grpSpPr>
        <mc:AlternateContent xmlns:mc="http://schemas.openxmlformats.org/markup-compatibility/2006">
          <mc:Choice xmlns:p14="http://schemas.microsoft.com/office/powerpoint/2010/main" Requires="p14">
            <p:contentPart p14:bwMode="auto" r:id="rId268">
              <p14:nvContentPartPr>
                <p14:cNvPr id="66" name="Ink 65">
                  <a:extLst>
                    <a:ext uri="{FF2B5EF4-FFF2-40B4-BE49-F238E27FC236}">
                      <a16:creationId xmlns:a16="http://schemas.microsoft.com/office/drawing/2014/main" id="{B07D719C-9AAF-6396-0815-CCF7F7A0ACB9}"/>
                    </a:ext>
                  </a:extLst>
                </p14:cNvPr>
                <p14:cNvContentPartPr/>
                <p14:nvPr/>
              </p14:nvContentPartPr>
              <p14:xfrm>
                <a:off x="1673035" y="5300363"/>
                <a:ext cx="2462400" cy="307080"/>
              </p14:xfrm>
            </p:contentPart>
          </mc:Choice>
          <mc:Fallback>
            <p:pic>
              <p:nvPicPr>
                <p:cNvPr id="66" name="Ink 65">
                  <a:extLst>
                    <a:ext uri="{FF2B5EF4-FFF2-40B4-BE49-F238E27FC236}">
                      <a16:creationId xmlns:a16="http://schemas.microsoft.com/office/drawing/2014/main" id="{B07D719C-9AAF-6396-0815-CCF7F7A0ACB9}"/>
                    </a:ext>
                  </a:extLst>
                </p:cNvPr>
                <p:cNvPicPr/>
                <p:nvPr/>
              </p:nvPicPr>
              <p:blipFill>
                <a:blip r:embed="rId269"/>
                <a:stretch>
                  <a:fillRect/>
                </a:stretch>
              </p:blipFill>
              <p:spPr>
                <a:xfrm>
                  <a:off x="1666915" y="5294243"/>
                  <a:ext cx="2474640" cy="31932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67" name="Ink 66">
                  <a:extLst>
                    <a:ext uri="{FF2B5EF4-FFF2-40B4-BE49-F238E27FC236}">
                      <a16:creationId xmlns:a16="http://schemas.microsoft.com/office/drawing/2014/main" id="{69C1C857-3889-C958-C52B-3BB9F68D709F}"/>
                    </a:ext>
                  </a:extLst>
                </p14:cNvPr>
                <p14:cNvContentPartPr/>
                <p14:nvPr/>
              </p14:nvContentPartPr>
              <p14:xfrm>
                <a:off x="5420635" y="5027843"/>
                <a:ext cx="1789920" cy="163800"/>
              </p14:xfrm>
            </p:contentPart>
          </mc:Choice>
          <mc:Fallback>
            <p:pic>
              <p:nvPicPr>
                <p:cNvPr id="67" name="Ink 66">
                  <a:extLst>
                    <a:ext uri="{FF2B5EF4-FFF2-40B4-BE49-F238E27FC236}">
                      <a16:creationId xmlns:a16="http://schemas.microsoft.com/office/drawing/2014/main" id="{69C1C857-3889-C958-C52B-3BB9F68D709F}"/>
                    </a:ext>
                  </a:extLst>
                </p:cNvPr>
                <p:cNvPicPr/>
                <p:nvPr/>
              </p:nvPicPr>
              <p:blipFill>
                <a:blip r:embed="rId271"/>
                <a:stretch>
                  <a:fillRect/>
                </a:stretch>
              </p:blipFill>
              <p:spPr>
                <a:xfrm>
                  <a:off x="5414515" y="5021723"/>
                  <a:ext cx="180216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72" name="Ink 71">
                  <a:extLst>
                    <a:ext uri="{FF2B5EF4-FFF2-40B4-BE49-F238E27FC236}">
                      <a16:creationId xmlns:a16="http://schemas.microsoft.com/office/drawing/2014/main" id="{DE7075DC-863D-E19A-0CB8-D1B8F67C4510}"/>
                    </a:ext>
                  </a:extLst>
                </p14:cNvPr>
                <p14:cNvContentPartPr/>
                <p14:nvPr/>
              </p14:nvContentPartPr>
              <p14:xfrm>
                <a:off x="4439275" y="5442923"/>
                <a:ext cx="260640" cy="836640"/>
              </p14:xfrm>
            </p:contentPart>
          </mc:Choice>
          <mc:Fallback>
            <p:pic>
              <p:nvPicPr>
                <p:cNvPr id="72" name="Ink 71">
                  <a:extLst>
                    <a:ext uri="{FF2B5EF4-FFF2-40B4-BE49-F238E27FC236}">
                      <a16:creationId xmlns:a16="http://schemas.microsoft.com/office/drawing/2014/main" id="{DE7075DC-863D-E19A-0CB8-D1B8F67C4510}"/>
                    </a:ext>
                  </a:extLst>
                </p:cNvPr>
                <p:cNvPicPr/>
                <p:nvPr/>
              </p:nvPicPr>
              <p:blipFill>
                <a:blip r:embed="rId273"/>
                <a:stretch>
                  <a:fillRect/>
                </a:stretch>
              </p:blipFill>
              <p:spPr>
                <a:xfrm>
                  <a:off x="4433155" y="5436803"/>
                  <a:ext cx="272880" cy="84888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75" name="Ink 74">
                  <a:extLst>
                    <a:ext uri="{FF2B5EF4-FFF2-40B4-BE49-F238E27FC236}">
                      <a16:creationId xmlns:a16="http://schemas.microsoft.com/office/drawing/2014/main" id="{2E011663-14BE-A670-9433-E9B78DEA8AB7}"/>
                    </a:ext>
                  </a:extLst>
                </p14:cNvPr>
                <p14:cNvContentPartPr/>
                <p14:nvPr/>
              </p14:nvContentPartPr>
              <p14:xfrm>
                <a:off x="4082875" y="6020723"/>
                <a:ext cx="811440" cy="477360"/>
              </p14:xfrm>
            </p:contentPart>
          </mc:Choice>
          <mc:Fallback>
            <p:pic>
              <p:nvPicPr>
                <p:cNvPr id="75" name="Ink 74">
                  <a:extLst>
                    <a:ext uri="{FF2B5EF4-FFF2-40B4-BE49-F238E27FC236}">
                      <a16:creationId xmlns:a16="http://schemas.microsoft.com/office/drawing/2014/main" id="{2E011663-14BE-A670-9433-E9B78DEA8AB7}"/>
                    </a:ext>
                  </a:extLst>
                </p:cNvPr>
                <p:cNvPicPr/>
                <p:nvPr/>
              </p:nvPicPr>
              <p:blipFill>
                <a:blip r:embed="rId275"/>
                <a:stretch>
                  <a:fillRect/>
                </a:stretch>
              </p:blipFill>
              <p:spPr>
                <a:xfrm>
                  <a:off x="4076755" y="6014603"/>
                  <a:ext cx="823680" cy="48960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79" name="Ink 78">
                  <a:extLst>
                    <a:ext uri="{FF2B5EF4-FFF2-40B4-BE49-F238E27FC236}">
                      <a16:creationId xmlns:a16="http://schemas.microsoft.com/office/drawing/2014/main" id="{D36A4F51-9D1A-D278-E656-A85FDF863A96}"/>
                    </a:ext>
                  </a:extLst>
                </p14:cNvPr>
                <p14:cNvContentPartPr/>
                <p14:nvPr/>
              </p14:nvContentPartPr>
              <p14:xfrm>
                <a:off x="5180875" y="6047363"/>
                <a:ext cx="165960" cy="477000"/>
              </p14:xfrm>
            </p:contentPart>
          </mc:Choice>
          <mc:Fallback>
            <p:pic>
              <p:nvPicPr>
                <p:cNvPr id="79" name="Ink 78">
                  <a:extLst>
                    <a:ext uri="{FF2B5EF4-FFF2-40B4-BE49-F238E27FC236}">
                      <a16:creationId xmlns:a16="http://schemas.microsoft.com/office/drawing/2014/main" id="{D36A4F51-9D1A-D278-E656-A85FDF863A96}"/>
                    </a:ext>
                  </a:extLst>
                </p:cNvPr>
                <p:cNvPicPr/>
                <p:nvPr/>
              </p:nvPicPr>
              <p:blipFill>
                <a:blip r:embed="rId277"/>
                <a:stretch>
                  <a:fillRect/>
                </a:stretch>
              </p:blipFill>
              <p:spPr>
                <a:xfrm>
                  <a:off x="5174755" y="6041243"/>
                  <a:ext cx="178200" cy="4892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82" name="Ink 81">
                  <a:extLst>
                    <a:ext uri="{FF2B5EF4-FFF2-40B4-BE49-F238E27FC236}">
                      <a16:creationId xmlns:a16="http://schemas.microsoft.com/office/drawing/2014/main" id="{659BD13D-1B82-1735-EC91-A71D9F593F65}"/>
                    </a:ext>
                  </a:extLst>
                </p14:cNvPr>
                <p14:cNvContentPartPr/>
                <p14:nvPr/>
              </p14:nvContentPartPr>
              <p14:xfrm>
                <a:off x="5874235" y="6011003"/>
                <a:ext cx="246240" cy="131760"/>
              </p14:xfrm>
            </p:contentPart>
          </mc:Choice>
          <mc:Fallback>
            <p:pic>
              <p:nvPicPr>
                <p:cNvPr id="82" name="Ink 81">
                  <a:extLst>
                    <a:ext uri="{FF2B5EF4-FFF2-40B4-BE49-F238E27FC236}">
                      <a16:creationId xmlns:a16="http://schemas.microsoft.com/office/drawing/2014/main" id="{659BD13D-1B82-1735-EC91-A71D9F593F65}"/>
                    </a:ext>
                  </a:extLst>
                </p:cNvPr>
                <p:cNvPicPr/>
                <p:nvPr/>
              </p:nvPicPr>
              <p:blipFill>
                <a:blip r:embed="rId279"/>
                <a:stretch>
                  <a:fillRect/>
                </a:stretch>
              </p:blipFill>
              <p:spPr>
                <a:xfrm>
                  <a:off x="5868115" y="6004883"/>
                  <a:ext cx="258480" cy="144000"/>
                </a:xfrm>
                <a:prstGeom prst="rect">
                  <a:avLst/>
                </a:prstGeom>
              </p:spPr>
            </p:pic>
          </mc:Fallback>
        </mc:AlternateContent>
      </p:grpSp>
    </p:spTree>
    <p:extLst>
      <p:ext uri="{BB962C8B-B14F-4D97-AF65-F5344CB8AC3E}">
        <p14:creationId xmlns:p14="http://schemas.microsoft.com/office/powerpoint/2010/main" val="3826814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2C4450BC-64DF-3616-0ECD-CED2029315BD}"/>
              </a:ext>
            </a:extLst>
          </p:cNvPr>
          <p:cNvGrpSpPr/>
          <p:nvPr/>
        </p:nvGrpSpPr>
        <p:grpSpPr>
          <a:xfrm>
            <a:off x="590865" y="120615"/>
            <a:ext cx="3690000" cy="899280"/>
            <a:chOff x="590865" y="120615"/>
            <a:chExt cx="3690000" cy="89928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ED69F18-198E-876F-0C8D-44DABC965F28}"/>
                    </a:ext>
                  </a:extLst>
                </p14:cNvPr>
                <p14:cNvContentPartPr/>
                <p14:nvPr/>
              </p14:nvContentPartPr>
              <p14:xfrm>
                <a:off x="590865" y="284055"/>
                <a:ext cx="431280" cy="735840"/>
              </p14:xfrm>
            </p:contentPart>
          </mc:Choice>
          <mc:Fallback xmlns="">
            <p:pic>
              <p:nvPicPr>
                <p:cNvPr id="2" name="Ink 1">
                  <a:extLst>
                    <a:ext uri="{FF2B5EF4-FFF2-40B4-BE49-F238E27FC236}">
                      <a16:creationId xmlns:a16="http://schemas.microsoft.com/office/drawing/2014/main" id="{2ED69F18-198E-876F-0C8D-44DABC965F28}"/>
                    </a:ext>
                  </a:extLst>
                </p:cNvPr>
                <p:cNvPicPr/>
                <p:nvPr/>
              </p:nvPicPr>
              <p:blipFill>
                <a:blip r:embed="rId3"/>
                <a:stretch>
                  <a:fillRect/>
                </a:stretch>
              </p:blipFill>
              <p:spPr>
                <a:xfrm>
                  <a:off x="581865" y="275415"/>
                  <a:ext cx="448920" cy="753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BA57C428-D09E-1A9E-9283-7465CE8065F8}"/>
                    </a:ext>
                  </a:extLst>
                </p14:cNvPr>
                <p14:cNvContentPartPr/>
                <p14:nvPr/>
              </p14:nvContentPartPr>
              <p14:xfrm>
                <a:off x="728025" y="120615"/>
                <a:ext cx="265680" cy="146520"/>
              </p14:xfrm>
            </p:contentPart>
          </mc:Choice>
          <mc:Fallback xmlns="">
            <p:pic>
              <p:nvPicPr>
                <p:cNvPr id="3" name="Ink 2">
                  <a:extLst>
                    <a:ext uri="{FF2B5EF4-FFF2-40B4-BE49-F238E27FC236}">
                      <a16:creationId xmlns:a16="http://schemas.microsoft.com/office/drawing/2014/main" id="{BA57C428-D09E-1A9E-9283-7465CE8065F8}"/>
                    </a:ext>
                  </a:extLst>
                </p:cNvPr>
                <p:cNvPicPr/>
                <p:nvPr/>
              </p:nvPicPr>
              <p:blipFill>
                <a:blip r:embed="rId5"/>
                <a:stretch>
                  <a:fillRect/>
                </a:stretch>
              </p:blipFill>
              <p:spPr>
                <a:xfrm>
                  <a:off x="719025" y="111615"/>
                  <a:ext cx="28332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E1B498B0-21B4-C334-7996-D0C74D1971D1}"/>
                    </a:ext>
                  </a:extLst>
                </p14:cNvPr>
                <p14:cNvContentPartPr/>
                <p14:nvPr/>
              </p14:nvContentPartPr>
              <p14:xfrm>
                <a:off x="665025" y="473415"/>
                <a:ext cx="257400" cy="50760"/>
              </p14:xfrm>
            </p:contentPart>
          </mc:Choice>
          <mc:Fallback xmlns="">
            <p:pic>
              <p:nvPicPr>
                <p:cNvPr id="4" name="Ink 3">
                  <a:extLst>
                    <a:ext uri="{FF2B5EF4-FFF2-40B4-BE49-F238E27FC236}">
                      <a16:creationId xmlns:a16="http://schemas.microsoft.com/office/drawing/2014/main" id="{E1B498B0-21B4-C334-7996-D0C74D1971D1}"/>
                    </a:ext>
                  </a:extLst>
                </p:cNvPr>
                <p:cNvPicPr/>
                <p:nvPr/>
              </p:nvPicPr>
              <p:blipFill>
                <a:blip r:embed="rId7"/>
                <a:stretch>
                  <a:fillRect/>
                </a:stretch>
              </p:blipFill>
              <p:spPr>
                <a:xfrm>
                  <a:off x="656385" y="464415"/>
                  <a:ext cx="27504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54826BDE-EC52-75F3-B985-0116447832CA}"/>
                    </a:ext>
                  </a:extLst>
                </p14:cNvPr>
                <p14:cNvContentPartPr/>
                <p14:nvPr/>
              </p14:nvContentPartPr>
              <p14:xfrm>
                <a:off x="1059225" y="238695"/>
                <a:ext cx="145800" cy="644400"/>
              </p14:xfrm>
            </p:contentPart>
          </mc:Choice>
          <mc:Fallback xmlns="">
            <p:pic>
              <p:nvPicPr>
                <p:cNvPr id="5" name="Ink 4">
                  <a:extLst>
                    <a:ext uri="{FF2B5EF4-FFF2-40B4-BE49-F238E27FC236}">
                      <a16:creationId xmlns:a16="http://schemas.microsoft.com/office/drawing/2014/main" id="{54826BDE-EC52-75F3-B985-0116447832CA}"/>
                    </a:ext>
                  </a:extLst>
                </p:cNvPr>
                <p:cNvPicPr/>
                <p:nvPr/>
              </p:nvPicPr>
              <p:blipFill>
                <a:blip r:embed="rId9"/>
                <a:stretch>
                  <a:fillRect/>
                </a:stretch>
              </p:blipFill>
              <p:spPr>
                <a:xfrm>
                  <a:off x="1050225" y="230055"/>
                  <a:ext cx="163440" cy="662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EB961755-838C-321C-9BA7-5275179C19A0}"/>
                    </a:ext>
                  </a:extLst>
                </p14:cNvPr>
                <p14:cNvContentPartPr/>
                <p14:nvPr/>
              </p14:nvContentPartPr>
              <p14:xfrm>
                <a:off x="1332465" y="631455"/>
                <a:ext cx="492840" cy="268920"/>
              </p14:xfrm>
            </p:contentPart>
          </mc:Choice>
          <mc:Fallback xmlns="">
            <p:pic>
              <p:nvPicPr>
                <p:cNvPr id="6" name="Ink 5">
                  <a:extLst>
                    <a:ext uri="{FF2B5EF4-FFF2-40B4-BE49-F238E27FC236}">
                      <a16:creationId xmlns:a16="http://schemas.microsoft.com/office/drawing/2014/main" id="{EB961755-838C-321C-9BA7-5275179C19A0}"/>
                    </a:ext>
                  </a:extLst>
                </p:cNvPr>
                <p:cNvPicPr/>
                <p:nvPr/>
              </p:nvPicPr>
              <p:blipFill>
                <a:blip r:embed="rId11"/>
                <a:stretch>
                  <a:fillRect/>
                </a:stretch>
              </p:blipFill>
              <p:spPr>
                <a:xfrm>
                  <a:off x="1323825" y="622455"/>
                  <a:ext cx="5104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C98B55D7-1521-D150-8FF9-68C70DE2387C}"/>
                    </a:ext>
                  </a:extLst>
                </p14:cNvPr>
                <p14:cNvContentPartPr/>
                <p14:nvPr/>
              </p14:nvContentPartPr>
              <p14:xfrm>
                <a:off x="2042385" y="371895"/>
                <a:ext cx="29160" cy="360000"/>
              </p14:xfrm>
            </p:contentPart>
          </mc:Choice>
          <mc:Fallback xmlns="">
            <p:pic>
              <p:nvPicPr>
                <p:cNvPr id="7" name="Ink 6">
                  <a:extLst>
                    <a:ext uri="{FF2B5EF4-FFF2-40B4-BE49-F238E27FC236}">
                      <a16:creationId xmlns:a16="http://schemas.microsoft.com/office/drawing/2014/main" id="{C98B55D7-1521-D150-8FF9-68C70DE2387C}"/>
                    </a:ext>
                  </a:extLst>
                </p:cNvPr>
                <p:cNvPicPr/>
                <p:nvPr/>
              </p:nvPicPr>
              <p:blipFill>
                <a:blip r:embed="rId13"/>
                <a:stretch>
                  <a:fillRect/>
                </a:stretch>
              </p:blipFill>
              <p:spPr>
                <a:xfrm>
                  <a:off x="2033385" y="363255"/>
                  <a:ext cx="4680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68061B01-99D2-E1EE-FE99-A4A14A8A91A6}"/>
                    </a:ext>
                  </a:extLst>
                </p14:cNvPr>
                <p14:cNvContentPartPr/>
                <p14:nvPr/>
              </p14:nvContentPartPr>
              <p14:xfrm>
                <a:off x="1916385" y="575295"/>
                <a:ext cx="393840" cy="112320"/>
              </p14:xfrm>
            </p:contentPart>
          </mc:Choice>
          <mc:Fallback xmlns="">
            <p:pic>
              <p:nvPicPr>
                <p:cNvPr id="8" name="Ink 7">
                  <a:extLst>
                    <a:ext uri="{FF2B5EF4-FFF2-40B4-BE49-F238E27FC236}">
                      <a16:creationId xmlns:a16="http://schemas.microsoft.com/office/drawing/2014/main" id="{68061B01-99D2-E1EE-FE99-A4A14A8A91A6}"/>
                    </a:ext>
                  </a:extLst>
                </p:cNvPr>
                <p:cNvPicPr/>
                <p:nvPr/>
              </p:nvPicPr>
              <p:blipFill>
                <a:blip r:embed="rId15"/>
                <a:stretch>
                  <a:fillRect/>
                </a:stretch>
              </p:blipFill>
              <p:spPr>
                <a:xfrm>
                  <a:off x="1907385" y="566295"/>
                  <a:ext cx="4114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C2F2BD55-6ED9-8677-CEFA-C182D33EB4AE}"/>
                    </a:ext>
                  </a:extLst>
                </p14:cNvPr>
                <p14:cNvContentPartPr/>
                <p14:nvPr/>
              </p14:nvContentPartPr>
              <p14:xfrm>
                <a:off x="2382945" y="389895"/>
                <a:ext cx="58680" cy="56880"/>
              </p14:xfrm>
            </p:contentPart>
          </mc:Choice>
          <mc:Fallback xmlns="">
            <p:pic>
              <p:nvPicPr>
                <p:cNvPr id="9" name="Ink 8">
                  <a:extLst>
                    <a:ext uri="{FF2B5EF4-FFF2-40B4-BE49-F238E27FC236}">
                      <a16:creationId xmlns:a16="http://schemas.microsoft.com/office/drawing/2014/main" id="{C2F2BD55-6ED9-8677-CEFA-C182D33EB4AE}"/>
                    </a:ext>
                  </a:extLst>
                </p:cNvPr>
                <p:cNvPicPr/>
                <p:nvPr/>
              </p:nvPicPr>
              <p:blipFill>
                <a:blip r:embed="rId17"/>
                <a:stretch>
                  <a:fillRect/>
                </a:stretch>
              </p:blipFill>
              <p:spPr>
                <a:xfrm>
                  <a:off x="2374305" y="381255"/>
                  <a:ext cx="763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B7FE3394-9172-2E9F-F3F9-3AA54BC931E7}"/>
                    </a:ext>
                  </a:extLst>
                </p14:cNvPr>
                <p14:cNvContentPartPr/>
                <p14:nvPr/>
              </p14:nvContentPartPr>
              <p14:xfrm>
                <a:off x="2432985" y="494655"/>
                <a:ext cx="391680" cy="286560"/>
              </p14:xfrm>
            </p:contentPart>
          </mc:Choice>
          <mc:Fallback xmlns="">
            <p:pic>
              <p:nvPicPr>
                <p:cNvPr id="10" name="Ink 9">
                  <a:extLst>
                    <a:ext uri="{FF2B5EF4-FFF2-40B4-BE49-F238E27FC236}">
                      <a16:creationId xmlns:a16="http://schemas.microsoft.com/office/drawing/2014/main" id="{B7FE3394-9172-2E9F-F3F9-3AA54BC931E7}"/>
                    </a:ext>
                  </a:extLst>
                </p:cNvPr>
                <p:cNvPicPr/>
                <p:nvPr/>
              </p:nvPicPr>
              <p:blipFill>
                <a:blip r:embed="rId19"/>
                <a:stretch>
                  <a:fillRect/>
                </a:stretch>
              </p:blipFill>
              <p:spPr>
                <a:xfrm>
                  <a:off x="2423985" y="485655"/>
                  <a:ext cx="40932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4778A5FE-3709-1FD8-F80B-0E6243B75F3D}"/>
                    </a:ext>
                  </a:extLst>
                </p14:cNvPr>
                <p14:cNvContentPartPr/>
                <p14:nvPr/>
              </p14:nvContentPartPr>
              <p14:xfrm>
                <a:off x="3032745" y="516975"/>
                <a:ext cx="357480" cy="240480"/>
              </p14:xfrm>
            </p:contentPart>
          </mc:Choice>
          <mc:Fallback xmlns="">
            <p:pic>
              <p:nvPicPr>
                <p:cNvPr id="11" name="Ink 10">
                  <a:extLst>
                    <a:ext uri="{FF2B5EF4-FFF2-40B4-BE49-F238E27FC236}">
                      <a16:creationId xmlns:a16="http://schemas.microsoft.com/office/drawing/2014/main" id="{4778A5FE-3709-1FD8-F80B-0E6243B75F3D}"/>
                    </a:ext>
                  </a:extLst>
                </p:cNvPr>
                <p:cNvPicPr/>
                <p:nvPr/>
              </p:nvPicPr>
              <p:blipFill>
                <a:blip r:embed="rId21"/>
                <a:stretch>
                  <a:fillRect/>
                </a:stretch>
              </p:blipFill>
              <p:spPr>
                <a:xfrm>
                  <a:off x="3024105" y="508335"/>
                  <a:ext cx="3751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CD1A4027-E303-E9CD-A317-F8F1967EDA76}"/>
                    </a:ext>
                  </a:extLst>
                </p14:cNvPr>
                <p14:cNvContentPartPr/>
                <p14:nvPr/>
              </p14:nvContentPartPr>
              <p14:xfrm>
                <a:off x="3532785" y="421935"/>
                <a:ext cx="581040" cy="364320"/>
              </p14:xfrm>
            </p:contentPart>
          </mc:Choice>
          <mc:Fallback xmlns="">
            <p:pic>
              <p:nvPicPr>
                <p:cNvPr id="12" name="Ink 11">
                  <a:extLst>
                    <a:ext uri="{FF2B5EF4-FFF2-40B4-BE49-F238E27FC236}">
                      <a16:creationId xmlns:a16="http://schemas.microsoft.com/office/drawing/2014/main" id="{CD1A4027-E303-E9CD-A317-F8F1967EDA76}"/>
                    </a:ext>
                  </a:extLst>
                </p:cNvPr>
                <p:cNvPicPr/>
                <p:nvPr/>
              </p:nvPicPr>
              <p:blipFill>
                <a:blip r:embed="rId23"/>
                <a:stretch>
                  <a:fillRect/>
                </a:stretch>
              </p:blipFill>
              <p:spPr>
                <a:xfrm>
                  <a:off x="3524145" y="412935"/>
                  <a:ext cx="59868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3BD5A59E-6F60-F4E0-8B71-87FA3E0A8A8C}"/>
                    </a:ext>
                  </a:extLst>
                </p14:cNvPr>
                <p14:cNvContentPartPr/>
                <p14:nvPr/>
              </p14:nvContentPartPr>
              <p14:xfrm>
                <a:off x="3974145" y="553695"/>
                <a:ext cx="306720" cy="27000"/>
              </p14:xfrm>
            </p:contentPart>
          </mc:Choice>
          <mc:Fallback xmlns="">
            <p:pic>
              <p:nvPicPr>
                <p:cNvPr id="13" name="Ink 12">
                  <a:extLst>
                    <a:ext uri="{FF2B5EF4-FFF2-40B4-BE49-F238E27FC236}">
                      <a16:creationId xmlns:a16="http://schemas.microsoft.com/office/drawing/2014/main" id="{3BD5A59E-6F60-F4E0-8B71-87FA3E0A8A8C}"/>
                    </a:ext>
                  </a:extLst>
                </p:cNvPr>
                <p:cNvPicPr/>
                <p:nvPr/>
              </p:nvPicPr>
              <p:blipFill>
                <a:blip r:embed="rId25"/>
                <a:stretch>
                  <a:fillRect/>
                </a:stretch>
              </p:blipFill>
              <p:spPr>
                <a:xfrm>
                  <a:off x="3965145" y="544695"/>
                  <a:ext cx="324360" cy="44640"/>
                </a:xfrm>
                <a:prstGeom prst="rect">
                  <a:avLst/>
                </a:prstGeom>
              </p:spPr>
            </p:pic>
          </mc:Fallback>
        </mc:AlternateContent>
      </p:grpSp>
      <p:grpSp>
        <p:nvGrpSpPr>
          <p:cNvPr id="26" name="Group 25">
            <a:extLst>
              <a:ext uri="{FF2B5EF4-FFF2-40B4-BE49-F238E27FC236}">
                <a16:creationId xmlns:a16="http://schemas.microsoft.com/office/drawing/2014/main" id="{1C7B2E89-45FC-6E2B-277B-95DCD13B2161}"/>
              </a:ext>
            </a:extLst>
          </p:cNvPr>
          <p:cNvGrpSpPr/>
          <p:nvPr/>
        </p:nvGrpSpPr>
        <p:grpSpPr>
          <a:xfrm>
            <a:off x="5090865" y="231495"/>
            <a:ext cx="3742560" cy="860760"/>
            <a:chOff x="5090865" y="231495"/>
            <a:chExt cx="3742560" cy="860760"/>
          </a:xfrm>
        </p:grpSpPr>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03569A9B-D701-785C-83AC-8EE32D3F266B}"/>
                    </a:ext>
                  </a:extLst>
                </p14:cNvPr>
                <p14:cNvContentPartPr/>
                <p14:nvPr/>
              </p14:nvContentPartPr>
              <p14:xfrm>
                <a:off x="5090865" y="320055"/>
                <a:ext cx="75600" cy="365400"/>
              </p14:xfrm>
            </p:contentPart>
          </mc:Choice>
          <mc:Fallback xmlns="">
            <p:pic>
              <p:nvPicPr>
                <p:cNvPr id="15" name="Ink 14">
                  <a:extLst>
                    <a:ext uri="{FF2B5EF4-FFF2-40B4-BE49-F238E27FC236}">
                      <a16:creationId xmlns:a16="http://schemas.microsoft.com/office/drawing/2014/main" id="{03569A9B-D701-785C-83AC-8EE32D3F266B}"/>
                    </a:ext>
                  </a:extLst>
                </p:cNvPr>
                <p:cNvPicPr/>
                <p:nvPr/>
              </p:nvPicPr>
              <p:blipFill>
                <a:blip r:embed="rId27"/>
                <a:stretch>
                  <a:fillRect/>
                </a:stretch>
              </p:blipFill>
              <p:spPr>
                <a:xfrm>
                  <a:off x="5082225" y="311415"/>
                  <a:ext cx="9324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CEFF3113-40AA-7EDA-81E5-7D04E8E1101D}"/>
                    </a:ext>
                  </a:extLst>
                </p14:cNvPr>
                <p14:cNvContentPartPr/>
                <p14:nvPr/>
              </p14:nvContentPartPr>
              <p14:xfrm>
                <a:off x="5180145" y="231495"/>
                <a:ext cx="343080" cy="462600"/>
              </p14:xfrm>
            </p:contentPart>
          </mc:Choice>
          <mc:Fallback xmlns="">
            <p:pic>
              <p:nvPicPr>
                <p:cNvPr id="16" name="Ink 15">
                  <a:extLst>
                    <a:ext uri="{FF2B5EF4-FFF2-40B4-BE49-F238E27FC236}">
                      <a16:creationId xmlns:a16="http://schemas.microsoft.com/office/drawing/2014/main" id="{CEFF3113-40AA-7EDA-81E5-7D04E8E1101D}"/>
                    </a:ext>
                  </a:extLst>
                </p:cNvPr>
                <p:cNvPicPr/>
                <p:nvPr/>
              </p:nvPicPr>
              <p:blipFill>
                <a:blip r:embed="rId29"/>
                <a:stretch>
                  <a:fillRect/>
                </a:stretch>
              </p:blipFill>
              <p:spPr>
                <a:xfrm>
                  <a:off x="5171145" y="222495"/>
                  <a:ext cx="36072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EC35ED22-8371-A48B-01EF-A12F1080E127}"/>
                    </a:ext>
                  </a:extLst>
                </p14:cNvPr>
                <p14:cNvContentPartPr/>
                <p14:nvPr/>
              </p14:nvContentPartPr>
              <p14:xfrm>
                <a:off x="5634825" y="406455"/>
                <a:ext cx="688320" cy="685800"/>
              </p14:xfrm>
            </p:contentPart>
          </mc:Choice>
          <mc:Fallback xmlns="">
            <p:pic>
              <p:nvPicPr>
                <p:cNvPr id="17" name="Ink 16">
                  <a:extLst>
                    <a:ext uri="{FF2B5EF4-FFF2-40B4-BE49-F238E27FC236}">
                      <a16:creationId xmlns:a16="http://schemas.microsoft.com/office/drawing/2014/main" id="{EC35ED22-8371-A48B-01EF-A12F1080E127}"/>
                    </a:ext>
                  </a:extLst>
                </p:cNvPr>
                <p:cNvPicPr/>
                <p:nvPr/>
              </p:nvPicPr>
              <p:blipFill>
                <a:blip r:embed="rId31"/>
                <a:stretch>
                  <a:fillRect/>
                </a:stretch>
              </p:blipFill>
              <p:spPr>
                <a:xfrm>
                  <a:off x="5625825" y="397815"/>
                  <a:ext cx="705960" cy="703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55BFBE88-F3AC-5E74-E761-53D0F2577FB5}"/>
                    </a:ext>
                  </a:extLst>
                </p14:cNvPr>
                <p14:cNvContentPartPr/>
                <p14:nvPr/>
              </p14:nvContentPartPr>
              <p14:xfrm>
                <a:off x="6468945" y="464415"/>
                <a:ext cx="313560" cy="215640"/>
              </p14:xfrm>
            </p:contentPart>
          </mc:Choice>
          <mc:Fallback xmlns="">
            <p:pic>
              <p:nvPicPr>
                <p:cNvPr id="18" name="Ink 17">
                  <a:extLst>
                    <a:ext uri="{FF2B5EF4-FFF2-40B4-BE49-F238E27FC236}">
                      <a16:creationId xmlns:a16="http://schemas.microsoft.com/office/drawing/2014/main" id="{55BFBE88-F3AC-5E74-E761-53D0F2577FB5}"/>
                    </a:ext>
                  </a:extLst>
                </p:cNvPr>
                <p:cNvPicPr/>
                <p:nvPr/>
              </p:nvPicPr>
              <p:blipFill>
                <a:blip r:embed="rId33"/>
                <a:stretch>
                  <a:fillRect/>
                </a:stretch>
              </p:blipFill>
              <p:spPr>
                <a:xfrm>
                  <a:off x="6460305" y="455775"/>
                  <a:ext cx="3312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9FA42110-CC5A-0CD8-BFBC-C9E1EF01E167}"/>
                    </a:ext>
                  </a:extLst>
                </p14:cNvPr>
                <p14:cNvContentPartPr/>
                <p14:nvPr/>
              </p14:nvContentPartPr>
              <p14:xfrm>
                <a:off x="6849825" y="445335"/>
                <a:ext cx="729360" cy="293760"/>
              </p14:xfrm>
            </p:contentPart>
          </mc:Choice>
          <mc:Fallback xmlns="">
            <p:pic>
              <p:nvPicPr>
                <p:cNvPr id="19" name="Ink 18">
                  <a:extLst>
                    <a:ext uri="{FF2B5EF4-FFF2-40B4-BE49-F238E27FC236}">
                      <a16:creationId xmlns:a16="http://schemas.microsoft.com/office/drawing/2014/main" id="{9FA42110-CC5A-0CD8-BFBC-C9E1EF01E167}"/>
                    </a:ext>
                  </a:extLst>
                </p:cNvPr>
                <p:cNvPicPr/>
                <p:nvPr/>
              </p:nvPicPr>
              <p:blipFill>
                <a:blip r:embed="rId35"/>
                <a:stretch>
                  <a:fillRect/>
                </a:stretch>
              </p:blipFill>
              <p:spPr>
                <a:xfrm>
                  <a:off x="6840825" y="436335"/>
                  <a:ext cx="74700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1E900B75-F7E5-E343-6DE5-C89BBAE30250}"/>
                    </a:ext>
                  </a:extLst>
                </p14:cNvPr>
                <p14:cNvContentPartPr/>
                <p14:nvPr/>
              </p14:nvContentPartPr>
              <p14:xfrm>
                <a:off x="7676385" y="311775"/>
                <a:ext cx="18720" cy="70200"/>
              </p14:xfrm>
            </p:contentPart>
          </mc:Choice>
          <mc:Fallback xmlns="">
            <p:pic>
              <p:nvPicPr>
                <p:cNvPr id="20" name="Ink 19">
                  <a:extLst>
                    <a:ext uri="{FF2B5EF4-FFF2-40B4-BE49-F238E27FC236}">
                      <a16:creationId xmlns:a16="http://schemas.microsoft.com/office/drawing/2014/main" id="{1E900B75-F7E5-E343-6DE5-C89BBAE30250}"/>
                    </a:ext>
                  </a:extLst>
                </p:cNvPr>
                <p:cNvPicPr/>
                <p:nvPr/>
              </p:nvPicPr>
              <p:blipFill>
                <a:blip r:embed="rId37"/>
                <a:stretch>
                  <a:fillRect/>
                </a:stretch>
              </p:blipFill>
              <p:spPr>
                <a:xfrm>
                  <a:off x="7667385" y="303135"/>
                  <a:ext cx="3636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445C8BB5-8C10-1A7A-F81E-2EF523A030B4}"/>
                    </a:ext>
                  </a:extLst>
                </p14:cNvPr>
                <p14:cNvContentPartPr/>
                <p14:nvPr/>
              </p14:nvContentPartPr>
              <p14:xfrm>
                <a:off x="7753425" y="565935"/>
                <a:ext cx="142200" cy="184320"/>
              </p14:xfrm>
            </p:contentPart>
          </mc:Choice>
          <mc:Fallback xmlns="">
            <p:pic>
              <p:nvPicPr>
                <p:cNvPr id="21" name="Ink 20">
                  <a:extLst>
                    <a:ext uri="{FF2B5EF4-FFF2-40B4-BE49-F238E27FC236}">
                      <a16:creationId xmlns:a16="http://schemas.microsoft.com/office/drawing/2014/main" id="{445C8BB5-8C10-1A7A-F81E-2EF523A030B4}"/>
                    </a:ext>
                  </a:extLst>
                </p:cNvPr>
                <p:cNvPicPr/>
                <p:nvPr/>
              </p:nvPicPr>
              <p:blipFill>
                <a:blip r:embed="rId39"/>
                <a:stretch>
                  <a:fillRect/>
                </a:stretch>
              </p:blipFill>
              <p:spPr>
                <a:xfrm>
                  <a:off x="7744425" y="557295"/>
                  <a:ext cx="1598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6599D17A-BE79-00A6-5301-70C097547F76}"/>
                    </a:ext>
                  </a:extLst>
                </p14:cNvPr>
                <p14:cNvContentPartPr/>
                <p14:nvPr/>
              </p14:nvContentPartPr>
              <p14:xfrm>
                <a:off x="8021265" y="538935"/>
                <a:ext cx="206280" cy="203040"/>
              </p14:xfrm>
            </p:contentPart>
          </mc:Choice>
          <mc:Fallback xmlns="">
            <p:pic>
              <p:nvPicPr>
                <p:cNvPr id="22" name="Ink 21">
                  <a:extLst>
                    <a:ext uri="{FF2B5EF4-FFF2-40B4-BE49-F238E27FC236}">
                      <a16:creationId xmlns:a16="http://schemas.microsoft.com/office/drawing/2014/main" id="{6599D17A-BE79-00A6-5301-70C097547F76}"/>
                    </a:ext>
                  </a:extLst>
                </p:cNvPr>
                <p:cNvPicPr/>
                <p:nvPr/>
              </p:nvPicPr>
              <p:blipFill>
                <a:blip r:embed="rId41"/>
                <a:stretch>
                  <a:fillRect/>
                </a:stretch>
              </p:blipFill>
              <p:spPr>
                <a:xfrm>
                  <a:off x="8012625" y="530295"/>
                  <a:ext cx="2239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4427A3DD-3F7C-B42E-BEE2-CD8191EAAA15}"/>
                    </a:ext>
                  </a:extLst>
                </p14:cNvPr>
                <p14:cNvContentPartPr/>
                <p14:nvPr/>
              </p14:nvContentPartPr>
              <p14:xfrm>
                <a:off x="8507265" y="443535"/>
                <a:ext cx="8280" cy="37440"/>
              </p14:xfrm>
            </p:contentPart>
          </mc:Choice>
          <mc:Fallback xmlns="">
            <p:pic>
              <p:nvPicPr>
                <p:cNvPr id="23" name="Ink 22">
                  <a:extLst>
                    <a:ext uri="{FF2B5EF4-FFF2-40B4-BE49-F238E27FC236}">
                      <a16:creationId xmlns:a16="http://schemas.microsoft.com/office/drawing/2014/main" id="{4427A3DD-3F7C-B42E-BEE2-CD8191EAAA15}"/>
                    </a:ext>
                  </a:extLst>
                </p:cNvPr>
                <p:cNvPicPr/>
                <p:nvPr/>
              </p:nvPicPr>
              <p:blipFill>
                <a:blip r:embed="rId43"/>
                <a:stretch>
                  <a:fillRect/>
                </a:stretch>
              </p:blipFill>
              <p:spPr>
                <a:xfrm>
                  <a:off x="8498265" y="434535"/>
                  <a:ext cx="259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EF646600-EB56-F03A-53B0-4FDA80FB4B62}"/>
                    </a:ext>
                  </a:extLst>
                </p14:cNvPr>
                <p14:cNvContentPartPr/>
                <p14:nvPr/>
              </p14:nvContentPartPr>
              <p14:xfrm>
                <a:off x="8352825" y="831255"/>
                <a:ext cx="57600" cy="23040"/>
              </p14:xfrm>
            </p:contentPart>
          </mc:Choice>
          <mc:Fallback xmlns="">
            <p:pic>
              <p:nvPicPr>
                <p:cNvPr id="24" name="Ink 23">
                  <a:extLst>
                    <a:ext uri="{FF2B5EF4-FFF2-40B4-BE49-F238E27FC236}">
                      <a16:creationId xmlns:a16="http://schemas.microsoft.com/office/drawing/2014/main" id="{EF646600-EB56-F03A-53B0-4FDA80FB4B62}"/>
                    </a:ext>
                  </a:extLst>
                </p:cNvPr>
                <p:cNvPicPr/>
                <p:nvPr/>
              </p:nvPicPr>
              <p:blipFill>
                <a:blip r:embed="rId45"/>
                <a:stretch>
                  <a:fillRect/>
                </a:stretch>
              </p:blipFill>
              <p:spPr>
                <a:xfrm>
                  <a:off x="8344185" y="822615"/>
                  <a:ext cx="752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79B65E58-DE89-D97B-AC8A-5503C4C26B6E}"/>
                    </a:ext>
                  </a:extLst>
                </p14:cNvPr>
                <p14:cNvContentPartPr/>
                <p14:nvPr/>
              </p14:nvContentPartPr>
              <p14:xfrm>
                <a:off x="8652345" y="657375"/>
                <a:ext cx="181080" cy="25200"/>
              </p14:xfrm>
            </p:contentPart>
          </mc:Choice>
          <mc:Fallback xmlns="">
            <p:pic>
              <p:nvPicPr>
                <p:cNvPr id="25" name="Ink 24">
                  <a:extLst>
                    <a:ext uri="{FF2B5EF4-FFF2-40B4-BE49-F238E27FC236}">
                      <a16:creationId xmlns:a16="http://schemas.microsoft.com/office/drawing/2014/main" id="{79B65E58-DE89-D97B-AC8A-5503C4C26B6E}"/>
                    </a:ext>
                  </a:extLst>
                </p:cNvPr>
                <p:cNvPicPr/>
                <p:nvPr/>
              </p:nvPicPr>
              <p:blipFill>
                <a:blip r:embed="rId47"/>
                <a:stretch>
                  <a:fillRect/>
                </a:stretch>
              </p:blipFill>
              <p:spPr>
                <a:xfrm>
                  <a:off x="8643345" y="648735"/>
                  <a:ext cx="198720" cy="42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0851FA52-9D62-6FEE-F32B-E2E2DF663E60}"/>
                  </a:ext>
                </a:extLst>
              </p14:cNvPr>
              <p14:cNvContentPartPr/>
              <p14:nvPr/>
            </p14:nvContentPartPr>
            <p14:xfrm>
              <a:off x="477105" y="1926015"/>
              <a:ext cx="420120" cy="685440"/>
            </p14:xfrm>
          </p:contentPart>
        </mc:Choice>
        <mc:Fallback xmlns="">
          <p:pic>
            <p:nvPicPr>
              <p:cNvPr id="27" name="Ink 26">
                <a:extLst>
                  <a:ext uri="{FF2B5EF4-FFF2-40B4-BE49-F238E27FC236}">
                    <a16:creationId xmlns:a16="http://schemas.microsoft.com/office/drawing/2014/main" id="{0851FA52-9D62-6FEE-F32B-E2E2DF663E60}"/>
                  </a:ext>
                </a:extLst>
              </p:cNvPr>
              <p:cNvPicPr/>
              <p:nvPr/>
            </p:nvPicPr>
            <p:blipFill>
              <a:blip r:embed="rId49"/>
              <a:stretch>
                <a:fillRect/>
              </a:stretch>
            </p:blipFill>
            <p:spPr>
              <a:xfrm>
                <a:off x="468105" y="1917015"/>
                <a:ext cx="437760" cy="703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51F86B51-AC4E-C569-68E4-0441FC7C198F}"/>
                  </a:ext>
                </a:extLst>
              </p14:cNvPr>
              <p14:cNvContentPartPr/>
              <p14:nvPr/>
            </p14:nvContentPartPr>
            <p14:xfrm>
              <a:off x="1007745" y="2237415"/>
              <a:ext cx="155160" cy="374040"/>
            </p14:xfrm>
          </p:contentPart>
        </mc:Choice>
        <mc:Fallback xmlns="">
          <p:pic>
            <p:nvPicPr>
              <p:cNvPr id="28" name="Ink 27">
                <a:extLst>
                  <a:ext uri="{FF2B5EF4-FFF2-40B4-BE49-F238E27FC236}">
                    <a16:creationId xmlns:a16="http://schemas.microsoft.com/office/drawing/2014/main" id="{51F86B51-AC4E-C569-68E4-0441FC7C198F}"/>
                  </a:ext>
                </a:extLst>
              </p:cNvPr>
              <p:cNvPicPr/>
              <p:nvPr/>
            </p:nvPicPr>
            <p:blipFill>
              <a:blip r:embed="rId51"/>
              <a:stretch>
                <a:fillRect/>
              </a:stretch>
            </p:blipFill>
            <p:spPr>
              <a:xfrm>
                <a:off x="999105" y="2228775"/>
                <a:ext cx="17280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DB663F69-6FAB-9A30-D83B-F5F9FEE48838}"/>
                  </a:ext>
                </a:extLst>
              </p14:cNvPr>
              <p14:cNvContentPartPr/>
              <p14:nvPr/>
            </p14:nvContentPartPr>
            <p14:xfrm>
              <a:off x="1316625" y="2088015"/>
              <a:ext cx="95400" cy="402840"/>
            </p14:xfrm>
          </p:contentPart>
        </mc:Choice>
        <mc:Fallback xmlns="">
          <p:pic>
            <p:nvPicPr>
              <p:cNvPr id="29" name="Ink 28">
                <a:extLst>
                  <a:ext uri="{FF2B5EF4-FFF2-40B4-BE49-F238E27FC236}">
                    <a16:creationId xmlns:a16="http://schemas.microsoft.com/office/drawing/2014/main" id="{DB663F69-6FAB-9A30-D83B-F5F9FEE48838}"/>
                  </a:ext>
                </a:extLst>
              </p:cNvPr>
              <p:cNvPicPr/>
              <p:nvPr/>
            </p:nvPicPr>
            <p:blipFill>
              <a:blip r:embed="rId53"/>
              <a:stretch>
                <a:fillRect/>
              </a:stretch>
            </p:blipFill>
            <p:spPr>
              <a:xfrm>
                <a:off x="1307625" y="2079375"/>
                <a:ext cx="113040" cy="4204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3B95B6CB-8B75-9F92-826B-CC7255B7D669}"/>
                  </a:ext>
                </a:extLst>
              </p14:cNvPr>
              <p14:cNvContentPartPr/>
              <p14:nvPr/>
            </p14:nvContentPartPr>
            <p14:xfrm>
              <a:off x="1219425" y="2263335"/>
              <a:ext cx="176400" cy="73440"/>
            </p14:xfrm>
          </p:contentPart>
        </mc:Choice>
        <mc:Fallback xmlns="">
          <p:pic>
            <p:nvPicPr>
              <p:cNvPr id="30" name="Ink 29">
                <a:extLst>
                  <a:ext uri="{FF2B5EF4-FFF2-40B4-BE49-F238E27FC236}">
                    <a16:creationId xmlns:a16="http://schemas.microsoft.com/office/drawing/2014/main" id="{3B95B6CB-8B75-9F92-826B-CC7255B7D669}"/>
                  </a:ext>
                </a:extLst>
              </p:cNvPr>
              <p:cNvPicPr/>
              <p:nvPr/>
            </p:nvPicPr>
            <p:blipFill>
              <a:blip r:embed="rId55"/>
              <a:stretch>
                <a:fillRect/>
              </a:stretch>
            </p:blipFill>
            <p:spPr>
              <a:xfrm>
                <a:off x="1210425" y="2254335"/>
                <a:ext cx="1940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1" name="Ink 30">
                <a:extLst>
                  <a:ext uri="{FF2B5EF4-FFF2-40B4-BE49-F238E27FC236}">
                    <a16:creationId xmlns:a16="http://schemas.microsoft.com/office/drawing/2014/main" id="{ADB8708E-66A7-5C99-60BD-96851875BEDD}"/>
                  </a:ext>
                </a:extLst>
              </p14:cNvPr>
              <p14:cNvContentPartPr/>
              <p14:nvPr/>
            </p14:nvContentPartPr>
            <p14:xfrm>
              <a:off x="1431105" y="1961655"/>
              <a:ext cx="368280" cy="1013040"/>
            </p14:xfrm>
          </p:contentPart>
        </mc:Choice>
        <mc:Fallback xmlns="">
          <p:pic>
            <p:nvPicPr>
              <p:cNvPr id="31" name="Ink 30">
                <a:extLst>
                  <a:ext uri="{FF2B5EF4-FFF2-40B4-BE49-F238E27FC236}">
                    <a16:creationId xmlns:a16="http://schemas.microsoft.com/office/drawing/2014/main" id="{ADB8708E-66A7-5C99-60BD-96851875BEDD}"/>
                  </a:ext>
                </a:extLst>
              </p:cNvPr>
              <p:cNvPicPr/>
              <p:nvPr/>
            </p:nvPicPr>
            <p:blipFill>
              <a:blip r:embed="rId57"/>
              <a:stretch>
                <a:fillRect/>
              </a:stretch>
            </p:blipFill>
            <p:spPr>
              <a:xfrm>
                <a:off x="1422465" y="1953015"/>
                <a:ext cx="385920" cy="1030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242EBEBF-A828-537B-FED3-7A1E169E98FF}"/>
                  </a:ext>
                </a:extLst>
              </p14:cNvPr>
              <p14:cNvContentPartPr/>
              <p14:nvPr/>
            </p14:nvContentPartPr>
            <p14:xfrm>
              <a:off x="1755465" y="2417415"/>
              <a:ext cx="246240" cy="244080"/>
            </p14:xfrm>
          </p:contentPart>
        </mc:Choice>
        <mc:Fallback xmlns="">
          <p:pic>
            <p:nvPicPr>
              <p:cNvPr id="32" name="Ink 31">
                <a:extLst>
                  <a:ext uri="{FF2B5EF4-FFF2-40B4-BE49-F238E27FC236}">
                    <a16:creationId xmlns:a16="http://schemas.microsoft.com/office/drawing/2014/main" id="{242EBEBF-A828-537B-FED3-7A1E169E98FF}"/>
                  </a:ext>
                </a:extLst>
              </p:cNvPr>
              <p:cNvPicPr/>
              <p:nvPr/>
            </p:nvPicPr>
            <p:blipFill>
              <a:blip r:embed="rId59"/>
              <a:stretch>
                <a:fillRect/>
              </a:stretch>
            </p:blipFill>
            <p:spPr>
              <a:xfrm>
                <a:off x="1746825" y="2408775"/>
                <a:ext cx="26388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4EA7C514-0344-CC9A-2003-248638CE29FE}"/>
                  </a:ext>
                </a:extLst>
              </p14:cNvPr>
              <p14:cNvContentPartPr/>
              <p14:nvPr/>
            </p14:nvContentPartPr>
            <p14:xfrm>
              <a:off x="2472225" y="2173695"/>
              <a:ext cx="39240" cy="30240"/>
            </p14:xfrm>
          </p:contentPart>
        </mc:Choice>
        <mc:Fallback xmlns="">
          <p:pic>
            <p:nvPicPr>
              <p:cNvPr id="33" name="Ink 32">
                <a:extLst>
                  <a:ext uri="{FF2B5EF4-FFF2-40B4-BE49-F238E27FC236}">
                    <a16:creationId xmlns:a16="http://schemas.microsoft.com/office/drawing/2014/main" id="{4EA7C514-0344-CC9A-2003-248638CE29FE}"/>
                  </a:ext>
                </a:extLst>
              </p:cNvPr>
              <p:cNvPicPr/>
              <p:nvPr/>
            </p:nvPicPr>
            <p:blipFill>
              <a:blip r:embed="rId61"/>
              <a:stretch>
                <a:fillRect/>
              </a:stretch>
            </p:blipFill>
            <p:spPr>
              <a:xfrm>
                <a:off x="2463225" y="2165055"/>
                <a:ext cx="568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Ink 33">
                <a:extLst>
                  <a:ext uri="{FF2B5EF4-FFF2-40B4-BE49-F238E27FC236}">
                    <a16:creationId xmlns:a16="http://schemas.microsoft.com/office/drawing/2014/main" id="{5C24B520-1DE2-53E8-CE50-C07A29CAB9BA}"/>
                  </a:ext>
                </a:extLst>
              </p14:cNvPr>
              <p14:cNvContentPartPr/>
              <p14:nvPr/>
            </p14:nvContentPartPr>
            <p14:xfrm>
              <a:off x="2361345" y="2459895"/>
              <a:ext cx="154800" cy="104400"/>
            </p14:xfrm>
          </p:contentPart>
        </mc:Choice>
        <mc:Fallback xmlns="">
          <p:pic>
            <p:nvPicPr>
              <p:cNvPr id="34" name="Ink 33">
                <a:extLst>
                  <a:ext uri="{FF2B5EF4-FFF2-40B4-BE49-F238E27FC236}">
                    <a16:creationId xmlns:a16="http://schemas.microsoft.com/office/drawing/2014/main" id="{5C24B520-1DE2-53E8-CE50-C07A29CAB9BA}"/>
                  </a:ext>
                </a:extLst>
              </p:cNvPr>
              <p:cNvPicPr/>
              <p:nvPr/>
            </p:nvPicPr>
            <p:blipFill>
              <a:blip r:embed="rId63"/>
              <a:stretch>
                <a:fillRect/>
              </a:stretch>
            </p:blipFill>
            <p:spPr>
              <a:xfrm>
                <a:off x="2352345" y="2450895"/>
                <a:ext cx="1724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6" name="Ink 35">
                <a:extLst>
                  <a:ext uri="{FF2B5EF4-FFF2-40B4-BE49-F238E27FC236}">
                    <a16:creationId xmlns:a16="http://schemas.microsoft.com/office/drawing/2014/main" id="{2A00654F-3D56-B816-9CE9-E1914F4407B8}"/>
                  </a:ext>
                </a:extLst>
              </p14:cNvPr>
              <p14:cNvContentPartPr/>
              <p14:nvPr/>
            </p14:nvContentPartPr>
            <p14:xfrm>
              <a:off x="2464305" y="2193855"/>
              <a:ext cx="233640" cy="65520"/>
            </p14:xfrm>
          </p:contentPart>
        </mc:Choice>
        <mc:Fallback xmlns="">
          <p:pic>
            <p:nvPicPr>
              <p:cNvPr id="36" name="Ink 35">
                <a:extLst>
                  <a:ext uri="{FF2B5EF4-FFF2-40B4-BE49-F238E27FC236}">
                    <a16:creationId xmlns:a16="http://schemas.microsoft.com/office/drawing/2014/main" id="{2A00654F-3D56-B816-9CE9-E1914F4407B8}"/>
                  </a:ext>
                </a:extLst>
              </p:cNvPr>
              <p:cNvPicPr/>
              <p:nvPr/>
            </p:nvPicPr>
            <p:blipFill>
              <a:blip r:embed="rId65"/>
              <a:stretch>
                <a:fillRect/>
              </a:stretch>
            </p:blipFill>
            <p:spPr>
              <a:xfrm>
                <a:off x="2455305" y="2185215"/>
                <a:ext cx="25128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7" name="Ink 36">
                <a:extLst>
                  <a:ext uri="{FF2B5EF4-FFF2-40B4-BE49-F238E27FC236}">
                    <a16:creationId xmlns:a16="http://schemas.microsoft.com/office/drawing/2014/main" id="{9E5F1B00-7540-4645-BA19-E0CEAB569DE8}"/>
                  </a:ext>
                </a:extLst>
              </p14:cNvPr>
              <p14:cNvContentPartPr/>
              <p14:nvPr/>
            </p14:nvContentPartPr>
            <p14:xfrm>
              <a:off x="2249385" y="2432895"/>
              <a:ext cx="281520" cy="92880"/>
            </p14:xfrm>
          </p:contentPart>
        </mc:Choice>
        <mc:Fallback xmlns="">
          <p:pic>
            <p:nvPicPr>
              <p:cNvPr id="37" name="Ink 36">
                <a:extLst>
                  <a:ext uri="{FF2B5EF4-FFF2-40B4-BE49-F238E27FC236}">
                    <a16:creationId xmlns:a16="http://schemas.microsoft.com/office/drawing/2014/main" id="{9E5F1B00-7540-4645-BA19-E0CEAB569DE8}"/>
                  </a:ext>
                </a:extLst>
              </p:cNvPr>
              <p:cNvPicPr/>
              <p:nvPr/>
            </p:nvPicPr>
            <p:blipFill>
              <a:blip r:embed="rId67"/>
              <a:stretch>
                <a:fillRect/>
              </a:stretch>
            </p:blipFill>
            <p:spPr>
              <a:xfrm>
                <a:off x="2240385" y="2424255"/>
                <a:ext cx="29916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8" name="Ink 37">
                <a:extLst>
                  <a:ext uri="{FF2B5EF4-FFF2-40B4-BE49-F238E27FC236}">
                    <a16:creationId xmlns:a16="http://schemas.microsoft.com/office/drawing/2014/main" id="{F3488822-3C41-325E-EDF7-00872AD8D50E}"/>
                  </a:ext>
                </a:extLst>
              </p14:cNvPr>
              <p14:cNvContentPartPr/>
              <p14:nvPr/>
            </p14:nvContentPartPr>
            <p14:xfrm>
              <a:off x="3375105" y="1767615"/>
              <a:ext cx="92880" cy="565200"/>
            </p14:xfrm>
          </p:contentPart>
        </mc:Choice>
        <mc:Fallback xmlns="">
          <p:pic>
            <p:nvPicPr>
              <p:cNvPr id="38" name="Ink 37">
                <a:extLst>
                  <a:ext uri="{FF2B5EF4-FFF2-40B4-BE49-F238E27FC236}">
                    <a16:creationId xmlns:a16="http://schemas.microsoft.com/office/drawing/2014/main" id="{F3488822-3C41-325E-EDF7-00872AD8D50E}"/>
                  </a:ext>
                </a:extLst>
              </p:cNvPr>
              <p:cNvPicPr/>
              <p:nvPr/>
            </p:nvPicPr>
            <p:blipFill>
              <a:blip r:embed="rId69"/>
              <a:stretch>
                <a:fillRect/>
              </a:stretch>
            </p:blipFill>
            <p:spPr>
              <a:xfrm>
                <a:off x="3366105" y="1758615"/>
                <a:ext cx="110520" cy="582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9" name="Ink 38">
                <a:extLst>
                  <a:ext uri="{FF2B5EF4-FFF2-40B4-BE49-F238E27FC236}">
                    <a16:creationId xmlns:a16="http://schemas.microsoft.com/office/drawing/2014/main" id="{BF70A482-D876-BE5D-FF83-27B85C52399C}"/>
                  </a:ext>
                </a:extLst>
              </p14:cNvPr>
              <p14:cNvContentPartPr/>
              <p14:nvPr/>
            </p14:nvContentPartPr>
            <p14:xfrm>
              <a:off x="2930505" y="2391855"/>
              <a:ext cx="800280" cy="9720"/>
            </p14:xfrm>
          </p:contentPart>
        </mc:Choice>
        <mc:Fallback xmlns="">
          <p:pic>
            <p:nvPicPr>
              <p:cNvPr id="39" name="Ink 38">
                <a:extLst>
                  <a:ext uri="{FF2B5EF4-FFF2-40B4-BE49-F238E27FC236}">
                    <a16:creationId xmlns:a16="http://schemas.microsoft.com/office/drawing/2014/main" id="{BF70A482-D876-BE5D-FF83-27B85C52399C}"/>
                  </a:ext>
                </a:extLst>
              </p:cNvPr>
              <p:cNvPicPr/>
              <p:nvPr/>
            </p:nvPicPr>
            <p:blipFill>
              <a:blip r:embed="rId71"/>
              <a:stretch>
                <a:fillRect/>
              </a:stretch>
            </p:blipFill>
            <p:spPr>
              <a:xfrm>
                <a:off x="2921505" y="2383215"/>
                <a:ext cx="8179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0" name="Ink 39">
                <a:extLst>
                  <a:ext uri="{FF2B5EF4-FFF2-40B4-BE49-F238E27FC236}">
                    <a16:creationId xmlns:a16="http://schemas.microsoft.com/office/drawing/2014/main" id="{A5C716B4-8BA2-0A24-CE17-E6D21DC35388}"/>
                  </a:ext>
                </a:extLst>
              </p14:cNvPr>
              <p14:cNvContentPartPr/>
              <p14:nvPr/>
            </p14:nvContentPartPr>
            <p14:xfrm>
              <a:off x="3020145" y="2551335"/>
              <a:ext cx="413640" cy="389520"/>
            </p14:xfrm>
          </p:contentPart>
        </mc:Choice>
        <mc:Fallback xmlns="">
          <p:pic>
            <p:nvPicPr>
              <p:cNvPr id="40" name="Ink 39">
                <a:extLst>
                  <a:ext uri="{FF2B5EF4-FFF2-40B4-BE49-F238E27FC236}">
                    <a16:creationId xmlns:a16="http://schemas.microsoft.com/office/drawing/2014/main" id="{A5C716B4-8BA2-0A24-CE17-E6D21DC35388}"/>
                  </a:ext>
                </a:extLst>
              </p:cNvPr>
              <p:cNvPicPr/>
              <p:nvPr/>
            </p:nvPicPr>
            <p:blipFill>
              <a:blip r:embed="rId73"/>
              <a:stretch>
                <a:fillRect/>
              </a:stretch>
            </p:blipFill>
            <p:spPr>
              <a:xfrm>
                <a:off x="3011145" y="2542695"/>
                <a:ext cx="43128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1" name="Ink 40">
                <a:extLst>
                  <a:ext uri="{FF2B5EF4-FFF2-40B4-BE49-F238E27FC236}">
                    <a16:creationId xmlns:a16="http://schemas.microsoft.com/office/drawing/2014/main" id="{A450E1FD-CAD2-00B3-DD86-3941321B36CF}"/>
                  </a:ext>
                </a:extLst>
              </p14:cNvPr>
              <p14:cNvContentPartPr/>
              <p14:nvPr/>
            </p14:nvContentPartPr>
            <p14:xfrm>
              <a:off x="3446025" y="2626215"/>
              <a:ext cx="405000" cy="272160"/>
            </p14:xfrm>
          </p:contentPart>
        </mc:Choice>
        <mc:Fallback xmlns="">
          <p:pic>
            <p:nvPicPr>
              <p:cNvPr id="41" name="Ink 40">
                <a:extLst>
                  <a:ext uri="{FF2B5EF4-FFF2-40B4-BE49-F238E27FC236}">
                    <a16:creationId xmlns:a16="http://schemas.microsoft.com/office/drawing/2014/main" id="{A450E1FD-CAD2-00B3-DD86-3941321B36CF}"/>
                  </a:ext>
                </a:extLst>
              </p:cNvPr>
              <p:cNvPicPr/>
              <p:nvPr/>
            </p:nvPicPr>
            <p:blipFill>
              <a:blip r:embed="rId75"/>
              <a:stretch>
                <a:fillRect/>
              </a:stretch>
            </p:blipFill>
            <p:spPr>
              <a:xfrm>
                <a:off x="3437385" y="2617215"/>
                <a:ext cx="42264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Ink 42">
                <a:extLst>
                  <a:ext uri="{FF2B5EF4-FFF2-40B4-BE49-F238E27FC236}">
                    <a16:creationId xmlns:a16="http://schemas.microsoft.com/office/drawing/2014/main" id="{5398D4B1-8881-C474-F1F7-D21D31E5F4EA}"/>
                  </a:ext>
                </a:extLst>
              </p14:cNvPr>
              <p14:cNvContentPartPr/>
              <p14:nvPr/>
            </p14:nvContentPartPr>
            <p14:xfrm>
              <a:off x="4159905" y="2239215"/>
              <a:ext cx="753840" cy="33840"/>
            </p14:xfrm>
          </p:contentPart>
        </mc:Choice>
        <mc:Fallback xmlns="">
          <p:pic>
            <p:nvPicPr>
              <p:cNvPr id="43" name="Ink 42">
                <a:extLst>
                  <a:ext uri="{FF2B5EF4-FFF2-40B4-BE49-F238E27FC236}">
                    <a16:creationId xmlns:a16="http://schemas.microsoft.com/office/drawing/2014/main" id="{5398D4B1-8881-C474-F1F7-D21D31E5F4EA}"/>
                  </a:ext>
                </a:extLst>
              </p:cNvPr>
              <p:cNvPicPr/>
              <p:nvPr/>
            </p:nvPicPr>
            <p:blipFill>
              <a:blip r:embed="rId77"/>
              <a:stretch>
                <a:fillRect/>
              </a:stretch>
            </p:blipFill>
            <p:spPr>
              <a:xfrm>
                <a:off x="4151265" y="2230215"/>
                <a:ext cx="7714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4" name="Ink 43">
                <a:extLst>
                  <a:ext uri="{FF2B5EF4-FFF2-40B4-BE49-F238E27FC236}">
                    <a16:creationId xmlns:a16="http://schemas.microsoft.com/office/drawing/2014/main" id="{8770208D-14BC-6802-E7EB-B82F89FCFA18}"/>
                  </a:ext>
                </a:extLst>
              </p14:cNvPr>
              <p14:cNvContentPartPr/>
              <p14:nvPr/>
            </p14:nvContentPartPr>
            <p14:xfrm>
              <a:off x="4204905" y="2258295"/>
              <a:ext cx="626760" cy="443880"/>
            </p14:xfrm>
          </p:contentPart>
        </mc:Choice>
        <mc:Fallback xmlns="">
          <p:pic>
            <p:nvPicPr>
              <p:cNvPr id="44" name="Ink 43">
                <a:extLst>
                  <a:ext uri="{FF2B5EF4-FFF2-40B4-BE49-F238E27FC236}">
                    <a16:creationId xmlns:a16="http://schemas.microsoft.com/office/drawing/2014/main" id="{8770208D-14BC-6802-E7EB-B82F89FCFA18}"/>
                  </a:ext>
                </a:extLst>
              </p:cNvPr>
              <p:cNvPicPr/>
              <p:nvPr/>
            </p:nvPicPr>
            <p:blipFill>
              <a:blip r:embed="rId79"/>
              <a:stretch>
                <a:fillRect/>
              </a:stretch>
            </p:blipFill>
            <p:spPr>
              <a:xfrm>
                <a:off x="4196265" y="2249295"/>
                <a:ext cx="644400" cy="461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7" name="Ink 46">
                <a:extLst>
                  <a:ext uri="{FF2B5EF4-FFF2-40B4-BE49-F238E27FC236}">
                    <a16:creationId xmlns:a16="http://schemas.microsoft.com/office/drawing/2014/main" id="{6DCFE54B-BC02-BBC6-7EB5-A3E1F9E3070D}"/>
                  </a:ext>
                </a:extLst>
              </p14:cNvPr>
              <p14:cNvContentPartPr/>
              <p14:nvPr/>
            </p14:nvContentPartPr>
            <p14:xfrm>
              <a:off x="4426665" y="2695335"/>
              <a:ext cx="56520" cy="33120"/>
            </p14:xfrm>
          </p:contentPart>
        </mc:Choice>
        <mc:Fallback xmlns="">
          <p:pic>
            <p:nvPicPr>
              <p:cNvPr id="47" name="Ink 46">
                <a:extLst>
                  <a:ext uri="{FF2B5EF4-FFF2-40B4-BE49-F238E27FC236}">
                    <a16:creationId xmlns:a16="http://schemas.microsoft.com/office/drawing/2014/main" id="{6DCFE54B-BC02-BBC6-7EB5-A3E1F9E3070D}"/>
                  </a:ext>
                </a:extLst>
              </p:cNvPr>
              <p:cNvPicPr/>
              <p:nvPr/>
            </p:nvPicPr>
            <p:blipFill>
              <a:blip r:embed="rId81"/>
              <a:stretch>
                <a:fillRect/>
              </a:stretch>
            </p:blipFill>
            <p:spPr>
              <a:xfrm>
                <a:off x="4417665" y="2686695"/>
                <a:ext cx="741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6" name="Ink 45">
                <a:extLst>
                  <a:ext uri="{FF2B5EF4-FFF2-40B4-BE49-F238E27FC236}">
                    <a16:creationId xmlns:a16="http://schemas.microsoft.com/office/drawing/2014/main" id="{45032890-5A70-2741-E22B-D18579D12C75}"/>
                  </a:ext>
                </a:extLst>
              </p14:cNvPr>
              <p14:cNvContentPartPr/>
              <p14:nvPr/>
            </p14:nvContentPartPr>
            <p14:xfrm>
              <a:off x="4324065" y="2914575"/>
              <a:ext cx="60840" cy="159480"/>
            </p14:xfrm>
          </p:contentPart>
        </mc:Choice>
        <mc:Fallback xmlns="">
          <p:pic>
            <p:nvPicPr>
              <p:cNvPr id="46" name="Ink 45">
                <a:extLst>
                  <a:ext uri="{FF2B5EF4-FFF2-40B4-BE49-F238E27FC236}">
                    <a16:creationId xmlns:a16="http://schemas.microsoft.com/office/drawing/2014/main" id="{45032890-5A70-2741-E22B-D18579D12C75}"/>
                  </a:ext>
                </a:extLst>
              </p:cNvPr>
              <p:cNvPicPr/>
              <p:nvPr/>
            </p:nvPicPr>
            <p:blipFill>
              <a:blip r:embed="rId83"/>
              <a:stretch>
                <a:fillRect/>
              </a:stretch>
            </p:blipFill>
            <p:spPr>
              <a:xfrm>
                <a:off x="4315065" y="2905575"/>
                <a:ext cx="7848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58688BC8-23E8-9DA9-6D01-0506A0C4C4D7}"/>
                  </a:ext>
                </a:extLst>
              </p14:cNvPr>
              <p14:cNvContentPartPr/>
              <p14:nvPr/>
            </p14:nvContentPartPr>
            <p14:xfrm>
              <a:off x="4523865" y="2912415"/>
              <a:ext cx="211680" cy="79560"/>
            </p14:xfrm>
          </p:contentPart>
        </mc:Choice>
        <mc:Fallback xmlns="">
          <p:pic>
            <p:nvPicPr>
              <p:cNvPr id="48" name="Ink 47">
                <a:extLst>
                  <a:ext uri="{FF2B5EF4-FFF2-40B4-BE49-F238E27FC236}">
                    <a16:creationId xmlns:a16="http://schemas.microsoft.com/office/drawing/2014/main" id="{58688BC8-23E8-9DA9-6D01-0506A0C4C4D7}"/>
                  </a:ext>
                </a:extLst>
              </p:cNvPr>
              <p:cNvPicPr/>
              <p:nvPr/>
            </p:nvPicPr>
            <p:blipFill>
              <a:blip r:embed="rId85"/>
              <a:stretch>
                <a:fillRect/>
              </a:stretch>
            </p:blipFill>
            <p:spPr>
              <a:xfrm>
                <a:off x="4514865" y="2903415"/>
                <a:ext cx="2293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9FD73643-C064-9FC5-30A6-D630EF5BA279}"/>
                  </a:ext>
                </a:extLst>
              </p14:cNvPr>
              <p14:cNvContentPartPr/>
              <p14:nvPr/>
            </p14:nvContentPartPr>
            <p14:xfrm>
              <a:off x="4538985" y="2913855"/>
              <a:ext cx="147600" cy="61920"/>
            </p14:xfrm>
          </p:contentPart>
        </mc:Choice>
        <mc:Fallback xmlns="">
          <p:pic>
            <p:nvPicPr>
              <p:cNvPr id="51" name="Ink 50">
                <a:extLst>
                  <a:ext uri="{FF2B5EF4-FFF2-40B4-BE49-F238E27FC236}">
                    <a16:creationId xmlns:a16="http://schemas.microsoft.com/office/drawing/2014/main" id="{9FD73643-C064-9FC5-30A6-D630EF5BA279}"/>
                  </a:ext>
                </a:extLst>
              </p:cNvPr>
              <p:cNvPicPr/>
              <p:nvPr/>
            </p:nvPicPr>
            <p:blipFill>
              <a:blip r:embed="rId87"/>
              <a:stretch>
                <a:fillRect/>
              </a:stretch>
            </p:blipFill>
            <p:spPr>
              <a:xfrm>
                <a:off x="4529985" y="2904855"/>
                <a:ext cx="1652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50E05F74-2128-FB65-3105-4A750BA40053}"/>
                  </a:ext>
                </a:extLst>
              </p14:cNvPr>
              <p14:cNvContentPartPr/>
              <p14:nvPr/>
            </p14:nvContentPartPr>
            <p14:xfrm>
              <a:off x="4454025" y="3081255"/>
              <a:ext cx="147960" cy="55080"/>
            </p14:xfrm>
          </p:contentPart>
        </mc:Choice>
        <mc:Fallback xmlns="">
          <p:pic>
            <p:nvPicPr>
              <p:cNvPr id="52" name="Ink 51">
                <a:extLst>
                  <a:ext uri="{FF2B5EF4-FFF2-40B4-BE49-F238E27FC236}">
                    <a16:creationId xmlns:a16="http://schemas.microsoft.com/office/drawing/2014/main" id="{50E05F74-2128-FB65-3105-4A750BA40053}"/>
                  </a:ext>
                </a:extLst>
              </p:cNvPr>
              <p:cNvPicPr/>
              <p:nvPr/>
            </p:nvPicPr>
            <p:blipFill>
              <a:blip r:embed="rId89"/>
              <a:stretch>
                <a:fillRect/>
              </a:stretch>
            </p:blipFill>
            <p:spPr>
              <a:xfrm>
                <a:off x="4445385" y="3072255"/>
                <a:ext cx="16560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AF804B72-DEC9-898F-3452-850AA345A4A2}"/>
                  </a:ext>
                </a:extLst>
              </p14:cNvPr>
              <p14:cNvContentPartPr/>
              <p14:nvPr/>
            </p14:nvContentPartPr>
            <p14:xfrm>
              <a:off x="4745625" y="2896215"/>
              <a:ext cx="77040" cy="251280"/>
            </p14:xfrm>
          </p:contentPart>
        </mc:Choice>
        <mc:Fallback xmlns="">
          <p:pic>
            <p:nvPicPr>
              <p:cNvPr id="53" name="Ink 52">
                <a:extLst>
                  <a:ext uri="{FF2B5EF4-FFF2-40B4-BE49-F238E27FC236}">
                    <a16:creationId xmlns:a16="http://schemas.microsoft.com/office/drawing/2014/main" id="{AF804B72-DEC9-898F-3452-850AA345A4A2}"/>
                  </a:ext>
                </a:extLst>
              </p:cNvPr>
              <p:cNvPicPr/>
              <p:nvPr/>
            </p:nvPicPr>
            <p:blipFill>
              <a:blip r:embed="rId91"/>
              <a:stretch>
                <a:fillRect/>
              </a:stretch>
            </p:blipFill>
            <p:spPr>
              <a:xfrm>
                <a:off x="4736625" y="2887215"/>
                <a:ext cx="9468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5" name="Ink 54">
                <a:extLst>
                  <a:ext uri="{FF2B5EF4-FFF2-40B4-BE49-F238E27FC236}">
                    <a16:creationId xmlns:a16="http://schemas.microsoft.com/office/drawing/2014/main" id="{43A1703A-EAF1-0AF1-1DB0-EA28481B5EA8}"/>
                  </a:ext>
                </a:extLst>
              </p14:cNvPr>
              <p14:cNvContentPartPr/>
              <p14:nvPr/>
            </p14:nvContentPartPr>
            <p14:xfrm>
              <a:off x="4354665" y="1957335"/>
              <a:ext cx="471240" cy="167400"/>
            </p14:xfrm>
          </p:contentPart>
        </mc:Choice>
        <mc:Fallback xmlns="">
          <p:pic>
            <p:nvPicPr>
              <p:cNvPr id="55" name="Ink 54">
                <a:extLst>
                  <a:ext uri="{FF2B5EF4-FFF2-40B4-BE49-F238E27FC236}">
                    <a16:creationId xmlns:a16="http://schemas.microsoft.com/office/drawing/2014/main" id="{43A1703A-EAF1-0AF1-1DB0-EA28481B5EA8}"/>
                  </a:ext>
                </a:extLst>
              </p:cNvPr>
              <p:cNvPicPr/>
              <p:nvPr/>
            </p:nvPicPr>
            <p:blipFill>
              <a:blip r:embed="rId93"/>
              <a:stretch>
                <a:fillRect/>
              </a:stretch>
            </p:blipFill>
            <p:spPr>
              <a:xfrm>
                <a:off x="4345665" y="1948335"/>
                <a:ext cx="488880" cy="185040"/>
              </a:xfrm>
              <a:prstGeom prst="rect">
                <a:avLst/>
              </a:prstGeom>
            </p:spPr>
          </p:pic>
        </mc:Fallback>
      </mc:AlternateContent>
      <p:grpSp>
        <p:nvGrpSpPr>
          <p:cNvPr id="69" name="Group 68">
            <a:extLst>
              <a:ext uri="{FF2B5EF4-FFF2-40B4-BE49-F238E27FC236}">
                <a16:creationId xmlns:a16="http://schemas.microsoft.com/office/drawing/2014/main" id="{5307BF1B-274D-D94A-E1A0-098CFFF18133}"/>
              </a:ext>
            </a:extLst>
          </p:cNvPr>
          <p:cNvGrpSpPr/>
          <p:nvPr/>
        </p:nvGrpSpPr>
        <p:grpSpPr>
          <a:xfrm>
            <a:off x="5209305" y="1929975"/>
            <a:ext cx="1840680" cy="641160"/>
            <a:chOff x="5209305" y="1929975"/>
            <a:chExt cx="1840680" cy="641160"/>
          </a:xfrm>
        </p:grpSpPr>
        <mc:AlternateContent xmlns:mc="http://schemas.openxmlformats.org/markup-compatibility/2006" xmlns:p14="http://schemas.microsoft.com/office/powerpoint/2010/main">
          <mc:Choice Requires="p14">
            <p:contentPart p14:bwMode="auto" r:id="rId94">
              <p14:nvContentPartPr>
                <p14:cNvPr id="56" name="Ink 55">
                  <a:extLst>
                    <a:ext uri="{FF2B5EF4-FFF2-40B4-BE49-F238E27FC236}">
                      <a16:creationId xmlns:a16="http://schemas.microsoft.com/office/drawing/2014/main" id="{569D571F-295E-B160-446C-33D49A3CED5E}"/>
                    </a:ext>
                  </a:extLst>
                </p14:cNvPr>
                <p14:cNvContentPartPr/>
                <p14:nvPr/>
              </p14:nvContentPartPr>
              <p14:xfrm>
                <a:off x="5209305" y="1929975"/>
                <a:ext cx="350280" cy="641160"/>
              </p14:xfrm>
            </p:contentPart>
          </mc:Choice>
          <mc:Fallback xmlns="">
            <p:pic>
              <p:nvPicPr>
                <p:cNvPr id="56" name="Ink 55">
                  <a:extLst>
                    <a:ext uri="{FF2B5EF4-FFF2-40B4-BE49-F238E27FC236}">
                      <a16:creationId xmlns:a16="http://schemas.microsoft.com/office/drawing/2014/main" id="{569D571F-295E-B160-446C-33D49A3CED5E}"/>
                    </a:ext>
                  </a:extLst>
                </p:cNvPr>
                <p:cNvPicPr/>
                <p:nvPr/>
              </p:nvPicPr>
              <p:blipFill>
                <a:blip r:embed="rId95"/>
                <a:stretch>
                  <a:fillRect/>
                </a:stretch>
              </p:blipFill>
              <p:spPr>
                <a:xfrm>
                  <a:off x="5200665" y="1921335"/>
                  <a:ext cx="367920" cy="658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90F32EBF-9E81-4DBF-3DBE-44DCC6885794}"/>
                    </a:ext>
                  </a:extLst>
                </p14:cNvPr>
                <p14:cNvContentPartPr/>
                <p14:nvPr/>
              </p14:nvContentPartPr>
              <p14:xfrm>
                <a:off x="5438265" y="1970295"/>
                <a:ext cx="154800" cy="539280"/>
              </p14:xfrm>
            </p:contentPart>
          </mc:Choice>
          <mc:Fallback xmlns="">
            <p:pic>
              <p:nvPicPr>
                <p:cNvPr id="58" name="Ink 57">
                  <a:extLst>
                    <a:ext uri="{FF2B5EF4-FFF2-40B4-BE49-F238E27FC236}">
                      <a16:creationId xmlns:a16="http://schemas.microsoft.com/office/drawing/2014/main" id="{90F32EBF-9E81-4DBF-3DBE-44DCC6885794}"/>
                    </a:ext>
                  </a:extLst>
                </p:cNvPr>
                <p:cNvPicPr/>
                <p:nvPr/>
              </p:nvPicPr>
              <p:blipFill>
                <a:blip r:embed="rId97"/>
                <a:stretch>
                  <a:fillRect/>
                </a:stretch>
              </p:blipFill>
              <p:spPr>
                <a:xfrm>
                  <a:off x="5429265" y="1961295"/>
                  <a:ext cx="17244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6DCD1391-D7A8-996D-F61B-D37443F53015}"/>
                    </a:ext>
                  </a:extLst>
                </p14:cNvPr>
                <p14:cNvContentPartPr/>
                <p14:nvPr/>
              </p14:nvContentPartPr>
              <p14:xfrm>
                <a:off x="5711145" y="2027895"/>
                <a:ext cx="259200" cy="444240"/>
              </p14:xfrm>
            </p:contentPart>
          </mc:Choice>
          <mc:Fallback xmlns="">
            <p:pic>
              <p:nvPicPr>
                <p:cNvPr id="59" name="Ink 58">
                  <a:extLst>
                    <a:ext uri="{FF2B5EF4-FFF2-40B4-BE49-F238E27FC236}">
                      <a16:creationId xmlns:a16="http://schemas.microsoft.com/office/drawing/2014/main" id="{6DCD1391-D7A8-996D-F61B-D37443F53015}"/>
                    </a:ext>
                  </a:extLst>
                </p:cNvPr>
                <p:cNvPicPr/>
                <p:nvPr/>
              </p:nvPicPr>
              <p:blipFill>
                <a:blip r:embed="rId99"/>
                <a:stretch>
                  <a:fillRect/>
                </a:stretch>
              </p:blipFill>
              <p:spPr>
                <a:xfrm>
                  <a:off x="5702145" y="2018895"/>
                  <a:ext cx="27684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0572B82F-EA4D-5252-2669-A48529A0FF25}"/>
                    </a:ext>
                  </a:extLst>
                </p14:cNvPr>
                <p14:cNvContentPartPr/>
                <p14:nvPr/>
              </p14:nvContentPartPr>
              <p14:xfrm>
                <a:off x="5989785" y="2229135"/>
                <a:ext cx="147960" cy="238680"/>
              </p14:xfrm>
            </p:contentPart>
          </mc:Choice>
          <mc:Fallback xmlns="">
            <p:pic>
              <p:nvPicPr>
                <p:cNvPr id="60" name="Ink 59">
                  <a:extLst>
                    <a:ext uri="{FF2B5EF4-FFF2-40B4-BE49-F238E27FC236}">
                      <a16:creationId xmlns:a16="http://schemas.microsoft.com/office/drawing/2014/main" id="{0572B82F-EA4D-5252-2669-A48529A0FF25}"/>
                    </a:ext>
                  </a:extLst>
                </p:cNvPr>
                <p:cNvPicPr/>
                <p:nvPr/>
              </p:nvPicPr>
              <p:blipFill>
                <a:blip r:embed="rId101"/>
                <a:stretch>
                  <a:fillRect/>
                </a:stretch>
              </p:blipFill>
              <p:spPr>
                <a:xfrm>
                  <a:off x="5980785" y="2220495"/>
                  <a:ext cx="1656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1" name="Ink 60">
                  <a:extLst>
                    <a:ext uri="{FF2B5EF4-FFF2-40B4-BE49-F238E27FC236}">
                      <a16:creationId xmlns:a16="http://schemas.microsoft.com/office/drawing/2014/main" id="{89B6FEAA-BE93-D051-CE1D-BD767D5D02EC}"/>
                    </a:ext>
                  </a:extLst>
                </p14:cNvPr>
                <p14:cNvContentPartPr/>
                <p14:nvPr/>
              </p14:nvContentPartPr>
              <p14:xfrm>
                <a:off x="5382465" y="2126175"/>
                <a:ext cx="210240" cy="327960"/>
              </p14:xfrm>
            </p:contentPart>
          </mc:Choice>
          <mc:Fallback xmlns="">
            <p:pic>
              <p:nvPicPr>
                <p:cNvPr id="61" name="Ink 60">
                  <a:extLst>
                    <a:ext uri="{FF2B5EF4-FFF2-40B4-BE49-F238E27FC236}">
                      <a16:creationId xmlns:a16="http://schemas.microsoft.com/office/drawing/2014/main" id="{89B6FEAA-BE93-D051-CE1D-BD767D5D02EC}"/>
                    </a:ext>
                  </a:extLst>
                </p:cNvPr>
                <p:cNvPicPr/>
                <p:nvPr/>
              </p:nvPicPr>
              <p:blipFill>
                <a:blip r:embed="rId103"/>
                <a:stretch>
                  <a:fillRect/>
                </a:stretch>
              </p:blipFill>
              <p:spPr>
                <a:xfrm>
                  <a:off x="5373825" y="2117535"/>
                  <a:ext cx="22788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2" name="Ink 61">
                  <a:extLst>
                    <a:ext uri="{FF2B5EF4-FFF2-40B4-BE49-F238E27FC236}">
                      <a16:creationId xmlns:a16="http://schemas.microsoft.com/office/drawing/2014/main" id="{B4B2D0C1-23BC-A87B-2C19-135F7C07E177}"/>
                    </a:ext>
                  </a:extLst>
                </p14:cNvPr>
                <p14:cNvContentPartPr/>
                <p14:nvPr/>
              </p14:nvContentPartPr>
              <p14:xfrm>
                <a:off x="6187065" y="2147055"/>
                <a:ext cx="131400" cy="337680"/>
              </p14:xfrm>
            </p:contentPart>
          </mc:Choice>
          <mc:Fallback xmlns="">
            <p:pic>
              <p:nvPicPr>
                <p:cNvPr id="62" name="Ink 61">
                  <a:extLst>
                    <a:ext uri="{FF2B5EF4-FFF2-40B4-BE49-F238E27FC236}">
                      <a16:creationId xmlns:a16="http://schemas.microsoft.com/office/drawing/2014/main" id="{B4B2D0C1-23BC-A87B-2C19-135F7C07E177}"/>
                    </a:ext>
                  </a:extLst>
                </p:cNvPr>
                <p:cNvPicPr/>
                <p:nvPr/>
              </p:nvPicPr>
              <p:blipFill>
                <a:blip r:embed="rId105"/>
                <a:stretch>
                  <a:fillRect/>
                </a:stretch>
              </p:blipFill>
              <p:spPr>
                <a:xfrm>
                  <a:off x="6178425" y="2138415"/>
                  <a:ext cx="14904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3" name="Ink 62">
                  <a:extLst>
                    <a:ext uri="{FF2B5EF4-FFF2-40B4-BE49-F238E27FC236}">
                      <a16:creationId xmlns:a16="http://schemas.microsoft.com/office/drawing/2014/main" id="{0D332650-C4EE-9CE9-7512-CE9599230CE7}"/>
                    </a:ext>
                  </a:extLst>
                </p14:cNvPr>
                <p14:cNvContentPartPr/>
                <p14:nvPr/>
              </p14:nvContentPartPr>
              <p14:xfrm>
                <a:off x="6405225" y="2176935"/>
                <a:ext cx="118080" cy="219600"/>
              </p14:xfrm>
            </p:contentPart>
          </mc:Choice>
          <mc:Fallback xmlns="">
            <p:pic>
              <p:nvPicPr>
                <p:cNvPr id="63" name="Ink 62">
                  <a:extLst>
                    <a:ext uri="{FF2B5EF4-FFF2-40B4-BE49-F238E27FC236}">
                      <a16:creationId xmlns:a16="http://schemas.microsoft.com/office/drawing/2014/main" id="{0D332650-C4EE-9CE9-7512-CE9599230CE7}"/>
                    </a:ext>
                  </a:extLst>
                </p:cNvPr>
                <p:cNvPicPr/>
                <p:nvPr/>
              </p:nvPicPr>
              <p:blipFill>
                <a:blip r:embed="rId107"/>
                <a:stretch>
                  <a:fillRect/>
                </a:stretch>
              </p:blipFill>
              <p:spPr>
                <a:xfrm>
                  <a:off x="6396225" y="2167935"/>
                  <a:ext cx="1357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4" name="Ink 63">
                  <a:extLst>
                    <a:ext uri="{FF2B5EF4-FFF2-40B4-BE49-F238E27FC236}">
                      <a16:creationId xmlns:a16="http://schemas.microsoft.com/office/drawing/2014/main" id="{05165E46-5AEF-1305-EA96-65F64602B8FE}"/>
                    </a:ext>
                  </a:extLst>
                </p14:cNvPr>
                <p14:cNvContentPartPr/>
                <p14:nvPr/>
              </p14:nvContentPartPr>
              <p14:xfrm>
                <a:off x="6581625" y="2098815"/>
                <a:ext cx="39960" cy="135000"/>
              </p14:xfrm>
            </p:contentPart>
          </mc:Choice>
          <mc:Fallback xmlns="">
            <p:pic>
              <p:nvPicPr>
                <p:cNvPr id="64" name="Ink 63">
                  <a:extLst>
                    <a:ext uri="{FF2B5EF4-FFF2-40B4-BE49-F238E27FC236}">
                      <a16:creationId xmlns:a16="http://schemas.microsoft.com/office/drawing/2014/main" id="{05165E46-5AEF-1305-EA96-65F64602B8FE}"/>
                    </a:ext>
                  </a:extLst>
                </p:cNvPr>
                <p:cNvPicPr/>
                <p:nvPr/>
              </p:nvPicPr>
              <p:blipFill>
                <a:blip r:embed="rId109"/>
                <a:stretch>
                  <a:fillRect/>
                </a:stretch>
              </p:blipFill>
              <p:spPr>
                <a:xfrm>
                  <a:off x="6572985" y="2089815"/>
                  <a:ext cx="576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5" name="Ink 64">
                  <a:extLst>
                    <a:ext uri="{FF2B5EF4-FFF2-40B4-BE49-F238E27FC236}">
                      <a16:creationId xmlns:a16="http://schemas.microsoft.com/office/drawing/2014/main" id="{CFBDF036-EE38-E51F-1AD3-B841E1F55115}"/>
                    </a:ext>
                  </a:extLst>
                </p14:cNvPr>
                <p14:cNvContentPartPr/>
                <p14:nvPr/>
              </p14:nvContentPartPr>
              <p14:xfrm>
                <a:off x="6437265" y="2117175"/>
                <a:ext cx="119160" cy="383040"/>
              </p14:xfrm>
            </p:contentPart>
          </mc:Choice>
          <mc:Fallback xmlns="">
            <p:pic>
              <p:nvPicPr>
                <p:cNvPr id="65" name="Ink 64">
                  <a:extLst>
                    <a:ext uri="{FF2B5EF4-FFF2-40B4-BE49-F238E27FC236}">
                      <a16:creationId xmlns:a16="http://schemas.microsoft.com/office/drawing/2014/main" id="{CFBDF036-EE38-E51F-1AD3-B841E1F55115}"/>
                    </a:ext>
                  </a:extLst>
                </p:cNvPr>
                <p:cNvPicPr/>
                <p:nvPr/>
              </p:nvPicPr>
              <p:blipFill>
                <a:blip r:embed="rId111"/>
                <a:stretch>
                  <a:fillRect/>
                </a:stretch>
              </p:blipFill>
              <p:spPr>
                <a:xfrm>
                  <a:off x="6428265" y="2108535"/>
                  <a:ext cx="13680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6" name="Ink 65">
                  <a:extLst>
                    <a:ext uri="{FF2B5EF4-FFF2-40B4-BE49-F238E27FC236}">
                      <a16:creationId xmlns:a16="http://schemas.microsoft.com/office/drawing/2014/main" id="{DC6DC9C5-13A0-6F71-9421-88BBF18F3B30}"/>
                    </a:ext>
                  </a:extLst>
                </p14:cNvPr>
                <p14:cNvContentPartPr/>
                <p14:nvPr/>
              </p14:nvContentPartPr>
              <p14:xfrm>
                <a:off x="6550305" y="2029695"/>
                <a:ext cx="42480" cy="212400"/>
              </p14:xfrm>
            </p:contentPart>
          </mc:Choice>
          <mc:Fallback xmlns="">
            <p:pic>
              <p:nvPicPr>
                <p:cNvPr id="66" name="Ink 65">
                  <a:extLst>
                    <a:ext uri="{FF2B5EF4-FFF2-40B4-BE49-F238E27FC236}">
                      <a16:creationId xmlns:a16="http://schemas.microsoft.com/office/drawing/2014/main" id="{DC6DC9C5-13A0-6F71-9421-88BBF18F3B30}"/>
                    </a:ext>
                  </a:extLst>
                </p:cNvPr>
                <p:cNvPicPr/>
                <p:nvPr/>
              </p:nvPicPr>
              <p:blipFill>
                <a:blip r:embed="rId113"/>
                <a:stretch>
                  <a:fillRect/>
                </a:stretch>
              </p:blipFill>
              <p:spPr>
                <a:xfrm>
                  <a:off x="6541665" y="2021055"/>
                  <a:ext cx="601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7" name="Ink 66">
                  <a:extLst>
                    <a:ext uri="{FF2B5EF4-FFF2-40B4-BE49-F238E27FC236}">
                      <a16:creationId xmlns:a16="http://schemas.microsoft.com/office/drawing/2014/main" id="{D5596A43-ABF4-28AD-25E0-3C267264E44E}"/>
                    </a:ext>
                  </a:extLst>
                </p14:cNvPr>
                <p14:cNvContentPartPr/>
                <p14:nvPr/>
              </p14:nvContentPartPr>
              <p14:xfrm>
                <a:off x="6645345" y="2031855"/>
                <a:ext cx="74160" cy="211320"/>
              </p14:xfrm>
            </p:contentPart>
          </mc:Choice>
          <mc:Fallback xmlns="">
            <p:pic>
              <p:nvPicPr>
                <p:cNvPr id="67" name="Ink 66">
                  <a:extLst>
                    <a:ext uri="{FF2B5EF4-FFF2-40B4-BE49-F238E27FC236}">
                      <a16:creationId xmlns:a16="http://schemas.microsoft.com/office/drawing/2014/main" id="{D5596A43-ABF4-28AD-25E0-3C267264E44E}"/>
                    </a:ext>
                  </a:extLst>
                </p:cNvPr>
                <p:cNvPicPr/>
                <p:nvPr/>
              </p:nvPicPr>
              <p:blipFill>
                <a:blip r:embed="rId115"/>
                <a:stretch>
                  <a:fillRect/>
                </a:stretch>
              </p:blipFill>
              <p:spPr>
                <a:xfrm>
                  <a:off x="6636345" y="2022855"/>
                  <a:ext cx="9180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8" name="Ink 67">
                  <a:extLst>
                    <a:ext uri="{FF2B5EF4-FFF2-40B4-BE49-F238E27FC236}">
                      <a16:creationId xmlns:a16="http://schemas.microsoft.com/office/drawing/2014/main" id="{B5220024-AE58-CBE9-010D-3BEE22BE203C}"/>
                    </a:ext>
                  </a:extLst>
                </p14:cNvPr>
                <p14:cNvContentPartPr/>
                <p14:nvPr/>
              </p14:nvContentPartPr>
              <p14:xfrm>
                <a:off x="6864585" y="2209695"/>
                <a:ext cx="185400" cy="27000"/>
              </p14:xfrm>
            </p:contentPart>
          </mc:Choice>
          <mc:Fallback xmlns="">
            <p:pic>
              <p:nvPicPr>
                <p:cNvPr id="68" name="Ink 67">
                  <a:extLst>
                    <a:ext uri="{FF2B5EF4-FFF2-40B4-BE49-F238E27FC236}">
                      <a16:creationId xmlns:a16="http://schemas.microsoft.com/office/drawing/2014/main" id="{B5220024-AE58-CBE9-010D-3BEE22BE203C}"/>
                    </a:ext>
                  </a:extLst>
                </p:cNvPr>
                <p:cNvPicPr/>
                <p:nvPr/>
              </p:nvPicPr>
              <p:blipFill>
                <a:blip r:embed="rId117"/>
                <a:stretch>
                  <a:fillRect/>
                </a:stretch>
              </p:blipFill>
              <p:spPr>
                <a:xfrm>
                  <a:off x="6855945" y="2201055"/>
                  <a:ext cx="203040" cy="44640"/>
                </a:xfrm>
                <a:prstGeom prst="rect">
                  <a:avLst/>
                </a:prstGeom>
              </p:spPr>
            </p:pic>
          </mc:Fallback>
        </mc:AlternateContent>
      </p:grpSp>
      <p:grpSp>
        <p:nvGrpSpPr>
          <p:cNvPr id="109" name="Group 108">
            <a:extLst>
              <a:ext uri="{FF2B5EF4-FFF2-40B4-BE49-F238E27FC236}">
                <a16:creationId xmlns:a16="http://schemas.microsoft.com/office/drawing/2014/main" id="{4A4A50DE-00BF-23EE-C79E-C4907A94C9FC}"/>
              </a:ext>
            </a:extLst>
          </p:cNvPr>
          <p:cNvGrpSpPr/>
          <p:nvPr/>
        </p:nvGrpSpPr>
        <p:grpSpPr>
          <a:xfrm>
            <a:off x="7380105" y="1213935"/>
            <a:ext cx="4716360" cy="1779840"/>
            <a:chOff x="7380105" y="1213935"/>
            <a:chExt cx="4716360" cy="1779840"/>
          </a:xfrm>
        </p:grpSpPr>
        <mc:AlternateContent xmlns:mc="http://schemas.openxmlformats.org/markup-compatibility/2006" xmlns:p14="http://schemas.microsoft.com/office/powerpoint/2010/main">
          <mc:Choice Requires="p14">
            <p:contentPart p14:bwMode="auto" r:id="rId118">
              <p14:nvContentPartPr>
                <p14:cNvPr id="70" name="Ink 69">
                  <a:extLst>
                    <a:ext uri="{FF2B5EF4-FFF2-40B4-BE49-F238E27FC236}">
                      <a16:creationId xmlns:a16="http://schemas.microsoft.com/office/drawing/2014/main" id="{F70E76B7-7698-F2BB-3838-D9C6F94DBC69}"/>
                    </a:ext>
                  </a:extLst>
                </p14:cNvPr>
                <p14:cNvContentPartPr/>
                <p14:nvPr/>
              </p14:nvContentPartPr>
              <p14:xfrm>
                <a:off x="7380105" y="1994055"/>
                <a:ext cx="444960" cy="891000"/>
              </p14:xfrm>
            </p:contentPart>
          </mc:Choice>
          <mc:Fallback xmlns="">
            <p:pic>
              <p:nvPicPr>
                <p:cNvPr id="70" name="Ink 69">
                  <a:extLst>
                    <a:ext uri="{FF2B5EF4-FFF2-40B4-BE49-F238E27FC236}">
                      <a16:creationId xmlns:a16="http://schemas.microsoft.com/office/drawing/2014/main" id="{F70E76B7-7698-F2BB-3838-D9C6F94DBC69}"/>
                    </a:ext>
                  </a:extLst>
                </p:cNvPr>
                <p:cNvPicPr/>
                <p:nvPr/>
              </p:nvPicPr>
              <p:blipFill>
                <a:blip r:embed="rId119"/>
                <a:stretch>
                  <a:fillRect/>
                </a:stretch>
              </p:blipFill>
              <p:spPr>
                <a:xfrm>
                  <a:off x="7371465" y="1985055"/>
                  <a:ext cx="462600" cy="9086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1" name="Ink 70">
                  <a:extLst>
                    <a:ext uri="{FF2B5EF4-FFF2-40B4-BE49-F238E27FC236}">
                      <a16:creationId xmlns:a16="http://schemas.microsoft.com/office/drawing/2014/main" id="{FB763681-19E4-F150-0E7C-3982A368DFE2}"/>
                    </a:ext>
                  </a:extLst>
                </p14:cNvPr>
                <p14:cNvContentPartPr/>
                <p14:nvPr/>
              </p14:nvContentPartPr>
              <p14:xfrm>
                <a:off x="7925505" y="1910175"/>
                <a:ext cx="160560" cy="152640"/>
              </p14:xfrm>
            </p:contentPart>
          </mc:Choice>
          <mc:Fallback xmlns="">
            <p:pic>
              <p:nvPicPr>
                <p:cNvPr id="71" name="Ink 70">
                  <a:extLst>
                    <a:ext uri="{FF2B5EF4-FFF2-40B4-BE49-F238E27FC236}">
                      <a16:creationId xmlns:a16="http://schemas.microsoft.com/office/drawing/2014/main" id="{FB763681-19E4-F150-0E7C-3982A368DFE2}"/>
                    </a:ext>
                  </a:extLst>
                </p:cNvPr>
                <p:cNvPicPr/>
                <p:nvPr/>
              </p:nvPicPr>
              <p:blipFill>
                <a:blip r:embed="rId121"/>
                <a:stretch>
                  <a:fillRect/>
                </a:stretch>
              </p:blipFill>
              <p:spPr>
                <a:xfrm>
                  <a:off x="7916505" y="1901535"/>
                  <a:ext cx="17820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2" name="Ink 71">
                  <a:extLst>
                    <a:ext uri="{FF2B5EF4-FFF2-40B4-BE49-F238E27FC236}">
                      <a16:creationId xmlns:a16="http://schemas.microsoft.com/office/drawing/2014/main" id="{0EBB0538-4F08-E3D5-61A0-87D103001E45}"/>
                    </a:ext>
                  </a:extLst>
                </p14:cNvPr>
                <p14:cNvContentPartPr/>
                <p14:nvPr/>
              </p14:nvContentPartPr>
              <p14:xfrm>
                <a:off x="7976985" y="1831335"/>
                <a:ext cx="61920" cy="67320"/>
              </p14:xfrm>
            </p:contentPart>
          </mc:Choice>
          <mc:Fallback xmlns="">
            <p:pic>
              <p:nvPicPr>
                <p:cNvPr id="72" name="Ink 71">
                  <a:extLst>
                    <a:ext uri="{FF2B5EF4-FFF2-40B4-BE49-F238E27FC236}">
                      <a16:creationId xmlns:a16="http://schemas.microsoft.com/office/drawing/2014/main" id="{0EBB0538-4F08-E3D5-61A0-87D103001E45}"/>
                    </a:ext>
                  </a:extLst>
                </p:cNvPr>
                <p:cNvPicPr/>
                <p:nvPr/>
              </p:nvPicPr>
              <p:blipFill>
                <a:blip r:embed="rId123"/>
                <a:stretch>
                  <a:fillRect/>
                </a:stretch>
              </p:blipFill>
              <p:spPr>
                <a:xfrm>
                  <a:off x="7967985" y="1822335"/>
                  <a:ext cx="795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3" name="Ink 72">
                  <a:extLst>
                    <a:ext uri="{FF2B5EF4-FFF2-40B4-BE49-F238E27FC236}">
                      <a16:creationId xmlns:a16="http://schemas.microsoft.com/office/drawing/2014/main" id="{33028DE9-5970-EB85-2332-806EBDD70153}"/>
                    </a:ext>
                  </a:extLst>
                </p14:cNvPr>
                <p14:cNvContentPartPr/>
                <p14:nvPr/>
              </p14:nvContentPartPr>
              <p14:xfrm>
                <a:off x="7869345" y="1927815"/>
                <a:ext cx="30240" cy="78480"/>
              </p14:xfrm>
            </p:contentPart>
          </mc:Choice>
          <mc:Fallback xmlns="">
            <p:pic>
              <p:nvPicPr>
                <p:cNvPr id="73" name="Ink 72">
                  <a:extLst>
                    <a:ext uri="{FF2B5EF4-FFF2-40B4-BE49-F238E27FC236}">
                      <a16:creationId xmlns:a16="http://schemas.microsoft.com/office/drawing/2014/main" id="{33028DE9-5970-EB85-2332-806EBDD70153}"/>
                    </a:ext>
                  </a:extLst>
                </p:cNvPr>
                <p:cNvPicPr/>
                <p:nvPr/>
              </p:nvPicPr>
              <p:blipFill>
                <a:blip r:embed="rId125"/>
                <a:stretch>
                  <a:fillRect/>
                </a:stretch>
              </p:blipFill>
              <p:spPr>
                <a:xfrm>
                  <a:off x="7860705" y="1919175"/>
                  <a:ext cx="478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4" name="Ink 73">
                  <a:extLst>
                    <a:ext uri="{FF2B5EF4-FFF2-40B4-BE49-F238E27FC236}">
                      <a16:creationId xmlns:a16="http://schemas.microsoft.com/office/drawing/2014/main" id="{66538F22-5EFB-D2F2-86DE-BDE2C6DBD6A0}"/>
                    </a:ext>
                  </a:extLst>
                </p14:cNvPr>
                <p14:cNvContentPartPr/>
                <p14:nvPr/>
              </p14:nvContentPartPr>
              <p14:xfrm>
                <a:off x="8111625" y="1873455"/>
                <a:ext cx="133920" cy="227880"/>
              </p14:xfrm>
            </p:contentPart>
          </mc:Choice>
          <mc:Fallback xmlns="">
            <p:pic>
              <p:nvPicPr>
                <p:cNvPr id="74" name="Ink 73">
                  <a:extLst>
                    <a:ext uri="{FF2B5EF4-FFF2-40B4-BE49-F238E27FC236}">
                      <a16:creationId xmlns:a16="http://schemas.microsoft.com/office/drawing/2014/main" id="{66538F22-5EFB-D2F2-86DE-BDE2C6DBD6A0}"/>
                    </a:ext>
                  </a:extLst>
                </p:cNvPr>
                <p:cNvPicPr/>
                <p:nvPr/>
              </p:nvPicPr>
              <p:blipFill>
                <a:blip r:embed="rId127"/>
                <a:stretch>
                  <a:fillRect/>
                </a:stretch>
              </p:blipFill>
              <p:spPr>
                <a:xfrm>
                  <a:off x="8102985" y="1864455"/>
                  <a:ext cx="1515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5" name="Ink 74">
                  <a:extLst>
                    <a:ext uri="{FF2B5EF4-FFF2-40B4-BE49-F238E27FC236}">
                      <a16:creationId xmlns:a16="http://schemas.microsoft.com/office/drawing/2014/main" id="{BB0A39FC-5473-D1EE-CEB5-63F6C3A8E351}"/>
                    </a:ext>
                  </a:extLst>
                </p14:cNvPr>
                <p14:cNvContentPartPr/>
                <p14:nvPr/>
              </p14:nvContentPartPr>
              <p14:xfrm>
                <a:off x="8158425" y="1453695"/>
                <a:ext cx="351360" cy="1225440"/>
              </p14:xfrm>
            </p:contentPart>
          </mc:Choice>
          <mc:Fallback xmlns="">
            <p:pic>
              <p:nvPicPr>
                <p:cNvPr id="75" name="Ink 74">
                  <a:extLst>
                    <a:ext uri="{FF2B5EF4-FFF2-40B4-BE49-F238E27FC236}">
                      <a16:creationId xmlns:a16="http://schemas.microsoft.com/office/drawing/2014/main" id="{BB0A39FC-5473-D1EE-CEB5-63F6C3A8E351}"/>
                    </a:ext>
                  </a:extLst>
                </p:cNvPr>
                <p:cNvPicPr/>
                <p:nvPr/>
              </p:nvPicPr>
              <p:blipFill>
                <a:blip r:embed="rId129"/>
                <a:stretch>
                  <a:fillRect/>
                </a:stretch>
              </p:blipFill>
              <p:spPr>
                <a:xfrm>
                  <a:off x="8149785" y="1445055"/>
                  <a:ext cx="369000" cy="12430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6" name="Ink 75">
                  <a:extLst>
                    <a:ext uri="{FF2B5EF4-FFF2-40B4-BE49-F238E27FC236}">
                      <a16:creationId xmlns:a16="http://schemas.microsoft.com/office/drawing/2014/main" id="{84BF8E88-338D-A8AD-7063-4CD2E5C61A2E}"/>
                    </a:ext>
                  </a:extLst>
                </p14:cNvPr>
                <p14:cNvContentPartPr/>
                <p14:nvPr/>
              </p14:nvContentPartPr>
              <p14:xfrm>
                <a:off x="8675025" y="1213935"/>
                <a:ext cx="331920" cy="297000"/>
              </p14:xfrm>
            </p:contentPart>
          </mc:Choice>
          <mc:Fallback xmlns="">
            <p:pic>
              <p:nvPicPr>
                <p:cNvPr id="76" name="Ink 75">
                  <a:extLst>
                    <a:ext uri="{FF2B5EF4-FFF2-40B4-BE49-F238E27FC236}">
                      <a16:creationId xmlns:a16="http://schemas.microsoft.com/office/drawing/2014/main" id="{84BF8E88-338D-A8AD-7063-4CD2E5C61A2E}"/>
                    </a:ext>
                  </a:extLst>
                </p:cNvPr>
                <p:cNvPicPr/>
                <p:nvPr/>
              </p:nvPicPr>
              <p:blipFill>
                <a:blip r:embed="rId131"/>
                <a:stretch>
                  <a:fillRect/>
                </a:stretch>
              </p:blipFill>
              <p:spPr>
                <a:xfrm>
                  <a:off x="8666385" y="1205295"/>
                  <a:ext cx="34956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8" name="Ink 77">
                  <a:extLst>
                    <a:ext uri="{FF2B5EF4-FFF2-40B4-BE49-F238E27FC236}">
                      <a16:creationId xmlns:a16="http://schemas.microsoft.com/office/drawing/2014/main" id="{6DEBF403-7EA8-2FBE-F9B0-63A7EA1A0F7C}"/>
                    </a:ext>
                  </a:extLst>
                </p14:cNvPr>
                <p14:cNvContentPartPr/>
                <p14:nvPr/>
              </p14:nvContentPartPr>
              <p14:xfrm>
                <a:off x="8647665" y="2091615"/>
                <a:ext cx="710280" cy="81720"/>
              </p14:xfrm>
            </p:contentPart>
          </mc:Choice>
          <mc:Fallback xmlns="">
            <p:pic>
              <p:nvPicPr>
                <p:cNvPr id="78" name="Ink 77">
                  <a:extLst>
                    <a:ext uri="{FF2B5EF4-FFF2-40B4-BE49-F238E27FC236}">
                      <a16:creationId xmlns:a16="http://schemas.microsoft.com/office/drawing/2014/main" id="{6DEBF403-7EA8-2FBE-F9B0-63A7EA1A0F7C}"/>
                    </a:ext>
                  </a:extLst>
                </p:cNvPr>
                <p:cNvPicPr/>
                <p:nvPr/>
              </p:nvPicPr>
              <p:blipFill>
                <a:blip r:embed="rId133"/>
                <a:stretch>
                  <a:fillRect/>
                </a:stretch>
              </p:blipFill>
              <p:spPr>
                <a:xfrm>
                  <a:off x="8639025" y="2082615"/>
                  <a:ext cx="7279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9" name="Ink 78">
                  <a:extLst>
                    <a:ext uri="{FF2B5EF4-FFF2-40B4-BE49-F238E27FC236}">
                      <a16:creationId xmlns:a16="http://schemas.microsoft.com/office/drawing/2014/main" id="{647BEAAC-11F1-5A18-449B-9183E7748514}"/>
                    </a:ext>
                  </a:extLst>
                </p14:cNvPr>
                <p14:cNvContentPartPr/>
                <p14:nvPr/>
              </p14:nvContentPartPr>
              <p14:xfrm>
                <a:off x="8994705" y="1965975"/>
                <a:ext cx="74160" cy="430200"/>
              </p14:xfrm>
            </p:contentPart>
          </mc:Choice>
          <mc:Fallback xmlns="">
            <p:pic>
              <p:nvPicPr>
                <p:cNvPr id="79" name="Ink 78">
                  <a:extLst>
                    <a:ext uri="{FF2B5EF4-FFF2-40B4-BE49-F238E27FC236}">
                      <a16:creationId xmlns:a16="http://schemas.microsoft.com/office/drawing/2014/main" id="{647BEAAC-11F1-5A18-449B-9183E7748514}"/>
                    </a:ext>
                  </a:extLst>
                </p:cNvPr>
                <p:cNvPicPr/>
                <p:nvPr/>
              </p:nvPicPr>
              <p:blipFill>
                <a:blip r:embed="rId135"/>
                <a:stretch>
                  <a:fillRect/>
                </a:stretch>
              </p:blipFill>
              <p:spPr>
                <a:xfrm>
                  <a:off x="8985705" y="1957335"/>
                  <a:ext cx="91800" cy="4478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1" name="Ink 80">
                  <a:extLst>
                    <a:ext uri="{FF2B5EF4-FFF2-40B4-BE49-F238E27FC236}">
                      <a16:creationId xmlns:a16="http://schemas.microsoft.com/office/drawing/2014/main" id="{2A9D7442-9FC6-FE1B-3502-0ECE4126904E}"/>
                    </a:ext>
                  </a:extLst>
                </p14:cNvPr>
                <p14:cNvContentPartPr/>
                <p14:nvPr/>
              </p14:nvContentPartPr>
              <p14:xfrm>
                <a:off x="9527865" y="1720455"/>
                <a:ext cx="565200" cy="705240"/>
              </p14:xfrm>
            </p:contentPart>
          </mc:Choice>
          <mc:Fallback xmlns="">
            <p:pic>
              <p:nvPicPr>
                <p:cNvPr id="81" name="Ink 80">
                  <a:extLst>
                    <a:ext uri="{FF2B5EF4-FFF2-40B4-BE49-F238E27FC236}">
                      <a16:creationId xmlns:a16="http://schemas.microsoft.com/office/drawing/2014/main" id="{2A9D7442-9FC6-FE1B-3502-0ECE4126904E}"/>
                    </a:ext>
                  </a:extLst>
                </p:cNvPr>
                <p:cNvPicPr/>
                <p:nvPr/>
              </p:nvPicPr>
              <p:blipFill>
                <a:blip r:embed="rId137"/>
                <a:stretch>
                  <a:fillRect/>
                </a:stretch>
              </p:blipFill>
              <p:spPr>
                <a:xfrm>
                  <a:off x="9519225" y="1711455"/>
                  <a:ext cx="582840" cy="722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2" name="Ink 81">
                  <a:extLst>
                    <a:ext uri="{FF2B5EF4-FFF2-40B4-BE49-F238E27FC236}">
                      <a16:creationId xmlns:a16="http://schemas.microsoft.com/office/drawing/2014/main" id="{1BA11F9B-3AC4-E652-9FBA-B5CCFD8B53A4}"/>
                    </a:ext>
                  </a:extLst>
                </p14:cNvPr>
                <p14:cNvContentPartPr/>
                <p14:nvPr/>
              </p14:nvContentPartPr>
              <p14:xfrm>
                <a:off x="9356505" y="2007015"/>
                <a:ext cx="281520" cy="433800"/>
              </p14:xfrm>
            </p:contentPart>
          </mc:Choice>
          <mc:Fallback xmlns="">
            <p:pic>
              <p:nvPicPr>
                <p:cNvPr id="82" name="Ink 81">
                  <a:extLst>
                    <a:ext uri="{FF2B5EF4-FFF2-40B4-BE49-F238E27FC236}">
                      <a16:creationId xmlns:a16="http://schemas.microsoft.com/office/drawing/2014/main" id="{1BA11F9B-3AC4-E652-9FBA-B5CCFD8B53A4}"/>
                    </a:ext>
                  </a:extLst>
                </p:cNvPr>
                <p:cNvPicPr/>
                <p:nvPr/>
              </p:nvPicPr>
              <p:blipFill>
                <a:blip r:embed="rId139"/>
                <a:stretch>
                  <a:fillRect/>
                </a:stretch>
              </p:blipFill>
              <p:spPr>
                <a:xfrm>
                  <a:off x="9347505" y="1998015"/>
                  <a:ext cx="29916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4" name="Ink 83">
                  <a:extLst>
                    <a:ext uri="{FF2B5EF4-FFF2-40B4-BE49-F238E27FC236}">
                      <a16:creationId xmlns:a16="http://schemas.microsoft.com/office/drawing/2014/main" id="{B87CB860-0367-64F0-1DAB-93B60F720C06}"/>
                    </a:ext>
                  </a:extLst>
                </p14:cNvPr>
                <p14:cNvContentPartPr/>
                <p14:nvPr/>
              </p14:nvContentPartPr>
              <p14:xfrm>
                <a:off x="10198905" y="1778415"/>
                <a:ext cx="682920" cy="27360"/>
              </p14:xfrm>
            </p:contentPart>
          </mc:Choice>
          <mc:Fallback xmlns="">
            <p:pic>
              <p:nvPicPr>
                <p:cNvPr id="84" name="Ink 83">
                  <a:extLst>
                    <a:ext uri="{FF2B5EF4-FFF2-40B4-BE49-F238E27FC236}">
                      <a16:creationId xmlns:a16="http://schemas.microsoft.com/office/drawing/2014/main" id="{B87CB860-0367-64F0-1DAB-93B60F720C06}"/>
                    </a:ext>
                  </a:extLst>
                </p:cNvPr>
                <p:cNvPicPr/>
                <p:nvPr/>
              </p:nvPicPr>
              <p:blipFill>
                <a:blip r:embed="rId141"/>
                <a:stretch>
                  <a:fillRect/>
                </a:stretch>
              </p:blipFill>
              <p:spPr>
                <a:xfrm>
                  <a:off x="10189905" y="1769415"/>
                  <a:ext cx="70056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Ink 84">
                  <a:extLst>
                    <a:ext uri="{FF2B5EF4-FFF2-40B4-BE49-F238E27FC236}">
                      <a16:creationId xmlns:a16="http://schemas.microsoft.com/office/drawing/2014/main" id="{19A3F5E8-BC59-FE57-4F9A-41015A37D8EB}"/>
                    </a:ext>
                  </a:extLst>
                </p14:cNvPr>
                <p14:cNvContentPartPr/>
                <p14:nvPr/>
              </p14:nvContentPartPr>
              <p14:xfrm>
                <a:off x="10147425" y="1795695"/>
                <a:ext cx="370800" cy="252720"/>
              </p14:xfrm>
            </p:contentPart>
          </mc:Choice>
          <mc:Fallback xmlns="">
            <p:pic>
              <p:nvPicPr>
                <p:cNvPr id="85" name="Ink 84">
                  <a:extLst>
                    <a:ext uri="{FF2B5EF4-FFF2-40B4-BE49-F238E27FC236}">
                      <a16:creationId xmlns:a16="http://schemas.microsoft.com/office/drawing/2014/main" id="{19A3F5E8-BC59-FE57-4F9A-41015A37D8EB}"/>
                    </a:ext>
                  </a:extLst>
                </p:cNvPr>
                <p:cNvPicPr/>
                <p:nvPr/>
              </p:nvPicPr>
              <p:blipFill>
                <a:blip r:embed="rId143"/>
                <a:stretch>
                  <a:fillRect/>
                </a:stretch>
              </p:blipFill>
              <p:spPr>
                <a:xfrm>
                  <a:off x="10138425" y="1787055"/>
                  <a:ext cx="38844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6" name="Ink 85">
                  <a:extLst>
                    <a:ext uri="{FF2B5EF4-FFF2-40B4-BE49-F238E27FC236}">
                      <a16:creationId xmlns:a16="http://schemas.microsoft.com/office/drawing/2014/main" id="{12DB5038-B338-4A52-A19B-E045691E7D1F}"/>
                    </a:ext>
                  </a:extLst>
                </p14:cNvPr>
                <p14:cNvContentPartPr/>
                <p14:nvPr/>
              </p14:nvContentPartPr>
              <p14:xfrm>
                <a:off x="10185225" y="2055615"/>
                <a:ext cx="667800" cy="401040"/>
              </p14:xfrm>
            </p:contentPart>
          </mc:Choice>
          <mc:Fallback xmlns="">
            <p:pic>
              <p:nvPicPr>
                <p:cNvPr id="86" name="Ink 85">
                  <a:extLst>
                    <a:ext uri="{FF2B5EF4-FFF2-40B4-BE49-F238E27FC236}">
                      <a16:creationId xmlns:a16="http://schemas.microsoft.com/office/drawing/2014/main" id="{12DB5038-B338-4A52-A19B-E045691E7D1F}"/>
                    </a:ext>
                  </a:extLst>
                </p:cNvPr>
                <p:cNvPicPr/>
                <p:nvPr/>
              </p:nvPicPr>
              <p:blipFill>
                <a:blip r:embed="rId145"/>
                <a:stretch>
                  <a:fillRect/>
                </a:stretch>
              </p:blipFill>
              <p:spPr>
                <a:xfrm>
                  <a:off x="10176225" y="2046615"/>
                  <a:ext cx="685440" cy="4186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8" name="Ink 87">
                  <a:extLst>
                    <a:ext uri="{FF2B5EF4-FFF2-40B4-BE49-F238E27FC236}">
                      <a16:creationId xmlns:a16="http://schemas.microsoft.com/office/drawing/2014/main" id="{326676BB-FF11-9173-2DC1-A1F8FB9102B6}"/>
                    </a:ext>
                  </a:extLst>
                </p14:cNvPr>
                <p14:cNvContentPartPr/>
                <p14:nvPr/>
              </p14:nvContentPartPr>
              <p14:xfrm>
                <a:off x="10222665" y="2725935"/>
                <a:ext cx="133920" cy="178560"/>
              </p14:xfrm>
            </p:contentPart>
          </mc:Choice>
          <mc:Fallback xmlns="">
            <p:pic>
              <p:nvPicPr>
                <p:cNvPr id="88" name="Ink 87">
                  <a:extLst>
                    <a:ext uri="{FF2B5EF4-FFF2-40B4-BE49-F238E27FC236}">
                      <a16:creationId xmlns:a16="http://schemas.microsoft.com/office/drawing/2014/main" id="{326676BB-FF11-9173-2DC1-A1F8FB9102B6}"/>
                    </a:ext>
                  </a:extLst>
                </p:cNvPr>
                <p:cNvPicPr/>
                <p:nvPr/>
              </p:nvPicPr>
              <p:blipFill>
                <a:blip r:embed="rId147"/>
                <a:stretch>
                  <a:fillRect/>
                </a:stretch>
              </p:blipFill>
              <p:spPr>
                <a:xfrm>
                  <a:off x="10214025" y="2716935"/>
                  <a:ext cx="1515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9" name="Ink 88">
                  <a:extLst>
                    <a:ext uri="{FF2B5EF4-FFF2-40B4-BE49-F238E27FC236}">
                      <a16:creationId xmlns:a16="http://schemas.microsoft.com/office/drawing/2014/main" id="{1C6599B5-E5A3-74E0-4541-07A2492A278B}"/>
                    </a:ext>
                  </a:extLst>
                </p14:cNvPr>
                <p14:cNvContentPartPr/>
                <p14:nvPr/>
              </p14:nvContentPartPr>
              <p14:xfrm>
                <a:off x="10429665" y="2575095"/>
                <a:ext cx="43920" cy="13680"/>
              </p14:xfrm>
            </p:contentPart>
          </mc:Choice>
          <mc:Fallback xmlns="">
            <p:pic>
              <p:nvPicPr>
                <p:cNvPr id="89" name="Ink 88">
                  <a:extLst>
                    <a:ext uri="{FF2B5EF4-FFF2-40B4-BE49-F238E27FC236}">
                      <a16:creationId xmlns:a16="http://schemas.microsoft.com/office/drawing/2014/main" id="{1C6599B5-E5A3-74E0-4541-07A2492A278B}"/>
                    </a:ext>
                  </a:extLst>
                </p:cNvPr>
                <p:cNvPicPr/>
                <p:nvPr/>
              </p:nvPicPr>
              <p:blipFill>
                <a:blip r:embed="rId149"/>
                <a:stretch>
                  <a:fillRect/>
                </a:stretch>
              </p:blipFill>
              <p:spPr>
                <a:xfrm>
                  <a:off x="10421025" y="2566095"/>
                  <a:ext cx="6156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0" name="Ink 89">
                  <a:extLst>
                    <a:ext uri="{FF2B5EF4-FFF2-40B4-BE49-F238E27FC236}">
                      <a16:creationId xmlns:a16="http://schemas.microsoft.com/office/drawing/2014/main" id="{C1047C4E-37CA-6F44-C186-DE9B0561F958}"/>
                    </a:ext>
                  </a:extLst>
                </p14:cNvPr>
                <p14:cNvContentPartPr/>
                <p14:nvPr/>
              </p14:nvContentPartPr>
              <p14:xfrm>
                <a:off x="10561065" y="2767695"/>
                <a:ext cx="184320" cy="29880"/>
              </p14:xfrm>
            </p:contentPart>
          </mc:Choice>
          <mc:Fallback xmlns="">
            <p:pic>
              <p:nvPicPr>
                <p:cNvPr id="90" name="Ink 89">
                  <a:extLst>
                    <a:ext uri="{FF2B5EF4-FFF2-40B4-BE49-F238E27FC236}">
                      <a16:creationId xmlns:a16="http://schemas.microsoft.com/office/drawing/2014/main" id="{C1047C4E-37CA-6F44-C186-DE9B0561F958}"/>
                    </a:ext>
                  </a:extLst>
                </p:cNvPr>
                <p:cNvPicPr/>
                <p:nvPr/>
              </p:nvPicPr>
              <p:blipFill>
                <a:blip r:embed="rId151"/>
                <a:stretch>
                  <a:fillRect/>
                </a:stretch>
              </p:blipFill>
              <p:spPr>
                <a:xfrm>
                  <a:off x="10552425" y="2758695"/>
                  <a:ext cx="2019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1" name="Ink 90">
                  <a:extLst>
                    <a:ext uri="{FF2B5EF4-FFF2-40B4-BE49-F238E27FC236}">
                      <a16:creationId xmlns:a16="http://schemas.microsoft.com/office/drawing/2014/main" id="{0EF4598F-1EA8-7F14-4822-A026C6DC2126}"/>
                    </a:ext>
                  </a:extLst>
                </p14:cNvPr>
                <p14:cNvContentPartPr/>
                <p14:nvPr/>
              </p14:nvContentPartPr>
              <p14:xfrm>
                <a:off x="10417065" y="2775975"/>
                <a:ext cx="186480" cy="77040"/>
              </p14:xfrm>
            </p:contentPart>
          </mc:Choice>
          <mc:Fallback xmlns="">
            <p:pic>
              <p:nvPicPr>
                <p:cNvPr id="91" name="Ink 90">
                  <a:extLst>
                    <a:ext uri="{FF2B5EF4-FFF2-40B4-BE49-F238E27FC236}">
                      <a16:creationId xmlns:a16="http://schemas.microsoft.com/office/drawing/2014/main" id="{0EF4598F-1EA8-7F14-4822-A026C6DC2126}"/>
                    </a:ext>
                  </a:extLst>
                </p:cNvPr>
                <p:cNvPicPr/>
                <p:nvPr/>
              </p:nvPicPr>
              <p:blipFill>
                <a:blip r:embed="rId153"/>
                <a:stretch>
                  <a:fillRect/>
                </a:stretch>
              </p:blipFill>
              <p:spPr>
                <a:xfrm>
                  <a:off x="10408425" y="2766975"/>
                  <a:ext cx="2041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2" name="Ink 91">
                  <a:extLst>
                    <a:ext uri="{FF2B5EF4-FFF2-40B4-BE49-F238E27FC236}">
                      <a16:creationId xmlns:a16="http://schemas.microsoft.com/office/drawing/2014/main" id="{BB84286D-F5D7-3BC2-2BE8-04FA1ADA913B}"/>
                    </a:ext>
                  </a:extLst>
                </p14:cNvPr>
                <p14:cNvContentPartPr/>
                <p14:nvPr/>
              </p14:nvContentPartPr>
              <p14:xfrm>
                <a:off x="10484385" y="2932935"/>
                <a:ext cx="172800" cy="60840"/>
              </p14:xfrm>
            </p:contentPart>
          </mc:Choice>
          <mc:Fallback xmlns="">
            <p:pic>
              <p:nvPicPr>
                <p:cNvPr id="92" name="Ink 91">
                  <a:extLst>
                    <a:ext uri="{FF2B5EF4-FFF2-40B4-BE49-F238E27FC236}">
                      <a16:creationId xmlns:a16="http://schemas.microsoft.com/office/drawing/2014/main" id="{BB84286D-F5D7-3BC2-2BE8-04FA1ADA913B}"/>
                    </a:ext>
                  </a:extLst>
                </p:cNvPr>
                <p:cNvPicPr/>
                <p:nvPr/>
              </p:nvPicPr>
              <p:blipFill>
                <a:blip r:embed="rId155"/>
                <a:stretch>
                  <a:fillRect/>
                </a:stretch>
              </p:blipFill>
              <p:spPr>
                <a:xfrm>
                  <a:off x="10475745" y="2924295"/>
                  <a:ext cx="19044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3" name="Ink 92">
                  <a:extLst>
                    <a:ext uri="{FF2B5EF4-FFF2-40B4-BE49-F238E27FC236}">
                      <a16:creationId xmlns:a16="http://schemas.microsoft.com/office/drawing/2014/main" id="{E3B4CA54-C1E1-E650-72B2-2017ED2232A7}"/>
                    </a:ext>
                  </a:extLst>
                </p14:cNvPr>
                <p14:cNvContentPartPr/>
                <p14:nvPr/>
              </p14:nvContentPartPr>
              <p14:xfrm>
                <a:off x="10803345" y="2711895"/>
                <a:ext cx="59760" cy="226800"/>
              </p14:xfrm>
            </p:contentPart>
          </mc:Choice>
          <mc:Fallback xmlns="">
            <p:pic>
              <p:nvPicPr>
                <p:cNvPr id="93" name="Ink 92">
                  <a:extLst>
                    <a:ext uri="{FF2B5EF4-FFF2-40B4-BE49-F238E27FC236}">
                      <a16:creationId xmlns:a16="http://schemas.microsoft.com/office/drawing/2014/main" id="{E3B4CA54-C1E1-E650-72B2-2017ED2232A7}"/>
                    </a:ext>
                  </a:extLst>
                </p:cNvPr>
                <p:cNvPicPr/>
                <p:nvPr/>
              </p:nvPicPr>
              <p:blipFill>
                <a:blip r:embed="rId157"/>
                <a:stretch>
                  <a:fillRect/>
                </a:stretch>
              </p:blipFill>
              <p:spPr>
                <a:xfrm>
                  <a:off x="10794705" y="2702895"/>
                  <a:ext cx="7740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5" name="Ink 94">
                  <a:extLst>
                    <a:ext uri="{FF2B5EF4-FFF2-40B4-BE49-F238E27FC236}">
                      <a16:creationId xmlns:a16="http://schemas.microsoft.com/office/drawing/2014/main" id="{14CA6F1B-DC40-324B-244F-CDE661BF3B2D}"/>
                    </a:ext>
                  </a:extLst>
                </p14:cNvPr>
                <p14:cNvContentPartPr/>
                <p14:nvPr/>
              </p14:nvContentPartPr>
              <p14:xfrm>
                <a:off x="10493745" y="1530015"/>
                <a:ext cx="338760" cy="185400"/>
              </p14:xfrm>
            </p:contentPart>
          </mc:Choice>
          <mc:Fallback xmlns="">
            <p:pic>
              <p:nvPicPr>
                <p:cNvPr id="95" name="Ink 94">
                  <a:extLst>
                    <a:ext uri="{FF2B5EF4-FFF2-40B4-BE49-F238E27FC236}">
                      <a16:creationId xmlns:a16="http://schemas.microsoft.com/office/drawing/2014/main" id="{14CA6F1B-DC40-324B-244F-CDE661BF3B2D}"/>
                    </a:ext>
                  </a:extLst>
                </p:cNvPr>
                <p:cNvPicPr/>
                <p:nvPr/>
              </p:nvPicPr>
              <p:blipFill>
                <a:blip r:embed="rId159"/>
                <a:stretch>
                  <a:fillRect/>
                </a:stretch>
              </p:blipFill>
              <p:spPr>
                <a:xfrm>
                  <a:off x="10484745" y="1521015"/>
                  <a:ext cx="3564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68CF7E45-E8C5-830C-B69F-D2D9BF6ADBB5}"/>
                    </a:ext>
                  </a:extLst>
                </p14:cNvPr>
                <p14:cNvContentPartPr/>
                <p14:nvPr/>
              </p14:nvContentPartPr>
              <p14:xfrm>
                <a:off x="11024745" y="1864095"/>
                <a:ext cx="151920" cy="428400"/>
              </p14:xfrm>
            </p:contentPart>
          </mc:Choice>
          <mc:Fallback xmlns="">
            <p:pic>
              <p:nvPicPr>
                <p:cNvPr id="97" name="Ink 96">
                  <a:extLst>
                    <a:ext uri="{FF2B5EF4-FFF2-40B4-BE49-F238E27FC236}">
                      <a16:creationId xmlns:a16="http://schemas.microsoft.com/office/drawing/2014/main" id="{68CF7E45-E8C5-830C-B69F-D2D9BF6ADBB5}"/>
                    </a:ext>
                  </a:extLst>
                </p:cNvPr>
                <p:cNvPicPr/>
                <p:nvPr/>
              </p:nvPicPr>
              <p:blipFill>
                <a:blip r:embed="rId161"/>
                <a:stretch>
                  <a:fillRect/>
                </a:stretch>
              </p:blipFill>
              <p:spPr>
                <a:xfrm>
                  <a:off x="11015745" y="1855455"/>
                  <a:ext cx="16956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75346625-443D-21DE-2215-9E322055FABF}"/>
                    </a:ext>
                  </a:extLst>
                </p14:cNvPr>
                <p14:cNvContentPartPr/>
                <p14:nvPr/>
              </p14:nvContentPartPr>
              <p14:xfrm>
                <a:off x="11082345" y="1923135"/>
                <a:ext cx="100440" cy="239760"/>
              </p14:xfrm>
            </p:contentPart>
          </mc:Choice>
          <mc:Fallback xmlns="">
            <p:pic>
              <p:nvPicPr>
                <p:cNvPr id="101" name="Ink 100">
                  <a:extLst>
                    <a:ext uri="{FF2B5EF4-FFF2-40B4-BE49-F238E27FC236}">
                      <a16:creationId xmlns:a16="http://schemas.microsoft.com/office/drawing/2014/main" id="{75346625-443D-21DE-2215-9E322055FABF}"/>
                    </a:ext>
                  </a:extLst>
                </p:cNvPr>
                <p:cNvPicPr/>
                <p:nvPr/>
              </p:nvPicPr>
              <p:blipFill>
                <a:blip r:embed="rId163"/>
                <a:stretch>
                  <a:fillRect/>
                </a:stretch>
              </p:blipFill>
              <p:spPr>
                <a:xfrm>
                  <a:off x="11073705" y="1914135"/>
                  <a:ext cx="11808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5225A83A-81B4-508C-832C-44D776C31A98}"/>
                    </a:ext>
                  </a:extLst>
                </p14:cNvPr>
                <p14:cNvContentPartPr/>
                <p14:nvPr/>
              </p14:nvContentPartPr>
              <p14:xfrm>
                <a:off x="11360265" y="1910535"/>
                <a:ext cx="29880" cy="227880"/>
              </p14:xfrm>
            </p:contentPart>
          </mc:Choice>
          <mc:Fallback xmlns="">
            <p:pic>
              <p:nvPicPr>
                <p:cNvPr id="102" name="Ink 101">
                  <a:extLst>
                    <a:ext uri="{FF2B5EF4-FFF2-40B4-BE49-F238E27FC236}">
                      <a16:creationId xmlns:a16="http://schemas.microsoft.com/office/drawing/2014/main" id="{5225A83A-81B4-508C-832C-44D776C31A98}"/>
                    </a:ext>
                  </a:extLst>
                </p:cNvPr>
                <p:cNvPicPr/>
                <p:nvPr/>
              </p:nvPicPr>
              <p:blipFill>
                <a:blip r:embed="rId165"/>
                <a:stretch>
                  <a:fillRect/>
                </a:stretch>
              </p:blipFill>
              <p:spPr>
                <a:xfrm>
                  <a:off x="11351265" y="1901535"/>
                  <a:ext cx="4752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3" name="Ink 102">
                  <a:extLst>
                    <a:ext uri="{FF2B5EF4-FFF2-40B4-BE49-F238E27FC236}">
                      <a16:creationId xmlns:a16="http://schemas.microsoft.com/office/drawing/2014/main" id="{ECB20F71-76E1-04E8-C6EC-AFEAB7458443}"/>
                    </a:ext>
                  </a:extLst>
                </p14:cNvPr>
                <p14:cNvContentPartPr/>
                <p14:nvPr/>
              </p14:nvContentPartPr>
              <p14:xfrm>
                <a:off x="11456025" y="1978215"/>
                <a:ext cx="72720" cy="153360"/>
              </p14:xfrm>
            </p:contentPart>
          </mc:Choice>
          <mc:Fallback xmlns="">
            <p:pic>
              <p:nvPicPr>
                <p:cNvPr id="103" name="Ink 102">
                  <a:extLst>
                    <a:ext uri="{FF2B5EF4-FFF2-40B4-BE49-F238E27FC236}">
                      <a16:creationId xmlns:a16="http://schemas.microsoft.com/office/drawing/2014/main" id="{ECB20F71-76E1-04E8-C6EC-AFEAB7458443}"/>
                    </a:ext>
                  </a:extLst>
                </p:cNvPr>
                <p:cNvPicPr/>
                <p:nvPr/>
              </p:nvPicPr>
              <p:blipFill>
                <a:blip r:embed="rId167"/>
                <a:stretch>
                  <a:fillRect/>
                </a:stretch>
              </p:blipFill>
              <p:spPr>
                <a:xfrm>
                  <a:off x="11447025" y="1969575"/>
                  <a:ext cx="903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4" name="Ink 103">
                  <a:extLst>
                    <a:ext uri="{FF2B5EF4-FFF2-40B4-BE49-F238E27FC236}">
                      <a16:creationId xmlns:a16="http://schemas.microsoft.com/office/drawing/2014/main" id="{682CC397-9987-121B-12D2-26172C5A3482}"/>
                    </a:ext>
                  </a:extLst>
                </p14:cNvPr>
                <p14:cNvContentPartPr/>
                <p14:nvPr/>
              </p14:nvContentPartPr>
              <p14:xfrm>
                <a:off x="11584545" y="1866255"/>
                <a:ext cx="73440" cy="373680"/>
              </p14:xfrm>
            </p:contentPart>
          </mc:Choice>
          <mc:Fallback xmlns="">
            <p:pic>
              <p:nvPicPr>
                <p:cNvPr id="104" name="Ink 103">
                  <a:extLst>
                    <a:ext uri="{FF2B5EF4-FFF2-40B4-BE49-F238E27FC236}">
                      <a16:creationId xmlns:a16="http://schemas.microsoft.com/office/drawing/2014/main" id="{682CC397-9987-121B-12D2-26172C5A3482}"/>
                    </a:ext>
                  </a:extLst>
                </p:cNvPr>
                <p:cNvPicPr/>
                <p:nvPr/>
              </p:nvPicPr>
              <p:blipFill>
                <a:blip r:embed="rId169"/>
                <a:stretch>
                  <a:fillRect/>
                </a:stretch>
              </p:blipFill>
              <p:spPr>
                <a:xfrm>
                  <a:off x="11575905" y="1857255"/>
                  <a:ext cx="9108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5" name="Ink 104">
                  <a:extLst>
                    <a:ext uri="{FF2B5EF4-FFF2-40B4-BE49-F238E27FC236}">
                      <a16:creationId xmlns:a16="http://schemas.microsoft.com/office/drawing/2014/main" id="{5EBCE0D3-0540-527E-B348-45EDCE4B7B6D}"/>
                    </a:ext>
                  </a:extLst>
                </p14:cNvPr>
                <p14:cNvContentPartPr/>
                <p14:nvPr/>
              </p14:nvContentPartPr>
              <p14:xfrm>
                <a:off x="11651505" y="1973895"/>
                <a:ext cx="64800" cy="125280"/>
              </p14:xfrm>
            </p:contentPart>
          </mc:Choice>
          <mc:Fallback xmlns="">
            <p:pic>
              <p:nvPicPr>
                <p:cNvPr id="105" name="Ink 104">
                  <a:extLst>
                    <a:ext uri="{FF2B5EF4-FFF2-40B4-BE49-F238E27FC236}">
                      <a16:creationId xmlns:a16="http://schemas.microsoft.com/office/drawing/2014/main" id="{5EBCE0D3-0540-527E-B348-45EDCE4B7B6D}"/>
                    </a:ext>
                  </a:extLst>
                </p:cNvPr>
                <p:cNvPicPr/>
                <p:nvPr/>
              </p:nvPicPr>
              <p:blipFill>
                <a:blip r:embed="rId171"/>
                <a:stretch>
                  <a:fillRect/>
                </a:stretch>
              </p:blipFill>
              <p:spPr>
                <a:xfrm>
                  <a:off x="11642865" y="1964895"/>
                  <a:ext cx="824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4FAB46EE-4FC4-C6D7-2EEC-ACDEC7878E86}"/>
                    </a:ext>
                  </a:extLst>
                </p14:cNvPr>
                <p14:cNvContentPartPr/>
                <p14:nvPr/>
              </p14:nvContentPartPr>
              <p14:xfrm>
                <a:off x="11769945" y="1951935"/>
                <a:ext cx="106200" cy="154440"/>
              </p14:xfrm>
            </p:contentPart>
          </mc:Choice>
          <mc:Fallback xmlns="">
            <p:pic>
              <p:nvPicPr>
                <p:cNvPr id="106" name="Ink 105">
                  <a:extLst>
                    <a:ext uri="{FF2B5EF4-FFF2-40B4-BE49-F238E27FC236}">
                      <a16:creationId xmlns:a16="http://schemas.microsoft.com/office/drawing/2014/main" id="{4FAB46EE-4FC4-C6D7-2EEC-ACDEC7878E86}"/>
                    </a:ext>
                  </a:extLst>
                </p:cNvPr>
                <p:cNvPicPr/>
                <p:nvPr/>
              </p:nvPicPr>
              <p:blipFill>
                <a:blip r:embed="rId173"/>
                <a:stretch>
                  <a:fillRect/>
                </a:stretch>
              </p:blipFill>
              <p:spPr>
                <a:xfrm>
                  <a:off x="11760945" y="1942935"/>
                  <a:ext cx="1238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7" name="Ink 106">
                  <a:extLst>
                    <a:ext uri="{FF2B5EF4-FFF2-40B4-BE49-F238E27FC236}">
                      <a16:creationId xmlns:a16="http://schemas.microsoft.com/office/drawing/2014/main" id="{128846EA-8592-A76D-C277-D92AABB77198}"/>
                    </a:ext>
                  </a:extLst>
                </p14:cNvPr>
                <p14:cNvContentPartPr/>
                <p14:nvPr/>
              </p14:nvContentPartPr>
              <p14:xfrm>
                <a:off x="11730345" y="1769775"/>
                <a:ext cx="207360" cy="560520"/>
              </p14:xfrm>
            </p:contentPart>
          </mc:Choice>
          <mc:Fallback xmlns="">
            <p:pic>
              <p:nvPicPr>
                <p:cNvPr id="107" name="Ink 106">
                  <a:extLst>
                    <a:ext uri="{FF2B5EF4-FFF2-40B4-BE49-F238E27FC236}">
                      <a16:creationId xmlns:a16="http://schemas.microsoft.com/office/drawing/2014/main" id="{128846EA-8592-A76D-C277-D92AABB77198}"/>
                    </a:ext>
                  </a:extLst>
                </p:cNvPr>
                <p:cNvPicPr/>
                <p:nvPr/>
              </p:nvPicPr>
              <p:blipFill>
                <a:blip r:embed="rId175"/>
                <a:stretch>
                  <a:fillRect/>
                </a:stretch>
              </p:blipFill>
              <p:spPr>
                <a:xfrm>
                  <a:off x="11721705" y="1761135"/>
                  <a:ext cx="225000" cy="5781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8" name="Ink 107">
                  <a:extLst>
                    <a:ext uri="{FF2B5EF4-FFF2-40B4-BE49-F238E27FC236}">
                      <a16:creationId xmlns:a16="http://schemas.microsoft.com/office/drawing/2014/main" id="{FE8374B0-2FC2-6393-FB45-FFB81388E320}"/>
                    </a:ext>
                  </a:extLst>
                </p14:cNvPr>
                <p14:cNvContentPartPr/>
                <p14:nvPr/>
              </p14:nvContentPartPr>
              <p14:xfrm>
                <a:off x="11966865" y="1532895"/>
                <a:ext cx="129600" cy="189720"/>
              </p14:xfrm>
            </p:contentPart>
          </mc:Choice>
          <mc:Fallback xmlns="">
            <p:pic>
              <p:nvPicPr>
                <p:cNvPr id="108" name="Ink 107">
                  <a:extLst>
                    <a:ext uri="{FF2B5EF4-FFF2-40B4-BE49-F238E27FC236}">
                      <a16:creationId xmlns:a16="http://schemas.microsoft.com/office/drawing/2014/main" id="{FE8374B0-2FC2-6393-FB45-FFB81388E320}"/>
                    </a:ext>
                  </a:extLst>
                </p:cNvPr>
                <p:cNvPicPr/>
                <p:nvPr/>
              </p:nvPicPr>
              <p:blipFill>
                <a:blip r:embed="rId177"/>
                <a:stretch>
                  <a:fillRect/>
                </a:stretch>
              </p:blipFill>
              <p:spPr>
                <a:xfrm>
                  <a:off x="11958225" y="1524255"/>
                  <a:ext cx="147240" cy="207360"/>
                </a:xfrm>
                <a:prstGeom prst="rect">
                  <a:avLst/>
                </a:prstGeom>
              </p:spPr>
            </p:pic>
          </mc:Fallback>
        </mc:AlternateContent>
      </p:grpSp>
      <p:grpSp>
        <p:nvGrpSpPr>
          <p:cNvPr id="112" name="Group 111">
            <a:extLst>
              <a:ext uri="{FF2B5EF4-FFF2-40B4-BE49-F238E27FC236}">
                <a16:creationId xmlns:a16="http://schemas.microsoft.com/office/drawing/2014/main" id="{B53CA275-12F3-A74E-19BC-BB16FF84D6E3}"/>
              </a:ext>
            </a:extLst>
          </p:cNvPr>
          <p:cNvGrpSpPr/>
          <p:nvPr/>
        </p:nvGrpSpPr>
        <p:grpSpPr>
          <a:xfrm>
            <a:off x="5414865" y="3914295"/>
            <a:ext cx="906120" cy="579600"/>
            <a:chOff x="5414865" y="3914295"/>
            <a:chExt cx="906120" cy="579600"/>
          </a:xfrm>
        </p:grpSpPr>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2FDE11AF-A176-6F75-96D6-F20B3B7502C1}"/>
                    </a:ext>
                  </a:extLst>
                </p14:cNvPr>
                <p14:cNvContentPartPr/>
                <p14:nvPr/>
              </p14:nvContentPartPr>
              <p14:xfrm>
                <a:off x="5414865" y="4062615"/>
                <a:ext cx="906120" cy="53280"/>
              </p14:xfrm>
            </p:contentPart>
          </mc:Choice>
          <mc:Fallback xmlns="">
            <p:pic>
              <p:nvPicPr>
                <p:cNvPr id="110" name="Ink 109">
                  <a:extLst>
                    <a:ext uri="{FF2B5EF4-FFF2-40B4-BE49-F238E27FC236}">
                      <a16:creationId xmlns:a16="http://schemas.microsoft.com/office/drawing/2014/main" id="{2FDE11AF-A176-6F75-96D6-F20B3B7502C1}"/>
                    </a:ext>
                  </a:extLst>
                </p:cNvPr>
                <p:cNvPicPr/>
                <p:nvPr/>
              </p:nvPicPr>
              <p:blipFill>
                <a:blip r:embed="rId179"/>
                <a:stretch>
                  <a:fillRect/>
                </a:stretch>
              </p:blipFill>
              <p:spPr>
                <a:xfrm>
                  <a:off x="5405865" y="4053615"/>
                  <a:ext cx="9237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1" name="Ink 110">
                  <a:extLst>
                    <a:ext uri="{FF2B5EF4-FFF2-40B4-BE49-F238E27FC236}">
                      <a16:creationId xmlns:a16="http://schemas.microsoft.com/office/drawing/2014/main" id="{67A8E3EE-A1DA-8CE3-CCE7-C75229B6D448}"/>
                    </a:ext>
                  </a:extLst>
                </p14:cNvPr>
                <p14:cNvContentPartPr/>
                <p14:nvPr/>
              </p14:nvContentPartPr>
              <p14:xfrm>
                <a:off x="5760465" y="3914295"/>
                <a:ext cx="153360" cy="579600"/>
              </p14:xfrm>
            </p:contentPart>
          </mc:Choice>
          <mc:Fallback xmlns="">
            <p:pic>
              <p:nvPicPr>
                <p:cNvPr id="111" name="Ink 110">
                  <a:extLst>
                    <a:ext uri="{FF2B5EF4-FFF2-40B4-BE49-F238E27FC236}">
                      <a16:creationId xmlns:a16="http://schemas.microsoft.com/office/drawing/2014/main" id="{67A8E3EE-A1DA-8CE3-CCE7-C75229B6D448}"/>
                    </a:ext>
                  </a:extLst>
                </p:cNvPr>
                <p:cNvPicPr/>
                <p:nvPr/>
              </p:nvPicPr>
              <p:blipFill>
                <a:blip r:embed="rId181"/>
                <a:stretch>
                  <a:fillRect/>
                </a:stretch>
              </p:blipFill>
              <p:spPr>
                <a:xfrm>
                  <a:off x="5751825" y="3905655"/>
                  <a:ext cx="171000" cy="597240"/>
                </a:xfrm>
                <a:prstGeom prst="rect">
                  <a:avLst/>
                </a:prstGeom>
              </p:spPr>
            </p:pic>
          </mc:Fallback>
        </mc:AlternateContent>
      </p:grpSp>
      <p:grpSp>
        <p:nvGrpSpPr>
          <p:cNvPr id="124" name="Group 123">
            <a:extLst>
              <a:ext uri="{FF2B5EF4-FFF2-40B4-BE49-F238E27FC236}">
                <a16:creationId xmlns:a16="http://schemas.microsoft.com/office/drawing/2014/main" id="{FE71AFE3-CD15-07AE-8955-6092E95B7DFB}"/>
              </a:ext>
            </a:extLst>
          </p:cNvPr>
          <p:cNvGrpSpPr/>
          <p:nvPr/>
        </p:nvGrpSpPr>
        <p:grpSpPr>
          <a:xfrm>
            <a:off x="6508185" y="3606495"/>
            <a:ext cx="2374200" cy="1290600"/>
            <a:chOff x="6508185" y="3606495"/>
            <a:chExt cx="2374200" cy="1290600"/>
          </a:xfrm>
        </p:grpSpPr>
        <mc:AlternateContent xmlns:mc="http://schemas.openxmlformats.org/markup-compatibility/2006" xmlns:p14="http://schemas.microsoft.com/office/powerpoint/2010/main">
          <mc:Choice Requires="p14">
            <p:contentPart p14:bwMode="auto" r:id="rId182">
              <p14:nvContentPartPr>
                <p14:cNvPr id="113" name="Ink 112">
                  <a:extLst>
                    <a:ext uri="{FF2B5EF4-FFF2-40B4-BE49-F238E27FC236}">
                      <a16:creationId xmlns:a16="http://schemas.microsoft.com/office/drawing/2014/main" id="{E6C76CA5-4998-7B16-B5CE-D8B906DAB8AB}"/>
                    </a:ext>
                  </a:extLst>
                </p14:cNvPr>
                <p14:cNvContentPartPr/>
                <p14:nvPr/>
              </p14:nvContentPartPr>
              <p14:xfrm>
                <a:off x="6736785" y="3606495"/>
                <a:ext cx="703800" cy="715320"/>
              </p14:xfrm>
            </p:contentPart>
          </mc:Choice>
          <mc:Fallback xmlns="">
            <p:pic>
              <p:nvPicPr>
                <p:cNvPr id="113" name="Ink 112">
                  <a:extLst>
                    <a:ext uri="{FF2B5EF4-FFF2-40B4-BE49-F238E27FC236}">
                      <a16:creationId xmlns:a16="http://schemas.microsoft.com/office/drawing/2014/main" id="{E6C76CA5-4998-7B16-B5CE-D8B906DAB8AB}"/>
                    </a:ext>
                  </a:extLst>
                </p:cNvPr>
                <p:cNvPicPr/>
                <p:nvPr/>
              </p:nvPicPr>
              <p:blipFill>
                <a:blip r:embed="rId183"/>
                <a:stretch>
                  <a:fillRect/>
                </a:stretch>
              </p:blipFill>
              <p:spPr>
                <a:xfrm>
                  <a:off x="6727785" y="3597495"/>
                  <a:ext cx="721440" cy="7329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4" name="Ink 113">
                  <a:extLst>
                    <a:ext uri="{FF2B5EF4-FFF2-40B4-BE49-F238E27FC236}">
                      <a16:creationId xmlns:a16="http://schemas.microsoft.com/office/drawing/2014/main" id="{99C8DBF6-A902-D29A-A632-6676FFC2CA62}"/>
                    </a:ext>
                  </a:extLst>
                </p14:cNvPr>
                <p14:cNvContentPartPr/>
                <p14:nvPr/>
              </p14:nvContentPartPr>
              <p14:xfrm>
                <a:off x="6508185" y="3867135"/>
                <a:ext cx="378720" cy="681120"/>
              </p14:xfrm>
            </p:contentPart>
          </mc:Choice>
          <mc:Fallback xmlns="">
            <p:pic>
              <p:nvPicPr>
                <p:cNvPr id="114" name="Ink 113">
                  <a:extLst>
                    <a:ext uri="{FF2B5EF4-FFF2-40B4-BE49-F238E27FC236}">
                      <a16:creationId xmlns:a16="http://schemas.microsoft.com/office/drawing/2014/main" id="{99C8DBF6-A902-D29A-A632-6676FFC2CA62}"/>
                    </a:ext>
                  </a:extLst>
                </p:cNvPr>
                <p:cNvPicPr/>
                <p:nvPr/>
              </p:nvPicPr>
              <p:blipFill>
                <a:blip r:embed="rId185"/>
                <a:stretch>
                  <a:fillRect/>
                </a:stretch>
              </p:blipFill>
              <p:spPr>
                <a:xfrm>
                  <a:off x="6499185" y="3858495"/>
                  <a:ext cx="396360" cy="6987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6" name="Ink 115">
                  <a:extLst>
                    <a:ext uri="{FF2B5EF4-FFF2-40B4-BE49-F238E27FC236}">
                      <a16:creationId xmlns:a16="http://schemas.microsoft.com/office/drawing/2014/main" id="{284CE9DC-1571-464D-CACE-C13005EFFA93}"/>
                    </a:ext>
                  </a:extLst>
                </p14:cNvPr>
                <p14:cNvContentPartPr/>
                <p14:nvPr/>
              </p14:nvContentPartPr>
              <p14:xfrm>
                <a:off x="7569825" y="3652575"/>
                <a:ext cx="1140840" cy="155160"/>
              </p14:xfrm>
            </p:contentPart>
          </mc:Choice>
          <mc:Fallback xmlns="">
            <p:pic>
              <p:nvPicPr>
                <p:cNvPr id="116" name="Ink 115">
                  <a:extLst>
                    <a:ext uri="{FF2B5EF4-FFF2-40B4-BE49-F238E27FC236}">
                      <a16:creationId xmlns:a16="http://schemas.microsoft.com/office/drawing/2014/main" id="{284CE9DC-1571-464D-CACE-C13005EFFA93}"/>
                    </a:ext>
                  </a:extLst>
                </p:cNvPr>
                <p:cNvPicPr/>
                <p:nvPr/>
              </p:nvPicPr>
              <p:blipFill>
                <a:blip r:embed="rId187"/>
                <a:stretch>
                  <a:fillRect/>
                </a:stretch>
              </p:blipFill>
              <p:spPr>
                <a:xfrm>
                  <a:off x="7561185" y="3643575"/>
                  <a:ext cx="11584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7" name="Ink 116">
                  <a:extLst>
                    <a:ext uri="{FF2B5EF4-FFF2-40B4-BE49-F238E27FC236}">
                      <a16:creationId xmlns:a16="http://schemas.microsoft.com/office/drawing/2014/main" id="{97A73CE4-EF75-D63E-F839-0AEA93925010}"/>
                    </a:ext>
                  </a:extLst>
                </p14:cNvPr>
                <p14:cNvContentPartPr/>
                <p14:nvPr/>
              </p14:nvContentPartPr>
              <p14:xfrm>
                <a:off x="7638585" y="3830055"/>
                <a:ext cx="1243800" cy="504360"/>
              </p14:xfrm>
            </p:contentPart>
          </mc:Choice>
          <mc:Fallback xmlns="">
            <p:pic>
              <p:nvPicPr>
                <p:cNvPr id="117" name="Ink 116">
                  <a:extLst>
                    <a:ext uri="{FF2B5EF4-FFF2-40B4-BE49-F238E27FC236}">
                      <a16:creationId xmlns:a16="http://schemas.microsoft.com/office/drawing/2014/main" id="{97A73CE4-EF75-D63E-F839-0AEA93925010}"/>
                    </a:ext>
                  </a:extLst>
                </p:cNvPr>
                <p:cNvPicPr/>
                <p:nvPr/>
              </p:nvPicPr>
              <p:blipFill>
                <a:blip r:embed="rId189"/>
                <a:stretch>
                  <a:fillRect/>
                </a:stretch>
              </p:blipFill>
              <p:spPr>
                <a:xfrm>
                  <a:off x="7629585" y="3821055"/>
                  <a:ext cx="1261440" cy="5220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8" name="Ink 117">
                  <a:extLst>
                    <a:ext uri="{FF2B5EF4-FFF2-40B4-BE49-F238E27FC236}">
                      <a16:creationId xmlns:a16="http://schemas.microsoft.com/office/drawing/2014/main" id="{48403B16-359B-5B6E-5EA0-F82D2D87A12A}"/>
                    </a:ext>
                  </a:extLst>
                </p14:cNvPr>
                <p14:cNvContentPartPr/>
                <p14:nvPr/>
              </p14:nvContentPartPr>
              <p14:xfrm>
                <a:off x="8025945" y="4681815"/>
                <a:ext cx="66600" cy="215280"/>
              </p14:xfrm>
            </p:contentPart>
          </mc:Choice>
          <mc:Fallback xmlns="">
            <p:pic>
              <p:nvPicPr>
                <p:cNvPr id="118" name="Ink 117">
                  <a:extLst>
                    <a:ext uri="{FF2B5EF4-FFF2-40B4-BE49-F238E27FC236}">
                      <a16:creationId xmlns:a16="http://schemas.microsoft.com/office/drawing/2014/main" id="{48403B16-359B-5B6E-5EA0-F82D2D87A12A}"/>
                    </a:ext>
                  </a:extLst>
                </p:cNvPr>
                <p:cNvPicPr/>
                <p:nvPr/>
              </p:nvPicPr>
              <p:blipFill>
                <a:blip r:embed="rId191"/>
                <a:stretch>
                  <a:fillRect/>
                </a:stretch>
              </p:blipFill>
              <p:spPr>
                <a:xfrm>
                  <a:off x="8017305" y="4672815"/>
                  <a:ext cx="8424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9" name="Ink 118">
                  <a:extLst>
                    <a:ext uri="{FF2B5EF4-FFF2-40B4-BE49-F238E27FC236}">
                      <a16:creationId xmlns:a16="http://schemas.microsoft.com/office/drawing/2014/main" id="{67FA7D9C-9E37-484E-A6B7-4D05AB0071B3}"/>
                    </a:ext>
                  </a:extLst>
                </p14:cNvPr>
                <p14:cNvContentPartPr/>
                <p14:nvPr/>
              </p14:nvContentPartPr>
              <p14:xfrm>
                <a:off x="8001825" y="4584975"/>
                <a:ext cx="112320" cy="33120"/>
              </p14:xfrm>
            </p:contentPart>
          </mc:Choice>
          <mc:Fallback xmlns="">
            <p:pic>
              <p:nvPicPr>
                <p:cNvPr id="119" name="Ink 118">
                  <a:extLst>
                    <a:ext uri="{FF2B5EF4-FFF2-40B4-BE49-F238E27FC236}">
                      <a16:creationId xmlns:a16="http://schemas.microsoft.com/office/drawing/2014/main" id="{67FA7D9C-9E37-484E-A6B7-4D05AB0071B3}"/>
                    </a:ext>
                  </a:extLst>
                </p:cNvPr>
                <p:cNvPicPr/>
                <p:nvPr/>
              </p:nvPicPr>
              <p:blipFill>
                <a:blip r:embed="rId193"/>
                <a:stretch>
                  <a:fillRect/>
                </a:stretch>
              </p:blipFill>
              <p:spPr>
                <a:xfrm>
                  <a:off x="7993185" y="4576335"/>
                  <a:ext cx="1299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0" name="Ink 119">
                  <a:extLst>
                    <a:ext uri="{FF2B5EF4-FFF2-40B4-BE49-F238E27FC236}">
                      <a16:creationId xmlns:a16="http://schemas.microsoft.com/office/drawing/2014/main" id="{B22BC13E-69B7-1471-D813-A5D92B7BA0A3}"/>
                    </a:ext>
                  </a:extLst>
                </p14:cNvPr>
                <p14:cNvContentPartPr/>
                <p14:nvPr/>
              </p14:nvContentPartPr>
              <p14:xfrm>
                <a:off x="8320785" y="4718895"/>
                <a:ext cx="158040" cy="45720"/>
              </p14:xfrm>
            </p:contentPart>
          </mc:Choice>
          <mc:Fallback xmlns="">
            <p:pic>
              <p:nvPicPr>
                <p:cNvPr id="120" name="Ink 119">
                  <a:extLst>
                    <a:ext uri="{FF2B5EF4-FFF2-40B4-BE49-F238E27FC236}">
                      <a16:creationId xmlns:a16="http://schemas.microsoft.com/office/drawing/2014/main" id="{B22BC13E-69B7-1471-D813-A5D92B7BA0A3}"/>
                    </a:ext>
                  </a:extLst>
                </p:cNvPr>
                <p:cNvPicPr/>
                <p:nvPr/>
              </p:nvPicPr>
              <p:blipFill>
                <a:blip r:embed="rId195"/>
                <a:stretch>
                  <a:fillRect/>
                </a:stretch>
              </p:blipFill>
              <p:spPr>
                <a:xfrm>
                  <a:off x="8312145" y="4709895"/>
                  <a:ext cx="1756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1" name="Ink 120">
                  <a:extLst>
                    <a:ext uri="{FF2B5EF4-FFF2-40B4-BE49-F238E27FC236}">
                      <a16:creationId xmlns:a16="http://schemas.microsoft.com/office/drawing/2014/main" id="{057A3AD8-4E9C-D572-2ED0-A74EABECE0DE}"/>
                    </a:ext>
                  </a:extLst>
                </p14:cNvPr>
                <p14:cNvContentPartPr/>
                <p14:nvPr/>
              </p14:nvContentPartPr>
              <p14:xfrm>
                <a:off x="8565585" y="4751655"/>
                <a:ext cx="67680" cy="15840"/>
              </p14:xfrm>
            </p:contentPart>
          </mc:Choice>
          <mc:Fallback xmlns="">
            <p:pic>
              <p:nvPicPr>
                <p:cNvPr id="121" name="Ink 120">
                  <a:extLst>
                    <a:ext uri="{FF2B5EF4-FFF2-40B4-BE49-F238E27FC236}">
                      <a16:creationId xmlns:a16="http://schemas.microsoft.com/office/drawing/2014/main" id="{057A3AD8-4E9C-D572-2ED0-A74EABECE0DE}"/>
                    </a:ext>
                  </a:extLst>
                </p:cNvPr>
                <p:cNvPicPr/>
                <p:nvPr/>
              </p:nvPicPr>
              <p:blipFill>
                <a:blip r:embed="rId197"/>
                <a:stretch>
                  <a:fillRect/>
                </a:stretch>
              </p:blipFill>
              <p:spPr>
                <a:xfrm>
                  <a:off x="8556585" y="4743015"/>
                  <a:ext cx="853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2" name="Ink 121">
                  <a:extLst>
                    <a:ext uri="{FF2B5EF4-FFF2-40B4-BE49-F238E27FC236}">
                      <a16:creationId xmlns:a16="http://schemas.microsoft.com/office/drawing/2014/main" id="{71A0EF9B-8D71-24AB-0EFB-E8EF30EF0275}"/>
                    </a:ext>
                  </a:extLst>
                </p14:cNvPr>
                <p14:cNvContentPartPr/>
                <p14:nvPr/>
              </p14:nvContentPartPr>
              <p14:xfrm>
                <a:off x="8754225" y="4592175"/>
                <a:ext cx="39240" cy="179280"/>
              </p14:xfrm>
            </p:contentPart>
          </mc:Choice>
          <mc:Fallback xmlns="">
            <p:pic>
              <p:nvPicPr>
                <p:cNvPr id="122" name="Ink 121">
                  <a:extLst>
                    <a:ext uri="{FF2B5EF4-FFF2-40B4-BE49-F238E27FC236}">
                      <a16:creationId xmlns:a16="http://schemas.microsoft.com/office/drawing/2014/main" id="{71A0EF9B-8D71-24AB-0EFB-E8EF30EF0275}"/>
                    </a:ext>
                  </a:extLst>
                </p:cNvPr>
                <p:cNvPicPr/>
                <p:nvPr/>
              </p:nvPicPr>
              <p:blipFill>
                <a:blip r:embed="rId199"/>
                <a:stretch>
                  <a:fillRect/>
                </a:stretch>
              </p:blipFill>
              <p:spPr>
                <a:xfrm>
                  <a:off x="8745225" y="4583535"/>
                  <a:ext cx="56880" cy="196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0">
            <p14:nvContentPartPr>
              <p14:cNvPr id="125" name="Ink 124">
                <a:extLst>
                  <a:ext uri="{FF2B5EF4-FFF2-40B4-BE49-F238E27FC236}">
                    <a16:creationId xmlns:a16="http://schemas.microsoft.com/office/drawing/2014/main" id="{D1072F99-691E-96FB-B6BF-2A87F129E730}"/>
                  </a:ext>
                </a:extLst>
              </p14:cNvPr>
              <p14:cNvContentPartPr/>
              <p14:nvPr/>
            </p14:nvContentPartPr>
            <p14:xfrm>
              <a:off x="8038545" y="3427935"/>
              <a:ext cx="536400" cy="202680"/>
            </p14:xfrm>
          </p:contentPart>
        </mc:Choice>
        <mc:Fallback xmlns="">
          <p:pic>
            <p:nvPicPr>
              <p:cNvPr id="125" name="Ink 124">
                <a:extLst>
                  <a:ext uri="{FF2B5EF4-FFF2-40B4-BE49-F238E27FC236}">
                    <a16:creationId xmlns:a16="http://schemas.microsoft.com/office/drawing/2014/main" id="{D1072F99-691E-96FB-B6BF-2A87F129E730}"/>
                  </a:ext>
                </a:extLst>
              </p:cNvPr>
              <p:cNvPicPr/>
              <p:nvPr/>
            </p:nvPicPr>
            <p:blipFill>
              <a:blip r:embed="rId201"/>
              <a:stretch>
                <a:fillRect/>
              </a:stretch>
            </p:blipFill>
            <p:spPr>
              <a:xfrm>
                <a:off x="8029545" y="3419295"/>
                <a:ext cx="554040" cy="220320"/>
              </a:xfrm>
              <a:prstGeom prst="rect">
                <a:avLst/>
              </a:prstGeom>
            </p:spPr>
          </p:pic>
        </mc:Fallback>
      </mc:AlternateContent>
      <p:grpSp>
        <p:nvGrpSpPr>
          <p:cNvPr id="135" name="Group 134">
            <a:extLst>
              <a:ext uri="{FF2B5EF4-FFF2-40B4-BE49-F238E27FC236}">
                <a16:creationId xmlns:a16="http://schemas.microsoft.com/office/drawing/2014/main" id="{CC818AEB-EC32-0C1C-7E1F-1798970AC648}"/>
              </a:ext>
            </a:extLst>
          </p:cNvPr>
          <p:cNvGrpSpPr/>
          <p:nvPr/>
        </p:nvGrpSpPr>
        <p:grpSpPr>
          <a:xfrm>
            <a:off x="9388545" y="3337215"/>
            <a:ext cx="1479240" cy="829440"/>
            <a:chOff x="9388545" y="3337215"/>
            <a:chExt cx="1479240" cy="829440"/>
          </a:xfrm>
        </p:grpSpPr>
        <mc:AlternateContent xmlns:mc="http://schemas.openxmlformats.org/markup-compatibility/2006" xmlns:p14="http://schemas.microsoft.com/office/powerpoint/2010/main">
          <mc:Choice Requires="p14">
            <p:contentPart p14:bwMode="auto" r:id="rId202">
              <p14:nvContentPartPr>
                <p14:cNvPr id="126" name="Ink 125">
                  <a:extLst>
                    <a:ext uri="{FF2B5EF4-FFF2-40B4-BE49-F238E27FC236}">
                      <a16:creationId xmlns:a16="http://schemas.microsoft.com/office/drawing/2014/main" id="{1E83BDD1-7578-6D77-EDF0-C63A250553E8}"/>
                    </a:ext>
                  </a:extLst>
                </p14:cNvPr>
                <p14:cNvContentPartPr/>
                <p14:nvPr/>
              </p14:nvContentPartPr>
              <p14:xfrm>
                <a:off x="9388545" y="3598575"/>
                <a:ext cx="60840" cy="564840"/>
              </p14:xfrm>
            </p:contentPart>
          </mc:Choice>
          <mc:Fallback xmlns="">
            <p:pic>
              <p:nvPicPr>
                <p:cNvPr id="126" name="Ink 125">
                  <a:extLst>
                    <a:ext uri="{FF2B5EF4-FFF2-40B4-BE49-F238E27FC236}">
                      <a16:creationId xmlns:a16="http://schemas.microsoft.com/office/drawing/2014/main" id="{1E83BDD1-7578-6D77-EDF0-C63A250553E8}"/>
                    </a:ext>
                  </a:extLst>
                </p:cNvPr>
                <p:cNvPicPr/>
                <p:nvPr/>
              </p:nvPicPr>
              <p:blipFill>
                <a:blip r:embed="rId203"/>
                <a:stretch>
                  <a:fillRect/>
                </a:stretch>
              </p:blipFill>
              <p:spPr>
                <a:xfrm>
                  <a:off x="9379545" y="3589935"/>
                  <a:ext cx="78480" cy="5824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7" name="Ink 126">
                  <a:extLst>
                    <a:ext uri="{FF2B5EF4-FFF2-40B4-BE49-F238E27FC236}">
                      <a16:creationId xmlns:a16="http://schemas.microsoft.com/office/drawing/2014/main" id="{1FDB473E-C9D7-164D-166D-61285B18A823}"/>
                    </a:ext>
                  </a:extLst>
                </p14:cNvPr>
                <p14:cNvContentPartPr/>
                <p14:nvPr/>
              </p14:nvContentPartPr>
              <p14:xfrm>
                <a:off x="9540105" y="3629895"/>
                <a:ext cx="131760" cy="371880"/>
              </p14:xfrm>
            </p:contentPart>
          </mc:Choice>
          <mc:Fallback xmlns="">
            <p:pic>
              <p:nvPicPr>
                <p:cNvPr id="127" name="Ink 126">
                  <a:extLst>
                    <a:ext uri="{FF2B5EF4-FFF2-40B4-BE49-F238E27FC236}">
                      <a16:creationId xmlns:a16="http://schemas.microsoft.com/office/drawing/2014/main" id="{1FDB473E-C9D7-164D-166D-61285B18A823}"/>
                    </a:ext>
                  </a:extLst>
                </p:cNvPr>
                <p:cNvPicPr/>
                <p:nvPr/>
              </p:nvPicPr>
              <p:blipFill>
                <a:blip r:embed="rId205"/>
                <a:stretch>
                  <a:fillRect/>
                </a:stretch>
              </p:blipFill>
              <p:spPr>
                <a:xfrm>
                  <a:off x="9531465" y="3620895"/>
                  <a:ext cx="149400" cy="3895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8" name="Ink 127">
                  <a:extLst>
                    <a:ext uri="{FF2B5EF4-FFF2-40B4-BE49-F238E27FC236}">
                      <a16:creationId xmlns:a16="http://schemas.microsoft.com/office/drawing/2014/main" id="{E0A71E7E-18F5-F415-9A23-1255A913B589}"/>
                    </a:ext>
                  </a:extLst>
                </p14:cNvPr>
                <p14:cNvContentPartPr/>
                <p14:nvPr/>
              </p14:nvContentPartPr>
              <p14:xfrm>
                <a:off x="9859425" y="3765255"/>
                <a:ext cx="141480" cy="241920"/>
              </p14:xfrm>
            </p:contentPart>
          </mc:Choice>
          <mc:Fallback xmlns="">
            <p:pic>
              <p:nvPicPr>
                <p:cNvPr id="128" name="Ink 127">
                  <a:extLst>
                    <a:ext uri="{FF2B5EF4-FFF2-40B4-BE49-F238E27FC236}">
                      <a16:creationId xmlns:a16="http://schemas.microsoft.com/office/drawing/2014/main" id="{E0A71E7E-18F5-F415-9A23-1255A913B589}"/>
                    </a:ext>
                  </a:extLst>
                </p:cNvPr>
                <p:cNvPicPr/>
                <p:nvPr/>
              </p:nvPicPr>
              <p:blipFill>
                <a:blip r:embed="rId207"/>
                <a:stretch>
                  <a:fillRect/>
                </a:stretch>
              </p:blipFill>
              <p:spPr>
                <a:xfrm>
                  <a:off x="9850785" y="3756255"/>
                  <a:ext cx="15912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9" name="Ink 128">
                  <a:extLst>
                    <a:ext uri="{FF2B5EF4-FFF2-40B4-BE49-F238E27FC236}">
                      <a16:creationId xmlns:a16="http://schemas.microsoft.com/office/drawing/2014/main" id="{D3978DEE-F99A-F31E-293E-9DAC43D014A4}"/>
                    </a:ext>
                  </a:extLst>
                </p14:cNvPr>
                <p14:cNvContentPartPr/>
                <p14:nvPr/>
              </p14:nvContentPartPr>
              <p14:xfrm>
                <a:off x="9758625" y="3604695"/>
                <a:ext cx="71640" cy="424080"/>
              </p14:xfrm>
            </p:contentPart>
          </mc:Choice>
          <mc:Fallback xmlns="">
            <p:pic>
              <p:nvPicPr>
                <p:cNvPr id="129" name="Ink 128">
                  <a:extLst>
                    <a:ext uri="{FF2B5EF4-FFF2-40B4-BE49-F238E27FC236}">
                      <a16:creationId xmlns:a16="http://schemas.microsoft.com/office/drawing/2014/main" id="{D3978DEE-F99A-F31E-293E-9DAC43D014A4}"/>
                    </a:ext>
                  </a:extLst>
                </p:cNvPr>
                <p:cNvPicPr/>
                <p:nvPr/>
              </p:nvPicPr>
              <p:blipFill>
                <a:blip r:embed="rId209"/>
                <a:stretch>
                  <a:fillRect/>
                </a:stretch>
              </p:blipFill>
              <p:spPr>
                <a:xfrm>
                  <a:off x="9749985" y="3596055"/>
                  <a:ext cx="89280" cy="4417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0" name="Ink 129">
                  <a:extLst>
                    <a:ext uri="{FF2B5EF4-FFF2-40B4-BE49-F238E27FC236}">
                      <a16:creationId xmlns:a16="http://schemas.microsoft.com/office/drawing/2014/main" id="{300F26D3-C5D5-7D5A-279D-79E3FEFE36E7}"/>
                    </a:ext>
                  </a:extLst>
                </p14:cNvPr>
                <p14:cNvContentPartPr/>
                <p14:nvPr/>
              </p14:nvContentPartPr>
              <p14:xfrm>
                <a:off x="10028625" y="3574455"/>
                <a:ext cx="82440" cy="480240"/>
              </p14:xfrm>
            </p:contentPart>
          </mc:Choice>
          <mc:Fallback xmlns="">
            <p:pic>
              <p:nvPicPr>
                <p:cNvPr id="130" name="Ink 129">
                  <a:extLst>
                    <a:ext uri="{FF2B5EF4-FFF2-40B4-BE49-F238E27FC236}">
                      <a16:creationId xmlns:a16="http://schemas.microsoft.com/office/drawing/2014/main" id="{300F26D3-C5D5-7D5A-279D-79E3FEFE36E7}"/>
                    </a:ext>
                  </a:extLst>
                </p:cNvPr>
                <p:cNvPicPr/>
                <p:nvPr/>
              </p:nvPicPr>
              <p:blipFill>
                <a:blip r:embed="rId211"/>
                <a:stretch>
                  <a:fillRect/>
                </a:stretch>
              </p:blipFill>
              <p:spPr>
                <a:xfrm>
                  <a:off x="10019625" y="3565815"/>
                  <a:ext cx="10008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1" name="Ink 130">
                  <a:extLst>
                    <a:ext uri="{FF2B5EF4-FFF2-40B4-BE49-F238E27FC236}">
                      <a16:creationId xmlns:a16="http://schemas.microsoft.com/office/drawing/2014/main" id="{113D70AC-FD0C-2529-52B2-D1AE71A56273}"/>
                    </a:ext>
                  </a:extLst>
                </p14:cNvPr>
                <p14:cNvContentPartPr/>
                <p14:nvPr/>
              </p14:nvContentPartPr>
              <p14:xfrm>
                <a:off x="10155345" y="3733575"/>
                <a:ext cx="300960" cy="191520"/>
              </p14:xfrm>
            </p:contentPart>
          </mc:Choice>
          <mc:Fallback xmlns="">
            <p:pic>
              <p:nvPicPr>
                <p:cNvPr id="131" name="Ink 130">
                  <a:extLst>
                    <a:ext uri="{FF2B5EF4-FFF2-40B4-BE49-F238E27FC236}">
                      <a16:creationId xmlns:a16="http://schemas.microsoft.com/office/drawing/2014/main" id="{113D70AC-FD0C-2529-52B2-D1AE71A56273}"/>
                    </a:ext>
                  </a:extLst>
                </p:cNvPr>
                <p:cNvPicPr/>
                <p:nvPr/>
              </p:nvPicPr>
              <p:blipFill>
                <a:blip r:embed="rId213"/>
                <a:stretch>
                  <a:fillRect/>
                </a:stretch>
              </p:blipFill>
              <p:spPr>
                <a:xfrm>
                  <a:off x="10146705" y="3724575"/>
                  <a:ext cx="3186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2" name="Ink 131">
                  <a:extLst>
                    <a:ext uri="{FF2B5EF4-FFF2-40B4-BE49-F238E27FC236}">
                      <a16:creationId xmlns:a16="http://schemas.microsoft.com/office/drawing/2014/main" id="{3BA83A64-1B7B-098B-59AD-46C27E114821}"/>
                    </a:ext>
                  </a:extLst>
                </p14:cNvPr>
                <p14:cNvContentPartPr/>
                <p14:nvPr/>
              </p14:nvContentPartPr>
              <p14:xfrm>
                <a:off x="10266225" y="3337215"/>
                <a:ext cx="338040" cy="829440"/>
              </p14:xfrm>
            </p:contentPart>
          </mc:Choice>
          <mc:Fallback xmlns="">
            <p:pic>
              <p:nvPicPr>
                <p:cNvPr id="132" name="Ink 131">
                  <a:extLst>
                    <a:ext uri="{FF2B5EF4-FFF2-40B4-BE49-F238E27FC236}">
                      <a16:creationId xmlns:a16="http://schemas.microsoft.com/office/drawing/2014/main" id="{3BA83A64-1B7B-098B-59AD-46C27E114821}"/>
                    </a:ext>
                  </a:extLst>
                </p:cNvPr>
                <p:cNvPicPr/>
                <p:nvPr/>
              </p:nvPicPr>
              <p:blipFill>
                <a:blip r:embed="rId215"/>
                <a:stretch>
                  <a:fillRect/>
                </a:stretch>
              </p:blipFill>
              <p:spPr>
                <a:xfrm>
                  <a:off x="10257585" y="3328575"/>
                  <a:ext cx="355680" cy="8470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4" name="Ink 133">
                  <a:extLst>
                    <a:ext uri="{FF2B5EF4-FFF2-40B4-BE49-F238E27FC236}">
                      <a16:creationId xmlns:a16="http://schemas.microsoft.com/office/drawing/2014/main" id="{EBEB0D24-D0E3-7B2E-AFE0-F47CC541C66E}"/>
                    </a:ext>
                  </a:extLst>
                </p14:cNvPr>
                <p14:cNvContentPartPr/>
                <p14:nvPr/>
              </p14:nvContentPartPr>
              <p14:xfrm>
                <a:off x="10814865" y="3849495"/>
                <a:ext cx="52920" cy="60120"/>
              </p14:xfrm>
            </p:contentPart>
          </mc:Choice>
          <mc:Fallback xmlns="">
            <p:pic>
              <p:nvPicPr>
                <p:cNvPr id="134" name="Ink 133">
                  <a:extLst>
                    <a:ext uri="{FF2B5EF4-FFF2-40B4-BE49-F238E27FC236}">
                      <a16:creationId xmlns:a16="http://schemas.microsoft.com/office/drawing/2014/main" id="{EBEB0D24-D0E3-7B2E-AFE0-F47CC541C66E}"/>
                    </a:ext>
                  </a:extLst>
                </p:cNvPr>
                <p:cNvPicPr/>
                <p:nvPr/>
              </p:nvPicPr>
              <p:blipFill>
                <a:blip r:embed="rId217"/>
                <a:stretch>
                  <a:fillRect/>
                </a:stretch>
              </p:blipFill>
              <p:spPr>
                <a:xfrm>
                  <a:off x="10806225" y="3840855"/>
                  <a:ext cx="70560" cy="77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8">
            <p14:nvContentPartPr>
              <p14:cNvPr id="80" name="Ink 79">
                <a:extLst>
                  <a:ext uri="{FF2B5EF4-FFF2-40B4-BE49-F238E27FC236}">
                    <a16:creationId xmlns:a16="http://schemas.microsoft.com/office/drawing/2014/main" id="{C809D048-4683-A610-E751-E9978250311C}"/>
                  </a:ext>
                </a:extLst>
              </p14:cNvPr>
              <p14:cNvContentPartPr/>
              <p14:nvPr/>
            </p14:nvContentPartPr>
            <p14:xfrm>
              <a:off x="10656475" y="2203580"/>
              <a:ext cx="1435320" cy="2972160"/>
            </p14:xfrm>
          </p:contentPart>
        </mc:Choice>
        <mc:Fallback>
          <p:pic>
            <p:nvPicPr>
              <p:cNvPr id="80" name="Ink 79">
                <a:extLst>
                  <a:ext uri="{FF2B5EF4-FFF2-40B4-BE49-F238E27FC236}">
                    <a16:creationId xmlns:a16="http://schemas.microsoft.com/office/drawing/2014/main" id="{C809D048-4683-A610-E751-E9978250311C}"/>
                  </a:ext>
                </a:extLst>
              </p:cNvPr>
              <p:cNvPicPr/>
              <p:nvPr/>
            </p:nvPicPr>
            <p:blipFill>
              <a:blip r:embed="rId219"/>
              <a:stretch>
                <a:fillRect/>
              </a:stretch>
            </p:blipFill>
            <p:spPr>
              <a:xfrm>
                <a:off x="10650355" y="2197460"/>
                <a:ext cx="1447560" cy="29844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83" name="Ink 82">
                <a:extLst>
                  <a:ext uri="{FF2B5EF4-FFF2-40B4-BE49-F238E27FC236}">
                    <a16:creationId xmlns:a16="http://schemas.microsoft.com/office/drawing/2014/main" id="{68C847E5-5B14-DAB2-7E77-1D5CDC8236B7}"/>
                  </a:ext>
                </a:extLst>
              </p14:cNvPr>
              <p14:cNvContentPartPr/>
              <p14:nvPr/>
            </p14:nvContentPartPr>
            <p14:xfrm>
              <a:off x="11008555" y="5342060"/>
              <a:ext cx="18360" cy="19800"/>
            </p14:xfrm>
          </p:contentPart>
        </mc:Choice>
        <mc:Fallback>
          <p:pic>
            <p:nvPicPr>
              <p:cNvPr id="83" name="Ink 82">
                <a:extLst>
                  <a:ext uri="{FF2B5EF4-FFF2-40B4-BE49-F238E27FC236}">
                    <a16:creationId xmlns:a16="http://schemas.microsoft.com/office/drawing/2014/main" id="{68C847E5-5B14-DAB2-7E77-1D5CDC8236B7}"/>
                  </a:ext>
                </a:extLst>
              </p:cNvPr>
              <p:cNvPicPr/>
              <p:nvPr/>
            </p:nvPicPr>
            <p:blipFill>
              <a:blip r:embed="rId221"/>
              <a:stretch>
                <a:fillRect/>
              </a:stretch>
            </p:blipFill>
            <p:spPr>
              <a:xfrm>
                <a:off x="11002435" y="5335940"/>
                <a:ext cx="3060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94" name="Ink 93">
                <a:extLst>
                  <a:ext uri="{FF2B5EF4-FFF2-40B4-BE49-F238E27FC236}">
                    <a16:creationId xmlns:a16="http://schemas.microsoft.com/office/drawing/2014/main" id="{B4FF6EFD-991C-8333-1CAD-FD0186C3BE6F}"/>
                  </a:ext>
                </a:extLst>
              </p14:cNvPr>
              <p14:cNvContentPartPr/>
              <p14:nvPr/>
            </p14:nvContentPartPr>
            <p14:xfrm>
              <a:off x="11279635" y="2342540"/>
              <a:ext cx="247320" cy="106560"/>
            </p14:xfrm>
          </p:contentPart>
        </mc:Choice>
        <mc:Fallback>
          <p:pic>
            <p:nvPicPr>
              <p:cNvPr id="94" name="Ink 93">
                <a:extLst>
                  <a:ext uri="{FF2B5EF4-FFF2-40B4-BE49-F238E27FC236}">
                    <a16:creationId xmlns:a16="http://schemas.microsoft.com/office/drawing/2014/main" id="{B4FF6EFD-991C-8333-1CAD-FD0186C3BE6F}"/>
                  </a:ext>
                </a:extLst>
              </p:cNvPr>
              <p:cNvPicPr/>
              <p:nvPr/>
            </p:nvPicPr>
            <p:blipFill>
              <a:blip r:embed="rId223"/>
              <a:stretch>
                <a:fillRect/>
              </a:stretch>
            </p:blipFill>
            <p:spPr>
              <a:xfrm>
                <a:off x="11273515" y="2336420"/>
                <a:ext cx="25956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9" name="Ink 138">
                <a:extLst>
                  <a:ext uri="{FF2B5EF4-FFF2-40B4-BE49-F238E27FC236}">
                    <a16:creationId xmlns:a16="http://schemas.microsoft.com/office/drawing/2014/main" id="{0C52F522-228F-5568-D34C-82D99913B383}"/>
                  </a:ext>
                </a:extLst>
              </p14:cNvPr>
              <p14:cNvContentPartPr/>
              <p14:nvPr/>
            </p14:nvContentPartPr>
            <p14:xfrm>
              <a:off x="7092115" y="2858420"/>
              <a:ext cx="153360" cy="77040"/>
            </p14:xfrm>
          </p:contentPart>
        </mc:Choice>
        <mc:Fallback>
          <p:pic>
            <p:nvPicPr>
              <p:cNvPr id="139" name="Ink 138">
                <a:extLst>
                  <a:ext uri="{FF2B5EF4-FFF2-40B4-BE49-F238E27FC236}">
                    <a16:creationId xmlns:a16="http://schemas.microsoft.com/office/drawing/2014/main" id="{0C52F522-228F-5568-D34C-82D99913B383}"/>
                  </a:ext>
                </a:extLst>
              </p:cNvPr>
              <p:cNvPicPr/>
              <p:nvPr/>
            </p:nvPicPr>
            <p:blipFill>
              <a:blip r:embed="rId225"/>
              <a:stretch>
                <a:fillRect/>
              </a:stretch>
            </p:blipFill>
            <p:spPr>
              <a:xfrm>
                <a:off x="7085995" y="2852300"/>
                <a:ext cx="16560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46" name="Ink 145">
                <a:extLst>
                  <a:ext uri="{FF2B5EF4-FFF2-40B4-BE49-F238E27FC236}">
                    <a16:creationId xmlns:a16="http://schemas.microsoft.com/office/drawing/2014/main" id="{EFFD12BD-EA61-553F-115C-1DCD274E80EE}"/>
                  </a:ext>
                </a:extLst>
              </p14:cNvPr>
              <p14:cNvContentPartPr/>
              <p14:nvPr/>
            </p14:nvContentPartPr>
            <p14:xfrm>
              <a:off x="2881195" y="3255860"/>
              <a:ext cx="2521800" cy="2018880"/>
            </p14:xfrm>
          </p:contentPart>
        </mc:Choice>
        <mc:Fallback>
          <p:pic>
            <p:nvPicPr>
              <p:cNvPr id="146" name="Ink 145">
                <a:extLst>
                  <a:ext uri="{FF2B5EF4-FFF2-40B4-BE49-F238E27FC236}">
                    <a16:creationId xmlns:a16="http://schemas.microsoft.com/office/drawing/2014/main" id="{EFFD12BD-EA61-553F-115C-1DCD274E80EE}"/>
                  </a:ext>
                </a:extLst>
              </p:cNvPr>
              <p:cNvPicPr/>
              <p:nvPr/>
            </p:nvPicPr>
            <p:blipFill>
              <a:blip r:embed="rId227"/>
              <a:stretch>
                <a:fillRect/>
              </a:stretch>
            </p:blipFill>
            <p:spPr>
              <a:xfrm>
                <a:off x="2875075" y="3249740"/>
                <a:ext cx="2534040" cy="2031120"/>
              </a:xfrm>
              <a:prstGeom prst="rect">
                <a:avLst/>
              </a:prstGeom>
            </p:spPr>
          </p:pic>
        </mc:Fallback>
      </mc:AlternateContent>
      <p:grpSp>
        <p:nvGrpSpPr>
          <p:cNvPr id="150" name="Group 149">
            <a:extLst>
              <a:ext uri="{FF2B5EF4-FFF2-40B4-BE49-F238E27FC236}">
                <a16:creationId xmlns:a16="http://schemas.microsoft.com/office/drawing/2014/main" id="{C5BF5094-EBFA-84D6-B764-0A8A70ADFF72}"/>
              </a:ext>
            </a:extLst>
          </p:cNvPr>
          <p:cNvGrpSpPr/>
          <p:nvPr/>
        </p:nvGrpSpPr>
        <p:grpSpPr>
          <a:xfrm>
            <a:off x="7742995" y="2525780"/>
            <a:ext cx="2644920" cy="492480"/>
            <a:chOff x="7742995" y="2525780"/>
            <a:chExt cx="2644920" cy="492480"/>
          </a:xfrm>
        </p:grpSpPr>
        <mc:AlternateContent xmlns:mc="http://schemas.openxmlformats.org/markup-compatibility/2006">
          <mc:Choice xmlns:p14="http://schemas.microsoft.com/office/powerpoint/2010/main" Requires="p14">
            <p:contentPart p14:bwMode="auto" r:id="rId228">
              <p14:nvContentPartPr>
                <p14:cNvPr id="96" name="Ink 95">
                  <a:extLst>
                    <a:ext uri="{FF2B5EF4-FFF2-40B4-BE49-F238E27FC236}">
                      <a16:creationId xmlns:a16="http://schemas.microsoft.com/office/drawing/2014/main" id="{00DD3684-5782-C29A-6470-56AE29F5EB0A}"/>
                    </a:ext>
                  </a:extLst>
                </p14:cNvPr>
                <p14:cNvContentPartPr/>
                <p14:nvPr/>
              </p14:nvContentPartPr>
              <p14:xfrm>
                <a:off x="9846115" y="2666900"/>
                <a:ext cx="541800" cy="83880"/>
              </p14:xfrm>
            </p:contentPart>
          </mc:Choice>
          <mc:Fallback>
            <p:pic>
              <p:nvPicPr>
                <p:cNvPr id="96" name="Ink 95">
                  <a:extLst>
                    <a:ext uri="{FF2B5EF4-FFF2-40B4-BE49-F238E27FC236}">
                      <a16:creationId xmlns:a16="http://schemas.microsoft.com/office/drawing/2014/main" id="{00DD3684-5782-C29A-6470-56AE29F5EB0A}"/>
                    </a:ext>
                  </a:extLst>
                </p:cNvPr>
                <p:cNvPicPr/>
                <p:nvPr/>
              </p:nvPicPr>
              <p:blipFill>
                <a:blip r:embed="rId229"/>
                <a:stretch>
                  <a:fillRect/>
                </a:stretch>
              </p:blipFill>
              <p:spPr>
                <a:xfrm>
                  <a:off x="9839995" y="2660780"/>
                  <a:ext cx="55404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98" name="Ink 97">
                  <a:extLst>
                    <a:ext uri="{FF2B5EF4-FFF2-40B4-BE49-F238E27FC236}">
                      <a16:creationId xmlns:a16="http://schemas.microsoft.com/office/drawing/2014/main" id="{1DD5ED89-920D-A868-6E47-19399C6C852F}"/>
                    </a:ext>
                  </a:extLst>
                </p14:cNvPr>
                <p14:cNvContentPartPr/>
                <p14:nvPr/>
              </p14:nvContentPartPr>
              <p14:xfrm>
                <a:off x="9539755" y="2724500"/>
                <a:ext cx="757440" cy="106560"/>
              </p14:xfrm>
            </p:contentPart>
          </mc:Choice>
          <mc:Fallback>
            <p:pic>
              <p:nvPicPr>
                <p:cNvPr id="98" name="Ink 97">
                  <a:extLst>
                    <a:ext uri="{FF2B5EF4-FFF2-40B4-BE49-F238E27FC236}">
                      <a16:creationId xmlns:a16="http://schemas.microsoft.com/office/drawing/2014/main" id="{1DD5ED89-920D-A868-6E47-19399C6C852F}"/>
                    </a:ext>
                  </a:extLst>
                </p:cNvPr>
                <p:cNvPicPr/>
                <p:nvPr/>
              </p:nvPicPr>
              <p:blipFill>
                <a:blip r:embed="rId231"/>
                <a:stretch>
                  <a:fillRect/>
                </a:stretch>
              </p:blipFill>
              <p:spPr>
                <a:xfrm>
                  <a:off x="9533635" y="2718380"/>
                  <a:ext cx="76968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7" name="Ink 146">
                  <a:extLst>
                    <a:ext uri="{FF2B5EF4-FFF2-40B4-BE49-F238E27FC236}">
                      <a16:creationId xmlns:a16="http://schemas.microsoft.com/office/drawing/2014/main" id="{047E68D5-100E-7ED8-74F0-D63126F54877}"/>
                    </a:ext>
                  </a:extLst>
                </p14:cNvPr>
                <p14:cNvContentPartPr/>
                <p14:nvPr/>
              </p14:nvContentPartPr>
              <p14:xfrm>
                <a:off x="7742995" y="2525780"/>
                <a:ext cx="1736640" cy="492480"/>
              </p14:xfrm>
            </p:contentPart>
          </mc:Choice>
          <mc:Fallback>
            <p:pic>
              <p:nvPicPr>
                <p:cNvPr id="147" name="Ink 146">
                  <a:extLst>
                    <a:ext uri="{FF2B5EF4-FFF2-40B4-BE49-F238E27FC236}">
                      <a16:creationId xmlns:a16="http://schemas.microsoft.com/office/drawing/2014/main" id="{047E68D5-100E-7ED8-74F0-D63126F54877}"/>
                    </a:ext>
                  </a:extLst>
                </p:cNvPr>
                <p:cNvPicPr/>
                <p:nvPr/>
              </p:nvPicPr>
              <p:blipFill>
                <a:blip r:embed="rId233"/>
                <a:stretch>
                  <a:fillRect/>
                </a:stretch>
              </p:blipFill>
              <p:spPr>
                <a:xfrm>
                  <a:off x="7736875" y="2519660"/>
                  <a:ext cx="1748880" cy="50472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9" name="Ink 148">
                  <a:extLst>
                    <a:ext uri="{FF2B5EF4-FFF2-40B4-BE49-F238E27FC236}">
                      <a16:creationId xmlns:a16="http://schemas.microsoft.com/office/drawing/2014/main" id="{90D4A244-F378-2434-DDC1-1CBE665C161E}"/>
                    </a:ext>
                  </a:extLst>
                </p14:cNvPr>
                <p14:cNvContentPartPr/>
                <p14:nvPr/>
              </p14:nvContentPartPr>
              <p14:xfrm>
                <a:off x="9033235" y="2659340"/>
                <a:ext cx="412920" cy="151200"/>
              </p14:xfrm>
            </p:contentPart>
          </mc:Choice>
          <mc:Fallback>
            <p:pic>
              <p:nvPicPr>
                <p:cNvPr id="149" name="Ink 148">
                  <a:extLst>
                    <a:ext uri="{FF2B5EF4-FFF2-40B4-BE49-F238E27FC236}">
                      <a16:creationId xmlns:a16="http://schemas.microsoft.com/office/drawing/2014/main" id="{90D4A244-F378-2434-DDC1-1CBE665C161E}"/>
                    </a:ext>
                  </a:extLst>
                </p:cNvPr>
                <p:cNvPicPr/>
                <p:nvPr/>
              </p:nvPicPr>
              <p:blipFill>
                <a:blip r:embed="rId235"/>
                <a:stretch>
                  <a:fillRect/>
                </a:stretch>
              </p:blipFill>
              <p:spPr>
                <a:xfrm>
                  <a:off x="9027115" y="2653220"/>
                  <a:ext cx="425160" cy="163440"/>
                </a:xfrm>
                <a:prstGeom prst="rect">
                  <a:avLst/>
                </a:prstGeom>
              </p:spPr>
            </p:pic>
          </mc:Fallback>
        </mc:AlternateContent>
      </p:grpSp>
    </p:spTree>
    <p:extLst>
      <p:ext uri="{BB962C8B-B14F-4D97-AF65-F5344CB8AC3E}">
        <p14:creationId xmlns:p14="http://schemas.microsoft.com/office/powerpoint/2010/main" val="58777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64" name="Ink 63">
                <a:extLst>
                  <a:ext uri="{FF2B5EF4-FFF2-40B4-BE49-F238E27FC236}">
                    <a16:creationId xmlns:a16="http://schemas.microsoft.com/office/drawing/2014/main" id="{1A321A88-7CBF-DC61-EC13-F3FFB50B4AEF}"/>
                  </a:ext>
                </a:extLst>
              </p14:cNvPr>
              <p14:cNvContentPartPr/>
              <p14:nvPr/>
            </p14:nvContentPartPr>
            <p14:xfrm>
              <a:off x="1571865" y="4191135"/>
              <a:ext cx="949320" cy="106200"/>
            </p14:xfrm>
          </p:contentPart>
        </mc:Choice>
        <mc:Fallback xmlns="">
          <p:pic>
            <p:nvPicPr>
              <p:cNvPr id="64" name="Ink 63">
                <a:extLst>
                  <a:ext uri="{FF2B5EF4-FFF2-40B4-BE49-F238E27FC236}">
                    <a16:creationId xmlns:a16="http://schemas.microsoft.com/office/drawing/2014/main" id="{1A321A88-7CBF-DC61-EC13-F3FFB50B4AEF}"/>
                  </a:ext>
                </a:extLst>
              </p:cNvPr>
              <p:cNvPicPr/>
              <p:nvPr/>
            </p:nvPicPr>
            <p:blipFill>
              <a:blip r:embed="rId3"/>
              <a:stretch>
                <a:fillRect/>
              </a:stretch>
            </p:blipFill>
            <p:spPr>
              <a:xfrm>
                <a:off x="1563225" y="4182135"/>
                <a:ext cx="9669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DB8B78D-BF6F-C907-A19B-485961C3952D}"/>
                  </a:ext>
                </a:extLst>
              </p14:cNvPr>
              <p14:cNvContentPartPr/>
              <p14:nvPr/>
            </p14:nvContentPartPr>
            <p14:xfrm>
              <a:off x="1384665" y="1325175"/>
              <a:ext cx="322200" cy="525600"/>
            </p14:xfrm>
          </p:contentPart>
        </mc:Choice>
        <mc:Fallback xmlns="">
          <p:pic>
            <p:nvPicPr>
              <p:cNvPr id="2" name="Ink 1">
                <a:extLst>
                  <a:ext uri="{FF2B5EF4-FFF2-40B4-BE49-F238E27FC236}">
                    <a16:creationId xmlns:a16="http://schemas.microsoft.com/office/drawing/2014/main" id="{ADB8B78D-BF6F-C907-A19B-485961C3952D}"/>
                  </a:ext>
                </a:extLst>
              </p:cNvPr>
              <p:cNvPicPr/>
              <p:nvPr/>
            </p:nvPicPr>
            <p:blipFill>
              <a:blip r:embed="rId5"/>
              <a:stretch>
                <a:fillRect/>
              </a:stretch>
            </p:blipFill>
            <p:spPr>
              <a:xfrm>
                <a:off x="1375665" y="1316175"/>
                <a:ext cx="339840" cy="543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A2AB8B80-07D6-D167-E17E-A06E56EA4F4D}"/>
                  </a:ext>
                </a:extLst>
              </p14:cNvPr>
              <p14:cNvContentPartPr/>
              <p14:nvPr/>
            </p14:nvContentPartPr>
            <p14:xfrm>
              <a:off x="1553145" y="1149135"/>
              <a:ext cx="271080" cy="34200"/>
            </p14:xfrm>
          </p:contentPart>
        </mc:Choice>
        <mc:Fallback xmlns="">
          <p:pic>
            <p:nvPicPr>
              <p:cNvPr id="3" name="Ink 2">
                <a:extLst>
                  <a:ext uri="{FF2B5EF4-FFF2-40B4-BE49-F238E27FC236}">
                    <a16:creationId xmlns:a16="http://schemas.microsoft.com/office/drawing/2014/main" id="{A2AB8B80-07D6-D167-E17E-A06E56EA4F4D}"/>
                  </a:ext>
                </a:extLst>
              </p:cNvPr>
              <p:cNvPicPr/>
              <p:nvPr/>
            </p:nvPicPr>
            <p:blipFill>
              <a:blip r:embed="rId7"/>
              <a:stretch>
                <a:fillRect/>
              </a:stretch>
            </p:blipFill>
            <p:spPr>
              <a:xfrm>
                <a:off x="1544505" y="1140495"/>
                <a:ext cx="2887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804DF4F9-323F-9EB8-775B-29D4216ABD46}"/>
                  </a:ext>
                </a:extLst>
              </p14:cNvPr>
              <p14:cNvContentPartPr/>
              <p14:nvPr/>
            </p14:nvContentPartPr>
            <p14:xfrm>
              <a:off x="1337145" y="1564935"/>
              <a:ext cx="322560" cy="90720"/>
            </p14:xfrm>
          </p:contentPart>
        </mc:Choice>
        <mc:Fallback xmlns="">
          <p:pic>
            <p:nvPicPr>
              <p:cNvPr id="4" name="Ink 3">
                <a:extLst>
                  <a:ext uri="{FF2B5EF4-FFF2-40B4-BE49-F238E27FC236}">
                    <a16:creationId xmlns:a16="http://schemas.microsoft.com/office/drawing/2014/main" id="{804DF4F9-323F-9EB8-775B-29D4216ABD46}"/>
                  </a:ext>
                </a:extLst>
              </p:cNvPr>
              <p:cNvPicPr/>
              <p:nvPr/>
            </p:nvPicPr>
            <p:blipFill>
              <a:blip r:embed="rId9"/>
              <a:stretch>
                <a:fillRect/>
              </a:stretch>
            </p:blipFill>
            <p:spPr>
              <a:xfrm>
                <a:off x="1328145" y="1555935"/>
                <a:ext cx="3402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1F568864-DA36-AB6A-B225-8C3DF867E06D}"/>
                  </a:ext>
                </a:extLst>
              </p14:cNvPr>
              <p14:cNvContentPartPr/>
              <p14:nvPr/>
            </p14:nvContentPartPr>
            <p14:xfrm>
              <a:off x="1975065" y="1232655"/>
              <a:ext cx="147960" cy="507600"/>
            </p14:xfrm>
          </p:contentPart>
        </mc:Choice>
        <mc:Fallback xmlns="">
          <p:pic>
            <p:nvPicPr>
              <p:cNvPr id="5" name="Ink 4">
                <a:extLst>
                  <a:ext uri="{FF2B5EF4-FFF2-40B4-BE49-F238E27FC236}">
                    <a16:creationId xmlns:a16="http://schemas.microsoft.com/office/drawing/2014/main" id="{1F568864-DA36-AB6A-B225-8C3DF867E06D}"/>
                  </a:ext>
                </a:extLst>
              </p:cNvPr>
              <p:cNvPicPr/>
              <p:nvPr/>
            </p:nvPicPr>
            <p:blipFill>
              <a:blip r:embed="rId11"/>
              <a:stretch>
                <a:fillRect/>
              </a:stretch>
            </p:blipFill>
            <p:spPr>
              <a:xfrm>
                <a:off x="1966065" y="1223655"/>
                <a:ext cx="165600" cy="525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 name="Ink 5">
                <a:extLst>
                  <a:ext uri="{FF2B5EF4-FFF2-40B4-BE49-F238E27FC236}">
                    <a16:creationId xmlns:a16="http://schemas.microsoft.com/office/drawing/2014/main" id="{F562D1A3-D5A3-4F1F-E491-6108A6F61FEB}"/>
                  </a:ext>
                </a:extLst>
              </p14:cNvPr>
              <p14:cNvContentPartPr/>
              <p14:nvPr/>
            </p14:nvContentPartPr>
            <p14:xfrm>
              <a:off x="2130945" y="1490415"/>
              <a:ext cx="569520" cy="303480"/>
            </p14:xfrm>
          </p:contentPart>
        </mc:Choice>
        <mc:Fallback xmlns="">
          <p:pic>
            <p:nvPicPr>
              <p:cNvPr id="6" name="Ink 5">
                <a:extLst>
                  <a:ext uri="{FF2B5EF4-FFF2-40B4-BE49-F238E27FC236}">
                    <a16:creationId xmlns:a16="http://schemas.microsoft.com/office/drawing/2014/main" id="{F562D1A3-D5A3-4F1F-E491-6108A6F61FEB}"/>
                  </a:ext>
                </a:extLst>
              </p:cNvPr>
              <p:cNvPicPr/>
              <p:nvPr/>
            </p:nvPicPr>
            <p:blipFill>
              <a:blip r:embed="rId13"/>
              <a:stretch>
                <a:fillRect/>
              </a:stretch>
            </p:blipFill>
            <p:spPr>
              <a:xfrm>
                <a:off x="2121945" y="1481415"/>
                <a:ext cx="58716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Ink 6">
                <a:extLst>
                  <a:ext uri="{FF2B5EF4-FFF2-40B4-BE49-F238E27FC236}">
                    <a16:creationId xmlns:a16="http://schemas.microsoft.com/office/drawing/2014/main" id="{1EEE1FB3-FF15-0D84-FB85-6A217A19611F}"/>
                  </a:ext>
                </a:extLst>
              </p14:cNvPr>
              <p14:cNvContentPartPr/>
              <p14:nvPr/>
            </p14:nvContentPartPr>
            <p14:xfrm>
              <a:off x="2992065" y="1189455"/>
              <a:ext cx="29160" cy="458280"/>
            </p14:xfrm>
          </p:contentPart>
        </mc:Choice>
        <mc:Fallback xmlns="">
          <p:pic>
            <p:nvPicPr>
              <p:cNvPr id="7" name="Ink 6">
                <a:extLst>
                  <a:ext uri="{FF2B5EF4-FFF2-40B4-BE49-F238E27FC236}">
                    <a16:creationId xmlns:a16="http://schemas.microsoft.com/office/drawing/2014/main" id="{1EEE1FB3-FF15-0D84-FB85-6A217A19611F}"/>
                  </a:ext>
                </a:extLst>
              </p:cNvPr>
              <p:cNvPicPr/>
              <p:nvPr/>
            </p:nvPicPr>
            <p:blipFill>
              <a:blip r:embed="rId15"/>
              <a:stretch>
                <a:fillRect/>
              </a:stretch>
            </p:blipFill>
            <p:spPr>
              <a:xfrm>
                <a:off x="2983425" y="1180455"/>
                <a:ext cx="4680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Ink 7">
                <a:extLst>
                  <a:ext uri="{FF2B5EF4-FFF2-40B4-BE49-F238E27FC236}">
                    <a16:creationId xmlns:a16="http://schemas.microsoft.com/office/drawing/2014/main" id="{38708415-63BD-8D75-A03F-78F654D99706}"/>
                  </a:ext>
                </a:extLst>
              </p14:cNvPr>
              <p14:cNvContentPartPr/>
              <p14:nvPr/>
            </p14:nvContentPartPr>
            <p14:xfrm>
              <a:off x="2805945" y="1478175"/>
              <a:ext cx="308520" cy="147960"/>
            </p14:xfrm>
          </p:contentPart>
        </mc:Choice>
        <mc:Fallback xmlns="">
          <p:pic>
            <p:nvPicPr>
              <p:cNvPr id="8" name="Ink 7">
                <a:extLst>
                  <a:ext uri="{FF2B5EF4-FFF2-40B4-BE49-F238E27FC236}">
                    <a16:creationId xmlns:a16="http://schemas.microsoft.com/office/drawing/2014/main" id="{38708415-63BD-8D75-A03F-78F654D99706}"/>
                  </a:ext>
                </a:extLst>
              </p:cNvPr>
              <p:cNvPicPr/>
              <p:nvPr/>
            </p:nvPicPr>
            <p:blipFill>
              <a:blip r:embed="rId17"/>
              <a:stretch>
                <a:fillRect/>
              </a:stretch>
            </p:blipFill>
            <p:spPr>
              <a:xfrm>
                <a:off x="2796945" y="1469175"/>
                <a:ext cx="3261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Ink 8">
                <a:extLst>
                  <a:ext uri="{FF2B5EF4-FFF2-40B4-BE49-F238E27FC236}">
                    <a16:creationId xmlns:a16="http://schemas.microsoft.com/office/drawing/2014/main" id="{06EAE3AD-8F8B-06F1-F1D9-BE957437A641}"/>
                  </a:ext>
                </a:extLst>
              </p14:cNvPr>
              <p14:cNvContentPartPr/>
              <p14:nvPr/>
            </p14:nvContentPartPr>
            <p14:xfrm>
              <a:off x="3202665" y="1326255"/>
              <a:ext cx="32400" cy="14760"/>
            </p14:xfrm>
          </p:contentPart>
        </mc:Choice>
        <mc:Fallback xmlns="">
          <p:pic>
            <p:nvPicPr>
              <p:cNvPr id="9" name="Ink 8">
                <a:extLst>
                  <a:ext uri="{FF2B5EF4-FFF2-40B4-BE49-F238E27FC236}">
                    <a16:creationId xmlns:a16="http://schemas.microsoft.com/office/drawing/2014/main" id="{06EAE3AD-8F8B-06F1-F1D9-BE957437A641}"/>
                  </a:ext>
                </a:extLst>
              </p:cNvPr>
              <p:cNvPicPr/>
              <p:nvPr/>
            </p:nvPicPr>
            <p:blipFill>
              <a:blip r:embed="rId19"/>
              <a:stretch>
                <a:fillRect/>
              </a:stretch>
            </p:blipFill>
            <p:spPr>
              <a:xfrm>
                <a:off x="3193665" y="1317255"/>
                <a:ext cx="5004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59328182-26AF-6708-16A1-C98DAFD3D116}"/>
                  </a:ext>
                </a:extLst>
              </p14:cNvPr>
              <p14:cNvContentPartPr/>
              <p14:nvPr/>
            </p14:nvContentPartPr>
            <p14:xfrm>
              <a:off x="3332265" y="1457655"/>
              <a:ext cx="187200" cy="285480"/>
            </p14:xfrm>
          </p:contentPart>
        </mc:Choice>
        <mc:Fallback xmlns="">
          <p:pic>
            <p:nvPicPr>
              <p:cNvPr id="10" name="Ink 9">
                <a:extLst>
                  <a:ext uri="{FF2B5EF4-FFF2-40B4-BE49-F238E27FC236}">
                    <a16:creationId xmlns:a16="http://schemas.microsoft.com/office/drawing/2014/main" id="{59328182-26AF-6708-16A1-C98DAFD3D116}"/>
                  </a:ext>
                </a:extLst>
              </p:cNvPr>
              <p:cNvPicPr/>
              <p:nvPr/>
            </p:nvPicPr>
            <p:blipFill>
              <a:blip r:embed="rId21"/>
              <a:stretch>
                <a:fillRect/>
              </a:stretch>
            </p:blipFill>
            <p:spPr>
              <a:xfrm>
                <a:off x="3323625" y="1449015"/>
                <a:ext cx="20484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Ink 10">
                <a:extLst>
                  <a:ext uri="{FF2B5EF4-FFF2-40B4-BE49-F238E27FC236}">
                    <a16:creationId xmlns:a16="http://schemas.microsoft.com/office/drawing/2014/main" id="{3E341DDB-D044-93F7-FCE9-F900D449E2B3}"/>
                  </a:ext>
                </a:extLst>
              </p14:cNvPr>
              <p14:cNvContentPartPr/>
              <p14:nvPr/>
            </p14:nvContentPartPr>
            <p14:xfrm>
              <a:off x="3576345" y="1342455"/>
              <a:ext cx="107640" cy="334800"/>
            </p14:xfrm>
          </p:contentPart>
        </mc:Choice>
        <mc:Fallback xmlns="">
          <p:pic>
            <p:nvPicPr>
              <p:cNvPr id="11" name="Ink 10">
                <a:extLst>
                  <a:ext uri="{FF2B5EF4-FFF2-40B4-BE49-F238E27FC236}">
                    <a16:creationId xmlns:a16="http://schemas.microsoft.com/office/drawing/2014/main" id="{3E341DDB-D044-93F7-FCE9-F900D449E2B3}"/>
                  </a:ext>
                </a:extLst>
              </p:cNvPr>
              <p:cNvPicPr/>
              <p:nvPr/>
            </p:nvPicPr>
            <p:blipFill>
              <a:blip r:embed="rId23"/>
              <a:stretch>
                <a:fillRect/>
              </a:stretch>
            </p:blipFill>
            <p:spPr>
              <a:xfrm>
                <a:off x="3567345" y="1333815"/>
                <a:ext cx="125280" cy="352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Ink 11">
                <a:extLst>
                  <a:ext uri="{FF2B5EF4-FFF2-40B4-BE49-F238E27FC236}">
                    <a16:creationId xmlns:a16="http://schemas.microsoft.com/office/drawing/2014/main" id="{6D542F78-9B34-98BC-75AD-ACB265BB6A19}"/>
                  </a:ext>
                </a:extLst>
              </p14:cNvPr>
              <p14:cNvContentPartPr/>
              <p14:nvPr/>
            </p14:nvContentPartPr>
            <p14:xfrm>
              <a:off x="3700545" y="1228335"/>
              <a:ext cx="330480" cy="392760"/>
            </p14:xfrm>
          </p:contentPart>
        </mc:Choice>
        <mc:Fallback xmlns="">
          <p:pic>
            <p:nvPicPr>
              <p:cNvPr id="12" name="Ink 11">
                <a:extLst>
                  <a:ext uri="{FF2B5EF4-FFF2-40B4-BE49-F238E27FC236}">
                    <a16:creationId xmlns:a16="http://schemas.microsoft.com/office/drawing/2014/main" id="{6D542F78-9B34-98BC-75AD-ACB265BB6A19}"/>
                  </a:ext>
                </a:extLst>
              </p:cNvPr>
              <p:cNvPicPr/>
              <p:nvPr/>
            </p:nvPicPr>
            <p:blipFill>
              <a:blip r:embed="rId25"/>
              <a:stretch>
                <a:fillRect/>
              </a:stretch>
            </p:blipFill>
            <p:spPr>
              <a:xfrm>
                <a:off x="3691545" y="1219335"/>
                <a:ext cx="348120" cy="410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Ink 12">
                <a:extLst>
                  <a:ext uri="{FF2B5EF4-FFF2-40B4-BE49-F238E27FC236}">
                    <a16:creationId xmlns:a16="http://schemas.microsoft.com/office/drawing/2014/main" id="{4DCACB5C-94D5-8427-5134-0BE102888EFF}"/>
                  </a:ext>
                </a:extLst>
              </p14:cNvPr>
              <p14:cNvContentPartPr/>
              <p14:nvPr/>
            </p14:nvContentPartPr>
            <p14:xfrm>
              <a:off x="4170705" y="1258215"/>
              <a:ext cx="464040" cy="412560"/>
            </p14:xfrm>
          </p:contentPart>
        </mc:Choice>
        <mc:Fallback xmlns="">
          <p:pic>
            <p:nvPicPr>
              <p:cNvPr id="13" name="Ink 12">
                <a:extLst>
                  <a:ext uri="{FF2B5EF4-FFF2-40B4-BE49-F238E27FC236}">
                    <a16:creationId xmlns:a16="http://schemas.microsoft.com/office/drawing/2014/main" id="{4DCACB5C-94D5-8427-5134-0BE102888EFF}"/>
                  </a:ext>
                </a:extLst>
              </p:cNvPr>
              <p:cNvPicPr/>
              <p:nvPr/>
            </p:nvPicPr>
            <p:blipFill>
              <a:blip r:embed="rId27"/>
              <a:stretch>
                <a:fillRect/>
              </a:stretch>
            </p:blipFill>
            <p:spPr>
              <a:xfrm>
                <a:off x="4161705" y="1249215"/>
                <a:ext cx="481680" cy="430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 name="Ink 13">
                <a:extLst>
                  <a:ext uri="{FF2B5EF4-FFF2-40B4-BE49-F238E27FC236}">
                    <a16:creationId xmlns:a16="http://schemas.microsoft.com/office/drawing/2014/main" id="{43B6BFA5-7D1C-1F3E-E97A-6E5A0CB89A72}"/>
                  </a:ext>
                </a:extLst>
              </p14:cNvPr>
              <p14:cNvContentPartPr/>
              <p14:nvPr/>
            </p14:nvContentPartPr>
            <p14:xfrm>
              <a:off x="4487145" y="1402215"/>
              <a:ext cx="203760" cy="44640"/>
            </p14:xfrm>
          </p:contentPart>
        </mc:Choice>
        <mc:Fallback xmlns="">
          <p:pic>
            <p:nvPicPr>
              <p:cNvPr id="14" name="Ink 13">
                <a:extLst>
                  <a:ext uri="{FF2B5EF4-FFF2-40B4-BE49-F238E27FC236}">
                    <a16:creationId xmlns:a16="http://schemas.microsoft.com/office/drawing/2014/main" id="{43B6BFA5-7D1C-1F3E-E97A-6E5A0CB89A72}"/>
                  </a:ext>
                </a:extLst>
              </p:cNvPr>
              <p:cNvPicPr/>
              <p:nvPr/>
            </p:nvPicPr>
            <p:blipFill>
              <a:blip r:embed="rId29"/>
              <a:stretch>
                <a:fillRect/>
              </a:stretch>
            </p:blipFill>
            <p:spPr>
              <a:xfrm>
                <a:off x="4478505" y="1393575"/>
                <a:ext cx="2214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Ink 14">
                <a:extLst>
                  <a:ext uri="{FF2B5EF4-FFF2-40B4-BE49-F238E27FC236}">
                    <a16:creationId xmlns:a16="http://schemas.microsoft.com/office/drawing/2014/main" id="{970F7A3D-3A26-6530-19B1-B3392063130D}"/>
                  </a:ext>
                </a:extLst>
              </p14:cNvPr>
              <p14:cNvContentPartPr/>
              <p14:nvPr/>
            </p14:nvContentPartPr>
            <p14:xfrm>
              <a:off x="5302545" y="1279815"/>
              <a:ext cx="1976040" cy="162720"/>
            </p14:xfrm>
          </p:contentPart>
        </mc:Choice>
        <mc:Fallback xmlns="">
          <p:pic>
            <p:nvPicPr>
              <p:cNvPr id="15" name="Ink 14">
                <a:extLst>
                  <a:ext uri="{FF2B5EF4-FFF2-40B4-BE49-F238E27FC236}">
                    <a16:creationId xmlns:a16="http://schemas.microsoft.com/office/drawing/2014/main" id="{970F7A3D-3A26-6530-19B1-B3392063130D}"/>
                  </a:ext>
                </a:extLst>
              </p:cNvPr>
              <p:cNvPicPr/>
              <p:nvPr/>
            </p:nvPicPr>
            <p:blipFill>
              <a:blip r:embed="rId31"/>
              <a:stretch>
                <a:fillRect/>
              </a:stretch>
            </p:blipFill>
            <p:spPr>
              <a:xfrm>
                <a:off x="5293905" y="1271175"/>
                <a:ext cx="19936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 name="Ink 16">
                <a:extLst>
                  <a:ext uri="{FF2B5EF4-FFF2-40B4-BE49-F238E27FC236}">
                    <a16:creationId xmlns:a16="http://schemas.microsoft.com/office/drawing/2014/main" id="{B6CAFCA9-E442-DE29-3DF8-4084C8FF435D}"/>
                  </a:ext>
                </a:extLst>
              </p14:cNvPr>
              <p14:cNvContentPartPr/>
              <p14:nvPr/>
            </p14:nvContentPartPr>
            <p14:xfrm>
              <a:off x="7344825" y="658455"/>
              <a:ext cx="81000" cy="1672200"/>
            </p14:xfrm>
          </p:contentPart>
        </mc:Choice>
        <mc:Fallback xmlns="">
          <p:pic>
            <p:nvPicPr>
              <p:cNvPr id="17" name="Ink 16">
                <a:extLst>
                  <a:ext uri="{FF2B5EF4-FFF2-40B4-BE49-F238E27FC236}">
                    <a16:creationId xmlns:a16="http://schemas.microsoft.com/office/drawing/2014/main" id="{B6CAFCA9-E442-DE29-3DF8-4084C8FF435D}"/>
                  </a:ext>
                </a:extLst>
              </p:cNvPr>
              <p:cNvPicPr/>
              <p:nvPr/>
            </p:nvPicPr>
            <p:blipFill>
              <a:blip r:embed="rId33"/>
              <a:stretch>
                <a:fillRect/>
              </a:stretch>
            </p:blipFill>
            <p:spPr>
              <a:xfrm>
                <a:off x="7335825" y="649455"/>
                <a:ext cx="98640" cy="1689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939066DC-0F4E-B449-1020-2BBAA8FD4153}"/>
                  </a:ext>
                </a:extLst>
              </p14:cNvPr>
              <p14:cNvContentPartPr/>
              <p14:nvPr/>
            </p14:nvContentPartPr>
            <p14:xfrm>
              <a:off x="7370025" y="2165415"/>
              <a:ext cx="1011960" cy="328680"/>
            </p14:xfrm>
          </p:contentPart>
        </mc:Choice>
        <mc:Fallback xmlns="">
          <p:pic>
            <p:nvPicPr>
              <p:cNvPr id="18" name="Ink 17">
                <a:extLst>
                  <a:ext uri="{FF2B5EF4-FFF2-40B4-BE49-F238E27FC236}">
                    <a16:creationId xmlns:a16="http://schemas.microsoft.com/office/drawing/2014/main" id="{939066DC-0F4E-B449-1020-2BBAA8FD4153}"/>
                  </a:ext>
                </a:extLst>
              </p:cNvPr>
              <p:cNvPicPr/>
              <p:nvPr/>
            </p:nvPicPr>
            <p:blipFill>
              <a:blip r:embed="rId35"/>
              <a:stretch>
                <a:fillRect/>
              </a:stretch>
            </p:blipFill>
            <p:spPr>
              <a:xfrm>
                <a:off x="7361025" y="2156775"/>
                <a:ext cx="102960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Ink 18">
                <a:extLst>
                  <a:ext uri="{FF2B5EF4-FFF2-40B4-BE49-F238E27FC236}">
                    <a16:creationId xmlns:a16="http://schemas.microsoft.com/office/drawing/2014/main" id="{FFAEB348-D0CE-6379-3053-821AEC0C16ED}"/>
                  </a:ext>
                </a:extLst>
              </p14:cNvPr>
              <p14:cNvContentPartPr/>
              <p14:nvPr/>
            </p14:nvContentPartPr>
            <p14:xfrm>
              <a:off x="7413585" y="610215"/>
              <a:ext cx="844560" cy="64800"/>
            </p14:xfrm>
          </p:contentPart>
        </mc:Choice>
        <mc:Fallback xmlns="">
          <p:pic>
            <p:nvPicPr>
              <p:cNvPr id="19" name="Ink 18">
                <a:extLst>
                  <a:ext uri="{FF2B5EF4-FFF2-40B4-BE49-F238E27FC236}">
                    <a16:creationId xmlns:a16="http://schemas.microsoft.com/office/drawing/2014/main" id="{FFAEB348-D0CE-6379-3053-821AEC0C16ED}"/>
                  </a:ext>
                </a:extLst>
              </p:cNvPr>
              <p:cNvPicPr/>
              <p:nvPr/>
            </p:nvPicPr>
            <p:blipFill>
              <a:blip r:embed="rId37"/>
              <a:stretch>
                <a:fillRect/>
              </a:stretch>
            </p:blipFill>
            <p:spPr>
              <a:xfrm>
                <a:off x="7404945" y="601215"/>
                <a:ext cx="8622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Ink 19">
                <a:extLst>
                  <a:ext uri="{FF2B5EF4-FFF2-40B4-BE49-F238E27FC236}">
                    <a16:creationId xmlns:a16="http://schemas.microsoft.com/office/drawing/2014/main" id="{229713AA-990B-6894-9E04-C51D3BBB95D8}"/>
                  </a:ext>
                </a:extLst>
              </p14:cNvPr>
              <p14:cNvContentPartPr/>
              <p14:nvPr/>
            </p14:nvContentPartPr>
            <p14:xfrm>
              <a:off x="8587185" y="486735"/>
              <a:ext cx="66600" cy="193680"/>
            </p14:xfrm>
          </p:contentPart>
        </mc:Choice>
        <mc:Fallback xmlns="">
          <p:pic>
            <p:nvPicPr>
              <p:cNvPr id="20" name="Ink 19">
                <a:extLst>
                  <a:ext uri="{FF2B5EF4-FFF2-40B4-BE49-F238E27FC236}">
                    <a16:creationId xmlns:a16="http://schemas.microsoft.com/office/drawing/2014/main" id="{229713AA-990B-6894-9E04-C51D3BBB95D8}"/>
                  </a:ext>
                </a:extLst>
              </p:cNvPr>
              <p:cNvPicPr/>
              <p:nvPr/>
            </p:nvPicPr>
            <p:blipFill>
              <a:blip r:embed="rId39"/>
              <a:stretch>
                <a:fillRect/>
              </a:stretch>
            </p:blipFill>
            <p:spPr>
              <a:xfrm>
                <a:off x="8578185" y="478095"/>
                <a:ext cx="842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Ink 20">
                <a:extLst>
                  <a:ext uri="{FF2B5EF4-FFF2-40B4-BE49-F238E27FC236}">
                    <a16:creationId xmlns:a16="http://schemas.microsoft.com/office/drawing/2014/main" id="{31A0D7B7-5044-01C7-A68D-998A5BD3DBAD}"/>
                  </a:ext>
                </a:extLst>
              </p14:cNvPr>
              <p14:cNvContentPartPr/>
              <p14:nvPr/>
            </p14:nvContentPartPr>
            <p14:xfrm>
              <a:off x="8447865" y="368655"/>
              <a:ext cx="542880" cy="494640"/>
            </p14:xfrm>
          </p:contentPart>
        </mc:Choice>
        <mc:Fallback xmlns="">
          <p:pic>
            <p:nvPicPr>
              <p:cNvPr id="21" name="Ink 20">
                <a:extLst>
                  <a:ext uri="{FF2B5EF4-FFF2-40B4-BE49-F238E27FC236}">
                    <a16:creationId xmlns:a16="http://schemas.microsoft.com/office/drawing/2014/main" id="{31A0D7B7-5044-01C7-A68D-998A5BD3DBAD}"/>
                  </a:ext>
                </a:extLst>
              </p:cNvPr>
              <p:cNvPicPr/>
              <p:nvPr/>
            </p:nvPicPr>
            <p:blipFill>
              <a:blip r:embed="rId41"/>
              <a:stretch>
                <a:fillRect/>
              </a:stretch>
            </p:blipFill>
            <p:spPr>
              <a:xfrm>
                <a:off x="8439225" y="359655"/>
                <a:ext cx="560520" cy="512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295C03FE-CAF0-2B1A-CF21-3F0A65F47B2D}"/>
                  </a:ext>
                </a:extLst>
              </p14:cNvPr>
              <p14:cNvContentPartPr/>
              <p14:nvPr/>
            </p14:nvContentPartPr>
            <p14:xfrm>
              <a:off x="9431745" y="547575"/>
              <a:ext cx="29160" cy="265680"/>
            </p14:xfrm>
          </p:contentPart>
        </mc:Choice>
        <mc:Fallback xmlns="">
          <p:pic>
            <p:nvPicPr>
              <p:cNvPr id="23" name="Ink 22">
                <a:extLst>
                  <a:ext uri="{FF2B5EF4-FFF2-40B4-BE49-F238E27FC236}">
                    <a16:creationId xmlns:a16="http://schemas.microsoft.com/office/drawing/2014/main" id="{295C03FE-CAF0-2B1A-CF21-3F0A65F47B2D}"/>
                  </a:ext>
                </a:extLst>
              </p:cNvPr>
              <p:cNvPicPr/>
              <p:nvPr/>
            </p:nvPicPr>
            <p:blipFill>
              <a:blip r:embed="rId43"/>
              <a:stretch>
                <a:fillRect/>
              </a:stretch>
            </p:blipFill>
            <p:spPr>
              <a:xfrm>
                <a:off x="9423105" y="538935"/>
                <a:ext cx="4680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FF577C4C-DED4-59EC-968A-27E10D9821E1}"/>
                  </a:ext>
                </a:extLst>
              </p14:cNvPr>
              <p14:cNvContentPartPr/>
              <p14:nvPr/>
            </p14:nvContentPartPr>
            <p14:xfrm>
              <a:off x="9490065" y="437055"/>
              <a:ext cx="230040" cy="346320"/>
            </p14:xfrm>
          </p:contentPart>
        </mc:Choice>
        <mc:Fallback xmlns="">
          <p:pic>
            <p:nvPicPr>
              <p:cNvPr id="24" name="Ink 23">
                <a:extLst>
                  <a:ext uri="{FF2B5EF4-FFF2-40B4-BE49-F238E27FC236}">
                    <a16:creationId xmlns:a16="http://schemas.microsoft.com/office/drawing/2014/main" id="{FF577C4C-DED4-59EC-968A-27E10D9821E1}"/>
                  </a:ext>
                </a:extLst>
              </p:cNvPr>
              <p:cNvPicPr/>
              <p:nvPr/>
            </p:nvPicPr>
            <p:blipFill>
              <a:blip r:embed="rId45"/>
              <a:stretch>
                <a:fillRect/>
              </a:stretch>
            </p:blipFill>
            <p:spPr>
              <a:xfrm>
                <a:off x="9481425" y="428055"/>
                <a:ext cx="24768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53715BDB-A129-D389-A7D0-580D0815C116}"/>
                  </a:ext>
                </a:extLst>
              </p14:cNvPr>
              <p14:cNvContentPartPr/>
              <p14:nvPr/>
            </p14:nvContentPartPr>
            <p14:xfrm>
              <a:off x="9809025" y="394215"/>
              <a:ext cx="936360" cy="388440"/>
            </p14:xfrm>
          </p:contentPart>
        </mc:Choice>
        <mc:Fallback xmlns="">
          <p:pic>
            <p:nvPicPr>
              <p:cNvPr id="25" name="Ink 24">
                <a:extLst>
                  <a:ext uri="{FF2B5EF4-FFF2-40B4-BE49-F238E27FC236}">
                    <a16:creationId xmlns:a16="http://schemas.microsoft.com/office/drawing/2014/main" id="{53715BDB-A129-D389-A7D0-580D0815C116}"/>
                  </a:ext>
                </a:extLst>
              </p:cNvPr>
              <p:cNvPicPr/>
              <p:nvPr/>
            </p:nvPicPr>
            <p:blipFill>
              <a:blip r:embed="rId47"/>
              <a:stretch>
                <a:fillRect/>
              </a:stretch>
            </p:blipFill>
            <p:spPr>
              <a:xfrm>
                <a:off x="9800385" y="385215"/>
                <a:ext cx="95400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05CAE553-0A76-BC47-E057-A4DDB24C9801}"/>
                  </a:ext>
                </a:extLst>
              </p14:cNvPr>
              <p14:cNvContentPartPr/>
              <p14:nvPr/>
            </p14:nvContentPartPr>
            <p14:xfrm>
              <a:off x="10849065" y="515535"/>
              <a:ext cx="122760" cy="218520"/>
            </p14:xfrm>
          </p:contentPart>
        </mc:Choice>
        <mc:Fallback xmlns="">
          <p:pic>
            <p:nvPicPr>
              <p:cNvPr id="26" name="Ink 25">
                <a:extLst>
                  <a:ext uri="{FF2B5EF4-FFF2-40B4-BE49-F238E27FC236}">
                    <a16:creationId xmlns:a16="http://schemas.microsoft.com/office/drawing/2014/main" id="{05CAE553-0A76-BC47-E057-A4DDB24C9801}"/>
                  </a:ext>
                </a:extLst>
              </p:cNvPr>
              <p:cNvPicPr/>
              <p:nvPr/>
            </p:nvPicPr>
            <p:blipFill>
              <a:blip r:embed="rId49"/>
              <a:stretch>
                <a:fillRect/>
              </a:stretch>
            </p:blipFill>
            <p:spPr>
              <a:xfrm>
                <a:off x="10840065" y="506895"/>
                <a:ext cx="1404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2EA81ED8-A772-6EBE-E968-434B6A96FDF3}"/>
                  </a:ext>
                </a:extLst>
              </p14:cNvPr>
              <p14:cNvContentPartPr/>
              <p14:nvPr/>
            </p14:nvContentPartPr>
            <p14:xfrm>
              <a:off x="11144985" y="574575"/>
              <a:ext cx="166320" cy="192240"/>
            </p14:xfrm>
          </p:contentPart>
        </mc:Choice>
        <mc:Fallback xmlns="">
          <p:pic>
            <p:nvPicPr>
              <p:cNvPr id="27" name="Ink 26">
                <a:extLst>
                  <a:ext uri="{FF2B5EF4-FFF2-40B4-BE49-F238E27FC236}">
                    <a16:creationId xmlns:a16="http://schemas.microsoft.com/office/drawing/2014/main" id="{2EA81ED8-A772-6EBE-E968-434B6A96FDF3}"/>
                  </a:ext>
                </a:extLst>
              </p:cNvPr>
              <p:cNvPicPr/>
              <p:nvPr/>
            </p:nvPicPr>
            <p:blipFill>
              <a:blip r:embed="rId51"/>
              <a:stretch>
                <a:fillRect/>
              </a:stretch>
            </p:blipFill>
            <p:spPr>
              <a:xfrm>
                <a:off x="11135985" y="565935"/>
                <a:ext cx="1839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9F00256E-6D61-9AB9-9B4E-131533BD61A2}"/>
                  </a:ext>
                </a:extLst>
              </p14:cNvPr>
              <p14:cNvContentPartPr/>
              <p14:nvPr/>
            </p14:nvContentPartPr>
            <p14:xfrm>
              <a:off x="8493945" y="1110255"/>
              <a:ext cx="175680" cy="424080"/>
            </p14:xfrm>
          </p:contentPart>
        </mc:Choice>
        <mc:Fallback xmlns="">
          <p:pic>
            <p:nvPicPr>
              <p:cNvPr id="28" name="Ink 27">
                <a:extLst>
                  <a:ext uri="{FF2B5EF4-FFF2-40B4-BE49-F238E27FC236}">
                    <a16:creationId xmlns:a16="http://schemas.microsoft.com/office/drawing/2014/main" id="{9F00256E-6D61-9AB9-9B4E-131533BD61A2}"/>
                  </a:ext>
                </a:extLst>
              </p:cNvPr>
              <p:cNvPicPr/>
              <p:nvPr/>
            </p:nvPicPr>
            <p:blipFill>
              <a:blip r:embed="rId53"/>
              <a:stretch>
                <a:fillRect/>
              </a:stretch>
            </p:blipFill>
            <p:spPr>
              <a:xfrm>
                <a:off x="8484945" y="1101615"/>
                <a:ext cx="193320" cy="441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884E2852-9033-6A7B-D6FF-255ED10A4048}"/>
                  </a:ext>
                </a:extLst>
              </p14:cNvPr>
              <p14:cNvContentPartPr/>
              <p14:nvPr/>
            </p14:nvContentPartPr>
            <p14:xfrm>
              <a:off x="8791665" y="1158495"/>
              <a:ext cx="235800" cy="163080"/>
            </p14:xfrm>
          </p:contentPart>
        </mc:Choice>
        <mc:Fallback xmlns="">
          <p:pic>
            <p:nvPicPr>
              <p:cNvPr id="29" name="Ink 28">
                <a:extLst>
                  <a:ext uri="{FF2B5EF4-FFF2-40B4-BE49-F238E27FC236}">
                    <a16:creationId xmlns:a16="http://schemas.microsoft.com/office/drawing/2014/main" id="{884E2852-9033-6A7B-D6FF-255ED10A4048}"/>
                  </a:ext>
                </a:extLst>
              </p:cNvPr>
              <p:cNvPicPr/>
              <p:nvPr/>
            </p:nvPicPr>
            <p:blipFill>
              <a:blip r:embed="rId55"/>
              <a:stretch>
                <a:fillRect/>
              </a:stretch>
            </p:blipFill>
            <p:spPr>
              <a:xfrm>
                <a:off x="8783025" y="1149495"/>
                <a:ext cx="2534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A0E54C87-5EED-8716-447C-DDE7A8126270}"/>
                  </a:ext>
                </a:extLst>
              </p14:cNvPr>
              <p14:cNvContentPartPr/>
              <p14:nvPr/>
            </p14:nvContentPartPr>
            <p14:xfrm>
              <a:off x="9077865" y="1181535"/>
              <a:ext cx="141840" cy="154080"/>
            </p14:xfrm>
          </p:contentPart>
        </mc:Choice>
        <mc:Fallback xmlns="">
          <p:pic>
            <p:nvPicPr>
              <p:cNvPr id="30" name="Ink 29">
                <a:extLst>
                  <a:ext uri="{FF2B5EF4-FFF2-40B4-BE49-F238E27FC236}">
                    <a16:creationId xmlns:a16="http://schemas.microsoft.com/office/drawing/2014/main" id="{A0E54C87-5EED-8716-447C-DDE7A8126270}"/>
                  </a:ext>
                </a:extLst>
              </p:cNvPr>
              <p:cNvPicPr/>
              <p:nvPr/>
            </p:nvPicPr>
            <p:blipFill>
              <a:blip r:embed="rId57"/>
              <a:stretch>
                <a:fillRect/>
              </a:stretch>
            </p:blipFill>
            <p:spPr>
              <a:xfrm>
                <a:off x="9069225" y="1172895"/>
                <a:ext cx="1594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2C1EB4A3-F675-8C8F-B3E0-FC29A7CBF7A4}"/>
                  </a:ext>
                </a:extLst>
              </p14:cNvPr>
              <p14:cNvContentPartPr/>
              <p14:nvPr/>
            </p14:nvContentPartPr>
            <p14:xfrm>
              <a:off x="9314025" y="1084695"/>
              <a:ext cx="229320" cy="207000"/>
            </p14:xfrm>
          </p:contentPart>
        </mc:Choice>
        <mc:Fallback xmlns="">
          <p:pic>
            <p:nvPicPr>
              <p:cNvPr id="31" name="Ink 30">
                <a:extLst>
                  <a:ext uri="{FF2B5EF4-FFF2-40B4-BE49-F238E27FC236}">
                    <a16:creationId xmlns:a16="http://schemas.microsoft.com/office/drawing/2014/main" id="{2C1EB4A3-F675-8C8F-B3E0-FC29A7CBF7A4}"/>
                  </a:ext>
                </a:extLst>
              </p:cNvPr>
              <p:cNvPicPr/>
              <p:nvPr/>
            </p:nvPicPr>
            <p:blipFill>
              <a:blip r:embed="rId59"/>
              <a:stretch>
                <a:fillRect/>
              </a:stretch>
            </p:blipFill>
            <p:spPr>
              <a:xfrm>
                <a:off x="9305025" y="1075695"/>
                <a:ext cx="24696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5763D93E-4A09-1056-CBFC-751724A21549}"/>
                  </a:ext>
                </a:extLst>
              </p14:cNvPr>
              <p14:cNvContentPartPr/>
              <p14:nvPr/>
            </p14:nvContentPartPr>
            <p14:xfrm>
              <a:off x="9488265" y="1212135"/>
              <a:ext cx="206640" cy="114480"/>
            </p14:xfrm>
          </p:contentPart>
        </mc:Choice>
        <mc:Fallback xmlns="">
          <p:pic>
            <p:nvPicPr>
              <p:cNvPr id="32" name="Ink 31">
                <a:extLst>
                  <a:ext uri="{FF2B5EF4-FFF2-40B4-BE49-F238E27FC236}">
                    <a16:creationId xmlns:a16="http://schemas.microsoft.com/office/drawing/2014/main" id="{5763D93E-4A09-1056-CBFC-751724A21549}"/>
                  </a:ext>
                </a:extLst>
              </p:cNvPr>
              <p:cNvPicPr/>
              <p:nvPr/>
            </p:nvPicPr>
            <p:blipFill>
              <a:blip r:embed="rId61"/>
              <a:stretch>
                <a:fillRect/>
              </a:stretch>
            </p:blipFill>
            <p:spPr>
              <a:xfrm>
                <a:off x="9479265" y="1203135"/>
                <a:ext cx="22428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3C3695B9-5D3A-7F7F-7AE5-4AD4FF325CE0}"/>
                  </a:ext>
                </a:extLst>
              </p14:cNvPr>
              <p14:cNvContentPartPr/>
              <p14:nvPr/>
            </p14:nvContentPartPr>
            <p14:xfrm>
              <a:off x="9786345" y="1042215"/>
              <a:ext cx="8280" cy="21960"/>
            </p14:xfrm>
          </p:contentPart>
        </mc:Choice>
        <mc:Fallback xmlns="">
          <p:pic>
            <p:nvPicPr>
              <p:cNvPr id="33" name="Ink 32">
                <a:extLst>
                  <a:ext uri="{FF2B5EF4-FFF2-40B4-BE49-F238E27FC236}">
                    <a16:creationId xmlns:a16="http://schemas.microsoft.com/office/drawing/2014/main" id="{3C3695B9-5D3A-7F7F-7AE5-4AD4FF325CE0}"/>
                  </a:ext>
                </a:extLst>
              </p:cNvPr>
              <p:cNvPicPr/>
              <p:nvPr/>
            </p:nvPicPr>
            <p:blipFill>
              <a:blip r:embed="rId63"/>
              <a:stretch>
                <a:fillRect/>
              </a:stretch>
            </p:blipFill>
            <p:spPr>
              <a:xfrm>
                <a:off x="9777345" y="1033575"/>
                <a:ext cx="2592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3E30D5FF-8B36-BF77-279C-2562023F0E61}"/>
                  </a:ext>
                </a:extLst>
              </p14:cNvPr>
              <p14:cNvContentPartPr/>
              <p14:nvPr/>
            </p14:nvContentPartPr>
            <p14:xfrm>
              <a:off x="9388545" y="1006215"/>
              <a:ext cx="276840" cy="626760"/>
            </p14:xfrm>
          </p:contentPart>
        </mc:Choice>
        <mc:Fallback xmlns="">
          <p:pic>
            <p:nvPicPr>
              <p:cNvPr id="34" name="Ink 33">
                <a:extLst>
                  <a:ext uri="{FF2B5EF4-FFF2-40B4-BE49-F238E27FC236}">
                    <a16:creationId xmlns:a16="http://schemas.microsoft.com/office/drawing/2014/main" id="{3E30D5FF-8B36-BF77-279C-2562023F0E61}"/>
                  </a:ext>
                </a:extLst>
              </p:cNvPr>
              <p:cNvPicPr/>
              <p:nvPr/>
            </p:nvPicPr>
            <p:blipFill>
              <a:blip r:embed="rId65"/>
              <a:stretch>
                <a:fillRect/>
              </a:stretch>
            </p:blipFill>
            <p:spPr>
              <a:xfrm>
                <a:off x="9379905" y="997575"/>
                <a:ext cx="294480" cy="644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78186958-8FE7-F121-F21B-DA2890364265}"/>
                  </a:ext>
                </a:extLst>
              </p14:cNvPr>
              <p14:cNvContentPartPr/>
              <p14:nvPr/>
            </p14:nvContentPartPr>
            <p14:xfrm>
              <a:off x="9842145" y="1069935"/>
              <a:ext cx="128520" cy="334800"/>
            </p14:xfrm>
          </p:contentPart>
        </mc:Choice>
        <mc:Fallback xmlns="">
          <p:pic>
            <p:nvPicPr>
              <p:cNvPr id="35" name="Ink 34">
                <a:extLst>
                  <a:ext uri="{FF2B5EF4-FFF2-40B4-BE49-F238E27FC236}">
                    <a16:creationId xmlns:a16="http://schemas.microsoft.com/office/drawing/2014/main" id="{78186958-8FE7-F121-F21B-DA2890364265}"/>
                  </a:ext>
                </a:extLst>
              </p:cNvPr>
              <p:cNvPicPr/>
              <p:nvPr/>
            </p:nvPicPr>
            <p:blipFill>
              <a:blip r:embed="rId67"/>
              <a:stretch>
                <a:fillRect/>
              </a:stretch>
            </p:blipFill>
            <p:spPr>
              <a:xfrm>
                <a:off x="9833505" y="1061295"/>
                <a:ext cx="146160" cy="3524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FC1028FE-7698-AB1A-C436-1247636B4684}"/>
                  </a:ext>
                </a:extLst>
              </p14:cNvPr>
              <p14:cNvContentPartPr/>
              <p14:nvPr/>
            </p14:nvContentPartPr>
            <p14:xfrm>
              <a:off x="9771225" y="1212495"/>
              <a:ext cx="305280" cy="109800"/>
            </p14:xfrm>
          </p:contentPart>
        </mc:Choice>
        <mc:Fallback xmlns="">
          <p:pic>
            <p:nvPicPr>
              <p:cNvPr id="36" name="Ink 35">
                <a:extLst>
                  <a:ext uri="{FF2B5EF4-FFF2-40B4-BE49-F238E27FC236}">
                    <a16:creationId xmlns:a16="http://schemas.microsoft.com/office/drawing/2014/main" id="{FC1028FE-7698-AB1A-C436-1247636B4684}"/>
                  </a:ext>
                </a:extLst>
              </p:cNvPr>
              <p:cNvPicPr/>
              <p:nvPr/>
            </p:nvPicPr>
            <p:blipFill>
              <a:blip r:embed="rId69"/>
              <a:stretch>
                <a:fillRect/>
              </a:stretch>
            </p:blipFill>
            <p:spPr>
              <a:xfrm>
                <a:off x="9762585" y="1203855"/>
                <a:ext cx="3229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A10E1650-0ACE-2F32-6703-FC5D0A9F696D}"/>
                  </a:ext>
                </a:extLst>
              </p14:cNvPr>
              <p14:cNvContentPartPr/>
              <p14:nvPr/>
            </p14:nvContentPartPr>
            <p14:xfrm>
              <a:off x="10183785" y="1031775"/>
              <a:ext cx="10800" cy="18720"/>
            </p14:xfrm>
          </p:contentPart>
        </mc:Choice>
        <mc:Fallback xmlns="">
          <p:pic>
            <p:nvPicPr>
              <p:cNvPr id="37" name="Ink 36">
                <a:extLst>
                  <a:ext uri="{FF2B5EF4-FFF2-40B4-BE49-F238E27FC236}">
                    <a16:creationId xmlns:a16="http://schemas.microsoft.com/office/drawing/2014/main" id="{A10E1650-0ACE-2F32-6703-FC5D0A9F696D}"/>
                  </a:ext>
                </a:extLst>
              </p:cNvPr>
              <p:cNvPicPr/>
              <p:nvPr/>
            </p:nvPicPr>
            <p:blipFill>
              <a:blip r:embed="rId71"/>
              <a:stretch>
                <a:fillRect/>
              </a:stretch>
            </p:blipFill>
            <p:spPr>
              <a:xfrm>
                <a:off x="10175145" y="1023135"/>
                <a:ext cx="284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Ink 37">
                <a:extLst>
                  <a:ext uri="{FF2B5EF4-FFF2-40B4-BE49-F238E27FC236}">
                    <a16:creationId xmlns:a16="http://schemas.microsoft.com/office/drawing/2014/main" id="{D2F9E49C-4D91-6C9C-FE6E-1E75B4D3AD25}"/>
                  </a:ext>
                </a:extLst>
              </p14:cNvPr>
              <p14:cNvContentPartPr/>
              <p14:nvPr/>
            </p14:nvContentPartPr>
            <p14:xfrm>
              <a:off x="10179465" y="1142655"/>
              <a:ext cx="383400" cy="615600"/>
            </p14:xfrm>
          </p:contentPart>
        </mc:Choice>
        <mc:Fallback xmlns="">
          <p:pic>
            <p:nvPicPr>
              <p:cNvPr id="38" name="Ink 37">
                <a:extLst>
                  <a:ext uri="{FF2B5EF4-FFF2-40B4-BE49-F238E27FC236}">
                    <a16:creationId xmlns:a16="http://schemas.microsoft.com/office/drawing/2014/main" id="{D2F9E49C-4D91-6C9C-FE6E-1E75B4D3AD25}"/>
                  </a:ext>
                </a:extLst>
              </p:cNvPr>
              <p:cNvPicPr/>
              <p:nvPr/>
            </p:nvPicPr>
            <p:blipFill>
              <a:blip r:embed="rId73"/>
              <a:stretch>
                <a:fillRect/>
              </a:stretch>
            </p:blipFill>
            <p:spPr>
              <a:xfrm>
                <a:off x="10170465" y="1134015"/>
                <a:ext cx="401040" cy="633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9" name="Ink 38">
                <a:extLst>
                  <a:ext uri="{FF2B5EF4-FFF2-40B4-BE49-F238E27FC236}">
                    <a16:creationId xmlns:a16="http://schemas.microsoft.com/office/drawing/2014/main" id="{F286CDA8-4F86-9E2E-D5E6-5A383B1A8850}"/>
                  </a:ext>
                </a:extLst>
              </p14:cNvPr>
              <p14:cNvContentPartPr/>
              <p14:nvPr/>
            </p14:nvContentPartPr>
            <p14:xfrm>
              <a:off x="10783905" y="1142295"/>
              <a:ext cx="8280" cy="32760"/>
            </p14:xfrm>
          </p:contentPart>
        </mc:Choice>
        <mc:Fallback xmlns="">
          <p:pic>
            <p:nvPicPr>
              <p:cNvPr id="39" name="Ink 38">
                <a:extLst>
                  <a:ext uri="{FF2B5EF4-FFF2-40B4-BE49-F238E27FC236}">
                    <a16:creationId xmlns:a16="http://schemas.microsoft.com/office/drawing/2014/main" id="{F286CDA8-4F86-9E2E-D5E6-5A383B1A8850}"/>
                  </a:ext>
                </a:extLst>
              </p:cNvPr>
              <p:cNvPicPr/>
              <p:nvPr/>
            </p:nvPicPr>
            <p:blipFill>
              <a:blip r:embed="rId75"/>
              <a:stretch>
                <a:fillRect/>
              </a:stretch>
            </p:blipFill>
            <p:spPr>
              <a:xfrm>
                <a:off x="10775265" y="1133655"/>
                <a:ext cx="259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2" name="Ink 41">
                <a:extLst>
                  <a:ext uri="{FF2B5EF4-FFF2-40B4-BE49-F238E27FC236}">
                    <a16:creationId xmlns:a16="http://schemas.microsoft.com/office/drawing/2014/main" id="{24A264AF-9190-7DCB-FDDC-C28A78D92A64}"/>
                  </a:ext>
                </a:extLst>
              </p14:cNvPr>
              <p14:cNvContentPartPr/>
              <p14:nvPr/>
            </p14:nvContentPartPr>
            <p14:xfrm>
              <a:off x="8274345" y="1945455"/>
              <a:ext cx="685800" cy="693000"/>
            </p14:xfrm>
          </p:contentPart>
        </mc:Choice>
        <mc:Fallback xmlns="">
          <p:pic>
            <p:nvPicPr>
              <p:cNvPr id="42" name="Ink 41">
                <a:extLst>
                  <a:ext uri="{FF2B5EF4-FFF2-40B4-BE49-F238E27FC236}">
                    <a16:creationId xmlns:a16="http://schemas.microsoft.com/office/drawing/2014/main" id="{24A264AF-9190-7DCB-FDDC-C28A78D92A64}"/>
                  </a:ext>
                </a:extLst>
              </p:cNvPr>
              <p:cNvPicPr/>
              <p:nvPr/>
            </p:nvPicPr>
            <p:blipFill>
              <a:blip r:embed="rId77"/>
              <a:stretch>
                <a:fillRect/>
              </a:stretch>
            </p:blipFill>
            <p:spPr>
              <a:xfrm>
                <a:off x="8265345" y="1936815"/>
                <a:ext cx="703440" cy="7106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3" name="Ink 42">
                <a:extLst>
                  <a:ext uri="{FF2B5EF4-FFF2-40B4-BE49-F238E27FC236}">
                    <a16:creationId xmlns:a16="http://schemas.microsoft.com/office/drawing/2014/main" id="{374562A0-A3F1-0700-11FB-AFA25E6588ED}"/>
                  </a:ext>
                </a:extLst>
              </p14:cNvPr>
              <p14:cNvContentPartPr/>
              <p14:nvPr/>
            </p14:nvContentPartPr>
            <p14:xfrm>
              <a:off x="9543705" y="1932495"/>
              <a:ext cx="112680" cy="660600"/>
            </p14:xfrm>
          </p:contentPart>
        </mc:Choice>
        <mc:Fallback xmlns="">
          <p:pic>
            <p:nvPicPr>
              <p:cNvPr id="43" name="Ink 42">
                <a:extLst>
                  <a:ext uri="{FF2B5EF4-FFF2-40B4-BE49-F238E27FC236}">
                    <a16:creationId xmlns:a16="http://schemas.microsoft.com/office/drawing/2014/main" id="{374562A0-A3F1-0700-11FB-AFA25E6588ED}"/>
                  </a:ext>
                </a:extLst>
              </p:cNvPr>
              <p:cNvPicPr/>
              <p:nvPr/>
            </p:nvPicPr>
            <p:blipFill>
              <a:blip r:embed="rId79"/>
              <a:stretch>
                <a:fillRect/>
              </a:stretch>
            </p:blipFill>
            <p:spPr>
              <a:xfrm>
                <a:off x="9535065" y="1923495"/>
                <a:ext cx="130320" cy="6782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4" name="Ink 43">
                <a:extLst>
                  <a:ext uri="{FF2B5EF4-FFF2-40B4-BE49-F238E27FC236}">
                    <a16:creationId xmlns:a16="http://schemas.microsoft.com/office/drawing/2014/main" id="{4D79353F-B19F-1403-961F-F268715736D8}"/>
                  </a:ext>
                </a:extLst>
              </p14:cNvPr>
              <p14:cNvContentPartPr/>
              <p14:nvPr/>
            </p14:nvContentPartPr>
            <p14:xfrm>
              <a:off x="9675465" y="1909455"/>
              <a:ext cx="270000" cy="97200"/>
            </p14:xfrm>
          </p:contentPart>
        </mc:Choice>
        <mc:Fallback xmlns="">
          <p:pic>
            <p:nvPicPr>
              <p:cNvPr id="44" name="Ink 43">
                <a:extLst>
                  <a:ext uri="{FF2B5EF4-FFF2-40B4-BE49-F238E27FC236}">
                    <a16:creationId xmlns:a16="http://schemas.microsoft.com/office/drawing/2014/main" id="{4D79353F-B19F-1403-961F-F268715736D8}"/>
                  </a:ext>
                </a:extLst>
              </p:cNvPr>
              <p:cNvPicPr/>
              <p:nvPr/>
            </p:nvPicPr>
            <p:blipFill>
              <a:blip r:embed="rId81"/>
              <a:stretch>
                <a:fillRect/>
              </a:stretch>
            </p:blipFill>
            <p:spPr>
              <a:xfrm>
                <a:off x="9666465" y="1900455"/>
                <a:ext cx="2876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5" name="Ink 44">
                <a:extLst>
                  <a:ext uri="{FF2B5EF4-FFF2-40B4-BE49-F238E27FC236}">
                    <a16:creationId xmlns:a16="http://schemas.microsoft.com/office/drawing/2014/main" id="{886D59D0-3BBA-48CA-19BA-68F70ECE8D49}"/>
                  </a:ext>
                </a:extLst>
              </p14:cNvPr>
              <p14:cNvContentPartPr/>
              <p14:nvPr/>
            </p14:nvContentPartPr>
            <p14:xfrm>
              <a:off x="9663945" y="2244615"/>
              <a:ext cx="178560" cy="63000"/>
            </p14:xfrm>
          </p:contentPart>
        </mc:Choice>
        <mc:Fallback xmlns="">
          <p:pic>
            <p:nvPicPr>
              <p:cNvPr id="45" name="Ink 44">
                <a:extLst>
                  <a:ext uri="{FF2B5EF4-FFF2-40B4-BE49-F238E27FC236}">
                    <a16:creationId xmlns:a16="http://schemas.microsoft.com/office/drawing/2014/main" id="{886D59D0-3BBA-48CA-19BA-68F70ECE8D49}"/>
                  </a:ext>
                </a:extLst>
              </p:cNvPr>
              <p:cNvPicPr/>
              <p:nvPr/>
            </p:nvPicPr>
            <p:blipFill>
              <a:blip r:embed="rId83"/>
              <a:stretch>
                <a:fillRect/>
              </a:stretch>
            </p:blipFill>
            <p:spPr>
              <a:xfrm>
                <a:off x="9654945" y="2235975"/>
                <a:ext cx="1962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6" name="Ink 45">
                <a:extLst>
                  <a:ext uri="{FF2B5EF4-FFF2-40B4-BE49-F238E27FC236}">
                    <a16:creationId xmlns:a16="http://schemas.microsoft.com/office/drawing/2014/main" id="{D125279E-5BC9-5D8E-9657-3FE0F2D06CD0}"/>
                  </a:ext>
                </a:extLst>
              </p14:cNvPr>
              <p14:cNvContentPartPr/>
              <p14:nvPr/>
            </p14:nvContentPartPr>
            <p14:xfrm>
              <a:off x="10003425" y="2229135"/>
              <a:ext cx="405720" cy="164880"/>
            </p14:xfrm>
          </p:contentPart>
        </mc:Choice>
        <mc:Fallback xmlns="">
          <p:pic>
            <p:nvPicPr>
              <p:cNvPr id="46" name="Ink 45">
                <a:extLst>
                  <a:ext uri="{FF2B5EF4-FFF2-40B4-BE49-F238E27FC236}">
                    <a16:creationId xmlns:a16="http://schemas.microsoft.com/office/drawing/2014/main" id="{D125279E-5BC9-5D8E-9657-3FE0F2D06CD0}"/>
                  </a:ext>
                </a:extLst>
              </p:cNvPr>
              <p:cNvPicPr/>
              <p:nvPr/>
            </p:nvPicPr>
            <p:blipFill>
              <a:blip r:embed="rId85"/>
              <a:stretch>
                <a:fillRect/>
              </a:stretch>
            </p:blipFill>
            <p:spPr>
              <a:xfrm>
                <a:off x="9994425" y="2220495"/>
                <a:ext cx="4233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7" name="Ink 46">
                <a:extLst>
                  <a:ext uri="{FF2B5EF4-FFF2-40B4-BE49-F238E27FC236}">
                    <a16:creationId xmlns:a16="http://schemas.microsoft.com/office/drawing/2014/main" id="{78EECD3A-DA18-2E13-F6BD-9047647657AB}"/>
                  </a:ext>
                </a:extLst>
              </p14:cNvPr>
              <p14:cNvContentPartPr/>
              <p14:nvPr/>
            </p14:nvContentPartPr>
            <p14:xfrm>
              <a:off x="10299345" y="2336415"/>
              <a:ext cx="171720" cy="45720"/>
            </p14:xfrm>
          </p:contentPart>
        </mc:Choice>
        <mc:Fallback xmlns="">
          <p:pic>
            <p:nvPicPr>
              <p:cNvPr id="47" name="Ink 46">
                <a:extLst>
                  <a:ext uri="{FF2B5EF4-FFF2-40B4-BE49-F238E27FC236}">
                    <a16:creationId xmlns:a16="http://schemas.microsoft.com/office/drawing/2014/main" id="{78EECD3A-DA18-2E13-F6BD-9047647657AB}"/>
                  </a:ext>
                </a:extLst>
              </p:cNvPr>
              <p:cNvPicPr/>
              <p:nvPr/>
            </p:nvPicPr>
            <p:blipFill>
              <a:blip r:embed="rId87"/>
              <a:stretch>
                <a:fillRect/>
              </a:stretch>
            </p:blipFill>
            <p:spPr>
              <a:xfrm>
                <a:off x="10290705" y="2327415"/>
                <a:ext cx="1893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8" name="Ink 47">
                <a:extLst>
                  <a:ext uri="{FF2B5EF4-FFF2-40B4-BE49-F238E27FC236}">
                    <a16:creationId xmlns:a16="http://schemas.microsoft.com/office/drawing/2014/main" id="{EC148B07-28B8-4F5A-F466-55A44D3FAD5B}"/>
                  </a:ext>
                </a:extLst>
              </p14:cNvPr>
              <p14:cNvContentPartPr/>
              <p14:nvPr/>
            </p14:nvContentPartPr>
            <p14:xfrm>
              <a:off x="10750785" y="1921695"/>
              <a:ext cx="109080" cy="389160"/>
            </p14:xfrm>
          </p:contentPart>
        </mc:Choice>
        <mc:Fallback xmlns="">
          <p:pic>
            <p:nvPicPr>
              <p:cNvPr id="48" name="Ink 47">
                <a:extLst>
                  <a:ext uri="{FF2B5EF4-FFF2-40B4-BE49-F238E27FC236}">
                    <a16:creationId xmlns:a16="http://schemas.microsoft.com/office/drawing/2014/main" id="{EC148B07-28B8-4F5A-F466-55A44D3FAD5B}"/>
                  </a:ext>
                </a:extLst>
              </p:cNvPr>
              <p:cNvPicPr/>
              <p:nvPr/>
            </p:nvPicPr>
            <p:blipFill>
              <a:blip r:embed="rId89"/>
              <a:stretch>
                <a:fillRect/>
              </a:stretch>
            </p:blipFill>
            <p:spPr>
              <a:xfrm>
                <a:off x="10742145" y="1913055"/>
                <a:ext cx="12672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980C4C03-50A4-E72D-8AEC-C0107671FE95}"/>
                  </a:ext>
                </a:extLst>
              </p14:cNvPr>
              <p14:cNvContentPartPr/>
              <p14:nvPr/>
            </p14:nvContentPartPr>
            <p14:xfrm>
              <a:off x="10638465" y="2128335"/>
              <a:ext cx="388440" cy="172440"/>
            </p14:xfrm>
          </p:contentPart>
        </mc:Choice>
        <mc:Fallback xmlns="">
          <p:pic>
            <p:nvPicPr>
              <p:cNvPr id="49" name="Ink 48">
                <a:extLst>
                  <a:ext uri="{FF2B5EF4-FFF2-40B4-BE49-F238E27FC236}">
                    <a16:creationId xmlns:a16="http://schemas.microsoft.com/office/drawing/2014/main" id="{980C4C03-50A4-E72D-8AEC-C0107671FE95}"/>
                  </a:ext>
                </a:extLst>
              </p:cNvPr>
              <p:cNvPicPr/>
              <p:nvPr/>
            </p:nvPicPr>
            <p:blipFill>
              <a:blip r:embed="rId91"/>
              <a:stretch>
                <a:fillRect/>
              </a:stretch>
            </p:blipFill>
            <p:spPr>
              <a:xfrm>
                <a:off x="10629465" y="2119335"/>
                <a:ext cx="40608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0" name="Ink 49">
                <a:extLst>
                  <a:ext uri="{FF2B5EF4-FFF2-40B4-BE49-F238E27FC236}">
                    <a16:creationId xmlns:a16="http://schemas.microsoft.com/office/drawing/2014/main" id="{85AD94AA-1159-82EE-7872-BAF4330C9CA6}"/>
                  </a:ext>
                </a:extLst>
              </p14:cNvPr>
              <p14:cNvContentPartPr/>
              <p14:nvPr/>
            </p14:nvContentPartPr>
            <p14:xfrm>
              <a:off x="11098185" y="2094135"/>
              <a:ext cx="200520" cy="305640"/>
            </p14:xfrm>
          </p:contentPart>
        </mc:Choice>
        <mc:Fallback xmlns="">
          <p:pic>
            <p:nvPicPr>
              <p:cNvPr id="50" name="Ink 49">
                <a:extLst>
                  <a:ext uri="{FF2B5EF4-FFF2-40B4-BE49-F238E27FC236}">
                    <a16:creationId xmlns:a16="http://schemas.microsoft.com/office/drawing/2014/main" id="{85AD94AA-1159-82EE-7872-BAF4330C9CA6}"/>
                  </a:ext>
                </a:extLst>
              </p:cNvPr>
              <p:cNvPicPr/>
              <p:nvPr/>
            </p:nvPicPr>
            <p:blipFill>
              <a:blip r:embed="rId93"/>
              <a:stretch>
                <a:fillRect/>
              </a:stretch>
            </p:blipFill>
            <p:spPr>
              <a:xfrm>
                <a:off x="11089545" y="2085495"/>
                <a:ext cx="2181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1" name="Ink 50">
                <a:extLst>
                  <a:ext uri="{FF2B5EF4-FFF2-40B4-BE49-F238E27FC236}">
                    <a16:creationId xmlns:a16="http://schemas.microsoft.com/office/drawing/2014/main" id="{8CA754D0-6567-00BC-24F8-D667BDFA776C}"/>
                  </a:ext>
                </a:extLst>
              </p14:cNvPr>
              <p14:cNvContentPartPr/>
              <p14:nvPr/>
            </p14:nvContentPartPr>
            <p14:xfrm>
              <a:off x="11379345" y="2152455"/>
              <a:ext cx="167760" cy="269640"/>
            </p14:xfrm>
          </p:contentPart>
        </mc:Choice>
        <mc:Fallback xmlns="">
          <p:pic>
            <p:nvPicPr>
              <p:cNvPr id="51" name="Ink 50">
                <a:extLst>
                  <a:ext uri="{FF2B5EF4-FFF2-40B4-BE49-F238E27FC236}">
                    <a16:creationId xmlns:a16="http://schemas.microsoft.com/office/drawing/2014/main" id="{8CA754D0-6567-00BC-24F8-D667BDFA776C}"/>
                  </a:ext>
                </a:extLst>
              </p:cNvPr>
              <p:cNvPicPr/>
              <p:nvPr/>
            </p:nvPicPr>
            <p:blipFill>
              <a:blip r:embed="rId95"/>
              <a:stretch>
                <a:fillRect/>
              </a:stretch>
            </p:blipFill>
            <p:spPr>
              <a:xfrm>
                <a:off x="11370705" y="2143455"/>
                <a:ext cx="18540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2" name="Ink 51">
                <a:extLst>
                  <a:ext uri="{FF2B5EF4-FFF2-40B4-BE49-F238E27FC236}">
                    <a16:creationId xmlns:a16="http://schemas.microsoft.com/office/drawing/2014/main" id="{ED525EC1-220B-A349-0FD4-4C7AA9BABF76}"/>
                  </a:ext>
                </a:extLst>
              </p14:cNvPr>
              <p14:cNvContentPartPr/>
              <p14:nvPr/>
            </p14:nvContentPartPr>
            <p14:xfrm>
              <a:off x="9205305" y="2791095"/>
              <a:ext cx="237240" cy="477000"/>
            </p14:xfrm>
          </p:contentPart>
        </mc:Choice>
        <mc:Fallback xmlns="">
          <p:pic>
            <p:nvPicPr>
              <p:cNvPr id="52" name="Ink 51">
                <a:extLst>
                  <a:ext uri="{FF2B5EF4-FFF2-40B4-BE49-F238E27FC236}">
                    <a16:creationId xmlns:a16="http://schemas.microsoft.com/office/drawing/2014/main" id="{ED525EC1-220B-A349-0FD4-4C7AA9BABF76}"/>
                  </a:ext>
                </a:extLst>
              </p:cNvPr>
              <p:cNvPicPr/>
              <p:nvPr/>
            </p:nvPicPr>
            <p:blipFill>
              <a:blip r:embed="rId97"/>
              <a:stretch>
                <a:fillRect/>
              </a:stretch>
            </p:blipFill>
            <p:spPr>
              <a:xfrm>
                <a:off x="9196665" y="2782095"/>
                <a:ext cx="254880" cy="4946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3" name="Ink 52">
                <a:extLst>
                  <a:ext uri="{FF2B5EF4-FFF2-40B4-BE49-F238E27FC236}">
                    <a16:creationId xmlns:a16="http://schemas.microsoft.com/office/drawing/2014/main" id="{A32894C9-14C2-5151-47DA-0377F8429484}"/>
                  </a:ext>
                </a:extLst>
              </p14:cNvPr>
              <p14:cNvContentPartPr/>
              <p14:nvPr/>
            </p14:nvContentPartPr>
            <p14:xfrm>
              <a:off x="9596625" y="2668335"/>
              <a:ext cx="633600" cy="569880"/>
            </p14:xfrm>
          </p:contentPart>
        </mc:Choice>
        <mc:Fallback xmlns="">
          <p:pic>
            <p:nvPicPr>
              <p:cNvPr id="53" name="Ink 52">
                <a:extLst>
                  <a:ext uri="{FF2B5EF4-FFF2-40B4-BE49-F238E27FC236}">
                    <a16:creationId xmlns:a16="http://schemas.microsoft.com/office/drawing/2014/main" id="{A32894C9-14C2-5151-47DA-0377F8429484}"/>
                  </a:ext>
                </a:extLst>
              </p:cNvPr>
              <p:cNvPicPr/>
              <p:nvPr/>
            </p:nvPicPr>
            <p:blipFill>
              <a:blip r:embed="rId99"/>
              <a:stretch>
                <a:fillRect/>
              </a:stretch>
            </p:blipFill>
            <p:spPr>
              <a:xfrm>
                <a:off x="9587625" y="2659695"/>
                <a:ext cx="651240" cy="5875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4" name="Ink 53">
                <a:extLst>
                  <a:ext uri="{FF2B5EF4-FFF2-40B4-BE49-F238E27FC236}">
                    <a16:creationId xmlns:a16="http://schemas.microsoft.com/office/drawing/2014/main" id="{B499F2AC-8351-4680-4544-7231BA2003C4}"/>
                  </a:ext>
                </a:extLst>
              </p14:cNvPr>
              <p14:cNvContentPartPr/>
              <p14:nvPr/>
            </p14:nvContentPartPr>
            <p14:xfrm>
              <a:off x="10379265" y="2978295"/>
              <a:ext cx="204840" cy="239040"/>
            </p14:xfrm>
          </p:contentPart>
        </mc:Choice>
        <mc:Fallback xmlns="">
          <p:pic>
            <p:nvPicPr>
              <p:cNvPr id="54" name="Ink 53">
                <a:extLst>
                  <a:ext uri="{FF2B5EF4-FFF2-40B4-BE49-F238E27FC236}">
                    <a16:creationId xmlns:a16="http://schemas.microsoft.com/office/drawing/2014/main" id="{B499F2AC-8351-4680-4544-7231BA2003C4}"/>
                  </a:ext>
                </a:extLst>
              </p:cNvPr>
              <p:cNvPicPr/>
              <p:nvPr/>
            </p:nvPicPr>
            <p:blipFill>
              <a:blip r:embed="rId101"/>
              <a:stretch>
                <a:fillRect/>
              </a:stretch>
            </p:blipFill>
            <p:spPr>
              <a:xfrm>
                <a:off x="10370625" y="2969295"/>
                <a:ext cx="2224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5" name="Ink 54">
                <a:extLst>
                  <a:ext uri="{FF2B5EF4-FFF2-40B4-BE49-F238E27FC236}">
                    <a16:creationId xmlns:a16="http://schemas.microsoft.com/office/drawing/2014/main" id="{4FE6477C-BD95-76F5-6348-34EA80923337}"/>
                  </a:ext>
                </a:extLst>
              </p14:cNvPr>
              <p14:cNvContentPartPr/>
              <p14:nvPr/>
            </p14:nvContentPartPr>
            <p14:xfrm>
              <a:off x="10788225" y="2861655"/>
              <a:ext cx="366480" cy="347760"/>
            </p14:xfrm>
          </p:contentPart>
        </mc:Choice>
        <mc:Fallback xmlns="">
          <p:pic>
            <p:nvPicPr>
              <p:cNvPr id="55" name="Ink 54">
                <a:extLst>
                  <a:ext uri="{FF2B5EF4-FFF2-40B4-BE49-F238E27FC236}">
                    <a16:creationId xmlns:a16="http://schemas.microsoft.com/office/drawing/2014/main" id="{4FE6477C-BD95-76F5-6348-34EA80923337}"/>
                  </a:ext>
                </a:extLst>
              </p:cNvPr>
              <p:cNvPicPr/>
              <p:nvPr/>
            </p:nvPicPr>
            <p:blipFill>
              <a:blip r:embed="rId103"/>
              <a:stretch>
                <a:fillRect/>
              </a:stretch>
            </p:blipFill>
            <p:spPr>
              <a:xfrm>
                <a:off x="10779225" y="2852655"/>
                <a:ext cx="38412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6" name="Ink 55">
                <a:extLst>
                  <a:ext uri="{FF2B5EF4-FFF2-40B4-BE49-F238E27FC236}">
                    <a16:creationId xmlns:a16="http://schemas.microsoft.com/office/drawing/2014/main" id="{AA33233C-7B82-0519-6CDA-D2A25997B453}"/>
                  </a:ext>
                </a:extLst>
              </p14:cNvPr>
              <p14:cNvContentPartPr/>
              <p14:nvPr/>
            </p14:nvContentPartPr>
            <p14:xfrm>
              <a:off x="11400225" y="2801175"/>
              <a:ext cx="8280" cy="12600"/>
            </p14:xfrm>
          </p:contentPart>
        </mc:Choice>
        <mc:Fallback xmlns="">
          <p:pic>
            <p:nvPicPr>
              <p:cNvPr id="56" name="Ink 55">
                <a:extLst>
                  <a:ext uri="{FF2B5EF4-FFF2-40B4-BE49-F238E27FC236}">
                    <a16:creationId xmlns:a16="http://schemas.microsoft.com/office/drawing/2014/main" id="{AA33233C-7B82-0519-6CDA-D2A25997B453}"/>
                  </a:ext>
                </a:extLst>
              </p:cNvPr>
              <p:cNvPicPr/>
              <p:nvPr/>
            </p:nvPicPr>
            <p:blipFill>
              <a:blip r:embed="rId105"/>
              <a:stretch>
                <a:fillRect/>
              </a:stretch>
            </p:blipFill>
            <p:spPr>
              <a:xfrm>
                <a:off x="11391225" y="2792535"/>
                <a:ext cx="259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7" name="Ink 56">
                <a:extLst>
                  <a:ext uri="{FF2B5EF4-FFF2-40B4-BE49-F238E27FC236}">
                    <a16:creationId xmlns:a16="http://schemas.microsoft.com/office/drawing/2014/main" id="{F78C5D9A-A33F-4146-A36C-8B3B5FA68DD5}"/>
                  </a:ext>
                </a:extLst>
              </p14:cNvPr>
              <p14:cNvContentPartPr/>
              <p14:nvPr/>
            </p14:nvContentPartPr>
            <p14:xfrm>
              <a:off x="11322825" y="2964975"/>
              <a:ext cx="106200" cy="184320"/>
            </p14:xfrm>
          </p:contentPart>
        </mc:Choice>
        <mc:Fallback xmlns="">
          <p:pic>
            <p:nvPicPr>
              <p:cNvPr id="57" name="Ink 56">
                <a:extLst>
                  <a:ext uri="{FF2B5EF4-FFF2-40B4-BE49-F238E27FC236}">
                    <a16:creationId xmlns:a16="http://schemas.microsoft.com/office/drawing/2014/main" id="{F78C5D9A-A33F-4146-A36C-8B3B5FA68DD5}"/>
                  </a:ext>
                </a:extLst>
              </p:cNvPr>
              <p:cNvPicPr/>
              <p:nvPr/>
            </p:nvPicPr>
            <p:blipFill>
              <a:blip r:embed="rId107"/>
              <a:stretch>
                <a:fillRect/>
              </a:stretch>
            </p:blipFill>
            <p:spPr>
              <a:xfrm>
                <a:off x="11313825" y="2955975"/>
                <a:ext cx="1238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8" name="Ink 57">
                <a:extLst>
                  <a:ext uri="{FF2B5EF4-FFF2-40B4-BE49-F238E27FC236}">
                    <a16:creationId xmlns:a16="http://schemas.microsoft.com/office/drawing/2014/main" id="{1C9C2FCB-DE45-6DAE-D761-824DB98C1EC9}"/>
                  </a:ext>
                </a:extLst>
              </p14:cNvPr>
              <p14:cNvContentPartPr/>
              <p14:nvPr/>
            </p14:nvContentPartPr>
            <p14:xfrm>
              <a:off x="11537745" y="2991255"/>
              <a:ext cx="285480" cy="251640"/>
            </p14:xfrm>
          </p:contentPart>
        </mc:Choice>
        <mc:Fallback xmlns="">
          <p:pic>
            <p:nvPicPr>
              <p:cNvPr id="58" name="Ink 57">
                <a:extLst>
                  <a:ext uri="{FF2B5EF4-FFF2-40B4-BE49-F238E27FC236}">
                    <a16:creationId xmlns:a16="http://schemas.microsoft.com/office/drawing/2014/main" id="{1C9C2FCB-DE45-6DAE-D761-824DB98C1EC9}"/>
                  </a:ext>
                </a:extLst>
              </p:cNvPr>
              <p:cNvPicPr/>
              <p:nvPr/>
            </p:nvPicPr>
            <p:blipFill>
              <a:blip r:embed="rId109"/>
              <a:stretch>
                <a:fillRect/>
              </a:stretch>
            </p:blipFill>
            <p:spPr>
              <a:xfrm>
                <a:off x="11529105" y="2982615"/>
                <a:ext cx="30312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9" name="Ink 58">
                <a:extLst>
                  <a:ext uri="{FF2B5EF4-FFF2-40B4-BE49-F238E27FC236}">
                    <a16:creationId xmlns:a16="http://schemas.microsoft.com/office/drawing/2014/main" id="{1BE473DB-1BF2-7F3A-24FF-A542BAB8DD29}"/>
                  </a:ext>
                </a:extLst>
              </p14:cNvPr>
              <p14:cNvContentPartPr/>
              <p14:nvPr/>
            </p14:nvContentPartPr>
            <p14:xfrm>
              <a:off x="11917905" y="3200415"/>
              <a:ext cx="19800" cy="14760"/>
            </p14:xfrm>
          </p:contentPart>
        </mc:Choice>
        <mc:Fallback xmlns="">
          <p:pic>
            <p:nvPicPr>
              <p:cNvPr id="59" name="Ink 58">
                <a:extLst>
                  <a:ext uri="{FF2B5EF4-FFF2-40B4-BE49-F238E27FC236}">
                    <a16:creationId xmlns:a16="http://schemas.microsoft.com/office/drawing/2014/main" id="{1BE473DB-1BF2-7F3A-24FF-A542BAB8DD29}"/>
                  </a:ext>
                </a:extLst>
              </p:cNvPr>
              <p:cNvPicPr/>
              <p:nvPr/>
            </p:nvPicPr>
            <p:blipFill>
              <a:blip r:embed="rId111"/>
              <a:stretch>
                <a:fillRect/>
              </a:stretch>
            </p:blipFill>
            <p:spPr>
              <a:xfrm>
                <a:off x="11908905" y="3191775"/>
                <a:ext cx="3744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1" name="Ink 60">
                <a:extLst>
                  <a:ext uri="{FF2B5EF4-FFF2-40B4-BE49-F238E27FC236}">
                    <a16:creationId xmlns:a16="http://schemas.microsoft.com/office/drawing/2014/main" id="{2FF14CEB-6EAB-86B5-647B-41D8106AC925}"/>
                  </a:ext>
                </a:extLst>
              </p14:cNvPr>
              <p14:cNvContentPartPr/>
              <p14:nvPr/>
            </p14:nvContentPartPr>
            <p14:xfrm>
              <a:off x="1882185" y="2372415"/>
              <a:ext cx="1433520" cy="324000"/>
            </p14:xfrm>
          </p:contentPart>
        </mc:Choice>
        <mc:Fallback xmlns="">
          <p:pic>
            <p:nvPicPr>
              <p:cNvPr id="61" name="Ink 60">
                <a:extLst>
                  <a:ext uri="{FF2B5EF4-FFF2-40B4-BE49-F238E27FC236}">
                    <a16:creationId xmlns:a16="http://schemas.microsoft.com/office/drawing/2014/main" id="{2FF14CEB-6EAB-86B5-647B-41D8106AC925}"/>
                  </a:ext>
                </a:extLst>
              </p:cNvPr>
              <p:cNvPicPr/>
              <p:nvPr/>
            </p:nvPicPr>
            <p:blipFill>
              <a:blip r:embed="rId113"/>
              <a:stretch>
                <a:fillRect/>
              </a:stretch>
            </p:blipFill>
            <p:spPr>
              <a:xfrm>
                <a:off x="1873545" y="2363415"/>
                <a:ext cx="145116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2" name="Ink 61">
                <a:extLst>
                  <a:ext uri="{FF2B5EF4-FFF2-40B4-BE49-F238E27FC236}">
                    <a16:creationId xmlns:a16="http://schemas.microsoft.com/office/drawing/2014/main" id="{CB35947D-D496-CB86-DE37-ECCC672BE22E}"/>
                  </a:ext>
                </a:extLst>
              </p14:cNvPr>
              <p14:cNvContentPartPr/>
              <p14:nvPr/>
            </p14:nvContentPartPr>
            <p14:xfrm>
              <a:off x="3387705" y="2727375"/>
              <a:ext cx="1049760" cy="271080"/>
            </p14:xfrm>
          </p:contentPart>
        </mc:Choice>
        <mc:Fallback xmlns="">
          <p:pic>
            <p:nvPicPr>
              <p:cNvPr id="62" name="Ink 61">
                <a:extLst>
                  <a:ext uri="{FF2B5EF4-FFF2-40B4-BE49-F238E27FC236}">
                    <a16:creationId xmlns:a16="http://schemas.microsoft.com/office/drawing/2014/main" id="{CB35947D-D496-CB86-DE37-ECCC672BE22E}"/>
                  </a:ext>
                </a:extLst>
              </p:cNvPr>
              <p:cNvPicPr/>
              <p:nvPr/>
            </p:nvPicPr>
            <p:blipFill>
              <a:blip r:embed="rId115"/>
              <a:stretch>
                <a:fillRect/>
              </a:stretch>
            </p:blipFill>
            <p:spPr>
              <a:xfrm>
                <a:off x="3378705" y="2718375"/>
                <a:ext cx="1067400" cy="288720"/>
              </a:xfrm>
              <a:prstGeom prst="rect">
                <a:avLst/>
              </a:prstGeom>
            </p:spPr>
          </p:pic>
        </mc:Fallback>
      </mc:AlternateContent>
      <p:grpSp>
        <p:nvGrpSpPr>
          <p:cNvPr id="136" name="Group 135">
            <a:extLst>
              <a:ext uri="{FF2B5EF4-FFF2-40B4-BE49-F238E27FC236}">
                <a16:creationId xmlns:a16="http://schemas.microsoft.com/office/drawing/2014/main" id="{BAF57F38-FBF8-EB8B-8A33-DB896842B8C4}"/>
              </a:ext>
            </a:extLst>
          </p:cNvPr>
          <p:cNvGrpSpPr/>
          <p:nvPr/>
        </p:nvGrpSpPr>
        <p:grpSpPr>
          <a:xfrm>
            <a:off x="437145" y="3471495"/>
            <a:ext cx="11467440" cy="2967840"/>
            <a:chOff x="437145" y="3471495"/>
            <a:chExt cx="11467440" cy="2967840"/>
          </a:xfrm>
        </p:grpSpPr>
        <mc:AlternateContent xmlns:mc="http://schemas.openxmlformats.org/markup-compatibility/2006" xmlns:p14="http://schemas.microsoft.com/office/powerpoint/2010/main">
          <mc:Choice Requires="p14">
            <p:contentPart p14:bwMode="auto" r:id="rId116">
              <p14:nvContentPartPr>
                <p14:cNvPr id="65" name="Ink 64">
                  <a:extLst>
                    <a:ext uri="{FF2B5EF4-FFF2-40B4-BE49-F238E27FC236}">
                      <a16:creationId xmlns:a16="http://schemas.microsoft.com/office/drawing/2014/main" id="{68B8CA2C-5146-8512-A875-B775A5C75561}"/>
                    </a:ext>
                  </a:extLst>
                </p14:cNvPr>
                <p14:cNvContentPartPr/>
                <p14:nvPr/>
              </p14:nvContentPartPr>
              <p14:xfrm>
                <a:off x="2951745" y="3513615"/>
                <a:ext cx="736920" cy="973440"/>
              </p14:xfrm>
            </p:contentPart>
          </mc:Choice>
          <mc:Fallback xmlns="">
            <p:pic>
              <p:nvPicPr>
                <p:cNvPr id="65" name="Ink 64">
                  <a:extLst>
                    <a:ext uri="{FF2B5EF4-FFF2-40B4-BE49-F238E27FC236}">
                      <a16:creationId xmlns:a16="http://schemas.microsoft.com/office/drawing/2014/main" id="{68B8CA2C-5146-8512-A875-B775A5C75561}"/>
                    </a:ext>
                  </a:extLst>
                </p:cNvPr>
                <p:cNvPicPr/>
                <p:nvPr/>
              </p:nvPicPr>
              <p:blipFill>
                <a:blip r:embed="rId117"/>
                <a:stretch>
                  <a:fillRect/>
                </a:stretch>
              </p:blipFill>
              <p:spPr>
                <a:xfrm>
                  <a:off x="2943105" y="3504975"/>
                  <a:ext cx="754560" cy="991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6" name="Ink 65">
                  <a:extLst>
                    <a:ext uri="{FF2B5EF4-FFF2-40B4-BE49-F238E27FC236}">
                      <a16:creationId xmlns:a16="http://schemas.microsoft.com/office/drawing/2014/main" id="{89836E47-8AEB-C3A4-04C3-D5AD50EB7159}"/>
                    </a:ext>
                  </a:extLst>
                </p14:cNvPr>
                <p14:cNvContentPartPr/>
                <p14:nvPr/>
              </p14:nvContentPartPr>
              <p14:xfrm>
                <a:off x="3587145" y="3860655"/>
                <a:ext cx="899280" cy="645480"/>
              </p14:xfrm>
            </p:contentPart>
          </mc:Choice>
          <mc:Fallback xmlns="">
            <p:pic>
              <p:nvPicPr>
                <p:cNvPr id="66" name="Ink 65">
                  <a:extLst>
                    <a:ext uri="{FF2B5EF4-FFF2-40B4-BE49-F238E27FC236}">
                      <a16:creationId xmlns:a16="http://schemas.microsoft.com/office/drawing/2014/main" id="{89836E47-8AEB-C3A4-04C3-D5AD50EB7159}"/>
                    </a:ext>
                  </a:extLst>
                </p:cNvPr>
                <p:cNvPicPr/>
                <p:nvPr/>
              </p:nvPicPr>
              <p:blipFill>
                <a:blip r:embed="rId119"/>
                <a:stretch>
                  <a:fillRect/>
                </a:stretch>
              </p:blipFill>
              <p:spPr>
                <a:xfrm>
                  <a:off x="3578505" y="3852015"/>
                  <a:ext cx="916920" cy="663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7" name="Ink 66">
                  <a:extLst>
                    <a:ext uri="{FF2B5EF4-FFF2-40B4-BE49-F238E27FC236}">
                      <a16:creationId xmlns:a16="http://schemas.microsoft.com/office/drawing/2014/main" id="{3C002E78-2309-EF81-2305-1AE854043ED8}"/>
                    </a:ext>
                  </a:extLst>
                </p14:cNvPr>
                <p14:cNvContentPartPr/>
                <p14:nvPr/>
              </p14:nvContentPartPr>
              <p14:xfrm>
                <a:off x="5193825" y="3692175"/>
                <a:ext cx="126360" cy="524880"/>
              </p14:xfrm>
            </p:contentPart>
          </mc:Choice>
          <mc:Fallback xmlns="">
            <p:pic>
              <p:nvPicPr>
                <p:cNvPr id="67" name="Ink 66">
                  <a:extLst>
                    <a:ext uri="{FF2B5EF4-FFF2-40B4-BE49-F238E27FC236}">
                      <a16:creationId xmlns:a16="http://schemas.microsoft.com/office/drawing/2014/main" id="{3C002E78-2309-EF81-2305-1AE854043ED8}"/>
                    </a:ext>
                  </a:extLst>
                </p:cNvPr>
                <p:cNvPicPr/>
                <p:nvPr/>
              </p:nvPicPr>
              <p:blipFill>
                <a:blip r:embed="rId121"/>
                <a:stretch>
                  <a:fillRect/>
                </a:stretch>
              </p:blipFill>
              <p:spPr>
                <a:xfrm>
                  <a:off x="5184825" y="3683175"/>
                  <a:ext cx="144000" cy="542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8" name="Ink 67">
                  <a:extLst>
                    <a:ext uri="{FF2B5EF4-FFF2-40B4-BE49-F238E27FC236}">
                      <a16:creationId xmlns:a16="http://schemas.microsoft.com/office/drawing/2014/main" id="{6FE72545-3FF9-BF8B-8203-AFAA397A1771}"/>
                    </a:ext>
                  </a:extLst>
                </p14:cNvPr>
                <p14:cNvContentPartPr/>
                <p14:nvPr/>
              </p14:nvContentPartPr>
              <p14:xfrm>
                <a:off x="5322705" y="3471495"/>
                <a:ext cx="473400" cy="651240"/>
              </p14:xfrm>
            </p:contentPart>
          </mc:Choice>
          <mc:Fallback xmlns="">
            <p:pic>
              <p:nvPicPr>
                <p:cNvPr id="68" name="Ink 67">
                  <a:extLst>
                    <a:ext uri="{FF2B5EF4-FFF2-40B4-BE49-F238E27FC236}">
                      <a16:creationId xmlns:a16="http://schemas.microsoft.com/office/drawing/2014/main" id="{6FE72545-3FF9-BF8B-8203-AFAA397A1771}"/>
                    </a:ext>
                  </a:extLst>
                </p:cNvPr>
                <p:cNvPicPr/>
                <p:nvPr/>
              </p:nvPicPr>
              <p:blipFill>
                <a:blip r:embed="rId123"/>
                <a:stretch>
                  <a:fillRect/>
                </a:stretch>
              </p:blipFill>
              <p:spPr>
                <a:xfrm>
                  <a:off x="5314065" y="3462495"/>
                  <a:ext cx="491040" cy="6688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9" name="Ink 68">
                  <a:extLst>
                    <a:ext uri="{FF2B5EF4-FFF2-40B4-BE49-F238E27FC236}">
                      <a16:creationId xmlns:a16="http://schemas.microsoft.com/office/drawing/2014/main" id="{1612FCDD-1D9E-E1A3-95FA-8419597A2701}"/>
                    </a:ext>
                  </a:extLst>
                </p14:cNvPr>
                <p14:cNvContentPartPr/>
                <p14:nvPr/>
              </p14:nvContentPartPr>
              <p14:xfrm>
                <a:off x="6032625" y="3781815"/>
                <a:ext cx="810720" cy="738000"/>
              </p14:xfrm>
            </p:contentPart>
          </mc:Choice>
          <mc:Fallback xmlns="">
            <p:pic>
              <p:nvPicPr>
                <p:cNvPr id="69" name="Ink 68">
                  <a:extLst>
                    <a:ext uri="{FF2B5EF4-FFF2-40B4-BE49-F238E27FC236}">
                      <a16:creationId xmlns:a16="http://schemas.microsoft.com/office/drawing/2014/main" id="{1612FCDD-1D9E-E1A3-95FA-8419597A2701}"/>
                    </a:ext>
                  </a:extLst>
                </p:cNvPr>
                <p:cNvPicPr/>
                <p:nvPr/>
              </p:nvPicPr>
              <p:blipFill>
                <a:blip r:embed="rId125"/>
                <a:stretch>
                  <a:fillRect/>
                </a:stretch>
              </p:blipFill>
              <p:spPr>
                <a:xfrm>
                  <a:off x="6023625" y="3773175"/>
                  <a:ext cx="828360" cy="7556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0" name="Ink 69">
                  <a:extLst>
                    <a:ext uri="{FF2B5EF4-FFF2-40B4-BE49-F238E27FC236}">
                      <a16:creationId xmlns:a16="http://schemas.microsoft.com/office/drawing/2014/main" id="{E0C91937-926E-C70F-4C17-DCD0479C74CD}"/>
                    </a:ext>
                  </a:extLst>
                </p14:cNvPr>
                <p14:cNvContentPartPr/>
                <p14:nvPr/>
              </p14:nvContentPartPr>
              <p14:xfrm>
                <a:off x="7077345" y="3780375"/>
                <a:ext cx="180720" cy="273240"/>
              </p14:xfrm>
            </p:contentPart>
          </mc:Choice>
          <mc:Fallback xmlns="">
            <p:pic>
              <p:nvPicPr>
                <p:cNvPr id="70" name="Ink 69">
                  <a:extLst>
                    <a:ext uri="{FF2B5EF4-FFF2-40B4-BE49-F238E27FC236}">
                      <a16:creationId xmlns:a16="http://schemas.microsoft.com/office/drawing/2014/main" id="{E0C91937-926E-C70F-4C17-DCD0479C74CD}"/>
                    </a:ext>
                  </a:extLst>
                </p:cNvPr>
                <p:cNvPicPr/>
                <p:nvPr/>
              </p:nvPicPr>
              <p:blipFill>
                <a:blip r:embed="rId127"/>
                <a:stretch>
                  <a:fillRect/>
                </a:stretch>
              </p:blipFill>
              <p:spPr>
                <a:xfrm>
                  <a:off x="7068705" y="3771735"/>
                  <a:ext cx="19836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1" name="Ink 70">
                  <a:extLst>
                    <a:ext uri="{FF2B5EF4-FFF2-40B4-BE49-F238E27FC236}">
                      <a16:creationId xmlns:a16="http://schemas.microsoft.com/office/drawing/2014/main" id="{CE837744-5CC8-488D-A653-4E9D92523242}"/>
                    </a:ext>
                  </a:extLst>
                </p14:cNvPr>
                <p14:cNvContentPartPr/>
                <p14:nvPr/>
              </p14:nvContentPartPr>
              <p14:xfrm>
                <a:off x="7593225" y="3588135"/>
                <a:ext cx="93600" cy="429480"/>
              </p14:xfrm>
            </p:contentPart>
          </mc:Choice>
          <mc:Fallback xmlns="">
            <p:pic>
              <p:nvPicPr>
                <p:cNvPr id="71" name="Ink 70">
                  <a:extLst>
                    <a:ext uri="{FF2B5EF4-FFF2-40B4-BE49-F238E27FC236}">
                      <a16:creationId xmlns:a16="http://schemas.microsoft.com/office/drawing/2014/main" id="{CE837744-5CC8-488D-A653-4E9D92523242}"/>
                    </a:ext>
                  </a:extLst>
                </p:cNvPr>
                <p:cNvPicPr/>
                <p:nvPr/>
              </p:nvPicPr>
              <p:blipFill>
                <a:blip r:embed="rId129"/>
                <a:stretch>
                  <a:fillRect/>
                </a:stretch>
              </p:blipFill>
              <p:spPr>
                <a:xfrm>
                  <a:off x="7584585" y="3579495"/>
                  <a:ext cx="111240" cy="4471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2" name="Ink 71">
                  <a:extLst>
                    <a:ext uri="{FF2B5EF4-FFF2-40B4-BE49-F238E27FC236}">
                      <a16:creationId xmlns:a16="http://schemas.microsoft.com/office/drawing/2014/main" id="{23A2E540-09A1-7875-F793-BB6E842454A4}"/>
                    </a:ext>
                  </a:extLst>
                </p14:cNvPr>
                <p14:cNvContentPartPr/>
                <p14:nvPr/>
              </p14:nvContentPartPr>
              <p14:xfrm>
                <a:off x="7680705" y="3764535"/>
                <a:ext cx="245160" cy="259200"/>
              </p14:xfrm>
            </p:contentPart>
          </mc:Choice>
          <mc:Fallback xmlns="">
            <p:pic>
              <p:nvPicPr>
                <p:cNvPr id="72" name="Ink 71">
                  <a:extLst>
                    <a:ext uri="{FF2B5EF4-FFF2-40B4-BE49-F238E27FC236}">
                      <a16:creationId xmlns:a16="http://schemas.microsoft.com/office/drawing/2014/main" id="{23A2E540-09A1-7875-F793-BB6E842454A4}"/>
                    </a:ext>
                  </a:extLst>
                </p:cNvPr>
                <p:cNvPicPr/>
                <p:nvPr/>
              </p:nvPicPr>
              <p:blipFill>
                <a:blip r:embed="rId131"/>
                <a:stretch>
                  <a:fillRect/>
                </a:stretch>
              </p:blipFill>
              <p:spPr>
                <a:xfrm>
                  <a:off x="7671705" y="3755895"/>
                  <a:ext cx="26280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3" name="Ink 72">
                  <a:extLst>
                    <a:ext uri="{FF2B5EF4-FFF2-40B4-BE49-F238E27FC236}">
                      <a16:creationId xmlns:a16="http://schemas.microsoft.com/office/drawing/2014/main" id="{165ECAF1-7BF9-8873-CACF-738376B32FBD}"/>
                    </a:ext>
                  </a:extLst>
                </p14:cNvPr>
                <p14:cNvContentPartPr/>
                <p14:nvPr/>
              </p14:nvContentPartPr>
              <p14:xfrm>
                <a:off x="8024865" y="3734295"/>
                <a:ext cx="219960" cy="271800"/>
              </p14:xfrm>
            </p:contentPart>
          </mc:Choice>
          <mc:Fallback xmlns="">
            <p:pic>
              <p:nvPicPr>
                <p:cNvPr id="73" name="Ink 72">
                  <a:extLst>
                    <a:ext uri="{FF2B5EF4-FFF2-40B4-BE49-F238E27FC236}">
                      <a16:creationId xmlns:a16="http://schemas.microsoft.com/office/drawing/2014/main" id="{165ECAF1-7BF9-8873-CACF-738376B32FBD}"/>
                    </a:ext>
                  </a:extLst>
                </p:cNvPr>
                <p:cNvPicPr/>
                <p:nvPr/>
              </p:nvPicPr>
              <p:blipFill>
                <a:blip r:embed="rId133"/>
                <a:stretch>
                  <a:fillRect/>
                </a:stretch>
              </p:blipFill>
              <p:spPr>
                <a:xfrm>
                  <a:off x="8015865" y="3725655"/>
                  <a:ext cx="23760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4" name="Ink 73">
                  <a:extLst>
                    <a:ext uri="{FF2B5EF4-FFF2-40B4-BE49-F238E27FC236}">
                      <a16:creationId xmlns:a16="http://schemas.microsoft.com/office/drawing/2014/main" id="{11991899-9F00-9200-FC09-1E959195797B}"/>
                    </a:ext>
                  </a:extLst>
                </p14:cNvPr>
                <p14:cNvContentPartPr/>
                <p14:nvPr/>
              </p14:nvContentPartPr>
              <p14:xfrm>
                <a:off x="8417985" y="3652215"/>
                <a:ext cx="47160" cy="40320"/>
              </p14:xfrm>
            </p:contentPart>
          </mc:Choice>
          <mc:Fallback xmlns="">
            <p:pic>
              <p:nvPicPr>
                <p:cNvPr id="74" name="Ink 73">
                  <a:extLst>
                    <a:ext uri="{FF2B5EF4-FFF2-40B4-BE49-F238E27FC236}">
                      <a16:creationId xmlns:a16="http://schemas.microsoft.com/office/drawing/2014/main" id="{11991899-9F00-9200-FC09-1E959195797B}"/>
                    </a:ext>
                  </a:extLst>
                </p:cNvPr>
                <p:cNvPicPr/>
                <p:nvPr/>
              </p:nvPicPr>
              <p:blipFill>
                <a:blip r:embed="rId135"/>
                <a:stretch>
                  <a:fillRect/>
                </a:stretch>
              </p:blipFill>
              <p:spPr>
                <a:xfrm>
                  <a:off x="8409345" y="3643215"/>
                  <a:ext cx="648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5" name="Ink 74">
                  <a:extLst>
                    <a:ext uri="{FF2B5EF4-FFF2-40B4-BE49-F238E27FC236}">
                      <a16:creationId xmlns:a16="http://schemas.microsoft.com/office/drawing/2014/main" id="{A81AC4BC-9542-06B0-9D89-102E83C6E54B}"/>
                    </a:ext>
                  </a:extLst>
                </p14:cNvPr>
                <p14:cNvContentPartPr/>
                <p14:nvPr/>
              </p14:nvContentPartPr>
              <p14:xfrm>
                <a:off x="8469465" y="3769935"/>
                <a:ext cx="609480" cy="287640"/>
              </p14:xfrm>
            </p:contentPart>
          </mc:Choice>
          <mc:Fallback xmlns="">
            <p:pic>
              <p:nvPicPr>
                <p:cNvPr id="75" name="Ink 74">
                  <a:extLst>
                    <a:ext uri="{FF2B5EF4-FFF2-40B4-BE49-F238E27FC236}">
                      <a16:creationId xmlns:a16="http://schemas.microsoft.com/office/drawing/2014/main" id="{A81AC4BC-9542-06B0-9D89-102E83C6E54B}"/>
                    </a:ext>
                  </a:extLst>
                </p:cNvPr>
                <p:cNvPicPr/>
                <p:nvPr/>
              </p:nvPicPr>
              <p:blipFill>
                <a:blip r:embed="rId137"/>
                <a:stretch>
                  <a:fillRect/>
                </a:stretch>
              </p:blipFill>
              <p:spPr>
                <a:xfrm>
                  <a:off x="8460465" y="3760935"/>
                  <a:ext cx="62712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6" name="Ink 75">
                  <a:extLst>
                    <a:ext uri="{FF2B5EF4-FFF2-40B4-BE49-F238E27FC236}">
                      <a16:creationId xmlns:a16="http://schemas.microsoft.com/office/drawing/2014/main" id="{C5118783-2C57-B6F6-EA29-ECFC4893C0FA}"/>
                    </a:ext>
                  </a:extLst>
                </p14:cNvPr>
                <p14:cNvContentPartPr/>
                <p14:nvPr/>
              </p14:nvContentPartPr>
              <p14:xfrm>
                <a:off x="9084705" y="3869655"/>
                <a:ext cx="212760" cy="88200"/>
              </p14:xfrm>
            </p:contentPart>
          </mc:Choice>
          <mc:Fallback xmlns="">
            <p:pic>
              <p:nvPicPr>
                <p:cNvPr id="76" name="Ink 75">
                  <a:extLst>
                    <a:ext uri="{FF2B5EF4-FFF2-40B4-BE49-F238E27FC236}">
                      <a16:creationId xmlns:a16="http://schemas.microsoft.com/office/drawing/2014/main" id="{C5118783-2C57-B6F6-EA29-ECFC4893C0FA}"/>
                    </a:ext>
                  </a:extLst>
                </p:cNvPr>
                <p:cNvPicPr/>
                <p:nvPr/>
              </p:nvPicPr>
              <p:blipFill>
                <a:blip r:embed="rId139"/>
                <a:stretch>
                  <a:fillRect/>
                </a:stretch>
              </p:blipFill>
              <p:spPr>
                <a:xfrm>
                  <a:off x="9075705" y="3860655"/>
                  <a:ext cx="2304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7" name="Ink 76">
                  <a:extLst>
                    <a:ext uri="{FF2B5EF4-FFF2-40B4-BE49-F238E27FC236}">
                      <a16:creationId xmlns:a16="http://schemas.microsoft.com/office/drawing/2014/main" id="{23B6E4AA-FF3F-F6F4-AF21-AEFC7A307FF1}"/>
                    </a:ext>
                  </a:extLst>
                </p14:cNvPr>
                <p14:cNvContentPartPr/>
                <p14:nvPr/>
              </p14:nvContentPartPr>
              <p14:xfrm>
                <a:off x="9412305" y="3877215"/>
                <a:ext cx="19800" cy="24120"/>
              </p14:xfrm>
            </p:contentPart>
          </mc:Choice>
          <mc:Fallback xmlns="">
            <p:pic>
              <p:nvPicPr>
                <p:cNvPr id="77" name="Ink 76">
                  <a:extLst>
                    <a:ext uri="{FF2B5EF4-FFF2-40B4-BE49-F238E27FC236}">
                      <a16:creationId xmlns:a16="http://schemas.microsoft.com/office/drawing/2014/main" id="{23B6E4AA-FF3F-F6F4-AF21-AEFC7A307FF1}"/>
                    </a:ext>
                  </a:extLst>
                </p:cNvPr>
                <p:cNvPicPr/>
                <p:nvPr/>
              </p:nvPicPr>
              <p:blipFill>
                <a:blip r:embed="rId141"/>
                <a:stretch>
                  <a:fillRect/>
                </a:stretch>
              </p:blipFill>
              <p:spPr>
                <a:xfrm>
                  <a:off x="9403665" y="3868575"/>
                  <a:ext cx="374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8" name="Ink 77">
                  <a:extLst>
                    <a:ext uri="{FF2B5EF4-FFF2-40B4-BE49-F238E27FC236}">
                      <a16:creationId xmlns:a16="http://schemas.microsoft.com/office/drawing/2014/main" id="{36C4222F-5695-CF20-D3F3-C86D96F60DB1}"/>
                    </a:ext>
                  </a:extLst>
                </p14:cNvPr>
                <p14:cNvContentPartPr/>
                <p14:nvPr/>
              </p14:nvContentPartPr>
              <p14:xfrm>
                <a:off x="9797145" y="3575535"/>
                <a:ext cx="253440" cy="886320"/>
              </p14:xfrm>
            </p:contentPart>
          </mc:Choice>
          <mc:Fallback xmlns="">
            <p:pic>
              <p:nvPicPr>
                <p:cNvPr id="78" name="Ink 77">
                  <a:extLst>
                    <a:ext uri="{FF2B5EF4-FFF2-40B4-BE49-F238E27FC236}">
                      <a16:creationId xmlns:a16="http://schemas.microsoft.com/office/drawing/2014/main" id="{36C4222F-5695-CF20-D3F3-C86D96F60DB1}"/>
                    </a:ext>
                  </a:extLst>
                </p:cNvPr>
                <p:cNvPicPr/>
                <p:nvPr/>
              </p:nvPicPr>
              <p:blipFill>
                <a:blip r:embed="rId143"/>
                <a:stretch>
                  <a:fillRect/>
                </a:stretch>
              </p:blipFill>
              <p:spPr>
                <a:xfrm>
                  <a:off x="9788505" y="3566895"/>
                  <a:ext cx="271080" cy="9039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2" name="Ink 81">
                  <a:extLst>
                    <a:ext uri="{FF2B5EF4-FFF2-40B4-BE49-F238E27FC236}">
                      <a16:creationId xmlns:a16="http://schemas.microsoft.com/office/drawing/2014/main" id="{64FC41BE-26EF-DE6A-6F1B-9DB7277AD4A4}"/>
                    </a:ext>
                  </a:extLst>
                </p14:cNvPr>
                <p14:cNvContentPartPr/>
                <p14:nvPr/>
              </p14:nvContentPartPr>
              <p14:xfrm>
                <a:off x="10160025" y="3810615"/>
                <a:ext cx="66600" cy="304560"/>
              </p14:xfrm>
            </p:contentPart>
          </mc:Choice>
          <mc:Fallback xmlns="">
            <p:pic>
              <p:nvPicPr>
                <p:cNvPr id="82" name="Ink 81">
                  <a:extLst>
                    <a:ext uri="{FF2B5EF4-FFF2-40B4-BE49-F238E27FC236}">
                      <a16:creationId xmlns:a16="http://schemas.microsoft.com/office/drawing/2014/main" id="{64FC41BE-26EF-DE6A-6F1B-9DB7277AD4A4}"/>
                    </a:ext>
                  </a:extLst>
                </p:cNvPr>
                <p:cNvPicPr/>
                <p:nvPr/>
              </p:nvPicPr>
              <p:blipFill>
                <a:blip r:embed="rId145"/>
                <a:stretch>
                  <a:fillRect/>
                </a:stretch>
              </p:blipFill>
              <p:spPr>
                <a:xfrm>
                  <a:off x="10151025" y="3801975"/>
                  <a:ext cx="8424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3" name="Ink 82">
                  <a:extLst>
                    <a:ext uri="{FF2B5EF4-FFF2-40B4-BE49-F238E27FC236}">
                      <a16:creationId xmlns:a16="http://schemas.microsoft.com/office/drawing/2014/main" id="{D1D05731-A680-8B8B-100E-8642FA04FF2D}"/>
                    </a:ext>
                  </a:extLst>
                </p14:cNvPr>
                <p14:cNvContentPartPr/>
                <p14:nvPr/>
              </p14:nvContentPartPr>
              <p14:xfrm>
                <a:off x="10181625" y="3610815"/>
                <a:ext cx="442800" cy="515520"/>
              </p14:xfrm>
            </p:contentPart>
          </mc:Choice>
          <mc:Fallback xmlns="">
            <p:pic>
              <p:nvPicPr>
                <p:cNvPr id="83" name="Ink 82">
                  <a:extLst>
                    <a:ext uri="{FF2B5EF4-FFF2-40B4-BE49-F238E27FC236}">
                      <a16:creationId xmlns:a16="http://schemas.microsoft.com/office/drawing/2014/main" id="{D1D05731-A680-8B8B-100E-8642FA04FF2D}"/>
                    </a:ext>
                  </a:extLst>
                </p:cNvPr>
                <p:cNvPicPr/>
                <p:nvPr/>
              </p:nvPicPr>
              <p:blipFill>
                <a:blip r:embed="rId147"/>
                <a:stretch>
                  <a:fillRect/>
                </a:stretch>
              </p:blipFill>
              <p:spPr>
                <a:xfrm>
                  <a:off x="10172985" y="3602175"/>
                  <a:ext cx="460440" cy="5331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4" name="Ink 83">
                  <a:extLst>
                    <a:ext uri="{FF2B5EF4-FFF2-40B4-BE49-F238E27FC236}">
                      <a16:creationId xmlns:a16="http://schemas.microsoft.com/office/drawing/2014/main" id="{3AA435A4-ABC2-5463-E4F5-3EF3A8956F8E}"/>
                    </a:ext>
                  </a:extLst>
                </p14:cNvPr>
                <p14:cNvContentPartPr/>
                <p14:nvPr/>
              </p14:nvContentPartPr>
              <p14:xfrm>
                <a:off x="10769145" y="3883335"/>
                <a:ext cx="47160" cy="60120"/>
              </p14:xfrm>
            </p:contentPart>
          </mc:Choice>
          <mc:Fallback xmlns="">
            <p:pic>
              <p:nvPicPr>
                <p:cNvPr id="84" name="Ink 83">
                  <a:extLst>
                    <a:ext uri="{FF2B5EF4-FFF2-40B4-BE49-F238E27FC236}">
                      <a16:creationId xmlns:a16="http://schemas.microsoft.com/office/drawing/2014/main" id="{3AA435A4-ABC2-5463-E4F5-3EF3A8956F8E}"/>
                    </a:ext>
                  </a:extLst>
                </p:cNvPr>
                <p:cNvPicPr/>
                <p:nvPr/>
              </p:nvPicPr>
              <p:blipFill>
                <a:blip r:embed="rId149"/>
                <a:stretch>
                  <a:fillRect/>
                </a:stretch>
              </p:blipFill>
              <p:spPr>
                <a:xfrm>
                  <a:off x="10760505" y="3874695"/>
                  <a:ext cx="6480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5" name="Ink 84">
                  <a:extLst>
                    <a:ext uri="{FF2B5EF4-FFF2-40B4-BE49-F238E27FC236}">
                      <a16:creationId xmlns:a16="http://schemas.microsoft.com/office/drawing/2014/main" id="{25E81171-2D96-2A5E-C6F1-89347034735B}"/>
                    </a:ext>
                  </a:extLst>
                </p14:cNvPr>
                <p14:cNvContentPartPr/>
                <p14:nvPr/>
              </p14:nvContentPartPr>
              <p14:xfrm>
                <a:off x="10757625" y="3583815"/>
                <a:ext cx="334080" cy="521640"/>
              </p14:xfrm>
            </p:contentPart>
          </mc:Choice>
          <mc:Fallback xmlns="">
            <p:pic>
              <p:nvPicPr>
                <p:cNvPr id="85" name="Ink 84">
                  <a:extLst>
                    <a:ext uri="{FF2B5EF4-FFF2-40B4-BE49-F238E27FC236}">
                      <a16:creationId xmlns:a16="http://schemas.microsoft.com/office/drawing/2014/main" id="{25E81171-2D96-2A5E-C6F1-89347034735B}"/>
                    </a:ext>
                  </a:extLst>
                </p:cNvPr>
                <p:cNvPicPr/>
                <p:nvPr/>
              </p:nvPicPr>
              <p:blipFill>
                <a:blip r:embed="rId151"/>
                <a:stretch>
                  <a:fillRect/>
                </a:stretch>
              </p:blipFill>
              <p:spPr>
                <a:xfrm>
                  <a:off x="10748625" y="3575175"/>
                  <a:ext cx="351720" cy="5392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6" name="Ink 85">
                  <a:extLst>
                    <a:ext uri="{FF2B5EF4-FFF2-40B4-BE49-F238E27FC236}">
                      <a16:creationId xmlns:a16="http://schemas.microsoft.com/office/drawing/2014/main" id="{DF80A1DC-686A-798C-CC1E-52AACCE6F998}"/>
                    </a:ext>
                  </a:extLst>
                </p14:cNvPr>
                <p14:cNvContentPartPr/>
                <p14:nvPr/>
              </p14:nvContentPartPr>
              <p14:xfrm>
                <a:off x="10562145" y="3906015"/>
                <a:ext cx="83880" cy="195840"/>
              </p14:xfrm>
            </p:contentPart>
          </mc:Choice>
          <mc:Fallback xmlns="">
            <p:pic>
              <p:nvPicPr>
                <p:cNvPr id="86" name="Ink 85">
                  <a:extLst>
                    <a:ext uri="{FF2B5EF4-FFF2-40B4-BE49-F238E27FC236}">
                      <a16:creationId xmlns:a16="http://schemas.microsoft.com/office/drawing/2014/main" id="{DF80A1DC-686A-798C-CC1E-52AACCE6F998}"/>
                    </a:ext>
                  </a:extLst>
                </p:cNvPr>
                <p:cNvPicPr/>
                <p:nvPr/>
              </p:nvPicPr>
              <p:blipFill>
                <a:blip r:embed="rId153"/>
                <a:stretch>
                  <a:fillRect/>
                </a:stretch>
              </p:blipFill>
              <p:spPr>
                <a:xfrm>
                  <a:off x="10553505" y="3897375"/>
                  <a:ext cx="10152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7" name="Ink 86">
                  <a:extLst>
                    <a:ext uri="{FF2B5EF4-FFF2-40B4-BE49-F238E27FC236}">
                      <a16:creationId xmlns:a16="http://schemas.microsoft.com/office/drawing/2014/main" id="{8F4EF81A-47DD-4242-629E-BC09BD47D35F}"/>
                    </a:ext>
                  </a:extLst>
                </p14:cNvPr>
                <p14:cNvContentPartPr/>
                <p14:nvPr/>
              </p14:nvContentPartPr>
              <p14:xfrm>
                <a:off x="10893705" y="3789735"/>
                <a:ext cx="17640" cy="18720"/>
              </p14:xfrm>
            </p:contentPart>
          </mc:Choice>
          <mc:Fallback xmlns="">
            <p:pic>
              <p:nvPicPr>
                <p:cNvPr id="87" name="Ink 86">
                  <a:extLst>
                    <a:ext uri="{FF2B5EF4-FFF2-40B4-BE49-F238E27FC236}">
                      <a16:creationId xmlns:a16="http://schemas.microsoft.com/office/drawing/2014/main" id="{8F4EF81A-47DD-4242-629E-BC09BD47D35F}"/>
                    </a:ext>
                  </a:extLst>
                </p:cNvPr>
                <p:cNvPicPr/>
                <p:nvPr/>
              </p:nvPicPr>
              <p:blipFill>
                <a:blip r:embed="rId155"/>
                <a:stretch>
                  <a:fillRect/>
                </a:stretch>
              </p:blipFill>
              <p:spPr>
                <a:xfrm>
                  <a:off x="10885065" y="3781095"/>
                  <a:ext cx="3528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8" name="Ink 87">
                  <a:extLst>
                    <a:ext uri="{FF2B5EF4-FFF2-40B4-BE49-F238E27FC236}">
                      <a16:creationId xmlns:a16="http://schemas.microsoft.com/office/drawing/2014/main" id="{984AC9DF-4E83-1198-1DE7-7A4BAD4493C5}"/>
                    </a:ext>
                  </a:extLst>
                </p14:cNvPr>
                <p14:cNvContentPartPr/>
                <p14:nvPr/>
              </p14:nvContentPartPr>
              <p14:xfrm>
                <a:off x="11108265" y="3853815"/>
                <a:ext cx="470520" cy="401400"/>
              </p14:xfrm>
            </p:contentPart>
          </mc:Choice>
          <mc:Fallback xmlns="">
            <p:pic>
              <p:nvPicPr>
                <p:cNvPr id="88" name="Ink 87">
                  <a:extLst>
                    <a:ext uri="{FF2B5EF4-FFF2-40B4-BE49-F238E27FC236}">
                      <a16:creationId xmlns:a16="http://schemas.microsoft.com/office/drawing/2014/main" id="{984AC9DF-4E83-1198-1DE7-7A4BAD4493C5}"/>
                    </a:ext>
                  </a:extLst>
                </p:cNvPr>
                <p:cNvPicPr/>
                <p:nvPr/>
              </p:nvPicPr>
              <p:blipFill>
                <a:blip r:embed="rId157"/>
                <a:stretch>
                  <a:fillRect/>
                </a:stretch>
              </p:blipFill>
              <p:spPr>
                <a:xfrm>
                  <a:off x="11099265" y="3845175"/>
                  <a:ext cx="488160" cy="4190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9" name="Ink 88">
                  <a:extLst>
                    <a:ext uri="{FF2B5EF4-FFF2-40B4-BE49-F238E27FC236}">
                      <a16:creationId xmlns:a16="http://schemas.microsoft.com/office/drawing/2014/main" id="{2A96A6D3-16A9-7683-CA70-A7F4E49750ED}"/>
                    </a:ext>
                  </a:extLst>
                </p14:cNvPr>
                <p14:cNvContentPartPr/>
                <p14:nvPr/>
              </p14:nvContentPartPr>
              <p14:xfrm>
                <a:off x="11770305" y="3920415"/>
                <a:ext cx="39240" cy="15840"/>
              </p14:xfrm>
            </p:contentPart>
          </mc:Choice>
          <mc:Fallback xmlns="">
            <p:pic>
              <p:nvPicPr>
                <p:cNvPr id="89" name="Ink 88">
                  <a:extLst>
                    <a:ext uri="{FF2B5EF4-FFF2-40B4-BE49-F238E27FC236}">
                      <a16:creationId xmlns:a16="http://schemas.microsoft.com/office/drawing/2014/main" id="{2A96A6D3-16A9-7683-CA70-A7F4E49750ED}"/>
                    </a:ext>
                  </a:extLst>
                </p:cNvPr>
                <p:cNvPicPr/>
                <p:nvPr/>
              </p:nvPicPr>
              <p:blipFill>
                <a:blip r:embed="rId159"/>
                <a:stretch>
                  <a:fillRect/>
                </a:stretch>
              </p:blipFill>
              <p:spPr>
                <a:xfrm>
                  <a:off x="11761665" y="3911775"/>
                  <a:ext cx="568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F169F651-8B41-8F60-0314-DF639F03BCDD}"/>
                    </a:ext>
                  </a:extLst>
                </p14:cNvPr>
                <p14:cNvContentPartPr/>
                <p14:nvPr/>
              </p14:nvContentPartPr>
              <p14:xfrm>
                <a:off x="8890305" y="4332975"/>
                <a:ext cx="527040" cy="894240"/>
              </p14:xfrm>
            </p:contentPart>
          </mc:Choice>
          <mc:Fallback xmlns="">
            <p:pic>
              <p:nvPicPr>
                <p:cNvPr id="97" name="Ink 96">
                  <a:extLst>
                    <a:ext uri="{FF2B5EF4-FFF2-40B4-BE49-F238E27FC236}">
                      <a16:creationId xmlns:a16="http://schemas.microsoft.com/office/drawing/2014/main" id="{F169F651-8B41-8F60-0314-DF639F03BCDD}"/>
                    </a:ext>
                  </a:extLst>
                </p:cNvPr>
                <p:cNvPicPr/>
                <p:nvPr/>
              </p:nvPicPr>
              <p:blipFill>
                <a:blip r:embed="rId161"/>
                <a:stretch>
                  <a:fillRect/>
                </a:stretch>
              </p:blipFill>
              <p:spPr>
                <a:xfrm>
                  <a:off x="8881665" y="4323975"/>
                  <a:ext cx="544680" cy="9118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C80C011C-21C6-B8E8-ECC6-EEB1CB331325}"/>
                    </a:ext>
                  </a:extLst>
                </p14:cNvPr>
                <p14:cNvContentPartPr/>
                <p14:nvPr/>
              </p14:nvContentPartPr>
              <p14:xfrm>
                <a:off x="9477105" y="4608735"/>
                <a:ext cx="415800" cy="382320"/>
              </p14:xfrm>
            </p:contentPart>
          </mc:Choice>
          <mc:Fallback xmlns="">
            <p:pic>
              <p:nvPicPr>
                <p:cNvPr id="101" name="Ink 100">
                  <a:extLst>
                    <a:ext uri="{FF2B5EF4-FFF2-40B4-BE49-F238E27FC236}">
                      <a16:creationId xmlns:a16="http://schemas.microsoft.com/office/drawing/2014/main" id="{C80C011C-21C6-B8E8-ECC6-EEB1CB331325}"/>
                    </a:ext>
                  </a:extLst>
                </p:cNvPr>
                <p:cNvPicPr/>
                <p:nvPr/>
              </p:nvPicPr>
              <p:blipFill>
                <a:blip r:embed="rId163"/>
                <a:stretch>
                  <a:fillRect/>
                </a:stretch>
              </p:blipFill>
              <p:spPr>
                <a:xfrm>
                  <a:off x="9468465" y="4600095"/>
                  <a:ext cx="43344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91356676-7A3A-59A1-87F0-0A751DB42E97}"/>
                    </a:ext>
                  </a:extLst>
                </p14:cNvPr>
                <p14:cNvContentPartPr/>
                <p14:nvPr/>
              </p14:nvContentPartPr>
              <p14:xfrm>
                <a:off x="9883545" y="4561215"/>
                <a:ext cx="737280" cy="315360"/>
              </p14:xfrm>
            </p:contentPart>
          </mc:Choice>
          <mc:Fallback xmlns="">
            <p:pic>
              <p:nvPicPr>
                <p:cNvPr id="102" name="Ink 101">
                  <a:extLst>
                    <a:ext uri="{FF2B5EF4-FFF2-40B4-BE49-F238E27FC236}">
                      <a16:creationId xmlns:a16="http://schemas.microsoft.com/office/drawing/2014/main" id="{91356676-7A3A-59A1-87F0-0A751DB42E97}"/>
                    </a:ext>
                  </a:extLst>
                </p:cNvPr>
                <p:cNvPicPr/>
                <p:nvPr/>
              </p:nvPicPr>
              <p:blipFill>
                <a:blip r:embed="rId165"/>
                <a:stretch>
                  <a:fillRect/>
                </a:stretch>
              </p:blipFill>
              <p:spPr>
                <a:xfrm>
                  <a:off x="9874905" y="4552575"/>
                  <a:ext cx="75492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3" name="Ink 102">
                  <a:extLst>
                    <a:ext uri="{FF2B5EF4-FFF2-40B4-BE49-F238E27FC236}">
                      <a16:creationId xmlns:a16="http://schemas.microsoft.com/office/drawing/2014/main" id="{D7FD8A37-6BC5-B51F-1D0F-5C05763D3AA3}"/>
                    </a:ext>
                  </a:extLst>
                </p14:cNvPr>
                <p14:cNvContentPartPr/>
                <p14:nvPr/>
              </p14:nvContentPartPr>
              <p14:xfrm>
                <a:off x="10907025" y="4506855"/>
                <a:ext cx="138600" cy="253440"/>
              </p14:xfrm>
            </p:contentPart>
          </mc:Choice>
          <mc:Fallback xmlns="">
            <p:pic>
              <p:nvPicPr>
                <p:cNvPr id="103" name="Ink 102">
                  <a:extLst>
                    <a:ext uri="{FF2B5EF4-FFF2-40B4-BE49-F238E27FC236}">
                      <a16:creationId xmlns:a16="http://schemas.microsoft.com/office/drawing/2014/main" id="{D7FD8A37-6BC5-B51F-1D0F-5C05763D3AA3}"/>
                    </a:ext>
                  </a:extLst>
                </p:cNvPr>
                <p:cNvPicPr/>
                <p:nvPr/>
              </p:nvPicPr>
              <p:blipFill>
                <a:blip r:embed="rId167"/>
                <a:stretch>
                  <a:fillRect/>
                </a:stretch>
              </p:blipFill>
              <p:spPr>
                <a:xfrm>
                  <a:off x="10898025" y="4498215"/>
                  <a:ext cx="15624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4" name="Ink 103">
                  <a:extLst>
                    <a:ext uri="{FF2B5EF4-FFF2-40B4-BE49-F238E27FC236}">
                      <a16:creationId xmlns:a16="http://schemas.microsoft.com/office/drawing/2014/main" id="{A307934E-3CAF-2A45-BB6E-A9A9028905B4}"/>
                    </a:ext>
                  </a:extLst>
                </p14:cNvPr>
                <p14:cNvContentPartPr/>
                <p14:nvPr/>
              </p14:nvContentPartPr>
              <p14:xfrm>
                <a:off x="11335065" y="4622055"/>
                <a:ext cx="11880" cy="25920"/>
              </p14:xfrm>
            </p:contentPart>
          </mc:Choice>
          <mc:Fallback xmlns="">
            <p:pic>
              <p:nvPicPr>
                <p:cNvPr id="104" name="Ink 103">
                  <a:extLst>
                    <a:ext uri="{FF2B5EF4-FFF2-40B4-BE49-F238E27FC236}">
                      <a16:creationId xmlns:a16="http://schemas.microsoft.com/office/drawing/2014/main" id="{A307934E-3CAF-2A45-BB6E-A9A9028905B4}"/>
                    </a:ext>
                  </a:extLst>
                </p:cNvPr>
                <p:cNvPicPr/>
                <p:nvPr/>
              </p:nvPicPr>
              <p:blipFill>
                <a:blip r:embed="rId169"/>
                <a:stretch>
                  <a:fillRect/>
                </a:stretch>
              </p:blipFill>
              <p:spPr>
                <a:xfrm>
                  <a:off x="11326065" y="4613415"/>
                  <a:ext cx="295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5" name="Ink 104">
                  <a:extLst>
                    <a:ext uri="{FF2B5EF4-FFF2-40B4-BE49-F238E27FC236}">
                      <a16:creationId xmlns:a16="http://schemas.microsoft.com/office/drawing/2014/main" id="{F720DB2F-0646-2C92-101C-517BD9266B45}"/>
                    </a:ext>
                  </a:extLst>
                </p14:cNvPr>
                <p14:cNvContentPartPr/>
                <p14:nvPr/>
              </p14:nvContentPartPr>
              <p14:xfrm>
                <a:off x="11114385" y="4236495"/>
                <a:ext cx="465840" cy="720360"/>
              </p14:xfrm>
            </p:contentPart>
          </mc:Choice>
          <mc:Fallback xmlns="">
            <p:pic>
              <p:nvPicPr>
                <p:cNvPr id="105" name="Ink 104">
                  <a:extLst>
                    <a:ext uri="{FF2B5EF4-FFF2-40B4-BE49-F238E27FC236}">
                      <a16:creationId xmlns:a16="http://schemas.microsoft.com/office/drawing/2014/main" id="{F720DB2F-0646-2C92-101C-517BD9266B45}"/>
                    </a:ext>
                  </a:extLst>
                </p:cNvPr>
                <p:cNvPicPr/>
                <p:nvPr/>
              </p:nvPicPr>
              <p:blipFill>
                <a:blip r:embed="rId171"/>
                <a:stretch>
                  <a:fillRect/>
                </a:stretch>
              </p:blipFill>
              <p:spPr>
                <a:xfrm>
                  <a:off x="11105385" y="4227495"/>
                  <a:ext cx="483480" cy="7380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1E0785C1-98BE-7A09-175C-D0E12FFF20AC}"/>
                    </a:ext>
                  </a:extLst>
                </p14:cNvPr>
                <p14:cNvContentPartPr/>
                <p14:nvPr/>
              </p14:nvContentPartPr>
              <p14:xfrm>
                <a:off x="11819625" y="4747695"/>
                <a:ext cx="84960" cy="33120"/>
              </p14:xfrm>
            </p:contentPart>
          </mc:Choice>
          <mc:Fallback xmlns="">
            <p:pic>
              <p:nvPicPr>
                <p:cNvPr id="106" name="Ink 105">
                  <a:extLst>
                    <a:ext uri="{FF2B5EF4-FFF2-40B4-BE49-F238E27FC236}">
                      <a16:creationId xmlns:a16="http://schemas.microsoft.com/office/drawing/2014/main" id="{1E0785C1-98BE-7A09-175C-D0E12FFF20AC}"/>
                    </a:ext>
                  </a:extLst>
                </p:cNvPr>
                <p:cNvPicPr/>
                <p:nvPr/>
              </p:nvPicPr>
              <p:blipFill>
                <a:blip r:embed="rId173"/>
                <a:stretch>
                  <a:fillRect/>
                </a:stretch>
              </p:blipFill>
              <p:spPr>
                <a:xfrm>
                  <a:off x="11810625" y="4738695"/>
                  <a:ext cx="1026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4" name="Ink 123">
                  <a:extLst>
                    <a:ext uri="{FF2B5EF4-FFF2-40B4-BE49-F238E27FC236}">
                      <a16:creationId xmlns:a16="http://schemas.microsoft.com/office/drawing/2014/main" id="{AA723C7C-6622-634A-913C-3AACE1BFA8E6}"/>
                    </a:ext>
                  </a:extLst>
                </p14:cNvPr>
                <p14:cNvContentPartPr/>
                <p14:nvPr/>
              </p14:nvContentPartPr>
              <p14:xfrm>
                <a:off x="1674465" y="3841215"/>
                <a:ext cx="1253880" cy="446040"/>
              </p14:xfrm>
            </p:contentPart>
          </mc:Choice>
          <mc:Fallback xmlns="">
            <p:pic>
              <p:nvPicPr>
                <p:cNvPr id="124" name="Ink 123">
                  <a:extLst>
                    <a:ext uri="{FF2B5EF4-FFF2-40B4-BE49-F238E27FC236}">
                      <a16:creationId xmlns:a16="http://schemas.microsoft.com/office/drawing/2014/main" id="{AA723C7C-6622-634A-913C-3AACE1BFA8E6}"/>
                    </a:ext>
                  </a:extLst>
                </p:cNvPr>
                <p:cNvPicPr/>
                <p:nvPr/>
              </p:nvPicPr>
              <p:blipFill>
                <a:blip r:embed="rId175"/>
                <a:stretch>
                  <a:fillRect/>
                </a:stretch>
              </p:blipFill>
              <p:spPr>
                <a:xfrm>
                  <a:off x="1665825" y="3832575"/>
                  <a:ext cx="1271520" cy="4636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5" name="Ink 124">
                  <a:extLst>
                    <a:ext uri="{FF2B5EF4-FFF2-40B4-BE49-F238E27FC236}">
                      <a16:creationId xmlns:a16="http://schemas.microsoft.com/office/drawing/2014/main" id="{96158902-435F-7575-BED6-C7F2FF301D08}"/>
                    </a:ext>
                  </a:extLst>
                </p14:cNvPr>
                <p14:cNvContentPartPr/>
                <p14:nvPr/>
              </p14:nvContentPartPr>
              <p14:xfrm>
                <a:off x="1840425" y="4083135"/>
                <a:ext cx="1187640" cy="414360"/>
              </p14:xfrm>
            </p:contentPart>
          </mc:Choice>
          <mc:Fallback xmlns="">
            <p:pic>
              <p:nvPicPr>
                <p:cNvPr id="125" name="Ink 124">
                  <a:extLst>
                    <a:ext uri="{FF2B5EF4-FFF2-40B4-BE49-F238E27FC236}">
                      <a16:creationId xmlns:a16="http://schemas.microsoft.com/office/drawing/2014/main" id="{96158902-435F-7575-BED6-C7F2FF301D08}"/>
                    </a:ext>
                  </a:extLst>
                </p:cNvPr>
                <p:cNvPicPr/>
                <p:nvPr/>
              </p:nvPicPr>
              <p:blipFill>
                <a:blip r:embed="rId177"/>
                <a:stretch>
                  <a:fillRect/>
                </a:stretch>
              </p:blipFill>
              <p:spPr>
                <a:xfrm>
                  <a:off x="1831785" y="4074135"/>
                  <a:ext cx="120528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5" name="Ink 94">
                  <a:extLst>
                    <a:ext uri="{FF2B5EF4-FFF2-40B4-BE49-F238E27FC236}">
                      <a16:creationId xmlns:a16="http://schemas.microsoft.com/office/drawing/2014/main" id="{64F56512-9E0C-2E92-F502-D3E0BA2C5ED4}"/>
                    </a:ext>
                  </a:extLst>
                </p14:cNvPr>
                <p14:cNvContentPartPr/>
                <p14:nvPr/>
              </p14:nvContentPartPr>
              <p14:xfrm>
                <a:off x="6517185" y="4779375"/>
                <a:ext cx="58680" cy="174240"/>
              </p14:xfrm>
            </p:contentPart>
          </mc:Choice>
          <mc:Fallback xmlns="">
            <p:pic>
              <p:nvPicPr>
                <p:cNvPr id="95" name="Ink 94">
                  <a:extLst>
                    <a:ext uri="{FF2B5EF4-FFF2-40B4-BE49-F238E27FC236}">
                      <a16:creationId xmlns:a16="http://schemas.microsoft.com/office/drawing/2014/main" id="{64F56512-9E0C-2E92-F502-D3E0BA2C5ED4}"/>
                    </a:ext>
                  </a:extLst>
                </p:cNvPr>
                <p:cNvPicPr/>
                <p:nvPr/>
              </p:nvPicPr>
              <p:blipFill>
                <a:blip r:embed="rId179"/>
                <a:stretch>
                  <a:fillRect/>
                </a:stretch>
              </p:blipFill>
              <p:spPr>
                <a:xfrm>
                  <a:off x="6508545" y="4770735"/>
                  <a:ext cx="763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6" name="Ink 95">
                  <a:extLst>
                    <a:ext uri="{FF2B5EF4-FFF2-40B4-BE49-F238E27FC236}">
                      <a16:creationId xmlns:a16="http://schemas.microsoft.com/office/drawing/2014/main" id="{9708C89C-E81C-B9BF-590C-54B4E661987A}"/>
                    </a:ext>
                  </a:extLst>
                </p14:cNvPr>
                <p14:cNvContentPartPr/>
                <p14:nvPr/>
              </p14:nvContentPartPr>
              <p14:xfrm>
                <a:off x="6538785" y="5014095"/>
                <a:ext cx="111240" cy="126000"/>
              </p14:xfrm>
            </p:contentPart>
          </mc:Choice>
          <mc:Fallback xmlns="">
            <p:pic>
              <p:nvPicPr>
                <p:cNvPr id="96" name="Ink 95">
                  <a:extLst>
                    <a:ext uri="{FF2B5EF4-FFF2-40B4-BE49-F238E27FC236}">
                      <a16:creationId xmlns:a16="http://schemas.microsoft.com/office/drawing/2014/main" id="{9708C89C-E81C-B9BF-590C-54B4E661987A}"/>
                    </a:ext>
                  </a:extLst>
                </p:cNvPr>
                <p:cNvPicPr/>
                <p:nvPr/>
              </p:nvPicPr>
              <p:blipFill>
                <a:blip r:embed="rId181"/>
                <a:stretch>
                  <a:fillRect/>
                </a:stretch>
              </p:blipFill>
              <p:spPr>
                <a:xfrm>
                  <a:off x="6530145" y="5005095"/>
                  <a:ext cx="1288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3" name="Ink 92">
                  <a:extLst>
                    <a:ext uri="{FF2B5EF4-FFF2-40B4-BE49-F238E27FC236}">
                      <a16:creationId xmlns:a16="http://schemas.microsoft.com/office/drawing/2014/main" id="{3AFCFCEF-8033-198A-469A-3E01D6EB90F1}"/>
                    </a:ext>
                  </a:extLst>
                </p14:cNvPr>
                <p14:cNvContentPartPr/>
                <p14:nvPr/>
              </p14:nvContentPartPr>
              <p14:xfrm>
                <a:off x="3273945" y="5124255"/>
                <a:ext cx="461520" cy="609480"/>
              </p14:xfrm>
            </p:contentPart>
          </mc:Choice>
          <mc:Fallback xmlns="">
            <p:pic>
              <p:nvPicPr>
                <p:cNvPr id="93" name="Ink 92">
                  <a:extLst>
                    <a:ext uri="{FF2B5EF4-FFF2-40B4-BE49-F238E27FC236}">
                      <a16:creationId xmlns:a16="http://schemas.microsoft.com/office/drawing/2014/main" id="{3AFCFCEF-8033-198A-469A-3E01D6EB90F1}"/>
                    </a:ext>
                  </a:extLst>
                </p:cNvPr>
                <p:cNvPicPr/>
                <p:nvPr/>
              </p:nvPicPr>
              <p:blipFill>
                <a:blip r:embed="rId183"/>
                <a:stretch>
                  <a:fillRect/>
                </a:stretch>
              </p:blipFill>
              <p:spPr>
                <a:xfrm>
                  <a:off x="3264945" y="5115255"/>
                  <a:ext cx="479160" cy="6271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4" name="Ink 93">
                  <a:extLst>
                    <a:ext uri="{FF2B5EF4-FFF2-40B4-BE49-F238E27FC236}">
                      <a16:creationId xmlns:a16="http://schemas.microsoft.com/office/drawing/2014/main" id="{AF13A87B-05E1-ECFC-67D7-3615E8A9FEB3}"/>
                    </a:ext>
                  </a:extLst>
                </p14:cNvPr>
                <p14:cNvContentPartPr/>
                <p14:nvPr/>
              </p14:nvContentPartPr>
              <p14:xfrm>
                <a:off x="3962625" y="5385255"/>
                <a:ext cx="10440" cy="259560"/>
              </p14:xfrm>
            </p:contentPart>
          </mc:Choice>
          <mc:Fallback xmlns="">
            <p:pic>
              <p:nvPicPr>
                <p:cNvPr id="94" name="Ink 93">
                  <a:extLst>
                    <a:ext uri="{FF2B5EF4-FFF2-40B4-BE49-F238E27FC236}">
                      <a16:creationId xmlns:a16="http://schemas.microsoft.com/office/drawing/2014/main" id="{AF13A87B-05E1-ECFC-67D7-3615E8A9FEB3}"/>
                    </a:ext>
                  </a:extLst>
                </p:cNvPr>
                <p:cNvPicPr/>
                <p:nvPr/>
              </p:nvPicPr>
              <p:blipFill>
                <a:blip r:embed="rId185"/>
                <a:stretch>
                  <a:fillRect/>
                </a:stretch>
              </p:blipFill>
              <p:spPr>
                <a:xfrm>
                  <a:off x="3953625" y="5376615"/>
                  <a:ext cx="2808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08" name="Ink 107">
                  <a:extLst>
                    <a:ext uri="{FF2B5EF4-FFF2-40B4-BE49-F238E27FC236}">
                      <a16:creationId xmlns:a16="http://schemas.microsoft.com/office/drawing/2014/main" id="{AB834CCE-7B89-2117-F7CE-FAB252F92F0B}"/>
                    </a:ext>
                  </a:extLst>
                </p14:cNvPr>
                <p14:cNvContentPartPr/>
                <p14:nvPr/>
              </p14:nvContentPartPr>
              <p14:xfrm>
                <a:off x="2803425" y="6112815"/>
                <a:ext cx="518040" cy="64080"/>
              </p14:xfrm>
            </p:contentPart>
          </mc:Choice>
          <mc:Fallback xmlns="">
            <p:pic>
              <p:nvPicPr>
                <p:cNvPr id="108" name="Ink 107">
                  <a:extLst>
                    <a:ext uri="{FF2B5EF4-FFF2-40B4-BE49-F238E27FC236}">
                      <a16:creationId xmlns:a16="http://schemas.microsoft.com/office/drawing/2014/main" id="{AB834CCE-7B89-2117-F7CE-FAB252F92F0B}"/>
                    </a:ext>
                  </a:extLst>
                </p:cNvPr>
                <p:cNvPicPr/>
                <p:nvPr/>
              </p:nvPicPr>
              <p:blipFill>
                <a:blip r:embed="rId187"/>
                <a:stretch>
                  <a:fillRect/>
                </a:stretch>
              </p:blipFill>
              <p:spPr>
                <a:xfrm>
                  <a:off x="2794785" y="6103815"/>
                  <a:ext cx="53568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09" name="Ink 108">
                  <a:extLst>
                    <a:ext uri="{FF2B5EF4-FFF2-40B4-BE49-F238E27FC236}">
                      <a16:creationId xmlns:a16="http://schemas.microsoft.com/office/drawing/2014/main" id="{7B73C566-6986-8072-AEB2-6ADE045DD2BC}"/>
                    </a:ext>
                  </a:extLst>
                </p14:cNvPr>
                <p14:cNvContentPartPr/>
                <p14:nvPr/>
              </p14:nvContentPartPr>
              <p14:xfrm>
                <a:off x="3161265" y="5899695"/>
                <a:ext cx="193680" cy="539640"/>
              </p14:xfrm>
            </p:contentPart>
          </mc:Choice>
          <mc:Fallback xmlns="">
            <p:pic>
              <p:nvPicPr>
                <p:cNvPr id="109" name="Ink 108">
                  <a:extLst>
                    <a:ext uri="{FF2B5EF4-FFF2-40B4-BE49-F238E27FC236}">
                      <a16:creationId xmlns:a16="http://schemas.microsoft.com/office/drawing/2014/main" id="{7B73C566-6986-8072-AEB2-6ADE045DD2BC}"/>
                    </a:ext>
                  </a:extLst>
                </p:cNvPr>
                <p:cNvPicPr/>
                <p:nvPr/>
              </p:nvPicPr>
              <p:blipFill>
                <a:blip r:embed="rId189"/>
                <a:stretch>
                  <a:fillRect/>
                </a:stretch>
              </p:blipFill>
              <p:spPr>
                <a:xfrm>
                  <a:off x="3152625" y="5890695"/>
                  <a:ext cx="21132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0" name="Ink 109">
                  <a:extLst>
                    <a:ext uri="{FF2B5EF4-FFF2-40B4-BE49-F238E27FC236}">
                      <a16:creationId xmlns:a16="http://schemas.microsoft.com/office/drawing/2014/main" id="{989B06DA-3192-CCB0-5C21-2A1F00B1AE84}"/>
                    </a:ext>
                  </a:extLst>
                </p14:cNvPr>
                <p14:cNvContentPartPr/>
                <p14:nvPr/>
              </p14:nvContentPartPr>
              <p14:xfrm>
                <a:off x="3817545" y="5940375"/>
                <a:ext cx="473400" cy="438480"/>
              </p14:xfrm>
            </p:contentPart>
          </mc:Choice>
          <mc:Fallback xmlns="">
            <p:pic>
              <p:nvPicPr>
                <p:cNvPr id="110" name="Ink 109">
                  <a:extLst>
                    <a:ext uri="{FF2B5EF4-FFF2-40B4-BE49-F238E27FC236}">
                      <a16:creationId xmlns:a16="http://schemas.microsoft.com/office/drawing/2014/main" id="{989B06DA-3192-CCB0-5C21-2A1F00B1AE84}"/>
                    </a:ext>
                  </a:extLst>
                </p:cNvPr>
                <p:cNvPicPr/>
                <p:nvPr/>
              </p:nvPicPr>
              <p:blipFill>
                <a:blip r:embed="rId191"/>
                <a:stretch>
                  <a:fillRect/>
                </a:stretch>
              </p:blipFill>
              <p:spPr>
                <a:xfrm>
                  <a:off x="3808905" y="5931375"/>
                  <a:ext cx="49104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2" name="Ink 111">
                  <a:extLst>
                    <a:ext uri="{FF2B5EF4-FFF2-40B4-BE49-F238E27FC236}">
                      <a16:creationId xmlns:a16="http://schemas.microsoft.com/office/drawing/2014/main" id="{99B25D90-E9DE-AF14-C90C-2979F8EBFC06}"/>
                    </a:ext>
                  </a:extLst>
                </p14:cNvPr>
                <p14:cNvContentPartPr/>
                <p14:nvPr/>
              </p14:nvContentPartPr>
              <p14:xfrm>
                <a:off x="3864345" y="5836335"/>
                <a:ext cx="322560" cy="114120"/>
              </p14:xfrm>
            </p:contentPart>
          </mc:Choice>
          <mc:Fallback xmlns="">
            <p:pic>
              <p:nvPicPr>
                <p:cNvPr id="112" name="Ink 111">
                  <a:extLst>
                    <a:ext uri="{FF2B5EF4-FFF2-40B4-BE49-F238E27FC236}">
                      <a16:creationId xmlns:a16="http://schemas.microsoft.com/office/drawing/2014/main" id="{99B25D90-E9DE-AF14-C90C-2979F8EBFC06}"/>
                    </a:ext>
                  </a:extLst>
                </p:cNvPr>
                <p:cNvPicPr/>
                <p:nvPr/>
              </p:nvPicPr>
              <p:blipFill>
                <a:blip r:embed="rId193"/>
                <a:stretch>
                  <a:fillRect/>
                </a:stretch>
              </p:blipFill>
              <p:spPr>
                <a:xfrm>
                  <a:off x="3855345" y="5827335"/>
                  <a:ext cx="3402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3" name="Ink 112">
                  <a:extLst>
                    <a:ext uri="{FF2B5EF4-FFF2-40B4-BE49-F238E27FC236}">
                      <a16:creationId xmlns:a16="http://schemas.microsoft.com/office/drawing/2014/main" id="{290F77B3-64E5-AEA0-5DA7-6CA62CD7348C}"/>
                    </a:ext>
                  </a:extLst>
                </p14:cNvPr>
                <p14:cNvContentPartPr/>
                <p14:nvPr/>
              </p14:nvContentPartPr>
              <p14:xfrm>
                <a:off x="3999345" y="6075735"/>
                <a:ext cx="168480" cy="51840"/>
              </p14:xfrm>
            </p:contentPart>
          </mc:Choice>
          <mc:Fallback xmlns="">
            <p:pic>
              <p:nvPicPr>
                <p:cNvPr id="113" name="Ink 112">
                  <a:extLst>
                    <a:ext uri="{FF2B5EF4-FFF2-40B4-BE49-F238E27FC236}">
                      <a16:creationId xmlns:a16="http://schemas.microsoft.com/office/drawing/2014/main" id="{290F77B3-64E5-AEA0-5DA7-6CA62CD7348C}"/>
                    </a:ext>
                  </a:extLst>
                </p:cNvPr>
                <p:cNvPicPr/>
                <p:nvPr/>
              </p:nvPicPr>
              <p:blipFill>
                <a:blip r:embed="rId195"/>
                <a:stretch>
                  <a:fillRect/>
                </a:stretch>
              </p:blipFill>
              <p:spPr>
                <a:xfrm>
                  <a:off x="3990345" y="6066735"/>
                  <a:ext cx="1861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4" name="Ink 113">
                  <a:extLst>
                    <a:ext uri="{FF2B5EF4-FFF2-40B4-BE49-F238E27FC236}">
                      <a16:creationId xmlns:a16="http://schemas.microsoft.com/office/drawing/2014/main" id="{190AB99A-AC17-0650-0A91-075DCDAFA974}"/>
                    </a:ext>
                  </a:extLst>
                </p14:cNvPr>
                <p14:cNvContentPartPr/>
                <p14:nvPr/>
              </p14:nvContentPartPr>
              <p14:xfrm>
                <a:off x="4447185" y="5914095"/>
                <a:ext cx="111240" cy="278280"/>
              </p14:xfrm>
            </p:contentPart>
          </mc:Choice>
          <mc:Fallback xmlns="">
            <p:pic>
              <p:nvPicPr>
                <p:cNvPr id="114" name="Ink 113">
                  <a:extLst>
                    <a:ext uri="{FF2B5EF4-FFF2-40B4-BE49-F238E27FC236}">
                      <a16:creationId xmlns:a16="http://schemas.microsoft.com/office/drawing/2014/main" id="{190AB99A-AC17-0650-0A91-075DCDAFA974}"/>
                    </a:ext>
                  </a:extLst>
                </p:cNvPr>
                <p:cNvPicPr/>
                <p:nvPr/>
              </p:nvPicPr>
              <p:blipFill>
                <a:blip r:embed="rId197"/>
                <a:stretch>
                  <a:fillRect/>
                </a:stretch>
              </p:blipFill>
              <p:spPr>
                <a:xfrm>
                  <a:off x="4438185" y="5905095"/>
                  <a:ext cx="12888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5" name="Ink 114">
                  <a:extLst>
                    <a:ext uri="{FF2B5EF4-FFF2-40B4-BE49-F238E27FC236}">
                      <a16:creationId xmlns:a16="http://schemas.microsoft.com/office/drawing/2014/main" id="{5F40B47F-9494-48D2-5C87-9C93D3D9D68F}"/>
                    </a:ext>
                  </a:extLst>
                </p14:cNvPr>
                <p14:cNvContentPartPr/>
                <p14:nvPr/>
              </p14:nvContentPartPr>
              <p14:xfrm>
                <a:off x="4682985" y="6035415"/>
                <a:ext cx="343440" cy="185400"/>
              </p14:xfrm>
            </p:contentPart>
          </mc:Choice>
          <mc:Fallback xmlns="">
            <p:pic>
              <p:nvPicPr>
                <p:cNvPr id="115" name="Ink 114">
                  <a:extLst>
                    <a:ext uri="{FF2B5EF4-FFF2-40B4-BE49-F238E27FC236}">
                      <a16:creationId xmlns:a16="http://schemas.microsoft.com/office/drawing/2014/main" id="{5F40B47F-9494-48D2-5C87-9C93D3D9D68F}"/>
                    </a:ext>
                  </a:extLst>
                </p:cNvPr>
                <p:cNvPicPr/>
                <p:nvPr/>
              </p:nvPicPr>
              <p:blipFill>
                <a:blip r:embed="rId199"/>
                <a:stretch>
                  <a:fillRect/>
                </a:stretch>
              </p:blipFill>
              <p:spPr>
                <a:xfrm>
                  <a:off x="4673985" y="6026775"/>
                  <a:ext cx="36108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6" name="Ink 115">
                  <a:extLst>
                    <a:ext uri="{FF2B5EF4-FFF2-40B4-BE49-F238E27FC236}">
                      <a16:creationId xmlns:a16="http://schemas.microsoft.com/office/drawing/2014/main" id="{B938C5D7-63DF-5F9A-6393-4297EEC62416}"/>
                    </a:ext>
                  </a:extLst>
                </p14:cNvPr>
                <p14:cNvContentPartPr/>
                <p14:nvPr/>
              </p14:nvContentPartPr>
              <p14:xfrm>
                <a:off x="5298945" y="5897535"/>
                <a:ext cx="40320" cy="138240"/>
              </p14:xfrm>
            </p:contentPart>
          </mc:Choice>
          <mc:Fallback xmlns="">
            <p:pic>
              <p:nvPicPr>
                <p:cNvPr id="116" name="Ink 115">
                  <a:extLst>
                    <a:ext uri="{FF2B5EF4-FFF2-40B4-BE49-F238E27FC236}">
                      <a16:creationId xmlns:a16="http://schemas.microsoft.com/office/drawing/2014/main" id="{B938C5D7-63DF-5F9A-6393-4297EEC62416}"/>
                    </a:ext>
                  </a:extLst>
                </p:cNvPr>
                <p:cNvPicPr/>
                <p:nvPr/>
              </p:nvPicPr>
              <p:blipFill>
                <a:blip r:embed="rId201"/>
                <a:stretch>
                  <a:fillRect/>
                </a:stretch>
              </p:blipFill>
              <p:spPr>
                <a:xfrm>
                  <a:off x="5289945" y="5888895"/>
                  <a:ext cx="5796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7" name="Ink 116">
                  <a:extLst>
                    <a:ext uri="{FF2B5EF4-FFF2-40B4-BE49-F238E27FC236}">
                      <a16:creationId xmlns:a16="http://schemas.microsoft.com/office/drawing/2014/main" id="{98334C47-D6D2-7670-58DC-3F9A883C945C}"/>
                    </a:ext>
                  </a:extLst>
                </p14:cNvPr>
                <p14:cNvContentPartPr/>
                <p14:nvPr/>
              </p14:nvContentPartPr>
              <p14:xfrm>
                <a:off x="5235945" y="5916975"/>
                <a:ext cx="217800" cy="111600"/>
              </p14:xfrm>
            </p:contentPart>
          </mc:Choice>
          <mc:Fallback xmlns="">
            <p:pic>
              <p:nvPicPr>
                <p:cNvPr id="117" name="Ink 116">
                  <a:extLst>
                    <a:ext uri="{FF2B5EF4-FFF2-40B4-BE49-F238E27FC236}">
                      <a16:creationId xmlns:a16="http://schemas.microsoft.com/office/drawing/2014/main" id="{98334C47-D6D2-7670-58DC-3F9A883C945C}"/>
                    </a:ext>
                  </a:extLst>
                </p:cNvPr>
                <p:cNvPicPr/>
                <p:nvPr/>
              </p:nvPicPr>
              <p:blipFill>
                <a:blip r:embed="rId203"/>
                <a:stretch>
                  <a:fillRect/>
                </a:stretch>
              </p:blipFill>
              <p:spPr>
                <a:xfrm>
                  <a:off x="5226945" y="5908335"/>
                  <a:ext cx="2354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8" name="Ink 117">
                  <a:extLst>
                    <a:ext uri="{FF2B5EF4-FFF2-40B4-BE49-F238E27FC236}">
                      <a16:creationId xmlns:a16="http://schemas.microsoft.com/office/drawing/2014/main" id="{874BF943-5988-38DA-2109-F4318BBDCE5F}"/>
                    </a:ext>
                  </a:extLst>
                </p14:cNvPr>
                <p14:cNvContentPartPr/>
                <p14:nvPr/>
              </p14:nvContentPartPr>
              <p14:xfrm>
                <a:off x="5539785" y="5673615"/>
                <a:ext cx="107640" cy="56880"/>
              </p14:xfrm>
            </p:contentPart>
          </mc:Choice>
          <mc:Fallback xmlns="">
            <p:pic>
              <p:nvPicPr>
                <p:cNvPr id="118" name="Ink 117">
                  <a:extLst>
                    <a:ext uri="{FF2B5EF4-FFF2-40B4-BE49-F238E27FC236}">
                      <a16:creationId xmlns:a16="http://schemas.microsoft.com/office/drawing/2014/main" id="{874BF943-5988-38DA-2109-F4318BBDCE5F}"/>
                    </a:ext>
                  </a:extLst>
                </p:cNvPr>
                <p:cNvPicPr/>
                <p:nvPr/>
              </p:nvPicPr>
              <p:blipFill>
                <a:blip r:embed="rId205"/>
                <a:stretch>
                  <a:fillRect/>
                </a:stretch>
              </p:blipFill>
              <p:spPr>
                <a:xfrm>
                  <a:off x="5531145" y="5664615"/>
                  <a:ext cx="1252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9" name="Ink 118">
                  <a:extLst>
                    <a:ext uri="{FF2B5EF4-FFF2-40B4-BE49-F238E27FC236}">
                      <a16:creationId xmlns:a16="http://schemas.microsoft.com/office/drawing/2014/main" id="{269917EC-B86B-9F93-CACB-CF6AFC4976C9}"/>
                    </a:ext>
                  </a:extLst>
                </p14:cNvPr>
                <p14:cNvContentPartPr/>
                <p14:nvPr/>
              </p14:nvContentPartPr>
              <p14:xfrm>
                <a:off x="5635185" y="5894655"/>
                <a:ext cx="177120" cy="123840"/>
              </p14:xfrm>
            </p:contentPart>
          </mc:Choice>
          <mc:Fallback xmlns="">
            <p:pic>
              <p:nvPicPr>
                <p:cNvPr id="119" name="Ink 118">
                  <a:extLst>
                    <a:ext uri="{FF2B5EF4-FFF2-40B4-BE49-F238E27FC236}">
                      <a16:creationId xmlns:a16="http://schemas.microsoft.com/office/drawing/2014/main" id="{269917EC-B86B-9F93-CACB-CF6AFC4976C9}"/>
                    </a:ext>
                  </a:extLst>
                </p:cNvPr>
                <p:cNvPicPr/>
                <p:nvPr/>
              </p:nvPicPr>
              <p:blipFill>
                <a:blip r:embed="rId207"/>
                <a:stretch>
                  <a:fillRect/>
                </a:stretch>
              </p:blipFill>
              <p:spPr>
                <a:xfrm>
                  <a:off x="5626185" y="5885655"/>
                  <a:ext cx="19476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0" name="Ink 119">
                  <a:extLst>
                    <a:ext uri="{FF2B5EF4-FFF2-40B4-BE49-F238E27FC236}">
                      <a16:creationId xmlns:a16="http://schemas.microsoft.com/office/drawing/2014/main" id="{FE14D343-CFE3-63E1-6DD7-98677EFE74EB}"/>
                    </a:ext>
                  </a:extLst>
                </p14:cNvPr>
                <p14:cNvContentPartPr/>
                <p14:nvPr/>
              </p14:nvContentPartPr>
              <p14:xfrm>
                <a:off x="6111465" y="5791695"/>
                <a:ext cx="268920" cy="67320"/>
              </p14:xfrm>
            </p:contentPart>
          </mc:Choice>
          <mc:Fallback xmlns="">
            <p:pic>
              <p:nvPicPr>
                <p:cNvPr id="120" name="Ink 119">
                  <a:extLst>
                    <a:ext uri="{FF2B5EF4-FFF2-40B4-BE49-F238E27FC236}">
                      <a16:creationId xmlns:a16="http://schemas.microsoft.com/office/drawing/2014/main" id="{FE14D343-CFE3-63E1-6DD7-98677EFE74EB}"/>
                    </a:ext>
                  </a:extLst>
                </p:cNvPr>
                <p:cNvPicPr/>
                <p:nvPr/>
              </p:nvPicPr>
              <p:blipFill>
                <a:blip r:embed="rId209"/>
                <a:stretch>
                  <a:fillRect/>
                </a:stretch>
              </p:blipFill>
              <p:spPr>
                <a:xfrm>
                  <a:off x="6102465" y="5783055"/>
                  <a:ext cx="2865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1" name="Ink 120">
                  <a:extLst>
                    <a:ext uri="{FF2B5EF4-FFF2-40B4-BE49-F238E27FC236}">
                      <a16:creationId xmlns:a16="http://schemas.microsoft.com/office/drawing/2014/main" id="{243BC489-669E-D551-C302-436F1F1A5E78}"/>
                    </a:ext>
                  </a:extLst>
                </p14:cNvPr>
                <p14:cNvContentPartPr/>
                <p14:nvPr/>
              </p14:nvContentPartPr>
              <p14:xfrm>
                <a:off x="6571185" y="5760375"/>
                <a:ext cx="1004040" cy="174600"/>
              </p14:xfrm>
            </p:contentPart>
          </mc:Choice>
          <mc:Fallback xmlns="">
            <p:pic>
              <p:nvPicPr>
                <p:cNvPr id="121" name="Ink 120">
                  <a:extLst>
                    <a:ext uri="{FF2B5EF4-FFF2-40B4-BE49-F238E27FC236}">
                      <a16:creationId xmlns:a16="http://schemas.microsoft.com/office/drawing/2014/main" id="{243BC489-669E-D551-C302-436F1F1A5E78}"/>
                    </a:ext>
                  </a:extLst>
                </p:cNvPr>
                <p:cNvPicPr/>
                <p:nvPr/>
              </p:nvPicPr>
              <p:blipFill>
                <a:blip r:embed="rId211"/>
                <a:stretch>
                  <a:fillRect/>
                </a:stretch>
              </p:blipFill>
              <p:spPr>
                <a:xfrm>
                  <a:off x="6562185" y="5751375"/>
                  <a:ext cx="10216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2" name="Ink 121">
                  <a:extLst>
                    <a:ext uri="{FF2B5EF4-FFF2-40B4-BE49-F238E27FC236}">
                      <a16:creationId xmlns:a16="http://schemas.microsoft.com/office/drawing/2014/main" id="{1AFBBD18-8286-1940-2EDA-74AEBD6195C9}"/>
                    </a:ext>
                  </a:extLst>
                </p14:cNvPr>
                <p14:cNvContentPartPr/>
                <p14:nvPr/>
              </p14:nvContentPartPr>
              <p14:xfrm>
                <a:off x="7511505" y="5748495"/>
                <a:ext cx="283680" cy="84600"/>
              </p14:xfrm>
            </p:contentPart>
          </mc:Choice>
          <mc:Fallback xmlns="">
            <p:pic>
              <p:nvPicPr>
                <p:cNvPr id="122" name="Ink 121">
                  <a:extLst>
                    <a:ext uri="{FF2B5EF4-FFF2-40B4-BE49-F238E27FC236}">
                      <a16:creationId xmlns:a16="http://schemas.microsoft.com/office/drawing/2014/main" id="{1AFBBD18-8286-1940-2EDA-74AEBD6195C9}"/>
                    </a:ext>
                  </a:extLst>
                </p:cNvPr>
                <p:cNvPicPr/>
                <p:nvPr/>
              </p:nvPicPr>
              <p:blipFill>
                <a:blip r:embed="rId213"/>
                <a:stretch>
                  <a:fillRect/>
                </a:stretch>
              </p:blipFill>
              <p:spPr>
                <a:xfrm>
                  <a:off x="7502865" y="5739855"/>
                  <a:ext cx="3013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91" name="Ink 90">
                  <a:extLst>
                    <a:ext uri="{FF2B5EF4-FFF2-40B4-BE49-F238E27FC236}">
                      <a16:creationId xmlns:a16="http://schemas.microsoft.com/office/drawing/2014/main" id="{2D318C85-9797-B99A-38BC-79EE6AECE264}"/>
                    </a:ext>
                  </a:extLst>
                </p14:cNvPr>
                <p14:cNvContentPartPr/>
                <p14:nvPr/>
              </p14:nvContentPartPr>
              <p14:xfrm>
                <a:off x="1649985" y="5682615"/>
                <a:ext cx="594000" cy="128880"/>
              </p14:xfrm>
            </p:contentPart>
          </mc:Choice>
          <mc:Fallback xmlns="">
            <p:pic>
              <p:nvPicPr>
                <p:cNvPr id="91" name="Ink 90">
                  <a:extLst>
                    <a:ext uri="{FF2B5EF4-FFF2-40B4-BE49-F238E27FC236}">
                      <a16:creationId xmlns:a16="http://schemas.microsoft.com/office/drawing/2014/main" id="{2D318C85-9797-B99A-38BC-79EE6AECE264}"/>
                    </a:ext>
                  </a:extLst>
                </p:cNvPr>
                <p:cNvPicPr/>
                <p:nvPr/>
              </p:nvPicPr>
              <p:blipFill>
                <a:blip r:embed="rId215"/>
                <a:stretch>
                  <a:fillRect/>
                </a:stretch>
              </p:blipFill>
              <p:spPr>
                <a:xfrm>
                  <a:off x="1640985" y="5673975"/>
                  <a:ext cx="6116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92" name="Ink 91">
                  <a:extLst>
                    <a:ext uri="{FF2B5EF4-FFF2-40B4-BE49-F238E27FC236}">
                      <a16:creationId xmlns:a16="http://schemas.microsoft.com/office/drawing/2014/main" id="{EFE35EF4-4A8D-B8E2-128E-A203E3480E13}"/>
                    </a:ext>
                  </a:extLst>
                </p14:cNvPr>
                <p14:cNvContentPartPr/>
                <p14:nvPr/>
              </p14:nvContentPartPr>
              <p14:xfrm>
                <a:off x="2426505" y="5231535"/>
                <a:ext cx="128160" cy="841680"/>
              </p14:xfrm>
            </p:contentPart>
          </mc:Choice>
          <mc:Fallback xmlns="">
            <p:pic>
              <p:nvPicPr>
                <p:cNvPr id="92" name="Ink 91">
                  <a:extLst>
                    <a:ext uri="{FF2B5EF4-FFF2-40B4-BE49-F238E27FC236}">
                      <a16:creationId xmlns:a16="http://schemas.microsoft.com/office/drawing/2014/main" id="{EFE35EF4-4A8D-B8E2-128E-A203E3480E13}"/>
                    </a:ext>
                  </a:extLst>
                </p:cNvPr>
                <p:cNvPicPr/>
                <p:nvPr/>
              </p:nvPicPr>
              <p:blipFill>
                <a:blip r:embed="rId217"/>
                <a:stretch>
                  <a:fillRect/>
                </a:stretch>
              </p:blipFill>
              <p:spPr>
                <a:xfrm>
                  <a:off x="2417505" y="5222535"/>
                  <a:ext cx="145800" cy="8593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7" name="Ink 126">
                  <a:extLst>
                    <a:ext uri="{FF2B5EF4-FFF2-40B4-BE49-F238E27FC236}">
                      <a16:creationId xmlns:a16="http://schemas.microsoft.com/office/drawing/2014/main" id="{D64B834D-05C3-E62F-5F0B-0D483CA59919}"/>
                    </a:ext>
                  </a:extLst>
                </p14:cNvPr>
                <p14:cNvContentPartPr/>
                <p14:nvPr/>
              </p14:nvContentPartPr>
              <p14:xfrm>
                <a:off x="1386465" y="5257815"/>
                <a:ext cx="962280" cy="519480"/>
              </p14:xfrm>
            </p:contentPart>
          </mc:Choice>
          <mc:Fallback xmlns="">
            <p:pic>
              <p:nvPicPr>
                <p:cNvPr id="127" name="Ink 126">
                  <a:extLst>
                    <a:ext uri="{FF2B5EF4-FFF2-40B4-BE49-F238E27FC236}">
                      <a16:creationId xmlns:a16="http://schemas.microsoft.com/office/drawing/2014/main" id="{D64B834D-05C3-E62F-5F0B-0D483CA59919}"/>
                    </a:ext>
                  </a:extLst>
                </p:cNvPr>
                <p:cNvPicPr/>
                <p:nvPr/>
              </p:nvPicPr>
              <p:blipFill>
                <a:blip r:embed="rId219"/>
                <a:stretch>
                  <a:fillRect/>
                </a:stretch>
              </p:blipFill>
              <p:spPr>
                <a:xfrm>
                  <a:off x="1377825" y="5249175"/>
                  <a:ext cx="979920" cy="5371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29" name="Ink 128">
                  <a:extLst>
                    <a:ext uri="{FF2B5EF4-FFF2-40B4-BE49-F238E27FC236}">
                      <a16:creationId xmlns:a16="http://schemas.microsoft.com/office/drawing/2014/main" id="{EBAAC334-59ED-30DF-D77C-0D2DB4B3F2FE}"/>
                    </a:ext>
                  </a:extLst>
                </p14:cNvPr>
                <p14:cNvContentPartPr/>
                <p14:nvPr/>
              </p14:nvContentPartPr>
              <p14:xfrm>
                <a:off x="1484745" y="5178975"/>
                <a:ext cx="1338840" cy="574200"/>
              </p14:xfrm>
            </p:contentPart>
          </mc:Choice>
          <mc:Fallback xmlns="">
            <p:pic>
              <p:nvPicPr>
                <p:cNvPr id="129" name="Ink 128">
                  <a:extLst>
                    <a:ext uri="{FF2B5EF4-FFF2-40B4-BE49-F238E27FC236}">
                      <a16:creationId xmlns:a16="http://schemas.microsoft.com/office/drawing/2014/main" id="{EBAAC334-59ED-30DF-D77C-0D2DB4B3F2FE}"/>
                    </a:ext>
                  </a:extLst>
                </p:cNvPr>
                <p:cNvPicPr/>
                <p:nvPr/>
              </p:nvPicPr>
              <p:blipFill>
                <a:blip r:embed="rId221"/>
                <a:stretch>
                  <a:fillRect/>
                </a:stretch>
              </p:blipFill>
              <p:spPr>
                <a:xfrm>
                  <a:off x="1475745" y="5169975"/>
                  <a:ext cx="1356480" cy="5918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1" name="Ink 130">
                  <a:extLst>
                    <a:ext uri="{FF2B5EF4-FFF2-40B4-BE49-F238E27FC236}">
                      <a16:creationId xmlns:a16="http://schemas.microsoft.com/office/drawing/2014/main" id="{8F423D84-70F5-6AA7-A037-A6A6D19F50AF}"/>
                    </a:ext>
                  </a:extLst>
                </p14:cNvPr>
                <p14:cNvContentPartPr/>
                <p14:nvPr/>
              </p14:nvContentPartPr>
              <p14:xfrm>
                <a:off x="437145" y="3531975"/>
                <a:ext cx="588960" cy="2300760"/>
              </p14:xfrm>
            </p:contentPart>
          </mc:Choice>
          <mc:Fallback xmlns="">
            <p:pic>
              <p:nvPicPr>
                <p:cNvPr id="131" name="Ink 130">
                  <a:extLst>
                    <a:ext uri="{FF2B5EF4-FFF2-40B4-BE49-F238E27FC236}">
                      <a16:creationId xmlns:a16="http://schemas.microsoft.com/office/drawing/2014/main" id="{8F423D84-70F5-6AA7-A037-A6A6D19F50AF}"/>
                    </a:ext>
                  </a:extLst>
                </p:cNvPr>
                <p:cNvPicPr/>
                <p:nvPr/>
              </p:nvPicPr>
              <p:blipFill>
                <a:blip r:embed="rId223"/>
                <a:stretch>
                  <a:fillRect/>
                </a:stretch>
              </p:blipFill>
              <p:spPr>
                <a:xfrm>
                  <a:off x="428505" y="3523335"/>
                  <a:ext cx="606600" cy="23184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2" name="Ink 131">
                  <a:extLst>
                    <a:ext uri="{FF2B5EF4-FFF2-40B4-BE49-F238E27FC236}">
                      <a16:creationId xmlns:a16="http://schemas.microsoft.com/office/drawing/2014/main" id="{EBBEF54B-8CDC-498F-2061-98FC1BAD1C4F}"/>
                    </a:ext>
                  </a:extLst>
                </p14:cNvPr>
                <p14:cNvContentPartPr/>
                <p14:nvPr/>
              </p14:nvContentPartPr>
              <p14:xfrm>
                <a:off x="1368105" y="5566335"/>
                <a:ext cx="52920" cy="33120"/>
              </p14:xfrm>
            </p:contentPart>
          </mc:Choice>
          <mc:Fallback xmlns="">
            <p:pic>
              <p:nvPicPr>
                <p:cNvPr id="132" name="Ink 131">
                  <a:extLst>
                    <a:ext uri="{FF2B5EF4-FFF2-40B4-BE49-F238E27FC236}">
                      <a16:creationId xmlns:a16="http://schemas.microsoft.com/office/drawing/2014/main" id="{EBBEF54B-8CDC-498F-2061-98FC1BAD1C4F}"/>
                    </a:ext>
                  </a:extLst>
                </p:cNvPr>
                <p:cNvPicPr/>
                <p:nvPr/>
              </p:nvPicPr>
              <p:blipFill>
                <a:blip r:embed="rId225"/>
                <a:stretch>
                  <a:fillRect/>
                </a:stretch>
              </p:blipFill>
              <p:spPr>
                <a:xfrm>
                  <a:off x="1359105" y="5557695"/>
                  <a:ext cx="705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4" name="Ink 133">
                  <a:extLst>
                    <a:ext uri="{FF2B5EF4-FFF2-40B4-BE49-F238E27FC236}">
                      <a16:creationId xmlns:a16="http://schemas.microsoft.com/office/drawing/2014/main" id="{418C2E9B-7C08-DF37-147F-40779A5C9399}"/>
                    </a:ext>
                  </a:extLst>
                </p14:cNvPr>
                <p14:cNvContentPartPr/>
                <p14:nvPr/>
              </p14:nvContentPartPr>
              <p14:xfrm>
                <a:off x="2380065" y="6127215"/>
                <a:ext cx="446760" cy="176760"/>
              </p14:xfrm>
            </p:contentPart>
          </mc:Choice>
          <mc:Fallback xmlns="">
            <p:pic>
              <p:nvPicPr>
                <p:cNvPr id="134" name="Ink 133">
                  <a:extLst>
                    <a:ext uri="{FF2B5EF4-FFF2-40B4-BE49-F238E27FC236}">
                      <a16:creationId xmlns:a16="http://schemas.microsoft.com/office/drawing/2014/main" id="{418C2E9B-7C08-DF37-147F-40779A5C9399}"/>
                    </a:ext>
                  </a:extLst>
                </p:cNvPr>
                <p:cNvPicPr/>
                <p:nvPr/>
              </p:nvPicPr>
              <p:blipFill>
                <a:blip r:embed="rId227"/>
                <a:stretch>
                  <a:fillRect/>
                </a:stretch>
              </p:blipFill>
              <p:spPr>
                <a:xfrm>
                  <a:off x="2371065" y="6118215"/>
                  <a:ext cx="4644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5" name="Ink 134">
                  <a:extLst>
                    <a:ext uri="{FF2B5EF4-FFF2-40B4-BE49-F238E27FC236}">
                      <a16:creationId xmlns:a16="http://schemas.microsoft.com/office/drawing/2014/main" id="{B9ADB7E9-F87B-CC62-A327-F2D02F0F6131}"/>
                    </a:ext>
                  </a:extLst>
                </p14:cNvPr>
                <p14:cNvContentPartPr/>
                <p14:nvPr/>
              </p14:nvContentPartPr>
              <p14:xfrm>
                <a:off x="2580585" y="6169335"/>
                <a:ext cx="519120" cy="188280"/>
              </p14:xfrm>
            </p:contentPart>
          </mc:Choice>
          <mc:Fallback xmlns="">
            <p:pic>
              <p:nvPicPr>
                <p:cNvPr id="135" name="Ink 134">
                  <a:extLst>
                    <a:ext uri="{FF2B5EF4-FFF2-40B4-BE49-F238E27FC236}">
                      <a16:creationId xmlns:a16="http://schemas.microsoft.com/office/drawing/2014/main" id="{B9ADB7E9-F87B-CC62-A327-F2D02F0F6131}"/>
                    </a:ext>
                  </a:extLst>
                </p:cNvPr>
                <p:cNvPicPr/>
                <p:nvPr/>
              </p:nvPicPr>
              <p:blipFill>
                <a:blip r:embed="rId229"/>
                <a:stretch>
                  <a:fillRect/>
                </a:stretch>
              </p:blipFill>
              <p:spPr>
                <a:xfrm>
                  <a:off x="2571945" y="6160335"/>
                  <a:ext cx="536760" cy="205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0">
            <p14:nvContentPartPr>
              <p14:cNvPr id="16" name="Ink 15">
                <a:extLst>
                  <a:ext uri="{FF2B5EF4-FFF2-40B4-BE49-F238E27FC236}">
                    <a16:creationId xmlns:a16="http://schemas.microsoft.com/office/drawing/2014/main" id="{FD85847F-3744-8C98-4695-E768314802CD}"/>
                  </a:ext>
                </a:extLst>
              </p14:cNvPr>
              <p14:cNvContentPartPr/>
              <p14:nvPr/>
            </p14:nvContentPartPr>
            <p14:xfrm>
              <a:off x="10350115" y="919460"/>
              <a:ext cx="1608120" cy="253440"/>
            </p14:xfrm>
          </p:contentPart>
        </mc:Choice>
        <mc:Fallback>
          <p:pic>
            <p:nvPicPr>
              <p:cNvPr id="16" name="Ink 15">
                <a:extLst>
                  <a:ext uri="{FF2B5EF4-FFF2-40B4-BE49-F238E27FC236}">
                    <a16:creationId xmlns:a16="http://schemas.microsoft.com/office/drawing/2014/main" id="{FD85847F-3744-8C98-4695-E768314802CD}"/>
                  </a:ext>
                </a:extLst>
              </p:cNvPr>
              <p:cNvPicPr/>
              <p:nvPr/>
            </p:nvPicPr>
            <p:blipFill>
              <a:blip r:embed="rId231"/>
              <a:stretch>
                <a:fillRect/>
              </a:stretch>
            </p:blipFill>
            <p:spPr>
              <a:xfrm>
                <a:off x="10343995" y="913340"/>
                <a:ext cx="162036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22" name="Ink 21">
                <a:extLst>
                  <a:ext uri="{FF2B5EF4-FFF2-40B4-BE49-F238E27FC236}">
                    <a16:creationId xmlns:a16="http://schemas.microsoft.com/office/drawing/2014/main" id="{FF4863FD-3226-613C-8154-A9C7EE5C5012}"/>
                  </a:ext>
                </a:extLst>
              </p14:cNvPr>
              <p14:cNvContentPartPr/>
              <p14:nvPr/>
            </p14:nvContentPartPr>
            <p14:xfrm>
              <a:off x="9445795" y="1673300"/>
              <a:ext cx="2142720" cy="175680"/>
            </p14:xfrm>
          </p:contentPart>
        </mc:Choice>
        <mc:Fallback>
          <p:pic>
            <p:nvPicPr>
              <p:cNvPr id="22" name="Ink 21">
                <a:extLst>
                  <a:ext uri="{FF2B5EF4-FFF2-40B4-BE49-F238E27FC236}">
                    <a16:creationId xmlns:a16="http://schemas.microsoft.com/office/drawing/2014/main" id="{FF4863FD-3226-613C-8154-A9C7EE5C5012}"/>
                  </a:ext>
                </a:extLst>
              </p:cNvPr>
              <p:cNvPicPr/>
              <p:nvPr/>
            </p:nvPicPr>
            <p:blipFill>
              <a:blip r:embed="rId233"/>
              <a:stretch>
                <a:fillRect/>
              </a:stretch>
            </p:blipFill>
            <p:spPr>
              <a:xfrm>
                <a:off x="9439675" y="1667180"/>
                <a:ext cx="215496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60" name="Ink 59">
                <a:extLst>
                  <a:ext uri="{FF2B5EF4-FFF2-40B4-BE49-F238E27FC236}">
                    <a16:creationId xmlns:a16="http://schemas.microsoft.com/office/drawing/2014/main" id="{CD561DDC-C44E-68E9-2FC0-9C5940A8F520}"/>
                  </a:ext>
                </a:extLst>
              </p14:cNvPr>
              <p14:cNvContentPartPr/>
              <p14:nvPr/>
            </p14:nvContentPartPr>
            <p14:xfrm>
              <a:off x="12056155" y="1021340"/>
              <a:ext cx="212760" cy="165600"/>
            </p14:xfrm>
          </p:contentPart>
        </mc:Choice>
        <mc:Fallback>
          <p:pic>
            <p:nvPicPr>
              <p:cNvPr id="60" name="Ink 59">
                <a:extLst>
                  <a:ext uri="{FF2B5EF4-FFF2-40B4-BE49-F238E27FC236}">
                    <a16:creationId xmlns:a16="http://schemas.microsoft.com/office/drawing/2014/main" id="{CD561DDC-C44E-68E9-2FC0-9C5940A8F520}"/>
                  </a:ext>
                </a:extLst>
              </p:cNvPr>
              <p:cNvPicPr/>
              <p:nvPr/>
            </p:nvPicPr>
            <p:blipFill>
              <a:blip r:embed="rId235"/>
              <a:stretch>
                <a:fillRect/>
              </a:stretch>
            </p:blipFill>
            <p:spPr>
              <a:xfrm>
                <a:off x="12050035" y="1015220"/>
                <a:ext cx="22500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63" name="Ink 62">
                <a:extLst>
                  <a:ext uri="{FF2B5EF4-FFF2-40B4-BE49-F238E27FC236}">
                    <a16:creationId xmlns:a16="http://schemas.microsoft.com/office/drawing/2014/main" id="{2619E4CA-16B2-FED9-2922-1365A099D12A}"/>
                  </a:ext>
                </a:extLst>
              </p14:cNvPr>
              <p14:cNvContentPartPr/>
              <p14:nvPr/>
            </p14:nvContentPartPr>
            <p14:xfrm>
              <a:off x="11375035" y="463700"/>
              <a:ext cx="760680" cy="1359360"/>
            </p14:xfrm>
          </p:contentPart>
        </mc:Choice>
        <mc:Fallback>
          <p:pic>
            <p:nvPicPr>
              <p:cNvPr id="63" name="Ink 62">
                <a:extLst>
                  <a:ext uri="{FF2B5EF4-FFF2-40B4-BE49-F238E27FC236}">
                    <a16:creationId xmlns:a16="http://schemas.microsoft.com/office/drawing/2014/main" id="{2619E4CA-16B2-FED9-2922-1365A099D12A}"/>
                  </a:ext>
                </a:extLst>
              </p:cNvPr>
              <p:cNvPicPr/>
              <p:nvPr/>
            </p:nvPicPr>
            <p:blipFill>
              <a:blip r:embed="rId237"/>
              <a:stretch>
                <a:fillRect/>
              </a:stretch>
            </p:blipFill>
            <p:spPr>
              <a:xfrm>
                <a:off x="11368915" y="457580"/>
                <a:ext cx="772920" cy="137160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80" name="Ink 79">
                <a:extLst>
                  <a:ext uri="{FF2B5EF4-FFF2-40B4-BE49-F238E27FC236}">
                    <a16:creationId xmlns:a16="http://schemas.microsoft.com/office/drawing/2014/main" id="{4A46DF2D-FDEC-BBE3-6DA2-72EE82AE9BFA}"/>
                  </a:ext>
                </a:extLst>
              </p14:cNvPr>
              <p14:cNvContentPartPr/>
              <p14:nvPr/>
            </p14:nvContentPartPr>
            <p14:xfrm>
              <a:off x="9968875" y="13700"/>
              <a:ext cx="1551960" cy="1722240"/>
            </p14:xfrm>
          </p:contentPart>
        </mc:Choice>
        <mc:Fallback>
          <p:pic>
            <p:nvPicPr>
              <p:cNvPr id="80" name="Ink 79">
                <a:extLst>
                  <a:ext uri="{FF2B5EF4-FFF2-40B4-BE49-F238E27FC236}">
                    <a16:creationId xmlns:a16="http://schemas.microsoft.com/office/drawing/2014/main" id="{4A46DF2D-FDEC-BBE3-6DA2-72EE82AE9BFA}"/>
                  </a:ext>
                </a:extLst>
              </p:cNvPr>
              <p:cNvPicPr/>
              <p:nvPr/>
            </p:nvPicPr>
            <p:blipFill>
              <a:blip r:embed="rId239"/>
              <a:stretch>
                <a:fillRect/>
              </a:stretch>
            </p:blipFill>
            <p:spPr>
              <a:xfrm>
                <a:off x="9962755" y="7580"/>
                <a:ext cx="1564200" cy="17344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98" name="Ink 97">
                <a:extLst>
                  <a:ext uri="{FF2B5EF4-FFF2-40B4-BE49-F238E27FC236}">
                    <a16:creationId xmlns:a16="http://schemas.microsoft.com/office/drawing/2014/main" id="{21E1C747-F32F-FCAA-0C87-A95665C9C8F8}"/>
                  </a:ext>
                </a:extLst>
              </p14:cNvPr>
              <p14:cNvContentPartPr/>
              <p14:nvPr/>
            </p14:nvContentPartPr>
            <p14:xfrm>
              <a:off x="11582395" y="1919180"/>
              <a:ext cx="388440" cy="2167200"/>
            </p14:xfrm>
          </p:contentPart>
        </mc:Choice>
        <mc:Fallback>
          <p:pic>
            <p:nvPicPr>
              <p:cNvPr id="98" name="Ink 97">
                <a:extLst>
                  <a:ext uri="{FF2B5EF4-FFF2-40B4-BE49-F238E27FC236}">
                    <a16:creationId xmlns:a16="http://schemas.microsoft.com/office/drawing/2014/main" id="{21E1C747-F32F-FCAA-0C87-A95665C9C8F8}"/>
                  </a:ext>
                </a:extLst>
              </p:cNvPr>
              <p:cNvPicPr/>
              <p:nvPr/>
            </p:nvPicPr>
            <p:blipFill>
              <a:blip r:embed="rId241"/>
              <a:stretch>
                <a:fillRect/>
              </a:stretch>
            </p:blipFill>
            <p:spPr>
              <a:xfrm>
                <a:off x="11576275" y="1913060"/>
                <a:ext cx="400680" cy="217944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07" name="Ink 106">
                <a:extLst>
                  <a:ext uri="{FF2B5EF4-FFF2-40B4-BE49-F238E27FC236}">
                    <a16:creationId xmlns:a16="http://schemas.microsoft.com/office/drawing/2014/main" id="{B4E2EFEC-FC62-C0A3-4C8F-52B03A942480}"/>
                  </a:ext>
                </a:extLst>
              </p14:cNvPr>
              <p14:cNvContentPartPr/>
              <p14:nvPr/>
            </p14:nvContentPartPr>
            <p14:xfrm>
              <a:off x="3617755" y="4268900"/>
              <a:ext cx="5501520" cy="691560"/>
            </p14:xfrm>
          </p:contentPart>
        </mc:Choice>
        <mc:Fallback>
          <p:pic>
            <p:nvPicPr>
              <p:cNvPr id="107" name="Ink 106">
                <a:extLst>
                  <a:ext uri="{FF2B5EF4-FFF2-40B4-BE49-F238E27FC236}">
                    <a16:creationId xmlns:a16="http://schemas.microsoft.com/office/drawing/2014/main" id="{B4E2EFEC-FC62-C0A3-4C8F-52B03A942480}"/>
                  </a:ext>
                </a:extLst>
              </p:cNvPr>
              <p:cNvPicPr/>
              <p:nvPr/>
            </p:nvPicPr>
            <p:blipFill>
              <a:blip r:embed="rId243"/>
              <a:stretch>
                <a:fillRect/>
              </a:stretch>
            </p:blipFill>
            <p:spPr>
              <a:xfrm>
                <a:off x="3611635" y="4262780"/>
                <a:ext cx="5513760" cy="703800"/>
              </a:xfrm>
              <a:prstGeom prst="rect">
                <a:avLst/>
              </a:prstGeom>
            </p:spPr>
          </p:pic>
        </mc:Fallback>
      </mc:AlternateContent>
      <p:grpSp>
        <p:nvGrpSpPr>
          <p:cNvPr id="126" name="Group 125">
            <a:extLst>
              <a:ext uri="{FF2B5EF4-FFF2-40B4-BE49-F238E27FC236}">
                <a16:creationId xmlns:a16="http://schemas.microsoft.com/office/drawing/2014/main" id="{9D5DFCEB-0D2D-49BE-3167-C601B2FFF3CE}"/>
              </a:ext>
            </a:extLst>
          </p:cNvPr>
          <p:cNvGrpSpPr/>
          <p:nvPr/>
        </p:nvGrpSpPr>
        <p:grpSpPr>
          <a:xfrm>
            <a:off x="8687635" y="2525780"/>
            <a:ext cx="3486240" cy="3165840"/>
            <a:chOff x="8687635" y="2525780"/>
            <a:chExt cx="3486240" cy="3165840"/>
          </a:xfrm>
        </p:grpSpPr>
        <mc:AlternateContent xmlns:mc="http://schemas.openxmlformats.org/markup-compatibility/2006">
          <mc:Choice xmlns:p14="http://schemas.microsoft.com/office/powerpoint/2010/main" Requires="p14">
            <p:contentPart p14:bwMode="auto" r:id="rId244">
              <p14:nvContentPartPr>
                <p14:cNvPr id="40" name="Ink 39">
                  <a:extLst>
                    <a:ext uri="{FF2B5EF4-FFF2-40B4-BE49-F238E27FC236}">
                      <a16:creationId xmlns:a16="http://schemas.microsoft.com/office/drawing/2014/main" id="{774EDD2D-F707-8E69-E6C2-37BEB2FD5303}"/>
                    </a:ext>
                  </a:extLst>
                </p14:cNvPr>
                <p14:cNvContentPartPr/>
                <p14:nvPr/>
              </p14:nvContentPartPr>
              <p14:xfrm>
                <a:off x="10021435" y="2525780"/>
                <a:ext cx="1504080" cy="152280"/>
              </p14:xfrm>
            </p:contentPart>
          </mc:Choice>
          <mc:Fallback>
            <p:pic>
              <p:nvPicPr>
                <p:cNvPr id="40" name="Ink 39">
                  <a:extLst>
                    <a:ext uri="{FF2B5EF4-FFF2-40B4-BE49-F238E27FC236}">
                      <a16:creationId xmlns:a16="http://schemas.microsoft.com/office/drawing/2014/main" id="{774EDD2D-F707-8E69-E6C2-37BEB2FD5303}"/>
                    </a:ext>
                  </a:extLst>
                </p:cNvPr>
                <p:cNvPicPr/>
                <p:nvPr/>
              </p:nvPicPr>
              <p:blipFill>
                <a:blip r:embed="rId245"/>
                <a:stretch>
                  <a:fillRect/>
                </a:stretch>
              </p:blipFill>
              <p:spPr>
                <a:xfrm>
                  <a:off x="10015315" y="2519660"/>
                  <a:ext cx="151632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41" name="Ink 40">
                  <a:extLst>
                    <a:ext uri="{FF2B5EF4-FFF2-40B4-BE49-F238E27FC236}">
                      <a16:creationId xmlns:a16="http://schemas.microsoft.com/office/drawing/2014/main" id="{897E02F5-C932-4B94-E826-BAE795258D90}"/>
                    </a:ext>
                  </a:extLst>
                </p14:cNvPr>
                <p14:cNvContentPartPr/>
                <p14:nvPr/>
              </p14:nvContentPartPr>
              <p14:xfrm>
                <a:off x="10329595" y="3223100"/>
                <a:ext cx="1575000" cy="275760"/>
              </p14:xfrm>
            </p:contentPart>
          </mc:Choice>
          <mc:Fallback>
            <p:pic>
              <p:nvPicPr>
                <p:cNvPr id="41" name="Ink 40">
                  <a:extLst>
                    <a:ext uri="{FF2B5EF4-FFF2-40B4-BE49-F238E27FC236}">
                      <a16:creationId xmlns:a16="http://schemas.microsoft.com/office/drawing/2014/main" id="{897E02F5-C932-4B94-E826-BAE795258D90}"/>
                    </a:ext>
                  </a:extLst>
                </p:cNvPr>
                <p:cNvPicPr/>
                <p:nvPr/>
              </p:nvPicPr>
              <p:blipFill>
                <a:blip r:embed="rId247"/>
                <a:stretch>
                  <a:fillRect/>
                </a:stretch>
              </p:blipFill>
              <p:spPr>
                <a:xfrm>
                  <a:off x="10323475" y="3216980"/>
                  <a:ext cx="158724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79" name="Ink 78">
                  <a:extLst>
                    <a:ext uri="{FF2B5EF4-FFF2-40B4-BE49-F238E27FC236}">
                      <a16:creationId xmlns:a16="http://schemas.microsoft.com/office/drawing/2014/main" id="{1750066C-ADD7-BC09-B957-E08321AD6038}"/>
                    </a:ext>
                  </a:extLst>
                </p14:cNvPr>
                <p14:cNvContentPartPr/>
                <p14:nvPr/>
              </p14:nvContentPartPr>
              <p14:xfrm>
                <a:off x="11523355" y="3001340"/>
                <a:ext cx="444240" cy="485280"/>
              </p14:xfrm>
            </p:contentPart>
          </mc:Choice>
          <mc:Fallback>
            <p:pic>
              <p:nvPicPr>
                <p:cNvPr id="79" name="Ink 78">
                  <a:extLst>
                    <a:ext uri="{FF2B5EF4-FFF2-40B4-BE49-F238E27FC236}">
                      <a16:creationId xmlns:a16="http://schemas.microsoft.com/office/drawing/2014/main" id="{1750066C-ADD7-BC09-B957-E08321AD6038}"/>
                    </a:ext>
                  </a:extLst>
                </p:cNvPr>
                <p:cNvPicPr/>
                <p:nvPr/>
              </p:nvPicPr>
              <p:blipFill>
                <a:blip r:embed="rId249"/>
                <a:stretch>
                  <a:fillRect/>
                </a:stretch>
              </p:blipFill>
              <p:spPr>
                <a:xfrm>
                  <a:off x="11517235" y="2995220"/>
                  <a:ext cx="456480" cy="4975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11" name="Ink 110">
                  <a:extLst>
                    <a:ext uri="{FF2B5EF4-FFF2-40B4-BE49-F238E27FC236}">
                      <a16:creationId xmlns:a16="http://schemas.microsoft.com/office/drawing/2014/main" id="{69EA004F-8BAA-F809-B178-7B3C872DB98A}"/>
                    </a:ext>
                  </a:extLst>
                </p14:cNvPr>
                <p14:cNvContentPartPr/>
                <p14:nvPr/>
              </p14:nvContentPartPr>
              <p14:xfrm>
                <a:off x="11337595" y="3371060"/>
                <a:ext cx="836280" cy="1927440"/>
              </p14:xfrm>
            </p:contentPart>
          </mc:Choice>
          <mc:Fallback>
            <p:pic>
              <p:nvPicPr>
                <p:cNvPr id="111" name="Ink 110">
                  <a:extLst>
                    <a:ext uri="{FF2B5EF4-FFF2-40B4-BE49-F238E27FC236}">
                      <a16:creationId xmlns:a16="http://schemas.microsoft.com/office/drawing/2014/main" id="{69EA004F-8BAA-F809-B178-7B3C872DB98A}"/>
                    </a:ext>
                  </a:extLst>
                </p:cNvPr>
                <p:cNvPicPr/>
                <p:nvPr/>
              </p:nvPicPr>
              <p:blipFill>
                <a:blip r:embed="rId251"/>
                <a:stretch>
                  <a:fillRect/>
                </a:stretch>
              </p:blipFill>
              <p:spPr>
                <a:xfrm>
                  <a:off x="11331475" y="3364940"/>
                  <a:ext cx="848520" cy="19396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23" name="Ink 122">
                  <a:extLst>
                    <a:ext uri="{FF2B5EF4-FFF2-40B4-BE49-F238E27FC236}">
                      <a16:creationId xmlns:a16="http://schemas.microsoft.com/office/drawing/2014/main" id="{99537449-F360-0D62-1E8B-04BE96662166}"/>
                    </a:ext>
                  </a:extLst>
                </p14:cNvPr>
                <p14:cNvContentPartPr/>
                <p14:nvPr/>
              </p14:nvContentPartPr>
              <p14:xfrm>
                <a:off x="8687635" y="3246860"/>
                <a:ext cx="1033200" cy="2444760"/>
              </p14:xfrm>
            </p:contentPart>
          </mc:Choice>
          <mc:Fallback>
            <p:pic>
              <p:nvPicPr>
                <p:cNvPr id="123" name="Ink 122">
                  <a:extLst>
                    <a:ext uri="{FF2B5EF4-FFF2-40B4-BE49-F238E27FC236}">
                      <a16:creationId xmlns:a16="http://schemas.microsoft.com/office/drawing/2014/main" id="{99537449-F360-0D62-1E8B-04BE96662166}"/>
                    </a:ext>
                  </a:extLst>
                </p:cNvPr>
                <p:cNvPicPr/>
                <p:nvPr/>
              </p:nvPicPr>
              <p:blipFill>
                <a:blip r:embed="rId253"/>
                <a:stretch>
                  <a:fillRect/>
                </a:stretch>
              </p:blipFill>
              <p:spPr>
                <a:xfrm>
                  <a:off x="8681515" y="3240740"/>
                  <a:ext cx="1045440" cy="2457000"/>
                </a:xfrm>
                <a:prstGeom prst="rect">
                  <a:avLst/>
                </a:prstGeom>
              </p:spPr>
            </p:pic>
          </mc:Fallback>
        </mc:AlternateContent>
      </p:grpSp>
    </p:spTree>
    <p:extLst>
      <p:ext uri="{BB962C8B-B14F-4D97-AF65-F5344CB8AC3E}">
        <p14:creationId xmlns:p14="http://schemas.microsoft.com/office/powerpoint/2010/main" val="3587329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278A195F-8FEA-F202-52B3-19B55A50C780}"/>
              </a:ext>
            </a:extLst>
          </p:cNvPr>
          <p:cNvGrpSpPr/>
          <p:nvPr/>
        </p:nvGrpSpPr>
        <p:grpSpPr>
          <a:xfrm>
            <a:off x="432825" y="225375"/>
            <a:ext cx="1876680" cy="728640"/>
            <a:chOff x="432825" y="225375"/>
            <a:chExt cx="1876680" cy="7286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7832B11-9DD1-4B97-B71C-FE28CAD9696B}"/>
                    </a:ext>
                  </a:extLst>
                </p14:cNvPr>
                <p14:cNvContentPartPr/>
                <p14:nvPr/>
              </p14:nvContentPartPr>
              <p14:xfrm>
                <a:off x="432825" y="225375"/>
                <a:ext cx="471600" cy="728640"/>
              </p14:xfrm>
            </p:contentPart>
          </mc:Choice>
          <mc:Fallback xmlns="">
            <p:pic>
              <p:nvPicPr>
                <p:cNvPr id="2" name="Ink 1">
                  <a:extLst>
                    <a:ext uri="{FF2B5EF4-FFF2-40B4-BE49-F238E27FC236}">
                      <a16:creationId xmlns:a16="http://schemas.microsoft.com/office/drawing/2014/main" id="{47832B11-9DD1-4B97-B71C-FE28CAD9696B}"/>
                    </a:ext>
                  </a:extLst>
                </p:cNvPr>
                <p:cNvPicPr/>
                <p:nvPr/>
              </p:nvPicPr>
              <p:blipFill>
                <a:blip r:embed="rId3"/>
                <a:stretch>
                  <a:fillRect/>
                </a:stretch>
              </p:blipFill>
              <p:spPr>
                <a:xfrm>
                  <a:off x="423825" y="216735"/>
                  <a:ext cx="489240" cy="746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B95B11A-0FA9-4FF3-6C37-471A1C6EE4C0}"/>
                    </a:ext>
                  </a:extLst>
                </p14:cNvPr>
                <p14:cNvContentPartPr/>
                <p14:nvPr/>
              </p14:nvContentPartPr>
              <p14:xfrm>
                <a:off x="1009185" y="409695"/>
                <a:ext cx="411120" cy="468720"/>
              </p14:xfrm>
            </p:contentPart>
          </mc:Choice>
          <mc:Fallback xmlns="">
            <p:pic>
              <p:nvPicPr>
                <p:cNvPr id="3" name="Ink 2">
                  <a:extLst>
                    <a:ext uri="{FF2B5EF4-FFF2-40B4-BE49-F238E27FC236}">
                      <a16:creationId xmlns:a16="http://schemas.microsoft.com/office/drawing/2014/main" id="{EB95B11A-0FA9-4FF3-6C37-471A1C6EE4C0}"/>
                    </a:ext>
                  </a:extLst>
                </p:cNvPr>
                <p:cNvPicPr/>
                <p:nvPr/>
              </p:nvPicPr>
              <p:blipFill>
                <a:blip r:embed="rId5"/>
                <a:stretch>
                  <a:fillRect/>
                </a:stretch>
              </p:blipFill>
              <p:spPr>
                <a:xfrm>
                  <a:off x="1000185" y="400695"/>
                  <a:ext cx="428760" cy="486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7AEBDBFB-31B1-A4E1-2B99-43F1A75BBD64}"/>
                    </a:ext>
                  </a:extLst>
                </p14:cNvPr>
                <p14:cNvContentPartPr/>
                <p14:nvPr/>
              </p14:nvContentPartPr>
              <p14:xfrm>
                <a:off x="1590585" y="460095"/>
                <a:ext cx="181080" cy="366120"/>
              </p14:xfrm>
            </p:contentPart>
          </mc:Choice>
          <mc:Fallback xmlns="">
            <p:pic>
              <p:nvPicPr>
                <p:cNvPr id="4" name="Ink 3">
                  <a:extLst>
                    <a:ext uri="{FF2B5EF4-FFF2-40B4-BE49-F238E27FC236}">
                      <a16:creationId xmlns:a16="http://schemas.microsoft.com/office/drawing/2014/main" id="{7AEBDBFB-31B1-A4E1-2B99-43F1A75BBD64}"/>
                    </a:ext>
                  </a:extLst>
                </p:cNvPr>
                <p:cNvPicPr/>
                <p:nvPr/>
              </p:nvPicPr>
              <p:blipFill>
                <a:blip r:embed="rId7"/>
                <a:stretch>
                  <a:fillRect/>
                </a:stretch>
              </p:blipFill>
              <p:spPr>
                <a:xfrm>
                  <a:off x="1581945" y="451095"/>
                  <a:ext cx="19872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C082A23F-5B74-587E-484B-23950012EDBD}"/>
                    </a:ext>
                  </a:extLst>
                </p14:cNvPr>
                <p14:cNvContentPartPr/>
                <p14:nvPr/>
              </p14:nvContentPartPr>
              <p14:xfrm>
                <a:off x="1885785" y="428055"/>
                <a:ext cx="423720" cy="492120"/>
              </p14:xfrm>
            </p:contentPart>
          </mc:Choice>
          <mc:Fallback xmlns="">
            <p:pic>
              <p:nvPicPr>
                <p:cNvPr id="5" name="Ink 4">
                  <a:extLst>
                    <a:ext uri="{FF2B5EF4-FFF2-40B4-BE49-F238E27FC236}">
                      <a16:creationId xmlns:a16="http://schemas.microsoft.com/office/drawing/2014/main" id="{C082A23F-5B74-587E-484B-23950012EDBD}"/>
                    </a:ext>
                  </a:extLst>
                </p:cNvPr>
                <p:cNvPicPr/>
                <p:nvPr/>
              </p:nvPicPr>
              <p:blipFill>
                <a:blip r:embed="rId9"/>
                <a:stretch>
                  <a:fillRect/>
                </a:stretch>
              </p:blipFill>
              <p:spPr>
                <a:xfrm>
                  <a:off x="1876785" y="419415"/>
                  <a:ext cx="441360" cy="509760"/>
                </a:xfrm>
                <a:prstGeom prst="rect">
                  <a:avLst/>
                </a:prstGeom>
              </p:spPr>
            </p:pic>
          </mc:Fallback>
        </mc:AlternateContent>
      </p:grpSp>
      <p:grpSp>
        <p:nvGrpSpPr>
          <p:cNvPr id="18" name="Group 17">
            <a:extLst>
              <a:ext uri="{FF2B5EF4-FFF2-40B4-BE49-F238E27FC236}">
                <a16:creationId xmlns:a16="http://schemas.microsoft.com/office/drawing/2014/main" id="{C86CB441-4C9A-1EB9-2A9D-B34A6B85B161}"/>
              </a:ext>
            </a:extLst>
          </p:cNvPr>
          <p:cNvGrpSpPr/>
          <p:nvPr/>
        </p:nvGrpSpPr>
        <p:grpSpPr>
          <a:xfrm>
            <a:off x="3224265" y="164175"/>
            <a:ext cx="3942360" cy="727200"/>
            <a:chOff x="3224265" y="164175"/>
            <a:chExt cx="3942360" cy="727200"/>
          </a:xfrm>
        </p:grpSpPr>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2058D9C6-243D-B1CB-F73D-CAA6FAEAF8CF}"/>
                    </a:ext>
                  </a:extLst>
                </p14:cNvPr>
                <p14:cNvContentPartPr/>
                <p14:nvPr/>
              </p14:nvContentPartPr>
              <p14:xfrm>
                <a:off x="3224265" y="277935"/>
                <a:ext cx="649440" cy="543600"/>
              </p14:xfrm>
            </p:contentPart>
          </mc:Choice>
          <mc:Fallback xmlns="">
            <p:pic>
              <p:nvPicPr>
                <p:cNvPr id="6" name="Ink 5">
                  <a:extLst>
                    <a:ext uri="{FF2B5EF4-FFF2-40B4-BE49-F238E27FC236}">
                      <a16:creationId xmlns:a16="http://schemas.microsoft.com/office/drawing/2014/main" id="{2058D9C6-243D-B1CB-F73D-CAA6FAEAF8CF}"/>
                    </a:ext>
                  </a:extLst>
                </p:cNvPr>
                <p:cNvPicPr/>
                <p:nvPr/>
              </p:nvPicPr>
              <p:blipFill>
                <a:blip r:embed="rId11"/>
                <a:stretch>
                  <a:fillRect/>
                </a:stretch>
              </p:blipFill>
              <p:spPr>
                <a:xfrm>
                  <a:off x="3215265" y="268935"/>
                  <a:ext cx="667080" cy="561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6BFD1013-17A9-FA06-2647-FDE90DBFB2F9}"/>
                    </a:ext>
                  </a:extLst>
                </p14:cNvPr>
                <p14:cNvContentPartPr/>
                <p14:nvPr/>
              </p14:nvContentPartPr>
              <p14:xfrm>
                <a:off x="3793425" y="164175"/>
                <a:ext cx="916920" cy="622800"/>
              </p14:xfrm>
            </p:contentPart>
          </mc:Choice>
          <mc:Fallback xmlns="">
            <p:pic>
              <p:nvPicPr>
                <p:cNvPr id="7" name="Ink 6">
                  <a:extLst>
                    <a:ext uri="{FF2B5EF4-FFF2-40B4-BE49-F238E27FC236}">
                      <a16:creationId xmlns:a16="http://schemas.microsoft.com/office/drawing/2014/main" id="{6BFD1013-17A9-FA06-2647-FDE90DBFB2F9}"/>
                    </a:ext>
                  </a:extLst>
                </p:cNvPr>
                <p:cNvPicPr/>
                <p:nvPr/>
              </p:nvPicPr>
              <p:blipFill>
                <a:blip r:embed="rId13"/>
                <a:stretch>
                  <a:fillRect/>
                </a:stretch>
              </p:blipFill>
              <p:spPr>
                <a:xfrm>
                  <a:off x="3784785" y="155535"/>
                  <a:ext cx="934560" cy="640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6AFAFD0B-C1F7-1C5A-3D70-57F633BD39A1}"/>
                    </a:ext>
                  </a:extLst>
                </p14:cNvPr>
                <p14:cNvContentPartPr/>
                <p14:nvPr/>
              </p14:nvContentPartPr>
              <p14:xfrm>
                <a:off x="4839225" y="296295"/>
                <a:ext cx="14040" cy="44640"/>
              </p14:xfrm>
            </p:contentPart>
          </mc:Choice>
          <mc:Fallback xmlns="">
            <p:pic>
              <p:nvPicPr>
                <p:cNvPr id="8" name="Ink 7">
                  <a:extLst>
                    <a:ext uri="{FF2B5EF4-FFF2-40B4-BE49-F238E27FC236}">
                      <a16:creationId xmlns:a16="http://schemas.microsoft.com/office/drawing/2014/main" id="{6AFAFD0B-C1F7-1C5A-3D70-57F633BD39A1}"/>
                    </a:ext>
                  </a:extLst>
                </p:cNvPr>
                <p:cNvPicPr/>
                <p:nvPr/>
              </p:nvPicPr>
              <p:blipFill>
                <a:blip r:embed="rId15"/>
                <a:stretch>
                  <a:fillRect/>
                </a:stretch>
              </p:blipFill>
              <p:spPr>
                <a:xfrm>
                  <a:off x="4830585" y="287655"/>
                  <a:ext cx="316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0541ABB2-0F77-1AF1-0FEB-1BCC7ED77378}"/>
                    </a:ext>
                  </a:extLst>
                </p14:cNvPr>
                <p14:cNvContentPartPr/>
                <p14:nvPr/>
              </p14:nvContentPartPr>
              <p14:xfrm>
                <a:off x="4930305" y="266775"/>
                <a:ext cx="609840" cy="477000"/>
              </p14:xfrm>
            </p:contentPart>
          </mc:Choice>
          <mc:Fallback xmlns="">
            <p:pic>
              <p:nvPicPr>
                <p:cNvPr id="9" name="Ink 8">
                  <a:extLst>
                    <a:ext uri="{FF2B5EF4-FFF2-40B4-BE49-F238E27FC236}">
                      <a16:creationId xmlns:a16="http://schemas.microsoft.com/office/drawing/2014/main" id="{0541ABB2-0F77-1AF1-0FEB-1BCC7ED77378}"/>
                    </a:ext>
                  </a:extLst>
                </p:cNvPr>
                <p:cNvPicPr/>
                <p:nvPr/>
              </p:nvPicPr>
              <p:blipFill>
                <a:blip r:embed="rId17"/>
                <a:stretch>
                  <a:fillRect/>
                </a:stretch>
              </p:blipFill>
              <p:spPr>
                <a:xfrm>
                  <a:off x="4921665" y="257775"/>
                  <a:ext cx="627480" cy="494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F93B46A5-A86D-B56C-C04E-9F4B11B921DE}"/>
                    </a:ext>
                  </a:extLst>
                </p14:cNvPr>
                <p14:cNvContentPartPr/>
                <p14:nvPr/>
              </p14:nvContentPartPr>
              <p14:xfrm>
                <a:off x="5796105" y="296295"/>
                <a:ext cx="117000" cy="353160"/>
              </p14:xfrm>
            </p:contentPart>
          </mc:Choice>
          <mc:Fallback xmlns="">
            <p:pic>
              <p:nvPicPr>
                <p:cNvPr id="10" name="Ink 9">
                  <a:extLst>
                    <a:ext uri="{FF2B5EF4-FFF2-40B4-BE49-F238E27FC236}">
                      <a16:creationId xmlns:a16="http://schemas.microsoft.com/office/drawing/2014/main" id="{F93B46A5-A86D-B56C-C04E-9F4B11B921DE}"/>
                    </a:ext>
                  </a:extLst>
                </p:cNvPr>
                <p:cNvPicPr/>
                <p:nvPr/>
              </p:nvPicPr>
              <p:blipFill>
                <a:blip r:embed="rId19"/>
                <a:stretch>
                  <a:fillRect/>
                </a:stretch>
              </p:blipFill>
              <p:spPr>
                <a:xfrm>
                  <a:off x="5787105" y="287655"/>
                  <a:ext cx="13464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25E4BB91-C908-6FB2-3821-EE2E678E58EB}"/>
                    </a:ext>
                  </a:extLst>
                </p14:cNvPr>
                <p14:cNvContentPartPr/>
                <p14:nvPr/>
              </p14:nvContentPartPr>
              <p14:xfrm>
                <a:off x="5743905" y="527775"/>
                <a:ext cx="311760" cy="148320"/>
              </p14:xfrm>
            </p:contentPart>
          </mc:Choice>
          <mc:Fallback xmlns="">
            <p:pic>
              <p:nvPicPr>
                <p:cNvPr id="11" name="Ink 10">
                  <a:extLst>
                    <a:ext uri="{FF2B5EF4-FFF2-40B4-BE49-F238E27FC236}">
                      <a16:creationId xmlns:a16="http://schemas.microsoft.com/office/drawing/2014/main" id="{25E4BB91-C908-6FB2-3821-EE2E678E58EB}"/>
                    </a:ext>
                  </a:extLst>
                </p:cNvPr>
                <p:cNvPicPr/>
                <p:nvPr/>
              </p:nvPicPr>
              <p:blipFill>
                <a:blip r:embed="rId21"/>
                <a:stretch>
                  <a:fillRect/>
                </a:stretch>
              </p:blipFill>
              <p:spPr>
                <a:xfrm>
                  <a:off x="5735265" y="519135"/>
                  <a:ext cx="3294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CD582077-D38E-B0DE-D7A4-8F4628FAAD36}"/>
                    </a:ext>
                  </a:extLst>
                </p14:cNvPr>
                <p14:cNvContentPartPr/>
                <p14:nvPr/>
              </p14:nvContentPartPr>
              <p14:xfrm>
                <a:off x="6178785" y="370455"/>
                <a:ext cx="28800" cy="8640"/>
              </p14:xfrm>
            </p:contentPart>
          </mc:Choice>
          <mc:Fallback xmlns="">
            <p:pic>
              <p:nvPicPr>
                <p:cNvPr id="12" name="Ink 11">
                  <a:extLst>
                    <a:ext uri="{FF2B5EF4-FFF2-40B4-BE49-F238E27FC236}">
                      <a16:creationId xmlns:a16="http://schemas.microsoft.com/office/drawing/2014/main" id="{CD582077-D38E-B0DE-D7A4-8F4628FAAD36}"/>
                    </a:ext>
                  </a:extLst>
                </p:cNvPr>
                <p:cNvPicPr/>
                <p:nvPr/>
              </p:nvPicPr>
              <p:blipFill>
                <a:blip r:embed="rId23"/>
                <a:stretch>
                  <a:fillRect/>
                </a:stretch>
              </p:blipFill>
              <p:spPr>
                <a:xfrm>
                  <a:off x="6170145" y="361815"/>
                  <a:ext cx="464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9FEA727B-1205-BFB1-42E4-0CE1637CDBCE}"/>
                    </a:ext>
                  </a:extLst>
                </p14:cNvPr>
                <p14:cNvContentPartPr/>
                <p14:nvPr/>
              </p14:nvContentPartPr>
              <p14:xfrm>
                <a:off x="6251145" y="543255"/>
                <a:ext cx="146160" cy="196560"/>
              </p14:xfrm>
            </p:contentPart>
          </mc:Choice>
          <mc:Fallback xmlns="">
            <p:pic>
              <p:nvPicPr>
                <p:cNvPr id="13" name="Ink 12">
                  <a:extLst>
                    <a:ext uri="{FF2B5EF4-FFF2-40B4-BE49-F238E27FC236}">
                      <a16:creationId xmlns:a16="http://schemas.microsoft.com/office/drawing/2014/main" id="{9FEA727B-1205-BFB1-42E4-0CE1637CDBCE}"/>
                    </a:ext>
                  </a:extLst>
                </p:cNvPr>
                <p:cNvPicPr/>
                <p:nvPr/>
              </p:nvPicPr>
              <p:blipFill>
                <a:blip r:embed="rId25"/>
                <a:stretch>
                  <a:fillRect/>
                </a:stretch>
              </p:blipFill>
              <p:spPr>
                <a:xfrm>
                  <a:off x="6242145" y="534615"/>
                  <a:ext cx="1638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30FC2E76-2701-027E-3250-5405E84EF2EE}"/>
                    </a:ext>
                  </a:extLst>
                </p14:cNvPr>
                <p14:cNvContentPartPr/>
                <p14:nvPr/>
              </p14:nvContentPartPr>
              <p14:xfrm>
                <a:off x="6545985" y="515535"/>
                <a:ext cx="374040" cy="318240"/>
              </p14:xfrm>
            </p:contentPart>
          </mc:Choice>
          <mc:Fallback xmlns="">
            <p:pic>
              <p:nvPicPr>
                <p:cNvPr id="14" name="Ink 13">
                  <a:extLst>
                    <a:ext uri="{FF2B5EF4-FFF2-40B4-BE49-F238E27FC236}">
                      <a16:creationId xmlns:a16="http://schemas.microsoft.com/office/drawing/2014/main" id="{30FC2E76-2701-027E-3250-5405E84EF2EE}"/>
                    </a:ext>
                  </a:extLst>
                </p:cNvPr>
                <p:cNvPicPr/>
                <p:nvPr/>
              </p:nvPicPr>
              <p:blipFill>
                <a:blip r:embed="rId27"/>
                <a:stretch>
                  <a:fillRect/>
                </a:stretch>
              </p:blipFill>
              <p:spPr>
                <a:xfrm>
                  <a:off x="6536985" y="506895"/>
                  <a:ext cx="39168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35BA6745-1086-1C7F-62F2-DCDC55F7FD4C}"/>
                    </a:ext>
                  </a:extLst>
                </p14:cNvPr>
                <p14:cNvContentPartPr/>
                <p14:nvPr/>
              </p14:nvContentPartPr>
              <p14:xfrm>
                <a:off x="7073745" y="441375"/>
                <a:ext cx="61920" cy="103320"/>
              </p14:xfrm>
            </p:contentPart>
          </mc:Choice>
          <mc:Fallback xmlns="">
            <p:pic>
              <p:nvPicPr>
                <p:cNvPr id="15" name="Ink 14">
                  <a:extLst>
                    <a:ext uri="{FF2B5EF4-FFF2-40B4-BE49-F238E27FC236}">
                      <a16:creationId xmlns:a16="http://schemas.microsoft.com/office/drawing/2014/main" id="{35BA6745-1086-1C7F-62F2-DCDC55F7FD4C}"/>
                    </a:ext>
                  </a:extLst>
                </p:cNvPr>
                <p:cNvPicPr/>
                <p:nvPr/>
              </p:nvPicPr>
              <p:blipFill>
                <a:blip r:embed="rId29"/>
                <a:stretch>
                  <a:fillRect/>
                </a:stretch>
              </p:blipFill>
              <p:spPr>
                <a:xfrm>
                  <a:off x="7065105" y="432735"/>
                  <a:ext cx="7956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Ink 15">
                  <a:extLst>
                    <a:ext uri="{FF2B5EF4-FFF2-40B4-BE49-F238E27FC236}">
                      <a16:creationId xmlns:a16="http://schemas.microsoft.com/office/drawing/2014/main" id="{3CEB6C79-199D-BC33-D3BA-AF6D40C947F8}"/>
                    </a:ext>
                  </a:extLst>
                </p14:cNvPr>
                <p14:cNvContentPartPr/>
                <p14:nvPr/>
              </p14:nvContentPartPr>
              <p14:xfrm>
                <a:off x="7078425" y="855015"/>
                <a:ext cx="88200" cy="36360"/>
              </p14:xfrm>
            </p:contentPart>
          </mc:Choice>
          <mc:Fallback xmlns="">
            <p:pic>
              <p:nvPicPr>
                <p:cNvPr id="16" name="Ink 15">
                  <a:extLst>
                    <a:ext uri="{FF2B5EF4-FFF2-40B4-BE49-F238E27FC236}">
                      <a16:creationId xmlns:a16="http://schemas.microsoft.com/office/drawing/2014/main" id="{3CEB6C79-199D-BC33-D3BA-AF6D40C947F8}"/>
                    </a:ext>
                  </a:extLst>
                </p:cNvPr>
                <p:cNvPicPr/>
                <p:nvPr/>
              </p:nvPicPr>
              <p:blipFill>
                <a:blip r:embed="rId31"/>
                <a:stretch>
                  <a:fillRect/>
                </a:stretch>
              </p:blipFill>
              <p:spPr>
                <a:xfrm>
                  <a:off x="7069425" y="846015"/>
                  <a:ext cx="105840" cy="54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17" name="Ink 16">
                <a:extLst>
                  <a:ext uri="{FF2B5EF4-FFF2-40B4-BE49-F238E27FC236}">
                    <a16:creationId xmlns:a16="http://schemas.microsoft.com/office/drawing/2014/main" id="{433DBABA-95B5-D06C-FF7F-386ADDD5812F}"/>
                  </a:ext>
                </a:extLst>
              </p14:cNvPr>
              <p14:cNvContentPartPr/>
              <p14:nvPr/>
            </p14:nvContentPartPr>
            <p14:xfrm>
              <a:off x="7595025" y="615255"/>
              <a:ext cx="163800" cy="51840"/>
            </p14:xfrm>
          </p:contentPart>
        </mc:Choice>
        <mc:Fallback xmlns="">
          <p:pic>
            <p:nvPicPr>
              <p:cNvPr id="17" name="Ink 16">
                <a:extLst>
                  <a:ext uri="{FF2B5EF4-FFF2-40B4-BE49-F238E27FC236}">
                    <a16:creationId xmlns:a16="http://schemas.microsoft.com/office/drawing/2014/main" id="{433DBABA-95B5-D06C-FF7F-386ADDD5812F}"/>
                  </a:ext>
                </a:extLst>
              </p:cNvPr>
              <p:cNvPicPr/>
              <p:nvPr/>
            </p:nvPicPr>
            <p:blipFill>
              <a:blip r:embed="rId33"/>
              <a:stretch>
                <a:fillRect/>
              </a:stretch>
            </p:blipFill>
            <p:spPr>
              <a:xfrm>
                <a:off x="7586385" y="606615"/>
                <a:ext cx="181440" cy="69480"/>
              </a:xfrm>
              <a:prstGeom prst="rect">
                <a:avLst/>
              </a:prstGeom>
            </p:spPr>
          </p:pic>
        </mc:Fallback>
      </mc:AlternateContent>
      <p:grpSp>
        <p:nvGrpSpPr>
          <p:cNvPr id="34" name="Group 33">
            <a:extLst>
              <a:ext uri="{FF2B5EF4-FFF2-40B4-BE49-F238E27FC236}">
                <a16:creationId xmlns:a16="http://schemas.microsoft.com/office/drawing/2014/main" id="{2F2A935E-185A-AA9F-BAA8-81EB3D5E0DA8}"/>
              </a:ext>
            </a:extLst>
          </p:cNvPr>
          <p:cNvGrpSpPr/>
          <p:nvPr/>
        </p:nvGrpSpPr>
        <p:grpSpPr>
          <a:xfrm>
            <a:off x="4122465" y="1643055"/>
            <a:ext cx="3822840" cy="1529640"/>
            <a:chOff x="4122465" y="1643055"/>
            <a:chExt cx="3822840" cy="1529640"/>
          </a:xfrm>
        </p:grpSpPr>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2056A35A-17A3-6F93-ECDA-BDFB1F93110D}"/>
                    </a:ext>
                  </a:extLst>
                </p14:cNvPr>
                <p14:cNvContentPartPr/>
                <p14:nvPr/>
              </p14:nvContentPartPr>
              <p14:xfrm>
                <a:off x="4443945" y="1868775"/>
                <a:ext cx="118440" cy="797760"/>
              </p14:xfrm>
            </p:contentPart>
          </mc:Choice>
          <mc:Fallback xmlns="">
            <p:pic>
              <p:nvPicPr>
                <p:cNvPr id="21" name="Ink 20">
                  <a:extLst>
                    <a:ext uri="{FF2B5EF4-FFF2-40B4-BE49-F238E27FC236}">
                      <a16:creationId xmlns:a16="http://schemas.microsoft.com/office/drawing/2014/main" id="{2056A35A-17A3-6F93-ECDA-BDFB1F93110D}"/>
                    </a:ext>
                  </a:extLst>
                </p:cNvPr>
                <p:cNvPicPr/>
                <p:nvPr/>
              </p:nvPicPr>
              <p:blipFill>
                <a:blip r:embed="rId35"/>
                <a:stretch>
                  <a:fillRect/>
                </a:stretch>
              </p:blipFill>
              <p:spPr>
                <a:xfrm>
                  <a:off x="4434945" y="1860135"/>
                  <a:ext cx="136080" cy="815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F8DEDE6C-7319-6079-2F1F-54DFEDD78928}"/>
                    </a:ext>
                  </a:extLst>
                </p14:cNvPr>
                <p14:cNvContentPartPr/>
                <p14:nvPr/>
              </p14:nvContentPartPr>
              <p14:xfrm>
                <a:off x="4570665" y="1839615"/>
                <a:ext cx="468000" cy="834120"/>
              </p14:xfrm>
            </p:contentPart>
          </mc:Choice>
          <mc:Fallback xmlns="">
            <p:pic>
              <p:nvPicPr>
                <p:cNvPr id="22" name="Ink 21">
                  <a:extLst>
                    <a:ext uri="{FF2B5EF4-FFF2-40B4-BE49-F238E27FC236}">
                      <a16:creationId xmlns:a16="http://schemas.microsoft.com/office/drawing/2014/main" id="{F8DEDE6C-7319-6079-2F1F-54DFEDD78928}"/>
                    </a:ext>
                  </a:extLst>
                </p:cNvPr>
                <p:cNvPicPr/>
                <p:nvPr/>
              </p:nvPicPr>
              <p:blipFill>
                <a:blip r:embed="rId37"/>
                <a:stretch>
                  <a:fillRect/>
                </a:stretch>
              </p:blipFill>
              <p:spPr>
                <a:xfrm>
                  <a:off x="4562025" y="1830975"/>
                  <a:ext cx="485640" cy="851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4558AB79-DED8-8B60-9E3A-07BE80141876}"/>
                    </a:ext>
                  </a:extLst>
                </p14:cNvPr>
                <p14:cNvContentPartPr/>
                <p14:nvPr/>
              </p14:nvContentPartPr>
              <p14:xfrm>
                <a:off x="5282025" y="2031135"/>
                <a:ext cx="346680" cy="324720"/>
              </p14:xfrm>
            </p:contentPart>
          </mc:Choice>
          <mc:Fallback xmlns="">
            <p:pic>
              <p:nvPicPr>
                <p:cNvPr id="23" name="Ink 22">
                  <a:extLst>
                    <a:ext uri="{FF2B5EF4-FFF2-40B4-BE49-F238E27FC236}">
                      <a16:creationId xmlns:a16="http://schemas.microsoft.com/office/drawing/2014/main" id="{4558AB79-DED8-8B60-9E3A-07BE80141876}"/>
                    </a:ext>
                  </a:extLst>
                </p:cNvPr>
                <p:cNvPicPr/>
                <p:nvPr/>
              </p:nvPicPr>
              <p:blipFill>
                <a:blip r:embed="rId39"/>
                <a:stretch>
                  <a:fillRect/>
                </a:stretch>
              </p:blipFill>
              <p:spPr>
                <a:xfrm>
                  <a:off x="5273025" y="2022495"/>
                  <a:ext cx="36432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BF257938-04FB-6FA4-6AAC-E47D3D680C8C}"/>
                    </a:ext>
                  </a:extLst>
                </p14:cNvPr>
                <p14:cNvContentPartPr/>
                <p14:nvPr/>
              </p14:nvContentPartPr>
              <p14:xfrm>
                <a:off x="5975385" y="1877415"/>
                <a:ext cx="64440" cy="291600"/>
              </p14:xfrm>
            </p:contentPart>
          </mc:Choice>
          <mc:Fallback xmlns="">
            <p:pic>
              <p:nvPicPr>
                <p:cNvPr id="24" name="Ink 23">
                  <a:extLst>
                    <a:ext uri="{FF2B5EF4-FFF2-40B4-BE49-F238E27FC236}">
                      <a16:creationId xmlns:a16="http://schemas.microsoft.com/office/drawing/2014/main" id="{BF257938-04FB-6FA4-6AAC-E47D3D680C8C}"/>
                    </a:ext>
                  </a:extLst>
                </p:cNvPr>
                <p:cNvPicPr/>
                <p:nvPr/>
              </p:nvPicPr>
              <p:blipFill>
                <a:blip r:embed="rId41"/>
                <a:stretch>
                  <a:fillRect/>
                </a:stretch>
              </p:blipFill>
              <p:spPr>
                <a:xfrm>
                  <a:off x="5966745" y="1868415"/>
                  <a:ext cx="8208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048C5332-53BF-1083-1AD7-97B19D6C670C}"/>
                    </a:ext>
                  </a:extLst>
                </p14:cNvPr>
                <p14:cNvContentPartPr/>
                <p14:nvPr/>
              </p14:nvContentPartPr>
              <p14:xfrm>
                <a:off x="5848305" y="2036895"/>
                <a:ext cx="494280" cy="171000"/>
              </p14:xfrm>
            </p:contentPart>
          </mc:Choice>
          <mc:Fallback xmlns="">
            <p:pic>
              <p:nvPicPr>
                <p:cNvPr id="25" name="Ink 24">
                  <a:extLst>
                    <a:ext uri="{FF2B5EF4-FFF2-40B4-BE49-F238E27FC236}">
                      <a16:creationId xmlns:a16="http://schemas.microsoft.com/office/drawing/2014/main" id="{048C5332-53BF-1083-1AD7-97B19D6C670C}"/>
                    </a:ext>
                  </a:extLst>
                </p:cNvPr>
                <p:cNvPicPr/>
                <p:nvPr/>
              </p:nvPicPr>
              <p:blipFill>
                <a:blip r:embed="rId43"/>
                <a:stretch>
                  <a:fillRect/>
                </a:stretch>
              </p:blipFill>
              <p:spPr>
                <a:xfrm>
                  <a:off x="5839665" y="2027895"/>
                  <a:ext cx="51192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646A60B0-98A0-2864-961D-2A7EEA60D680}"/>
                    </a:ext>
                  </a:extLst>
                </p14:cNvPr>
                <p14:cNvContentPartPr/>
                <p14:nvPr/>
              </p14:nvContentPartPr>
              <p14:xfrm>
                <a:off x="6577305" y="1967775"/>
                <a:ext cx="186480" cy="277920"/>
              </p14:xfrm>
            </p:contentPart>
          </mc:Choice>
          <mc:Fallback xmlns="">
            <p:pic>
              <p:nvPicPr>
                <p:cNvPr id="26" name="Ink 25">
                  <a:extLst>
                    <a:ext uri="{FF2B5EF4-FFF2-40B4-BE49-F238E27FC236}">
                      <a16:creationId xmlns:a16="http://schemas.microsoft.com/office/drawing/2014/main" id="{646A60B0-98A0-2864-961D-2A7EEA60D680}"/>
                    </a:ext>
                  </a:extLst>
                </p:cNvPr>
                <p:cNvPicPr/>
                <p:nvPr/>
              </p:nvPicPr>
              <p:blipFill>
                <a:blip r:embed="rId45"/>
                <a:stretch>
                  <a:fillRect/>
                </a:stretch>
              </p:blipFill>
              <p:spPr>
                <a:xfrm>
                  <a:off x="6568305" y="1959135"/>
                  <a:ext cx="20412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F04F796D-3AF9-9660-E53B-9F0A6588A4CC}"/>
                    </a:ext>
                  </a:extLst>
                </p14:cNvPr>
                <p14:cNvContentPartPr/>
                <p14:nvPr/>
              </p14:nvContentPartPr>
              <p14:xfrm>
                <a:off x="6990225" y="1911255"/>
                <a:ext cx="288000" cy="277200"/>
              </p14:xfrm>
            </p:contentPart>
          </mc:Choice>
          <mc:Fallback xmlns="">
            <p:pic>
              <p:nvPicPr>
                <p:cNvPr id="27" name="Ink 26">
                  <a:extLst>
                    <a:ext uri="{FF2B5EF4-FFF2-40B4-BE49-F238E27FC236}">
                      <a16:creationId xmlns:a16="http://schemas.microsoft.com/office/drawing/2014/main" id="{F04F796D-3AF9-9660-E53B-9F0A6588A4CC}"/>
                    </a:ext>
                  </a:extLst>
                </p:cNvPr>
                <p:cNvPicPr/>
                <p:nvPr/>
              </p:nvPicPr>
              <p:blipFill>
                <a:blip r:embed="rId47"/>
                <a:stretch>
                  <a:fillRect/>
                </a:stretch>
              </p:blipFill>
              <p:spPr>
                <a:xfrm>
                  <a:off x="6981225" y="1902255"/>
                  <a:ext cx="30564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8FD1380C-7677-C842-B493-33BD9BD6D70E}"/>
                    </a:ext>
                  </a:extLst>
                </p14:cNvPr>
                <p14:cNvContentPartPr/>
                <p14:nvPr/>
              </p14:nvContentPartPr>
              <p14:xfrm>
                <a:off x="7287585" y="1968855"/>
                <a:ext cx="153360" cy="28080"/>
              </p14:xfrm>
            </p:contentPart>
          </mc:Choice>
          <mc:Fallback xmlns="">
            <p:pic>
              <p:nvPicPr>
                <p:cNvPr id="28" name="Ink 27">
                  <a:extLst>
                    <a:ext uri="{FF2B5EF4-FFF2-40B4-BE49-F238E27FC236}">
                      <a16:creationId xmlns:a16="http://schemas.microsoft.com/office/drawing/2014/main" id="{8FD1380C-7677-C842-B493-33BD9BD6D70E}"/>
                    </a:ext>
                  </a:extLst>
                </p:cNvPr>
                <p:cNvPicPr/>
                <p:nvPr/>
              </p:nvPicPr>
              <p:blipFill>
                <a:blip r:embed="rId49"/>
                <a:stretch>
                  <a:fillRect/>
                </a:stretch>
              </p:blipFill>
              <p:spPr>
                <a:xfrm>
                  <a:off x="7278945" y="1959855"/>
                  <a:ext cx="17100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13584FB7-2CA5-97E0-3B3D-E10F82E2AEDE}"/>
                    </a:ext>
                  </a:extLst>
                </p14:cNvPr>
                <p14:cNvContentPartPr/>
                <p14:nvPr/>
              </p14:nvContentPartPr>
              <p14:xfrm>
                <a:off x="4231185" y="1729095"/>
                <a:ext cx="247320" cy="847080"/>
              </p14:xfrm>
            </p:contentPart>
          </mc:Choice>
          <mc:Fallback xmlns="">
            <p:pic>
              <p:nvPicPr>
                <p:cNvPr id="29" name="Ink 28">
                  <a:extLst>
                    <a:ext uri="{FF2B5EF4-FFF2-40B4-BE49-F238E27FC236}">
                      <a16:creationId xmlns:a16="http://schemas.microsoft.com/office/drawing/2014/main" id="{13584FB7-2CA5-97E0-3B3D-E10F82E2AEDE}"/>
                    </a:ext>
                  </a:extLst>
                </p:cNvPr>
                <p:cNvPicPr/>
                <p:nvPr/>
              </p:nvPicPr>
              <p:blipFill>
                <a:blip r:embed="rId51"/>
                <a:stretch>
                  <a:fillRect/>
                </a:stretch>
              </p:blipFill>
              <p:spPr>
                <a:xfrm>
                  <a:off x="4222545" y="1720455"/>
                  <a:ext cx="264960" cy="864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E49A9E10-5A1C-C3E0-754B-4E2AFF16AA09}"/>
                    </a:ext>
                  </a:extLst>
                </p14:cNvPr>
                <p14:cNvContentPartPr/>
                <p14:nvPr/>
              </p14:nvContentPartPr>
              <p14:xfrm>
                <a:off x="4547265" y="1643055"/>
                <a:ext cx="3316320" cy="647280"/>
              </p14:xfrm>
            </p:contentPart>
          </mc:Choice>
          <mc:Fallback xmlns="">
            <p:pic>
              <p:nvPicPr>
                <p:cNvPr id="30" name="Ink 29">
                  <a:extLst>
                    <a:ext uri="{FF2B5EF4-FFF2-40B4-BE49-F238E27FC236}">
                      <a16:creationId xmlns:a16="http://schemas.microsoft.com/office/drawing/2014/main" id="{E49A9E10-5A1C-C3E0-754B-4E2AFF16AA09}"/>
                    </a:ext>
                  </a:extLst>
                </p:cNvPr>
                <p:cNvPicPr/>
                <p:nvPr/>
              </p:nvPicPr>
              <p:blipFill>
                <a:blip r:embed="rId53"/>
                <a:stretch>
                  <a:fillRect/>
                </a:stretch>
              </p:blipFill>
              <p:spPr>
                <a:xfrm>
                  <a:off x="4538265" y="1634055"/>
                  <a:ext cx="3333960" cy="664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44FFB7C2-88CF-FC9D-51DA-3FCF586DC443}"/>
                    </a:ext>
                  </a:extLst>
                </p14:cNvPr>
                <p14:cNvContentPartPr/>
                <p14:nvPr/>
              </p14:nvContentPartPr>
              <p14:xfrm>
                <a:off x="4122465" y="2486535"/>
                <a:ext cx="3636360" cy="686160"/>
              </p14:xfrm>
            </p:contentPart>
          </mc:Choice>
          <mc:Fallback xmlns="">
            <p:pic>
              <p:nvPicPr>
                <p:cNvPr id="32" name="Ink 31">
                  <a:extLst>
                    <a:ext uri="{FF2B5EF4-FFF2-40B4-BE49-F238E27FC236}">
                      <a16:creationId xmlns:a16="http://schemas.microsoft.com/office/drawing/2014/main" id="{44FFB7C2-88CF-FC9D-51DA-3FCF586DC443}"/>
                    </a:ext>
                  </a:extLst>
                </p:cNvPr>
                <p:cNvPicPr/>
                <p:nvPr/>
              </p:nvPicPr>
              <p:blipFill>
                <a:blip r:embed="rId55"/>
                <a:stretch>
                  <a:fillRect/>
                </a:stretch>
              </p:blipFill>
              <p:spPr>
                <a:xfrm>
                  <a:off x="4113825" y="2477895"/>
                  <a:ext cx="3654000" cy="703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Ink 32">
                  <a:extLst>
                    <a:ext uri="{FF2B5EF4-FFF2-40B4-BE49-F238E27FC236}">
                      <a16:creationId xmlns:a16="http://schemas.microsoft.com/office/drawing/2014/main" id="{1853B205-C50B-F19B-B39B-83CF0B4EC4E8}"/>
                    </a:ext>
                  </a:extLst>
                </p14:cNvPr>
                <p14:cNvContentPartPr/>
                <p14:nvPr/>
              </p14:nvContentPartPr>
              <p14:xfrm>
                <a:off x="7560825" y="2127615"/>
                <a:ext cx="384480" cy="800280"/>
              </p14:xfrm>
            </p:contentPart>
          </mc:Choice>
          <mc:Fallback xmlns="">
            <p:pic>
              <p:nvPicPr>
                <p:cNvPr id="33" name="Ink 32">
                  <a:extLst>
                    <a:ext uri="{FF2B5EF4-FFF2-40B4-BE49-F238E27FC236}">
                      <a16:creationId xmlns:a16="http://schemas.microsoft.com/office/drawing/2014/main" id="{1853B205-C50B-F19B-B39B-83CF0B4EC4E8}"/>
                    </a:ext>
                  </a:extLst>
                </p:cNvPr>
                <p:cNvPicPr/>
                <p:nvPr/>
              </p:nvPicPr>
              <p:blipFill>
                <a:blip r:embed="rId57"/>
                <a:stretch>
                  <a:fillRect/>
                </a:stretch>
              </p:blipFill>
              <p:spPr>
                <a:xfrm>
                  <a:off x="7551825" y="2118975"/>
                  <a:ext cx="402120" cy="817920"/>
                </a:xfrm>
                <a:prstGeom prst="rect">
                  <a:avLst/>
                </a:prstGeom>
              </p:spPr>
            </p:pic>
          </mc:Fallback>
        </mc:AlternateContent>
      </p:grpSp>
      <p:grpSp>
        <p:nvGrpSpPr>
          <p:cNvPr id="55" name="Group 54">
            <a:extLst>
              <a:ext uri="{FF2B5EF4-FFF2-40B4-BE49-F238E27FC236}">
                <a16:creationId xmlns:a16="http://schemas.microsoft.com/office/drawing/2014/main" id="{6AD84FFC-2D76-5F6A-4F88-C528D76CCA46}"/>
              </a:ext>
            </a:extLst>
          </p:cNvPr>
          <p:cNvGrpSpPr/>
          <p:nvPr/>
        </p:nvGrpSpPr>
        <p:grpSpPr>
          <a:xfrm>
            <a:off x="4691985" y="3060375"/>
            <a:ext cx="1909080" cy="1181160"/>
            <a:chOff x="4691985" y="3060375"/>
            <a:chExt cx="1909080" cy="1181160"/>
          </a:xfrm>
        </p:grpSpPr>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0B06056D-46AA-B3F8-D5BA-96702090AC3F}"/>
                    </a:ext>
                  </a:extLst>
                </p14:cNvPr>
                <p14:cNvContentPartPr/>
                <p14:nvPr/>
              </p14:nvContentPartPr>
              <p14:xfrm>
                <a:off x="4944345" y="3060375"/>
                <a:ext cx="546480" cy="820080"/>
              </p14:xfrm>
            </p:contentPart>
          </mc:Choice>
          <mc:Fallback xmlns="">
            <p:pic>
              <p:nvPicPr>
                <p:cNvPr id="35" name="Ink 34">
                  <a:extLst>
                    <a:ext uri="{FF2B5EF4-FFF2-40B4-BE49-F238E27FC236}">
                      <a16:creationId xmlns:a16="http://schemas.microsoft.com/office/drawing/2014/main" id="{0B06056D-46AA-B3F8-D5BA-96702090AC3F}"/>
                    </a:ext>
                  </a:extLst>
                </p:cNvPr>
                <p:cNvPicPr/>
                <p:nvPr/>
              </p:nvPicPr>
              <p:blipFill>
                <a:blip r:embed="rId59"/>
                <a:stretch>
                  <a:fillRect/>
                </a:stretch>
              </p:blipFill>
              <p:spPr>
                <a:xfrm>
                  <a:off x="4935705" y="3051735"/>
                  <a:ext cx="564120" cy="837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7769A678-550E-0480-C5C1-9260954ECB79}"/>
                    </a:ext>
                  </a:extLst>
                </p14:cNvPr>
                <p14:cNvContentPartPr/>
                <p14:nvPr/>
              </p14:nvContentPartPr>
              <p14:xfrm>
                <a:off x="5515305" y="3083415"/>
                <a:ext cx="1085760" cy="987480"/>
              </p14:xfrm>
            </p:contentPart>
          </mc:Choice>
          <mc:Fallback xmlns="">
            <p:pic>
              <p:nvPicPr>
                <p:cNvPr id="36" name="Ink 35">
                  <a:extLst>
                    <a:ext uri="{FF2B5EF4-FFF2-40B4-BE49-F238E27FC236}">
                      <a16:creationId xmlns:a16="http://schemas.microsoft.com/office/drawing/2014/main" id="{7769A678-550E-0480-C5C1-9260954ECB79}"/>
                    </a:ext>
                  </a:extLst>
                </p:cNvPr>
                <p:cNvPicPr/>
                <p:nvPr/>
              </p:nvPicPr>
              <p:blipFill>
                <a:blip r:embed="rId61"/>
                <a:stretch>
                  <a:fillRect/>
                </a:stretch>
              </p:blipFill>
              <p:spPr>
                <a:xfrm>
                  <a:off x="5506665" y="3074415"/>
                  <a:ext cx="1103400" cy="1005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C05845F1-BC72-5BC5-8C3E-186FCC0F202D}"/>
                    </a:ext>
                  </a:extLst>
                </p14:cNvPr>
                <p14:cNvContentPartPr/>
                <p14:nvPr/>
              </p14:nvContentPartPr>
              <p14:xfrm>
                <a:off x="4691985" y="3802695"/>
                <a:ext cx="264240" cy="438840"/>
              </p14:xfrm>
            </p:contentPart>
          </mc:Choice>
          <mc:Fallback xmlns="">
            <p:pic>
              <p:nvPicPr>
                <p:cNvPr id="38" name="Ink 37">
                  <a:extLst>
                    <a:ext uri="{FF2B5EF4-FFF2-40B4-BE49-F238E27FC236}">
                      <a16:creationId xmlns:a16="http://schemas.microsoft.com/office/drawing/2014/main" id="{C05845F1-BC72-5BC5-8C3E-186FCC0F202D}"/>
                    </a:ext>
                  </a:extLst>
                </p:cNvPr>
                <p:cNvPicPr/>
                <p:nvPr/>
              </p:nvPicPr>
              <p:blipFill>
                <a:blip r:embed="rId63"/>
                <a:stretch>
                  <a:fillRect/>
                </a:stretch>
              </p:blipFill>
              <p:spPr>
                <a:xfrm>
                  <a:off x="4682985" y="3793695"/>
                  <a:ext cx="281880" cy="456480"/>
                </a:xfrm>
                <a:prstGeom prst="rect">
                  <a:avLst/>
                </a:prstGeom>
              </p:spPr>
            </p:pic>
          </mc:Fallback>
        </mc:AlternateContent>
      </p:grpSp>
      <p:grpSp>
        <p:nvGrpSpPr>
          <p:cNvPr id="54" name="Group 53">
            <a:extLst>
              <a:ext uri="{FF2B5EF4-FFF2-40B4-BE49-F238E27FC236}">
                <a16:creationId xmlns:a16="http://schemas.microsoft.com/office/drawing/2014/main" id="{EEB6F8D8-A157-43A5-8080-EE012126AFDD}"/>
              </a:ext>
            </a:extLst>
          </p:cNvPr>
          <p:cNvGrpSpPr/>
          <p:nvPr/>
        </p:nvGrpSpPr>
        <p:grpSpPr>
          <a:xfrm>
            <a:off x="2414985" y="4609455"/>
            <a:ext cx="2147760" cy="472320"/>
            <a:chOff x="2414985" y="4609455"/>
            <a:chExt cx="2147760" cy="472320"/>
          </a:xfrm>
        </p:grpSpPr>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1819C570-49A9-44C8-A6A6-BA836EB87A4D}"/>
                    </a:ext>
                  </a:extLst>
                </p14:cNvPr>
                <p14:cNvContentPartPr/>
                <p14:nvPr/>
              </p14:nvContentPartPr>
              <p14:xfrm>
                <a:off x="2414985" y="4609455"/>
                <a:ext cx="989640" cy="46440"/>
              </p14:xfrm>
            </p:contentPart>
          </mc:Choice>
          <mc:Fallback xmlns="">
            <p:pic>
              <p:nvPicPr>
                <p:cNvPr id="39" name="Ink 38">
                  <a:extLst>
                    <a:ext uri="{FF2B5EF4-FFF2-40B4-BE49-F238E27FC236}">
                      <a16:creationId xmlns:a16="http://schemas.microsoft.com/office/drawing/2014/main" id="{1819C570-49A9-44C8-A6A6-BA836EB87A4D}"/>
                    </a:ext>
                  </a:extLst>
                </p:cNvPr>
                <p:cNvPicPr/>
                <p:nvPr/>
              </p:nvPicPr>
              <p:blipFill>
                <a:blip r:embed="rId65"/>
                <a:stretch>
                  <a:fillRect/>
                </a:stretch>
              </p:blipFill>
              <p:spPr>
                <a:xfrm>
                  <a:off x="2405985" y="4600815"/>
                  <a:ext cx="10072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8B1435B8-A8C5-2541-EE01-354F6D35D6F1}"/>
                    </a:ext>
                  </a:extLst>
                </p14:cNvPr>
                <p14:cNvContentPartPr/>
                <p14:nvPr/>
              </p14:nvContentPartPr>
              <p14:xfrm>
                <a:off x="2845905" y="4685055"/>
                <a:ext cx="47160" cy="311400"/>
              </p14:xfrm>
            </p:contentPart>
          </mc:Choice>
          <mc:Fallback xmlns="">
            <p:pic>
              <p:nvPicPr>
                <p:cNvPr id="40" name="Ink 39">
                  <a:extLst>
                    <a:ext uri="{FF2B5EF4-FFF2-40B4-BE49-F238E27FC236}">
                      <a16:creationId xmlns:a16="http://schemas.microsoft.com/office/drawing/2014/main" id="{8B1435B8-A8C5-2541-EE01-354F6D35D6F1}"/>
                    </a:ext>
                  </a:extLst>
                </p:cNvPr>
                <p:cNvPicPr/>
                <p:nvPr/>
              </p:nvPicPr>
              <p:blipFill>
                <a:blip r:embed="rId67"/>
                <a:stretch>
                  <a:fillRect/>
                </a:stretch>
              </p:blipFill>
              <p:spPr>
                <a:xfrm>
                  <a:off x="2836905" y="4676415"/>
                  <a:ext cx="6480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247204AD-A251-027E-832F-43CC1218F413}"/>
                    </a:ext>
                  </a:extLst>
                </p14:cNvPr>
                <p14:cNvContentPartPr/>
                <p14:nvPr/>
              </p14:nvContentPartPr>
              <p14:xfrm>
                <a:off x="3006465" y="4798815"/>
                <a:ext cx="319680" cy="282960"/>
              </p14:xfrm>
            </p:contentPart>
          </mc:Choice>
          <mc:Fallback xmlns="">
            <p:pic>
              <p:nvPicPr>
                <p:cNvPr id="41" name="Ink 40">
                  <a:extLst>
                    <a:ext uri="{FF2B5EF4-FFF2-40B4-BE49-F238E27FC236}">
                      <a16:creationId xmlns:a16="http://schemas.microsoft.com/office/drawing/2014/main" id="{247204AD-A251-027E-832F-43CC1218F413}"/>
                    </a:ext>
                  </a:extLst>
                </p:cNvPr>
                <p:cNvPicPr/>
                <p:nvPr/>
              </p:nvPicPr>
              <p:blipFill>
                <a:blip r:embed="rId69"/>
                <a:stretch>
                  <a:fillRect/>
                </a:stretch>
              </p:blipFill>
              <p:spPr>
                <a:xfrm>
                  <a:off x="2997825" y="4789815"/>
                  <a:ext cx="33732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F30873B1-0732-7B66-22D1-E504AFEB6A91}"/>
                    </a:ext>
                  </a:extLst>
                </p14:cNvPr>
                <p14:cNvContentPartPr/>
                <p14:nvPr/>
              </p14:nvContentPartPr>
              <p14:xfrm>
                <a:off x="3347745" y="4841655"/>
                <a:ext cx="401400" cy="151560"/>
              </p14:xfrm>
            </p:contentPart>
          </mc:Choice>
          <mc:Fallback xmlns="">
            <p:pic>
              <p:nvPicPr>
                <p:cNvPr id="42" name="Ink 41">
                  <a:extLst>
                    <a:ext uri="{FF2B5EF4-FFF2-40B4-BE49-F238E27FC236}">
                      <a16:creationId xmlns:a16="http://schemas.microsoft.com/office/drawing/2014/main" id="{F30873B1-0732-7B66-22D1-E504AFEB6A91}"/>
                    </a:ext>
                  </a:extLst>
                </p:cNvPr>
                <p:cNvPicPr/>
                <p:nvPr/>
              </p:nvPicPr>
              <p:blipFill>
                <a:blip r:embed="rId71"/>
                <a:stretch>
                  <a:fillRect/>
                </a:stretch>
              </p:blipFill>
              <p:spPr>
                <a:xfrm>
                  <a:off x="3338745" y="4832655"/>
                  <a:ext cx="41904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6DCA3935-61AF-342C-1008-86CCA3942B71}"/>
                    </a:ext>
                  </a:extLst>
                </p14:cNvPr>
                <p14:cNvContentPartPr/>
                <p14:nvPr/>
              </p14:nvContentPartPr>
              <p14:xfrm>
                <a:off x="3878025" y="4698015"/>
                <a:ext cx="18720" cy="16920"/>
              </p14:xfrm>
            </p:contentPart>
          </mc:Choice>
          <mc:Fallback xmlns="">
            <p:pic>
              <p:nvPicPr>
                <p:cNvPr id="43" name="Ink 42">
                  <a:extLst>
                    <a:ext uri="{FF2B5EF4-FFF2-40B4-BE49-F238E27FC236}">
                      <a16:creationId xmlns:a16="http://schemas.microsoft.com/office/drawing/2014/main" id="{6DCA3935-61AF-342C-1008-86CCA3942B71}"/>
                    </a:ext>
                  </a:extLst>
                </p:cNvPr>
                <p:cNvPicPr/>
                <p:nvPr/>
              </p:nvPicPr>
              <p:blipFill>
                <a:blip r:embed="rId73"/>
                <a:stretch>
                  <a:fillRect/>
                </a:stretch>
              </p:blipFill>
              <p:spPr>
                <a:xfrm>
                  <a:off x="3869025" y="4689015"/>
                  <a:ext cx="363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4" name="Ink 43">
                  <a:extLst>
                    <a:ext uri="{FF2B5EF4-FFF2-40B4-BE49-F238E27FC236}">
                      <a16:creationId xmlns:a16="http://schemas.microsoft.com/office/drawing/2014/main" id="{66A430D1-C1DE-83F2-0ABB-45A16B9B50AF}"/>
                    </a:ext>
                  </a:extLst>
                </p14:cNvPr>
                <p14:cNvContentPartPr/>
                <p14:nvPr/>
              </p14:nvContentPartPr>
              <p14:xfrm>
                <a:off x="3856425" y="4843095"/>
                <a:ext cx="319320" cy="74160"/>
              </p14:xfrm>
            </p:contentPart>
          </mc:Choice>
          <mc:Fallback xmlns="">
            <p:pic>
              <p:nvPicPr>
                <p:cNvPr id="44" name="Ink 43">
                  <a:extLst>
                    <a:ext uri="{FF2B5EF4-FFF2-40B4-BE49-F238E27FC236}">
                      <a16:creationId xmlns:a16="http://schemas.microsoft.com/office/drawing/2014/main" id="{66A430D1-C1DE-83F2-0ABB-45A16B9B50AF}"/>
                    </a:ext>
                  </a:extLst>
                </p:cNvPr>
                <p:cNvPicPr/>
                <p:nvPr/>
              </p:nvPicPr>
              <p:blipFill>
                <a:blip r:embed="rId75"/>
                <a:stretch>
                  <a:fillRect/>
                </a:stretch>
              </p:blipFill>
              <p:spPr>
                <a:xfrm>
                  <a:off x="3847425" y="4834095"/>
                  <a:ext cx="3369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5" name="Ink 44">
                  <a:extLst>
                    <a:ext uri="{FF2B5EF4-FFF2-40B4-BE49-F238E27FC236}">
                      <a16:creationId xmlns:a16="http://schemas.microsoft.com/office/drawing/2014/main" id="{862DDA73-B2DE-419D-7918-24F0C2E5AB81}"/>
                    </a:ext>
                  </a:extLst>
                </p14:cNvPr>
                <p14:cNvContentPartPr/>
                <p14:nvPr/>
              </p14:nvContentPartPr>
              <p14:xfrm>
                <a:off x="4230105" y="4687575"/>
                <a:ext cx="31320" cy="44640"/>
              </p14:xfrm>
            </p:contentPart>
          </mc:Choice>
          <mc:Fallback xmlns="">
            <p:pic>
              <p:nvPicPr>
                <p:cNvPr id="45" name="Ink 44">
                  <a:extLst>
                    <a:ext uri="{FF2B5EF4-FFF2-40B4-BE49-F238E27FC236}">
                      <a16:creationId xmlns:a16="http://schemas.microsoft.com/office/drawing/2014/main" id="{862DDA73-B2DE-419D-7918-24F0C2E5AB81}"/>
                    </a:ext>
                  </a:extLst>
                </p:cNvPr>
                <p:cNvPicPr/>
                <p:nvPr/>
              </p:nvPicPr>
              <p:blipFill>
                <a:blip r:embed="rId77"/>
                <a:stretch>
                  <a:fillRect/>
                </a:stretch>
              </p:blipFill>
              <p:spPr>
                <a:xfrm>
                  <a:off x="4221105" y="4678935"/>
                  <a:ext cx="4896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6" name="Ink 45">
                  <a:extLst>
                    <a:ext uri="{FF2B5EF4-FFF2-40B4-BE49-F238E27FC236}">
                      <a16:creationId xmlns:a16="http://schemas.microsoft.com/office/drawing/2014/main" id="{A0BA5A11-5A5F-E867-D01C-B4F1BF863A1C}"/>
                    </a:ext>
                  </a:extLst>
                </p14:cNvPr>
                <p14:cNvContentPartPr/>
                <p14:nvPr/>
              </p14:nvContentPartPr>
              <p14:xfrm>
                <a:off x="4316505" y="4761735"/>
                <a:ext cx="246240" cy="304200"/>
              </p14:xfrm>
            </p:contentPart>
          </mc:Choice>
          <mc:Fallback xmlns="">
            <p:pic>
              <p:nvPicPr>
                <p:cNvPr id="46" name="Ink 45">
                  <a:extLst>
                    <a:ext uri="{FF2B5EF4-FFF2-40B4-BE49-F238E27FC236}">
                      <a16:creationId xmlns:a16="http://schemas.microsoft.com/office/drawing/2014/main" id="{A0BA5A11-5A5F-E867-D01C-B4F1BF863A1C}"/>
                    </a:ext>
                  </a:extLst>
                </p:cNvPr>
                <p:cNvPicPr/>
                <p:nvPr/>
              </p:nvPicPr>
              <p:blipFill>
                <a:blip r:embed="rId79"/>
                <a:stretch>
                  <a:fillRect/>
                </a:stretch>
              </p:blipFill>
              <p:spPr>
                <a:xfrm>
                  <a:off x="4307865" y="4753095"/>
                  <a:ext cx="263880" cy="321840"/>
                </a:xfrm>
                <a:prstGeom prst="rect">
                  <a:avLst/>
                </a:prstGeom>
              </p:spPr>
            </p:pic>
          </mc:Fallback>
        </mc:AlternateContent>
      </p:grpSp>
      <p:grpSp>
        <p:nvGrpSpPr>
          <p:cNvPr id="53" name="Group 52">
            <a:extLst>
              <a:ext uri="{FF2B5EF4-FFF2-40B4-BE49-F238E27FC236}">
                <a16:creationId xmlns:a16="http://schemas.microsoft.com/office/drawing/2014/main" id="{535B0300-5F68-E6B5-C87C-0C24077E4C6A}"/>
              </a:ext>
            </a:extLst>
          </p:cNvPr>
          <p:cNvGrpSpPr/>
          <p:nvPr/>
        </p:nvGrpSpPr>
        <p:grpSpPr>
          <a:xfrm>
            <a:off x="7015065" y="4250535"/>
            <a:ext cx="1841040" cy="424800"/>
            <a:chOff x="7015065" y="4250535"/>
            <a:chExt cx="1841040" cy="424800"/>
          </a:xfrm>
        </p:grpSpPr>
        <mc:AlternateContent xmlns:mc="http://schemas.openxmlformats.org/markup-compatibility/2006" xmlns:p14="http://schemas.microsoft.com/office/powerpoint/2010/main">
          <mc:Choice Requires="p14">
            <p:contentPart p14:bwMode="auto" r:id="rId80">
              <p14:nvContentPartPr>
                <p14:cNvPr id="47" name="Ink 46">
                  <a:extLst>
                    <a:ext uri="{FF2B5EF4-FFF2-40B4-BE49-F238E27FC236}">
                      <a16:creationId xmlns:a16="http://schemas.microsoft.com/office/drawing/2014/main" id="{01A93857-F9AC-3367-B3A3-B004ED841092}"/>
                    </a:ext>
                  </a:extLst>
                </p14:cNvPr>
                <p14:cNvContentPartPr/>
                <p14:nvPr/>
              </p14:nvContentPartPr>
              <p14:xfrm>
                <a:off x="7015065" y="4251975"/>
                <a:ext cx="636840" cy="123480"/>
              </p14:xfrm>
            </p:contentPart>
          </mc:Choice>
          <mc:Fallback xmlns="">
            <p:pic>
              <p:nvPicPr>
                <p:cNvPr id="47" name="Ink 46">
                  <a:extLst>
                    <a:ext uri="{FF2B5EF4-FFF2-40B4-BE49-F238E27FC236}">
                      <a16:creationId xmlns:a16="http://schemas.microsoft.com/office/drawing/2014/main" id="{01A93857-F9AC-3367-B3A3-B004ED841092}"/>
                    </a:ext>
                  </a:extLst>
                </p:cNvPr>
                <p:cNvPicPr/>
                <p:nvPr/>
              </p:nvPicPr>
              <p:blipFill>
                <a:blip r:embed="rId81"/>
                <a:stretch>
                  <a:fillRect/>
                </a:stretch>
              </p:blipFill>
              <p:spPr>
                <a:xfrm>
                  <a:off x="7006425" y="4242975"/>
                  <a:ext cx="6544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8" name="Ink 47">
                  <a:extLst>
                    <a:ext uri="{FF2B5EF4-FFF2-40B4-BE49-F238E27FC236}">
                      <a16:creationId xmlns:a16="http://schemas.microsoft.com/office/drawing/2014/main" id="{B9AE61F5-515D-9DB3-A4BF-2F0F0126EE1C}"/>
                    </a:ext>
                  </a:extLst>
                </p14:cNvPr>
                <p14:cNvContentPartPr/>
                <p14:nvPr/>
              </p14:nvContentPartPr>
              <p14:xfrm>
                <a:off x="7334385" y="4280415"/>
                <a:ext cx="122760" cy="308880"/>
              </p14:xfrm>
            </p:contentPart>
          </mc:Choice>
          <mc:Fallback xmlns="">
            <p:pic>
              <p:nvPicPr>
                <p:cNvPr id="48" name="Ink 47">
                  <a:extLst>
                    <a:ext uri="{FF2B5EF4-FFF2-40B4-BE49-F238E27FC236}">
                      <a16:creationId xmlns:a16="http://schemas.microsoft.com/office/drawing/2014/main" id="{B9AE61F5-515D-9DB3-A4BF-2F0F0126EE1C}"/>
                    </a:ext>
                  </a:extLst>
                </p:cNvPr>
                <p:cNvPicPr/>
                <p:nvPr/>
              </p:nvPicPr>
              <p:blipFill>
                <a:blip r:embed="rId83"/>
                <a:stretch>
                  <a:fillRect/>
                </a:stretch>
              </p:blipFill>
              <p:spPr>
                <a:xfrm>
                  <a:off x="7325745" y="4271775"/>
                  <a:ext cx="14040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9" name="Ink 48">
                  <a:extLst>
                    <a:ext uri="{FF2B5EF4-FFF2-40B4-BE49-F238E27FC236}">
                      <a16:creationId xmlns:a16="http://schemas.microsoft.com/office/drawing/2014/main" id="{06AA9085-25FB-AF0B-4208-040FA1C4D4F5}"/>
                    </a:ext>
                  </a:extLst>
                </p14:cNvPr>
                <p14:cNvContentPartPr/>
                <p14:nvPr/>
              </p14:nvContentPartPr>
              <p14:xfrm>
                <a:off x="7683585" y="4397055"/>
                <a:ext cx="396000" cy="278280"/>
              </p14:xfrm>
            </p:contentPart>
          </mc:Choice>
          <mc:Fallback xmlns="">
            <p:pic>
              <p:nvPicPr>
                <p:cNvPr id="49" name="Ink 48">
                  <a:extLst>
                    <a:ext uri="{FF2B5EF4-FFF2-40B4-BE49-F238E27FC236}">
                      <a16:creationId xmlns:a16="http://schemas.microsoft.com/office/drawing/2014/main" id="{06AA9085-25FB-AF0B-4208-040FA1C4D4F5}"/>
                    </a:ext>
                  </a:extLst>
                </p:cNvPr>
                <p:cNvPicPr/>
                <p:nvPr/>
              </p:nvPicPr>
              <p:blipFill>
                <a:blip r:embed="rId85"/>
                <a:stretch>
                  <a:fillRect/>
                </a:stretch>
              </p:blipFill>
              <p:spPr>
                <a:xfrm>
                  <a:off x="7674945" y="4388055"/>
                  <a:ext cx="41364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0" name="Ink 49">
                  <a:extLst>
                    <a:ext uri="{FF2B5EF4-FFF2-40B4-BE49-F238E27FC236}">
                      <a16:creationId xmlns:a16="http://schemas.microsoft.com/office/drawing/2014/main" id="{414CE271-676B-84EE-9CDC-B43565E69A21}"/>
                    </a:ext>
                  </a:extLst>
                </p14:cNvPr>
                <p14:cNvContentPartPr/>
                <p14:nvPr/>
              </p14:nvContentPartPr>
              <p14:xfrm>
                <a:off x="8378745" y="4250535"/>
                <a:ext cx="93600" cy="351000"/>
              </p14:xfrm>
            </p:contentPart>
          </mc:Choice>
          <mc:Fallback xmlns="">
            <p:pic>
              <p:nvPicPr>
                <p:cNvPr id="50" name="Ink 49">
                  <a:extLst>
                    <a:ext uri="{FF2B5EF4-FFF2-40B4-BE49-F238E27FC236}">
                      <a16:creationId xmlns:a16="http://schemas.microsoft.com/office/drawing/2014/main" id="{414CE271-676B-84EE-9CDC-B43565E69A21}"/>
                    </a:ext>
                  </a:extLst>
                </p:cNvPr>
                <p:cNvPicPr/>
                <p:nvPr/>
              </p:nvPicPr>
              <p:blipFill>
                <a:blip r:embed="rId87"/>
                <a:stretch>
                  <a:fillRect/>
                </a:stretch>
              </p:blipFill>
              <p:spPr>
                <a:xfrm>
                  <a:off x="8369745" y="4241535"/>
                  <a:ext cx="11124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 name="Ink 50">
                  <a:extLst>
                    <a:ext uri="{FF2B5EF4-FFF2-40B4-BE49-F238E27FC236}">
                      <a16:creationId xmlns:a16="http://schemas.microsoft.com/office/drawing/2014/main" id="{A13A2B57-C3F8-7045-E144-0CB97564723C}"/>
                    </a:ext>
                  </a:extLst>
                </p14:cNvPr>
                <p14:cNvContentPartPr/>
                <p14:nvPr/>
              </p14:nvContentPartPr>
              <p14:xfrm>
                <a:off x="8344905" y="4439895"/>
                <a:ext cx="196920" cy="66240"/>
              </p14:xfrm>
            </p:contentPart>
          </mc:Choice>
          <mc:Fallback xmlns="">
            <p:pic>
              <p:nvPicPr>
                <p:cNvPr id="51" name="Ink 50">
                  <a:extLst>
                    <a:ext uri="{FF2B5EF4-FFF2-40B4-BE49-F238E27FC236}">
                      <a16:creationId xmlns:a16="http://schemas.microsoft.com/office/drawing/2014/main" id="{A13A2B57-C3F8-7045-E144-0CB97564723C}"/>
                    </a:ext>
                  </a:extLst>
                </p:cNvPr>
                <p:cNvPicPr/>
                <p:nvPr/>
              </p:nvPicPr>
              <p:blipFill>
                <a:blip r:embed="rId89"/>
                <a:stretch>
                  <a:fillRect/>
                </a:stretch>
              </p:blipFill>
              <p:spPr>
                <a:xfrm>
                  <a:off x="8335905" y="4430895"/>
                  <a:ext cx="2145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2" name="Ink 51">
                  <a:extLst>
                    <a:ext uri="{FF2B5EF4-FFF2-40B4-BE49-F238E27FC236}">
                      <a16:creationId xmlns:a16="http://schemas.microsoft.com/office/drawing/2014/main" id="{75175FF3-F7C2-B8D3-3127-F959CB5EDFC7}"/>
                    </a:ext>
                  </a:extLst>
                </p14:cNvPr>
                <p14:cNvContentPartPr/>
                <p14:nvPr/>
              </p14:nvContentPartPr>
              <p14:xfrm>
                <a:off x="8827305" y="4413975"/>
                <a:ext cx="28800" cy="54720"/>
              </p14:xfrm>
            </p:contentPart>
          </mc:Choice>
          <mc:Fallback xmlns="">
            <p:pic>
              <p:nvPicPr>
                <p:cNvPr id="52" name="Ink 51">
                  <a:extLst>
                    <a:ext uri="{FF2B5EF4-FFF2-40B4-BE49-F238E27FC236}">
                      <a16:creationId xmlns:a16="http://schemas.microsoft.com/office/drawing/2014/main" id="{75175FF3-F7C2-B8D3-3127-F959CB5EDFC7}"/>
                    </a:ext>
                  </a:extLst>
                </p:cNvPr>
                <p:cNvPicPr/>
                <p:nvPr/>
              </p:nvPicPr>
              <p:blipFill>
                <a:blip r:embed="rId91"/>
                <a:stretch>
                  <a:fillRect/>
                </a:stretch>
              </p:blipFill>
              <p:spPr>
                <a:xfrm>
                  <a:off x="8818305" y="4405335"/>
                  <a:ext cx="46440" cy="72360"/>
                </a:xfrm>
                <a:prstGeom prst="rect">
                  <a:avLst/>
                </a:prstGeom>
              </p:spPr>
            </p:pic>
          </mc:Fallback>
        </mc:AlternateContent>
      </p:grpSp>
    </p:spTree>
    <p:extLst>
      <p:ext uri="{BB962C8B-B14F-4D97-AF65-F5344CB8AC3E}">
        <p14:creationId xmlns:p14="http://schemas.microsoft.com/office/powerpoint/2010/main" val="3458514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1" name="Group 180">
            <a:extLst>
              <a:ext uri="{FF2B5EF4-FFF2-40B4-BE49-F238E27FC236}">
                <a16:creationId xmlns:a16="http://schemas.microsoft.com/office/drawing/2014/main" id="{0C27ABAA-3816-DBB1-4DC7-D4459404D5AF}"/>
              </a:ext>
            </a:extLst>
          </p:cNvPr>
          <p:cNvGrpSpPr/>
          <p:nvPr/>
        </p:nvGrpSpPr>
        <p:grpSpPr>
          <a:xfrm>
            <a:off x="-78015" y="115215"/>
            <a:ext cx="12136680" cy="5843880"/>
            <a:chOff x="-78015" y="115215"/>
            <a:chExt cx="12136680" cy="584388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BD30607-DDBE-A66F-FA1C-D560EE605B08}"/>
                    </a:ext>
                  </a:extLst>
                </p14:cNvPr>
                <p14:cNvContentPartPr/>
                <p14:nvPr/>
              </p14:nvContentPartPr>
              <p14:xfrm>
                <a:off x="4694145" y="377655"/>
                <a:ext cx="99720" cy="384840"/>
              </p14:xfrm>
            </p:contentPart>
          </mc:Choice>
          <mc:Fallback xmlns="">
            <p:pic>
              <p:nvPicPr>
                <p:cNvPr id="2" name="Ink 1">
                  <a:extLst>
                    <a:ext uri="{FF2B5EF4-FFF2-40B4-BE49-F238E27FC236}">
                      <a16:creationId xmlns:a16="http://schemas.microsoft.com/office/drawing/2014/main" id="{DBD30607-DDBE-A66F-FA1C-D560EE605B08}"/>
                    </a:ext>
                  </a:extLst>
                </p:cNvPr>
                <p:cNvPicPr/>
                <p:nvPr/>
              </p:nvPicPr>
              <p:blipFill>
                <a:blip r:embed="rId3"/>
                <a:stretch>
                  <a:fillRect/>
                </a:stretch>
              </p:blipFill>
              <p:spPr>
                <a:xfrm>
                  <a:off x="4688025" y="371535"/>
                  <a:ext cx="11196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E0AC134-CDD3-2B0D-6509-951DC51D5458}"/>
                    </a:ext>
                  </a:extLst>
                </p14:cNvPr>
                <p14:cNvContentPartPr/>
                <p14:nvPr/>
              </p14:nvContentPartPr>
              <p14:xfrm>
                <a:off x="4687305" y="197655"/>
                <a:ext cx="257760" cy="600120"/>
              </p14:xfrm>
            </p:contentPart>
          </mc:Choice>
          <mc:Fallback xmlns="">
            <p:pic>
              <p:nvPicPr>
                <p:cNvPr id="3" name="Ink 2">
                  <a:extLst>
                    <a:ext uri="{FF2B5EF4-FFF2-40B4-BE49-F238E27FC236}">
                      <a16:creationId xmlns:a16="http://schemas.microsoft.com/office/drawing/2014/main" id="{1E0AC134-CDD3-2B0D-6509-951DC51D5458}"/>
                    </a:ext>
                  </a:extLst>
                </p:cNvPr>
                <p:cNvPicPr/>
                <p:nvPr/>
              </p:nvPicPr>
              <p:blipFill>
                <a:blip r:embed="rId5"/>
                <a:stretch>
                  <a:fillRect/>
                </a:stretch>
              </p:blipFill>
              <p:spPr>
                <a:xfrm>
                  <a:off x="4681185" y="191535"/>
                  <a:ext cx="270000" cy="612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26F21543-9D05-BC87-F828-2E1F209398C0}"/>
                    </a:ext>
                  </a:extLst>
                </p14:cNvPr>
                <p14:cNvContentPartPr/>
                <p14:nvPr/>
              </p14:nvContentPartPr>
              <p14:xfrm>
                <a:off x="5057745" y="485295"/>
                <a:ext cx="241560" cy="201240"/>
              </p14:xfrm>
            </p:contentPart>
          </mc:Choice>
          <mc:Fallback xmlns="">
            <p:pic>
              <p:nvPicPr>
                <p:cNvPr id="4" name="Ink 3">
                  <a:extLst>
                    <a:ext uri="{FF2B5EF4-FFF2-40B4-BE49-F238E27FC236}">
                      <a16:creationId xmlns:a16="http://schemas.microsoft.com/office/drawing/2014/main" id="{26F21543-9D05-BC87-F828-2E1F209398C0}"/>
                    </a:ext>
                  </a:extLst>
                </p:cNvPr>
                <p:cNvPicPr/>
                <p:nvPr/>
              </p:nvPicPr>
              <p:blipFill>
                <a:blip r:embed="rId7"/>
                <a:stretch>
                  <a:fillRect/>
                </a:stretch>
              </p:blipFill>
              <p:spPr>
                <a:xfrm>
                  <a:off x="5051625" y="479175"/>
                  <a:ext cx="2538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0B60FA1A-C3E5-1F8A-416E-CAAB6DF8FC86}"/>
                    </a:ext>
                  </a:extLst>
                </p14:cNvPr>
                <p14:cNvContentPartPr/>
                <p14:nvPr/>
              </p14:nvContentPartPr>
              <p14:xfrm>
                <a:off x="5494065" y="325455"/>
                <a:ext cx="19800" cy="306720"/>
              </p14:xfrm>
            </p:contentPart>
          </mc:Choice>
          <mc:Fallback xmlns="">
            <p:pic>
              <p:nvPicPr>
                <p:cNvPr id="5" name="Ink 4">
                  <a:extLst>
                    <a:ext uri="{FF2B5EF4-FFF2-40B4-BE49-F238E27FC236}">
                      <a16:creationId xmlns:a16="http://schemas.microsoft.com/office/drawing/2014/main" id="{0B60FA1A-C3E5-1F8A-416E-CAAB6DF8FC86}"/>
                    </a:ext>
                  </a:extLst>
                </p:cNvPr>
                <p:cNvPicPr/>
                <p:nvPr/>
              </p:nvPicPr>
              <p:blipFill>
                <a:blip r:embed="rId9"/>
                <a:stretch>
                  <a:fillRect/>
                </a:stretch>
              </p:blipFill>
              <p:spPr>
                <a:xfrm>
                  <a:off x="5487945" y="319335"/>
                  <a:ext cx="3204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FA44D80-157F-D87A-247C-B0813456F4B3}"/>
                    </a:ext>
                  </a:extLst>
                </p14:cNvPr>
                <p14:cNvContentPartPr/>
                <p14:nvPr/>
              </p14:nvContentPartPr>
              <p14:xfrm>
                <a:off x="5372025" y="467295"/>
                <a:ext cx="513360" cy="192600"/>
              </p14:xfrm>
            </p:contentPart>
          </mc:Choice>
          <mc:Fallback xmlns="">
            <p:pic>
              <p:nvPicPr>
                <p:cNvPr id="6" name="Ink 5">
                  <a:extLst>
                    <a:ext uri="{FF2B5EF4-FFF2-40B4-BE49-F238E27FC236}">
                      <a16:creationId xmlns:a16="http://schemas.microsoft.com/office/drawing/2014/main" id="{BFA44D80-157F-D87A-247C-B0813456F4B3}"/>
                    </a:ext>
                  </a:extLst>
                </p:cNvPr>
                <p:cNvPicPr/>
                <p:nvPr/>
              </p:nvPicPr>
              <p:blipFill>
                <a:blip r:embed="rId11"/>
                <a:stretch>
                  <a:fillRect/>
                </a:stretch>
              </p:blipFill>
              <p:spPr>
                <a:xfrm>
                  <a:off x="5365905" y="461175"/>
                  <a:ext cx="5256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90EA0EAB-5A6A-5E5D-F428-CD4273AD5AA0}"/>
                    </a:ext>
                  </a:extLst>
                </p14:cNvPr>
                <p14:cNvContentPartPr/>
                <p14:nvPr/>
              </p14:nvContentPartPr>
              <p14:xfrm>
                <a:off x="6035145" y="323295"/>
                <a:ext cx="312120" cy="252360"/>
              </p14:xfrm>
            </p:contentPart>
          </mc:Choice>
          <mc:Fallback xmlns="">
            <p:pic>
              <p:nvPicPr>
                <p:cNvPr id="7" name="Ink 6">
                  <a:extLst>
                    <a:ext uri="{FF2B5EF4-FFF2-40B4-BE49-F238E27FC236}">
                      <a16:creationId xmlns:a16="http://schemas.microsoft.com/office/drawing/2014/main" id="{90EA0EAB-5A6A-5E5D-F428-CD4273AD5AA0}"/>
                    </a:ext>
                  </a:extLst>
                </p:cNvPr>
                <p:cNvPicPr/>
                <p:nvPr/>
              </p:nvPicPr>
              <p:blipFill>
                <a:blip r:embed="rId13"/>
                <a:stretch>
                  <a:fillRect/>
                </a:stretch>
              </p:blipFill>
              <p:spPr>
                <a:xfrm>
                  <a:off x="6029025" y="317175"/>
                  <a:ext cx="32436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22664FAE-E4BB-417D-A6D8-E22D61EF67DC}"/>
                    </a:ext>
                  </a:extLst>
                </p14:cNvPr>
                <p14:cNvContentPartPr/>
                <p14:nvPr/>
              </p14:nvContentPartPr>
              <p14:xfrm>
                <a:off x="6229185" y="374775"/>
                <a:ext cx="289440" cy="41400"/>
              </p14:xfrm>
            </p:contentPart>
          </mc:Choice>
          <mc:Fallback xmlns="">
            <p:pic>
              <p:nvPicPr>
                <p:cNvPr id="8" name="Ink 7">
                  <a:extLst>
                    <a:ext uri="{FF2B5EF4-FFF2-40B4-BE49-F238E27FC236}">
                      <a16:creationId xmlns:a16="http://schemas.microsoft.com/office/drawing/2014/main" id="{22664FAE-E4BB-417D-A6D8-E22D61EF67DC}"/>
                    </a:ext>
                  </a:extLst>
                </p:cNvPr>
                <p:cNvPicPr/>
                <p:nvPr/>
              </p:nvPicPr>
              <p:blipFill>
                <a:blip r:embed="rId15"/>
                <a:stretch>
                  <a:fillRect/>
                </a:stretch>
              </p:blipFill>
              <p:spPr>
                <a:xfrm>
                  <a:off x="6223065" y="368655"/>
                  <a:ext cx="3016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A0636507-E812-C9B1-B5CE-3167A2E63503}"/>
                    </a:ext>
                  </a:extLst>
                </p14:cNvPr>
                <p14:cNvContentPartPr/>
                <p14:nvPr/>
              </p14:nvContentPartPr>
              <p14:xfrm>
                <a:off x="4330545" y="190455"/>
                <a:ext cx="103680" cy="799560"/>
              </p14:xfrm>
            </p:contentPart>
          </mc:Choice>
          <mc:Fallback xmlns="">
            <p:pic>
              <p:nvPicPr>
                <p:cNvPr id="9" name="Ink 8">
                  <a:extLst>
                    <a:ext uri="{FF2B5EF4-FFF2-40B4-BE49-F238E27FC236}">
                      <a16:creationId xmlns:a16="http://schemas.microsoft.com/office/drawing/2014/main" id="{A0636507-E812-C9B1-B5CE-3167A2E63503}"/>
                    </a:ext>
                  </a:extLst>
                </p:cNvPr>
                <p:cNvPicPr/>
                <p:nvPr/>
              </p:nvPicPr>
              <p:blipFill>
                <a:blip r:embed="rId17"/>
                <a:stretch>
                  <a:fillRect/>
                </a:stretch>
              </p:blipFill>
              <p:spPr>
                <a:xfrm>
                  <a:off x="4324425" y="184335"/>
                  <a:ext cx="115920" cy="811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74DC2A53-8863-28C6-8523-4C72F46D2133}"/>
                    </a:ext>
                  </a:extLst>
                </p14:cNvPr>
                <p14:cNvContentPartPr/>
                <p14:nvPr/>
              </p14:nvContentPartPr>
              <p14:xfrm>
                <a:off x="4491825" y="115215"/>
                <a:ext cx="2856960" cy="88920"/>
              </p14:xfrm>
            </p:contentPart>
          </mc:Choice>
          <mc:Fallback xmlns="">
            <p:pic>
              <p:nvPicPr>
                <p:cNvPr id="10" name="Ink 9">
                  <a:extLst>
                    <a:ext uri="{FF2B5EF4-FFF2-40B4-BE49-F238E27FC236}">
                      <a16:creationId xmlns:a16="http://schemas.microsoft.com/office/drawing/2014/main" id="{74DC2A53-8863-28C6-8523-4C72F46D2133}"/>
                    </a:ext>
                  </a:extLst>
                </p:cNvPr>
                <p:cNvPicPr/>
                <p:nvPr/>
              </p:nvPicPr>
              <p:blipFill>
                <a:blip r:embed="rId19"/>
                <a:stretch>
                  <a:fillRect/>
                </a:stretch>
              </p:blipFill>
              <p:spPr>
                <a:xfrm>
                  <a:off x="4485705" y="109095"/>
                  <a:ext cx="28692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76F40053-D935-051D-8174-17D160173B06}"/>
                    </a:ext>
                  </a:extLst>
                </p14:cNvPr>
                <p14:cNvContentPartPr/>
                <p14:nvPr/>
              </p14:nvContentPartPr>
              <p14:xfrm>
                <a:off x="4344225" y="923055"/>
                <a:ext cx="2741760" cy="152280"/>
              </p14:xfrm>
            </p:contentPart>
          </mc:Choice>
          <mc:Fallback xmlns="">
            <p:pic>
              <p:nvPicPr>
                <p:cNvPr id="11" name="Ink 10">
                  <a:extLst>
                    <a:ext uri="{FF2B5EF4-FFF2-40B4-BE49-F238E27FC236}">
                      <a16:creationId xmlns:a16="http://schemas.microsoft.com/office/drawing/2014/main" id="{76F40053-D935-051D-8174-17D160173B06}"/>
                    </a:ext>
                  </a:extLst>
                </p:cNvPr>
                <p:cNvPicPr/>
                <p:nvPr/>
              </p:nvPicPr>
              <p:blipFill>
                <a:blip r:embed="rId21"/>
                <a:stretch>
                  <a:fillRect/>
                </a:stretch>
              </p:blipFill>
              <p:spPr>
                <a:xfrm>
                  <a:off x="4338105" y="916935"/>
                  <a:ext cx="27540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E0413C97-5150-3B79-438D-F81BA1B6750F}"/>
                    </a:ext>
                  </a:extLst>
                </p14:cNvPr>
                <p14:cNvContentPartPr/>
                <p14:nvPr/>
              </p14:nvContentPartPr>
              <p14:xfrm>
                <a:off x="7088865" y="182175"/>
                <a:ext cx="165960" cy="768960"/>
              </p14:xfrm>
            </p:contentPart>
          </mc:Choice>
          <mc:Fallback xmlns="">
            <p:pic>
              <p:nvPicPr>
                <p:cNvPr id="12" name="Ink 11">
                  <a:extLst>
                    <a:ext uri="{FF2B5EF4-FFF2-40B4-BE49-F238E27FC236}">
                      <a16:creationId xmlns:a16="http://schemas.microsoft.com/office/drawing/2014/main" id="{E0413C97-5150-3B79-438D-F81BA1B6750F}"/>
                    </a:ext>
                  </a:extLst>
                </p:cNvPr>
                <p:cNvPicPr/>
                <p:nvPr/>
              </p:nvPicPr>
              <p:blipFill>
                <a:blip r:embed="rId23"/>
                <a:stretch>
                  <a:fillRect/>
                </a:stretch>
              </p:blipFill>
              <p:spPr>
                <a:xfrm>
                  <a:off x="7082745" y="176055"/>
                  <a:ext cx="178200" cy="781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C482B4F7-D2DC-D300-6C07-99789CB65A82}"/>
                    </a:ext>
                  </a:extLst>
                </p14:cNvPr>
                <p14:cNvContentPartPr/>
                <p14:nvPr/>
              </p14:nvContentPartPr>
              <p14:xfrm>
                <a:off x="4591545" y="1054095"/>
                <a:ext cx="1001520" cy="1046520"/>
              </p14:xfrm>
            </p:contentPart>
          </mc:Choice>
          <mc:Fallback xmlns="">
            <p:pic>
              <p:nvPicPr>
                <p:cNvPr id="14" name="Ink 13">
                  <a:extLst>
                    <a:ext uri="{FF2B5EF4-FFF2-40B4-BE49-F238E27FC236}">
                      <a16:creationId xmlns:a16="http://schemas.microsoft.com/office/drawing/2014/main" id="{C482B4F7-D2DC-D300-6C07-99789CB65A82}"/>
                    </a:ext>
                  </a:extLst>
                </p:cNvPr>
                <p:cNvPicPr/>
                <p:nvPr/>
              </p:nvPicPr>
              <p:blipFill>
                <a:blip r:embed="rId25"/>
                <a:stretch>
                  <a:fillRect/>
                </a:stretch>
              </p:blipFill>
              <p:spPr>
                <a:xfrm>
                  <a:off x="4585425" y="1047975"/>
                  <a:ext cx="1013760" cy="1058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D89B64E8-ED9F-9BCB-897F-EA52C5F8D302}"/>
                    </a:ext>
                  </a:extLst>
                </p14:cNvPr>
                <p14:cNvContentPartPr/>
                <p14:nvPr/>
              </p14:nvContentPartPr>
              <p14:xfrm>
                <a:off x="5582265" y="1088655"/>
                <a:ext cx="2625840" cy="1149840"/>
              </p14:xfrm>
            </p:contentPart>
          </mc:Choice>
          <mc:Fallback xmlns="">
            <p:pic>
              <p:nvPicPr>
                <p:cNvPr id="16" name="Ink 15">
                  <a:extLst>
                    <a:ext uri="{FF2B5EF4-FFF2-40B4-BE49-F238E27FC236}">
                      <a16:creationId xmlns:a16="http://schemas.microsoft.com/office/drawing/2014/main" id="{D89B64E8-ED9F-9BCB-897F-EA52C5F8D302}"/>
                    </a:ext>
                  </a:extLst>
                </p:cNvPr>
                <p:cNvPicPr/>
                <p:nvPr/>
              </p:nvPicPr>
              <p:blipFill>
                <a:blip r:embed="rId27"/>
                <a:stretch>
                  <a:fillRect/>
                </a:stretch>
              </p:blipFill>
              <p:spPr>
                <a:xfrm>
                  <a:off x="5576145" y="1082535"/>
                  <a:ext cx="2638080" cy="1162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9896ED78-A60A-E6CB-197C-DA2A99209013}"/>
                    </a:ext>
                  </a:extLst>
                </p14:cNvPr>
                <p14:cNvContentPartPr/>
                <p14:nvPr/>
              </p14:nvContentPartPr>
              <p14:xfrm>
                <a:off x="4201665" y="2104935"/>
                <a:ext cx="475560" cy="323280"/>
              </p14:xfrm>
            </p:contentPart>
          </mc:Choice>
          <mc:Fallback xmlns="">
            <p:pic>
              <p:nvPicPr>
                <p:cNvPr id="18" name="Ink 17">
                  <a:extLst>
                    <a:ext uri="{FF2B5EF4-FFF2-40B4-BE49-F238E27FC236}">
                      <a16:creationId xmlns:a16="http://schemas.microsoft.com/office/drawing/2014/main" id="{9896ED78-A60A-E6CB-197C-DA2A99209013}"/>
                    </a:ext>
                  </a:extLst>
                </p:cNvPr>
                <p:cNvPicPr/>
                <p:nvPr/>
              </p:nvPicPr>
              <p:blipFill>
                <a:blip r:embed="rId29"/>
                <a:stretch>
                  <a:fillRect/>
                </a:stretch>
              </p:blipFill>
              <p:spPr>
                <a:xfrm>
                  <a:off x="4195545" y="2098815"/>
                  <a:ext cx="48780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B96B845A-4E86-0FBF-802C-FE77B0E5ECB1}"/>
                    </a:ext>
                  </a:extLst>
                </p14:cNvPr>
                <p14:cNvContentPartPr/>
                <p14:nvPr/>
              </p14:nvContentPartPr>
              <p14:xfrm>
                <a:off x="4114545" y="1947615"/>
                <a:ext cx="555840" cy="670320"/>
              </p14:xfrm>
            </p:contentPart>
          </mc:Choice>
          <mc:Fallback xmlns="">
            <p:pic>
              <p:nvPicPr>
                <p:cNvPr id="19" name="Ink 18">
                  <a:extLst>
                    <a:ext uri="{FF2B5EF4-FFF2-40B4-BE49-F238E27FC236}">
                      <a16:creationId xmlns:a16="http://schemas.microsoft.com/office/drawing/2014/main" id="{B96B845A-4E86-0FBF-802C-FE77B0E5ECB1}"/>
                    </a:ext>
                  </a:extLst>
                </p:cNvPr>
                <p:cNvPicPr/>
                <p:nvPr/>
              </p:nvPicPr>
              <p:blipFill>
                <a:blip r:embed="rId31"/>
                <a:stretch>
                  <a:fillRect/>
                </a:stretch>
              </p:blipFill>
              <p:spPr>
                <a:xfrm>
                  <a:off x="4108425" y="1941495"/>
                  <a:ext cx="568080" cy="682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F673CA43-A8FC-AC55-E733-E50352308843}"/>
                    </a:ext>
                  </a:extLst>
                </p14:cNvPr>
                <p14:cNvContentPartPr/>
                <p14:nvPr/>
              </p14:nvContentPartPr>
              <p14:xfrm>
                <a:off x="2942025" y="2887575"/>
                <a:ext cx="627840" cy="117720"/>
              </p14:xfrm>
            </p:contentPart>
          </mc:Choice>
          <mc:Fallback xmlns="">
            <p:pic>
              <p:nvPicPr>
                <p:cNvPr id="21" name="Ink 20">
                  <a:extLst>
                    <a:ext uri="{FF2B5EF4-FFF2-40B4-BE49-F238E27FC236}">
                      <a16:creationId xmlns:a16="http://schemas.microsoft.com/office/drawing/2014/main" id="{F673CA43-A8FC-AC55-E733-E50352308843}"/>
                    </a:ext>
                  </a:extLst>
                </p:cNvPr>
                <p:cNvPicPr/>
                <p:nvPr/>
              </p:nvPicPr>
              <p:blipFill>
                <a:blip r:embed="rId33"/>
                <a:stretch>
                  <a:fillRect/>
                </a:stretch>
              </p:blipFill>
              <p:spPr>
                <a:xfrm>
                  <a:off x="2935905" y="2881455"/>
                  <a:ext cx="6400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0F4F3A30-BBDB-67B7-0981-D7176CC70A79}"/>
                    </a:ext>
                  </a:extLst>
                </p14:cNvPr>
                <p14:cNvContentPartPr/>
                <p14:nvPr/>
              </p14:nvContentPartPr>
              <p14:xfrm>
                <a:off x="3232905" y="2976855"/>
                <a:ext cx="88920" cy="267120"/>
              </p14:xfrm>
            </p:contentPart>
          </mc:Choice>
          <mc:Fallback xmlns="">
            <p:pic>
              <p:nvPicPr>
                <p:cNvPr id="22" name="Ink 21">
                  <a:extLst>
                    <a:ext uri="{FF2B5EF4-FFF2-40B4-BE49-F238E27FC236}">
                      <a16:creationId xmlns:a16="http://schemas.microsoft.com/office/drawing/2014/main" id="{0F4F3A30-BBDB-67B7-0981-D7176CC70A79}"/>
                    </a:ext>
                  </a:extLst>
                </p:cNvPr>
                <p:cNvPicPr/>
                <p:nvPr/>
              </p:nvPicPr>
              <p:blipFill>
                <a:blip r:embed="rId35"/>
                <a:stretch>
                  <a:fillRect/>
                </a:stretch>
              </p:blipFill>
              <p:spPr>
                <a:xfrm>
                  <a:off x="3226785" y="2970735"/>
                  <a:ext cx="10116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70321767-1B85-CC54-9C58-757C65BE5FDB}"/>
                    </a:ext>
                  </a:extLst>
                </p14:cNvPr>
                <p14:cNvContentPartPr/>
                <p14:nvPr/>
              </p14:nvContentPartPr>
              <p14:xfrm>
                <a:off x="3321465" y="3120855"/>
                <a:ext cx="283680" cy="234000"/>
              </p14:xfrm>
            </p:contentPart>
          </mc:Choice>
          <mc:Fallback xmlns="">
            <p:pic>
              <p:nvPicPr>
                <p:cNvPr id="23" name="Ink 22">
                  <a:extLst>
                    <a:ext uri="{FF2B5EF4-FFF2-40B4-BE49-F238E27FC236}">
                      <a16:creationId xmlns:a16="http://schemas.microsoft.com/office/drawing/2014/main" id="{70321767-1B85-CC54-9C58-757C65BE5FDB}"/>
                    </a:ext>
                  </a:extLst>
                </p:cNvPr>
                <p:cNvPicPr/>
                <p:nvPr/>
              </p:nvPicPr>
              <p:blipFill>
                <a:blip r:embed="rId37"/>
                <a:stretch>
                  <a:fillRect/>
                </a:stretch>
              </p:blipFill>
              <p:spPr>
                <a:xfrm>
                  <a:off x="3315345" y="3114735"/>
                  <a:ext cx="29592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245BD8FE-A836-5E08-E61D-B441C50B38CE}"/>
                    </a:ext>
                  </a:extLst>
                </p14:cNvPr>
                <p14:cNvContentPartPr/>
                <p14:nvPr/>
              </p14:nvContentPartPr>
              <p14:xfrm>
                <a:off x="3672825" y="3153975"/>
                <a:ext cx="323280" cy="125280"/>
              </p14:xfrm>
            </p:contentPart>
          </mc:Choice>
          <mc:Fallback xmlns="">
            <p:pic>
              <p:nvPicPr>
                <p:cNvPr id="24" name="Ink 23">
                  <a:extLst>
                    <a:ext uri="{FF2B5EF4-FFF2-40B4-BE49-F238E27FC236}">
                      <a16:creationId xmlns:a16="http://schemas.microsoft.com/office/drawing/2014/main" id="{245BD8FE-A836-5E08-E61D-B441C50B38CE}"/>
                    </a:ext>
                  </a:extLst>
                </p:cNvPr>
                <p:cNvPicPr/>
                <p:nvPr/>
              </p:nvPicPr>
              <p:blipFill>
                <a:blip r:embed="rId39"/>
                <a:stretch>
                  <a:fillRect/>
                </a:stretch>
              </p:blipFill>
              <p:spPr>
                <a:xfrm>
                  <a:off x="3666705" y="3147855"/>
                  <a:ext cx="33552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594E4E0F-F9C0-19DE-A767-8BEBC9FF8D5B}"/>
                    </a:ext>
                  </a:extLst>
                </p14:cNvPr>
                <p14:cNvContentPartPr/>
                <p14:nvPr/>
              </p14:nvContentPartPr>
              <p14:xfrm>
                <a:off x="4013025" y="2973255"/>
                <a:ext cx="39240" cy="56880"/>
              </p14:xfrm>
            </p:contentPart>
          </mc:Choice>
          <mc:Fallback xmlns="">
            <p:pic>
              <p:nvPicPr>
                <p:cNvPr id="25" name="Ink 24">
                  <a:extLst>
                    <a:ext uri="{FF2B5EF4-FFF2-40B4-BE49-F238E27FC236}">
                      <a16:creationId xmlns:a16="http://schemas.microsoft.com/office/drawing/2014/main" id="{594E4E0F-F9C0-19DE-A767-8BEBC9FF8D5B}"/>
                    </a:ext>
                  </a:extLst>
                </p:cNvPr>
                <p:cNvPicPr/>
                <p:nvPr/>
              </p:nvPicPr>
              <p:blipFill>
                <a:blip r:embed="rId41"/>
                <a:stretch>
                  <a:fillRect/>
                </a:stretch>
              </p:blipFill>
              <p:spPr>
                <a:xfrm>
                  <a:off x="4006905" y="2967135"/>
                  <a:ext cx="514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11E5137B-9D6E-8516-4694-6870820C6668}"/>
                    </a:ext>
                  </a:extLst>
                </p14:cNvPr>
                <p14:cNvContentPartPr/>
                <p14:nvPr/>
              </p14:nvContentPartPr>
              <p14:xfrm>
                <a:off x="4160265" y="3114015"/>
                <a:ext cx="243720" cy="189720"/>
              </p14:xfrm>
            </p:contentPart>
          </mc:Choice>
          <mc:Fallback xmlns="">
            <p:pic>
              <p:nvPicPr>
                <p:cNvPr id="26" name="Ink 25">
                  <a:extLst>
                    <a:ext uri="{FF2B5EF4-FFF2-40B4-BE49-F238E27FC236}">
                      <a16:creationId xmlns:a16="http://schemas.microsoft.com/office/drawing/2014/main" id="{11E5137B-9D6E-8516-4694-6870820C6668}"/>
                    </a:ext>
                  </a:extLst>
                </p:cNvPr>
                <p:cNvPicPr/>
                <p:nvPr/>
              </p:nvPicPr>
              <p:blipFill>
                <a:blip r:embed="rId43"/>
                <a:stretch>
                  <a:fillRect/>
                </a:stretch>
              </p:blipFill>
              <p:spPr>
                <a:xfrm>
                  <a:off x="4154145" y="3107895"/>
                  <a:ext cx="25596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4" name="Ink 33">
                  <a:extLst>
                    <a:ext uri="{FF2B5EF4-FFF2-40B4-BE49-F238E27FC236}">
                      <a16:creationId xmlns:a16="http://schemas.microsoft.com/office/drawing/2014/main" id="{611D8912-7E99-EA10-FF55-9C1E07488E5C}"/>
                    </a:ext>
                  </a:extLst>
                </p14:cNvPr>
                <p14:cNvContentPartPr/>
                <p14:nvPr/>
              </p14:nvContentPartPr>
              <p14:xfrm>
                <a:off x="389265" y="1246335"/>
                <a:ext cx="86400" cy="217080"/>
              </p14:xfrm>
            </p:contentPart>
          </mc:Choice>
          <mc:Fallback xmlns="">
            <p:pic>
              <p:nvPicPr>
                <p:cNvPr id="34" name="Ink 33">
                  <a:extLst>
                    <a:ext uri="{FF2B5EF4-FFF2-40B4-BE49-F238E27FC236}">
                      <a16:creationId xmlns:a16="http://schemas.microsoft.com/office/drawing/2014/main" id="{611D8912-7E99-EA10-FF55-9C1E07488E5C}"/>
                    </a:ext>
                  </a:extLst>
                </p:cNvPr>
                <p:cNvPicPr/>
                <p:nvPr/>
              </p:nvPicPr>
              <p:blipFill>
                <a:blip r:embed="rId45"/>
                <a:stretch>
                  <a:fillRect/>
                </a:stretch>
              </p:blipFill>
              <p:spPr>
                <a:xfrm>
                  <a:off x="383145" y="1240215"/>
                  <a:ext cx="9864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5" name="Ink 34">
                  <a:extLst>
                    <a:ext uri="{FF2B5EF4-FFF2-40B4-BE49-F238E27FC236}">
                      <a16:creationId xmlns:a16="http://schemas.microsoft.com/office/drawing/2014/main" id="{FC252D11-9C70-C75B-0441-7D4C0FBF0B2F}"/>
                    </a:ext>
                  </a:extLst>
                </p14:cNvPr>
                <p14:cNvContentPartPr/>
                <p14:nvPr/>
              </p14:nvContentPartPr>
              <p14:xfrm>
                <a:off x="234105" y="1094775"/>
                <a:ext cx="271800" cy="573120"/>
              </p14:xfrm>
            </p:contentPart>
          </mc:Choice>
          <mc:Fallback xmlns="">
            <p:pic>
              <p:nvPicPr>
                <p:cNvPr id="35" name="Ink 34">
                  <a:extLst>
                    <a:ext uri="{FF2B5EF4-FFF2-40B4-BE49-F238E27FC236}">
                      <a16:creationId xmlns:a16="http://schemas.microsoft.com/office/drawing/2014/main" id="{FC252D11-9C70-C75B-0441-7D4C0FBF0B2F}"/>
                    </a:ext>
                  </a:extLst>
                </p:cNvPr>
                <p:cNvPicPr/>
                <p:nvPr/>
              </p:nvPicPr>
              <p:blipFill>
                <a:blip r:embed="rId47"/>
                <a:stretch>
                  <a:fillRect/>
                </a:stretch>
              </p:blipFill>
              <p:spPr>
                <a:xfrm>
                  <a:off x="227985" y="1088655"/>
                  <a:ext cx="284040" cy="5853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7" name="Ink 36">
                  <a:extLst>
                    <a:ext uri="{FF2B5EF4-FFF2-40B4-BE49-F238E27FC236}">
                      <a16:creationId xmlns:a16="http://schemas.microsoft.com/office/drawing/2014/main" id="{F2EE2882-E5BA-3677-3DE6-B1E8B9F111B1}"/>
                    </a:ext>
                  </a:extLst>
                </p14:cNvPr>
                <p14:cNvContentPartPr/>
                <p14:nvPr/>
              </p14:nvContentPartPr>
              <p14:xfrm>
                <a:off x="614625" y="1000095"/>
                <a:ext cx="670320" cy="38160"/>
              </p14:xfrm>
            </p:contentPart>
          </mc:Choice>
          <mc:Fallback xmlns="">
            <p:pic>
              <p:nvPicPr>
                <p:cNvPr id="37" name="Ink 36">
                  <a:extLst>
                    <a:ext uri="{FF2B5EF4-FFF2-40B4-BE49-F238E27FC236}">
                      <a16:creationId xmlns:a16="http://schemas.microsoft.com/office/drawing/2014/main" id="{F2EE2882-E5BA-3677-3DE6-B1E8B9F111B1}"/>
                    </a:ext>
                  </a:extLst>
                </p:cNvPr>
                <p:cNvPicPr/>
                <p:nvPr/>
              </p:nvPicPr>
              <p:blipFill>
                <a:blip r:embed="rId49"/>
                <a:stretch>
                  <a:fillRect/>
                </a:stretch>
              </p:blipFill>
              <p:spPr>
                <a:xfrm>
                  <a:off x="608505" y="993975"/>
                  <a:ext cx="6825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8" name="Ink 37">
                  <a:extLst>
                    <a:ext uri="{FF2B5EF4-FFF2-40B4-BE49-F238E27FC236}">
                      <a16:creationId xmlns:a16="http://schemas.microsoft.com/office/drawing/2014/main" id="{BFBE65D0-DD8D-4EC6-C97F-837DDB67CA08}"/>
                    </a:ext>
                  </a:extLst>
                </p14:cNvPr>
                <p14:cNvContentPartPr/>
                <p14:nvPr/>
              </p14:nvContentPartPr>
              <p14:xfrm>
                <a:off x="962025" y="1059855"/>
                <a:ext cx="55440" cy="315000"/>
              </p14:xfrm>
            </p:contentPart>
          </mc:Choice>
          <mc:Fallback xmlns="">
            <p:pic>
              <p:nvPicPr>
                <p:cNvPr id="38" name="Ink 37">
                  <a:extLst>
                    <a:ext uri="{FF2B5EF4-FFF2-40B4-BE49-F238E27FC236}">
                      <a16:creationId xmlns:a16="http://schemas.microsoft.com/office/drawing/2014/main" id="{BFBE65D0-DD8D-4EC6-C97F-837DDB67CA08}"/>
                    </a:ext>
                  </a:extLst>
                </p:cNvPr>
                <p:cNvPicPr/>
                <p:nvPr/>
              </p:nvPicPr>
              <p:blipFill>
                <a:blip r:embed="rId51"/>
                <a:stretch>
                  <a:fillRect/>
                </a:stretch>
              </p:blipFill>
              <p:spPr>
                <a:xfrm>
                  <a:off x="955905" y="1053735"/>
                  <a:ext cx="6768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9" name="Ink 38">
                  <a:extLst>
                    <a:ext uri="{FF2B5EF4-FFF2-40B4-BE49-F238E27FC236}">
                      <a16:creationId xmlns:a16="http://schemas.microsoft.com/office/drawing/2014/main" id="{6D1310DD-5C21-09BB-9910-AB603E047784}"/>
                    </a:ext>
                  </a:extLst>
                </p14:cNvPr>
                <p14:cNvContentPartPr/>
                <p14:nvPr/>
              </p14:nvContentPartPr>
              <p14:xfrm>
                <a:off x="1093785" y="1169295"/>
                <a:ext cx="392400" cy="314640"/>
              </p14:xfrm>
            </p:contentPart>
          </mc:Choice>
          <mc:Fallback xmlns="">
            <p:pic>
              <p:nvPicPr>
                <p:cNvPr id="39" name="Ink 38">
                  <a:extLst>
                    <a:ext uri="{FF2B5EF4-FFF2-40B4-BE49-F238E27FC236}">
                      <a16:creationId xmlns:a16="http://schemas.microsoft.com/office/drawing/2014/main" id="{6D1310DD-5C21-09BB-9910-AB603E047784}"/>
                    </a:ext>
                  </a:extLst>
                </p:cNvPr>
                <p:cNvPicPr/>
                <p:nvPr/>
              </p:nvPicPr>
              <p:blipFill>
                <a:blip r:embed="rId53"/>
                <a:stretch>
                  <a:fillRect/>
                </a:stretch>
              </p:blipFill>
              <p:spPr>
                <a:xfrm>
                  <a:off x="1087665" y="1163175"/>
                  <a:ext cx="40464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0" name="Ink 39">
                  <a:extLst>
                    <a:ext uri="{FF2B5EF4-FFF2-40B4-BE49-F238E27FC236}">
                      <a16:creationId xmlns:a16="http://schemas.microsoft.com/office/drawing/2014/main" id="{90F95C54-C823-C667-43B7-2EF8BFD42402}"/>
                    </a:ext>
                  </a:extLst>
                </p14:cNvPr>
                <p14:cNvContentPartPr/>
                <p14:nvPr/>
              </p14:nvContentPartPr>
              <p14:xfrm>
                <a:off x="1408785" y="1278375"/>
                <a:ext cx="490680" cy="203400"/>
              </p14:xfrm>
            </p:contentPart>
          </mc:Choice>
          <mc:Fallback xmlns="">
            <p:pic>
              <p:nvPicPr>
                <p:cNvPr id="40" name="Ink 39">
                  <a:extLst>
                    <a:ext uri="{FF2B5EF4-FFF2-40B4-BE49-F238E27FC236}">
                      <a16:creationId xmlns:a16="http://schemas.microsoft.com/office/drawing/2014/main" id="{90F95C54-C823-C667-43B7-2EF8BFD42402}"/>
                    </a:ext>
                  </a:extLst>
                </p:cNvPr>
                <p:cNvPicPr/>
                <p:nvPr/>
              </p:nvPicPr>
              <p:blipFill>
                <a:blip r:embed="rId55"/>
                <a:stretch>
                  <a:fillRect/>
                </a:stretch>
              </p:blipFill>
              <p:spPr>
                <a:xfrm>
                  <a:off x="1402665" y="1272255"/>
                  <a:ext cx="50292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2" name="Ink 41">
                  <a:extLst>
                    <a:ext uri="{FF2B5EF4-FFF2-40B4-BE49-F238E27FC236}">
                      <a16:creationId xmlns:a16="http://schemas.microsoft.com/office/drawing/2014/main" id="{BE272FD6-BD71-9627-D0CA-0A70F7873DDF}"/>
                    </a:ext>
                  </a:extLst>
                </p14:cNvPr>
                <p14:cNvContentPartPr/>
                <p14:nvPr/>
              </p14:nvContentPartPr>
              <p14:xfrm>
                <a:off x="2087745" y="1343895"/>
                <a:ext cx="429120" cy="146880"/>
              </p14:xfrm>
            </p:contentPart>
          </mc:Choice>
          <mc:Fallback xmlns="">
            <p:pic>
              <p:nvPicPr>
                <p:cNvPr id="42" name="Ink 41">
                  <a:extLst>
                    <a:ext uri="{FF2B5EF4-FFF2-40B4-BE49-F238E27FC236}">
                      <a16:creationId xmlns:a16="http://schemas.microsoft.com/office/drawing/2014/main" id="{BE272FD6-BD71-9627-D0CA-0A70F7873DDF}"/>
                    </a:ext>
                  </a:extLst>
                </p:cNvPr>
                <p:cNvPicPr/>
                <p:nvPr/>
              </p:nvPicPr>
              <p:blipFill>
                <a:blip r:embed="rId57"/>
                <a:stretch>
                  <a:fillRect/>
                </a:stretch>
              </p:blipFill>
              <p:spPr>
                <a:xfrm>
                  <a:off x="2081625" y="1337775"/>
                  <a:ext cx="4413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3" name="Ink 42">
                  <a:extLst>
                    <a:ext uri="{FF2B5EF4-FFF2-40B4-BE49-F238E27FC236}">
                      <a16:creationId xmlns:a16="http://schemas.microsoft.com/office/drawing/2014/main" id="{EC3E7983-098D-5B84-2A6D-ED4A67469F07}"/>
                    </a:ext>
                  </a:extLst>
                </p14:cNvPr>
                <p14:cNvContentPartPr/>
                <p14:nvPr/>
              </p14:nvContentPartPr>
              <p14:xfrm>
                <a:off x="2584185" y="1169655"/>
                <a:ext cx="41400" cy="45720"/>
              </p14:xfrm>
            </p:contentPart>
          </mc:Choice>
          <mc:Fallback xmlns="">
            <p:pic>
              <p:nvPicPr>
                <p:cNvPr id="43" name="Ink 42">
                  <a:extLst>
                    <a:ext uri="{FF2B5EF4-FFF2-40B4-BE49-F238E27FC236}">
                      <a16:creationId xmlns:a16="http://schemas.microsoft.com/office/drawing/2014/main" id="{EC3E7983-098D-5B84-2A6D-ED4A67469F07}"/>
                    </a:ext>
                  </a:extLst>
                </p:cNvPr>
                <p:cNvPicPr/>
                <p:nvPr/>
              </p:nvPicPr>
              <p:blipFill>
                <a:blip r:embed="rId59"/>
                <a:stretch>
                  <a:fillRect/>
                </a:stretch>
              </p:blipFill>
              <p:spPr>
                <a:xfrm>
                  <a:off x="2578065" y="1163535"/>
                  <a:ext cx="536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4" name="Ink 43">
                  <a:extLst>
                    <a:ext uri="{FF2B5EF4-FFF2-40B4-BE49-F238E27FC236}">
                      <a16:creationId xmlns:a16="http://schemas.microsoft.com/office/drawing/2014/main" id="{BDDCFE58-6C6B-240E-381E-52907E5B7705}"/>
                    </a:ext>
                  </a:extLst>
                </p14:cNvPr>
                <p14:cNvContentPartPr/>
                <p14:nvPr/>
              </p14:nvContentPartPr>
              <p14:xfrm>
                <a:off x="2683905" y="1357935"/>
                <a:ext cx="148680" cy="323640"/>
              </p14:xfrm>
            </p:contentPart>
          </mc:Choice>
          <mc:Fallback xmlns="">
            <p:pic>
              <p:nvPicPr>
                <p:cNvPr id="44" name="Ink 43">
                  <a:extLst>
                    <a:ext uri="{FF2B5EF4-FFF2-40B4-BE49-F238E27FC236}">
                      <a16:creationId xmlns:a16="http://schemas.microsoft.com/office/drawing/2014/main" id="{BDDCFE58-6C6B-240E-381E-52907E5B7705}"/>
                    </a:ext>
                  </a:extLst>
                </p:cNvPr>
                <p:cNvPicPr/>
                <p:nvPr/>
              </p:nvPicPr>
              <p:blipFill>
                <a:blip r:embed="rId61"/>
                <a:stretch>
                  <a:fillRect/>
                </a:stretch>
              </p:blipFill>
              <p:spPr>
                <a:xfrm>
                  <a:off x="2677785" y="1351815"/>
                  <a:ext cx="16092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5" name="Ink 44">
                  <a:extLst>
                    <a:ext uri="{FF2B5EF4-FFF2-40B4-BE49-F238E27FC236}">
                      <a16:creationId xmlns:a16="http://schemas.microsoft.com/office/drawing/2014/main" id="{2D2607CD-1A56-75A3-8BDF-F751B33AFAA2}"/>
                    </a:ext>
                  </a:extLst>
                </p14:cNvPr>
                <p14:cNvContentPartPr/>
                <p14:nvPr/>
              </p14:nvContentPartPr>
              <p14:xfrm>
                <a:off x="3006825" y="1350735"/>
                <a:ext cx="321840" cy="207720"/>
              </p14:xfrm>
            </p:contentPart>
          </mc:Choice>
          <mc:Fallback xmlns="">
            <p:pic>
              <p:nvPicPr>
                <p:cNvPr id="45" name="Ink 44">
                  <a:extLst>
                    <a:ext uri="{FF2B5EF4-FFF2-40B4-BE49-F238E27FC236}">
                      <a16:creationId xmlns:a16="http://schemas.microsoft.com/office/drawing/2014/main" id="{2D2607CD-1A56-75A3-8BDF-F751B33AFAA2}"/>
                    </a:ext>
                  </a:extLst>
                </p:cNvPr>
                <p:cNvPicPr/>
                <p:nvPr/>
              </p:nvPicPr>
              <p:blipFill>
                <a:blip r:embed="rId63"/>
                <a:stretch>
                  <a:fillRect/>
                </a:stretch>
              </p:blipFill>
              <p:spPr>
                <a:xfrm>
                  <a:off x="3000705" y="1344615"/>
                  <a:ext cx="33408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6" name="Ink 45">
                  <a:extLst>
                    <a:ext uri="{FF2B5EF4-FFF2-40B4-BE49-F238E27FC236}">
                      <a16:creationId xmlns:a16="http://schemas.microsoft.com/office/drawing/2014/main" id="{9E73A4E5-0EE9-CD22-538C-CB856A41C45D}"/>
                    </a:ext>
                  </a:extLst>
                </p14:cNvPr>
                <p14:cNvContentPartPr/>
                <p14:nvPr/>
              </p14:nvContentPartPr>
              <p14:xfrm>
                <a:off x="3475905" y="1276215"/>
                <a:ext cx="215280" cy="252360"/>
              </p14:xfrm>
            </p:contentPart>
          </mc:Choice>
          <mc:Fallback xmlns="">
            <p:pic>
              <p:nvPicPr>
                <p:cNvPr id="46" name="Ink 45">
                  <a:extLst>
                    <a:ext uri="{FF2B5EF4-FFF2-40B4-BE49-F238E27FC236}">
                      <a16:creationId xmlns:a16="http://schemas.microsoft.com/office/drawing/2014/main" id="{9E73A4E5-0EE9-CD22-538C-CB856A41C45D}"/>
                    </a:ext>
                  </a:extLst>
                </p:cNvPr>
                <p:cNvPicPr/>
                <p:nvPr/>
              </p:nvPicPr>
              <p:blipFill>
                <a:blip r:embed="rId65"/>
                <a:stretch>
                  <a:fillRect/>
                </a:stretch>
              </p:blipFill>
              <p:spPr>
                <a:xfrm>
                  <a:off x="3469785" y="1270095"/>
                  <a:ext cx="22752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7" name="Ink 46">
                  <a:extLst>
                    <a:ext uri="{FF2B5EF4-FFF2-40B4-BE49-F238E27FC236}">
                      <a16:creationId xmlns:a16="http://schemas.microsoft.com/office/drawing/2014/main" id="{F88B2A25-8B16-E3E0-2E20-5EE11C8A2A1F}"/>
                    </a:ext>
                  </a:extLst>
                </p14:cNvPr>
                <p14:cNvContentPartPr/>
                <p14:nvPr/>
              </p14:nvContentPartPr>
              <p14:xfrm>
                <a:off x="928545" y="1894695"/>
                <a:ext cx="64800" cy="340920"/>
              </p14:xfrm>
            </p:contentPart>
          </mc:Choice>
          <mc:Fallback xmlns="">
            <p:pic>
              <p:nvPicPr>
                <p:cNvPr id="47" name="Ink 46">
                  <a:extLst>
                    <a:ext uri="{FF2B5EF4-FFF2-40B4-BE49-F238E27FC236}">
                      <a16:creationId xmlns:a16="http://schemas.microsoft.com/office/drawing/2014/main" id="{F88B2A25-8B16-E3E0-2E20-5EE11C8A2A1F}"/>
                    </a:ext>
                  </a:extLst>
                </p:cNvPr>
                <p:cNvPicPr/>
                <p:nvPr/>
              </p:nvPicPr>
              <p:blipFill>
                <a:blip r:embed="rId67"/>
                <a:stretch>
                  <a:fillRect/>
                </a:stretch>
              </p:blipFill>
              <p:spPr>
                <a:xfrm>
                  <a:off x="922425" y="1888575"/>
                  <a:ext cx="7704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8" name="Ink 47">
                  <a:extLst>
                    <a:ext uri="{FF2B5EF4-FFF2-40B4-BE49-F238E27FC236}">
                      <a16:creationId xmlns:a16="http://schemas.microsoft.com/office/drawing/2014/main" id="{B58E896A-49FD-51A7-A343-674AC9505CC0}"/>
                    </a:ext>
                  </a:extLst>
                </p14:cNvPr>
                <p14:cNvContentPartPr/>
                <p14:nvPr/>
              </p14:nvContentPartPr>
              <p14:xfrm>
                <a:off x="1049145" y="1829175"/>
                <a:ext cx="289440" cy="340920"/>
              </p14:xfrm>
            </p:contentPart>
          </mc:Choice>
          <mc:Fallback xmlns="">
            <p:pic>
              <p:nvPicPr>
                <p:cNvPr id="48" name="Ink 47">
                  <a:extLst>
                    <a:ext uri="{FF2B5EF4-FFF2-40B4-BE49-F238E27FC236}">
                      <a16:creationId xmlns:a16="http://schemas.microsoft.com/office/drawing/2014/main" id="{B58E896A-49FD-51A7-A343-674AC9505CC0}"/>
                    </a:ext>
                  </a:extLst>
                </p:cNvPr>
                <p:cNvPicPr/>
                <p:nvPr/>
              </p:nvPicPr>
              <p:blipFill>
                <a:blip r:embed="rId69"/>
                <a:stretch>
                  <a:fillRect/>
                </a:stretch>
              </p:blipFill>
              <p:spPr>
                <a:xfrm>
                  <a:off x="1043025" y="1823055"/>
                  <a:ext cx="30168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9" name="Ink 48">
                  <a:extLst>
                    <a:ext uri="{FF2B5EF4-FFF2-40B4-BE49-F238E27FC236}">
                      <a16:creationId xmlns:a16="http://schemas.microsoft.com/office/drawing/2014/main" id="{1EDDF8B7-5FF2-A4F8-A19C-AC464D241C90}"/>
                    </a:ext>
                  </a:extLst>
                </p14:cNvPr>
                <p14:cNvContentPartPr/>
                <p14:nvPr/>
              </p14:nvContentPartPr>
              <p14:xfrm>
                <a:off x="1498425" y="1992615"/>
                <a:ext cx="73080" cy="198720"/>
              </p14:xfrm>
            </p:contentPart>
          </mc:Choice>
          <mc:Fallback xmlns="">
            <p:pic>
              <p:nvPicPr>
                <p:cNvPr id="49" name="Ink 48">
                  <a:extLst>
                    <a:ext uri="{FF2B5EF4-FFF2-40B4-BE49-F238E27FC236}">
                      <a16:creationId xmlns:a16="http://schemas.microsoft.com/office/drawing/2014/main" id="{1EDDF8B7-5FF2-A4F8-A19C-AC464D241C90}"/>
                    </a:ext>
                  </a:extLst>
                </p:cNvPr>
                <p:cNvPicPr/>
                <p:nvPr/>
              </p:nvPicPr>
              <p:blipFill>
                <a:blip r:embed="rId71"/>
                <a:stretch>
                  <a:fillRect/>
                </a:stretch>
              </p:blipFill>
              <p:spPr>
                <a:xfrm>
                  <a:off x="1492305" y="1986495"/>
                  <a:ext cx="8532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0" name="Ink 49">
                  <a:extLst>
                    <a:ext uri="{FF2B5EF4-FFF2-40B4-BE49-F238E27FC236}">
                      <a16:creationId xmlns:a16="http://schemas.microsoft.com/office/drawing/2014/main" id="{9DF48D95-E46D-BEDB-4D8A-D588BF3A3514}"/>
                    </a:ext>
                  </a:extLst>
                </p14:cNvPr>
                <p14:cNvContentPartPr/>
                <p14:nvPr/>
              </p14:nvContentPartPr>
              <p14:xfrm>
                <a:off x="1703985" y="1851855"/>
                <a:ext cx="498960" cy="376920"/>
              </p14:xfrm>
            </p:contentPart>
          </mc:Choice>
          <mc:Fallback xmlns="">
            <p:pic>
              <p:nvPicPr>
                <p:cNvPr id="50" name="Ink 49">
                  <a:extLst>
                    <a:ext uri="{FF2B5EF4-FFF2-40B4-BE49-F238E27FC236}">
                      <a16:creationId xmlns:a16="http://schemas.microsoft.com/office/drawing/2014/main" id="{9DF48D95-E46D-BEDB-4D8A-D588BF3A3514}"/>
                    </a:ext>
                  </a:extLst>
                </p:cNvPr>
                <p:cNvPicPr/>
                <p:nvPr/>
              </p:nvPicPr>
              <p:blipFill>
                <a:blip r:embed="rId73"/>
                <a:stretch>
                  <a:fillRect/>
                </a:stretch>
              </p:blipFill>
              <p:spPr>
                <a:xfrm>
                  <a:off x="1697865" y="1845735"/>
                  <a:ext cx="51120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1" name="Ink 50">
                  <a:extLst>
                    <a:ext uri="{FF2B5EF4-FFF2-40B4-BE49-F238E27FC236}">
                      <a16:creationId xmlns:a16="http://schemas.microsoft.com/office/drawing/2014/main" id="{96A8C55E-F113-207B-7ACE-9313B4D27822}"/>
                    </a:ext>
                  </a:extLst>
                </p14:cNvPr>
                <p14:cNvContentPartPr/>
                <p14:nvPr/>
              </p14:nvContentPartPr>
              <p14:xfrm>
                <a:off x="2331465" y="2066775"/>
                <a:ext cx="12960" cy="37440"/>
              </p14:xfrm>
            </p:contentPart>
          </mc:Choice>
          <mc:Fallback xmlns="">
            <p:pic>
              <p:nvPicPr>
                <p:cNvPr id="51" name="Ink 50">
                  <a:extLst>
                    <a:ext uri="{FF2B5EF4-FFF2-40B4-BE49-F238E27FC236}">
                      <a16:creationId xmlns:a16="http://schemas.microsoft.com/office/drawing/2014/main" id="{96A8C55E-F113-207B-7ACE-9313B4D27822}"/>
                    </a:ext>
                  </a:extLst>
                </p:cNvPr>
                <p:cNvPicPr/>
                <p:nvPr/>
              </p:nvPicPr>
              <p:blipFill>
                <a:blip r:embed="rId75"/>
                <a:stretch>
                  <a:fillRect/>
                </a:stretch>
              </p:blipFill>
              <p:spPr>
                <a:xfrm>
                  <a:off x="2325345" y="2060655"/>
                  <a:ext cx="252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4" name="Ink 53">
                  <a:extLst>
                    <a:ext uri="{FF2B5EF4-FFF2-40B4-BE49-F238E27FC236}">
                      <a16:creationId xmlns:a16="http://schemas.microsoft.com/office/drawing/2014/main" id="{2E50DC21-6FF3-C00F-619F-C2C760A42FA2}"/>
                    </a:ext>
                  </a:extLst>
                </p14:cNvPr>
                <p14:cNvContentPartPr/>
                <p14:nvPr/>
              </p14:nvContentPartPr>
              <p14:xfrm>
                <a:off x="166065" y="2950575"/>
                <a:ext cx="271800" cy="234360"/>
              </p14:xfrm>
            </p:contentPart>
          </mc:Choice>
          <mc:Fallback xmlns="">
            <p:pic>
              <p:nvPicPr>
                <p:cNvPr id="54" name="Ink 53">
                  <a:extLst>
                    <a:ext uri="{FF2B5EF4-FFF2-40B4-BE49-F238E27FC236}">
                      <a16:creationId xmlns:a16="http://schemas.microsoft.com/office/drawing/2014/main" id="{2E50DC21-6FF3-C00F-619F-C2C760A42FA2}"/>
                    </a:ext>
                  </a:extLst>
                </p:cNvPr>
                <p:cNvPicPr/>
                <p:nvPr/>
              </p:nvPicPr>
              <p:blipFill>
                <a:blip r:embed="rId77"/>
                <a:stretch>
                  <a:fillRect/>
                </a:stretch>
              </p:blipFill>
              <p:spPr>
                <a:xfrm>
                  <a:off x="159945" y="2944455"/>
                  <a:ext cx="28404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5" name="Ink 54">
                  <a:extLst>
                    <a:ext uri="{FF2B5EF4-FFF2-40B4-BE49-F238E27FC236}">
                      <a16:creationId xmlns:a16="http://schemas.microsoft.com/office/drawing/2014/main" id="{F8C22BA8-DBDC-2983-4FA5-DAC683F7AFCE}"/>
                    </a:ext>
                  </a:extLst>
                </p14:cNvPr>
                <p14:cNvContentPartPr/>
                <p14:nvPr/>
              </p14:nvContentPartPr>
              <p14:xfrm>
                <a:off x="-78015" y="2762295"/>
                <a:ext cx="603360" cy="620640"/>
              </p14:xfrm>
            </p:contentPart>
          </mc:Choice>
          <mc:Fallback xmlns="">
            <p:pic>
              <p:nvPicPr>
                <p:cNvPr id="55" name="Ink 54">
                  <a:extLst>
                    <a:ext uri="{FF2B5EF4-FFF2-40B4-BE49-F238E27FC236}">
                      <a16:creationId xmlns:a16="http://schemas.microsoft.com/office/drawing/2014/main" id="{F8C22BA8-DBDC-2983-4FA5-DAC683F7AFCE}"/>
                    </a:ext>
                  </a:extLst>
                </p:cNvPr>
                <p:cNvPicPr/>
                <p:nvPr/>
              </p:nvPicPr>
              <p:blipFill>
                <a:blip r:embed="rId79"/>
                <a:stretch>
                  <a:fillRect/>
                </a:stretch>
              </p:blipFill>
              <p:spPr>
                <a:xfrm>
                  <a:off x="-84135" y="2756175"/>
                  <a:ext cx="615600" cy="632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7" name="Ink 56">
                  <a:extLst>
                    <a:ext uri="{FF2B5EF4-FFF2-40B4-BE49-F238E27FC236}">
                      <a16:creationId xmlns:a16="http://schemas.microsoft.com/office/drawing/2014/main" id="{AFE97CAB-FA74-9F78-F36C-99E4C030DF1F}"/>
                    </a:ext>
                  </a:extLst>
                </p14:cNvPr>
                <p14:cNvContentPartPr/>
                <p14:nvPr/>
              </p14:nvContentPartPr>
              <p14:xfrm>
                <a:off x="1007745" y="2704695"/>
                <a:ext cx="61200" cy="563040"/>
              </p14:xfrm>
            </p:contentPart>
          </mc:Choice>
          <mc:Fallback xmlns="">
            <p:pic>
              <p:nvPicPr>
                <p:cNvPr id="57" name="Ink 56">
                  <a:extLst>
                    <a:ext uri="{FF2B5EF4-FFF2-40B4-BE49-F238E27FC236}">
                      <a16:creationId xmlns:a16="http://schemas.microsoft.com/office/drawing/2014/main" id="{AFE97CAB-FA74-9F78-F36C-99E4C030DF1F}"/>
                    </a:ext>
                  </a:extLst>
                </p:cNvPr>
                <p:cNvPicPr/>
                <p:nvPr/>
              </p:nvPicPr>
              <p:blipFill>
                <a:blip r:embed="rId81"/>
                <a:stretch>
                  <a:fillRect/>
                </a:stretch>
              </p:blipFill>
              <p:spPr>
                <a:xfrm>
                  <a:off x="1001625" y="2698575"/>
                  <a:ext cx="73440" cy="5752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8" name="Ink 57">
                  <a:extLst>
                    <a:ext uri="{FF2B5EF4-FFF2-40B4-BE49-F238E27FC236}">
                      <a16:creationId xmlns:a16="http://schemas.microsoft.com/office/drawing/2014/main" id="{C0CD7F7D-9E5B-EB2D-7E21-A8516A22EB7A}"/>
                    </a:ext>
                  </a:extLst>
                </p14:cNvPr>
                <p14:cNvContentPartPr/>
                <p14:nvPr/>
              </p14:nvContentPartPr>
              <p14:xfrm>
                <a:off x="1107465" y="2829255"/>
                <a:ext cx="289080" cy="417960"/>
              </p14:xfrm>
            </p:contentPart>
          </mc:Choice>
          <mc:Fallback xmlns="">
            <p:pic>
              <p:nvPicPr>
                <p:cNvPr id="58" name="Ink 57">
                  <a:extLst>
                    <a:ext uri="{FF2B5EF4-FFF2-40B4-BE49-F238E27FC236}">
                      <a16:creationId xmlns:a16="http://schemas.microsoft.com/office/drawing/2014/main" id="{C0CD7F7D-9E5B-EB2D-7E21-A8516A22EB7A}"/>
                    </a:ext>
                  </a:extLst>
                </p:cNvPr>
                <p:cNvPicPr/>
                <p:nvPr/>
              </p:nvPicPr>
              <p:blipFill>
                <a:blip r:embed="rId83"/>
                <a:stretch>
                  <a:fillRect/>
                </a:stretch>
              </p:blipFill>
              <p:spPr>
                <a:xfrm>
                  <a:off x="1101345" y="2823135"/>
                  <a:ext cx="301320" cy="430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9" name="Ink 58">
                  <a:extLst>
                    <a:ext uri="{FF2B5EF4-FFF2-40B4-BE49-F238E27FC236}">
                      <a16:creationId xmlns:a16="http://schemas.microsoft.com/office/drawing/2014/main" id="{5CB6DA52-7495-A737-4A24-4F5CDA3F6A35}"/>
                    </a:ext>
                  </a:extLst>
                </p14:cNvPr>
                <p14:cNvContentPartPr/>
                <p14:nvPr/>
              </p14:nvContentPartPr>
              <p14:xfrm>
                <a:off x="1481145" y="2914575"/>
                <a:ext cx="327240" cy="734400"/>
              </p14:xfrm>
            </p:contentPart>
          </mc:Choice>
          <mc:Fallback xmlns="">
            <p:pic>
              <p:nvPicPr>
                <p:cNvPr id="59" name="Ink 58">
                  <a:extLst>
                    <a:ext uri="{FF2B5EF4-FFF2-40B4-BE49-F238E27FC236}">
                      <a16:creationId xmlns:a16="http://schemas.microsoft.com/office/drawing/2014/main" id="{5CB6DA52-7495-A737-4A24-4F5CDA3F6A35}"/>
                    </a:ext>
                  </a:extLst>
                </p:cNvPr>
                <p:cNvPicPr/>
                <p:nvPr/>
              </p:nvPicPr>
              <p:blipFill>
                <a:blip r:embed="rId85"/>
                <a:stretch>
                  <a:fillRect/>
                </a:stretch>
              </p:blipFill>
              <p:spPr>
                <a:xfrm>
                  <a:off x="1475025" y="2908455"/>
                  <a:ext cx="339480" cy="7466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0" name="Ink 59">
                  <a:extLst>
                    <a:ext uri="{FF2B5EF4-FFF2-40B4-BE49-F238E27FC236}">
                      <a16:creationId xmlns:a16="http://schemas.microsoft.com/office/drawing/2014/main" id="{D4970AAC-BF56-03DE-0FEE-71215F7E1647}"/>
                    </a:ext>
                  </a:extLst>
                </p14:cNvPr>
                <p14:cNvContentPartPr/>
                <p14:nvPr/>
              </p14:nvContentPartPr>
              <p14:xfrm>
                <a:off x="1966425" y="2654295"/>
                <a:ext cx="72000" cy="555840"/>
              </p14:xfrm>
            </p:contentPart>
          </mc:Choice>
          <mc:Fallback xmlns="">
            <p:pic>
              <p:nvPicPr>
                <p:cNvPr id="60" name="Ink 59">
                  <a:extLst>
                    <a:ext uri="{FF2B5EF4-FFF2-40B4-BE49-F238E27FC236}">
                      <a16:creationId xmlns:a16="http://schemas.microsoft.com/office/drawing/2014/main" id="{D4970AAC-BF56-03DE-0FEE-71215F7E1647}"/>
                    </a:ext>
                  </a:extLst>
                </p:cNvPr>
                <p:cNvPicPr/>
                <p:nvPr/>
              </p:nvPicPr>
              <p:blipFill>
                <a:blip r:embed="rId87"/>
                <a:stretch>
                  <a:fillRect/>
                </a:stretch>
              </p:blipFill>
              <p:spPr>
                <a:xfrm>
                  <a:off x="1960305" y="2648175"/>
                  <a:ext cx="84240" cy="568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1" name="Ink 60">
                  <a:extLst>
                    <a:ext uri="{FF2B5EF4-FFF2-40B4-BE49-F238E27FC236}">
                      <a16:creationId xmlns:a16="http://schemas.microsoft.com/office/drawing/2014/main" id="{072E32BB-807E-A774-6470-E7678AEF2138}"/>
                    </a:ext>
                  </a:extLst>
                </p14:cNvPr>
                <p14:cNvContentPartPr/>
                <p14:nvPr/>
              </p14:nvContentPartPr>
              <p14:xfrm>
                <a:off x="2033385" y="2878215"/>
                <a:ext cx="362520" cy="169920"/>
              </p14:xfrm>
            </p:contentPart>
          </mc:Choice>
          <mc:Fallback xmlns="">
            <p:pic>
              <p:nvPicPr>
                <p:cNvPr id="61" name="Ink 60">
                  <a:extLst>
                    <a:ext uri="{FF2B5EF4-FFF2-40B4-BE49-F238E27FC236}">
                      <a16:creationId xmlns:a16="http://schemas.microsoft.com/office/drawing/2014/main" id="{072E32BB-807E-A774-6470-E7678AEF2138}"/>
                    </a:ext>
                  </a:extLst>
                </p:cNvPr>
                <p:cNvPicPr/>
                <p:nvPr/>
              </p:nvPicPr>
              <p:blipFill>
                <a:blip r:embed="rId89"/>
                <a:stretch>
                  <a:fillRect/>
                </a:stretch>
              </p:blipFill>
              <p:spPr>
                <a:xfrm>
                  <a:off x="2027265" y="2872095"/>
                  <a:ext cx="37476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2" name="Ink 61">
                  <a:extLst>
                    <a:ext uri="{FF2B5EF4-FFF2-40B4-BE49-F238E27FC236}">
                      <a16:creationId xmlns:a16="http://schemas.microsoft.com/office/drawing/2014/main" id="{7E8E955E-B393-19C5-A017-256B5CBEA6D9}"/>
                    </a:ext>
                  </a:extLst>
                </p14:cNvPr>
                <p14:cNvContentPartPr/>
                <p14:nvPr/>
              </p14:nvContentPartPr>
              <p14:xfrm>
                <a:off x="2506425" y="2700375"/>
                <a:ext cx="196920" cy="232920"/>
              </p14:xfrm>
            </p:contentPart>
          </mc:Choice>
          <mc:Fallback xmlns="">
            <p:pic>
              <p:nvPicPr>
                <p:cNvPr id="62" name="Ink 61">
                  <a:extLst>
                    <a:ext uri="{FF2B5EF4-FFF2-40B4-BE49-F238E27FC236}">
                      <a16:creationId xmlns:a16="http://schemas.microsoft.com/office/drawing/2014/main" id="{7E8E955E-B393-19C5-A017-256B5CBEA6D9}"/>
                    </a:ext>
                  </a:extLst>
                </p:cNvPr>
                <p:cNvPicPr/>
                <p:nvPr/>
              </p:nvPicPr>
              <p:blipFill>
                <a:blip r:embed="rId91"/>
                <a:stretch>
                  <a:fillRect/>
                </a:stretch>
              </p:blipFill>
              <p:spPr>
                <a:xfrm>
                  <a:off x="2500305" y="2694255"/>
                  <a:ext cx="20916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4" name="Ink 63">
                  <a:extLst>
                    <a:ext uri="{FF2B5EF4-FFF2-40B4-BE49-F238E27FC236}">
                      <a16:creationId xmlns:a16="http://schemas.microsoft.com/office/drawing/2014/main" id="{F7157908-09C2-1A11-51F4-980B7665D7DD}"/>
                    </a:ext>
                  </a:extLst>
                </p14:cNvPr>
                <p14:cNvContentPartPr/>
                <p14:nvPr/>
              </p14:nvContentPartPr>
              <p14:xfrm>
                <a:off x="2912505" y="2343255"/>
                <a:ext cx="36720" cy="422640"/>
              </p14:xfrm>
            </p:contentPart>
          </mc:Choice>
          <mc:Fallback xmlns="">
            <p:pic>
              <p:nvPicPr>
                <p:cNvPr id="64" name="Ink 63">
                  <a:extLst>
                    <a:ext uri="{FF2B5EF4-FFF2-40B4-BE49-F238E27FC236}">
                      <a16:creationId xmlns:a16="http://schemas.microsoft.com/office/drawing/2014/main" id="{F7157908-09C2-1A11-51F4-980B7665D7DD}"/>
                    </a:ext>
                  </a:extLst>
                </p:cNvPr>
                <p:cNvPicPr/>
                <p:nvPr/>
              </p:nvPicPr>
              <p:blipFill>
                <a:blip r:embed="rId93"/>
                <a:stretch>
                  <a:fillRect/>
                </a:stretch>
              </p:blipFill>
              <p:spPr>
                <a:xfrm>
                  <a:off x="2906385" y="2337135"/>
                  <a:ext cx="48960" cy="4348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6" name="Ink 65">
                  <a:extLst>
                    <a:ext uri="{FF2B5EF4-FFF2-40B4-BE49-F238E27FC236}">
                      <a16:creationId xmlns:a16="http://schemas.microsoft.com/office/drawing/2014/main" id="{098F81CF-4090-7B94-C5AD-2A99D53E318E}"/>
                    </a:ext>
                  </a:extLst>
                </p14:cNvPr>
                <p14:cNvContentPartPr/>
                <p14:nvPr/>
              </p14:nvContentPartPr>
              <p14:xfrm>
                <a:off x="2938425" y="2576175"/>
                <a:ext cx="151920" cy="100440"/>
              </p14:xfrm>
            </p:contentPart>
          </mc:Choice>
          <mc:Fallback xmlns="">
            <p:pic>
              <p:nvPicPr>
                <p:cNvPr id="66" name="Ink 65">
                  <a:extLst>
                    <a:ext uri="{FF2B5EF4-FFF2-40B4-BE49-F238E27FC236}">
                      <a16:creationId xmlns:a16="http://schemas.microsoft.com/office/drawing/2014/main" id="{098F81CF-4090-7B94-C5AD-2A99D53E318E}"/>
                    </a:ext>
                  </a:extLst>
                </p:cNvPr>
                <p:cNvPicPr/>
                <p:nvPr/>
              </p:nvPicPr>
              <p:blipFill>
                <a:blip r:embed="rId95"/>
                <a:stretch>
                  <a:fillRect/>
                </a:stretch>
              </p:blipFill>
              <p:spPr>
                <a:xfrm>
                  <a:off x="2932305" y="2570055"/>
                  <a:ext cx="16416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7" name="Ink 66">
                  <a:extLst>
                    <a:ext uri="{FF2B5EF4-FFF2-40B4-BE49-F238E27FC236}">
                      <a16:creationId xmlns:a16="http://schemas.microsoft.com/office/drawing/2014/main" id="{5D1BDA95-2D65-20D8-CA67-7799A40713BE}"/>
                    </a:ext>
                  </a:extLst>
                </p14:cNvPr>
                <p14:cNvContentPartPr/>
                <p14:nvPr/>
              </p14:nvContentPartPr>
              <p14:xfrm>
                <a:off x="3176385" y="2535855"/>
                <a:ext cx="109080" cy="83520"/>
              </p14:xfrm>
            </p:contentPart>
          </mc:Choice>
          <mc:Fallback xmlns="">
            <p:pic>
              <p:nvPicPr>
                <p:cNvPr id="67" name="Ink 66">
                  <a:extLst>
                    <a:ext uri="{FF2B5EF4-FFF2-40B4-BE49-F238E27FC236}">
                      <a16:creationId xmlns:a16="http://schemas.microsoft.com/office/drawing/2014/main" id="{5D1BDA95-2D65-20D8-CA67-7799A40713BE}"/>
                    </a:ext>
                  </a:extLst>
                </p:cNvPr>
                <p:cNvPicPr/>
                <p:nvPr/>
              </p:nvPicPr>
              <p:blipFill>
                <a:blip r:embed="rId97"/>
                <a:stretch>
                  <a:fillRect/>
                </a:stretch>
              </p:blipFill>
              <p:spPr>
                <a:xfrm>
                  <a:off x="3170265" y="2529735"/>
                  <a:ext cx="1213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8" name="Ink 67">
                  <a:extLst>
                    <a:ext uri="{FF2B5EF4-FFF2-40B4-BE49-F238E27FC236}">
                      <a16:creationId xmlns:a16="http://schemas.microsoft.com/office/drawing/2014/main" id="{20D61409-CC01-90FE-71DF-B91B2A1B559C}"/>
                    </a:ext>
                  </a:extLst>
                </p14:cNvPr>
                <p14:cNvContentPartPr/>
                <p14:nvPr/>
              </p14:nvContentPartPr>
              <p14:xfrm>
                <a:off x="3341985" y="2461335"/>
                <a:ext cx="291960" cy="144000"/>
              </p14:xfrm>
            </p:contentPart>
          </mc:Choice>
          <mc:Fallback xmlns="">
            <p:pic>
              <p:nvPicPr>
                <p:cNvPr id="68" name="Ink 67">
                  <a:extLst>
                    <a:ext uri="{FF2B5EF4-FFF2-40B4-BE49-F238E27FC236}">
                      <a16:creationId xmlns:a16="http://schemas.microsoft.com/office/drawing/2014/main" id="{20D61409-CC01-90FE-71DF-B91B2A1B559C}"/>
                    </a:ext>
                  </a:extLst>
                </p:cNvPr>
                <p:cNvPicPr/>
                <p:nvPr/>
              </p:nvPicPr>
              <p:blipFill>
                <a:blip r:embed="rId99"/>
                <a:stretch>
                  <a:fillRect/>
                </a:stretch>
              </p:blipFill>
              <p:spPr>
                <a:xfrm>
                  <a:off x="3335865" y="2455215"/>
                  <a:ext cx="30420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9" name="Ink 68">
                  <a:extLst>
                    <a:ext uri="{FF2B5EF4-FFF2-40B4-BE49-F238E27FC236}">
                      <a16:creationId xmlns:a16="http://schemas.microsoft.com/office/drawing/2014/main" id="{646FA27C-CFF8-B578-DA9A-F550AE712B5A}"/>
                    </a:ext>
                  </a:extLst>
                </p14:cNvPr>
                <p14:cNvContentPartPr/>
                <p14:nvPr/>
              </p14:nvContentPartPr>
              <p14:xfrm>
                <a:off x="3719265" y="2282775"/>
                <a:ext cx="402840" cy="169920"/>
              </p14:xfrm>
            </p:contentPart>
          </mc:Choice>
          <mc:Fallback xmlns="">
            <p:pic>
              <p:nvPicPr>
                <p:cNvPr id="69" name="Ink 68">
                  <a:extLst>
                    <a:ext uri="{FF2B5EF4-FFF2-40B4-BE49-F238E27FC236}">
                      <a16:creationId xmlns:a16="http://schemas.microsoft.com/office/drawing/2014/main" id="{646FA27C-CFF8-B578-DA9A-F550AE712B5A}"/>
                    </a:ext>
                  </a:extLst>
                </p:cNvPr>
                <p:cNvPicPr/>
                <p:nvPr/>
              </p:nvPicPr>
              <p:blipFill>
                <a:blip r:embed="rId101"/>
                <a:stretch>
                  <a:fillRect/>
                </a:stretch>
              </p:blipFill>
              <p:spPr>
                <a:xfrm>
                  <a:off x="3713145" y="2276655"/>
                  <a:ext cx="4150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0" name="Ink 69">
                  <a:extLst>
                    <a:ext uri="{FF2B5EF4-FFF2-40B4-BE49-F238E27FC236}">
                      <a16:creationId xmlns:a16="http://schemas.microsoft.com/office/drawing/2014/main" id="{88B33CFF-AC4A-4E8A-C51C-268A7534C979}"/>
                    </a:ext>
                  </a:extLst>
                </p14:cNvPr>
                <p14:cNvContentPartPr/>
                <p14:nvPr/>
              </p14:nvContentPartPr>
              <p14:xfrm>
                <a:off x="4099065" y="2310135"/>
                <a:ext cx="109440" cy="68760"/>
              </p14:xfrm>
            </p:contentPart>
          </mc:Choice>
          <mc:Fallback xmlns="">
            <p:pic>
              <p:nvPicPr>
                <p:cNvPr id="70" name="Ink 69">
                  <a:extLst>
                    <a:ext uri="{FF2B5EF4-FFF2-40B4-BE49-F238E27FC236}">
                      <a16:creationId xmlns:a16="http://schemas.microsoft.com/office/drawing/2014/main" id="{88B33CFF-AC4A-4E8A-C51C-268A7534C979}"/>
                    </a:ext>
                  </a:extLst>
                </p:cNvPr>
                <p:cNvPicPr/>
                <p:nvPr/>
              </p:nvPicPr>
              <p:blipFill>
                <a:blip r:embed="rId103"/>
                <a:stretch>
                  <a:fillRect/>
                </a:stretch>
              </p:blipFill>
              <p:spPr>
                <a:xfrm>
                  <a:off x="4092945" y="2304015"/>
                  <a:ext cx="12168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1" name="Ink 70">
                  <a:extLst>
                    <a:ext uri="{FF2B5EF4-FFF2-40B4-BE49-F238E27FC236}">
                      <a16:creationId xmlns:a16="http://schemas.microsoft.com/office/drawing/2014/main" id="{1ACD1278-D2E4-99D4-1750-3F048015881D}"/>
                    </a:ext>
                  </a:extLst>
                </p14:cNvPr>
                <p14:cNvContentPartPr/>
                <p14:nvPr/>
              </p14:nvContentPartPr>
              <p14:xfrm>
                <a:off x="4262145" y="2241735"/>
                <a:ext cx="70200" cy="132120"/>
              </p14:xfrm>
            </p:contentPart>
          </mc:Choice>
          <mc:Fallback xmlns="">
            <p:pic>
              <p:nvPicPr>
                <p:cNvPr id="71" name="Ink 70">
                  <a:extLst>
                    <a:ext uri="{FF2B5EF4-FFF2-40B4-BE49-F238E27FC236}">
                      <a16:creationId xmlns:a16="http://schemas.microsoft.com/office/drawing/2014/main" id="{1ACD1278-D2E4-99D4-1750-3F048015881D}"/>
                    </a:ext>
                  </a:extLst>
                </p:cNvPr>
                <p:cNvPicPr/>
                <p:nvPr/>
              </p:nvPicPr>
              <p:blipFill>
                <a:blip r:embed="rId105"/>
                <a:stretch>
                  <a:fillRect/>
                </a:stretch>
              </p:blipFill>
              <p:spPr>
                <a:xfrm>
                  <a:off x="4256025" y="2235615"/>
                  <a:ext cx="824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2" name="Ink 71">
                  <a:extLst>
                    <a:ext uri="{FF2B5EF4-FFF2-40B4-BE49-F238E27FC236}">
                      <a16:creationId xmlns:a16="http://schemas.microsoft.com/office/drawing/2014/main" id="{03F6D014-FC9D-A1CA-0C5C-64CF91E5D023}"/>
                    </a:ext>
                  </a:extLst>
                </p14:cNvPr>
                <p14:cNvContentPartPr/>
                <p14:nvPr/>
              </p14:nvContentPartPr>
              <p14:xfrm>
                <a:off x="488985" y="3527655"/>
                <a:ext cx="67680" cy="500040"/>
              </p14:xfrm>
            </p:contentPart>
          </mc:Choice>
          <mc:Fallback xmlns="">
            <p:pic>
              <p:nvPicPr>
                <p:cNvPr id="72" name="Ink 71">
                  <a:extLst>
                    <a:ext uri="{FF2B5EF4-FFF2-40B4-BE49-F238E27FC236}">
                      <a16:creationId xmlns:a16="http://schemas.microsoft.com/office/drawing/2014/main" id="{03F6D014-FC9D-A1CA-0C5C-64CF91E5D023}"/>
                    </a:ext>
                  </a:extLst>
                </p:cNvPr>
                <p:cNvPicPr/>
                <p:nvPr/>
              </p:nvPicPr>
              <p:blipFill>
                <a:blip r:embed="rId107"/>
                <a:stretch>
                  <a:fillRect/>
                </a:stretch>
              </p:blipFill>
              <p:spPr>
                <a:xfrm>
                  <a:off x="482865" y="3521535"/>
                  <a:ext cx="79920" cy="512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3" name="Ink 72">
                  <a:extLst>
                    <a:ext uri="{FF2B5EF4-FFF2-40B4-BE49-F238E27FC236}">
                      <a16:creationId xmlns:a16="http://schemas.microsoft.com/office/drawing/2014/main" id="{E4E2BED7-BFCA-0D94-C297-D9D66BB16D3F}"/>
                    </a:ext>
                  </a:extLst>
                </p14:cNvPr>
                <p14:cNvContentPartPr/>
                <p14:nvPr/>
              </p14:nvContentPartPr>
              <p14:xfrm>
                <a:off x="365145" y="3778575"/>
                <a:ext cx="838440" cy="163800"/>
              </p14:xfrm>
            </p:contentPart>
          </mc:Choice>
          <mc:Fallback xmlns="">
            <p:pic>
              <p:nvPicPr>
                <p:cNvPr id="73" name="Ink 72">
                  <a:extLst>
                    <a:ext uri="{FF2B5EF4-FFF2-40B4-BE49-F238E27FC236}">
                      <a16:creationId xmlns:a16="http://schemas.microsoft.com/office/drawing/2014/main" id="{E4E2BED7-BFCA-0D94-C297-D9D66BB16D3F}"/>
                    </a:ext>
                  </a:extLst>
                </p:cNvPr>
                <p:cNvPicPr/>
                <p:nvPr/>
              </p:nvPicPr>
              <p:blipFill>
                <a:blip r:embed="rId109"/>
                <a:stretch>
                  <a:fillRect/>
                </a:stretch>
              </p:blipFill>
              <p:spPr>
                <a:xfrm>
                  <a:off x="359025" y="3772455"/>
                  <a:ext cx="8506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4" name="Ink 73">
                  <a:extLst>
                    <a:ext uri="{FF2B5EF4-FFF2-40B4-BE49-F238E27FC236}">
                      <a16:creationId xmlns:a16="http://schemas.microsoft.com/office/drawing/2014/main" id="{EBC7A6A7-B5D4-DE9D-5D23-33591AD73814}"/>
                    </a:ext>
                  </a:extLst>
                </p14:cNvPr>
                <p14:cNvContentPartPr/>
                <p14:nvPr/>
              </p14:nvContentPartPr>
              <p14:xfrm>
                <a:off x="1262985" y="3760215"/>
                <a:ext cx="457560" cy="123120"/>
              </p14:xfrm>
            </p:contentPart>
          </mc:Choice>
          <mc:Fallback xmlns="">
            <p:pic>
              <p:nvPicPr>
                <p:cNvPr id="74" name="Ink 73">
                  <a:extLst>
                    <a:ext uri="{FF2B5EF4-FFF2-40B4-BE49-F238E27FC236}">
                      <a16:creationId xmlns:a16="http://schemas.microsoft.com/office/drawing/2014/main" id="{EBC7A6A7-B5D4-DE9D-5D23-33591AD73814}"/>
                    </a:ext>
                  </a:extLst>
                </p:cNvPr>
                <p:cNvPicPr/>
                <p:nvPr/>
              </p:nvPicPr>
              <p:blipFill>
                <a:blip r:embed="rId111"/>
                <a:stretch>
                  <a:fillRect/>
                </a:stretch>
              </p:blipFill>
              <p:spPr>
                <a:xfrm>
                  <a:off x="1256865" y="3754095"/>
                  <a:ext cx="46980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5" name="Ink 74">
                  <a:extLst>
                    <a:ext uri="{FF2B5EF4-FFF2-40B4-BE49-F238E27FC236}">
                      <a16:creationId xmlns:a16="http://schemas.microsoft.com/office/drawing/2014/main" id="{0CA9FD82-ECA6-FD38-6697-8040EEC3BC3C}"/>
                    </a:ext>
                  </a:extLst>
                </p14:cNvPr>
                <p14:cNvContentPartPr/>
                <p14:nvPr/>
              </p14:nvContentPartPr>
              <p14:xfrm>
                <a:off x="1790745" y="3590295"/>
                <a:ext cx="55080" cy="92880"/>
              </p14:xfrm>
            </p:contentPart>
          </mc:Choice>
          <mc:Fallback xmlns="">
            <p:pic>
              <p:nvPicPr>
                <p:cNvPr id="75" name="Ink 74">
                  <a:extLst>
                    <a:ext uri="{FF2B5EF4-FFF2-40B4-BE49-F238E27FC236}">
                      <a16:creationId xmlns:a16="http://schemas.microsoft.com/office/drawing/2014/main" id="{0CA9FD82-ECA6-FD38-6697-8040EEC3BC3C}"/>
                    </a:ext>
                  </a:extLst>
                </p:cNvPr>
                <p:cNvPicPr/>
                <p:nvPr/>
              </p:nvPicPr>
              <p:blipFill>
                <a:blip r:embed="rId113"/>
                <a:stretch>
                  <a:fillRect/>
                </a:stretch>
              </p:blipFill>
              <p:spPr>
                <a:xfrm>
                  <a:off x="1784625" y="3584175"/>
                  <a:ext cx="6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6" name="Ink 75">
                  <a:extLst>
                    <a:ext uri="{FF2B5EF4-FFF2-40B4-BE49-F238E27FC236}">
                      <a16:creationId xmlns:a16="http://schemas.microsoft.com/office/drawing/2014/main" id="{0E8F157E-9196-2080-ADB4-5631096CCD91}"/>
                    </a:ext>
                  </a:extLst>
                </p14:cNvPr>
                <p14:cNvContentPartPr/>
                <p14:nvPr/>
              </p14:nvContentPartPr>
              <p14:xfrm>
                <a:off x="1853745" y="3745815"/>
                <a:ext cx="342000" cy="296280"/>
              </p14:xfrm>
            </p:contentPart>
          </mc:Choice>
          <mc:Fallback xmlns="">
            <p:pic>
              <p:nvPicPr>
                <p:cNvPr id="76" name="Ink 75">
                  <a:extLst>
                    <a:ext uri="{FF2B5EF4-FFF2-40B4-BE49-F238E27FC236}">
                      <a16:creationId xmlns:a16="http://schemas.microsoft.com/office/drawing/2014/main" id="{0E8F157E-9196-2080-ADB4-5631096CCD91}"/>
                    </a:ext>
                  </a:extLst>
                </p:cNvPr>
                <p:cNvPicPr/>
                <p:nvPr/>
              </p:nvPicPr>
              <p:blipFill>
                <a:blip r:embed="rId115"/>
                <a:stretch>
                  <a:fillRect/>
                </a:stretch>
              </p:blipFill>
              <p:spPr>
                <a:xfrm>
                  <a:off x="1847625" y="3739695"/>
                  <a:ext cx="35424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7" name="Ink 76">
                  <a:extLst>
                    <a:ext uri="{FF2B5EF4-FFF2-40B4-BE49-F238E27FC236}">
                      <a16:creationId xmlns:a16="http://schemas.microsoft.com/office/drawing/2014/main" id="{38DF442D-097B-7BF6-97C0-4A08DD26565B}"/>
                    </a:ext>
                  </a:extLst>
                </p14:cNvPr>
                <p14:cNvContentPartPr/>
                <p14:nvPr/>
              </p14:nvContentPartPr>
              <p14:xfrm>
                <a:off x="2283585" y="3906015"/>
                <a:ext cx="119160" cy="95040"/>
              </p14:xfrm>
            </p:contentPart>
          </mc:Choice>
          <mc:Fallback xmlns="">
            <p:pic>
              <p:nvPicPr>
                <p:cNvPr id="77" name="Ink 76">
                  <a:extLst>
                    <a:ext uri="{FF2B5EF4-FFF2-40B4-BE49-F238E27FC236}">
                      <a16:creationId xmlns:a16="http://schemas.microsoft.com/office/drawing/2014/main" id="{38DF442D-097B-7BF6-97C0-4A08DD26565B}"/>
                    </a:ext>
                  </a:extLst>
                </p:cNvPr>
                <p:cNvPicPr/>
                <p:nvPr/>
              </p:nvPicPr>
              <p:blipFill>
                <a:blip r:embed="rId117"/>
                <a:stretch>
                  <a:fillRect/>
                </a:stretch>
              </p:blipFill>
              <p:spPr>
                <a:xfrm>
                  <a:off x="2277465" y="3899895"/>
                  <a:ext cx="1314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2" name="Ink 81">
                  <a:extLst>
                    <a:ext uri="{FF2B5EF4-FFF2-40B4-BE49-F238E27FC236}">
                      <a16:creationId xmlns:a16="http://schemas.microsoft.com/office/drawing/2014/main" id="{AF569F80-A6E3-20D8-8C3B-7C897C55402F}"/>
                    </a:ext>
                  </a:extLst>
                </p14:cNvPr>
                <p14:cNvContentPartPr/>
                <p14:nvPr/>
              </p14:nvContentPartPr>
              <p14:xfrm>
                <a:off x="2798025" y="2916015"/>
                <a:ext cx="205920" cy="521280"/>
              </p14:xfrm>
            </p:contentPart>
          </mc:Choice>
          <mc:Fallback xmlns="">
            <p:pic>
              <p:nvPicPr>
                <p:cNvPr id="82" name="Ink 81">
                  <a:extLst>
                    <a:ext uri="{FF2B5EF4-FFF2-40B4-BE49-F238E27FC236}">
                      <a16:creationId xmlns:a16="http://schemas.microsoft.com/office/drawing/2014/main" id="{AF569F80-A6E3-20D8-8C3B-7C897C55402F}"/>
                    </a:ext>
                  </a:extLst>
                </p:cNvPr>
                <p:cNvPicPr/>
                <p:nvPr/>
              </p:nvPicPr>
              <p:blipFill>
                <a:blip r:embed="rId119"/>
                <a:stretch>
                  <a:fillRect/>
                </a:stretch>
              </p:blipFill>
              <p:spPr>
                <a:xfrm>
                  <a:off x="2791905" y="2909895"/>
                  <a:ext cx="21816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3" name="Ink 82">
                  <a:extLst>
                    <a:ext uri="{FF2B5EF4-FFF2-40B4-BE49-F238E27FC236}">
                      <a16:creationId xmlns:a16="http://schemas.microsoft.com/office/drawing/2014/main" id="{87300F3E-499C-30E8-5943-A866228CF65F}"/>
                    </a:ext>
                  </a:extLst>
                </p14:cNvPr>
                <p14:cNvContentPartPr/>
                <p14:nvPr/>
              </p14:nvContentPartPr>
              <p14:xfrm>
                <a:off x="2555025" y="2840055"/>
                <a:ext cx="1875240" cy="967320"/>
              </p14:xfrm>
            </p:contentPart>
          </mc:Choice>
          <mc:Fallback xmlns="">
            <p:pic>
              <p:nvPicPr>
                <p:cNvPr id="83" name="Ink 82">
                  <a:extLst>
                    <a:ext uri="{FF2B5EF4-FFF2-40B4-BE49-F238E27FC236}">
                      <a16:creationId xmlns:a16="http://schemas.microsoft.com/office/drawing/2014/main" id="{87300F3E-499C-30E8-5943-A866228CF65F}"/>
                    </a:ext>
                  </a:extLst>
                </p:cNvPr>
                <p:cNvPicPr/>
                <p:nvPr/>
              </p:nvPicPr>
              <p:blipFill>
                <a:blip r:embed="rId121"/>
                <a:stretch>
                  <a:fillRect/>
                </a:stretch>
              </p:blipFill>
              <p:spPr>
                <a:xfrm>
                  <a:off x="2548905" y="2833935"/>
                  <a:ext cx="1887480" cy="9795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4" name="Ink 103">
                  <a:extLst>
                    <a:ext uri="{FF2B5EF4-FFF2-40B4-BE49-F238E27FC236}">
                      <a16:creationId xmlns:a16="http://schemas.microsoft.com/office/drawing/2014/main" id="{FA25A45B-B92A-D0EE-E9BD-93BCD6E84FF9}"/>
                    </a:ext>
                  </a:extLst>
                </p14:cNvPr>
                <p14:cNvContentPartPr/>
                <p14:nvPr/>
              </p14:nvContentPartPr>
              <p14:xfrm>
                <a:off x="4133625" y="2616135"/>
                <a:ext cx="277560" cy="135000"/>
              </p14:xfrm>
            </p:contentPart>
          </mc:Choice>
          <mc:Fallback xmlns="">
            <p:pic>
              <p:nvPicPr>
                <p:cNvPr id="104" name="Ink 103">
                  <a:extLst>
                    <a:ext uri="{FF2B5EF4-FFF2-40B4-BE49-F238E27FC236}">
                      <a16:creationId xmlns:a16="http://schemas.microsoft.com/office/drawing/2014/main" id="{FA25A45B-B92A-D0EE-E9BD-93BCD6E84FF9}"/>
                    </a:ext>
                  </a:extLst>
                </p:cNvPr>
                <p:cNvPicPr/>
                <p:nvPr/>
              </p:nvPicPr>
              <p:blipFill>
                <a:blip r:embed="rId123"/>
                <a:stretch>
                  <a:fillRect/>
                </a:stretch>
              </p:blipFill>
              <p:spPr>
                <a:xfrm>
                  <a:off x="4127505" y="2610015"/>
                  <a:ext cx="2898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5" name="Ink 104">
                  <a:extLst>
                    <a:ext uri="{FF2B5EF4-FFF2-40B4-BE49-F238E27FC236}">
                      <a16:creationId xmlns:a16="http://schemas.microsoft.com/office/drawing/2014/main" id="{0DAD1FB5-4584-94FD-E20A-0464F1E2287C}"/>
                    </a:ext>
                  </a:extLst>
                </p14:cNvPr>
                <p14:cNvContentPartPr/>
                <p14:nvPr/>
              </p14:nvContentPartPr>
              <p14:xfrm>
                <a:off x="7728585" y="203775"/>
                <a:ext cx="41760" cy="243000"/>
              </p14:xfrm>
            </p:contentPart>
          </mc:Choice>
          <mc:Fallback xmlns="">
            <p:pic>
              <p:nvPicPr>
                <p:cNvPr id="105" name="Ink 104">
                  <a:extLst>
                    <a:ext uri="{FF2B5EF4-FFF2-40B4-BE49-F238E27FC236}">
                      <a16:creationId xmlns:a16="http://schemas.microsoft.com/office/drawing/2014/main" id="{0DAD1FB5-4584-94FD-E20A-0464F1E2287C}"/>
                    </a:ext>
                  </a:extLst>
                </p:cNvPr>
                <p:cNvPicPr/>
                <p:nvPr/>
              </p:nvPicPr>
              <p:blipFill>
                <a:blip r:embed="rId125"/>
                <a:stretch>
                  <a:fillRect/>
                </a:stretch>
              </p:blipFill>
              <p:spPr>
                <a:xfrm>
                  <a:off x="7722465" y="197655"/>
                  <a:ext cx="5400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06" name="Ink 105">
                  <a:extLst>
                    <a:ext uri="{FF2B5EF4-FFF2-40B4-BE49-F238E27FC236}">
                      <a16:creationId xmlns:a16="http://schemas.microsoft.com/office/drawing/2014/main" id="{7B9F09D5-E4D4-47E3-E483-C4FD24D4F743}"/>
                    </a:ext>
                  </a:extLst>
                </p14:cNvPr>
                <p14:cNvContentPartPr/>
                <p14:nvPr/>
              </p14:nvContentPartPr>
              <p14:xfrm>
                <a:off x="8064825" y="204855"/>
                <a:ext cx="557640" cy="287280"/>
              </p14:xfrm>
            </p:contentPart>
          </mc:Choice>
          <mc:Fallback xmlns="">
            <p:pic>
              <p:nvPicPr>
                <p:cNvPr id="106" name="Ink 105">
                  <a:extLst>
                    <a:ext uri="{FF2B5EF4-FFF2-40B4-BE49-F238E27FC236}">
                      <a16:creationId xmlns:a16="http://schemas.microsoft.com/office/drawing/2014/main" id="{7B9F09D5-E4D4-47E3-E483-C4FD24D4F743}"/>
                    </a:ext>
                  </a:extLst>
                </p:cNvPr>
                <p:cNvPicPr/>
                <p:nvPr/>
              </p:nvPicPr>
              <p:blipFill>
                <a:blip r:embed="rId127"/>
                <a:stretch>
                  <a:fillRect/>
                </a:stretch>
              </p:blipFill>
              <p:spPr>
                <a:xfrm>
                  <a:off x="8058705" y="198735"/>
                  <a:ext cx="56988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7" name="Ink 106">
                  <a:extLst>
                    <a:ext uri="{FF2B5EF4-FFF2-40B4-BE49-F238E27FC236}">
                      <a16:creationId xmlns:a16="http://schemas.microsoft.com/office/drawing/2014/main" id="{3711B7C6-4CD4-999A-469E-E7B84E41B604}"/>
                    </a:ext>
                  </a:extLst>
                </p14:cNvPr>
                <p14:cNvContentPartPr/>
                <p14:nvPr/>
              </p14:nvContentPartPr>
              <p14:xfrm>
                <a:off x="8767185" y="203775"/>
                <a:ext cx="140040" cy="297000"/>
              </p14:xfrm>
            </p:contentPart>
          </mc:Choice>
          <mc:Fallback xmlns="">
            <p:pic>
              <p:nvPicPr>
                <p:cNvPr id="107" name="Ink 106">
                  <a:extLst>
                    <a:ext uri="{FF2B5EF4-FFF2-40B4-BE49-F238E27FC236}">
                      <a16:creationId xmlns:a16="http://schemas.microsoft.com/office/drawing/2014/main" id="{3711B7C6-4CD4-999A-469E-E7B84E41B604}"/>
                    </a:ext>
                  </a:extLst>
                </p:cNvPr>
                <p:cNvPicPr/>
                <p:nvPr/>
              </p:nvPicPr>
              <p:blipFill>
                <a:blip r:embed="rId129"/>
                <a:stretch>
                  <a:fillRect/>
                </a:stretch>
              </p:blipFill>
              <p:spPr>
                <a:xfrm>
                  <a:off x="8761065" y="197655"/>
                  <a:ext cx="15228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8" name="Ink 27">
                  <a:extLst>
                    <a:ext uri="{FF2B5EF4-FFF2-40B4-BE49-F238E27FC236}">
                      <a16:creationId xmlns:a16="http://schemas.microsoft.com/office/drawing/2014/main" id="{8B532B14-DD26-F730-B0F0-4A5456DBC01E}"/>
                    </a:ext>
                  </a:extLst>
                </p14:cNvPr>
                <p14:cNvContentPartPr/>
                <p14:nvPr/>
              </p14:nvContentPartPr>
              <p14:xfrm>
                <a:off x="7769985" y="2649255"/>
                <a:ext cx="465480" cy="36000"/>
              </p14:xfrm>
            </p:contentPart>
          </mc:Choice>
          <mc:Fallback xmlns="">
            <p:pic>
              <p:nvPicPr>
                <p:cNvPr id="28" name="Ink 27">
                  <a:extLst>
                    <a:ext uri="{FF2B5EF4-FFF2-40B4-BE49-F238E27FC236}">
                      <a16:creationId xmlns:a16="http://schemas.microsoft.com/office/drawing/2014/main" id="{8B532B14-DD26-F730-B0F0-4A5456DBC01E}"/>
                    </a:ext>
                  </a:extLst>
                </p:cNvPr>
                <p:cNvPicPr/>
                <p:nvPr/>
              </p:nvPicPr>
              <p:blipFill>
                <a:blip r:embed="rId131"/>
                <a:stretch>
                  <a:fillRect/>
                </a:stretch>
              </p:blipFill>
              <p:spPr>
                <a:xfrm>
                  <a:off x="7763865" y="2643135"/>
                  <a:ext cx="4777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9" name="Ink 28">
                  <a:extLst>
                    <a:ext uri="{FF2B5EF4-FFF2-40B4-BE49-F238E27FC236}">
                      <a16:creationId xmlns:a16="http://schemas.microsoft.com/office/drawing/2014/main" id="{69825757-D648-C7D8-EA3C-544242C74666}"/>
                    </a:ext>
                  </a:extLst>
                </p14:cNvPr>
                <p14:cNvContentPartPr/>
                <p14:nvPr/>
              </p14:nvContentPartPr>
              <p14:xfrm>
                <a:off x="7974465" y="2690295"/>
                <a:ext cx="78120" cy="297720"/>
              </p14:xfrm>
            </p:contentPart>
          </mc:Choice>
          <mc:Fallback xmlns="">
            <p:pic>
              <p:nvPicPr>
                <p:cNvPr id="29" name="Ink 28">
                  <a:extLst>
                    <a:ext uri="{FF2B5EF4-FFF2-40B4-BE49-F238E27FC236}">
                      <a16:creationId xmlns:a16="http://schemas.microsoft.com/office/drawing/2014/main" id="{69825757-D648-C7D8-EA3C-544242C74666}"/>
                    </a:ext>
                  </a:extLst>
                </p:cNvPr>
                <p:cNvPicPr/>
                <p:nvPr/>
              </p:nvPicPr>
              <p:blipFill>
                <a:blip r:embed="rId133"/>
                <a:stretch>
                  <a:fillRect/>
                </a:stretch>
              </p:blipFill>
              <p:spPr>
                <a:xfrm>
                  <a:off x="7968345" y="2684175"/>
                  <a:ext cx="9036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30" name="Ink 29">
                  <a:extLst>
                    <a:ext uri="{FF2B5EF4-FFF2-40B4-BE49-F238E27FC236}">
                      <a16:creationId xmlns:a16="http://schemas.microsoft.com/office/drawing/2014/main" id="{5F78E8A0-640F-3539-7237-F4EF4D608ABA}"/>
                    </a:ext>
                  </a:extLst>
                </p14:cNvPr>
                <p14:cNvContentPartPr/>
                <p14:nvPr/>
              </p14:nvContentPartPr>
              <p14:xfrm>
                <a:off x="8228265" y="2813775"/>
                <a:ext cx="356400" cy="269640"/>
              </p14:xfrm>
            </p:contentPart>
          </mc:Choice>
          <mc:Fallback xmlns="">
            <p:pic>
              <p:nvPicPr>
                <p:cNvPr id="30" name="Ink 29">
                  <a:extLst>
                    <a:ext uri="{FF2B5EF4-FFF2-40B4-BE49-F238E27FC236}">
                      <a16:creationId xmlns:a16="http://schemas.microsoft.com/office/drawing/2014/main" id="{5F78E8A0-640F-3539-7237-F4EF4D608ABA}"/>
                    </a:ext>
                  </a:extLst>
                </p:cNvPr>
                <p:cNvPicPr/>
                <p:nvPr/>
              </p:nvPicPr>
              <p:blipFill>
                <a:blip r:embed="rId135"/>
                <a:stretch>
                  <a:fillRect/>
                </a:stretch>
              </p:blipFill>
              <p:spPr>
                <a:xfrm>
                  <a:off x="8222145" y="2807655"/>
                  <a:ext cx="36864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31" name="Ink 30">
                  <a:extLst>
                    <a:ext uri="{FF2B5EF4-FFF2-40B4-BE49-F238E27FC236}">
                      <a16:creationId xmlns:a16="http://schemas.microsoft.com/office/drawing/2014/main" id="{50F7246B-2C96-5762-B365-C63A740BDCFE}"/>
                    </a:ext>
                  </a:extLst>
                </p14:cNvPr>
                <p14:cNvContentPartPr/>
                <p14:nvPr/>
              </p14:nvContentPartPr>
              <p14:xfrm>
                <a:off x="8770425" y="2664375"/>
                <a:ext cx="14760" cy="324360"/>
              </p14:xfrm>
            </p:contentPart>
          </mc:Choice>
          <mc:Fallback xmlns="">
            <p:pic>
              <p:nvPicPr>
                <p:cNvPr id="31" name="Ink 30">
                  <a:extLst>
                    <a:ext uri="{FF2B5EF4-FFF2-40B4-BE49-F238E27FC236}">
                      <a16:creationId xmlns:a16="http://schemas.microsoft.com/office/drawing/2014/main" id="{50F7246B-2C96-5762-B365-C63A740BDCFE}"/>
                    </a:ext>
                  </a:extLst>
                </p:cNvPr>
                <p:cNvPicPr/>
                <p:nvPr/>
              </p:nvPicPr>
              <p:blipFill>
                <a:blip r:embed="rId137"/>
                <a:stretch>
                  <a:fillRect/>
                </a:stretch>
              </p:blipFill>
              <p:spPr>
                <a:xfrm>
                  <a:off x="8764305" y="2658255"/>
                  <a:ext cx="2700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32" name="Ink 31">
                  <a:extLst>
                    <a:ext uri="{FF2B5EF4-FFF2-40B4-BE49-F238E27FC236}">
                      <a16:creationId xmlns:a16="http://schemas.microsoft.com/office/drawing/2014/main" id="{B5FEC418-CE49-29C0-3819-18B4655C2C0A}"/>
                    </a:ext>
                  </a:extLst>
                </p14:cNvPr>
                <p14:cNvContentPartPr/>
                <p14:nvPr/>
              </p14:nvContentPartPr>
              <p14:xfrm>
                <a:off x="8712825" y="2860935"/>
                <a:ext cx="316800" cy="27000"/>
              </p14:xfrm>
            </p:contentPart>
          </mc:Choice>
          <mc:Fallback xmlns="">
            <p:pic>
              <p:nvPicPr>
                <p:cNvPr id="32" name="Ink 31">
                  <a:extLst>
                    <a:ext uri="{FF2B5EF4-FFF2-40B4-BE49-F238E27FC236}">
                      <a16:creationId xmlns:a16="http://schemas.microsoft.com/office/drawing/2014/main" id="{B5FEC418-CE49-29C0-3819-18B4655C2C0A}"/>
                    </a:ext>
                  </a:extLst>
                </p:cNvPr>
                <p:cNvPicPr/>
                <p:nvPr/>
              </p:nvPicPr>
              <p:blipFill>
                <a:blip r:embed="rId139"/>
                <a:stretch>
                  <a:fillRect/>
                </a:stretch>
              </p:blipFill>
              <p:spPr>
                <a:xfrm>
                  <a:off x="8706705" y="2854815"/>
                  <a:ext cx="3290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9" name="Ink 78">
                  <a:extLst>
                    <a:ext uri="{FF2B5EF4-FFF2-40B4-BE49-F238E27FC236}">
                      <a16:creationId xmlns:a16="http://schemas.microsoft.com/office/drawing/2014/main" id="{45F21D93-221A-4D46-67F6-47B2903125B4}"/>
                    </a:ext>
                  </a:extLst>
                </p14:cNvPr>
                <p14:cNvContentPartPr/>
                <p14:nvPr/>
              </p14:nvContentPartPr>
              <p14:xfrm>
                <a:off x="7464705" y="2660415"/>
                <a:ext cx="112320" cy="412920"/>
              </p14:xfrm>
            </p:contentPart>
          </mc:Choice>
          <mc:Fallback xmlns="">
            <p:pic>
              <p:nvPicPr>
                <p:cNvPr id="79" name="Ink 78">
                  <a:extLst>
                    <a:ext uri="{FF2B5EF4-FFF2-40B4-BE49-F238E27FC236}">
                      <a16:creationId xmlns:a16="http://schemas.microsoft.com/office/drawing/2014/main" id="{45F21D93-221A-4D46-67F6-47B2903125B4}"/>
                    </a:ext>
                  </a:extLst>
                </p:cNvPr>
                <p:cNvPicPr/>
                <p:nvPr/>
              </p:nvPicPr>
              <p:blipFill>
                <a:blip r:embed="rId141"/>
                <a:stretch>
                  <a:fillRect/>
                </a:stretch>
              </p:blipFill>
              <p:spPr>
                <a:xfrm>
                  <a:off x="7458585" y="2654295"/>
                  <a:ext cx="12456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0" name="Ink 79">
                  <a:extLst>
                    <a:ext uri="{FF2B5EF4-FFF2-40B4-BE49-F238E27FC236}">
                      <a16:creationId xmlns:a16="http://schemas.microsoft.com/office/drawing/2014/main" id="{0F336FE7-A65B-491C-3BEA-4426AEDD732B}"/>
                    </a:ext>
                  </a:extLst>
                </p14:cNvPr>
                <p14:cNvContentPartPr/>
                <p14:nvPr/>
              </p14:nvContentPartPr>
              <p14:xfrm>
                <a:off x="7128825" y="2542695"/>
                <a:ext cx="1974960" cy="828360"/>
              </p14:xfrm>
            </p:contentPart>
          </mc:Choice>
          <mc:Fallback xmlns="">
            <p:pic>
              <p:nvPicPr>
                <p:cNvPr id="80" name="Ink 79">
                  <a:extLst>
                    <a:ext uri="{FF2B5EF4-FFF2-40B4-BE49-F238E27FC236}">
                      <a16:creationId xmlns:a16="http://schemas.microsoft.com/office/drawing/2014/main" id="{0F336FE7-A65B-491C-3BEA-4426AEDD732B}"/>
                    </a:ext>
                  </a:extLst>
                </p:cNvPr>
                <p:cNvPicPr/>
                <p:nvPr/>
              </p:nvPicPr>
              <p:blipFill>
                <a:blip r:embed="rId143"/>
                <a:stretch>
                  <a:fillRect/>
                </a:stretch>
              </p:blipFill>
              <p:spPr>
                <a:xfrm>
                  <a:off x="7122705" y="2536575"/>
                  <a:ext cx="1987200" cy="8406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5" name="Ink 84">
                  <a:extLst>
                    <a:ext uri="{FF2B5EF4-FFF2-40B4-BE49-F238E27FC236}">
                      <a16:creationId xmlns:a16="http://schemas.microsoft.com/office/drawing/2014/main" id="{F880ED81-663B-A893-351B-991A4203F8F6}"/>
                    </a:ext>
                  </a:extLst>
                </p14:cNvPr>
                <p14:cNvContentPartPr/>
                <p14:nvPr/>
              </p14:nvContentPartPr>
              <p14:xfrm>
                <a:off x="9212145" y="2292135"/>
                <a:ext cx="719640" cy="351360"/>
              </p14:xfrm>
            </p:contentPart>
          </mc:Choice>
          <mc:Fallback xmlns="">
            <p:pic>
              <p:nvPicPr>
                <p:cNvPr id="85" name="Ink 84">
                  <a:extLst>
                    <a:ext uri="{FF2B5EF4-FFF2-40B4-BE49-F238E27FC236}">
                      <a16:creationId xmlns:a16="http://schemas.microsoft.com/office/drawing/2014/main" id="{F880ED81-663B-A893-351B-991A4203F8F6}"/>
                    </a:ext>
                  </a:extLst>
                </p:cNvPr>
                <p:cNvPicPr/>
                <p:nvPr/>
              </p:nvPicPr>
              <p:blipFill>
                <a:blip r:embed="rId145"/>
                <a:stretch>
                  <a:fillRect/>
                </a:stretch>
              </p:blipFill>
              <p:spPr>
                <a:xfrm>
                  <a:off x="9206025" y="2286015"/>
                  <a:ext cx="73188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6" name="Ink 85">
                  <a:extLst>
                    <a:ext uri="{FF2B5EF4-FFF2-40B4-BE49-F238E27FC236}">
                      <a16:creationId xmlns:a16="http://schemas.microsoft.com/office/drawing/2014/main" id="{1E384568-AA3D-B038-4EAC-0AD9D92775C0}"/>
                    </a:ext>
                  </a:extLst>
                </p14:cNvPr>
                <p14:cNvContentPartPr/>
                <p14:nvPr/>
              </p14:nvContentPartPr>
              <p14:xfrm>
                <a:off x="10087305" y="1419135"/>
                <a:ext cx="96120" cy="543240"/>
              </p14:xfrm>
            </p:contentPart>
          </mc:Choice>
          <mc:Fallback xmlns="">
            <p:pic>
              <p:nvPicPr>
                <p:cNvPr id="86" name="Ink 85">
                  <a:extLst>
                    <a:ext uri="{FF2B5EF4-FFF2-40B4-BE49-F238E27FC236}">
                      <a16:creationId xmlns:a16="http://schemas.microsoft.com/office/drawing/2014/main" id="{1E384568-AA3D-B038-4EAC-0AD9D92775C0}"/>
                    </a:ext>
                  </a:extLst>
                </p:cNvPr>
                <p:cNvPicPr/>
                <p:nvPr/>
              </p:nvPicPr>
              <p:blipFill>
                <a:blip r:embed="rId147"/>
                <a:stretch>
                  <a:fillRect/>
                </a:stretch>
              </p:blipFill>
              <p:spPr>
                <a:xfrm>
                  <a:off x="10081185" y="1413015"/>
                  <a:ext cx="10836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7" name="Ink 86">
                  <a:extLst>
                    <a:ext uri="{FF2B5EF4-FFF2-40B4-BE49-F238E27FC236}">
                      <a16:creationId xmlns:a16="http://schemas.microsoft.com/office/drawing/2014/main" id="{1A5D14F1-5839-EBA9-936D-019AF016775E}"/>
                    </a:ext>
                  </a:extLst>
                </p14:cNvPr>
                <p14:cNvContentPartPr/>
                <p14:nvPr/>
              </p14:nvContentPartPr>
              <p14:xfrm>
                <a:off x="10275225" y="1300695"/>
                <a:ext cx="205560" cy="275760"/>
              </p14:xfrm>
            </p:contentPart>
          </mc:Choice>
          <mc:Fallback xmlns="">
            <p:pic>
              <p:nvPicPr>
                <p:cNvPr id="87" name="Ink 86">
                  <a:extLst>
                    <a:ext uri="{FF2B5EF4-FFF2-40B4-BE49-F238E27FC236}">
                      <a16:creationId xmlns:a16="http://schemas.microsoft.com/office/drawing/2014/main" id="{1A5D14F1-5839-EBA9-936D-019AF016775E}"/>
                    </a:ext>
                  </a:extLst>
                </p:cNvPr>
                <p:cNvPicPr/>
                <p:nvPr/>
              </p:nvPicPr>
              <p:blipFill>
                <a:blip r:embed="rId149"/>
                <a:stretch>
                  <a:fillRect/>
                </a:stretch>
              </p:blipFill>
              <p:spPr>
                <a:xfrm>
                  <a:off x="10269105" y="1294575"/>
                  <a:ext cx="2178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8" name="Ink 87">
                  <a:extLst>
                    <a:ext uri="{FF2B5EF4-FFF2-40B4-BE49-F238E27FC236}">
                      <a16:creationId xmlns:a16="http://schemas.microsoft.com/office/drawing/2014/main" id="{45064577-208D-C1C8-49A8-3810D1B63E23}"/>
                    </a:ext>
                  </a:extLst>
                </p14:cNvPr>
                <p14:cNvContentPartPr/>
                <p14:nvPr/>
              </p14:nvContentPartPr>
              <p14:xfrm>
                <a:off x="10434345" y="1503735"/>
                <a:ext cx="247320" cy="233280"/>
              </p14:xfrm>
            </p:contentPart>
          </mc:Choice>
          <mc:Fallback xmlns="">
            <p:pic>
              <p:nvPicPr>
                <p:cNvPr id="88" name="Ink 87">
                  <a:extLst>
                    <a:ext uri="{FF2B5EF4-FFF2-40B4-BE49-F238E27FC236}">
                      <a16:creationId xmlns:a16="http://schemas.microsoft.com/office/drawing/2014/main" id="{45064577-208D-C1C8-49A8-3810D1B63E23}"/>
                    </a:ext>
                  </a:extLst>
                </p:cNvPr>
                <p:cNvPicPr/>
                <p:nvPr/>
              </p:nvPicPr>
              <p:blipFill>
                <a:blip r:embed="rId151"/>
                <a:stretch>
                  <a:fillRect/>
                </a:stretch>
              </p:blipFill>
              <p:spPr>
                <a:xfrm>
                  <a:off x="10428225" y="1497615"/>
                  <a:ext cx="2595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9" name="Ink 88">
                  <a:extLst>
                    <a:ext uri="{FF2B5EF4-FFF2-40B4-BE49-F238E27FC236}">
                      <a16:creationId xmlns:a16="http://schemas.microsoft.com/office/drawing/2014/main" id="{34B5DA84-F966-ED86-8E89-FB287B3C0A74}"/>
                    </a:ext>
                  </a:extLst>
                </p14:cNvPr>
                <p14:cNvContentPartPr/>
                <p14:nvPr/>
              </p14:nvContentPartPr>
              <p14:xfrm>
                <a:off x="10750785" y="1423815"/>
                <a:ext cx="199080" cy="203040"/>
              </p14:xfrm>
            </p:contentPart>
          </mc:Choice>
          <mc:Fallback xmlns="">
            <p:pic>
              <p:nvPicPr>
                <p:cNvPr id="89" name="Ink 88">
                  <a:extLst>
                    <a:ext uri="{FF2B5EF4-FFF2-40B4-BE49-F238E27FC236}">
                      <a16:creationId xmlns:a16="http://schemas.microsoft.com/office/drawing/2014/main" id="{34B5DA84-F966-ED86-8E89-FB287B3C0A74}"/>
                    </a:ext>
                  </a:extLst>
                </p:cNvPr>
                <p:cNvPicPr/>
                <p:nvPr/>
              </p:nvPicPr>
              <p:blipFill>
                <a:blip r:embed="rId153"/>
                <a:stretch>
                  <a:fillRect/>
                </a:stretch>
              </p:blipFill>
              <p:spPr>
                <a:xfrm>
                  <a:off x="10744665" y="1417695"/>
                  <a:ext cx="21132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0" name="Ink 89">
                  <a:extLst>
                    <a:ext uri="{FF2B5EF4-FFF2-40B4-BE49-F238E27FC236}">
                      <a16:creationId xmlns:a16="http://schemas.microsoft.com/office/drawing/2014/main" id="{7D80D3B9-E93F-01B4-A41B-CDD9ED13E8CD}"/>
                    </a:ext>
                  </a:extLst>
                </p14:cNvPr>
                <p14:cNvContentPartPr/>
                <p14:nvPr/>
              </p14:nvContentPartPr>
              <p14:xfrm>
                <a:off x="10932225" y="1204935"/>
                <a:ext cx="275400" cy="801360"/>
              </p14:xfrm>
            </p:contentPart>
          </mc:Choice>
          <mc:Fallback xmlns="">
            <p:pic>
              <p:nvPicPr>
                <p:cNvPr id="90" name="Ink 89">
                  <a:extLst>
                    <a:ext uri="{FF2B5EF4-FFF2-40B4-BE49-F238E27FC236}">
                      <a16:creationId xmlns:a16="http://schemas.microsoft.com/office/drawing/2014/main" id="{7D80D3B9-E93F-01B4-A41B-CDD9ED13E8CD}"/>
                    </a:ext>
                  </a:extLst>
                </p:cNvPr>
                <p:cNvPicPr/>
                <p:nvPr/>
              </p:nvPicPr>
              <p:blipFill>
                <a:blip r:embed="rId155"/>
                <a:stretch>
                  <a:fillRect/>
                </a:stretch>
              </p:blipFill>
              <p:spPr>
                <a:xfrm>
                  <a:off x="10926105" y="1198815"/>
                  <a:ext cx="287640" cy="8136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1" name="Ink 90">
                  <a:extLst>
                    <a:ext uri="{FF2B5EF4-FFF2-40B4-BE49-F238E27FC236}">
                      <a16:creationId xmlns:a16="http://schemas.microsoft.com/office/drawing/2014/main" id="{700125C7-3E2F-4A70-C108-C7F5B8D97899}"/>
                    </a:ext>
                  </a:extLst>
                </p14:cNvPr>
                <p14:cNvContentPartPr/>
                <p14:nvPr/>
              </p14:nvContentPartPr>
              <p14:xfrm>
                <a:off x="11266305" y="1368375"/>
                <a:ext cx="200520" cy="234000"/>
              </p14:xfrm>
            </p:contentPart>
          </mc:Choice>
          <mc:Fallback xmlns="">
            <p:pic>
              <p:nvPicPr>
                <p:cNvPr id="91" name="Ink 90">
                  <a:extLst>
                    <a:ext uri="{FF2B5EF4-FFF2-40B4-BE49-F238E27FC236}">
                      <a16:creationId xmlns:a16="http://schemas.microsoft.com/office/drawing/2014/main" id="{700125C7-3E2F-4A70-C108-C7F5B8D97899}"/>
                    </a:ext>
                  </a:extLst>
                </p:cNvPr>
                <p:cNvPicPr/>
                <p:nvPr/>
              </p:nvPicPr>
              <p:blipFill>
                <a:blip r:embed="rId157"/>
                <a:stretch>
                  <a:fillRect/>
                </a:stretch>
              </p:blipFill>
              <p:spPr>
                <a:xfrm>
                  <a:off x="11260185" y="1362255"/>
                  <a:ext cx="21276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2" name="Ink 91">
                  <a:extLst>
                    <a:ext uri="{FF2B5EF4-FFF2-40B4-BE49-F238E27FC236}">
                      <a16:creationId xmlns:a16="http://schemas.microsoft.com/office/drawing/2014/main" id="{AD9EC599-2358-612C-D654-FF30E436B10A}"/>
                    </a:ext>
                  </a:extLst>
                </p14:cNvPr>
                <p14:cNvContentPartPr/>
                <p14:nvPr/>
              </p14:nvContentPartPr>
              <p14:xfrm>
                <a:off x="11420025" y="1299255"/>
                <a:ext cx="638640" cy="168120"/>
              </p14:xfrm>
            </p:contentPart>
          </mc:Choice>
          <mc:Fallback xmlns="">
            <p:pic>
              <p:nvPicPr>
                <p:cNvPr id="92" name="Ink 91">
                  <a:extLst>
                    <a:ext uri="{FF2B5EF4-FFF2-40B4-BE49-F238E27FC236}">
                      <a16:creationId xmlns:a16="http://schemas.microsoft.com/office/drawing/2014/main" id="{AD9EC599-2358-612C-D654-FF30E436B10A}"/>
                    </a:ext>
                  </a:extLst>
                </p:cNvPr>
                <p:cNvPicPr/>
                <p:nvPr/>
              </p:nvPicPr>
              <p:blipFill>
                <a:blip r:embed="rId159"/>
                <a:stretch>
                  <a:fillRect/>
                </a:stretch>
              </p:blipFill>
              <p:spPr>
                <a:xfrm>
                  <a:off x="11413905" y="1293135"/>
                  <a:ext cx="6508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3" name="Ink 92">
                  <a:extLst>
                    <a:ext uri="{FF2B5EF4-FFF2-40B4-BE49-F238E27FC236}">
                      <a16:creationId xmlns:a16="http://schemas.microsoft.com/office/drawing/2014/main" id="{6DF18507-8D50-EF72-4D1D-C7A795411487}"/>
                    </a:ext>
                  </a:extLst>
                </p14:cNvPr>
                <p14:cNvContentPartPr/>
                <p14:nvPr/>
              </p14:nvContentPartPr>
              <p14:xfrm>
                <a:off x="10264425" y="2274855"/>
                <a:ext cx="1056960" cy="332280"/>
              </p14:xfrm>
            </p:contentPart>
          </mc:Choice>
          <mc:Fallback xmlns="">
            <p:pic>
              <p:nvPicPr>
                <p:cNvPr id="93" name="Ink 92">
                  <a:extLst>
                    <a:ext uri="{FF2B5EF4-FFF2-40B4-BE49-F238E27FC236}">
                      <a16:creationId xmlns:a16="http://schemas.microsoft.com/office/drawing/2014/main" id="{6DF18507-8D50-EF72-4D1D-C7A795411487}"/>
                    </a:ext>
                  </a:extLst>
                </p:cNvPr>
                <p:cNvPicPr/>
                <p:nvPr/>
              </p:nvPicPr>
              <p:blipFill>
                <a:blip r:embed="rId161"/>
                <a:stretch>
                  <a:fillRect/>
                </a:stretch>
              </p:blipFill>
              <p:spPr>
                <a:xfrm>
                  <a:off x="10258305" y="2268735"/>
                  <a:ext cx="106920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4" name="Ink 93">
                  <a:extLst>
                    <a:ext uri="{FF2B5EF4-FFF2-40B4-BE49-F238E27FC236}">
                      <a16:creationId xmlns:a16="http://schemas.microsoft.com/office/drawing/2014/main" id="{F384CE66-7EF8-9531-A807-1CEB783D1A1F}"/>
                    </a:ext>
                  </a:extLst>
                </p14:cNvPr>
                <p14:cNvContentPartPr/>
                <p14:nvPr/>
              </p14:nvContentPartPr>
              <p14:xfrm>
                <a:off x="11386545" y="2359095"/>
                <a:ext cx="18720" cy="7560"/>
              </p14:xfrm>
            </p:contentPart>
          </mc:Choice>
          <mc:Fallback xmlns="">
            <p:pic>
              <p:nvPicPr>
                <p:cNvPr id="94" name="Ink 93">
                  <a:extLst>
                    <a:ext uri="{FF2B5EF4-FFF2-40B4-BE49-F238E27FC236}">
                      <a16:creationId xmlns:a16="http://schemas.microsoft.com/office/drawing/2014/main" id="{F384CE66-7EF8-9531-A807-1CEB783D1A1F}"/>
                    </a:ext>
                  </a:extLst>
                </p:cNvPr>
                <p:cNvPicPr/>
                <p:nvPr/>
              </p:nvPicPr>
              <p:blipFill>
                <a:blip r:embed="rId163"/>
                <a:stretch>
                  <a:fillRect/>
                </a:stretch>
              </p:blipFill>
              <p:spPr>
                <a:xfrm>
                  <a:off x="11380425" y="2352975"/>
                  <a:ext cx="3096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5" name="Ink 94">
                  <a:extLst>
                    <a:ext uri="{FF2B5EF4-FFF2-40B4-BE49-F238E27FC236}">
                      <a16:creationId xmlns:a16="http://schemas.microsoft.com/office/drawing/2014/main" id="{2A9C75CA-C115-E71B-FBB0-3F9B819C4E71}"/>
                    </a:ext>
                  </a:extLst>
                </p14:cNvPr>
                <p14:cNvContentPartPr/>
                <p14:nvPr/>
              </p14:nvContentPartPr>
              <p14:xfrm>
                <a:off x="11514345" y="2295015"/>
                <a:ext cx="16200" cy="23040"/>
              </p14:xfrm>
            </p:contentPart>
          </mc:Choice>
          <mc:Fallback xmlns="">
            <p:pic>
              <p:nvPicPr>
                <p:cNvPr id="95" name="Ink 94">
                  <a:extLst>
                    <a:ext uri="{FF2B5EF4-FFF2-40B4-BE49-F238E27FC236}">
                      <a16:creationId xmlns:a16="http://schemas.microsoft.com/office/drawing/2014/main" id="{2A9C75CA-C115-E71B-FBB0-3F9B819C4E71}"/>
                    </a:ext>
                  </a:extLst>
                </p:cNvPr>
                <p:cNvPicPr/>
                <p:nvPr/>
              </p:nvPicPr>
              <p:blipFill>
                <a:blip r:embed="rId165"/>
                <a:stretch>
                  <a:fillRect/>
                </a:stretch>
              </p:blipFill>
              <p:spPr>
                <a:xfrm>
                  <a:off x="11508225" y="2288895"/>
                  <a:ext cx="284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6" name="Ink 95">
                  <a:extLst>
                    <a:ext uri="{FF2B5EF4-FFF2-40B4-BE49-F238E27FC236}">
                      <a16:creationId xmlns:a16="http://schemas.microsoft.com/office/drawing/2014/main" id="{7812EDCC-71F1-DF7B-486E-11CCFAFAD488}"/>
                    </a:ext>
                  </a:extLst>
                </p14:cNvPr>
                <p14:cNvContentPartPr/>
                <p14:nvPr/>
              </p14:nvContentPartPr>
              <p14:xfrm>
                <a:off x="11616225" y="2377455"/>
                <a:ext cx="34560" cy="11520"/>
              </p14:xfrm>
            </p:contentPart>
          </mc:Choice>
          <mc:Fallback xmlns="">
            <p:pic>
              <p:nvPicPr>
                <p:cNvPr id="96" name="Ink 95">
                  <a:extLst>
                    <a:ext uri="{FF2B5EF4-FFF2-40B4-BE49-F238E27FC236}">
                      <a16:creationId xmlns:a16="http://schemas.microsoft.com/office/drawing/2014/main" id="{7812EDCC-71F1-DF7B-486E-11CCFAFAD488}"/>
                    </a:ext>
                  </a:extLst>
                </p:cNvPr>
                <p:cNvPicPr/>
                <p:nvPr/>
              </p:nvPicPr>
              <p:blipFill>
                <a:blip r:embed="rId167"/>
                <a:stretch>
                  <a:fillRect/>
                </a:stretch>
              </p:blipFill>
              <p:spPr>
                <a:xfrm>
                  <a:off x="11610105" y="2371335"/>
                  <a:ext cx="468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7" name="Ink 96">
                  <a:extLst>
                    <a:ext uri="{FF2B5EF4-FFF2-40B4-BE49-F238E27FC236}">
                      <a16:creationId xmlns:a16="http://schemas.microsoft.com/office/drawing/2014/main" id="{AC8BF09F-DCCB-8319-D955-99ABFCED0E21}"/>
                    </a:ext>
                  </a:extLst>
                </p14:cNvPr>
                <p14:cNvContentPartPr/>
                <p14:nvPr/>
              </p14:nvContentPartPr>
              <p14:xfrm>
                <a:off x="11716665" y="2352975"/>
                <a:ext cx="9360" cy="25920"/>
              </p14:xfrm>
            </p:contentPart>
          </mc:Choice>
          <mc:Fallback xmlns="">
            <p:pic>
              <p:nvPicPr>
                <p:cNvPr id="97" name="Ink 96">
                  <a:extLst>
                    <a:ext uri="{FF2B5EF4-FFF2-40B4-BE49-F238E27FC236}">
                      <a16:creationId xmlns:a16="http://schemas.microsoft.com/office/drawing/2014/main" id="{AC8BF09F-DCCB-8319-D955-99ABFCED0E21}"/>
                    </a:ext>
                  </a:extLst>
                </p:cNvPr>
                <p:cNvPicPr/>
                <p:nvPr/>
              </p:nvPicPr>
              <p:blipFill>
                <a:blip r:embed="rId169"/>
                <a:stretch>
                  <a:fillRect/>
                </a:stretch>
              </p:blipFill>
              <p:spPr>
                <a:xfrm>
                  <a:off x="11710545" y="2346855"/>
                  <a:ext cx="216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1" name="Ink 100">
                  <a:extLst>
                    <a:ext uri="{FF2B5EF4-FFF2-40B4-BE49-F238E27FC236}">
                      <a16:creationId xmlns:a16="http://schemas.microsoft.com/office/drawing/2014/main" id="{7F1A7B8A-7E15-EAD4-B4D4-FFE9734C2EE4}"/>
                    </a:ext>
                  </a:extLst>
                </p14:cNvPr>
                <p14:cNvContentPartPr/>
                <p14:nvPr/>
              </p14:nvContentPartPr>
              <p14:xfrm>
                <a:off x="10727745" y="2189535"/>
                <a:ext cx="1232640" cy="392040"/>
              </p14:xfrm>
            </p:contentPart>
          </mc:Choice>
          <mc:Fallback xmlns="">
            <p:pic>
              <p:nvPicPr>
                <p:cNvPr id="101" name="Ink 100">
                  <a:extLst>
                    <a:ext uri="{FF2B5EF4-FFF2-40B4-BE49-F238E27FC236}">
                      <a16:creationId xmlns:a16="http://schemas.microsoft.com/office/drawing/2014/main" id="{7F1A7B8A-7E15-EAD4-B4D4-FFE9734C2EE4}"/>
                    </a:ext>
                  </a:extLst>
                </p:cNvPr>
                <p:cNvPicPr/>
                <p:nvPr/>
              </p:nvPicPr>
              <p:blipFill>
                <a:blip r:embed="rId171"/>
                <a:stretch>
                  <a:fillRect/>
                </a:stretch>
              </p:blipFill>
              <p:spPr>
                <a:xfrm>
                  <a:off x="10721625" y="2183415"/>
                  <a:ext cx="1244880" cy="4042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2" name="Ink 101">
                  <a:extLst>
                    <a:ext uri="{FF2B5EF4-FFF2-40B4-BE49-F238E27FC236}">
                      <a16:creationId xmlns:a16="http://schemas.microsoft.com/office/drawing/2014/main" id="{5A752D5D-F38D-FCE0-69F7-977146440516}"/>
                    </a:ext>
                  </a:extLst>
                </p14:cNvPr>
                <p14:cNvContentPartPr/>
                <p14:nvPr/>
              </p14:nvContentPartPr>
              <p14:xfrm>
                <a:off x="11990625" y="2323095"/>
                <a:ext cx="18000" cy="26280"/>
              </p14:xfrm>
            </p:contentPart>
          </mc:Choice>
          <mc:Fallback xmlns="">
            <p:pic>
              <p:nvPicPr>
                <p:cNvPr id="102" name="Ink 101">
                  <a:extLst>
                    <a:ext uri="{FF2B5EF4-FFF2-40B4-BE49-F238E27FC236}">
                      <a16:creationId xmlns:a16="http://schemas.microsoft.com/office/drawing/2014/main" id="{5A752D5D-F38D-FCE0-69F7-977146440516}"/>
                    </a:ext>
                  </a:extLst>
                </p:cNvPr>
                <p:cNvPicPr/>
                <p:nvPr/>
              </p:nvPicPr>
              <p:blipFill>
                <a:blip r:embed="rId173"/>
                <a:stretch>
                  <a:fillRect/>
                </a:stretch>
              </p:blipFill>
              <p:spPr>
                <a:xfrm>
                  <a:off x="11984505" y="2316975"/>
                  <a:ext cx="302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9" name="Ink 108">
                  <a:extLst>
                    <a:ext uri="{FF2B5EF4-FFF2-40B4-BE49-F238E27FC236}">
                      <a16:creationId xmlns:a16="http://schemas.microsoft.com/office/drawing/2014/main" id="{B71E9ABE-5562-CE5A-5E5D-6315CFFF199E}"/>
                    </a:ext>
                  </a:extLst>
                </p14:cNvPr>
                <p14:cNvContentPartPr/>
                <p14:nvPr/>
              </p14:nvContentPartPr>
              <p14:xfrm>
                <a:off x="7684305" y="1994415"/>
                <a:ext cx="481680" cy="514080"/>
              </p14:xfrm>
            </p:contentPart>
          </mc:Choice>
          <mc:Fallback xmlns="">
            <p:pic>
              <p:nvPicPr>
                <p:cNvPr id="109" name="Ink 108">
                  <a:extLst>
                    <a:ext uri="{FF2B5EF4-FFF2-40B4-BE49-F238E27FC236}">
                      <a16:creationId xmlns:a16="http://schemas.microsoft.com/office/drawing/2014/main" id="{B71E9ABE-5562-CE5A-5E5D-6315CFFF199E}"/>
                    </a:ext>
                  </a:extLst>
                </p:cNvPr>
                <p:cNvPicPr/>
                <p:nvPr/>
              </p:nvPicPr>
              <p:blipFill>
                <a:blip r:embed="rId175"/>
                <a:stretch>
                  <a:fillRect/>
                </a:stretch>
              </p:blipFill>
              <p:spPr>
                <a:xfrm>
                  <a:off x="7678185" y="1988295"/>
                  <a:ext cx="493920" cy="526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1" name="Ink 110">
                  <a:extLst>
                    <a:ext uri="{FF2B5EF4-FFF2-40B4-BE49-F238E27FC236}">
                      <a16:creationId xmlns:a16="http://schemas.microsoft.com/office/drawing/2014/main" id="{07ABF850-241A-CC6B-EBDB-4CCF33A79380}"/>
                    </a:ext>
                  </a:extLst>
                </p14:cNvPr>
                <p14:cNvContentPartPr/>
                <p14:nvPr/>
              </p14:nvContentPartPr>
              <p14:xfrm>
                <a:off x="4341345" y="1498695"/>
                <a:ext cx="271080" cy="311400"/>
              </p14:xfrm>
            </p:contentPart>
          </mc:Choice>
          <mc:Fallback xmlns="">
            <p:pic>
              <p:nvPicPr>
                <p:cNvPr id="111" name="Ink 110">
                  <a:extLst>
                    <a:ext uri="{FF2B5EF4-FFF2-40B4-BE49-F238E27FC236}">
                      <a16:creationId xmlns:a16="http://schemas.microsoft.com/office/drawing/2014/main" id="{07ABF850-241A-CC6B-EBDB-4CCF33A79380}"/>
                    </a:ext>
                  </a:extLst>
                </p:cNvPr>
                <p:cNvPicPr/>
                <p:nvPr/>
              </p:nvPicPr>
              <p:blipFill>
                <a:blip r:embed="rId177"/>
                <a:stretch>
                  <a:fillRect/>
                </a:stretch>
              </p:blipFill>
              <p:spPr>
                <a:xfrm>
                  <a:off x="4335225" y="1492575"/>
                  <a:ext cx="28332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2" name="Ink 111">
                  <a:extLst>
                    <a:ext uri="{FF2B5EF4-FFF2-40B4-BE49-F238E27FC236}">
                      <a16:creationId xmlns:a16="http://schemas.microsoft.com/office/drawing/2014/main" id="{E9009A03-EDAC-D2EA-6346-2F55DED5AF68}"/>
                    </a:ext>
                  </a:extLst>
                </p14:cNvPr>
                <p14:cNvContentPartPr/>
                <p14:nvPr/>
              </p14:nvContentPartPr>
              <p14:xfrm>
                <a:off x="4499745" y="1418775"/>
                <a:ext cx="473400" cy="228600"/>
              </p14:xfrm>
            </p:contentPart>
          </mc:Choice>
          <mc:Fallback xmlns="">
            <p:pic>
              <p:nvPicPr>
                <p:cNvPr id="112" name="Ink 111">
                  <a:extLst>
                    <a:ext uri="{FF2B5EF4-FFF2-40B4-BE49-F238E27FC236}">
                      <a16:creationId xmlns:a16="http://schemas.microsoft.com/office/drawing/2014/main" id="{E9009A03-EDAC-D2EA-6346-2F55DED5AF68}"/>
                    </a:ext>
                  </a:extLst>
                </p:cNvPr>
                <p:cNvPicPr/>
                <p:nvPr/>
              </p:nvPicPr>
              <p:blipFill>
                <a:blip r:embed="rId179"/>
                <a:stretch>
                  <a:fillRect/>
                </a:stretch>
              </p:blipFill>
              <p:spPr>
                <a:xfrm>
                  <a:off x="4493625" y="1412655"/>
                  <a:ext cx="4856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3" name="Ink 112">
                  <a:extLst>
                    <a:ext uri="{FF2B5EF4-FFF2-40B4-BE49-F238E27FC236}">
                      <a16:creationId xmlns:a16="http://schemas.microsoft.com/office/drawing/2014/main" id="{317AA0B8-A2B7-405B-7E26-26FCC13CA241}"/>
                    </a:ext>
                  </a:extLst>
                </p14:cNvPr>
                <p14:cNvContentPartPr/>
                <p14:nvPr/>
              </p14:nvContentPartPr>
              <p14:xfrm>
                <a:off x="5117145" y="1270455"/>
                <a:ext cx="91440" cy="110160"/>
              </p14:xfrm>
            </p:contentPart>
          </mc:Choice>
          <mc:Fallback xmlns="">
            <p:pic>
              <p:nvPicPr>
                <p:cNvPr id="113" name="Ink 112">
                  <a:extLst>
                    <a:ext uri="{FF2B5EF4-FFF2-40B4-BE49-F238E27FC236}">
                      <a16:creationId xmlns:a16="http://schemas.microsoft.com/office/drawing/2014/main" id="{317AA0B8-A2B7-405B-7E26-26FCC13CA241}"/>
                    </a:ext>
                  </a:extLst>
                </p:cNvPr>
                <p:cNvPicPr/>
                <p:nvPr/>
              </p:nvPicPr>
              <p:blipFill>
                <a:blip r:embed="rId181"/>
                <a:stretch>
                  <a:fillRect/>
                </a:stretch>
              </p:blipFill>
              <p:spPr>
                <a:xfrm>
                  <a:off x="5111025" y="1264335"/>
                  <a:ext cx="1036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4" name="Ink 113">
                  <a:extLst>
                    <a:ext uri="{FF2B5EF4-FFF2-40B4-BE49-F238E27FC236}">
                      <a16:creationId xmlns:a16="http://schemas.microsoft.com/office/drawing/2014/main" id="{BBB8C561-1973-771B-F1B0-7E7E289705E2}"/>
                    </a:ext>
                  </a:extLst>
                </p14:cNvPr>
                <p14:cNvContentPartPr/>
                <p14:nvPr/>
              </p14:nvContentPartPr>
              <p14:xfrm>
                <a:off x="5289585" y="1149135"/>
                <a:ext cx="37080" cy="280440"/>
              </p14:xfrm>
            </p:contentPart>
          </mc:Choice>
          <mc:Fallback xmlns="">
            <p:pic>
              <p:nvPicPr>
                <p:cNvPr id="114" name="Ink 113">
                  <a:extLst>
                    <a:ext uri="{FF2B5EF4-FFF2-40B4-BE49-F238E27FC236}">
                      <a16:creationId xmlns:a16="http://schemas.microsoft.com/office/drawing/2014/main" id="{BBB8C561-1973-771B-F1B0-7E7E289705E2}"/>
                    </a:ext>
                  </a:extLst>
                </p:cNvPr>
                <p:cNvPicPr/>
                <p:nvPr/>
              </p:nvPicPr>
              <p:blipFill>
                <a:blip r:embed="rId183"/>
                <a:stretch>
                  <a:fillRect/>
                </a:stretch>
              </p:blipFill>
              <p:spPr>
                <a:xfrm>
                  <a:off x="5283465" y="1143015"/>
                  <a:ext cx="4932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5" name="Ink 114">
                  <a:extLst>
                    <a:ext uri="{FF2B5EF4-FFF2-40B4-BE49-F238E27FC236}">
                      <a16:creationId xmlns:a16="http://schemas.microsoft.com/office/drawing/2014/main" id="{0C924DAA-8017-8B03-CEF8-433AE7BEF66D}"/>
                    </a:ext>
                  </a:extLst>
                </p14:cNvPr>
                <p14:cNvContentPartPr/>
                <p14:nvPr/>
              </p14:nvContentPartPr>
              <p14:xfrm>
                <a:off x="5355825" y="1212495"/>
                <a:ext cx="82440" cy="84240"/>
              </p14:xfrm>
            </p:contentPart>
          </mc:Choice>
          <mc:Fallback xmlns="">
            <p:pic>
              <p:nvPicPr>
                <p:cNvPr id="115" name="Ink 114">
                  <a:extLst>
                    <a:ext uri="{FF2B5EF4-FFF2-40B4-BE49-F238E27FC236}">
                      <a16:creationId xmlns:a16="http://schemas.microsoft.com/office/drawing/2014/main" id="{0C924DAA-8017-8B03-CEF8-433AE7BEF66D}"/>
                    </a:ext>
                  </a:extLst>
                </p:cNvPr>
                <p:cNvPicPr/>
                <p:nvPr/>
              </p:nvPicPr>
              <p:blipFill>
                <a:blip r:embed="rId185"/>
                <a:stretch>
                  <a:fillRect/>
                </a:stretch>
              </p:blipFill>
              <p:spPr>
                <a:xfrm>
                  <a:off x="5349705" y="1206375"/>
                  <a:ext cx="9468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6" name="Ink 115">
                  <a:extLst>
                    <a:ext uri="{FF2B5EF4-FFF2-40B4-BE49-F238E27FC236}">
                      <a16:creationId xmlns:a16="http://schemas.microsoft.com/office/drawing/2014/main" id="{9E30DE0A-471C-0119-04CE-555981F68D62}"/>
                    </a:ext>
                  </a:extLst>
                </p14:cNvPr>
                <p14:cNvContentPartPr/>
                <p14:nvPr/>
              </p14:nvContentPartPr>
              <p14:xfrm>
                <a:off x="6471465" y="1216095"/>
                <a:ext cx="138600" cy="302400"/>
              </p14:xfrm>
            </p:contentPart>
          </mc:Choice>
          <mc:Fallback xmlns="">
            <p:pic>
              <p:nvPicPr>
                <p:cNvPr id="116" name="Ink 115">
                  <a:extLst>
                    <a:ext uri="{FF2B5EF4-FFF2-40B4-BE49-F238E27FC236}">
                      <a16:creationId xmlns:a16="http://schemas.microsoft.com/office/drawing/2014/main" id="{9E30DE0A-471C-0119-04CE-555981F68D62}"/>
                    </a:ext>
                  </a:extLst>
                </p:cNvPr>
                <p:cNvPicPr/>
                <p:nvPr/>
              </p:nvPicPr>
              <p:blipFill>
                <a:blip r:embed="rId187"/>
                <a:stretch>
                  <a:fillRect/>
                </a:stretch>
              </p:blipFill>
              <p:spPr>
                <a:xfrm>
                  <a:off x="6465345" y="1209975"/>
                  <a:ext cx="15084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7" name="Ink 116">
                  <a:extLst>
                    <a:ext uri="{FF2B5EF4-FFF2-40B4-BE49-F238E27FC236}">
                      <a16:creationId xmlns:a16="http://schemas.microsoft.com/office/drawing/2014/main" id="{7382CB64-8E1C-B9AF-4D2A-9250D2ACE91C}"/>
                    </a:ext>
                  </a:extLst>
                </p14:cNvPr>
                <p14:cNvContentPartPr/>
                <p14:nvPr/>
              </p14:nvContentPartPr>
              <p14:xfrm>
                <a:off x="6839385" y="1260015"/>
                <a:ext cx="117720" cy="203040"/>
              </p14:xfrm>
            </p:contentPart>
          </mc:Choice>
          <mc:Fallback xmlns="">
            <p:pic>
              <p:nvPicPr>
                <p:cNvPr id="117" name="Ink 116">
                  <a:extLst>
                    <a:ext uri="{FF2B5EF4-FFF2-40B4-BE49-F238E27FC236}">
                      <a16:creationId xmlns:a16="http://schemas.microsoft.com/office/drawing/2014/main" id="{7382CB64-8E1C-B9AF-4D2A-9250D2ACE91C}"/>
                    </a:ext>
                  </a:extLst>
                </p:cNvPr>
                <p:cNvPicPr/>
                <p:nvPr/>
              </p:nvPicPr>
              <p:blipFill>
                <a:blip r:embed="rId189"/>
                <a:stretch>
                  <a:fillRect/>
                </a:stretch>
              </p:blipFill>
              <p:spPr>
                <a:xfrm>
                  <a:off x="6833265" y="1253895"/>
                  <a:ext cx="1299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8" name="Ink 117">
                  <a:extLst>
                    <a:ext uri="{FF2B5EF4-FFF2-40B4-BE49-F238E27FC236}">
                      <a16:creationId xmlns:a16="http://schemas.microsoft.com/office/drawing/2014/main" id="{107879EB-88B4-52BE-60EA-105A78A0F7FA}"/>
                    </a:ext>
                  </a:extLst>
                </p14:cNvPr>
                <p14:cNvContentPartPr/>
                <p14:nvPr/>
              </p14:nvContentPartPr>
              <p14:xfrm>
                <a:off x="7200105" y="1199175"/>
                <a:ext cx="112680" cy="216720"/>
              </p14:xfrm>
            </p:contentPart>
          </mc:Choice>
          <mc:Fallback xmlns="">
            <p:pic>
              <p:nvPicPr>
                <p:cNvPr id="118" name="Ink 117">
                  <a:extLst>
                    <a:ext uri="{FF2B5EF4-FFF2-40B4-BE49-F238E27FC236}">
                      <a16:creationId xmlns:a16="http://schemas.microsoft.com/office/drawing/2014/main" id="{107879EB-88B4-52BE-60EA-105A78A0F7FA}"/>
                    </a:ext>
                  </a:extLst>
                </p:cNvPr>
                <p:cNvPicPr/>
                <p:nvPr/>
              </p:nvPicPr>
              <p:blipFill>
                <a:blip r:embed="rId191"/>
                <a:stretch>
                  <a:fillRect/>
                </a:stretch>
              </p:blipFill>
              <p:spPr>
                <a:xfrm>
                  <a:off x="7193985" y="1193055"/>
                  <a:ext cx="12492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9" name="Ink 118">
                  <a:extLst>
                    <a:ext uri="{FF2B5EF4-FFF2-40B4-BE49-F238E27FC236}">
                      <a16:creationId xmlns:a16="http://schemas.microsoft.com/office/drawing/2014/main" id="{BFFE15C2-020D-35EF-98A0-42C781F55163}"/>
                    </a:ext>
                  </a:extLst>
                </p14:cNvPr>
                <p14:cNvContentPartPr/>
                <p14:nvPr/>
              </p14:nvContentPartPr>
              <p14:xfrm>
                <a:off x="7335105" y="1179015"/>
                <a:ext cx="219600" cy="559800"/>
              </p14:xfrm>
            </p:contentPart>
          </mc:Choice>
          <mc:Fallback xmlns="">
            <p:pic>
              <p:nvPicPr>
                <p:cNvPr id="119" name="Ink 118">
                  <a:extLst>
                    <a:ext uri="{FF2B5EF4-FFF2-40B4-BE49-F238E27FC236}">
                      <a16:creationId xmlns:a16="http://schemas.microsoft.com/office/drawing/2014/main" id="{BFFE15C2-020D-35EF-98A0-42C781F55163}"/>
                    </a:ext>
                  </a:extLst>
                </p:cNvPr>
                <p:cNvPicPr/>
                <p:nvPr/>
              </p:nvPicPr>
              <p:blipFill>
                <a:blip r:embed="rId193"/>
                <a:stretch>
                  <a:fillRect/>
                </a:stretch>
              </p:blipFill>
              <p:spPr>
                <a:xfrm>
                  <a:off x="7328985" y="1172895"/>
                  <a:ext cx="231840" cy="5720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0" name="Ink 119">
                  <a:extLst>
                    <a:ext uri="{FF2B5EF4-FFF2-40B4-BE49-F238E27FC236}">
                      <a16:creationId xmlns:a16="http://schemas.microsoft.com/office/drawing/2014/main" id="{2A5DCAAD-D2BC-61BB-746D-18C6F1EA4C40}"/>
                    </a:ext>
                  </a:extLst>
                </p14:cNvPr>
                <p14:cNvContentPartPr/>
                <p14:nvPr/>
              </p14:nvContentPartPr>
              <p14:xfrm>
                <a:off x="7488825" y="1469175"/>
                <a:ext cx="137880" cy="256320"/>
              </p14:xfrm>
            </p:contentPart>
          </mc:Choice>
          <mc:Fallback xmlns="">
            <p:pic>
              <p:nvPicPr>
                <p:cNvPr id="120" name="Ink 119">
                  <a:extLst>
                    <a:ext uri="{FF2B5EF4-FFF2-40B4-BE49-F238E27FC236}">
                      <a16:creationId xmlns:a16="http://schemas.microsoft.com/office/drawing/2014/main" id="{2A5DCAAD-D2BC-61BB-746D-18C6F1EA4C40}"/>
                    </a:ext>
                  </a:extLst>
                </p:cNvPr>
                <p:cNvPicPr/>
                <p:nvPr/>
              </p:nvPicPr>
              <p:blipFill>
                <a:blip r:embed="rId195"/>
                <a:stretch>
                  <a:fillRect/>
                </a:stretch>
              </p:blipFill>
              <p:spPr>
                <a:xfrm>
                  <a:off x="7482705" y="1463055"/>
                  <a:ext cx="15012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1" name="Ink 120">
                  <a:extLst>
                    <a:ext uri="{FF2B5EF4-FFF2-40B4-BE49-F238E27FC236}">
                      <a16:creationId xmlns:a16="http://schemas.microsoft.com/office/drawing/2014/main" id="{2634379C-CC0F-3A79-2825-E5CD3B6020FE}"/>
                    </a:ext>
                  </a:extLst>
                </p14:cNvPr>
                <p14:cNvContentPartPr/>
                <p14:nvPr/>
              </p14:nvContentPartPr>
              <p14:xfrm>
                <a:off x="7798425" y="1553415"/>
                <a:ext cx="20880" cy="77400"/>
              </p14:xfrm>
            </p:contentPart>
          </mc:Choice>
          <mc:Fallback xmlns="">
            <p:pic>
              <p:nvPicPr>
                <p:cNvPr id="121" name="Ink 120">
                  <a:extLst>
                    <a:ext uri="{FF2B5EF4-FFF2-40B4-BE49-F238E27FC236}">
                      <a16:creationId xmlns:a16="http://schemas.microsoft.com/office/drawing/2014/main" id="{2634379C-CC0F-3A79-2825-E5CD3B6020FE}"/>
                    </a:ext>
                  </a:extLst>
                </p:cNvPr>
                <p:cNvPicPr/>
                <p:nvPr/>
              </p:nvPicPr>
              <p:blipFill>
                <a:blip r:embed="rId197"/>
                <a:stretch>
                  <a:fillRect/>
                </a:stretch>
              </p:blipFill>
              <p:spPr>
                <a:xfrm>
                  <a:off x="7792305" y="1547295"/>
                  <a:ext cx="331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4" name="Ink 123">
                  <a:extLst>
                    <a:ext uri="{FF2B5EF4-FFF2-40B4-BE49-F238E27FC236}">
                      <a16:creationId xmlns:a16="http://schemas.microsoft.com/office/drawing/2014/main" id="{A1F10840-C569-B499-D09E-B620BABAD69C}"/>
                    </a:ext>
                  </a:extLst>
                </p14:cNvPr>
                <p14:cNvContentPartPr/>
                <p14:nvPr/>
              </p14:nvContentPartPr>
              <p14:xfrm>
                <a:off x="3297345" y="3828615"/>
                <a:ext cx="496440" cy="760680"/>
              </p14:xfrm>
            </p:contentPart>
          </mc:Choice>
          <mc:Fallback xmlns="">
            <p:pic>
              <p:nvPicPr>
                <p:cNvPr id="124" name="Ink 123">
                  <a:extLst>
                    <a:ext uri="{FF2B5EF4-FFF2-40B4-BE49-F238E27FC236}">
                      <a16:creationId xmlns:a16="http://schemas.microsoft.com/office/drawing/2014/main" id="{A1F10840-C569-B499-D09E-B620BABAD69C}"/>
                    </a:ext>
                  </a:extLst>
                </p:cNvPr>
                <p:cNvPicPr/>
                <p:nvPr/>
              </p:nvPicPr>
              <p:blipFill>
                <a:blip r:embed="rId199"/>
                <a:stretch>
                  <a:fillRect/>
                </a:stretch>
              </p:blipFill>
              <p:spPr>
                <a:xfrm>
                  <a:off x="3291225" y="3822495"/>
                  <a:ext cx="508680" cy="7729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5" name="Ink 124">
                  <a:extLst>
                    <a:ext uri="{FF2B5EF4-FFF2-40B4-BE49-F238E27FC236}">
                      <a16:creationId xmlns:a16="http://schemas.microsoft.com/office/drawing/2014/main" id="{4D990D2B-6C29-1331-4F23-5A02086155BC}"/>
                    </a:ext>
                  </a:extLst>
                </p14:cNvPr>
                <p14:cNvContentPartPr/>
                <p14:nvPr/>
              </p14:nvContentPartPr>
              <p14:xfrm>
                <a:off x="3771825" y="3817815"/>
                <a:ext cx="1154520" cy="856440"/>
              </p14:xfrm>
            </p:contentPart>
          </mc:Choice>
          <mc:Fallback xmlns="">
            <p:pic>
              <p:nvPicPr>
                <p:cNvPr id="125" name="Ink 124">
                  <a:extLst>
                    <a:ext uri="{FF2B5EF4-FFF2-40B4-BE49-F238E27FC236}">
                      <a16:creationId xmlns:a16="http://schemas.microsoft.com/office/drawing/2014/main" id="{4D990D2B-6C29-1331-4F23-5A02086155BC}"/>
                    </a:ext>
                  </a:extLst>
                </p:cNvPr>
                <p:cNvPicPr/>
                <p:nvPr/>
              </p:nvPicPr>
              <p:blipFill>
                <a:blip r:embed="rId201"/>
                <a:stretch>
                  <a:fillRect/>
                </a:stretch>
              </p:blipFill>
              <p:spPr>
                <a:xfrm>
                  <a:off x="3765705" y="3811695"/>
                  <a:ext cx="1166760" cy="8686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7" name="Ink 126">
                  <a:extLst>
                    <a:ext uri="{FF2B5EF4-FFF2-40B4-BE49-F238E27FC236}">
                      <a16:creationId xmlns:a16="http://schemas.microsoft.com/office/drawing/2014/main" id="{5BE3FD8B-D9CD-8776-E3F1-044FDE6FD5E7}"/>
                    </a:ext>
                  </a:extLst>
                </p14:cNvPr>
                <p14:cNvContentPartPr/>
                <p14:nvPr/>
              </p14:nvContentPartPr>
              <p14:xfrm>
                <a:off x="3136065" y="4492455"/>
                <a:ext cx="258840" cy="268920"/>
              </p14:xfrm>
            </p:contentPart>
          </mc:Choice>
          <mc:Fallback xmlns="">
            <p:pic>
              <p:nvPicPr>
                <p:cNvPr id="127" name="Ink 126">
                  <a:extLst>
                    <a:ext uri="{FF2B5EF4-FFF2-40B4-BE49-F238E27FC236}">
                      <a16:creationId xmlns:a16="http://schemas.microsoft.com/office/drawing/2014/main" id="{5BE3FD8B-D9CD-8776-E3F1-044FDE6FD5E7}"/>
                    </a:ext>
                  </a:extLst>
                </p:cNvPr>
                <p:cNvPicPr/>
                <p:nvPr/>
              </p:nvPicPr>
              <p:blipFill>
                <a:blip r:embed="rId203"/>
                <a:stretch>
                  <a:fillRect/>
                </a:stretch>
              </p:blipFill>
              <p:spPr>
                <a:xfrm>
                  <a:off x="3129945" y="4486335"/>
                  <a:ext cx="27108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8" name="Ink 127">
                  <a:extLst>
                    <a:ext uri="{FF2B5EF4-FFF2-40B4-BE49-F238E27FC236}">
                      <a16:creationId xmlns:a16="http://schemas.microsoft.com/office/drawing/2014/main" id="{4D5CDCC8-AAB1-5ECB-71FC-9DC931B16FA9}"/>
                    </a:ext>
                  </a:extLst>
                </p14:cNvPr>
                <p14:cNvContentPartPr/>
                <p14:nvPr/>
              </p14:nvContentPartPr>
              <p14:xfrm>
                <a:off x="3137505" y="4493895"/>
                <a:ext cx="259920" cy="281880"/>
              </p14:xfrm>
            </p:contentPart>
          </mc:Choice>
          <mc:Fallback xmlns="">
            <p:pic>
              <p:nvPicPr>
                <p:cNvPr id="128" name="Ink 127">
                  <a:extLst>
                    <a:ext uri="{FF2B5EF4-FFF2-40B4-BE49-F238E27FC236}">
                      <a16:creationId xmlns:a16="http://schemas.microsoft.com/office/drawing/2014/main" id="{4D5CDCC8-AAB1-5ECB-71FC-9DC931B16FA9}"/>
                    </a:ext>
                  </a:extLst>
                </p:cNvPr>
                <p:cNvPicPr/>
                <p:nvPr/>
              </p:nvPicPr>
              <p:blipFill>
                <a:blip r:embed="rId205"/>
                <a:stretch>
                  <a:fillRect/>
                </a:stretch>
              </p:blipFill>
              <p:spPr>
                <a:xfrm>
                  <a:off x="3131385" y="4487775"/>
                  <a:ext cx="27216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9" name="Ink 128">
                  <a:extLst>
                    <a:ext uri="{FF2B5EF4-FFF2-40B4-BE49-F238E27FC236}">
                      <a16:creationId xmlns:a16="http://schemas.microsoft.com/office/drawing/2014/main" id="{9EB89208-9F0F-E668-F489-95D3D7918951}"/>
                    </a:ext>
                  </a:extLst>
                </p14:cNvPr>
                <p14:cNvContentPartPr/>
                <p14:nvPr/>
              </p14:nvContentPartPr>
              <p14:xfrm>
                <a:off x="3698745" y="3462855"/>
                <a:ext cx="7200" cy="5400"/>
              </p14:xfrm>
            </p:contentPart>
          </mc:Choice>
          <mc:Fallback xmlns="">
            <p:pic>
              <p:nvPicPr>
                <p:cNvPr id="129" name="Ink 128">
                  <a:extLst>
                    <a:ext uri="{FF2B5EF4-FFF2-40B4-BE49-F238E27FC236}">
                      <a16:creationId xmlns:a16="http://schemas.microsoft.com/office/drawing/2014/main" id="{9EB89208-9F0F-E668-F489-95D3D7918951}"/>
                    </a:ext>
                  </a:extLst>
                </p:cNvPr>
                <p:cNvPicPr/>
                <p:nvPr/>
              </p:nvPicPr>
              <p:blipFill>
                <a:blip r:embed="rId207"/>
                <a:stretch>
                  <a:fillRect/>
                </a:stretch>
              </p:blipFill>
              <p:spPr>
                <a:xfrm>
                  <a:off x="3692625" y="3456735"/>
                  <a:ext cx="194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1" name="Ink 130">
                  <a:extLst>
                    <a:ext uri="{FF2B5EF4-FFF2-40B4-BE49-F238E27FC236}">
                      <a16:creationId xmlns:a16="http://schemas.microsoft.com/office/drawing/2014/main" id="{4596F282-37AB-7EBF-14B0-A4F7D8D38EAB}"/>
                    </a:ext>
                  </a:extLst>
                </p14:cNvPr>
                <p14:cNvContentPartPr/>
                <p14:nvPr/>
              </p14:nvContentPartPr>
              <p14:xfrm>
                <a:off x="2144265" y="4932015"/>
                <a:ext cx="591480" cy="89640"/>
              </p14:xfrm>
            </p:contentPart>
          </mc:Choice>
          <mc:Fallback xmlns="">
            <p:pic>
              <p:nvPicPr>
                <p:cNvPr id="131" name="Ink 130">
                  <a:extLst>
                    <a:ext uri="{FF2B5EF4-FFF2-40B4-BE49-F238E27FC236}">
                      <a16:creationId xmlns:a16="http://schemas.microsoft.com/office/drawing/2014/main" id="{4596F282-37AB-7EBF-14B0-A4F7D8D38EAB}"/>
                    </a:ext>
                  </a:extLst>
                </p:cNvPr>
                <p:cNvPicPr/>
                <p:nvPr/>
              </p:nvPicPr>
              <p:blipFill>
                <a:blip r:embed="rId209"/>
                <a:stretch>
                  <a:fillRect/>
                </a:stretch>
              </p:blipFill>
              <p:spPr>
                <a:xfrm>
                  <a:off x="2138145" y="4925895"/>
                  <a:ext cx="6037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2" name="Ink 131">
                  <a:extLst>
                    <a:ext uri="{FF2B5EF4-FFF2-40B4-BE49-F238E27FC236}">
                      <a16:creationId xmlns:a16="http://schemas.microsoft.com/office/drawing/2014/main" id="{85E1CCE1-DE42-D88F-C25A-F55296F53DDE}"/>
                    </a:ext>
                  </a:extLst>
                </p14:cNvPr>
                <p14:cNvContentPartPr/>
                <p14:nvPr/>
              </p14:nvContentPartPr>
              <p14:xfrm>
                <a:off x="2339745" y="5034615"/>
                <a:ext cx="64080" cy="212400"/>
              </p14:xfrm>
            </p:contentPart>
          </mc:Choice>
          <mc:Fallback xmlns="">
            <p:pic>
              <p:nvPicPr>
                <p:cNvPr id="132" name="Ink 131">
                  <a:extLst>
                    <a:ext uri="{FF2B5EF4-FFF2-40B4-BE49-F238E27FC236}">
                      <a16:creationId xmlns:a16="http://schemas.microsoft.com/office/drawing/2014/main" id="{85E1CCE1-DE42-D88F-C25A-F55296F53DDE}"/>
                    </a:ext>
                  </a:extLst>
                </p:cNvPr>
                <p:cNvPicPr/>
                <p:nvPr/>
              </p:nvPicPr>
              <p:blipFill>
                <a:blip r:embed="rId211"/>
                <a:stretch>
                  <a:fillRect/>
                </a:stretch>
              </p:blipFill>
              <p:spPr>
                <a:xfrm>
                  <a:off x="2333625" y="5028495"/>
                  <a:ext cx="7632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3" name="Ink 132">
                  <a:extLst>
                    <a:ext uri="{FF2B5EF4-FFF2-40B4-BE49-F238E27FC236}">
                      <a16:creationId xmlns:a16="http://schemas.microsoft.com/office/drawing/2014/main" id="{0AF1AAFF-780D-3CC2-FF04-39A5B0EA1490}"/>
                    </a:ext>
                  </a:extLst>
                </p14:cNvPr>
                <p14:cNvContentPartPr/>
                <p14:nvPr/>
              </p14:nvContentPartPr>
              <p14:xfrm>
                <a:off x="2477985" y="5102655"/>
                <a:ext cx="316800" cy="210240"/>
              </p14:xfrm>
            </p:contentPart>
          </mc:Choice>
          <mc:Fallback xmlns="">
            <p:pic>
              <p:nvPicPr>
                <p:cNvPr id="133" name="Ink 132">
                  <a:extLst>
                    <a:ext uri="{FF2B5EF4-FFF2-40B4-BE49-F238E27FC236}">
                      <a16:creationId xmlns:a16="http://schemas.microsoft.com/office/drawing/2014/main" id="{0AF1AAFF-780D-3CC2-FF04-39A5B0EA1490}"/>
                    </a:ext>
                  </a:extLst>
                </p:cNvPr>
                <p:cNvPicPr/>
                <p:nvPr/>
              </p:nvPicPr>
              <p:blipFill>
                <a:blip r:embed="rId213"/>
                <a:stretch>
                  <a:fillRect/>
                </a:stretch>
              </p:blipFill>
              <p:spPr>
                <a:xfrm>
                  <a:off x="2471865" y="5096535"/>
                  <a:ext cx="32904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4" name="Ink 133">
                  <a:extLst>
                    <a:ext uri="{FF2B5EF4-FFF2-40B4-BE49-F238E27FC236}">
                      <a16:creationId xmlns:a16="http://schemas.microsoft.com/office/drawing/2014/main" id="{8D7D84E3-652A-5671-6732-4086034A1B08}"/>
                    </a:ext>
                  </a:extLst>
                </p14:cNvPr>
                <p14:cNvContentPartPr/>
                <p14:nvPr/>
              </p14:nvContentPartPr>
              <p14:xfrm>
                <a:off x="2796945" y="5105535"/>
                <a:ext cx="347400" cy="96480"/>
              </p14:xfrm>
            </p:contentPart>
          </mc:Choice>
          <mc:Fallback xmlns="">
            <p:pic>
              <p:nvPicPr>
                <p:cNvPr id="134" name="Ink 133">
                  <a:extLst>
                    <a:ext uri="{FF2B5EF4-FFF2-40B4-BE49-F238E27FC236}">
                      <a16:creationId xmlns:a16="http://schemas.microsoft.com/office/drawing/2014/main" id="{8D7D84E3-652A-5671-6732-4086034A1B08}"/>
                    </a:ext>
                  </a:extLst>
                </p:cNvPr>
                <p:cNvPicPr/>
                <p:nvPr/>
              </p:nvPicPr>
              <p:blipFill>
                <a:blip r:embed="rId215"/>
                <a:stretch>
                  <a:fillRect/>
                </a:stretch>
              </p:blipFill>
              <p:spPr>
                <a:xfrm>
                  <a:off x="2790825" y="5099415"/>
                  <a:ext cx="3596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5" name="Ink 134">
                  <a:extLst>
                    <a:ext uri="{FF2B5EF4-FFF2-40B4-BE49-F238E27FC236}">
                      <a16:creationId xmlns:a16="http://schemas.microsoft.com/office/drawing/2014/main" id="{C95C1A41-4184-51DD-E209-770B34310EEA}"/>
                    </a:ext>
                  </a:extLst>
                </p14:cNvPr>
                <p14:cNvContentPartPr/>
                <p14:nvPr/>
              </p14:nvContentPartPr>
              <p14:xfrm>
                <a:off x="3178545" y="4934895"/>
                <a:ext cx="57600" cy="99000"/>
              </p14:xfrm>
            </p:contentPart>
          </mc:Choice>
          <mc:Fallback xmlns="">
            <p:pic>
              <p:nvPicPr>
                <p:cNvPr id="135" name="Ink 134">
                  <a:extLst>
                    <a:ext uri="{FF2B5EF4-FFF2-40B4-BE49-F238E27FC236}">
                      <a16:creationId xmlns:a16="http://schemas.microsoft.com/office/drawing/2014/main" id="{C95C1A41-4184-51DD-E209-770B34310EEA}"/>
                    </a:ext>
                  </a:extLst>
                </p:cNvPr>
                <p:cNvPicPr/>
                <p:nvPr/>
              </p:nvPicPr>
              <p:blipFill>
                <a:blip r:embed="rId217"/>
                <a:stretch>
                  <a:fillRect/>
                </a:stretch>
              </p:blipFill>
              <p:spPr>
                <a:xfrm>
                  <a:off x="3172425" y="4928775"/>
                  <a:ext cx="6984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6" name="Ink 135">
                  <a:extLst>
                    <a:ext uri="{FF2B5EF4-FFF2-40B4-BE49-F238E27FC236}">
                      <a16:creationId xmlns:a16="http://schemas.microsoft.com/office/drawing/2014/main" id="{7C35B2F3-6875-67A6-2F11-A671A6C35CCE}"/>
                    </a:ext>
                  </a:extLst>
                </p14:cNvPr>
                <p14:cNvContentPartPr/>
                <p14:nvPr/>
              </p14:nvContentPartPr>
              <p14:xfrm>
                <a:off x="3251625" y="5045055"/>
                <a:ext cx="241560" cy="97920"/>
              </p14:xfrm>
            </p:contentPart>
          </mc:Choice>
          <mc:Fallback xmlns="">
            <p:pic>
              <p:nvPicPr>
                <p:cNvPr id="136" name="Ink 135">
                  <a:extLst>
                    <a:ext uri="{FF2B5EF4-FFF2-40B4-BE49-F238E27FC236}">
                      <a16:creationId xmlns:a16="http://schemas.microsoft.com/office/drawing/2014/main" id="{7C35B2F3-6875-67A6-2F11-A671A6C35CCE}"/>
                    </a:ext>
                  </a:extLst>
                </p:cNvPr>
                <p:cNvPicPr/>
                <p:nvPr/>
              </p:nvPicPr>
              <p:blipFill>
                <a:blip r:embed="rId219"/>
                <a:stretch>
                  <a:fillRect/>
                </a:stretch>
              </p:blipFill>
              <p:spPr>
                <a:xfrm>
                  <a:off x="3245505" y="5038935"/>
                  <a:ext cx="2538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7" name="Ink 136">
                  <a:extLst>
                    <a:ext uri="{FF2B5EF4-FFF2-40B4-BE49-F238E27FC236}">
                      <a16:creationId xmlns:a16="http://schemas.microsoft.com/office/drawing/2014/main" id="{8758E273-3F7D-CF21-9A22-DE70F43E096F}"/>
                    </a:ext>
                  </a:extLst>
                </p14:cNvPr>
                <p14:cNvContentPartPr/>
                <p14:nvPr/>
              </p14:nvContentPartPr>
              <p14:xfrm>
                <a:off x="3529545" y="5009775"/>
                <a:ext cx="81360" cy="129960"/>
              </p14:xfrm>
            </p:contentPart>
          </mc:Choice>
          <mc:Fallback xmlns="">
            <p:pic>
              <p:nvPicPr>
                <p:cNvPr id="137" name="Ink 136">
                  <a:extLst>
                    <a:ext uri="{FF2B5EF4-FFF2-40B4-BE49-F238E27FC236}">
                      <a16:creationId xmlns:a16="http://schemas.microsoft.com/office/drawing/2014/main" id="{8758E273-3F7D-CF21-9A22-DE70F43E096F}"/>
                    </a:ext>
                  </a:extLst>
                </p:cNvPr>
                <p:cNvPicPr/>
                <p:nvPr/>
              </p:nvPicPr>
              <p:blipFill>
                <a:blip r:embed="rId221"/>
                <a:stretch>
                  <a:fillRect/>
                </a:stretch>
              </p:blipFill>
              <p:spPr>
                <a:xfrm>
                  <a:off x="3523425" y="5003655"/>
                  <a:ext cx="936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8" name="Ink 137">
                  <a:extLst>
                    <a:ext uri="{FF2B5EF4-FFF2-40B4-BE49-F238E27FC236}">
                      <a16:creationId xmlns:a16="http://schemas.microsoft.com/office/drawing/2014/main" id="{40A8E05D-5CDF-0444-B63A-0C84740B38DE}"/>
                    </a:ext>
                  </a:extLst>
                </p14:cNvPr>
                <p14:cNvContentPartPr/>
                <p14:nvPr/>
              </p14:nvContentPartPr>
              <p14:xfrm>
                <a:off x="3691545" y="4872975"/>
                <a:ext cx="2520" cy="5400"/>
              </p14:xfrm>
            </p:contentPart>
          </mc:Choice>
          <mc:Fallback xmlns="">
            <p:pic>
              <p:nvPicPr>
                <p:cNvPr id="138" name="Ink 137">
                  <a:extLst>
                    <a:ext uri="{FF2B5EF4-FFF2-40B4-BE49-F238E27FC236}">
                      <a16:creationId xmlns:a16="http://schemas.microsoft.com/office/drawing/2014/main" id="{40A8E05D-5CDF-0444-B63A-0C84740B38DE}"/>
                    </a:ext>
                  </a:extLst>
                </p:cNvPr>
                <p:cNvPicPr/>
                <p:nvPr/>
              </p:nvPicPr>
              <p:blipFill>
                <a:blip r:embed="rId223"/>
                <a:stretch>
                  <a:fillRect/>
                </a:stretch>
              </p:blipFill>
              <p:spPr>
                <a:xfrm>
                  <a:off x="3685425" y="4866855"/>
                  <a:ext cx="1476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9" name="Ink 138">
                  <a:extLst>
                    <a:ext uri="{FF2B5EF4-FFF2-40B4-BE49-F238E27FC236}">
                      <a16:creationId xmlns:a16="http://schemas.microsoft.com/office/drawing/2014/main" id="{928F53A4-41FD-3BB5-3B4E-085978383F84}"/>
                    </a:ext>
                  </a:extLst>
                </p14:cNvPr>
                <p14:cNvContentPartPr/>
                <p14:nvPr/>
              </p14:nvContentPartPr>
              <p14:xfrm>
                <a:off x="3700905" y="4935255"/>
                <a:ext cx="233280" cy="122040"/>
              </p14:xfrm>
            </p:contentPart>
          </mc:Choice>
          <mc:Fallback xmlns="">
            <p:pic>
              <p:nvPicPr>
                <p:cNvPr id="139" name="Ink 138">
                  <a:extLst>
                    <a:ext uri="{FF2B5EF4-FFF2-40B4-BE49-F238E27FC236}">
                      <a16:creationId xmlns:a16="http://schemas.microsoft.com/office/drawing/2014/main" id="{928F53A4-41FD-3BB5-3B4E-085978383F84}"/>
                    </a:ext>
                  </a:extLst>
                </p:cNvPr>
                <p:cNvPicPr/>
                <p:nvPr/>
              </p:nvPicPr>
              <p:blipFill>
                <a:blip r:embed="rId225"/>
                <a:stretch>
                  <a:fillRect/>
                </a:stretch>
              </p:blipFill>
              <p:spPr>
                <a:xfrm>
                  <a:off x="3694785" y="4929135"/>
                  <a:ext cx="2455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1" name="Ink 140">
                  <a:extLst>
                    <a:ext uri="{FF2B5EF4-FFF2-40B4-BE49-F238E27FC236}">
                      <a16:creationId xmlns:a16="http://schemas.microsoft.com/office/drawing/2014/main" id="{AF937311-8779-937E-755B-97B476B4BABD}"/>
                    </a:ext>
                  </a:extLst>
                </p14:cNvPr>
                <p14:cNvContentPartPr/>
                <p14:nvPr/>
              </p14:nvContentPartPr>
              <p14:xfrm>
                <a:off x="4634745" y="4659135"/>
                <a:ext cx="627840" cy="409680"/>
              </p14:xfrm>
            </p:contentPart>
          </mc:Choice>
          <mc:Fallback xmlns="">
            <p:pic>
              <p:nvPicPr>
                <p:cNvPr id="141" name="Ink 140">
                  <a:extLst>
                    <a:ext uri="{FF2B5EF4-FFF2-40B4-BE49-F238E27FC236}">
                      <a16:creationId xmlns:a16="http://schemas.microsoft.com/office/drawing/2014/main" id="{AF937311-8779-937E-755B-97B476B4BABD}"/>
                    </a:ext>
                  </a:extLst>
                </p:cNvPr>
                <p:cNvPicPr/>
                <p:nvPr/>
              </p:nvPicPr>
              <p:blipFill>
                <a:blip r:embed="rId227"/>
                <a:stretch>
                  <a:fillRect/>
                </a:stretch>
              </p:blipFill>
              <p:spPr>
                <a:xfrm>
                  <a:off x="4628625" y="4653015"/>
                  <a:ext cx="64008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2" name="Ink 141">
                  <a:extLst>
                    <a:ext uri="{FF2B5EF4-FFF2-40B4-BE49-F238E27FC236}">
                      <a16:creationId xmlns:a16="http://schemas.microsoft.com/office/drawing/2014/main" id="{200B3D69-7436-37D5-BCCF-25C4BF4927A0}"/>
                    </a:ext>
                  </a:extLst>
                </p14:cNvPr>
                <p14:cNvContentPartPr/>
                <p14:nvPr/>
              </p14:nvContentPartPr>
              <p14:xfrm>
                <a:off x="5210745" y="4434135"/>
                <a:ext cx="729720" cy="536400"/>
              </p14:xfrm>
            </p:contentPart>
          </mc:Choice>
          <mc:Fallback xmlns="">
            <p:pic>
              <p:nvPicPr>
                <p:cNvPr id="142" name="Ink 141">
                  <a:extLst>
                    <a:ext uri="{FF2B5EF4-FFF2-40B4-BE49-F238E27FC236}">
                      <a16:creationId xmlns:a16="http://schemas.microsoft.com/office/drawing/2014/main" id="{200B3D69-7436-37D5-BCCF-25C4BF4927A0}"/>
                    </a:ext>
                  </a:extLst>
                </p:cNvPr>
                <p:cNvPicPr/>
                <p:nvPr/>
              </p:nvPicPr>
              <p:blipFill>
                <a:blip r:embed="rId229"/>
                <a:stretch>
                  <a:fillRect/>
                </a:stretch>
              </p:blipFill>
              <p:spPr>
                <a:xfrm>
                  <a:off x="5204625" y="4428015"/>
                  <a:ext cx="741960" cy="5486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3" name="Ink 142">
                  <a:extLst>
                    <a:ext uri="{FF2B5EF4-FFF2-40B4-BE49-F238E27FC236}">
                      <a16:creationId xmlns:a16="http://schemas.microsoft.com/office/drawing/2014/main" id="{7AF968B9-8B44-259D-18D9-7E622F7FB1A7}"/>
                    </a:ext>
                  </a:extLst>
                </p14:cNvPr>
                <p14:cNvContentPartPr/>
                <p14:nvPr/>
              </p14:nvContentPartPr>
              <p14:xfrm>
                <a:off x="6139905" y="4582095"/>
                <a:ext cx="20880" cy="31320"/>
              </p14:xfrm>
            </p:contentPart>
          </mc:Choice>
          <mc:Fallback xmlns="">
            <p:pic>
              <p:nvPicPr>
                <p:cNvPr id="143" name="Ink 142">
                  <a:extLst>
                    <a:ext uri="{FF2B5EF4-FFF2-40B4-BE49-F238E27FC236}">
                      <a16:creationId xmlns:a16="http://schemas.microsoft.com/office/drawing/2014/main" id="{7AF968B9-8B44-259D-18D9-7E622F7FB1A7}"/>
                    </a:ext>
                  </a:extLst>
                </p:cNvPr>
                <p:cNvPicPr/>
                <p:nvPr/>
              </p:nvPicPr>
              <p:blipFill>
                <a:blip r:embed="rId231"/>
                <a:stretch>
                  <a:fillRect/>
                </a:stretch>
              </p:blipFill>
              <p:spPr>
                <a:xfrm>
                  <a:off x="6133785" y="4575975"/>
                  <a:ext cx="331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4" name="Ink 143">
                  <a:extLst>
                    <a:ext uri="{FF2B5EF4-FFF2-40B4-BE49-F238E27FC236}">
                      <a16:creationId xmlns:a16="http://schemas.microsoft.com/office/drawing/2014/main" id="{065489DA-5E62-2689-4CE5-2CAF3106092C}"/>
                    </a:ext>
                  </a:extLst>
                </p14:cNvPr>
                <p14:cNvContentPartPr/>
                <p14:nvPr/>
              </p14:nvContentPartPr>
              <p14:xfrm>
                <a:off x="6106425" y="4478415"/>
                <a:ext cx="526680" cy="395640"/>
              </p14:xfrm>
            </p:contentPart>
          </mc:Choice>
          <mc:Fallback xmlns="">
            <p:pic>
              <p:nvPicPr>
                <p:cNvPr id="144" name="Ink 143">
                  <a:extLst>
                    <a:ext uri="{FF2B5EF4-FFF2-40B4-BE49-F238E27FC236}">
                      <a16:creationId xmlns:a16="http://schemas.microsoft.com/office/drawing/2014/main" id="{065489DA-5E62-2689-4CE5-2CAF3106092C}"/>
                    </a:ext>
                  </a:extLst>
                </p:cNvPr>
                <p:cNvPicPr/>
                <p:nvPr/>
              </p:nvPicPr>
              <p:blipFill>
                <a:blip r:embed="rId233"/>
                <a:stretch>
                  <a:fillRect/>
                </a:stretch>
              </p:blipFill>
              <p:spPr>
                <a:xfrm>
                  <a:off x="6100305" y="4472295"/>
                  <a:ext cx="53892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5" name="Ink 144">
                  <a:extLst>
                    <a:ext uri="{FF2B5EF4-FFF2-40B4-BE49-F238E27FC236}">
                      <a16:creationId xmlns:a16="http://schemas.microsoft.com/office/drawing/2014/main" id="{326C7261-BEC3-CBF0-AF6D-28BE44C64404}"/>
                    </a:ext>
                  </a:extLst>
                </p14:cNvPr>
                <p14:cNvContentPartPr/>
                <p14:nvPr/>
              </p14:nvContentPartPr>
              <p14:xfrm>
                <a:off x="6867105" y="4457895"/>
                <a:ext cx="161640" cy="296280"/>
              </p14:xfrm>
            </p:contentPart>
          </mc:Choice>
          <mc:Fallback xmlns="">
            <p:pic>
              <p:nvPicPr>
                <p:cNvPr id="145" name="Ink 144">
                  <a:extLst>
                    <a:ext uri="{FF2B5EF4-FFF2-40B4-BE49-F238E27FC236}">
                      <a16:creationId xmlns:a16="http://schemas.microsoft.com/office/drawing/2014/main" id="{326C7261-BEC3-CBF0-AF6D-28BE44C64404}"/>
                    </a:ext>
                  </a:extLst>
                </p:cNvPr>
                <p:cNvPicPr/>
                <p:nvPr/>
              </p:nvPicPr>
              <p:blipFill>
                <a:blip r:embed="rId235"/>
                <a:stretch>
                  <a:fillRect/>
                </a:stretch>
              </p:blipFill>
              <p:spPr>
                <a:xfrm>
                  <a:off x="6860985" y="4451775"/>
                  <a:ext cx="17388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6" name="Ink 145">
                  <a:extLst>
                    <a:ext uri="{FF2B5EF4-FFF2-40B4-BE49-F238E27FC236}">
                      <a16:creationId xmlns:a16="http://schemas.microsoft.com/office/drawing/2014/main" id="{583E580E-1766-64E1-99A4-3BF69E9C31B3}"/>
                    </a:ext>
                  </a:extLst>
                </p14:cNvPr>
                <p14:cNvContentPartPr/>
                <p14:nvPr/>
              </p14:nvContentPartPr>
              <p14:xfrm>
                <a:off x="6746865" y="4634655"/>
                <a:ext cx="268920" cy="153360"/>
              </p14:xfrm>
            </p:contentPart>
          </mc:Choice>
          <mc:Fallback xmlns="">
            <p:pic>
              <p:nvPicPr>
                <p:cNvPr id="146" name="Ink 145">
                  <a:extLst>
                    <a:ext uri="{FF2B5EF4-FFF2-40B4-BE49-F238E27FC236}">
                      <a16:creationId xmlns:a16="http://schemas.microsoft.com/office/drawing/2014/main" id="{583E580E-1766-64E1-99A4-3BF69E9C31B3}"/>
                    </a:ext>
                  </a:extLst>
                </p:cNvPr>
                <p:cNvPicPr/>
                <p:nvPr/>
              </p:nvPicPr>
              <p:blipFill>
                <a:blip r:embed="rId237"/>
                <a:stretch>
                  <a:fillRect/>
                </a:stretch>
              </p:blipFill>
              <p:spPr>
                <a:xfrm>
                  <a:off x="6740745" y="4628535"/>
                  <a:ext cx="2811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7" name="Ink 146">
                  <a:extLst>
                    <a:ext uri="{FF2B5EF4-FFF2-40B4-BE49-F238E27FC236}">
                      <a16:creationId xmlns:a16="http://schemas.microsoft.com/office/drawing/2014/main" id="{EC6EBABB-0F82-A4D6-7F4E-CCF9E28C51B0}"/>
                    </a:ext>
                  </a:extLst>
                </p14:cNvPr>
                <p14:cNvContentPartPr/>
                <p14:nvPr/>
              </p14:nvContentPartPr>
              <p14:xfrm>
                <a:off x="7195065" y="4511175"/>
                <a:ext cx="21960" cy="25920"/>
              </p14:xfrm>
            </p:contentPart>
          </mc:Choice>
          <mc:Fallback xmlns="">
            <p:pic>
              <p:nvPicPr>
                <p:cNvPr id="147" name="Ink 146">
                  <a:extLst>
                    <a:ext uri="{FF2B5EF4-FFF2-40B4-BE49-F238E27FC236}">
                      <a16:creationId xmlns:a16="http://schemas.microsoft.com/office/drawing/2014/main" id="{EC6EBABB-0F82-A4D6-7F4E-CCF9E28C51B0}"/>
                    </a:ext>
                  </a:extLst>
                </p:cNvPr>
                <p:cNvPicPr/>
                <p:nvPr/>
              </p:nvPicPr>
              <p:blipFill>
                <a:blip r:embed="rId239"/>
                <a:stretch>
                  <a:fillRect/>
                </a:stretch>
              </p:blipFill>
              <p:spPr>
                <a:xfrm>
                  <a:off x="7188945" y="4505055"/>
                  <a:ext cx="342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8" name="Ink 147">
                  <a:extLst>
                    <a:ext uri="{FF2B5EF4-FFF2-40B4-BE49-F238E27FC236}">
                      <a16:creationId xmlns:a16="http://schemas.microsoft.com/office/drawing/2014/main" id="{1FAB1B58-1E99-B055-E5B8-DF681DE38CD3}"/>
                    </a:ext>
                  </a:extLst>
                </p14:cNvPr>
                <p14:cNvContentPartPr/>
                <p14:nvPr/>
              </p14:nvContentPartPr>
              <p14:xfrm>
                <a:off x="7108305" y="4661295"/>
                <a:ext cx="123120" cy="203760"/>
              </p14:xfrm>
            </p:contentPart>
          </mc:Choice>
          <mc:Fallback xmlns="">
            <p:pic>
              <p:nvPicPr>
                <p:cNvPr id="148" name="Ink 147">
                  <a:extLst>
                    <a:ext uri="{FF2B5EF4-FFF2-40B4-BE49-F238E27FC236}">
                      <a16:creationId xmlns:a16="http://schemas.microsoft.com/office/drawing/2014/main" id="{1FAB1B58-1E99-B055-E5B8-DF681DE38CD3}"/>
                    </a:ext>
                  </a:extLst>
                </p:cNvPr>
                <p:cNvPicPr/>
                <p:nvPr/>
              </p:nvPicPr>
              <p:blipFill>
                <a:blip r:embed="rId241"/>
                <a:stretch>
                  <a:fillRect/>
                </a:stretch>
              </p:blipFill>
              <p:spPr>
                <a:xfrm>
                  <a:off x="7102185" y="4655175"/>
                  <a:ext cx="1353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9" name="Ink 148">
                  <a:extLst>
                    <a:ext uri="{FF2B5EF4-FFF2-40B4-BE49-F238E27FC236}">
                      <a16:creationId xmlns:a16="http://schemas.microsoft.com/office/drawing/2014/main" id="{9A4308B9-4C01-6994-8A62-DEAA55F75BF9}"/>
                    </a:ext>
                  </a:extLst>
                </p14:cNvPr>
                <p14:cNvContentPartPr/>
                <p14:nvPr/>
              </p14:nvContentPartPr>
              <p14:xfrm>
                <a:off x="7327905" y="4655895"/>
                <a:ext cx="322920" cy="226080"/>
              </p14:xfrm>
            </p:contentPart>
          </mc:Choice>
          <mc:Fallback xmlns="">
            <p:pic>
              <p:nvPicPr>
                <p:cNvPr id="149" name="Ink 148">
                  <a:extLst>
                    <a:ext uri="{FF2B5EF4-FFF2-40B4-BE49-F238E27FC236}">
                      <a16:creationId xmlns:a16="http://schemas.microsoft.com/office/drawing/2014/main" id="{9A4308B9-4C01-6994-8A62-DEAA55F75BF9}"/>
                    </a:ext>
                  </a:extLst>
                </p:cNvPr>
                <p:cNvPicPr/>
                <p:nvPr/>
              </p:nvPicPr>
              <p:blipFill>
                <a:blip r:embed="rId243"/>
                <a:stretch>
                  <a:fillRect/>
                </a:stretch>
              </p:blipFill>
              <p:spPr>
                <a:xfrm>
                  <a:off x="7321785" y="4649775"/>
                  <a:ext cx="33516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0" name="Ink 149">
                  <a:extLst>
                    <a:ext uri="{FF2B5EF4-FFF2-40B4-BE49-F238E27FC236}">
                      <a16:creationId xmlns:a16="http://schemas.microsoft.com/office/drawing/2014/main" id="{F54D2CD1-69F8-2B45-534D-C59D442C7BD1}"/>
                    </a:ext>
                  </a:extLst>
                </p14:cNvPr>
                <p14:cNvContentPartPr/>
                <p14:nvPr/>
              </p14:nvContentPartPr>
              <p14:xfrm>
                <a:off x="7835145" y="4781535"/>
                <a:ext cx="25560" cy="18720"/>
              </p14:xfrm>
            </p:contentPart>
          </mc:Choice>
          <mc:Fallback xmlns="">
            <p:pic>
              <p:nvPicPr>
                <p:cNvPr id="150" name="Ink 149">
                  <a:extLst>
                    <a:ext uri="{FF2B5EF4-FFF2-40B4-BE49-F238E27FC236}">
                      <a16:creationId xmlns:a16="http://schemas.microsoft.com/office/drawing/2014/main" id="{F54D2CD1-69F8-2B45-534D-C59D442C7BD1}"/>
                    </a:ext>
                  </a:extLst>
                </p:cNvPr>
                <p:cNvPicPr/>
                <p:nvPr/>
              </p:nvPicPr>
              <p:blipFill>
                <a:blip r:embed="rId245"/>
                <a:stretch>
                  <a:fillRect/>
                </a:stretch>
              </p:blipFill>
              <p:spPr>
                <a:xfrm>
                  <a:off x="7829025" y="4775415"/>
                  <a:ext cx="378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2" name="Ink 151">
                  <a:extLst>
                    <a:ext uri="{FF2B5EF4-FFF2-40B4-BE49-F238E27FC236}">
                      <a16:creationId xmlns:a16="http://schemas.microsoft.com/office/drawing/2014/main" id="{4FD78B1E-7DF0-9F2A-4982-45CC59C64F91}"/>
                    </a:ext>
                  </a:extLst>
                </p14:cNvPr>
                <p14:cNvContentPartPr/>
                <p14:nvPr/>
              </p14:nvContentPartPr>
              <p14:xfrm>
                <a:off x="2435505" y="5400735"/>
                <a:ext cx="966240" cy="54720"/>
              </p14:xfrm>
            </p:contentPart>
          </mc:Choice>
          <mc:Fallback xmlns="">
            <p:pic>
              <p:nvPicPr>
                <p:cNvPr id="152" name="Ink 151">
                  <a:extLst>
                    <a:ext uri="{FF2B5EF4-FFF2-40B4-BE49-F238E27FC236}">
                      <a16:creationId xmlns:a16="http://schemas.microsoft.com/office/drawing/2014/main" id="{4FD78B1E-7DF0-9F2A-4982-45CC59C64F91}"/>
                    </a:ext>
                  </a:extLst>
                </p:cNvPr>
                <p:cNvPicPr/>
                <p:nvPr/>
              </p:nvPicPr>
              <p:blipFill>
                <a:blip r:embed="rId247"/>
                <a:stretch>
                  <a:fillRect/>
                </a:stretch>
              </p:blipFill>
              <p:spPr>
                <a:xfrm>
                  <a:off x="2429385" y="5394615"/>
                  <a:ext cx="97848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3" name="Ink 152">
                  <a:extLst>
                    <a:ext uri="{FF2B5EF4-FFF2-40B4-BE49-F238E27FC236}">
                      <a16:creationId xmlns:a16="http://schemas.microsoft.com/office/drawing/2014/main" id="{17870A92-2E6A-8016-55B6-A79A2791BA2D}"/>
                    </a:ext>
                  </a:extLst>
                </p14:cNvPr>
                <p14:cNvContentPartPr/>
                <p14:nvPr/>
              </p14:nvContentPartPr>
              <p14:xfrm>
                <a:off x="5131905" y="5269335"/>
                <a:ext cx="2209680" cy="85680"/>
              </p14:xfrm>
            </p:contentPart>
          </mc:Choice>
          <mc:Fallback xmlns="">
            <p:pic>
              <p:nvPicPr>
                <p:cNvPr id="153" name="Ink 152">
                  <a:extLst>
                    <a:ext uri="{FF2B5EF4-FFF2-40B4-BE49-F238E27FC236}">
                      <a16:creationId xmlns:a16="http://schemas.microsoft.com/office/drawing/2014/main" id="{17870A92-2E6A-8016-55B6-A79A2791BA2D}"/>
                    </a:ext>
                  </a:extLst>
                </p:cNvPr>
                <p:cNvPicPr/>
                <p:nvPr/>
              </p:nvPicPr>
              <p:blipFill>
                <a:blip r:embed="rId249"/>
                <a:stretch>
                  <a:fillRect/>
                </a:stretch>
              </p:blipFill>
              <p:spPr>
                <a:xfrm>
                  <a:off x="5125785" y="5263215"/>
                  <a:ext cx="22219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4" name="Ink 153">
                  <a:extLst>
                    <a:ext uri="{FF2B5EF4-FFF2-40B4-BE49-F238E27FC236}">
                      <a16:creationId xmlns:a16="http://schemas.microsoft.com/office/drawing/2014/main" id="{42FE9CCA-B33E-D87C-6CD8-AE626370770F}"/>
                    </a:ext>
                  </a:extLst>
                </p14:cNvPr>
                <p14:cNvContentPartPr/>
                <p14:nvPr/>
              </p14:nvContentPartPr>
              <p14:xfrm>
                <a:off x="5003745" y="2790375"/>
                <a:ext cx="563760" cy="1668600"/>
              </p14:xfrm>
            </p:contentPart>
          </mc:Choice>
          <mc:Fallback xmlns="">
            <p:pic>
              <p:nvPicPr>
                <p:cNvPr id="154" name="Ink 153">
                  <a:extLst>
                    <a:ext uri="{FF2B5EF4-FFF2-40B4-BE49-F238E27FC236}">
                      <a16:creationId xmlns:a16="http://schemas.microsoft.com/office/drawing/2014/main" id="{42FE9CCA-B33E-D87C-6CD8-AE626370770F}"/>
                    </a:ext>
                  </a:extLst>
                </p:cNvPr>
                <p:cNvPicPr/>
                <p:nvPr/>
              </p:nvPicPr>
              <p:blipFill>
                <a:blip r:embed="rId251"/>
                <a:stretch>
                  <a:fillRect/>
                </a:stretch>
              </p:blipFill>
              <p:spPr>
                <a:xfrm>
                  <a:off x="4997625" y="2784255"/>
                  <a:ext cx="576000" cy="16808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5" name="Ink 154">
                  <a:extLst>
                    <a:ext uri="{FF2B5EF4-FFF2-40B4-BE49-F238E27FC236}">
                      <a16:creationId xmlns:a16="http://schemas.microsoft.com/office/drawing/2014/main" id="{F826B0B2-16C9-732A-4FE6-B72C7F6ED12F}"/>
                    </a:ext>
                  </a:extLst>
                </p14:cNvPr>
                <p14:cNvContentPartPr/>
                <p14:nvPr/>
              </p14:nvContentPartPr>
              <p14:xfrm>
                <a:off x="5848665" y="3801255"/>
                <a:ext cx="1074600" cy="129600"/>
              </p14:xfrm>
            </p:contentPart>
          </mc:Choice>
          <mc:Fallback xmlns="">
            <p:pic>
              <p:nvPicPr>
                <p:cNvPr id="155" name="Ink 154">
                  <a:extLst>
                    <a:ext uri="{FF2B5EF4-FFF2-40B4-BE49-F238E27FC236}">
                      <a16:creationId xmlns:a16="http://schemas.microsoft.com/office/drawing/2014/main" id="{F826B0B2-16C9-732A-4FE6-B72C7F6ED12F}"/>
                    </a:ext>
                  </a:extLst>
                </p:cNvPr>
                <p:cNvPicPr/>
                <p:nvPr/>
              </p:nvPicPr>
              <p:blipFill>
                <a:blip r:embed="rId253"/>
                <a:stretch>
                  <a:fillRect/>
                </a:stretch>
              </p:blipFill>
              <p:spPr>
                <a:xfrm>
                  <a:off x="5842545" y="3795135"/>
                  <a:ext cx="108684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6" name="Ink 155">
                  <a:extLst>
                    <a:ext uri="{FF2B5EF4-FFF2-40B4-BE49-F238E27FC236}">
                      <a16:creationId xmlns:a16="http://schemas.microsoft.com/office/drawing/2014/main" id="{BB1744B8-FFDC-6AB7-4104-E3BD55CFB8B3}"/>
                    </a:ext>
                  </a:extLst>
                </p14:cNvPr>
                <p14:cNvContentPartPr/>
                <p14:nvPr/>
              </p14:nvContentPartPr>
              <p14:xfrm>
                <a:off x="7771785" y="3499215"/>
                <a:ext cx="398520" cy="489960"/>
              </p14:xfrm>
            </p:contentPart>
          </mc:Choice>
          <mc:Fallback xmlns="">
            <p:pic>
              <p:nvPicPr>
                <p:cNvPr id="156" name="Ink 155">
                  <a:extLst>
                    <a:ext uri="{FF2B5EF4-FFF2-40B4-BE49-F238E27FC236}">
                      <a16:creationId xmlns:a16="http://schemas.microsoft.com/office/drawing/2014/main" id="{BB1744B8-FFDC-6AB7-4104-E3BD55CFB8B3}"/>
                    </a:ext>
                  </a:extLst>
                </p:cNvPr>
                <p:cNvPicPr/>
                <p:nvPr/>
              </p:nvPicPr>
              <p:blipFill>
                <a:blip r:embed="rId255"/>
                <a:stretch>
                  <a:fillRect/>
                </a:stretch>
              </p:blipFill>
              <p:spPr>
                <a:xfrm>
                  <a:off x="7765665" y="3493095"/>
                  <a:ext cx="41076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7" name="Ink 156">
                  <a:extLst>
                    <a:ext uri="{FF2B5EF4-FFF2-40B4-BE49-F238E27FC236}">
                      <a16:creationId xmlns:a16="http://schemas.microsoft.com/office/drawing/2014/main" id="{C734E4EB-F953-9801-021F-7AF194E7528F}"/>
                    </a:ext>
                  </a:extLst>
                </p14:cNvPr>
                <p14:cNvContentPartPr/>
                <p14:nvPr/>
              </p14:nvContentPartPr>
              <p14:xfrm>
                <a:off x="8126385" y="3578055"/>
                <a:ext cx="378720" cy="299880"/>
              </p14:xfrm>
            </p:contentPart>
          </mc:Choice>
          <mc:Fallback xmlns="">
            <p:pic>
              <p:nvPicPr>
                <p:cNvPr id="157" name="Ink 156">
                  <a:extLst>
                    <a:ext uri="{FF2B5EF4-FFF2-40B4-BE49-F238E27FC236}">
                      <a16:creationId xmlns:a16="http://schemas.microsoft.com/office/drawing/2014/main" id="{C734E4EB-F953-9801-021F-7AF194E7528F}"/>
                    </a:ext>
                  </a:extLst>
                </p:cNvPr>
                <p:cNvPicPr/>
                <p:nvPr/>
              </p:nvPicPr>
              <p:blipFill>
                <a:blip r:embed="rId257"/>
                <a:stretch>
                  <a:fillRect/>
                </a:stretch>
              </p:blipFill>
              <p:spPr>
                <a:xfrm>
                  <a:off x="8120265" y="3571935"/>
                  <a:ext cx="3909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8" name="Ink 157">
                  <a:extLst>
                    <a:ext uri="{FF2B5EF4-FFF2-40B4-BE49-F238E27FC236}">
                      <a16:creationId xmlns:a16="http://schemas.microsoft.com/office/drawing/2014/main" id="{872477C6-A041-7441-739A-DDF9944AA74A}"/>
                    </a:ext>
                  </a:extLst>
                </p14:cNvPr>
                <p14:cNvContentPartPr/>
                <p14:nvPr/>
              </p14:nvContentPartPr>
              <p14:xfrm>
                <a:off x="8540385" y="3592095"/>
                <a:ext cx="164880" cy="256320"/>
              </p14:xfrm>
            </p:contentPart>
          </mc:Choice>
          <mc:Fallback xmlns="">
            <p:pic>
              <p:nvPicPr>
                <p:cNvPr id="158" name="Ink 157">
                  <a:extLst>
                    <a:ext uri="{FF2B5EF4-FFF2-40B4-BE49-F238E27FC236}">
                      <a16:creationId xmlns:a16="http://schemas.microsoft.com/office/drawing/2014/main" id="{872477C6-A041-7441-739A-DDF9944AA74A}"/>
                    </a:ext>
                  </a:extLst>
                </p:cNvPr>
                <p:cNvPicPr/>
                <p:nvPr/>
              </p:nvPicPr>
              <p:blipFill>
                <a:blip r:embed="rId259"/>
                <a:stretch>
                  <a:fillRect/>
                </a:stretch>
              </p:blipFill>
              <p:spPr>
                <a:xfrm>
                  <a:off x="8534265" y="3585975"/>
                  <a:ext cx="17712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9" name="Ink 158">
                  <a:extLst>
                    <a:ext uri="{FF2B5EF4-FFF2-40B4-BE49-F238E27FC236}">
                      <a16:creationId xmlns:a16="http://schemas.microsoft.com/office/drawing/2014/main" id="{1D712040-C53A-8712-D34F-2E7EC1679125}"/>
                    </a:ext>
                  </a:extLst>
                </p14:cNvPr>
                <p14:cNvContentPartPr/>
                <p14:nvPr/>
              </p14:nvContentPartPr>
              <p14:xfrm>
                <a:off x="8738025" y="3598215"/>
                <a:ext cx="141120" cy="252720"/>
              </p14:xfrm>
            </p:contentPart>
          </mc:Choice>
          <mc:Fallback xmlns="">
            <p:pic>
              <p:nvPicPr>
                <p:cNvPr id="159" name="Ink 158">
                  <a:extLst>
                    <a:ext uri="{FF2B5EF4-FFF2-40B4-BE49-F238E27FC236}">
                      <a16:creationId xmlns:a16="http://schemas.microsoft.com/office/drawing/2014/main" id="{1D712040-C53A-8712-D34F-2E7EC1679125}"/>
                    </a:ext>
                  </a:extLst>
                </p:cNvPr>
                <p:cNvPicPr/>
                <p:nvPr/>
              </p:nvPicPr>
              <p:blipFill>
                <a:blip r:embed="rId261"/>
                <a:stretch>
                  <a:fillRect/>
                </a:stretch>
              </p:blipFill>
              <p:spPr>
                <a:xfrm>
                  <a:off x="8731905" y="3592095"/>
                  <a:ext cx="15336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0" name="Ink 159">
                  <a:extLst>
                    <a:ext uri="{FF2B5EF4-FFF2-40B4-BE49-F238E27FC236}">
                      <a16:creationId xmlns:a16="http://schemas.microsoft.com/office/drawing/2014/main" id="{E6755974-FE76-C4D9-1993-FFD0E53B1BA8}"/>
                    </a:ext>
                  </a:extLst>
                </p14:cNvPr>
                <p14:cNvContentPartPr/>
                <p14:nvPr/>
              </p14:nvContentPartPr>
              <p14:xfrm>
                <a:off x="8909385" y="3460695"/>
                <a:ext cx="179640" cy="386280"/>
              </p14:xfrm>
            </p:contentPart>
          </mc:Choice>
          <mc:Fallback xmlns="">
            <p:pic>
              <p:nvPicPr>
                <p:cNvPr id="160" name="Ink 159">
                  <a:extLst>
                    <a:ext uri="{FF2B5EF4-FFF2-40B4-BE49-F238E27FC236}">
                      <a16:creationId xmlns:a16="http://schemas.microsoft.com/office/drawing/2014/main" id="{E6755974-FE76-C4D9-1993-FFD0E53B1BA8}"/>
                    </a:ext>
                  </a:extLst>
                </p:cNvPr>
                <p:cNvPicPr/>
                <p:nvPr/>
              </p:nvPicPr>
              <p:blipFill>
                <a:blip r:embed="rId263"/>
                <a:stretch>
                  <a:fillRect/>
                </a:stretch>
              </p:blipFill>
              <p:spPr>
                <a:xfrm>
                  <a:off x="8903265" y="3454575"/>
                  <a:ext cx="19188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1" name="Ink 160">
                  <a:extLst>
                    <a:ext uri="{FF2B5EF4-FFF2-40B4-BE49-F238E27FC236}">
                      <a16:creationId xmlns:a16="http://schemas.microsoft.com/office/drawing/2014/main" id="{7A293547-3082-7A95-4212-9C7E4C71915B}"/>
                    </a:ext>
                  </a:extLst>
                </p14:cNvPr>
                <p14:cNvContentPartPr/>
                <p14:nvPr/>
              </p14:nvContentPartPr>
              <p14:xfrm>
                <a:off x="9909825" y="3308415"/>
                <a:ext cx="457200" cy="458280"/>
              </p14:xfrm>
            </p:contentPart>
          </mc:Choice>
          <mc:Fallback xmlns="">
            <p:pic>
              <p:nvPicPr>
                <p:cNvPr id="161" name="Ink 160">
                  <a:extLst>
                    <a:ext uri="{FF2B5EF4-FFF2-40B4-BE49-F238E27FC236}">
                      <a16:creationId xmlns:a16="http://schemas.microsoft.com/office/drawing/2014/main" id="{7A293547-3082-7A95-4212-9C7E4C71915B}"/>
                    </a:ext>
                  </a:extLst>
                </p:cNvPr>
                <p:cNvPicPr/>
                <p:nvPr/>
              </p:nvPicPr>
              <p:blipFill>
                <a:blip r:embed="rId265"/>
                <a:stretch>
                  <a:fillRect/>
                </a:stretch>
              </p:blipFill>
              <p:spPr>
                <a:xfrm>
                  <a:off x="9903705" y="3302295"/>
                  <a:ext cx="46944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2" name="Ink 161">
                  <a:extLst>
                    <a:ext uri="{FF2B5EF4-FFF2-40B4-BE49-F238E27FC236}">
                      <a16:creationId xmlns:a16="http://schemas.microsoft.com/office/drawing/2014/main" id="{6F14625E-516F-4FC6-8E7A-FFB66B8820CF}"/>
                    </a:ext>
                  </a:extLst>
                </p14:cNvPr>
                <p14:cNvContentPartPr/>
                <p14:nvPr/>
              </p14:nvContentPartPr>
              <p14:xfrm>
                <a:off x="10348665" y="3455655"/>
                <a:ext cx="316800" cy="228600"/>
              </p14:xfrm>
            </p:contentPart>
          </mc:Choice>
          <mc:Fallback xmlns="">
            <p:pic>
              <p:nvPicPr>
                <p:cNvPr id="162" name="Ink 161">
                  <a:extLst>
                    <a:ext uri="{FF2B5EF4-FFF2-40B4-BE49-F238E27FC236}">
                      <a16:creationId xmlns:a16="http://schemas.microsoft.com/office/drawing/2014/main" id="{6F14625E-516F-4FC6-8E7A-FFB66B8820CF}"/>
                    </a:ext>
                  </a:extLst>
                </p:cNvPr>
                <p:cNvPicPr/>
                <p:nvPr/>
              </p:nvPicPr>
              <p:blipFill>
                <a:blip r:embed="rId267"/>
                <a:stretch>
                  <a:fillRect/>
                </a:stretch>
              </p:blipFill>
              <p:spPr>
                <a:xfrm>
                  <a:off x="10342545" y="3449535"/>
                  <a:ext cx="3290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3" name="Ink 162">
                  <a:extLst>
                    <a:ext uri="{FF2B5EF4-FFF2-40B4-BE49-F238E27FC236}">
                      <a16:creationId xmlns:a16="http://schemas.microsoft.com/office/drawing/2014/main" id="{B3F85483-6FB3-3B20-224F-DE133BE9EFC6}"/>
                    </a:ext>
                  </a:extLst>
                </p14:cNvPr>
                <p14:cNvContentPartPr/>
                <p14:nvPr/>
              </p14:nvContentPartPr>
              <p14:xfrm>
                <a:off x="10864185" y="3135615"/>
                <a:ext cx="138240" cy="461160"/>
              </p14:xfrm>
            </p:contentPart>
          </mc:Choice>
          <mc:Fallback xmlns="">
            <p:pic>
              <p:nvPicPr>
                <p:cNvPr id="163" name="Ink 162">
                  <a:extLst>
                    <a:ext uri="{FF2B5EF4-FFF2-40B4-BE49-F238E27FC236}">
                      <a16:creationId xmlns:a16="http://schemas.microsoft.com/office/drawing/2014/main" id="{B3F85483-6FB3-3B20-224F-DE133BE9EFC6}"/>
                    </a:ext>
                  </a:extLst>
                </p:cNvPr>
                <p:cNvPicPr/>
                <p:nvPr/>
              </p:nvPicPr>
              <p:blipFill>
                <a:blip r:embed="rId269"/>
                <a:stretch>
                  <a:fillRect/>
                </a:stretch>
              </p:blipFill>
              <p:spPr>
                <a:xfrm>
                  <a:off x="10858065" y="3129495"/>
                  <a:ext cx="15048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4" name="Ink 163">
                  <a:extLst>
                    <a:ext uri="{FF2B5EF4-FFF2-40B4-BE49-F238E27FC236}">
                      <a16:creationId xmlns:a16="http://schemas.microsoft.com/office/drawing/2014/main" id="{F78C652A-0FB9-ED99-EBDA-AE2DCFE67C34}"/>
                    </a:ext>
                  </a:extLst>
                </p14:cNvPr>
                <p14:cNvContentPartPr/>
                <p14:nvPr/>
              </p14:nvContentPartPr>
              <p14:xfrm>
                <a:off x="10825305" y="3448455"/>
                <a:ext cx="198000" cy="30240"/>
              </p14:xfrm>
            </p:contentPart>
          </mc:Choice>
          <mc:Fallback xmlns="">
            <p:pic>
              <p:nvPicPr>
                <p:cNvPr id="164" name="Ink 163">
                  <a:extLst>
                    <a:ext uri="{FF2B5EF4-FFF2-40B4-BE49-F238E27FC236}">
                      <a16:creationId xmlns:a16="http://schemas.microsoft.com/office/drawing/2014/main" id="{F78C652A-0FB9-ED99-EBDA-AE2DCFE67C34}"/>
                    </a:ext>
                  </a:extLst>
                </p:cNvPr>
                <p:cNvPicPr/>
                <p:nvPr/>
              </p:nvPicPr>
              <p:blipFill>
                <a:blip r:embed="rId271"/>
                <a:stretch>
                  <a:fillRect/>
                </a:stretch>
              </p:blipFill>
              <p:spPr>
                <a:xfrm>
                  <a:off x="10819185" y="3442335"/>
                  <a:ext cx="21024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5" name="Ink 164">
                  <a:extLst>
                    <a:ext uri="{FF2B5EF4-FFF2-40B4-BE49-F238E27FC236}">
                      <a16:creationId xmlns:a16="http://schemas.microsoft.com/office/drawing/2014/main" id="{D5032785-A2D3-4098-48D9-13B057746390}"/>
                    </a:ext>
                  </a:extLst>
                </p14:cNvPr>
                <p14:cNvContentPartPr/>
                <p14:nvPr/>
              </p14:nvContentPartPr>
              <p14:xfrm>
                <a:off x="10655385" y="3454215"/>
                <a:ext cx="60480" cy="220680"/>
              </p14:xfrm>
            </p:contentPart>
          </mc:Choice>
          <mc:Fallback xmlns="">
            <p:pic>
              <p:nvPicPr>
                <p:cNvPr id="165" name="Ink 164">
                  <a:extLst>
                    <a:ext uri="{FF2B5EF4-FFF2-40B4-BE49-F238E27FC236}">
                      <a16:creationId xmlns:a16="http://schemas.microsoft.com/office/drawing/2014/main" id="{D5032785-A2D3-4098-48D9-13B057746390}"/>
                    </a:ext>
                  </a:extLst>
                </p:cNvPr>
                <p:cNvPicPr/>
                <p:nvPr/>
              </p:nvPicPr>
              <p:blipFill>
                <a:blip r:embed="rId273"/>
                <a:stretch>
                  <a:fillRect/>
                </a:stretch>
              </p:blipFill>
              <p:spPr>
                <a:xfrm>
                  <a:off x="10649265" y="3448095"/>
                  <a:ext cx="727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6" name="Ink 165">
                  <a:extLst>
                    <a:ext uri="{FF2B5EF4-FFF2-40B4-BE49-F238E27FC236}">
                      <a16:creationId xmlns:a16="http://schemas.microsoft.com/office/drawing/2014/main" id="{FD81F778-7D1E-B41B-59CB-E4EA6C65A5C4}"/>
                    </a:ext>
                  </a:extLst>
                </p14:cNvPr>
                <p14:cNvContentPartPr/>
                <p14:nvPr/>
              </p14:nvContentPartPr>
              <p14:xfrm>
                <a:off x="10852665" y="3336135"/>
                <a:ext cx="16200" cy="7560"/>
              </p14:xfrm>
            </p:contentPart>
          </mc:Choice>
          <mc:Fallback xmlns="">
            <p:pic>
              <p:nvPicPr>
                <p:cNvPr id="166" name="Ink 165">
                  <a:extLst>
                    <a:ext uri="{FF2B5EF4-FFF2-40B4-BE49-F238E27FC236}">
                      <a16:creationId xmlns:a16="http://schemas.microsoft.com/office/drawing/2014/main" id="{FD81F778-7D1E-B41B-59CB-E4EA6C65A5C4}"/>
                    </a:ext>
                  </a:extLst>
                </p:cNvPr>
                <p:cNvPicPr/>
                <p:nvPr/>
              </p:nvPicPr>
              <p:blipFill>
                <a:blip r:embed="rId275"/>
                <a:stretch>
                  <a:fillRect/>
                </a:stretch>
              </p:blipFill>
              <p:spPr>
                <a:xfrm>
                  <a:off x="10846545" y="3330015"/>
                  <a:ext cx="284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7" name="Ink 166">
                  <a:extLst>
                    <a:ext uri="{FF2B5EF4-FFF2-40B4-BE49-F238E27FC236}">
                      <a16:creationId xmlns:a16="http://schemas.microsoft.com/office/drawing/2014/main" id="{5136E5C8-FD2D-D568-7767-26ECB42BFD3C}"/>
                    </a:ext>
                  </a:extLst>
                </p14:cNvPr>
                <p14:cNvContentPartPr/>
                <p14:nvPr/>
              </p14:nvContentPartPr>
              <p14:xfrm>
                <a:off x="10720545" y="3241095"/>
                <a:ext cx="453600" cy="398520"/>
              </p14:xfrm>
            </p:contentPart>
          </mc:Choice>
          <mc:Fallback xmlns="">
            <p:pic>
              <p:nvPicPr>
                <p:cNvPr id="167" name="Ink 166">
                  <a:extLst>
                    <a:ext uri="{FF2B5EF4-FFF2-40B4-BE49-F238E27FC236}">
                      <a16:creationId xmlns:a16="http://schemas.microsoft.com/office/drawing/2014/main" id="{5136E5C8-FD2D-D568-7767-26ECB42BFD3C}"/>
                    </a:ext>
                  </a:extLst>
                </p:cNvPr>
                <p:cNvPicPr/>
                <p:nvPr/>
              </p:nvPicPr>
              <p:blipFill>
                <a:blip r:embed="rId277"/>
                <a:stretch>
                  <a:fillRect/>
                </a:stretch>
              </p:blipFill>
              <p:spPr>
                <a:xfrm>
                  <a:off x="10714425" y="3234975"/>
                  <a:ext cx="465840" cy="41076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68" name="Ink 167">
                  <a:extLst>
                    <a:ext uri="{FF2B5EF4-FFF2-40B4-BE49-F238E27FC236}">
                      <a16:creationId xmlns:a16="http://schemas.microsoft.com/office/drawing/2014/main" id="{E185213E-87FE-8E9F-AA39-EF32A553ABE4}"/>
                    </a:ext>
                  </a:extLst>
                </p14:cNvPr>
                <p14:cNvContentPartPr/>
                <p14:nvPr/>
              </p14:nvContentPartPr>
              <p14:xfrm>
                <a:off x="11272065" y="3478335"/>
                <a:ext cx="41400" cy="106200"/>
              </p14:xfrm>
            </p:contentPart>
          </mc:Choice>
          <mc:Fallback xmlns="">
            <p:pic>
              <p:nvPicPr>
                <p:cNvPr id="168" name="Ink 167">
                  <a:extLst>
                    <a:ext uri="{FF2B5EF4-FFF2-40B4-BE49-F238E27FC236}">
                      <a16:creationId xmlns:a16="http://schemas.microsoft.com/office/drawing/2014/main" id="{E185213E-87FE-8E9F-AA39-EF32A553ABE4}"/>
                    </a:ext>
                  </a:extLst>
                </p:cNvPr>
                <p:cNvPicPr/>
                <p:nvPr/>
              </p:nvPicPr>
              <p:blipFill>
                <a:blip r:embed="rId279"/>
                <a:stretch>
                  <a:fillRect/>
                </a:stretch>
              </p:blipFill>
              <p:spPr>
                <a:xfrm>
                  <a:off x="11265945" y="3472215"/>
                  <a:ext cx="536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9" name="Ink 168">
                  <a:extLst>
                    <a:ext uri="{FF2B5EF4-FFF2-40B4-BE49-F238E27FC236}">
                      <a16:creationId xmlns:a16="http://schemas.microsoft.com/office/drawing/2014/main" id="{CB3F7F6B-67ED-213A-AABA-EAEE1DD93F08}"/>
                    </a:ext>
                  </a:extLst>
                </p14:cNvPr>
                <p14:cNvContentPartPr/>
                <p14:nvPr/>
              </p14:nvContentPartPr>
              <p14:xfrm>
                <a:off x="11227425" y="3452775"/>
                <a:ext cx="154800" cy="140040"/>
              </p14:xfrm>
            </p:contentPart>
          </mc:Choice>
          <mc:Fallback xmlns="">
            <p:pic>
              <p:nvPicPr>
                <p:cNvPr id="169" name="Ink 168">
                  <a:extLst>
                    <a:ext uri="{FF2B5EF4-FFF2-40B4-BE49-F238E27FC236}">
                      <a16:creationId xmlns:a16="http://schemas.microsoft.com/office/drawing/2014/main" id="{CB3F7F6B-67ED-213A-AABA-EAEE1DD93F08}"/>
                    </a:ext>
                  </a:extLst>
                </p:cNvPr>
                <p:cNvPicPr/>
                <p:nvPr/>
              </p:nvPicPr>
              <p:blipFill>
                <a:blip r:embed="rId281"/>
                <a:stretch>
                  <a:fillRect/>
                </a:stretch>
              </p:blipFill>
              <p:spPr>
                <a:xfrm>
                  <a:off x="11221305" y="3446655"/>
                  <a:ext cx="1670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0" name="Ink 169">
                  <a:extLst>
                    <a:ext uri="{FF2B5EF4-FFF2-40B4-BE49-F238E27FC236}">
                      <a16:creationId xmlns:a16="http://schemas.microsoft.com/office/drawing/2014/main" id="{1D862330-FFB4-2615-8CD5-674AA0B36BFB}"/>
                    </a:ext>
                  </a:extLst>
                </p14:cNvPr>
                <p14:cNvContentPartPr/>
                <p14:nvPr/>
              </p14:nvContentPartPr>
              <p14:xfrm>
                <a:off x="11467545" y="3402015"/>
                <a:ext cx="65520" cy="228600"/>
              </p14:xfrm>
            </p:contentPart>
          </mc:Choice>
          <mc:Fallback xmlns="">
            <p:pic>
              <p:nvPicPr>
                <p:cNvPr id="170" name="Ink 169">
                  <a:extLst>
                    <a:ext uri="{FF2B5EF4-FFF2-40B4-BE49-F238E27FC236}">
                      <a16:creationId xmlns:a16="http://schemas.microsoft.com/office/drawing/2014/main" id="{1D862330-FFB4-2615-8CD5-674AA0B36BFB}"/>
                    </a:ext>
                  </a:extLst>
                </p:cNvPr>
                <p:cNvPicPr/>
                <p:nvPr/>
              </p:nvPicPr>
              <p:blipFill>
                <a:blip r:embed="rId283"/>
                <a:stretch>
                  <a:fillRect/>
                </a:stretch>
              </p:blipFill>
              <p:spPr>
                <a:xfrm>
                  <a:off x="11461425" y="3395895"/>
                  <a:ext cx="7776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1" name="Ink 170">
                  <a:extLst>
                    <a:ext uri="{FF2B5EF4-FFF2-40B4-BE49-F238E27FC236}">
                      <a16:creationId xmlns:a16="http://schemas.microsoft.com/office/drawing/2014/main" id="{2D071CF3-61ED-80F5-2C50-3B59CE2413AF}"/>
                    </a:ext>
                  </a:extLst>
                </p14:cNvPr>
                <p14:cNvContentPartPr/>
                <p14:nvPr/>
              </p14:nvContentPartPr>
              <p14:xfrm>
                <a:off x="11609385" y="3485535"/>
                <a:ext cx="161640" cy="182520"/>
              </p14:xfrm>
            </p:contentPart>
          </mc:Choice>
          <mc:Fallback xmlns="">
            <p:pic>
              <p:nvPicPr>
                <p:cNvPr id="171" name="Ink 170">
                  <a:extLst>
                    <a:ext uri="{FF2B5EF4-FFF2-40B4-BE49-F238E27FC236}">
                      <a16:creationId xmlns:a16="http://schemas.microsoft.com/office/drawing/2014/main" id="{2D071CF3-61ED-80F5-2C50-3B59CE2413AF}"/>
                    </a:ext>
                  </a:extLst>
                </p:cNvPr>
                <p:cNvPicPr/>
                <p:nvPr/>
              </p:nvPicPr>
              <p:blipFill>
                <a:blip r:embed="rId285"/>
                <a:stretch>
                  <a:fillRect/>
                </a:stretch>
              </p:blipFill>
              <p:spPr>
                <a:xfrm>
                  <a:off x="11603265" y="3479415"/>
                  <a:ext cx="1738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2" name="Ink 171">
                  <a:extLst>
                    <a:ext uri="{FF2B5EF4-FFF2-40B4-BE49-F238E27FC236}">
                      <a16:creationId xmlns:a16="http://schemas.microsoft.com/office/drawing/2014/main" id="{19765D7B-10A8-05AA-5C55-44A76A106E9B}"/>
                    </a:ext>
                  </a:extLst>
                </p14:cNvPr>
                <p14:cNvContentPartPr/>
                <p14:nvPr/>
              </p14:nvContentPartPr>
              <p14:xfrm>
                <a:off x="11835465" y="3612975"/>
                <a:ext cx="24480" cy="63000"/>
              </p14:xfrm>
            </p:contentPart>
          </mc:Choice>
          <mc:Fallback xmlns="">
            <p:pic>
              <p:nvPicPr>
                <p:cNvPr id="172" name="Ink 171">
                  <a:extLst>
                    <a:ext uri="{FF2B5EF4-FFF2-40B4-BE49-F238E27FC236}">
                      <a16:creationId xmlns:a16="http://schemas.microsoft.com/office/drawing/2014/main" id="{19765D7B-10A8-05AA-5C55-44A76A106E9B}"/>
                    </a:ext>
                  </a:extLst>
                </p:cNvPr>
                <p:cNvPicPr/>
                <p:nvPr/>
              </p:nvPicPr>
              <p:blipFill>
                <a:blip r:embed="rId287"/>
                <a:stretch>
                  <a:fillRect/>
                </a:stretch>
              </p:blipFill>
              <p:spPr>
                <a:xfrm>
                  <a:off x="11829345" y="3606855"/>
                  <a:ext cx="367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6" name="Ink 175">
                  <a:extLst>
                    <a:ext uri="{FF2B5EF4-FFF2-40B4-BE49-F238E27FC236}">
                      <a16:creationId xmlns:a16="http://schemas.microsoft.com/office/drawing/2014/main" id="{7D138471-5B2D-E91C-1B0C-58D83F048B74}"/>
                    </a:ext>
                  </a:extLst>
                </p14:cNvPr>
                <p14:cNvContentPartPr/>
                <p14:nvPr/>
              </p14:nvContentPartPr>
              <p14:xfrm>
                <a:off x="4506585" y="4627815"/>
                <a:ext cx="49680" cy="689040"/>
              </p14:xfrm>
            </p:contentPart>
          </mc:Choice>
          <mc:Fallback xmlns="">
            <p:pic>
              <p:nvPicPr>
                <p:cNvPr id="176" name="Ink 175">
                  <a:extLst>
                    <a:ext uri="{FF2B5EF4-FFF2-40B4-BE49-F238E27FC236}">
                      <a16:creationId xmlns:a16="http://schemas.microsoft.com/office/drawing/2014/main" id="{7D138471-5B2D-E91C-1B0C-58D83F048B74}"/>
                    </a:ext>
                  </a:extLst>
                </p:cNvPr>
                <p:cNvPicPr/>
                <p:nvPr/>
              </p:nvPicPr>
              <p:blipFill>
                <a:blip r:embed="rId289"/>
                <a:stretch>
                  <a:fillRect/>
                </a:stretch>
              </p:blipFill>
              <p:spPr>
                <a:xfrm>
                  <a:off x="4500465" y="4621695"/>
                  <a:ext cx="61920" cy="7012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7" name="Ink 176">
                  <a:extLst>
                    <a:ext uri="{FF2B5EF4-FFF2-40B4-BE49-F238E27FC236}">
                      <a16:creationId xmlns:a16="http://schemas.microsoft.com/office/drawing/2014/main" id="{060C3CC8-97B2-1648-3A8C-F7AD2B9C1F48}"/>
                    </a:ext>
                  </a:extLst>
                </p14:cNvPr>
                <p14:cNvContentPartPr/>
                <p14:nvPr/>
              </p14:nvContentPartPr>
              <p14:xfrm>
                <a:off x="4715745" y="4555095"/>
                <a:ext cx="3604320" cy="1095840"/>
              </p14:xfrm>
            </p:contentPart>
          </mc:Choice>
          <mc:Fallback xmlns="">
            <p:pic>
              <p:nvPicPr>
                <p:cNvPr id="177" name="Ink 176">
                  <a:extLst>
                    <a:ext uri="{FF2B5EF4-FFF2-40B4-BE49-F238E27FC236}">
                      <a16:creationId xmlns:a16="http://schemas.microsoft.com/office/drawing/2014/main" id="{060C3CC8-97B2-1648-3A8C-F7AD2B9C1F48}"/>
                    </a:ext>
                  </a:extLst>
                </p:cNvPr>
                <p:cNvPicPr/>
                <p:nvPr/>
              </p:nvPicPr>
              <p:blipFill>
                <a:blip r:embed="rId291"/>
                <a:stretch>
                  <a:fillRect/>
                </a:stretch>
              </p:blipFill>
              <p:spPr>
                <a:xfrm>
                  <a:off x="4709625" y="4548975"/>
                  <a:ext cx="3616560" cy="110808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8" name="Ink 177">
                  <a:extLst>
                    <a:ext uri="{FF2B5EF4-FFF2-40B4-BE49-F238E27FC236}">
                      <a16:creationId xmlns:a16="http://schemas.microsoft.com/office/drawing/2014/main" id="{D415C1C4-F431-3F3E-789A-5DE64B5E47B3}"/>
                    </a:ext>
                  </a:extLst>
                </p14:cNvPr>
                <p14:cNvContentPartPr/>
                <p14:nvPr/>
              </p14:nvContentPartPr>
              <p14:xfrm>
                <a:off x="4361505" y="5358975"/>
                <a:ext cx="3740760" cy="57600"/>
              </p14:xfrm>
            </p:contentPart>
          </mc:Choice>
          <mc:Fallback xmlns="">
            <p:pic>
              <p:nvPicPr>
                <p:cNvPr id="178" name="Ink 177">
                  <a:extLst>
                    <a:ext uri="{FF2B5EF4-FFF2-40B4-BE49-F238E27FC236}">
                      <a16:creationId xmlns:a16="http://schemas.microsoft.com/office/drawing/2014/main" id="{D415C1C4-F431-3F3E-789A-5DE64B5E47B3}"/>
                    </a:ext>
                  </a:extLst>
                </p:cNvPr>
                <p:cNvPicPr/>
                <p:nvPr/>
              </p:nvPicPr>
              <p:blipFill>
                <a:blip r:embed="rId293"/>
                <a:stretch>
                  <a:fillRect/>
                </a:stretch>
              </p:blipFill>
              <p:spPr>
                <a:xfrm>
                  <a:off x="4355385" y="5352855"/>
                  <a:ext cx="375300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9" name="Ink 178">
                  <a:extLst>
                    <a:ext uri="{FF2B5EF4-FFF2-40B4-BE49-F238E27FC236}">
                      <a16:creationId xmlns:a16="http://schemas.microsoft.com/office/drawing/2014/main" id="{15D9E957-7A1D-04F8-D808-C04E7611E9FD}"/>
                    </a:ext>
                  </a:extLst>
                </p14:cNvPr>
                <p14:cNvContentPartPr/>
                <p14:nvPr/>
              </p14:nvContentPartPr>
              <p14:xfrm>
                <a:off x="1731345" y="5065575"/>
                <a:ext cx="63360" cy="716400"/>
              </p14:xfrm>
            </p:contentPart>
          </mc:Choice>
          <mc:Fallback xmlns="">
            <p:pic>
              <p:nvPicPr>
                <p:cNvPr id="179" name="Ink 178">
                  <a:extLst>
                    <a:ext uri="{FF2B5EF4-FFF2-40B4-BE49-F238E27FC236}">
                      <a16:creationId xmlns:a16="http://schemas.microsoft.com/office/drawing/2014/main" id="{15D9E957-7A1D-04F8-D808-C04E7611E9FD}"/>
                    </a:ext>
                  </a:extLst>
                </p:cNvPr>
                <p:cNvPicPr/>
                <p:nvPr/>
              </p:nvPicPr>
              <p:blipFill>
                <a:blip r:embed="rId295"/>
                <a:stretch>
                  <a:fillRect/>
                </a:stretch>
              </p:blipFill>
              <p:spPr>
                <a:xfrm>
                  <a:off x="1725225" y="5059455"/>
                  <a:ext cx="75600" cy="7286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0" name="Ink 179">
                  <a:extLst>
                    <a:ext uri="{FF2B5EF4-FFF2-40B4-BE49-F238E27FC236}">
                      <a16:creationId xmlns:a16="http://schemas.microsoft.com/office/drawing/2014/main" id="{3D50190D-8F92-18FA-6E3F-EA038AF17298}"/>
                    </a:ext>
                  </a:extLst>
                </p14:cNvPr>
                <p14:cNvContentPartPr/>
                <p14:nvPr/>
              </p14:nvContentPartPr>
              <p14:xfrm>
                <a:off x="1688505" y="4910415"/>
                <a:ext cx="2485800" cy="1048680"/>
              </p14:xfrm>
            </p:contentPart>
          </mc:Choice>
          <mc:Fallback xmlns="">
            <p:pic>
              <p:nvPicPr>
                <p:cNvPr id="180" name="Ink 179">
                  <a:extLst>
                    <a:ext uri="{FF2B5EF4-FFF2-40B4-BE49-F238E27FC236}">
                      <a16:creationId xmlns:a16="http://schemas.microsoft.com/office/drawing/2014/main" id="{3D50190D-8F92-18FA-6E3F-EA038AF17298}"/>
                    </a:ext>
                  </a:extLst>
                </p:cNvPr>
                <p:cNvPicPr/>
                <p:nvPr/>
              </p:nvPicPr>
              <p:blipFill>
                <a:blip r:embed="rId297"/>
                <a:stretch>
                  <a:fillRect/>
                </a:stretch>
              </p:blipFill>
              <p:spPr>
                <a:xfrm>
                  <a:off x="1682385" y="4904295"/>
                  <a:ext cx="2498040" cy="1060920"/>
                </a:xfrm>
                <a:prstGeom prst="rect">
                  <a:avLst/>
                </a:prstGeom>
              </p:spPr>
            </p:pic>
          </mc:Fallback>
        </mc:AlternateContent>
      </p:grpSp>
    </p:spTree>
    <p:extLst>
      <p:ext uri="{BB962C8B-B14F-4D97-AF65-F5344CB8AC3E}">
        <p14:creationId xmlns:p14="http://schemas.microsoft.com/office/powerpoint/2010/main" val="2075115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8AB79C5-EC49-3776-95AE-3FE547AE21C5}"/>
              </a:ext>
            </a:extLst>
          </p:cNvPr>
          <p:cNvGrpSpPr/>
          <p:nvPr/>
        </p:nvGrpSpPr>
        <p:grpSpPr>
          <a:xfrm>
            <a:off x="2335785" y="-10065"/>
            <a:ext cx="2318760" cy="597240"/>
            <a:chOff x="2335785" y="-10065"/>
            <a:chExt cx="2318760" cy="5972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71A58205-A28C-DB6C-5BCE-96F8B10F0DF7}"/>
                    </a:ext>
                  </a:extLst>
                </p14:cNvPr>
                <p14:cNvContentPartPr/>
                <p14:nvPr/>
              </p14:nvContentPartPr>
              <p14:xfrm>
                <a:off x="2335785" y="114495"/>
                <a:ext cx="49680" cy="472680"/>
              </p14:xfrm>
            </p:contentPart>
          </mc:Choice>
          <mc:Fallback xmlns="">
            <p:pic>
              <p:nvPicPr>
                <p:cNvPr id="2" name="Ink 1">
                  <a:extLst>
                    <a:ext uri="{FF2B5EF4-FFF2-40B4-BE49-F238E27FC236}">
                      <a16:creationId xmlns:a16="http://schemas.microsoft.com/office/drawing/2014/main" id="{71A58205-A28C-DB6C-5BCE-96F8B10F0DF7}"/>
                    </a:ext>
                  </a:extLst>
                </p:cNvPr>
                <p:cNvPicPr/>
                <p:nvPr/>
              </p:nvPicPr>
              <p:blipFill>
                <a:blip r:embed="rId3"/>
                <a:stretch>
                  <a:fillRect/>
                </a:stretch>
              </p:blipFill>
              <p:spPr>
                <a:xfrm>
                  <a:off x="2329665" y="108375"/>
                  <a:ext cx="6192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6B9D0FB-20F1-4530-7F1D-916E5D3DCADD}"/>
                    </a:ext>
                  </a:extLst>
                </p14:cNvPr>
                <p14:cNvContentPartPr/>
                <p14:nvPr/>
              </p14:nvContentPartPr>
              <p14:xfrm>
                <a:off x="2440185" y="-10065"/>
                <a:ext cx="667800" cy="529920"/>
              </p14:xfrm>
            </p:contentPart>
          </mc:Choice>
          <mc:Fallback xmlns="">
            <p:pic>
              <p:nvPicPr>
                <p:cNvPr id="3" name="Ink 2">
                  <a:extLst>
                    <a:ext uri="{FF2B5EF4-FFF2-40B4-BE49-F238E27FC236}">
                      <a16:creationId xmlns:a16="http://schemas.microsoft.com/office/drawing/2014/main" id="{96B9D0FB-20F1-4530-7F1D-916E5D3DCADD}"/>
                    </a:ext>
                  </a:extLst>
                </p:cNvPr>
                <p:cNvPicPr/>
                <p:nvPr/>
              </p:nvPicPr>
              <p:blipFill>
                <a:blip r:embed="rId5"/>
                <a:stretch>
                  <a:fillRect/>
                </a:stretch>
              </p:blipFill>
              <p:spPr>
                <a:xfrm>
                  <a:off x="2434065" y="-16185"/>
                  <a:ext cx="680040" cy="542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8A1E3802-FD32-3BB8-0B56-CD7DFF6C6BFC}"/>
                    </a:ext>
                  </a:extLst>
                </p14:cNvPr>
                <p14:cNvContentPartPr/>
                <p14:nvPr/>
              </p14:nvContentPartPr>
              <p14:xfrm>
                <a:off x="3234345" y="155370"/>
                <a:ext cx="918360" cy="374400"/>
              </p14:xfrm>
            </p:contentPart>
          </mc:Choice>
          <mc:Fallback xmlns="">
            <p:pic>
              <p:nvPicPr>
                <p:cNvPr id="4" name="Ink 3">
                  <a:extLst>
                    <a:ext uri="{FF2B5EF4-FFF2-40B4-BE49-F238E27FC236}">
                      <a16:creationId xmlns:a16="http://schemas.microsoft.com/office/drawing/2014/main" id="{8A1E3802-FD32-3BB8-0B56-CD7DFF6C6BFC}"/>
                    </a:ext>
                  </a:extLst>
                </p:cNvPr>
                <p:cNvPicPr/>
                <p:nvPr/>
              </p:nvPicPr>
              <p:blipFill>
                <a:blip r:embed="rId7"/>
                <a:stretch>
                  <a:fillRect/>
                </a:stretch>
              </p:blipFill>
              <p:spPr>
                <a:xfrm>
                  <a:off x="3228225" y="149250"/>
                  <a:ext cx="93060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D6E7025-A925-556E-CA7A-439E9923A07B}"/>
                    </a:ext>
                  </a:extLst>
                </p14:cNvPr>
                <p14:cNvContentPartPr/>
                <p14:nvPr/>
              </p14:nvContentPartPr>
              <p14:xfrm>
                <a:off x="4243785" y="384690"/>
                <a:ext cx="410760" cy="103320"/>
              </p14:xfrm>
            </p:contentPart>
          </mc:Choice>
          <mc:Fallback xmlns="">
            <p:pic>
              <p:nvPicPr>
                <p:cNvPr id="5" name="Ink 4">
                  <a:extLst>
                    <a:ext uri="{FF2B5EF4-FFF2-40B4-BE49-F238E27FC236}">
                      <a16:creationId xmlns:a16="http://schemas.microsoft.com/office/drawing/2014/main" id="{AD6E7025-A925-556E-CA7A-439E9923A07B}"/>
                    </a:ext>
                  </a:extLst>
                </p:cNvPr>
                <p:cNvPicPr/>
                <p:nvPr/>
              </p:nvPicPr>
              <p:blipFill>
                <a:blip r:embed="rId9"/>
                <a:stretch>
                  <a:fillRect/>
                </a:stretch>
              </p:blipFill>
              <p:spPr>
                <a:xfrm>
                  <a:off x="4237665" y="378570"/>
                  <a:ext cx="423000" cy="115560"/>
                </a:xfrm>
                <a:prstGeom prst="rect">
                  <a:avLst/>
                </a:prstGeom>
              </p:spPr>
            </p:pic>
          </mc:Fallback>
        </mc:AlternateContent>
      </p:grpSp>
      <p:grpSp>
        <p:nvGrpSpPr>
          <p:cNvPr id="15" name="Group 14">
            <a:extLst>
              <a:ext uri="{FF2B5EF4-FFF2-40B4-BE49-F238E27FC236}">
                <a16:creationId xmlns:a16="http://schemas.microsoft.com/office/drawing/2014/main" id="{98700A21-8ADD-1F2F-1D68-5EF5D46300F8}"/>
              </a:ext>
            </a:extLst>
          </p:cNvPr>
          <p:cNvGrpSpPr/>
          <p:nvPr/>
        </p:nvGrpSpPr>
        <p:grpSpPr>
          <a:xfrm>
            <a:off x="5599545" y="84810"/>
            <a:ext cx="1789920" cy="436320"/>
            <a:chOff x="5599545" y="84810"/>
            <a:chExt cx="1789920" cy="436320"/>
          </a:xfrm>
        </p:grpSpPr>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F3E16F85-C43A-05E0-49DF-2BBF53003403}"/>
                    </a:ext>
                  </a:extLst>
                </p14:cNvPr>
                <p14:cNvContentPartPr/>
                <p14:nvPr/>
              </p14:nvContentPartPr>
              <p14:xfrm>
                <a:off x="5599545" y="119010"/>
                <a:ext cx="119520" cy="402120"/>
              </p14:xfrm>
            </p:contentPart>
          </mc:Choice>
          <mc:Fallback xmlns="">
            <p:pic>
              <p:nvPicPr>
                <p:cNvPr id="6" name="Ink 5">
                  <a:extLst>
                    <a:ext uri="{FF2B5EF4-FFF2-40B4-BE49-F238E27FC236}">
                      <a16:creationId xmlns:a16="http://schemas.microsoft.com/office/drawing/2014/main" id="{F3E16F85-C43A-05E0-49DF-2BBF53003403}"/>
                    </a:ext>
                  </a:extLst>
                </p:cNvPr>
                <p:cNvPicPr/>
                <p:nvPr/>
              </p:nvPicPr>
              <p:blipFill>
                <a:blip r:embed="rId11"/>
                <a:stretch>
                  <a:fillRect/>
                </a:stretch>
              </p:blipFill>
              <p:spPr>
                <a:xfrm>
                  <a:off x="5593425" y="112890"/>
                  <a:ext cx="13176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4B92C998-9E49-5E4A-84E6-02E70128CA93}"/>
                    </a:ext>
                  </a:extLst>
                </p14:cNvPr>
                <p14:cNvContentPartPr/>
                <p14:nvPr/>
              </p14:nvContentPartPr>
              <p14:xfrm>
                <a:off x="6086265" y="84810"/>
                <a:ext cx="87120" cy="336960"/>
              </p14:xfrm>
            </p:contentPart>
          </mc:Choice>
          <mc:Fallback xmlns="">
            <p:pic>
              <p:nvPicPr>
                <p:cNvPr id="7" name="Ink 6">
                  <a:extLst>
                    <a:ext uri="{FF2B5EF4-FFF2-40B4-BE49-F238E27FC236}">
                      <a16:creationId xmlns:a16="http://schemas.microsoft.com/office/drawing/2014/main" id="{4B92C998-9E49-5E4A-84E6-02E70128CA93}"/>
                    </a:ext>
                  </a:extLst>
                </p:cNvPr>
                <p:cNvPicPr/>
                <p:nvPr/>
              </p:nvPicPr>
              <p:blipFill>
                <a:blip r:embed="rId13"/>
                <a:stretch>
                  <a:fillRect/>
                </a:stretch>
              </p:blipFill>
              <p:spPr>
                <a:xfrm>
                  <a:off x="6080145" y="78690"/>
                  <a:ext cx="9936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548FAEFC-AF1B-7970-86F1-325BA21EC36B}"/>
                    </a:ext>
                  </a:extLst>
                </p14:cNvPr>
                <p14:cNvContentPartPr/>
                <p14:nvPr/>
              </p14:nvContentPartPr>
              <p14:xfrm>
                <a:off x="5970705" y="215850"/>
                <a:ext cx="462240" cy="110880"/>
              </p14:xfrm>
            </p:contentPart>
          </mc:Choice>
          <mc:Fallback xmlns="">
            <p:pic>
              <p:nvPicPr>
                <p:cNvPr id="8" name="Ink 7">
                  <a:extLst>
                    <a:ext uri="{FF2B5EF4-FFF2-40B4-BE49-F238E27FC236}">
                      <a16:creationId xmlns:a16="http://schemas.microsoft.com/office/drawing/2014/main" id="{548FAEFC-AF1B-7970-86F1-325BA21EC36B}"/>
                    </a:ext>
                  </a:extLst>
                </p:cNvPr>
                <p:cNvPicPr/>
                <p:nvPr/>
              </p:nvPicPr>
              <p:blipFill>
                <a:blip r:embed="rId15"/>
                <a:stretch>
                  <a:fillRect/>
                </a:stretch>
              </p:blipFill>
              <p:spPr>
                <a:xfrm>
                  <a:off x="5964585" y="209730"/>
                  <a:ext cx="47448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DCCEDE2E-15E4-4ED0-2108-69B0AE70D571}"/>
                    </a:ext>
                  </a:extLst>
                </p14:cNvPr>
                <p14:cNvContentPartPr/>
                <p14:nvPr/>
              </p14:nvContentPartPr>
              <p14:xfrm>
                <a:off x="6687825" y="178770"/>
                <a:ext cx="25200" cy="162000"/>
              </p14:xfrm>
            </p:contentPart>
          </mc:Choice>
          <mc:Fallback xmlns="">
            <p:pic>
              <p:nvPicPr>
                <p:cNvPr id="9" name="Ink 8">
                  <a:extLst>
                    <a:ext uri="{FF2B5EF4-FFF2-40B4-BE49-F238E27FC236}">
                      <a16:creationId xmlns:a16="http://schemas.microsoft.com/office/drawing/2014/main" id="{DCCEDE2E-15E4-4ED0-2108-69B0AE70D571}"/>
                    </a:ext>
                  </a:extLst>
                </p:cNvPr>
                <p:cNvPicPr/>
                <p:nvPr/>
              </p:nvPicPr>
              <p:blipFill>
                <a:blip r:embed="rId17"/>
                <a:stretch>
                  <a:fillRect/>
                </a:stretch>
              </p:blipFill>
              <p:spPr>
                <a:xfrm>
                  <a:off x="6681705" y="172650"/>
                  <a:ext cx="374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552DC2E6-2009-44D4-2706-606EB9C223B3}"/>
                    </a:ext>
                  </a:extLst>
                </p14:cNvPr>
                <p14:cNvContentPartPr/>
                <p14:nvPr/>
              </p14:nvContentPartPr>
              <p14:xfrm>
                <a:off x="6686385" y="282090"/>
                <a:ext cx="402840" cy="135720"/>
              </p14:xfrm>
            </p:contentPart>
          </mc:Choice>
          <mc:Fallback xmlns="">
            <p:pic>
              <p:nvPicPr>
                <p:cNvPr id="10" name="Ink 9">
                  <a:extLst>
                    <a:ext uri="{FF2B5EF4-FFF2-40B4-BE49-F238E27FC236}">
                      <a16:creationId xmlns:a16="http://schemas.microsoft.com/office/drawing/2014/main" id="{552DC2E6-2009-44D4-2706-606EB9C223B3}"/>
                    </a:ext>
                  </a:extLst>
                </p:cNvPr>
                <p:cNvPicPr/>
                <p:nvPr/>
              </p:nvPicPr>
              <p:blipFill>
                <a:blip r:embed="rId19"/>
                <a:stretch>
                  <a:fillRect/>
                </a:stretch>
              </p:blipFill>
              <p:spPr>
                <a:xfrm>
                  <a:off x="6680265" y="275970"/>
                  <a:ext cx="41508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FB127471-98F7-6687-F4A9-46C5443DB329}"/>
                    </a:ext>
                  </a:extLst>
                </p14:cNvPr>
                <p14:cNvContentPartPr/>
                <p14:nvPr/>
              </p14:nvContentPartPr>
              <p14:xfrm>
                <a:off x="7299105" y="339330"/>
                <a:ext cx="37080" cy="19800"/>
              </p14:xfrm>
            </p:contentPart>
          </mc:Choice>
          <mc:Fallback xmlns="">
            <p:pic>
              <p:nvPicPr>
                <p:cNvPr id="11" name="Ink 10">
                  <a:extLst>
                    <a:ext uri="{FF2B5EF4-FFF2-40B4-BE49-F238E27FC236}">
                      <a16:creationId xmlns:a16="http://schemas.microsoft.com/office/drawing/2014/main" id="{FB127471-98F7-6687-F4A9-46C5443DB329}"/>
                    </a:ext>
                  </a:extLst>
                </p:cNvPr>
                <p:cNvPicPr/>
                <p:nvPr/>
              </p:nvPicPr>
              <p:blipFill>
                <a:blip r:embed="rId21"/>
                <a:stretch>
                  <a:fillRect/>
                </a:stretch>
              </p:blipFill>
              <p:spPr>
                <a:xfrm>
                  <a:off x="7292985" y="333210"/>
                  <a:ext cx="493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8E580105-A255-22B5-4A72-33766DC34E25}"/>
                    </a:ext>
                  </a:extLst>
                </p14:cNvPr>
                <p14:cNvContentPartPr/>
                <p14:nvPr/>
              </p14:nvContentPartPr>
              <p14:xfrm>
                <a:off x="7043145" y="243570"/>
                <a:ext cx="164880" cy="123840"/>
              </p14:xfrm>
            </p:contentPart>
          </mc:Choice>
          <mc:Fallback xmlns="">
            <p:pic>
              <p:nvPicPr>
                <p:cNvPr id="12" name="Ink 11">
                  <a:extLst>
                    <a:ext uri="{FF2B5EF4-FFF2-40B4-BE49-F238E27FC236}">
                      <a16:creationId xmlns:a16="http://schemas.microsoft.com/office/drawing/2014/main" id="{8E580105-A255-22B5-4A72-33766DC34E25}"/>
                    </a:ext>
                  </a:extLst>
                </p:cNvPr>
                <p:cNvPicPr/>
                <p:nvPr/>
              </p:nvPicPr>
              <p:blipFill>
                <a:blip r:embed="rId23"/>
                <a:stretch>
                  <a:fillRect/>
                </a:stretch>
              </p:blipFill>
              <p:spPr>
                <a:xfrm>
                  <a:off x="7037025" y="237450"/>
                  <a:ext cx="1771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682C5037-50FF-0140-9CE6-78308E8AAACA}"/>
                    </a:ext>
                  </a:extLst>
                </p14:cNvPr>
                <p14:cNvContentPartPr/>
                <p14:nvPr/>
              </p14:nvContentPartPr>
              <p14:xfrm>
                <a:off x="7381185" y="358050"/>
                <a:ext cx="8280" cy="21960"/>
              </p14:xfrm>
            </p:contentPart>
          </mc:Choice>
          <mc:Fallback xmlns="">
            <p:pic>
              <p:nvPicPr>
                <p:cNvPr id="13" name="Ink 12">
                  <a:extLst>
                    <a:ext uri="{FF2B5EF4-FFF2-40B4-BE49-F238E27FC236}">
                      <a16:creationId xmlns:a16="http://schemas.microsoft.com/office/drawing/2014/main" id="{682C5037-50FF-0140-9CE6-78308E8AAACA}"/>
                    </a:ext>
                  </a:extLst>
                </p:cNvPr>
                <p:cNvPicPr/>
                <p:nvPr/>
              </p:nvPicPr>
              <p:blipFill>
                <a:blip r:embed="rId25"/>
                <a:stretch>
                  <a:fillRect/>
                </a:stretch>
              </p:blipFill>
              <p:spPr>
                <a:xfrm>
                  <a:off x="7375065" y="351930"/>
                  <a:ext cx="20520" cy="34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2D1B4BE5-B3D5-5658-694D-9760AEB3124E}"/>
                  </a:ext>
                </a:extLst>
              </p14:cNvPr>
              <p14:cNvContentPartPr/>
              <p14:nvPr/>
            </p14:nvContentPartPr>
            <p14:xfrm>
              <a:off x="2475825" y="819210"/>
              <a:ext cx="4517640" cy="117720"/>
            </p14:xfrm>
          </p:contentPart>
        </mc:Choice>
        <mc:Fallback xmlns="">
          <p:pic>
            <p:nvPicPr>
              <p:cNvPr id="17" name="Ink 16">
                <a:extLst>
                  <a:ext uri="{FF2B5EF4-FFF2-40B4-BE49-F238E27FC236}">
                    <a16:creationId xmlns:a16="http://schemas.microsoft.com/office/drawing/2014/main" id="{2D1B4BE5-B3D5-5658-694D-9760AEB3124E}"/>
                  </a:ext>
                </a:extLst>
              </p:cNvPr>
              <p:cNvPicPr/>
              <p:nvPr/>
            </p:nvPicPr>
            <p:blipFill>
              <a:blip r:embed="rId27"/>
              <a:stretch>
                <a:fillRect/>
              </a:stretch>
            </p:blipFill>
            <p:spPr>
              <a:xfrm>
                <a:off x="2469705" y="813090"/>
                <a:ext cx="45298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9035EFED-D4AB-688F-EB10-BB90D37E803C}"/>
                  </a:ext>
                </a:extLst>
              </p14:cNvPr>
              <p14:cNvContentPartPr/>
              <p14:nvPr/>
            </p14:nvContentPartPr>
            <p14:xfrm>
              <a:off x="7681785" y="462810"/>
              <a:ext cx="25560" cy="34200"/>
            </p14:xfrm>
          </p:contentPart>
        </mc:Choice>
        <mc:Fallback xmlns="">
          <p:pic>
            <p:nvPicPr>
              <p:cNvPr id="18" name="Ink 17">
                <a:extLst>
                  <a:ext uri="{FF2B5EF4-FFF2-40B4-BE49-F238E27FC236}">
                    <a16:creationId xmlns:a16="http://schemas.microsoft.com/office/drawing/2014/main" id="{9035EFED-D4AB-688F-EB10-BB90D37E803C}"/>
                  </a:ext>
                </a:extLst>
              </p:cNvPr>
              <p:cNvPicPr/>
              <p:nvPr/>
            </p:nvPicPr>
            <p:blipFill>
              <a:blip r:embed="rId29"/>
              <a:stretch>
                <a:fillRect/>
              </a:stretch>
            </p:blipFill>
            <p:spPr>
              <a:xfrm>
                <a:off x="7675665" y="456690"/>
                <a:ext cx="37800" cy="46440"/>
              </a:xfrm>
              <a:prstGeom prst="rect">
                <a:avLst/>
              </a:prstGeom>
            </p:spPr>
          </p:pic>
        </mc:Fallback>
      </mc:AlternateContent>
      <p:grpSp>
        <p:nvGrpSpPr>
          <p:cNvPr id="26" name="Group 25">
            <a:extLst>
              <a:ext uri="{FF2B5EF4-FFF2-40B4-BE49-F238E27FC236}">
                <a16:creationId xmlns:a16="http://schemas.microsoft.com/office/drawing/2014/main" id="{83F378E4-72EA-EAF6-55A0-3A7A6F1C5E26}"/>
              </a:ext>
            </a:extLst>
          </p:cNvPr>
          <p:cNvGrpSpPr/>
          <p:nvPr/>
        </p:nvGrpSpPr>
        <p:grpSpPr>
          <a:xfrm>
            <a:off x="962745" y="1301250"/>
            <a:ext cx="1656000" cy="800640"/>
            <a:chOff x="962745" y="1301250"/>
            <a:chExt cx="1656000" cy="800640"/>
          </a:xfrm>
        </p:grpSpPr>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1229DBCA-E28C-B45E-9004-02AAE0377DB0}"/>
                    </a:ext>
                  </a:extLst>
                </p14:cNvPr>
                <p14:cNvContentPartPr/>
                <p14:nvPr/>
              </p14:nvContentPartPr>
              <p14:xfrm>
                <a:off x="962745" y="1485210"/>
                <a:ext cx="379440" cy="536040"/>
              </p14:xfrm>
            </p:contentPart>
          </mc:Choice>
          <mc:Fallback xmlns="">
            <p:pic>
              <p:nvPicPr>
                <p:cNvPr id="19" name="Ink 18">
                  <a:extLst>
                    <a:ext uri="{FF2B5EF4-FFF2-40B4-BE49-F238E27FC236}">
                      <a16:creationId xmlns:a16="http://schemas.microsoft.com/office/drawing/2014/main" id="{1229DBCA-E28C-B45E-9004-02AAE0377DB0}"/>
                    </a:ext>
                  </a:extLst>
                </p:cNvPr>
                <p:cNvPicPr/>
                <p:nvPr/>
              </p:nvPicPr>
              <p:blipFill>
                <a:blip r:embed="rId31"/>
                <a:stretch>
                  <a:fillRect/>
                </a:stretch>
              </p:blipFill>
              <p:spPr>
                <a:xfrm>
                  <a:off x="956625" y="1479090"/>
                  <a:ext cx="391680"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AB56B433-E5A9-EDA0-39BF-253924C266C7}"/>
                    </a:ext>
                  </a:extLst>
                </p14:cNvPr>
                <p14:cNvContentPartPr/>
                <p14:nvPr/>
              </p14:nvContentPartPr>
              <p14:xfrm>
                <a:off x="1431825" y="1449570"/>
                <a:ext cx="97200" cy="413280"/>
              </p14:xfrm>
            </p:contentPart>
          </mc:Choice>
          <mc:Fallback xmlns="">
            <p:pic>
              <p:nvPicPr>
                <p:cNvPr id="20" name="Ink 19">
                  <a:extLst>
                    <a:ext uri="{FF2B5EF4-FFF2-40B4-BE49-F238E27FC236}">
                      <a16:creationId xmlns:a16="http://schemas.microsoft.com/office/drawing/2014/main" id="{AB56B433-E5A9-EDA0-39BF-253924C266C7}"/>
                    </a:ext>
                  </a:extLst>
                </p:cNvPr>
                <p:cNvPicPr/>
                <p:nvPr/>
              </p:nvPicPr>
              <p:blipFill>
                <a:blip r:embed="rId33"/>
                <a:stretch>
                  <a:fillRect/>
                </a:stretch>
              </p:blipFill>
              <p:spPr>
                <a:xfrm>
                  <a:off x="1425705" y="1443450"/>
                  <a:ext cx="10944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84A7E3D7-3D64-21DE-ABCA-AF2351B3D361}"/>
                    </a:ext>
                  </a:extLst>
                </p14:cNvPr>
                <p14:cNvContentPartPr/>
                <p14:nvPr/>
              </p14:nvContentPartPr>
              <p14:xfrm>
                <a:off x="1541625" y="1301250"/>
                <a:ext cx="201600" cy="127800"/>
              </p14:xfrm>
            </p:contentPart>
          </mc:Choice>
          <mc:Fallback xmlns="">
            <p:pic>
              <p:nvPicPr>
                <p:cNvPr id="21" name="Ink 20">
                  <a:extLst>
                    <a:ext uri="{FF2B5EF4-FFF2-40B4-BE49-F238E27FC236}">
                      <a16:creationId xmlns:a16="http://schemas.microsoft.com/office/drawing/2014/main" id="{84A7E3D7-3D64-21DE-ABCA-AF2351B3D361}"/>
                    </a:ext>
                  </a:extLst>
                </p:cNvPr>
                <p:cNvPicPr/>
                <p:nvPr/>
              </p:nvPicPr>
              <p:blipFill>
                <a:blip r:embed="rId35"/>
                <a:stretch>
                  <a:fillRect/>
                </a:stretch>
              </p:blipFill>
              <p:spPr>
                <a:xfrm>
                  <a:off x="1535505" y="1295130"/>
                  <a:ext cx="2138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AC83DFDA-F673-97CB-190C-58A886CAEA51}"/>
                    </a:ext>
                  </a:extLst>
                </p14:cNvPr>
                <p14:cNvContentPartPr/>
                <p14:nvPr/>
              </p14:nvContentPartPr>
              <p14:xfrm>
                <a:off x="1864185" y="1410690"/>
                <a:ext cx="87480" cy="243000"/>
              </p14:xfrm>
            </p:contentPart>
          </mc:Choice>
          <mc:Fallback xmlns="">
            <p:pic>
              <p:nvPicPr>
                <p:cNvPr id="22" name="Ink 21">
                  <a:extLst>
                    <a:ext uri="{FF2B5EF4-FFF2-40B4-BE49-F238E27FC236}">
                      <a16:creationId xmlns:a16="http://schemas.microsoft.com/office/drawing/2014/main" id="{AC83DFDA-F673-97CB-190C-58A886CAEA51}"/>
                    </a:ext>
                  </a:extLst>
                </p:cNvPr>
                <p:cNvPicPr/>
                <p:nvPr/>
              </p:nvPicPr>
              <p:blipFill>
                <a:blip r:embed="rId37"/>
                <a:stretch>
                  <a:fillRect/>
                </a:stretch>
              </p:blipFill>
              <p:spPr>
                <a:xfrm>
                  <a:off x="1858065" y="1404570"/>
                  <a:ext cx="9972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3DEBC0A5-28BB-3E62-F9C6-C1DC47CFDE6E}"/>
                    </a:ext>
                  </a:extLst>
                </p14:cNvPr>
                <p14:cNvContentPartPr/>
                <p14:nvPr/>
              </p14:nvContentPartPr>
              <p14:xfrm>
                <a:off x="1977945" y="1420410"/>
                <a:ext cx="202320" cy="681480"/>
              </p14:xfrm>
            </p:contentPart>
          </mc:Choice>
          <mc:Fallback xmlns="">
            <p:pic>
              <p:nvPicPr>
                <p:cNvPr id="23" name="Ink 22">
                  <a:extLst>
                    <a:ext uri="{FF2B5EF4-FFF2-40B4-BE49-F238E27FC236}">
                      <a16:creationId xmlns:a16="http://schemas.microsoft.com/office/drawing/2014/main" id="{3DEBC0A5-28BB-3E62-F9C6-C1DC47CFDE6E}"/>
                    </a:ext>
                  </a:extLst>
                </p:cNvPr>
                <p:cNvPicPr/>
                <p:nvPr/>
              </p:nvPicPr>
              <p:blipFill>
                <a:blip r:embed="rId39"/>
                <a:stretch>
                  <a:fillRect/>
                </a:stretch>
              </p:blipFill>
              <p:spPr>
                <a:xfrm>
                  <a:off x="1971825" y="1414290"/>
                  <a:ext cx="214560" cy="6937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E8B51336-915C-B065-7B84-F4E2DCBB294D}"/>
                    </a:ext>
                  </a:extLst>
                </p14:cNvPr>
                <p14:cNvContentPartPr/>
                <p14:nvPr/>
              </p14:nvContentPartPr>
              <p14:xfrm>
                <a:off x="2257665" y="1805970"/>
                <a:ext cx="111600" cy="206280"/>
              </p14:xfrm>
            </p:contentPart>
          </mc:Choice>
          <mc:Fallback xmlns="">
            <p:pic>
              <p:nvPicPr>
                <p:cNvPr id="24" name="Ink 23">
                  <a:extLst>
                    <a:ext uri="{FF2B5EF4-FFF2-40B4-BE49-F238E27FC236}">
                      <a16:creationId xmlns:a16="http://schemas.microsoft.com/office/drawing/2014/main" id="{E8B51336-915C-B065-7B84-F4E2DCBB294D}"/>
                    </a:ext>
                  </a:extLst>
                </p:cNvPr>
                <p:cNvPicPr/>
                <p:nvPr/>
              </p:nvPicPr>
              <p:blipFill>
                <a:blip r:embed="rId41"/>
                <a:stretch>
                  <a:fillRect/>
                </a:stretch>
              </p:blipFill>
              <p:spPr>
                <a:xfrm>
                  <a:off x="2251545" y="1799850"/>
                  <a:ext cx="12384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11A61B0C-8169-3DE2-3778-42D560EB44AA}"/>
                    </a:ext>
                  </a:extLst>
                </p14:cNvPr>
                <p14:cNvContentPartPr/>
                <p14:nvPr/>
              </p14:nvContentPartPr>
              <p14:xfrm>
                <a:off x="2586345" y="1870050"/>
                <a:ext cx="32400" cy="23040"/>
              </p14:xfrm>
            </p:contentPart>
          </mc:Choice>
          <mc:Fallback xmlns="">
            <p:pic>
              <p:nvPicPr>
                <p:cNvPr id="25" name="Ink 24">
                  <a:extLst>
                    <a:ext uri="{FF2B5EF4-FFF2-40B4-BE49-F238E27FC236}">
                      <a16:creationId xmlns:a16="http://schemas.microsoft.com/office/drawing/2014/main" id="{11A61B0C-8169-3DE2-3778-42D560EB44AA}"/>
                    </a:ext>
                  </a:extLst>
                </p:cNvPr>
                <p:cNvPicPr/>
                <p:nvPr/>
              </p:nvPicPr>
              <p:blipFill>
                <a:blip r:embed="rId43"/>
                <a:stretch>
                  <a:fillRect/>
                </a:stretch>
              </p:blipFill>
              <p:spPr>
                <a:xfrm>
                  <a:off x="2580225" y="1863930"/>
                  <a:ext cx="44640" cy="35280"/>
                </a:xfrm>
                <a:prstGeom prst="rect">
                  <a:avLst/>
                </a:prstGeom>
              </p:spPr>
            </p:pic>
          </mc:Fallback>
        </mc:AlternateContent>
      </p:grpSp>
      <p:grpSp>
        <p:nvGrpSpPr>
          <p:cNvPr id="33" name="Group 32">
            <a:extLst>
              <a:ext uri="{FF2B5EF4-FFF2-40B4-BE49-F238E27FC236}">
                <a16:creationId xmlns:a16="http://schemas.microsoft.com/office/drawing/2014/main" id="{BF44082E-9588-F8AB-ABA2-312B6BAB9362}"/>
              </a:ext>
            </a:extLst>
          </p:cNvPr>
          <p:cNvGrpSpPr/>
          <p:nvPr/>
        </p:nvGrpSpPr>
        <p:grpSpPr>
          <a:xfrm>
            <a:off x="5185905" y="1213770"/>
            <a:ext cx="1987200" cy="532440"/>
            <a:chOff x="5185905" y="1213770"/>
            <a:chExt cx="1987200" cy="532440"/>
          </a:xfrm>
        </p:grpSpPr>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69767F72-401C-6327-37FD-3B5E45FB9968}"/>
                    </a:ext>
                  </a:extLst>
                </p14:cNvPr>
                <p14:cNvContentPartPr/>
                <p14:nvPr/>
              </p14:nvContentPartPr>
              <p14:xfrm>
                <a:off x="5185905" y="1329330"/>
                <a:ext cx="216000" cy="416880"/>
              </p14:xfrm>
            </p:contentPart>
          </mc:Choice>
          <mc:Fallback xmlns="">
            <p:pic>
              <p:nvPicPr>
                <p:cNvPr id="27" name="Ink 26">
                  <a:extLst>
                    <a:ext uri="{FF2B5EF4-FFF2-40B4-BE49-F238E27FC236}">
                      <a16:creationId xmlns:a16="http://schemas.microsoft.com/office/drawing/2014/main" id="{69767F72-401C-6327-37FD-3B5E45FB9968}"/>
                    </a:ext>
                  </a:extLst>
                </p:cNvPr>
                <p:cNvPicPr/>
                <p:nvPr/>
              </p:nvPicPr>
              <p:blipFill>
                <a:blip r:embed="rId45"/>
                <a:stretch>
                  <a:fillRect/>
                </a:stretch>
              </p:blipFill>
              <p:spPr>
                <a:xfrm>
                  <a:off x="5179785" y="1323210"/>
                  <a:ext cx="22824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6898329C-E96D-6A5F-7439-946DAC250076}"/>
                    </a:ext>
                  </a:extLst>
                </p14:cNvPr>
                <p14:cNvContentPartPr/>
                <p14:nvPr/>
              </p14:nvContentPartPr>
              <p14:xfrm>
                <a:off x="5719785" y="1302690"/>
                <a:ext cx="487080" cy="346320"/>
              </p14:xfrm>
            </p:contentPart>
          </mc:Choice>
          <mc:Fallback xmlns="">
            <p:pic>
              <p:nvPicPr>
                <p:cNvPr id="28" name="Ink 27">
                  <a:extLst>
                    <a:ext uri="{FF2B5EF4-FFF2-40B4-BE49-F238E27FC236}">
                      <a16:creationId xmlns:a16="http://schemas.microsoft.com/office/drawing/2014/main" id="{6898329C-E96D-6A5F-7439-946DAC250076}"/>
                    </a:ext>
                  </a:extLst>
                </p:cNvPr>
                <p:cNvPicPr/>
                <p:nvPr/>
              </p:nvPicPr>
              <p:blipFill>
                <a:blip r:embed="rId47"/>
                <a:stretch>
                  <a:fillRect/>
                </a:stretch>
              </p:blipFill>
              <p:spPr>
                <a:xfrm>
                  <a:off x="5713665" y="1296570"/>
                  <a:ext cx="49932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24BB9DD6-4096-A6F1-7815-86D6544219E2}"/>
                    </a:ext>
                  </a:extLst>
                </p14:cNvPr>
                <p14:cNvContentPartPr/>
                <p14:nvPr/>
              </p14:nvContentPartPr>
              <p14:xfrm>
                <a:off x="6594585" y="1222050"/>
                <a:ext cx="90000" cy="131760"/>
              </p14:xfrm>
            </p:contentPart>
          </mc:Choice>
          <mc:Fallback xmlns="">
            <p:pic>
              <p:nvPicPr>
                <p:cNvPr id="29" name="Ink 28">
                  <a:extLst>
                    <a:ext uri="{FF2B5EF4-FFF2-40B4-BE49-F238E27FC236}">
                      <a16:creationId xmlns:a16="http://schemas.microsoft.com/office/drawing/2014/main" id="{24BB9DD6-4096-A6F1-7815-86D6544219E2}"/>
                    </a:ext>
                  </a:extLst>
                </p:cNvPr>
                <p:cNvPicPr/>
                <p:nvPr/>
              </p:nvPicPr>
              <p:blipFill>
                <a:blip r:embed="rId49"/>
                <a:stretch>
                  <a:fillRect/>
                </a:stretch>
              </p:blipFill>
              <p:spPr>
                <a:xfrm>
                  <a:off x="6588465" y="1215930"/>
                  <a:ext cx="1022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8BB6E571-069A-EF23-CD33-F4A04D0C2B91}"/>
                    </a:ext>
                  </a:extLst>
                </p14:cNvPr>
                <p14:cNvContentPartPr/>
                <p14:nvPr/>
              </p14:nvContentPartPr>
              <p14:xfrm>
                <a:off x="6808425" y="1213770"/>
                <a:ext cx="50760" cy="446760"/>
              </p14:xfrm>
            </p:contentPart>
          </mc:Choice>
          <mc:Fallback xmlns="">
            <p:pic>
              <p:nvPicPr>
                <p:cNvPr id="30" name="Ink 29">
                  <a:extLst>
                    <a:ext uri="{FF2B5EF4-FFF2-40B4-BE49-F238E27FC236}">
                      <a16:creationId xmlns:a16="http://schemas.microsoft.com/office/drawing/2014/main" id="{8BB6E571-069A-EF23-CD33-F4A04D0C2B91}"/>
                    </a:ext>
                  </a:extLst>
                </p:cNvPr>
                <p:cNvPicPr/>
                <p:nvPr/>
              </p:nvPicPr>
              <p:blipFill>
                <a:blip r:embed="rId51"/>
                <a:stretch>
                  <a:fillRect/>
                </a:stretch>
              </p:blipFill>
              <p:spPr>
                <a:xfrm>
                  <a:off x="6802305" y="1207650"/>
                  <a:ext cx="63000" cy="459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54904AE5-EC4C-DA1F-3843-147C4AE3195D}"/>
                    </a:ext>
                  </a:extLst>
                </p14:cNvPr>
                <p14:cNvContentPartPr/>
                <p14:nvPr/>
              </p14:nvContentPartPr>
              <p14:xfrm>
                <a:off x="7074825" y="1470810"/>
                <a:ext cx="98280" cy="138240"/>
              </p14:xfrm>
            </p:contentPart>
          </mc:Choice>
          <mc:Fallback xmlns="">
            <p:pic>
              <p:nvPicPr>
                <p:cNvPr id="31" name="Ink 30">
                  <a:extLst>
                    <a:ext uri="{FF2B5EF4-FFF2-40B4-BE49-F238E27FC236}">
                      <a16:creationId xmlns:a16="http://schemas.microsoft.com/office/drawing/2014/main" id="{54904AE5-EC4C-DA1F-3843-147C4AE3195D}"/>
                    </a:ext>
                  </a:extLst>
                </p:cNvPr>
                <p:cNvPicPr/>
                <p:nvPr/>
              </p:nvPicPr>
              <p:blipFill>
                <a:blip r:embed="rId53"/>
                <a:stretch>
                  <a:fillRect/>
                </a:stretch>
              </p:blipFill>
              <p:spPr>
                <a:xfrm>
                  <a:off x="7068705" y="1464690"/>
                  <a:ext cx="110520" cy="150480"/>
                </a:xfrm>
                <a:prstGeom prst="rect">
                  <a:avLst/>
                </a:prstGeom>
              </p:spPr>
            </p:pic>
          </mc:Fallback>
        </mc:AlternateContent>
      </p:grpSp>
      <p:grpSp>
        <p:nvGrpSpPr>
          <p:cNvPr id="42" name="Group 41">
            <a:extLst>
              <a:ext uri="{FF2B5EF4-FFF2-40B4-BE49-F238E27FC236}">
                <a16:creationId xmlns:a16="http://schemas.microsoft.com/office/drawing/2014/main" id="{4D7C79F6-7AD0-D718-7A27-55030791ACED}"/>
              </a:ext>
            </a:extLst>
          </p:cNvPr>
          <p:cNvGrpSpPr/>
          <p:nvPr/>
        </p:nvGrpSpPr>
        <p:grpSpPr>
          <a:xfrm>
            <a:off x="9892185" y="874290"/>
            <a:ext cx="1997280" cy="768600"/>
            <a:chOff x="9892185" y="874290"/>
            <a:chExt cx="1997280" cy="768600"/>
          </a:xfrm>
        </p:grpSpPr>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E59B1499-3C00-03AC-8905-EE06B768B728}"/>
                    </a:ext>
                  </a:extLst>
                </p14:cNvPr>
                <p14:cNvContentPartPr/>
                <p14:nvPr/>
              </p14:nvContentPartPr>
              <p14:xfrm>
                <a:off x="9892185" y="1166610"/>
                <a:ext cx="444240" cy="476280"/>
              </p14:xfrm>
            </p:contentPart>
          </mc:Choice>
          <mc:Fallback xmlns="">
            <p:pic>
              <p:nvPicPr>
                <p:cNvPr id="34" name="Ink 33">
                  <a:extLst>
                    <a:ext uri="{FF2B5EF4-FFF2-40B4-BE49-F238E27FC236}">
                      <a16:creationId xmlns:a16="http://schemas.microsoft.com/office/drawing/2014/main" id="{E59B1499-3C00-03AC-8905-EE06B768B728}"/>
                    </a:ext>
                  </a:extLst>
                </p:cNvPr>
                <p:cNvPicPr/>
                <p:nvPr/>
              </p:nvPicPr>
              <p:blipFill>
                <a:blip r:embed="rId55"/>
                <a:stretch>
                  <a:fillRect/>
                </a:stretch>
              </p:blipFill>
              <p:spPr>
                <a:xfrm>
                  <a:off x="9886065" y="1160490"/>
                  <a:ext cx="456480" cy="4885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BA60724C-2DD4-CB51-87F9-AFE688C3CDC9}"/>
                    </a:ext>
                  </a:extLst>
                </p14:cNvPr>
                <p14:cNvContentPartPr/>
                <p14:nvPr/>
              </p14:nvContentPartPr>
              <p14:xfrm>
                <a:off x="10109625" y="1343370"/>
                <a:ext cx="561600" cy="194760"/>
              </p14:xfrm>
            </p:contentPart>
          </mc:Choice>
          <mc:Fallback xmlns="">
            <p:pic>
              <p:nvPicPr>
                <p:cNvPr id="35" name="Ink 34">
                  <a:extLst>
                    <a:ext uri="{FF2B5EF4-FFF2-40B4-BE49-F238E27FC236}">
                      <a16:creationId xmlns:a16="http://schemas.microsoft.com/office/drawing/2014/main" id="{BA60724C-2DD4-CB51-87F9-AFE688C3CDC9}"/>
                    </a:ext>
                  </a:extLst>
                </p:cNvPr>
                <p:cNvPicPr/>
                <p:nvPr/>
              </p:nvPicPr>
              <p:blipFill>
                <a:blip r:embed="rId57"/>
                <a:stretch>
                  <a:fillRect/>
                </a:stretch>
              </p:blipFill>
              <p:spPr>
                <a:xfrm>
                  <a:off x="10103505" y="1337250"/>
                  <a:ext cx="57384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A6C19A38-DB4E-24B9-A9F9-4D36241FF224}"/>
                    </a:ext>
                  </a:extLst>
                </p14:cNvPr>
                <p14:cNvContentPartPr/>
                <p14:nvPr/>
              </p14:nvContentPartPr>
              <p14:xfrm>
                <a:off x="10833225" y="1048170"/>
                <a:ext cx="109080" cy="387000"/>
              </p14:xfrm>
            </p:contentPart>
          </mc:Choice>
          <mc:Fallback xmlns="">
            <p:pic>
              <p:nvPicPr>
                <p:cNvPr id="36" name="Ink 35">
                  <a:extLst>
                    <a:ext uri="{FF2B5EF4-FFF2-40B4-BE49-F238E27FC236}">
                      <a16:creationId xmlns:a16="http://schemas.microsoft.com/office/drawing/2014/main" id="{A6C19A38-DB4E-24B9-A9F9-4D36241FF224}"/>
                    </a:ext>
                  </a:extLst>
                </p:cNvPr>
                <p:cNvPicPr/>
                <p:nvPr/>
              </p:nvPicPr>
              <p:blipFill>
                <a:blip r:embed="rId59"/>
                <a:stretch>
                  <a:fillRect/>
                </a:stretch>
              </p:blipFill>
              <p:spPr>
                <a:xfrm>
                  <a:off x="10827105" y="1042050"/>
                  <a:ext cx="12132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339E4F7B-2BCA-9318-6E9E-B494D87B3B10}"/>
                    </a:ext>
                  </a:extLst>
                </p14:cNvPr>
                <p14:cNvContentPartPr/>
                <p14:nvPr/>
              </p14:nvContentPartPr>
              <p14:xfrm>
                <a:off x="10980465" y="874290"/>
                <a:ext cx="210600" cy="102240"/>
              </p14:xfrm>
            </p:contentPart>
          </mc:Choice>
          <mc:Fallback xmlns="">
            <p:pic>
              <p:nvPicPr>
                <p:cNvPr id="37" name="Ink 36">
                  <a:extLst>
                    <a:ext uri="{FF2B5EF4-FFF2-40B4-BE49-F238E27FC236}">
                      <a16:creationId xmlns:a16="http://schemas.microsoft.com/office/drawing/2014/main" id="{339E4F7B-2BCA-9318-6E9E-B494D87B3B10}"/>
                    </a:ext>
                  </a:extLst>
                </p:cNvPr>
                <p:cNvPicPr/>
                <p:nvPr/>
              </p:nvPicPr>
              <p:blipFill>
                <a:blip r:embed="rId61"/>
                <a:stretch>
                  <a:fillRect/>
                </a:stretch>
              </p:blipFill>
              <p:spPr>
                <a:xfrm>
                  <a:off x="10974345" y="868170"/>
                  <a:ext cx="22284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9DF0C84F-5ADC-9409-E895-77D8A2B2ED97}"/>
                    </a:ext>
                  </a:extLst>
                </p14:cNvPr>
                <p14:cNvContentPartPr/>
                <p14:nvPr/>
              </p14:nvContentPartPr>
              <p14:xfrm>
                <a:off x="11332905" y="1048890"/>
                <a:ext cx="104400" cy="175680"/>
              </p14:xfrm>
            </p:contentPart>
          </mc:Choice>
          <mc:Fallback xmlns="">
            <p:pic>
              <p:nvPicPr>
                <p:cNvPr id="38" name="Ink 37">
                  <a:extLst>
                    <a:ext uri="{FF2B5EF4-FFF2-40B4-BE49-F238E27FC236}">
                      <a16:creationId xmlns:a16="http://schemas.microsoft.com/office/drawing/2014/main" id="{9DF0C84F-5ADC-9409-E895-77D8A2B2ED97}"/>
                    </a:ext>
                  </a:extLst>
                </p:cNvPr>
                <p:cNvPicPr/>
                <p:nvPr/>
              </p:nvPicPr>
              <p:blipFill>
                <a:blip r:embed="rId63"/>
                <a:stretch>
                  <a:fillRect/>
                </a:stretch>
              </p:blipFill>
              <p:spPr>
                <a:xfrm>
                  <a:off x="11326785" y="1042770"/>
                  <a:ext cx="1166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567AD698-6C36-C2B2-888A-1517311F58C5}"/>
                    </a:ext>
                  </a:extLst>
                </p14:cNvPr>
                <p14:cNvContentPartPr/>
                <p14:nvPr/>
              </p14:nvContentPartPr>
              <p14:xfrm>
                <a:off x="11506785" y="1019370"/>
                <a:ext cx="146160" cy="537480"/>
              </p14:xfrm>
            </p:contentPart>
          </mc:Choice>
          <mc:Fallback xmlns="">
            <p:pic>
              <p:nvPicPr>
                <p:cNvPr id="39" name="Ink 38">
                  <a:extLst>
                    <a:ext uri="{FF2B5EF4-FFF2-40B4-BE49-F238E27FC236}">
                      <a16:creationId xmlns:a16="http://schemas.microsoft.com/office/drawing/2014/main" id="{567AD698-6C36-C2B2-888A-1517311F58C5}"/>
                    </a:ext>
                  </a:extLst>
                </p:cNvPr>
                <p:cNvPicPr/>
                <p:nvPr/>
              </p:nvPicPr>
              <p:blipFill>
                <a:blip r:embed="rId65"/>
                <a:stretch>
                  <a:fillRect/>
                </a:stretch>
              </p:blipFill>
              <p:spPr>
                <a:xfrm>
                  <a:off x="11500665" y="1013250"/>
                  <a:ext cx="158400" cy="5497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FE702C9E-8E8B-7AAD-E7C0-221ADADDD80A}"/>
                    </a:ext>
                  </a:extLst>
                </p14:cNvPr>
                <p14:cNvContentPartPr/>
                <p14:nvPr/>
              </p14:nvContentPartPr>
              <p14:xfrm>
                <a:off x="11755185" y="1339410"/>
                <a:ext cx="69120" cy="186120"/>
              </p14:xfrm>
            </p:contentPart>
          </mc:Choice>
          <mc:Fallback xmlns="">
            <p:pic>
              <p:nvPicPr>
                <p:cNvPr id="40" name="Ink 39">
                  <a:extLst>
                    <a:ext uri="{FF2B5EF4-FFF2-40B4-BE49-F238E27FC236}">
                      <a16:creationId xmlns:a16="http://schemas.microsoft.com/office/drawing/2014/main" id="{FE702C9E-8E8B-7AAD-E7C0-221ADADDD80A}"/>
                    </a:ext>
                  </a:extLst>
                </p:cNvPr>
                <p:cNvPicPr/>
                <p:nvPr/>
              </p:nvPicPr>
              <p:blipFill>
                <a:blip r:embed="rId67"/>
                <a:stretch>
                  <a:fillRect/>
                </a:stretch>
              </p:blipFill>
              <p:spPr>
                <a:xfrm>
                  <a:off x="11749065" y="1333290"/>
                  <a:ext cx="8136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51A764DE-92C7-1FF7-9D9F-B60E182B7A19}"/>
                    </a:ext>
                  </a:extLst>
                </p14:cNvPr>
                <p14:cNvContentPartPr/>
                <p14:nvPr/>
              </p14:nvContentPartPr>
              <p14:xfrm>
                <a:off x="11870745" y="1421850"/>
                <a:ext cx="18720" cy="18720"/>
              </p14:xfrm>
            </p:contentPart>
          </mc:Choice>
          <mc:Fallback xmlns="">
            <p:pic>
              <p:nvPicPr>
                <p:cNvPr id="41" name="Ink 40">
                  <a:extLst>
                    <a:ext uri="{FF2B5EF4-FFF2-40B4-BE49-F238E27FC236}">
                      <a16:creationId xmlns:a16="http://schemas.microsoft.com/office/drawing/2014/main" id="{51A764DE-92C7-1FF7-9D9F-B60E182B7A19}"/>
                    </a:ext>
                  </a:extLst>
                </p:cNvPr>
                <p:cNvPicPr/>
                <p:nvPr/>
              </p:nvPicPr>
              <p:blipFill>
                <a:blip r:embed="rId69"/>
                <a:stretch>
                  <a:fillRect/>
                </a:stretch>
              </p:blipFill>
              <p:spPr>
                <a:xfrm>
                  <a:off x="11864625" y="1415730"/>
                  <a:ext cx="30960" cy="30960"/>
                </a:xfrm>
                <a:prstGeom prst="rect">
                  <a:avLst/>
                </a:prstGeom>
              </p:spPr>
            </p:pic>
          </mc:Fallback>
        </mc:AlternateContent>
      </p:grpSp>
      <p:grpSp>
        <p:nvGrpSpPr>
          <p:cNvPr id="51" name="Group 50">
            <a:extLst>
              <a:ext uri="{FF2B5EF4-FFF2-40B4-BE49-F238E27FC236}">
                <a16:creationId xmlns:a16="http://schemas.microsoft.com/office/drawing/2014/main" id="{E2ACC899-2B1B-70E8-31DD-B466BBE31DCF}"/>
              </a:ext>
            </a:extLst>
          </p:cNvPr>
          <p:cNvGrpSpPr/>
          <p:nvPr/>
        </p:nvGrpSpPr>
        <p:grpSpPr>
          <a:xfrm>
            <a:off x="10250745" y="2653770"/>
            <a:ext cx="1188720" cy="633960"/>
            <a:chOff x="10250745" y="2653770"/>
            <a:chExt cx="1188720" cy="633960"/>
          </a:xfrm>
        </p:grpSpPr>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40077F07-C705-BB52-D8FE-97C8504C72BB}"/>
                    </a:ext>
                  </a:extLst>
                </p14:cNvPr>
                <p14:cNvContentPartPr/>
                <p14:nvPr/>
              </p14:nvContentPartPr>
              <p14:xfrm>
                <a:off x="10250745" y="2658090"/>
                <a:ext cx="202680" cy="409680"/>
              </p14:xfrm>
            </p:contentPart>
          </mc:Choice>
          <mc:Fallback xmlns="">
            <p:pic>
              <p:nvPicPr>
                <p:cNvPr id="43" name="Ink 42">
                  <a:extLst>
                    <a:ext uri="{FF2B5EF4-FFF2-40B4-BE49-F238E27FC236}">
                      <a16:creationId xmlns:a16="http://schemas.microsoft.com/office/drawing/2014/main" id="{40077F07-C705-BB52-D8FE-97C8504C72BB}"/>
                    </a:ext>
                  </a:extLst>
                </p:cNvPr>
                <p:cNvPicPr/>
                <p:nvPr/>
              </p:nvPicPr>
              <p:blipFill>
                <a:blip r:embed="rId71"/>
                <a:stretch>
                  <a:fillRect/>
                </a:stretch>
              </p:blipFill>
              <p:spPr>
                <a:xfrm>
                  <a:off x="10244625" y="2651970"/>
                  <a:ext cx="21492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3252457E-F965-2B05-B637-BC4BF9AE336C}"/>
                    </a:ext>
                  </a:extLst>
                </p14:cNvPr>
                <p14:cNvContentPartPr/>
                <p14:nvPr/>
              </p14:nvContentPartPr>
              <p14:xfrm>
                <a:off x="10289265" y="2688690"/>
                <a:ext cx="659880" cy="381600"/>
              </p14:xfrm>
            </p:contentPart>
          </mc:Choice>
          <mc:Fallback xmlns="">
            <p:pic>
              <p:nvPicPr>
                <p:cNvPr id="44" name="Ink 43">
                  <a:extLst>
                    <a:ext uri="{FF2B5EF4-FFF2-40B4-BE49-F238E27FC236}">
                      <a16:creationId xmlns:a16="http://schemas.microsoft.com/office/drawing/2014/main" id="{3252457E-F965-2B05-B637-BC4BF9AE336C}"/>
                    </a:ext>
                  </a:extLst>
                </p:cNvPr>
                <p:cNvPicPr/>
                <p:nvPr/>
              </p:nvPicPr>
              <p:blipFill>
                <a:blip r:embed="rId73"/>
                <a:stretch>
                  <a:fillRect/>
                </a:stretch>
              </p:blipFill>
              <p:spPr>
                <a:xfrm>
                  <a:off x="10283145" y="2682570"/>
                  <a:ext cx="67212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AB0884B9-5600-1650-D929-6956E0C83FFE}"/>
                    </a:ext>
                  </a:extLst>
                </p14:cNvPr>
                <p14:cNvContentPartPr/>
                <p14:nvPr/>
              </p14:nvContentPartPr>
              <p14:xfrm>
                <a:off x="10937265" y="2653770"/>
                <a:ext cx="128520" cy="233640"/>
              </p14:xfrm>
            </p:contentPart>
          </mc:Choice>
          <mc:Fallback xmlns="">
            <p:pic>
              <p:nvPicPr>
                <p:cNvPr id="45" name="Ink 44">
                  <a:extLst>
                    <a:ext uri="{FF2B5EF4-FFF2-40B4-BE49-F238E27FC236}">
                      <a16:creationId xmlns:a16="http://schemas.microsoft.com/office/drawing/2014/main" id="{AB0884B9-5600-1650-D929-6956E0C83FFE}"/>
                    </a:ext>
                  </a:extLst>
                </p:cNvPr>
                <p:cNvPicPr/>
                <p:nvPr/>
              </p:nvPicPr>
              <p:blipFill>
                <a:blip r:embed="rId75"/>
                <a:stretch>
                  <a:fillRect/>
                </a:stretch>
              </p:blipFill>
              <p:spPr>
                <a:xfrm>
                  <a:off x="10931145" y="2647650"/>
                  <a:ext cx="14076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88CD348B-64DC-60A0-78D5-5F8D6169B335}"/>
                    </a:ext>
                  </a:extLst>
                </p14:cNvPr>
                <p14:cNvContentPartPr/>
                <p14:nvPr/>
              </p14:nvContentPartPr>
              <p14:xfrm>
                <a:off x="10877865" y="2690850"/>
                <a:ext cx="437040" cy="596880"/>
              </p14:xfrm>
            </p:contentPart>
          </mc:Choice>
          <mc:Fallback xmlns="">
            <p:pic>
              <p:nvPicPr>
                <p:cNvPr id="46" name="Ink 45">
                  <a:extLst>
                    <a:ext uri="{FF2B5EF4-FFF2-40B4-BE49-F238E27FC236}">
                      <a16:creationId xmlns:a16="http://schemas.microsoft.com/office/drawing/2014/main" id="{88CD348B-64DC-60A0-78D5-5F8D6169B335}"/>
                    </a:ext>
                  </a:extLst>
                </p:cNvPr>
                <p:cNvPicPr/>
                <p:nvPr/>
              </p:nvPicPr>
              <p:blipFill>
                <a:blip r:embed="rId77"/>
                <a:stretch>
                  <a:fillRect/>
                </a:stretch>
              </p:blipFill>
              <p:spPr>
                <a:xfrm>
                  <a:off x="10871745" y="2684730"/>
                  <a:ext cx="449280" cy="609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DA40F1A2-45C9-CDCD-D562-B4B26CC513D8}"/>
                    </a:ext>
                  </a:extLst>
                </p14:cNvPr>
                <p14:cNvContentPartPr/>
                <p14:nvPr/>
              </p14:nvContentPartPr>
              <p14:xfrm>
                <a:off x="11187465" y="3038610"/>
                <a:ext cx="55440" cy="162720"/>
              </p14:xfrm>
            </p:contentPart>
          </mc:Choice>
          <mc:Fallback xmlns="">
            <p:pic>
              <p:nvPicPr>
                <p:cNvPr id="47" name="Ink 46">
                  <a:extLst>
                    <a:ext uri="{FF2B5EF4-FFF2-40B4-BE49-F238E27FC236}">
                      <a16:creationId xmlns:a16="http://schemas.microsoft.com/office/drawing/2014/main" id="{DA40F1A2-45C9-CDCD-D562-B4B26CC513D8}"/>
                    </a:ext>
                  </a:extLst>
                </p:cNvPr>
                <p:cNvPicPr/>
                <p:nvPr/>
              </p:nvPicPr>
              <p:blipFill>
                <a:blip r:embed="rId79"/>
                <a:stretch>
                  <a:fillRect/>
                </a:stretch>
              </p:blipFill>
              <p:spPr>
                <a:xfrm>
                  <a:off x="11181345" y="3032490"/>
                  <a:ext cx="676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33F8FBD6-E87D-9497-2745-B5F175831D99}"/>
                    </a:ext>
                  </a:extLst>
                </p14:cNvPr>
                <p14:cNvContentPartPr/>
                <p14:nvPr/>
              </p14:nvContentPartPr>
              <p14:xfrm>
                <a:off x="11421825" y="3118890"/>
                <a:ext cx="17640" cy="18000"/>
              </p14:xfrm>
            </p:contentPart>
          </mc:Choice>
          <mc:Fallback xmlns="">
            <p:pic>
              <p:nvPicPr>
                <p:cNvPr id="48" name="Ink 47">
                  <a:extLst>
                    <a:ext uri="{FF2B5EF4-FFF2-40B4-BE49-F238E27FC236}">
                      <a16:creationId xmlns:a16="http://schemas.microsoft.com/office/drawing/2014/main" id="{33F8FBD6-E87D-9497-2745-B5F175831D99}"/>
                    </a:ext>
                  </a:extLst>
                </p:cNvPr>
                <p:cNvPicPr/>
                <p:nvPr/>
              </p:nvPicPr>
              <p:blipFill>
                <a:blip r:embed="rId81"/>
                <a:stretch>
                  <a:fillRect/>
                </a:stretch>
              </p:blipFill>
              <p:spPr>
                <a:xfrm>
                  <a:off x="11415705" y="3112770"/>
                  <a:ext cx="298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1D3AA3C1-95FF-B2A2-2EBE-B19E5EC79E32}"/>
                    </a:ext>
                  </a:extLst>
                </p14:cNvPr>
                <p14:cNvContentPartPr/>
                <p14:nvPr/>
              </p14:nvContentPartPr>
              <p14:xfrm>
                <a:off x="11159025" y="3093330"/>
                <a:ext cx="153360" cy="177480"/>
              </p14:xfrm>
            </p:contentPart>
          </mc:Choice>
          <mc:Fallback xmlns="">
            <p:pic>
              <p:nvPicPr>
                <p:cNvPr id="50" name="Ink 49">
                  <a:extLst>
                    <a:ext uri="{FF2B5EF4-FFF2-40B4-BE49-F238E27FC236}">
                      <a16:creationId xmlns:a16="http://schemas.microsoft.com/office/drawing/2014/main" id="{1D3AA3C1-95FF-B2A2-2EBE-B19E5EC79E32}"/>
                    </a:ext>
                  </a:extLst>
                </p:cNvPr>
                <p:cNvPicPr/>
                <p:nvPr/>
              </p:nvPicPr>
              <p:blipFill>
                <a:blip r:embed="rId83"/>
                <a:stretch>
                  <a:fillRect/>
                </a:stretch>
              </p:blipFill>
              <p:spPr>
                <a:xfrm>
                  <a:off x="11152905" y="3087210"/>
                  <a:ext cx="165600" cy="189720"/>
                </a:xfrm>
                <a:prstGeom prst="rect">
                  <a:avLst/>
                </a:prstGeom>
              </p:spPr>
            </p:pic>
          </mc:Fallback>
        </mc:AlternateContent>
      </p:grpSp>
    </p:spTree>
    <p:extLst>
      <p:ext uri="{BB962C8B-B14F-4D97-AF65-F5344CB8AC3E}">
        <p14:creationId xmlns:p14="http://schemas.microsoft.com/office/powerpoint/2010/main" val="3609960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7" name="Ink 36">
                <a:extLst>
                  <a:ext uri="{FF2B5EF4-FFF2-40B4-BE49-F238E27FC236}">
                    <a16:creationId xmlns:a16="http://schemas.microsoft.com/office/drawing/2014/main" id="{A87D1CF7-E142-056F-36D4-11A4159FF581}"/>
                  </a:ext>
                </a:extLst>
              </p14:cNvPr>
              <p14:cNvContentPartPr/>
              <p14:nvPr/>
            </p14:nvContentPartPr>
            <p14:xfrm>
              <a:off x="2214825" y="1362975"/>
              <a:ext cx="3166560" cy="98280"/>
            </p14:xfrm>
          </p:contentPart>
        </mc:Choice>
        <mc:Fallback xmlns="">
          <p:pic>
            <p:nvPicPr>
              <p:cNvPr id="37" name="Ink 36">
                <a:extLst>
                  <a:ext uri="{FF2B5EF4-FFF2-40B4-BE49-F238E27FC236}">
                    <a16:creationId xmlns:a16="http://schemas.microsoft.com/office/drawing/2014/main" id="{A87D1CF7-E142-056F-36D4-11A4159FF581}"/>
                  </a:ext>
                </a:extLst>
              </p:cNvPr>
              <p:cNvPicPr/>
              <p:nvPr/>
            </p:nvPicPr>
            <p:blipFill>
              <a:blip r:embed="rId3"/>
              <a:stretch>
                <a:fillRect/>
              </a:stretch>
            </p:blipFill>
            <p:spPr>
              <a:xfrm>
                <a:off x="2208705" y="1356855"/>
                <a:ext cx="31788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9" name="Ink 38">
                <a:extLst>
                  <a:ext uri="{FF2B5EF4-FFF2-40B4-BE49-F238E27FC236}">
                    <a16:creationId xmlns:a16="http://schemas.microsoft.com/office/drawing/2014/main" id="{2D78C992-6CCF-5DDF-D766-3CDD4D2B8570}"/>
                  </a:ext>
                </a:extLst>
              </p14:cNvPr>
              <p14:cNvContentPartPr/>
              <p14:nvPr/>
            </p14:nvContentPartPr>
            <p14:xfrm>
              <a:off x="8718585" y="1314375"/>
              <a:ext cx="2188080" cy="66600"/>
            </p14:xfrm>
          </p:contentPart>
        </mc:Choice>
        <mc:Fallback xmlns="">
          <p:pic>
            <p:nvPicPr>
              <p:cNvPr id="39" name="Ink 38">
                <a:extLst>
                  <a:ext uri="{FF2B5EF4-FFF2-40B4-BE49-F238E27FC236}">
                    <a16:creationId xmlns:a16="http://schemas.microsoft.com/office/drawing/2014/main" id="{2D78C992-6CCF-5DDF-D766-3CDD4D2B8570}"/>
                  </a:ext>
                </a:extLst>
              </p:cNvPr>
              <p:cNvPicPr/>
              <p:nvPr/>
            </p:nvPicPr>
            <p:blipFill>
              <a:blip r:embed="rId5"/>
              <a:stretch>
                <a:fillRect/>
              </a:stretch>
            </p:blipFill>
            <p:spPr>
              <a:xfrm>
                <a:off x="8712465" y="1308255"/>
                <a:ext cx="2200320" cy="78840"/>
              </a:xfrm>
              <a:prstGeom prst="rect">
                <a:avLst/>
              </a:prstGeom>
            </p:spPr>
          </p:pic>
        </mc:Fallback>
      </mc:AlternateContent>
      <p:grpSp>
        <p:nvGrpSpPr>
          <p:cNvPr id="169" name="Group 168">
            <a:extLst>
              <a:ext uri="{FF2B5EF4-FFF2-40B4-BE49-F238E27FC236}">
                <a16:creationId xmlns:a16="http://schemas.microsoft.com/office/drawing/2014/main" id="{FAC1D2B2-F9D7-AA6D-4FD3-9824778FB30F}"/>
              </a:ext>
            </a:extLst>
          </p:cNvPr>
          <p:cNvGrpSpPr/>
          <p:nvPr/>
        </p:nvGrpSpPr>
        <p:grpSpPr>
          <a:xfrm>
            <a:off x="229065" y="320775"/>
            <a:ext cx="11929320" cy="6354000"/>
            <a:chOff x="229065" y="320775"/>
            <a:chExt cx="11929320" cy="6354000"/>
          </a:xfrm>
        </p:grpSpPr>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25918C6C-70F6-3AEB-6902-816A98A8E048}"/>
                    </a:ext>
                  </a:extLst>
                </p14:cNvPr>
                <p14:cNvContentPartPr/>
                <p14:nvPr/>
              </p14:nvContentPartPr>
              <p14:xfrm>
                <a:off x="8328705" y="410415"/>
                <a:ext cx="360720" cy="559800"/>
              </p14:xfrm>
            </p:contentPart>
          </mc:Choice>
          <mc:Fallback xmlns="">
            <p:pic>
              <p:nvPicPr>
                <p:cNvPr id="13" name="Ink 12">
                  <a:extLst>
                    <a:ext uri="{FF2B5EF4-FFF2-40B4-BE49-F238E27FC236}">
                      <a16:creationId xmlns:a16="http://schemas.microsoft.com/office/drawing/2014/main" id="{25918C6C-70F6-3AEB-6902-816A98A8E048}"/>
                    </a:ext>
                  </a:extLst>
                </p:cNvPr>
                <p:cNvPicPr/>
                <p:nvPr/>
              </p:nvPicPr>
              <p:blipFill>
                <a:blip r:embed="rId7"/>
                <a:stretch>
                  <a:fillRect/>
                </a:stretch>
              </p:blipFill>
              <p:spPr>
                <a:xfrm>
                  <a:off x="8322585" y="404295"/>
                  <a:ext cx="372960" cy="572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ABC33CA9-FE4B-EE62-640E-ACD0D1D2F276}"/>
                    </a:ext>
                  </a:extLst>
                </p14:cNvPr>
                <p14:cNvContentPartPr/>
                <p14:nvPr/>
              </p14:nvContentPartPr>
              <p14:xfrm>
                <a:off x="8891385" y="574575"/>
                <a:ext cx="735120" cy="282240"/>
              </p14:xfrm>
            </p:contentPart>
          </mc:Choice>
          <mc:Fallback xmlns="">
            <p:pic>
              <p:nvPicPr>
                <p:cNvPr id="14" name="Ink 13">
                  <a:extLst>
                    <a:ext uri="{FF2B5EF4-FFF2-40B4-BE49-F238E27FC236}">
                      <a16:creationId xmlns:a16="http://schemas.microsoft.com/office/drawing/2014/main" id="{ABC33CA9-FE4B-EE62-640E-ACD0D1D2F276}"/>
                    </a:ext>
                  </a:extLst>
                </p:cNvPr>
                <p:cNvPicPr/>
                <p:nvPr/>
              </p:nvPicPr>
              <p:blipFill>
                <a:blip r:embed="rId9"/>
                <a:stretch>
                  <a:fillRect/>
                </a:stretch>
              </p:blipFill>
              <p:spPr>
                <a:xfrm>
                  <a:off x="8885265" y="568455"/>
                  <a:ext cx="74736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AA21F8BE-027D-B0A3-6751-0CFA4521AE09}"/>
                    </a:ext>
                  </a:extLst>
                </p14:cNvPr>
                <p14:cNvContentPartPr/>
                <p14:nvPr/>
              </p14:nvContentPartPr>
              <p14:xfrm>
                <a:off x="9533625" y="634695"/>
                <a:ext cx="337680" cy="81720"/>
              </p14:xfrm>
            </p:contentPart>
          </mc:Choice>
          <mc:Fallback xmlns="">
            <p:pic>
              <p:nvPicPr>
                <p:cNvPr id="15" name="Ink 14">
                  <a:extLst>
                    <a:ext uri="{FF2B5EF4-FFF2-40B4-BE49-F238E27FC236}">
                      <a16:creationId xmlns:a16="http://schemas.microsoft.com/office/drawing/2014/main" id="{AA21F8BE-027D-B0A3-6751-0CFA4521AE09}"/>
                    </a:ext>
                  </a:extLst>
                </p:cNvPr>
                <p:cNvPicPr/>
                <p:nvPr/>
              </p:nvPicPr>
              <p:blipFill>
                <a:blip r:embed="rId11"/>
                <a:stretch>
                  <a:fillRect/>
                </a:stretch>
              </p:blipFill>
              <p:spPr>
                <a:xfrm>
                  <a:off x="9527505" y="628575"/>
                  <a:ext cx="3499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Ink 17">
                  <a:extLst>
                    <a:ext uri="{FF2B5EF4-FFF2-40B4-BE49-F238E27FC236}">
                      <a16:creationId xmlns:a16="http://schemas.microsoft.com/office/drawing/2014/main" id="{ED1C6BDD-A27B-29A9-9D09-49D4DA5DD7BF}"/>
                    </a:ext>
                  </a:extLst>
                </p14:cNvPr>
                <p14:cNvContentPartPr/>
                <p14:nvPr/>
              </p14:nvContentPartPr>
              <p14:xfrm>
                <a:off x="10726665" y="507255"/>
                <a:ext cx="414360" cy="535320"/>
              </p14:xfrm>
            </p:contentPart>
          </mc:Choice>
          <mc:Fallback xmlns="">
            <p:pic>
              <p:nvPicPr>
                <p:cNvPr id="18" name="Ink 17">
                  <a:extLst>
                    <a:ext uri="{FF2B5EF4-FFF2-40B4-BE49-F238E27FC236}">
                      <a16:creationId xmlns:a16="http://schemas.microsoft.com/office/drawing/2014/main" id="{ED1C6BDD-A27B-29A9-9D09-49D4DA5DD7BF}"/>
                    </a:ext>
                  </a:extLst>
                </p:cNvPr>
                <p:cNvPicPr/>
                <p:nvPr/>
              </p:nvPicPr>
              <p:blipFill>
                <a:blip r:embed="rId13"/>
                <a:stretch>
                  <a:fillRect/>
                </a:stretch>
              </p:blipFill>
              <p:spPr>
                <a:xfrm>
                  <a:off x="10720545" y="501135"/>
                  <a:ext cx="426600" cy="547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52D88001-46C9-ED45-FDAC-FE6B46D58C33}"/>
                    </a:ext>
                  </a:extLst>
                </p14:cNvPr>
                <p14:cNvContentPartPr/>
                <p14:nvPr/>
              </p14:nvContentPartPr>
              <p14:xfrm>
                <a:off x="11497785" y="570975"/>
                <a:ext cx="423720" cy="404280"/>
              </p14:xfrm>
            </p:contentPart>
          </mc:Choice>
          <mc:Fallback xmlns="">
            <p:pic>
              <p:nvPicPr>
                <p:cNvPr id="19" name="Ink 18">
                  <a:extLst>
                    <a:ext uri="{FF2B5EF4-FFF2-40B4-BE49-F238E27FC236}">
                      <a16:creationId xmlns:a16="http://schemas.microsoft.com/office/drawing/2014/main" id="{52D88001-46C9-ED45-FDAC-FE6B46D58C33}"/>
                    </a:ext>
                  </a:extLst>
                </p:cNvPr>
                <p:cNvPicPr/>
                <p:nvPr/>
              </p:nvPicPr>
              <p:blipFill>
                <a:blip r:embed="rId15"/>
                <a:stretch>
                  <a:fillRect/>
                </a:stretch>
              </p:blipFill>
              <p:spPr>
                <a:xfrm>
                  <a:off x="11491665" y="564855"/>
                  <a:ext cx="43596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0" name="Ink 39">
                  <a:extLst>
                    <a:ext uri="{FF2B5EF4-FFF2-40B4-BE49-F238E27FC236}">
                      <a16:creationId xmlns:a16="http://schemas.microsoft.com/office/drawing/2014/main" id="{1CCB097E-9DF4-0DAD-D34B-A0493542CC35}"/>
                    </a:ext>
                  </a:extLst>
                </p14:cNvPr>
                <p14:cNvContentPartPr/>
                <p14:nvPr/>
              </p14:nvContentPartPr>
              <p14:xfrm>
                <a:off x="10086945" y="2117175"/>
                <a:ext cx="15120" cy="198000"/>
              </p14:xfrm>
            </p:contentPart>
          </mc:Choice>
          <mc:Fallback xmlns="">
            <p:pic>
              <p:nvPicPr>
                <p:cNvPr id="40" name="Ink 39">
                  <a:extLst>
                    <a:ext uri="{FF2B5EF4-FFF2-40B4-BE49-F238E27FC236}">
                      <a16:creationId xmlns:a16="http://schemas.microsoft.com/office/drawing/2014/main" id="{1CCB097E-9DF4-0DAD-D34B-A0493542CC35}"/>
                    </a:ext>
                  </a:extLst>
                </p:cNvPr>
                <p:cNvPicPr/>
                <p:nvPr/>
              </p:nvPicPr>
              <p:blipFill>
                <a:blip r:embed="rId17"/>
                <a:stretch>
                  <a:fillRect/>
                </a:stretch>
              </p:blipFill>
              <p:spPr>
                <a:xfrm>
                  <a:off x="10080825" y="2111055"/>
                  <a:ext cx="2736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1" name="Ink 40">
                  <a:extLst>
                    <a:ext uri="{FF2B5EF4-FFF2-40B4-BE49-F238E27FC236}">
                      <a16:creationId xmlns:a16="http://schemas.microsoft.com/office/drawing/2014/main" id="{7B90F549-2FB3-362F-E455-CB1EBA877300}"/>
                    </a:ext>
                  </a:extLst>
                </p14:cNvPr>
                <p14:cNvContentPartPr/>
                <p14:nvPr/>
              </p14:nvContentPartPr>
              <p14:xfrm>
                <a:off x="10313385" y="1950855"/>
                <a:ext cx="760320" cy="356040"/>
              </p14:xfrm>
            </p:contentPart>
          </mc:Choice>
          <mc:Fallback xmlns="">
            <p:pic>
              <p:nvPicPr>
                <p:cNvPr id="41" name="Ink 40">
                  <a:extLst>
                    <a:ext uri="{FF2B5EF4-FFF2-40B4-BE49-F238E27FC236}">
                      <a16:creationId xmlns:a16="http://schemas.microsoft.com/office/drawing/2014/main" id="{7B90F549-2FB3-362F-E455-CB1EBA877300}"/>
                    </a:ext>
                  </a:extLst>
                </p:cNvPr>
                <p:cNvPicPr/>
                <p:nvPr/>
              </p:nvPicPr>
              <p:blipFill>
                <a:blip r:embed="rId19"/>
                <a:stretch>
                  <a:fillRect/>
                </a:stretch>
              </p:blipFill>
              <p:spPr>
                <a:xfrm>
                  <a:off x="10307265" y="1944735"/>
                  <a:ext cx="77256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2" name="Ink 41">
                  <a:extLst>
                    <a:ext uri="{FF2B5EF4-FFF2-40B4-BE49-F238E27FC236}">
                      <a16:creationId xmlns:a16="http://schemas.microsoft.com/office/drawing/2014/main" id="{40C943E9-F58D-0C82-DE15-435428A698C7}"/>
                    </a:ext>
                  </a:extLst>
                </p14:cNvPr>
                <p14:cNvContentPartPr/>
                <p14:nvPr/>
              </p14:nvContentPartPr>
              <p14:xfrm>
                <a:off x="11292585" y="2041215"/>
                <a:ext cx="77040" cy="39600"/>
              </p14:xfrm>
            </p:contentPart>
          </mc:Choice>
          <mc:Fallback xmlns="">
            <p:pic>
              <p:nvPicPr>
                <p:cNvPr id="42" name="Ink 41">
                  <a:extLst>
                    <a:ext uri="{FF2B5EF4-FFF2-40B4-BE49-F238E27FC236}">
                      <a16:creationId xmlns:a16="http://schemas.microsoft.com/office/drawing/2014/main" id="{40C943E9-F58D-0C82-DE15-435428A698C7}"/>
                    </a:ext>
                  </a:extLst>
                </p:cNvPr>
                <p:cNvPicPr/>
                <p:nvPr/>
              </p:nvPicPr>
              <p:blipFill>
                <a:blip r:embed="rId21"/>
                <a:stretch>
                  <a:fillRect/>
                </a:stretch>
              </p:blipFill>
              <p:spPr>
                <a:xfrm>
                  <a:off x="11286465" y="2035095"/>
                  <a:ext cx="892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1" name="Ink 60">
                  <a:extLst>
                    <a:ext uri="{FF2B5EF4-FFF2-40B4-BE49-F238E27FC236}">
                      <a16:creationId xmlns:a16="http://schemas.microsoft.com/office/drawing/2014/main" id="{1B6E54BD-9A59-AF6D-59C2-9268C1AD483B}"/>
                    </a:ext>
                  </a:extLst>
                </p14:cNvPr>
                <p14:cNvContentPartPr/>
                <p14:nvPr/>
              </p14:nvContentPartPr>
              <p14:xfrm>
                <a:off x="7512945" y="2734215"/>
                <a:ext cx="400680" cy="450360"/>
              </p14:xfrm>
            </p:contentPart>
          </mc:Choice>
          <mc:Fallback xmlns="">
            <p:pic>
              <p:nvPicPr>
                <p:cNvPr id="61" name="Ink 60">
                  <a:extLst>
                    <a:ext uri="{FF2B5EF4-FFF2-40B4-BE49-F238E27FC236}">
                      <a16:creationId xmlns:a16="http://schemas.microsoft.com/office/drawing/2014/main" id="{1B6E54BD-9A59-AF6D-59C2-9268C1AD483B}"/>
                    </a:ext>
                  </a:extLst>
                </p:cNvPr>
                <p:cNvPicPr/>
                <p:nvPr/>
              </p:nvPicPr>
              <p:blipFill>
                <a:blip r:embed="rId23"/>
                <a:stretch>
                  <a:fillRect/>
                </a:stretch>
              </p:blipFill>
              <p:spPr>
                <a:xfrm>
                  <a:off x="7506825" y="2728095"/>
                  <a:ext cx="41292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2" name="Ink 61">
                  <a:extLst>
                    <a:ext uri="{FF2B5EF4-FFF2-40B4-BE49-F238E27FC236}">
                      <a16:creationId xmlns:a16="http://schemas.microsoft.com/office/drawing/2014/main" id="{CA8B2A70-5441-2F28-337B-D41A33649370}"/>
                    </a:ext>
                  </a:extLst>
                </p14:cNvPr>
                <p14:cNvContentPartPr/>
                <p14:nvPr/>
              </p14:nvContentPartPr>
              <p14:xfrm>
                <a:off x="7741905" y="2647095"/>
                <a:ext cx="1123560" cy="481680"/>
              </p14:xfrm>
            </p:contentPart>
          </mc:Choice>
          <mc:Fallback xmlns="">
            <p:pic>
              <p:nvPicPr>
                <p:cNvPr id="62" name="Ink 61">
                  <a:extLst>
                    <a:ext uri="{FF2B5EF4-FFF2-40B4-BE49-F238E27FC236}">
                      <a16:creationId xmlns:a16="http://schemas.microsoft.com/office/drawing/2014/main" id="{CA8B2A70-5441-2F28-337B-D41A33649370}"/>
                    </a:ext>
                  </a:extLst>
                </p:cNvPr>
                <p:cNvPicPr/>
                <p:nvPr/>
              </p:nvPicPr>
              <p:blipFill>
                <a:blip r:embed="rId25"/>
                <a:stretch>
                  <a:fillRect/>
                </a:stretch>
              </p:blipFill>
              <p:spPr>
                <a:xfrm>
                  <a:off x="7735785" y="2640975"/>
                  <a:ext cx="1135800" cy="493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3" name="Ink 62">
                  <a:extLst>
                    <a:ext uri="{FF2B5EF4-FFF2-40B4-BE49-F238E27FC236}">
                      <a16:creationId xmlns:a16="http://schemas.microsoft.com/office/drawing/2014/main" id="{07F923EC-315C-4FDF-A9FA-E792F51AD1EA}"/>
                    </a:ext>
                  </a:extLst>
                </p14:cNvPr>
                <p14:cNvContentPartPr/>
                <p14:nvPr/>
              </p14:nvContentPartPr>
              <p14:xfrm>
                <a:off x="9118545" y="2823855"/>
                <a:ext cx="47160" cy="20880"/>
              </p14:xfrm>
            </p:contentPart>
          </mc:Choice>
          <mc:Fallback xmlns="">
            <p:pic>
              <p:nvPicPr>
                <p:cNvPr id="63" name="Ink 62">
                  <a:extLst>
                    <a:ext uri="{FF2B5EF4-FFF2-40B4-BE49-F238E27FC236}">
                      <a16:creationId xmlns:a16="http://schemas.microsoft.com/office/drawing/2014/main" id="{07F923EC-315C-4FDF-A9FA-E792F51AD1EA}"/>
                    </a:ext>
                  </a:extLst>
                </p:cNvPr>
                <p:cNvPicPr/>
                <p:nvPr/>
              </p:nvPicPr>
              <p:blipFill>
                <a:blip r:embed="rId27"/>
                <a:stretch>
                  <a:fillRect/>
                </a:stretch>
              </p:blipFill>
              <p:spPr>
                <a:xfrm>
                  <a:off x="9112425" y="2817735"/>
                  <a:ext cx="594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4" name="Ink 63">
                  <a:extLst>
                    <a:ext uri="{FF2B5EF4-FFF2-40B4-BE49-F238E27FC236}">
                      <a16:creationId xmlns:a16="http://schemas.microsoft.com/office/drawing/2014/main" id="{AC0DD8AF-F6AA-2A85-EC11-6AB084081B31}"/>
                    </a:ext>
                  </a:extLst>
                </p14:cNvPr>
                <p14:cNvContentPartPr/>
                <p14:nvPr/>
              </p14:nvContentPartPr>
              <p14:xfrm>
                <a:off x="9458025" y="2849775"/>
                <a:ext cx="505440" cy="35280"/>
              </p14:xfrm>
            </p:contentPart>
          </mc:Choice>
          <mc:Fallback xmlns="">
            <p:pic>
              <p:nvPicPr>
                <p:cNvPr id="64" name="Ink 63">
                  <a:extLst>
                    <a:ext uri="{FF2B5EF4-FFF2-40B4-BE49-F238E27FC236}">
                      <a16:creationId xmlns:a16="http://schemas.microsoft.com/office/drawing/2014/main" id="{AC0DD8AF-F6AA-2A85-EC11-6AB084081B31}"/>
                    </a:ext>
                  </a:extLst>
                </p:cNvPr>
                <p:cNvPicPr/>
                <p:nvPr/>
              </p:nvPicPr>
              <p:blipFill>
                <a:blip r:embed="rId29"/>
                <a:stretch>
                  <a:fillRect/>
                </a:stretch>
              </p:blipFill>
              <p:spPr>
                <a:xfrm>
                  <a:off x="9451905" y="2843655"/>
                  <a:ext cx="5176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 name="Ink 9">
                  <a:extLst>
                    <a:ext uri="{FF2B5EF4-FFF2-40B4-BE49-F238E27FC236}">
                      <a16:creationId xmlns:a16="http://schemas.microsoft.com/office/drawing/2014/main" id="{FCA19945-10B5-A3E7-90D9-2F198BA22084}"/>
                    </a:ext>
                  </a:extLst>
                </p14:cNvPr>
                <p14:cNvContentPartPr/>
                <p14:nvPr/>
              </p14:nvContentPartPr>
              <p14:xfrm>
                <a:off x="4988265" y="415815"/>
                <a:ext cx="322200" cy="585000"/>
              </p14:xfrm>
            </p:contentPart>
          </mc:Choice>
          <mc:Fallback xmlns="">
            <p:pic>
              <p:nvPicPr>
                <p:cNvPr id="10" name="Ink 9">
                  <a:extLst>
                    <a:ext uri="{FF2B5EF4-FFF2-40B4-BE49-F238E27FC236}">
                      <a16:creationId xmlns:a16="http://schemas.microsoft.com/office/drawing/2014/main" id="{FCA19945-10B5-A3E7-90D9-2F198BA22084}"/>
                    </a:ext>
                  </a:extLst>
                </p:cNvPr>
                <p:cNvPicPr/>
                <p:nvPr/>
              </p:nvPicPr>
              <p:blipFill>
                <a:blip r:embed="rId31"/>
                <a:stretch>
                  <a:fillRect/>
                </a:stretch>
              </p:blipFill>
              <p:spPr>
                <a:xfrm>
                  <a:off x="4982145" y="409695"/>
                  <a:ext cx="334440" cy="597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 name="Ink 10">
                  <a:extLst>
                    <a:ext uri="{FF2B5EF4-FFF2-40B4-BE49-F238E27FC236}">
                      <a16:creationId xmlns:a16="http://schemas.microsoft.com/office/drawing/2014/main" id="{ED161729-B958-D196-071C-2B2E79A0E569}"/>
                    </a:ext>
                  </a:extLst>
                </p14:cNvPr>
                <p14:cNvContentPartPr/>
                <p14:nvPr/>
              </p14:nvContentPartPr>
              <p14:xfrm>
                <a:off x="5483625" y="701655"/>
                <a:ext cx="478440" cy="354240"/>
              </p14:xfrm>
            </p:contentPart>
          </mc:Choice>
          <mc:Fallback xmlns="">
            <p:pic>
              <p:nvPicPr>
                <p:cNvPr id="11" name="Ink 10">
                  <a:extLst>
                    <a:ext uri="{FF2B5EF4-FFF2-40B4-BE49-F238E27FC236}">
                      <a16:creationId xmlns:a16="http://schemas.microsoft.com/office/drawing/2014/main" id="{ED161729-B958-D196-071C-2B2E79A0E569}"/>
                    </a:ext>
                  </a:extLst>
                </p:cNvPr>
                <p:cNvPicPr/>
                <p:nvPr/>
              </p:nvPicPr>
              <p:blipFill>
                <a:blip r:embed="rId33"/>
                <a:stretch>
                  <a:fillRect/>
                </a:stretch>
              </p:blipFill>
              <p:spPr>
                <a:xfrm>
                  <a:off x="5477505" y="695535"/>
                  <a:ext cx="49068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 name="Ink 11">
                  <a:extLst>
                    <a:ext uri="{FF2B5EF4-FFF2-40B4-BE49-F238E27FC236}">
                      <a16:creationId xmlns:a16="http://schemas.microsoft.com/office/drawing/2014/main" id="{71D6C23D-0CA8-55E9-54CB-B7B4A5C4CEE6}"/>
                    </a:ext>
                  </a:extLst>
                </p14:cNvPr>
                <p14:cNvContentPartPr/>
                <p14:nvPr/>
              </p14:nvContentPartPr>
              <p14:xfrm>
                <a:off x="6167625" y="764655"/>
                <a:ext cx="289440" cy="267480"/>
              </p14:xfrm>
            </p:contentPart>
          </mc:Choice>
          <mc:Fallback xmlns="">
            <p:pic>
              <p:nvPicPr>
                <p:cNvPr id="12" name="Ink 11">
                  <a:extLst>
                    <a:ext uri="{FF2B5EF4-FFF2-40B4-BE49-F238E27FC236}">
                      <a16:creationId xmlns:a16="http://schemas.microsoft.com/office/drawing/2014/main" id="{71D6C23D-0CA8-55E9-54CB-B7B4A5C4CEE6}"/>
                    </a:ext>
                  </a:extLst>
                </p:cNvPr>
                <p:cNvPicPr/>
                <p:nvPr/>
              </p:nvPicPr>
              <p:blipFill>
                <a:blip r:embed="rId35"/>
                <a:stretch>
                  <a:fillRect/>
                </a:stretch>
              </p:blipFill>
              <p:spPr>
                <a:xfrm>
                  <a:off x="6161505" y="758535"/>
                  <a:ext cx="30168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 name="Ink 1">
                  <a:extLst>
                    <a:ext uri="{FF2B5EF4-FFF2-40B4-BE49-F238E27FC236}">
                      <a16:creationId xmlns:a16="http://schemas.microsoft.com/office/drawing/2014/main" id="{960FFBC7-52D0-E808-C828-980BCC7E59D5}"/>
                    </a:ext>
                  </a:extLst>
                </p14:cNvPr>
                <p14:cNvContentPartPr/>
                <p14:nvPr/>
              </p14:nvContentPartPr>
              <p14:xfrm>
                <a:off x="391065" y="738735"/>
                <a:ext cx="88200" cy="412920"/>
              </p14:xfrm>
            </p:contentPart>
          </mc:Choice>
          <mc:Fallback xmlns="">
            <p:pic>
              <p:nvPicPr>
                <p:cNvPr id="2" name="Ink 1">
                  <a:extLst>
                    <a:ext uri="{FF2B5EF4-FFF2-40B4-BE49-F238E27FC236}">
                      <a16:creationId xmlns:a16="http://schemas.microsoft.com/office/drawing/2014/main" id="{960FFBC7-52D0-E808-C828-980BCC7E59D5}"/>
                    </a:ext>
                  </a:extLst>
                </p:cNvPr>
                <p:cNvPicPr/>
                <p:nvPr/>
              </p:nvPicPr>
              <p:blipFill>
                <a:blip r:embed="rId37"/>
                <a:stretch>
                  <a:fillRect/>
                </a:stretch>
              </p:blipFill>
              <p:spPr>
                <a:xfrm>
                  <a:off x="384945" y="732615"/>
                  <a:ext cx="10044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 name="Ink 2">
                  <a:extLst>
                    <a:ext uri="{FF2B5EF4-FFF2-40B4-BE49-F238E27FC236}">
                      <a16:creationId xmlns:a16="http://schemas.microsoft.com/office/drawing/2014/main" id="{6B20E483-C5B6-6B3B-8690-92CB5A771357}"/>
                    </a:ext>
                  </a:extLst>
                </p14:cNvPr>
                <p14:cNvContentPartPr/>
                <p14:nvPr/>
              </p14:nvContentPartPr>
              <p14:xfrm>
                <a:off x="229065" y="537855"/>
                <a:ext cx="594360" cy="858960"/>
              </p14:xfrm>
            </p:contentPart>
          </mc:Choice>
          <mc:Fallback xmlns="">
            <p:pic>
              <p:nvPicPr>
                <p:cNvPr id="3" name="Ink 2">
                  <a:extLst>
                    <a:ext uri="{FF2B5EF4-FFF2-40B4-BE49-F238E27FC236}">
                      <a16:creationId xmlns:a16="http://schemas.microsoft.com/office/drawing/2014/main" id="{6B20E483-C5B6-6B3B-8690-92CB5A771357}"/>
                    </a:ext>
                  </a:extLst>
                </p:cNvPr>
                <p:cNvPicPr/>
                <p:nvPr/>
              </p:nvPicPr>
              <p:blipFill>
                <a:blip r:embed="rId39"/>
                <a:stretch>
                  <a:fillRect/>
                </a:stretch>
              </p:blipFill>
              <p:spPr>
                <a:xfrm>
                  <a:off x="222945" y="531735"/>
                  <a:ext cx="606600" cy="871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 name="Ink 3">
                  <a:extLst>
                    <a:ext uri="{FF2B5EF4-FFF2-40B4-BE49-F238E27FC236}">
                      <a16:creationId xmlns:a16="http://schemas.microsoft.com/office/drawing/2014/main" id="{B075CDCA-8513-86C8-AE53-797D11578D61}"/>
                    </a:ext>
                  </a:extLst>
                </p14:cNvPr>
                <p14:cNvContentPartPr/>
                <p14:nvPr/>
              </p14:nvContentPartPr>
              <p14:xfrm>
                <a:off x="1594905" y="320775"/>
                <a:ext cx="592920" cy="978840"/>
              </p14:xfrm>
            </p:contentPart>
          </mc:Choice>
          <mc:Fallback xmlns="">
            <p:pic>
              <p:nvPicPr>
                <p:cNvPr id="4" name="Ink 3">
                  <a:extLst>
                    <a:ext uri="{FF2B5EF4-FFF2-40B4-BE49-F238E27FC236}">
                      <a16:creationId xmlns:a16="http://schemas.microsoft.com/office/drawing/2014/main" id="{B075CDCA-8513-86C8-AE53-797D11578D61}"/>
                    </a:ext>
                  </a:extLst>
                </p:cNvPr>
                <p:cNvPicPr/>
                <p:nvPr/>
              </p:nvPicPr>
              <p:blipFill>
                <a:blip r:embed="rId41"/>
                <a:stretch>
                  <a:fillRect/>
                </a:stretch>
              </p:blipFill>
              <p:spPr>
                <a:xfrm>
                  <a:off x="1588785" y="314655"/>
                  <a:ext cx="605160" cy="991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 name="Ink 4">
                  <a:extLst>
                    <a:ext uri="{FF2B5EF4-FFF2-40B4-BE49-F238E27FC236}">
                      <a16:creationId xmlns:a16="http://schemas.microsoft.com/office/drawing/2014/main" id="{ED0E0013-3883-847D-F180-0A00728E830B}"/>
                    </a:ext>
                  </a:extLst>
                </p14:cNvPr>
                <p14:cNvContentPartPr/>
                <p14:nvPr/>
              </p14:nvContentPartPr>
              <p14:xfrm>
                <a:off x="2151105" y="782295"/>
                <a:ext cx="885960" cy="367560"/>
              </p14:xfrm>
            </p:contentPart>
          </mc:Choice>
          <mc:Fallback xmlns="">
            <p:pic>
              <p:nvPicPr>
                <p:cNvPr id="5" name="Ink 4">
                  <a:extLst>
                    <a:ext uri="{FF2B5EF4-FFF2-40B4-BE49-F238E27FC236}">
                      <a16:creationId xmlns:a16="http://schemas.microsoft.com/office/drawing/2014/main" id="{ED0E0013-3883-847D-F180-0A00728E830B}"/>
                    </a:ext>
                  </a:extLst>
                </p:cNvPr>
                <p:cNvPicPr/>
                <p:nvPr/>
              </p:nvPicPr>
              <p:blipFill>
                <a:blip r:embed="rId43"/>
                <a:stretch>
                  <a:fillRect/>
                </a:stretch>
              </p:blipFill>
              <p:spPr>
                <a:xfrm>
                  <a:off x="2144985" y="776175"/>
                  <a:ext cx="89820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 name="Ink 5">
                  <a:extLst>
                    <a:ext uri="{FF2B5EF4-FFF2-40B4-BE49-F238E27FC236}">
                      <a16:creationId xmlns:a16="http://schemas.microsoft.com/office/drawing/2014/main" id="{4F59C54A-9084-49E5-1FFC-B5FE07D90E24}"/>
                    </a:ext>
                  </a:extLst>
                </p14:cNvPr>
                <p14:cNvContentPartPr/>
                <p14:nvPr/>
              </p14:nvContentPartPr>
              <p14:xfrm>
                <a:off x="3407505" y="619575"/>
                <a:ext cx="77760" cy="442800"/>
              </p14:xfrm>
            </p:contentPart>
          </mc:Choice>
          <mc:Fallback xmlns="">
            <p:pic>
              <p:nvPicPr>
                <p:cNvPr id="6" name="Ink 5">
                  <a:extLst>
                    <a:ext uri="{FF2B5EF4-FFF2-40B4-BE49-F238E27FC236}">
                      <a16:creationId xmlns:a16="http://schemas.microsoft.com/office/drawing/2014/main" id="{4F59C54A-9084-49E5-1FFC-B5FE07D90E24}"/>
                    </a:ext>
                  </a:extLst>
                </p:cNvPr>
                <p:cNvPicPr/>
                <p:nvPr/>
              </p:nvPicPr>
              <p:blipFill>
                <a:blip r:embed="rId45"/>
                <a:stretch>
                  <a:fillRect/>
                </a:stretch>
              </p:blipFill>
              <p:spPr>
                <a:xfrm>
                  <a:off x="3401385" y="613455"/>
                  <a:ext cx="90000"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 name="Ink 6">
                  <a:extLst>
                    <a:ext uri="{FF2B5EF4-FFF2-40B4-BE49-F238E27FC236}">
                      <a16:creationId xmlns:a16="http://schemas.microsoft.com/office/drawing/2014/main" id="{391BF072-8D02-1BEF-FB8C-16D78B0D6522}"/>
                    </a:ext>
                  </a:extLst>
                </p14:cNvPr>
                <p14:cNvContentPartPr/>
                <p14:nvPr/>
              </p14:nvContentPartPr>
              <p14:xfrm>
                <a:off x="3356745" y="796335"/>
                <a:ext cx="430200" cy="158760"/>
              </p14:xfrm>
            </p:contentPart>
          </mc:Choice>
          <mc:Fallback xmlns="">
            <p:pic>
              <p:nvPicPr>
                <p:cNvPr id="7" name="Ink 6">
                  <a:extLst>
                    <a:ext uri="{FF2B5EF4-FFF2-40B4-BE49-F238E27FC236}">
                      <a16:creationId xmlns:a16="http://schemas.microsoft.com/office/drawing/2014/main" id="{391BF072-8D02-1BEF-FB8C-16D78B0D6522}"/>
                    </a:ext>
                  </a:extLst>
                </p:cNvPr>
                <p:cNvPicPr/>
                <p:nvPr/>
              </p:nvPicPr>
              <p:blipFill>
                <a:blip r:embed="rId47"/>
                <a:stretch>
                  <a:fillRect/>
                </a:stretch>
              </p:blipFill>
              <p:spPr>
                <a:xfrm>
                  <a:off x="3350625" y="790215"/>
                  <a:ext cx="4424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1" name="Ink 20">
                  <a:extLst>
                    <a:ext uri="{FF2B5EF4-FFF2-40B4-BE49-F238E27FC236}">
                      <a16:creationId xmlns:a16="http://schemas.microsoft.com/office/drawing/2014/main" id="{E008D8C6-088B-5A6D-AA59-45CC16CFC179}"/>
                    </a:ext>
                  </a:extLst>
                </p14:cNvPr>
                <p14:cNvContentPartPr/>
                <p14:nvPr/>
              </p14:nvContentPartPr>
              <p14:xfrm>
                <a:off x="425985" y="1702095"/>
                <a:ext cx="608760" cy="1034280"/>
              </p14:xfrm>
            </p:contentPart>
          </mc:Choice>
          <mc:Fallback xmlns="">
            <p:pic>
              <p:nvPicPr>
                <p:cNvPr id="21" name="Ink 20">
                  <a:extLst>
                    <a:ext uri="{FF2B5EF4-FFF2-40B4-BE49-F238E27FC236}">
                      <a16:creationId xmlns:a16="http://schemas.microsoft.com/office/drawing/2014/main" id="{E008D8C6-088B-5A6D-AA59-45CC16CFC179}"/>
                    </a:ext>
                  </a:extLst>
                </p:cNvPr>
                <p:cNvPicPr/>
                <p:nvPr/>
              </p:nvPicPr>
              <p:blipFill>
                <a:blip r:embed="rId49"/>
                <a:stretch>
                  <a:fillRect/>
                </a:stretch>
              </p:blipFill>
              <p:spPr>
                <a:xfrm>
                  <a:off x="419865" y="1695975"/>
                  <a:ext cx="621000" cy="1046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2" name="Ink 21">
                  <a:extLst>
                    <a:ext uri="{FF2B5EF4-FFF2-40B4-BE49-F238E27FC236}">
                      <a16:creationId xmlns:a16="http://schemas.microsoft.com/office/drawing/2014/main" id="{6608254E-9C7C-8DDE-AF36-04A31341E6C4}"/>
                    </a:ext>
                  </a:extLst>
                </p14:cNvPr>
                <p14:cNvContentPartPr/>
                <p14:nvPr/>
              </p14:nvContentPartPr>
              <p14:xfrm>
                <a:off x="968505" y="1802175"/>
                <a:ext cx="507600" cy="597240"/>
              </p14:xfrm>
            </p:contentPart>
          </mc:Choice>
          <mc:Fallback xmlns="">
            <p:pic>
              <p:nvPicPr>
                <p:cNvPr id="22" name="Ink 21">
                  <a:extLst>
                    <a:ext uri="{FF2B5EF4-FFF2-40B4-BE49-F238E27FC236}">
                      <a16:creationId xmlns:a16="http://schemas.microsoft.com/office/drawing/2014/main" id="{6608254E-9C7C-8DDE-AF36-04A31341E6C4}"/>
                    </a:ext>
                  </a:extLst>
                </p:cNvPr>
                <p:cNvPicPr/>
                <p:nvPr/>
              </p:nvPicPr>
              <p:blipFill>
                <a:blip r:embed="rId51"/>
                <a:stretch>
                  <a:fillRect/>
                </a:stretch>
              </p:blipFill>
              <p:spPr>
                <a:xfrm>
                  <a:off x="962385" y="1796055"/>
                  <a:ext cx="519840" cy="609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3" name="Ink 22">
                  <a:extLst>
                    <a:ext uri="{FF2B5EF4-FFF2-40B4-BE49-F238E27FC236}">
                      <a16:creationId xmlns:a16="http://schemas.microsoft.com/office/drawing/2014/main" id="{B0FD15A2-8C19-739D-A8DC-747322E5905D}"/>
                    </a:ext>
                  </a:extLst>
                </p14:cNvPr>
                <p14:cNvContentPartPr/>
                <p14:nvPr/>
              </p14:nvContentPartPr>
              <p14:xfrm>
                <a:off x="1634865" y="1875255"/>
                <a:ext cx="234360" cy="387000"/>
              </p14:xfrm>
            </p:contentPart>
          </mc:Choice>
          <mc:Fallback xmlns="">
            <p:pic>
              <p:nvPicPr>
                <p:cNvPr id="23" name="Ink 22">
                  <a:extLst>
                    <a:ext uri="{FF2B5EF4-FFF2-40B4-BE49-F238E27FC236}">
                      <a16:creationId xmlns:a16="http://schemas.microsoft.com/office/drawing/2014/main" id="{B0FD15A2-8C19-739D-A8DC-747322E5905D}"/>
                    </a:ext>
                  </a:extLst>
                </p:cNvPr>
                <p:cNvPicPr/>
                <p:nvPr/>
              </p:nvPicPr>
              <p:blipFill>
                <a:blip r:embed="rId53"/>
                <a:stretch>
                  <a:fillRect/>
                </a:stretch>
              </p:blipFill>
              <p:spPr>
                <a:xfrm>
                  <a:off x="1628745" y="1869135"/>
                  <a:ext cx="24660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4" name="Ink 23">
                  <a:extLst>
                    <a:ext uri="{FF2B5EF4-FFF2-40B4-BE49-F238E27FC236}">
                      <a16:creationId xmlns:a16="http://schemas.microsoft.com/office/drawing/2014/main" id="{2391D226-AC69-10A7-87D4-683489C5CA9F}"/>
                    </a:ext>
                  </a:extLst>
                </p14:cNvPr>
                <p14:cNvContentPartPr/>
                <p14:nvPr/>
              </p14:nvContentPartPr>
              <p14:xfrm>
                <a:off x="2061105" y="1791015"/>
                <a:ext cx="333000" cy="402120"/>
              </p14:xfrm>
            </p:contentPart>
          </mc:Choice>
          <mc:Fallback xmlns="">
            <p:pic>
              <p:nvPicPr>
                <p:cNvPr id="24" name="Ink 23">
                  <a:extLst>
                    <a:ext uri="{FF2B5EF4-FFF2-40B4-BE49-F238E27FC236}">
                      <a16:creationId xmlns:a16="http://schemas.microsoft.com/office/drawing/2014/main" id="{2391D226-AC69-10A7-87D4-683489C5CA9F}"/>
                    </a:ext>
                  </a:extLst>
                </p:cNvPr>
                <p:cNvPicPr/>
                <p:nvPr/>
              </p:nvPicPr>
              <p:blipFill>
                <a:blip r:embed="rId55"/>
                <a:stretch>
                  <a:fillRect/>
                </a:stretch>
              </p:blipFill>
              <p:spPr>
                <a:xfrm>
                  <a:off x="2054985" y="1784895"/>
                  <a:ext cx="34524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5" name="Ink 24">
                  <a:extLst>
                    <a:ext uri="{FF2B5EF4-FFF2-40B4-BE49-F238E27FC236}">
                      <a16:creationId xmlns:a16="http://schemas.microsoft.com/office/drawing/2014/main" id="{59763CDE-A59D-A93C-0772-A22F6E372CF8}"/>
                    </a:ext>
                  </a:extLst>
                </p14:cNvPr>
                <p14:cNvContentPartPr/>
                <p14:nvPr/>
              </p14:nvContentPartPr>
              <p14:xfrm>
                <a:off x="2660505" y="1789215"/>
                <a:ext cx="428040" cy="282240"/>
              </p14:xfrm>
            </p:contentPart>
          </mc:Choice>
          <mc:Fallback xmlns="">
            <p:pic>
              <p:nvPicPr>
                <p:cNvPr id="25" name="Ink 24">
                  <a:extLst>
                    <a:ext uri="{FF2B5EF4-FFF2-40B4-BE49-F238E27FC236}">
                      <a16:creationId xmlns:a16="http://schemas.microsoft.com/office/drawing/2014/main" id="{59763CDE-A59D-A93C-0772-A22F6E372CF8}"/>
                    </a:ext>
                  </a:extLst>
                </p:cNvPr>
                <p:cNvPicPr/>
                <p:nvPr/>
              </p:nvPicPr>
              <p:blipFill>
                <a:blip r:embed="rId57"/>
                <a:stretch>
                  <a:fillRect/>
                </a:stretch>
              </p:blipFill>
              <p:spPr>
                <a:xfrm>
                  <a:off x="2654385" y="1783095"/>
                  <a:ext cx="4402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6" name="Ink 25">
                  <a:extLst>
                    <a:ext uri="{FF2B5EF4-FFF2-40B4-BE49-F238E27FC236}">
                      <a16:creationId xmlns:a16="http://schemas.microsoft.com/office/drawing/2014/main" id="{B10A1E55-B98C-7413-4C27-31CEA2EA6F4F}"/>
                    </a:ext>
                  </a:extLst>
                </p14:cNvPr>
                <p14:cNvContentPartPr/>
                <p14:nvPr/>
              </p14:nvContentPartPr>
              <p14:xfrm>
                <a:off x="3098625" y="1825215"/>
                <a:ext cx="360" cy="360"/>
              </p14:xfrm>
            </p:contentPart>
          </mc:Choice>
          <mc:Fallback xmlns="">
            <p:pic>
              <p:nvPicPr>
                <p:cNvPr id="26" name="Ink 25">
                  <a:extLst>
                    <a:ext uri="{FF2B5EF4-FFF2-40B4-BE49-F238E27FC236}">
                      <a16:creationId xmlns:a16="http://schemas.microsoft.com/office/drawing/2014/main" id="{B10A1E55-B98C-7413-4C27-31CEA2EA6F4F}"/>
                    </a:ext>
                  </a:extLst>
                </p:cNvPr>
                <p:cNvPicPr/>
                <p:nvPr/>
              </p:nvPicPr>
              <p:blipFill>
                <a:blip r:embed="rId59"/>
                <a:stretch>
                  <a:fillRect/>
                </a:stretch>
              </p:blipFill>
              <p:spPr>
                <a:xfrm>
                  <a:off x="3092505" y="181909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7" name="Ink 26">
                  <a:extLst>
                    <a:ext uri="{FF2B5EF4-FFF2-40B4-BE49-F238E27FC236}">
                      <a16:creationId xmlns:a16="http://schemas.microsoft.com/office/drawing/2014/main" id="{FB7C2833-48CC-A773-F954-7DD60F294943}"/>
                    </a:ext>
                  </a:extLst>
                </p14:cNvPr>
                <p14:cNvContentPartPr/>
                <p14:nvPr/>
              </p14:nvContentPartPr>
              <p14:xfrm>
                <a:off x="3089265" y="1686255"/>
                <a:ext cx="513720" cy="408960"/>
              </p14:xfrm>
            </p:contentPart>
          </mc:Choice>
          <mc:Fallback xmlns="">
            <p:pic>
              <p:nvPicPr>
                <p:cNvPr id="27" name="Ink 26">
                  <a:extLst>
                    <a:ext uri="{FF2B5EF4-FFF2-40B4-BE49-F238E27FC236}">
                      <a16:creationId xmlns:a16="http://schemas.microsoft.com/office/drawing/2014/main" id="{FB7C2833-48CC-A773-F954-7DD60F294943}"/>
                    </a:ext>
                  </a:extLst>
                </p:cNvPr>
                <p:cNvPicPr/>
                <p:nvPr/>
              </p:nvPicPr>
              <p:blipFill>
                <a:blip r:embed="rId61"/>
                <a:stretch>
                  <a:fillRect/>
                </a:stretch>
              </p:blipFill>
              <p:spPr>
                <a:xfrm>
                  <a:off x="3083145" y="1680135"/>
                  <a:ext cx="52596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8" name="Ink 27">
                  <a:extLst>
                    <a:ext uri="{FF2B5EF4-FFF2-40B4-BE49-F238E27FC236}">
                      <a16:creationId xmlns:a16="http://schemas.microsoft.com/office/drawing/2014/main" id="{8E720F68-10A5-1490-3703-4F346E8D14A9}"/>
                    </a:ext>
                  </a:extLst>
                </p14:cNvPr>
                <p14:cNvContentPartPr/>
                <p14:nvPr/>
              </p14:nvContentPartPr>
              <p14:xfrm>
                <a:off x="3770745" y="1902255"/>
                <a:ext cx="27720" cy="54000"/>
              </p14:xfrm>
            </p:contentPart>
          </mc:Choice>
          <mc:Fallback xmlns="">
            <p:pic>
              <p:nvPicPr>
                <p:cNvPr id="28" name="Ink 27">
                  <a:extLst>
                    <a:ext uri="{FF2B5EF4-FFF2-40B4-BE49-F238E27FC236}">
                      <a16:creationId xmlns:a16="http://schemas.microsoft.com/office/drawing/2014/main" id="{8E720F68-10A5-1490-3703-4F346E8D14A9}"/>
                    </a:ext>
                  </a:extLst>
                </p:cNvPr>
                <p:cNvPicPr/>
                <p:nvPr/>
              </p:nvPicPr>
              <p:blipFill>
                <a:blip r:embed="rId63"/>
                <a:stretch>
                  <a:fillRect/>
                </a:stretch>
              </p:blipFill>
              <p:spPr>
                <a:xfrm>
                  <a:off x="3764625" y="1896135"/>
                  <a:ext cx="399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9" name="Ink 28">
                  <a:extLst>
                    <a:ext uri="{FF2B5EF4-FFF2-40B4-BE49-F238E27FC236}">
                      <a16:creationId xmlns:a16="http://schemas.microsoft.com/office/drawing/2014/main" id="{85C5A1A1-E54F-60F0-DFF4-71B7A6B183E2}"/>
                    </a:ext>
                  </a:extLst>
                </p14:cNvPr>
                <p14:cNvContentPartPr/>
                <p14:nvPr/>
              </p14:nvContentPartPr>
              <p14:xfrm>
                <a:off x="3147585" y="1380975"/>
                <a:ext cx="935280" cy="1468080"/>
              </p14:xfrm>
            </p:contentPart>
          </mc:Choice>
          <mc:Fallback xmlns="">
            <p:pic>
              <p:nvPicPr>
                <p:cNvPr id="29" name="Ink 28">
                  <a:extLst>
                    <a:ext uri="{FF2B5EF4-FFF2-40B4-BE49-F238E27FC236}">
                      <a16:creationId xmlns:a16="http://schemas.microsoft.com/office/drawing/2014/main" id="{85C5A1A1-E54F-60F0-DFF4-71B7A6B183E2}"/>
                    </a:ext>
                  </a:extLst>
                </p:cNvPr>
                <p:cNvPicPr/>
                <p:nvPr/>
              </p:nvPicPr>
              <p:blipFill>
                <a:blip r:embed="rId65"/>
                <a:stretch>
                  <a:fillRect/>
                </a:stretch>
              </p:blipFill>
              <p:spPr>
                <a:xfrm>
                  <a:off x="3141465" y="1374855"/>
                  <a:ext cx="947520" cy="1480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1" name="Ink 30">
                  <a:extLst>
                    <a:ext uri="{FF2B5EF4-FFF2-40B4-BE49-F238E27FC236}">
                      <a16:creationId xmlns:a16="http://schemas.microsoft.com/office/drawing/2014/main" id="{85E3E3E6-5800-1828-5188-1965C8D08241}"/>
                    </a:ext>
                  </a:extLst>
                </p14:cNvPr>
                <p14:cNvContentPartPr/>
                <p14:nvPr/>
              </p14:nvContentPartPr>
              <p14:xfrm>
                <a:off x="2608305" y="1337415"/>
                <a:ext cx="1692720" cy="1659960"/>
              </p14:xfrm>
            </p:contentPart>
          </mc:Choice>
          <mc:Fallback xmlns="">
            <p:pic>
              <p:nvPicPr>
                <p:cNvPr id="31" name="Ink 30">
                  <a:extLst>
                    <a:ext uri="{FF2B5EF4-FFF2-40B4-BE49-F238E27FC236}">
                      <a16:creationId xmlns:a16="http://schemas.microsoft.com/office/drawing/2014/main" id="{85E3E3E6-5800-1828-5188-1965C8D08241}"/>
                    </a:ext>
                  </a:extLst>
                </p:cNvPr>
                <p:cNvPicPr/>
                <p:nvPr/>
              </p:nvPicPr>
              <p:blipFill>
                <a:blip r:embed="rId67"/>
                <a:stretch>
                  <a:fillRect/>
                </a:stretch>
              </p:blipFill>
              <p:spPr>
                <a:xfrm>
                  <a:off x="2602185" y="1331295"/>
                  <a:ext cx="1704960" cy="1672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3" name="Ink 32">
                  <a:extLst>
                    <a:ext uri="{FF2B5EF4-FFF2-40B4-BE49-F238E27FC236}">
                      <a16:creationId xmlns:a16="http://schemas.microsoft.com/office/drawing/2014/main" id="{B99435DB-55D0-6CD7-049F-B126B6686222}"/>
                    </a:ext>
                  </a:extLst>
                </p14:cNvPr>
                <p14:cNvContentPartPr/>
                <p14:nvPr/>
              </p14:nvContentPartPr>
              <p14:xfrm>
                <a:off x="2906385" y="1401135"/>
                <a:ext cx="1385640" cy="1467360"/>
              </p14:xfrm>
            </p:contentPart>
          </mc:Choice>
          <mc:Fallback xmlns="">
            <p:pic>
              <p:nvPicPr>
                <p:cNvPr id="33" name="Ink 32">
                  <a:extLst>
                    <a:ext uri="{FF2B5EF4-FFF2-40B4-BE49-F238E27FC236}">
                      <a16:creationId xmlns:a16="http://schemas.microsoft.com/office/drawing/2014/main" id="{B99435DB-55D0-6CD7-049F-B126B6686222}"/>
                    </a:ext>
                  </a:extLst>
                </p:cNvPr>
                <p:cNvPicPr/>
                <p:nvPr/>
              </p:nvPicPr>
              <p:blipFill>
                <a:blip r:embed="rId69"/>
                <a:stretch>
                  <a:fillRect/>
                </a:stretch>
              </p:blipFill>
              <p:spPr>
                <a:xfrm>
                  <a:off x="2900265" y="1395015"/>
                  <a:ext cx="1397880" cy="1479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5" name="Ink 34">
                  <a:extLst>
                    <a:ext uri="{FF2B5EF4-FFF2-40B4-BE49-F238E27FC236}">
                      <a16:creationId xmlns:a16="http://schemas.microsoft.com/office/drawing/2014/main" id="{7703841C-06FB-ACD3-E57E-67258D00E5E1}"/>
                    </a:ext>
                  </a:extLst>
                </p14:cNvPr>
                <p14:cNvContentPartPr/>
                <p14:nvPr/>
              </p14:nvContentPartPr>
              <p14:xfrm>
                <a:off x="1225185" y="2654295"/>
                <a:ext cx="1773000" cy="171000"/>
              </p14:xfrm>
            </p:contentPart>
          </mc:Choice>
          <mc:Fallback xmlns="">
            <p:pic>
              <p:nvPicPr>
                <p:cNvPr id="35" name="Ink 34">
                  <a:extLst>
                    <a:ext uri="{FF2B5EF4-FFF2-40B4-BE49-F238E27FC236}">
                      <a16:creationId xmlns:a16="http://schemas.microsoft.com/office/drawing/2014/main" id="{7703841C-06FB-ACD3-E57E-67258D00E5E1}"/>
                    </a:ext>
                  </a:extLst>
                </p:cNvPr>
                <p:cNvPicPr/>
                <p:nvPr/>
              </p:nvPicPr>
              <p:blipFill>
                <a:blip r:embed="rId71"/>
                <a:stretch>
                  <a:fillRect/>
                </a:stretch>
              </p:blipFill>
              <p:spPr>
                <a:xfrm>
                  <a:off x="1219065" y="2648175"/>
                  <a:ext cx="178524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5" name="Ink 44">
                  <a:extLst>
                    <a:ext uri="{FF2B5EF4-FFF2-40B4-BE49-F238E27FC236}">
                      <a16:creationId xmlns:a16="http://schemas.microsoft.com/office/drawing/2014/main" id="{7FC6D7E8-858B-9186-96B3-3A80D59FEE1D}"/>
                    </a:ext>
                  </a:extLst>
                </p14:cNvPr>
                <p14:cNvContentPartPr/>
                <p14:nvPr/>
              </p14:nvContentPartPr>
              <p14:xfrm>
                <a:off x="737385" y="3542055"/>
                <a:ext cx="344160" cy="463320"/>
              </p14:xfrm>
            </p:contentPart>
          </mc:Choice>
          <mc:Fallback xmlns="">
            <p:pic>
              <p:nvPicPr>
                <p:cNvPr id="45" name="Ink 44">
                  <a:extLst>
                    <a:ext uri="{FF2B5EF4-FFF2-40B4-BE49-F238E27FC236}">
                      <a16:creationId xmlns:a16="http://schemas.microsoft.com/office/drawing/2014/main" id="{7FC6D7E8-858B-9186-96B3-3A80D59FEE1D}"/>
                    </a:ext>
                  </a:extLst>
                </p:cNvPr>
                <p:cNvPicPr/>
                <p:nvPr/>
              </p:nvPicPr>
              <p:blipFill>
                <a:blip r:embed="rId73"/>
                <a:stretch>
                  <a:fillRect/>
                </a:stretch>
              </p:blipFill>
              <p:spPr>
                <a:xfrm>
                  <a:off x="731265" y="3535935"/>
                  <a:ext cx="356400" cy="475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ECE4B113-86D3-E683-D8A1-090CD67E68CB}"/>
                    </a:ext>
                  </a:extLst>
                </p14:cNvPr>
                <p14:cNvContentPartPr/>
                <p14:nvPr/>
              </p14:nvContentPartPr>
              <p14:xfrm>
                <a:off x="872025" y="3399855"/>
                <a:ext cx="118080" cy="74520"/>
              </p14:xfrm>
            </p:contentPart>
          </mc:Choice>
          <mc:Fallback xmlns="">
            <p:pic>
              <p:nvPicPr>
                <p:cNvPr id="46" name="Ink 45">
                  <a:extLst>
                    <a:ext uri="{FF2B5EF4-FFF2-40B4-BE49-F238E27FC236}">
                      <a16:creationId xmlns:a16="http://schemas.microsoft.com/office/drawing/2014/main" id="{ECE4B113-86D3-E683-D8A1-090CD67E68CB}"/>
                    </a:ext>
                  </a:extLst>
                </p:cNvPr>
                <p:cNvPicPr/>
                <p:nvPr/>
              </p:nvPicPr>
              <p:blipFill>
                <a:blip r:embed="rId75"/>
                <a:stretch>
                  <a:fillRect/>
                </a:stretch>
              </p:blipFill>
              <p:spPr>
                <a:xfrm>
                  <a:off x="865905" y="3393735"/>
                  <a:ext cx="13032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E7D1E428-82AA-5DB1-5E09-2F7B293907CD}"/>
                    </a:ext>
                  </a:extLst>
                </p14:cNvPr>
                <p14:cNvContentPartPr/>
                <p14:nvPr/>
              </p14:nvContentPartPr>
              <p14:xfrm>
                <a:off x="802185" y="3648975"/>
                <a:ext cx="114840" cy="25200"/>
              </p14:xfrm>
            </p:contentPart>
          </mc:Choice>
          <mc:Fallback xmlns="">
            <p:pic>
              <p:nvPicPr>
                <p:cNvPr id="47" name="Ink 46">
                  <a:extLst>
                    <a:ext uri="{FF2B5EF4-FFF2-40B4-BE49-F238E27FC236}">
                      <a16:creationId xmlns:a16="http://schemas.microsoft.com/office/drawing/2014/main" id="{E7D1E428-82AA-5DB1-5E09-2F7B293907CD}"/>
                    </a:ext>
                  </a:extLst>
                </p:cNvPr>
                <p:cNvPicPr/>
                <p:nvPr/>
              </p:nvPicPr>
              <p:blipFill>
                <a:blip r:embed="rId77"/>
                <a:stretch>
                  <a:fillRect/>
                </a:stretch>
              </p:blipFill>
              <p:spPr>
                <a:xfrm>
                  <a:off x="796065" y="3642855"/>
                  <a:ext cx="1270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5E67B920-E1B1-843A-2AE9-FF2B70144467}"/>
                    </a:ext>
                  </a:extLst>
                </p14:cNvPr>
                <p14:cNvContentPartPr/>
                <p14:nvPr/>
              </p14:nvContentPartPr>
              <p14:xfrm>
                <a:off x="1078665" y="3634575"/>
                <a:ext cx="387720" cy="194760"/>
              </p14:xfrm>
            </p:contentPart>
          </mc:Choice>
          <mc:Fallback xmlns="">
            <p:pic>
              <p:nvPicPr>
                <p:cNvPr id="48" name="Ink 47">
                  <a:extLst>
                    <a:ext uri="{FF2B5EF4-FFF2-40B4-BE49-F238E27FC236}">
                      <a16:creationId xmlns:a16="http://schemas.microsoft.com/office/drawing/2014/main" id="{5E67B920-E1B1-843A-2AE9-FF2B70144467}"/>
                    </a:ext>
                  </a:extLst>
                </p:cNvPr>
                <p:cNvPicPr/>
                <p:nvPr/>
              </p:nvPicPr>
              <p:blipFill>
                <a:blip r:embed="rId79"/>
                <a:stretch>
                  <a:fillRect/>
                </a:stretch>
              </p:blipFill>
              <p:spPr>
                <a:xfrm>
                  <a:off x="1072545" y="3628455"/>
                  <a:ext cx="39996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5FD01075-FEC7-27B5-D82C-7D91E5A7E990}"/>
                    </a:ext>
                  </a:extLst>
                </p14:cNvPr>
                <p14:cNvContentPartPr/>
                <p14:nvPr/>
              </p14:nvContentPartPr>
              <p14:xfrm>
                <a:off x="1242105" y="3672735"/>
                <a:ext cx="151200" cy="183600"/>
              </p14:xfrm>
            </p:contentPart>
          </mc:Choice>
          <mc:Fallback xmlns="">
            <p:pic>
              <p:nvPicPr>
                <p:cNvPr id="49" name="Ink 48">
                  <a:extLst>
                    <a:ext uri="{FF2B5EF4-FFF2-40B4-BE49-F238E27FC236}">
                      <a16:creationId xmlns:a16="http://schemas.microsoft.com/office/drawing/2014/main" id="{5FD01075-FEC7-27B5-D82C-7D91E5A7E990}"/>
                    </a:ext>
                  </a:extLst>
                </p:cNvPr>
                <p:cNvPicPr/>
                <p:nvPr/>
              </p:nvPicPr>
              <p:blipFill>
                <a:blip r:embed="rId81"/>
                <a:stretch>
                  <a:fillRect/>
                </a:stretch>
              </p:blipFill>
              <p:spPr>
                <a:xfrm>
                  <a:off x="1235985" y="3666615"/>
                  <a:ext cx="1634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868882F2-98C7-D505-5583-CC36BD549D04}"/>
                    </a:ext>
                  </a:extLst>
                </p14:cNvPr>
                <p14:cNvContentPartPr/>
                <p14:nvPr/>
              </p14:nvContentPartPr>
              <p14:xfrm>
                <a:off x="1634145" y="3488415"/>
                <a:ext cx="51840" cy="447840"/>
              </p14:xfrm>
            </p:contentPart>
          </mc:Choice>
          <mc:Fallback xmlns="">
            <p:pic>
              <p:nvPicPr>
                <p:cNvPr id="50" name="Ink 49">
                  <a:extLst>
                    <a:ext uri="{FF2B5EF4-FFF2-40B4-BE49-F238E27FC236}">
                      <a16:creationId xmlns:a16="http://schemas.microsoft.com/office/drawing/2014/main" id="{868882F2-98C7-D505-5583-CC36BD549D04}"/>
                    </a:ext>
                  </a:extLst>
                </p:cNvPr>
                <p:cNvPicPr/>
                <p:nvPr/>
              </p:nvPicPr>
              <p:blipFill>
                <a:blip r:embed="rId83"/>
                <a:stretch>
                  <a:fillRect/>
                </a:stretch>
              </p:blipFill>
              <p:spPr>
                <a:xfrm>
                  <a:off x="1628025" y="3482295"/>
                  <a:ext cx="64080" cy="460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D242C213-41A6-D43B-81CD-159ACC2859C1}"/>
                    </a:ext>
                  </a:extLst>
                </p14:cNvPr>
                <p14:cNvContentPartPr/>
                <p14:nvPr/>
              </p14:nvContentPartPr>
              <p14:xfrm>
                <a:off x="1731345" y="3657255"/>
                <a:ext cx="88560" cy="225720"/>
              </p14:xfrm>
            </p:contentPart>
          </mc:Choice>
          <mc:Fallback xmlns="">
            <p:pic>
              <p:nvPicPr>
                <p:cNvPr id="51" name="Ink 50">
                  <a:extLst>
                    <a:ext uri="{FF2B5EF4-FFF2-40B4-BE49-F238E27FC236}">
                      <a16:creationId xmlns:a16="http://schemas.microsoft.com/office/drawing/2014/main" id="{D242C213-41A6-D43B-81CD-159ACC2859C1}"/>
                    </a:ext>
                  </a:extLst>
                </p:cNvPr>
                <p:cNvPicPr/>
                <p:nvPr/>
              </p:nvPicPr>
              <p:blipFill>
                <a:blip r:embed="rId85"/>
                <a:stretch>
                  <a:fillRect/>
                </a:stretch>
              </p:blipFill>
              <p:spPr>
                <a:xfrm>
                  <a:off x="1725225" y="3651135"/>
                  <a:ext cx="1008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Ink 51">
                  <a:extLst>
                    <a:ext uri="{FF2B5EF4-FFF2-40B4-BE49-F238E27FC236}">
                      <a16:creationId xmlns:a16="http://schemas.microsoft.com/office/drawing/2014/main" id="{D12E8D6B-C6A0-CECD-B814-3FC9118864CE}"/>
                    </a:ext>
                  </a:extLst>
                </p14:cNvPr>
                <p14:cNvContentPartPr/>
                <p14:nvPr/>
              </p14:nvContentPartPr>
              <p14:xfrm>
                <a:off x="1987665" y="3771375"/>
                <a:ext cx="469080" cy="27000"/>
              </p14:xfrm>
            </p:contentPart>
          </mc:Choice>
          <mc:Fallback xmlns="">
            <p:pic>
              <p:nvPicPr>
                <p:cNvPr id="52" name="Ink 51">
                  <a:extLst>
                    <a:ext uri="{FF2B5EF4-FFF2-40B4-BE49-F238E27FC236}">
                      <a16:creationId xmlns:a16="http://schemas.microsoft.com/office/drawing/2014/main" id="{D12E8D6B-C6A0-CECD-B814-3FC9118864CE}"/>
                    </a:ext>
                  </a:extLst>
                </p:cNvPr>
                <p:cNvPicPr/>
                <p:nvPr/>
              </p:nvPicPr>
              <p:blipFill>
                <a:blip r:embed="rId87"/>
                <a:stretch>
                  <a:fillRect/>
                </a:stretch>
              </p:blipFill>
              <p:spPr>
                <a:xfrm>
                  <a:off x="1981545" y="3765255"/>
                  <a:ext cx="4813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BA4F7BAA-1525-C9EA-BF1E-84E7BD9CCB1B}"/>
                    </a:ext>
                  </a:extLst>
                </p14:cNvPr>
                <p14:cNvContentPartPr/>
                <p14:nvPr/>
              </p14:nvContentPartPr>
              <p14:xfrm>
                <a:off x="2907105" y="3139575"/>
                <a:ext cx="1175400" cy="266760"/>
              </p14:xfrm>
            </p:contentPart>
          </mc:Choice>
          <mc:Fallback xmlns="">
            <p:pic>
              <p:nvPicPr>
                <p:cNvPr id="54" name="Ink 53">
                  <a:extLst>
                    <a:ext uri="{FF2B5EF4-FFF2-40B4-BE49-F238E27FC236}">
                      <a16:creationId xmlns:a16="http://schemas.microsoft.com/office/drawing/2014/main" id="{BA4F7BAA-1525-C9EA-BF1E-84E7BD9CCB1B}"/>
                    </a:ext>
                  </a:extLst>
                </p:cNvPr>
                <p:cNvPicPr/>
                <p:nvPr/>
              </p:nvPicPr>
              <p:blipFill>
                <a:blip r:embed="rId89"/>
                <a:stretch>
                  <a:fillRect/>
                </a:stretch>
              </p:blipFill>
              <p:spPr>
                <a:xfrm>
                  <a:off x="2900985" y="3133455"/>
                  <a:ext cx="118764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9A58F221-BBD1-4F23-A772-0B154DFC620D}"/>
                    </a:ext>
                  </a:extLst>
                </p14:cNvPr>
                <p14:cNvContentPartPr/>
                <p14:nvPr/>
              </p14:nvContentPartPr>
              <p14:xfrm>
                <a:off x="3561585" y="3311655"/>
                <a:ext cx="18720" cy="334800"/>
              </p14:xfrm>
            </p:contentPart>
          </mc:Choice>
          <mc:Fallback xmlns="">
            <p:pic>
              <p:nvPicPr>
                <p:cNvPr id="55" name="Ink 54">
                  <a:extLst>
                    <a:ext uri="{FF2B5EF4-FFF2-40B4-BE49-F238E27FC236}">
                      <a16:creationId xmlns:a16="http://schemas.microsoft.com/office/drawing/2014/main" id="{9A58F221-BBD1-4F23-A772-0B154DFC620D}"/>
                    </a:ext>
                  </a:extLst>
                </p:cNvPr>
                <p:cNvPicPr/>
                <p:nvPr/>
              </p:nvPicPr>
              <p:blipFill>
                <a:blip r:embed="rId91"/>
                <a:stretch>
                  <a:fillRect/>
                </a:stretch>
              </p:blipFill>
              <p:spPr>
                <a:xfrm>
                  <a:off x="3555465" y="3305535"/>
                  <a:ext cx="3096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B3005AB3-7B0C-7AE6-A704-668563870844}"/>
                    </a:ext>
                  </a:extLst>
                </p14:cNvPr>
                <p14:cNvContentPartPr/>
                <p14:nvPr/>
              </p14:nvContentPartPr>
              <p14:xfrm>
                <a:off x="3691545" y="3459615"/>
                <a:ext cx="392400" cy="322200"/>
              </p14:xfrm>
            </p:contentPart>
          </mc:Choice>
          <mc:Fallback xmlns="">
            <p:pic>
              <p:nvPicPr>
                <p:cNvPr id="56" name="Ink 55">
                  <a:extLst>
                    <a:ext uri="{FF2B5EF4-FFF2-40B4-BE49-F238E27FC236}">
                      <a16:creationId xmlns:a16="http://schemas.microsoft.com/office/drawing/2014/main" id="{B3005AB3-7B0C-7AE6-A704-668563870844}"/>
                    </a:ext>
                  </a:extLst>
                </p:cNvPr>
                <p:cNvPicPr/>
                <p:nvPr/>
              </p:nvPicPr>
              <p:blipFill>
                <a:blip r:embed="rId93"/>
                <a:stretch>
                  <a:fillRect/>
                </a:stretch>
              </p:blipFill>
              <p:spPr>
                <a:xfrm>
                  <a:off x="3685425" y="3453495"/>
                  <a:ext cx="40464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19806C49-3B46-5CAD-BA66-062D0DC6890C}"/>
                    </a:ext>
                  </a:extLst>
                </p14:cNvPr>
                <p14:cNvContentPartPr/>
                <p14:nvPr/>
              </p14:nvContentPartPr>
              <p14:xfrm>
                <a:off x="4138665" y="3286815"/>
                <a:ext cx="495360" cy="302760"/>
              </p14:xfrm>
            </p:contentPart>
          </mc:Choice>
          <mc:Fallback xmlns="">
            <p:pic>
              <p:nvPicPr>
                <p:cNvPr id="57" name="Ink 56">
                  <a:extLst>
                    <a:ext uri="{FF2B5EF4-FFF2-40B4-BE49-F238E27FC236}">
                      <a16:creationId xmlns:a16="http://schemas.microsoft.com/office/drawing/2014/main" id="{19806C49-3B46-5CAD-BA66-062D0DC6890C}"/>
                    </a:ext>
                  </a:extLst>
                </p:cNvPr>
                <p:cNvPicPr/>
                <p:nvPr/>
              </p:nvPicPr>
              <p:blipFill>
                <a:blip r:embed="rId95"/>
                <a:stretch>
                  <a:fillRect/>
                </a:stretch>
              </p:blipFill>
              <p:spPr>
                <a:xfrm>
                  <a:off x="4132545" y="3280695"/>
                  <a:ext cx="50760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D636BA77-1A82-DF8B-B62E-979870C805A0}"/>
                    </a:ext>
                  </a:extLst>
                </p14:cNvPr>
                <p14:cNvContentPartPr/>
                <p14:nvPr/>
              </p14:nvContentPartPr>
              <p14:xfrm>
                <a:off x="4607385" y="3019335"/>
                <a:ext cx="92880" cy="46800"/>
              </p14:xfrm>
            </p:contentPart>
          </mc:Choice>
          <mc:Fallback xmlns="">
            <p:pic>
              <p:nvPicPr>
                <p:cNvPr id="58" name="Ink 57">
                  <a:extLst>
                    <a:ext uri="{FF2B5EF4-FFF2-40B4-BE49-F238E27FC236}">
                      <a16:creationId xmlns:a16="http://schemas.microsoft.com/office/drawing/2014/main" id="{D636BA77-1A82-DF8B-B62E-979870C805A0}"/>
                    </a:ext>
                  </a:extLst>
                </p:cNvPr>
                <p:cNvPicPr/>
                <p:nvPr/>
              </p:nvPicPr>
              <p:blipFill>
                <a:blip r:embed="rId97"/>
                <a:stretch>
                  <a:fillRect/>
                </a:stretch>
              </p:blipFill>
              <p:spPr>
                <a:xfrm>
                  <a:off x="4601265" y="3013215"/>
                  <a:ext cx="1051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83F65942-3AB6-275B-9C5F-A43D58DF86B6}"/>
                    </a:ext>
                  </a:extLst>
                </p14:cNvPr>
                <p14:cNvContentPartPr/>
                <p14:nvPr/>
              </p14:nvContentPartPr>
              <p14:xfrm>
                <a:off x="4741665" y="3166935"/>
                <a:ext cx="612360" cy="482040"/>
              </p14:xfrm>
            </p:contentPart>
          </mc:Choice>
          <mc:Fallback xmlns="">
            <p:pic>
              <p:nvPicPr>
                <p:cNvPr id="59" name="Ink 58">
                  <a:extLst>
                    <a:ext uri="{FF2B5EF4-FFF2-40B4-BE49-F238E27FC236}">
                      <a16:creationId xmlns:a16="http://schemas.microsoft.com/office/drawing/2014/main" id="{83F65942-3AB6-275B-9C5F-A43D58DF86B6}"/>
                    </a:ext>
                  </a:extLst>
                </p:cNvPr>
                <p:cNvPicPr/>
                <p:nvPr/>
              </p:nvPicPr>
              <p:blipFill>
                <a:blip r:embed="rId99"/>
                <a:stretch>
                  <a:fillRect/>
                </a:stretch>
              </p:blipFill>
              <p:spPr>
                <a:xfrm>
                  <a:off x="4735545" y="3160815"/>
                  <a:ext cx="624600" cy="4942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797083A1-D187-AAE5-1EA6-E2995EC2CB90}"/>
                    </a:ext>
                  </a:extLst>
                </p14:cNvPr>
                <p14:cNvContentPartPr/>
                <p14:nvPr/>
              </p14:nvContentPartPr>
              <p14:xfrm>
                <a:off x="5799345" y="3187095"/>
                <a:ext cx="507960" cy="99000"/>
              </p14:xfrm>
            </p:contentPart>
          </mc:Choice>
          <mc:Fallback xmlns="">
            <p:pic>
              <p:nvPicPr>
                <p:cNvPr id="60" name="Ink 59">
                  <a:extLst>
                    <a:ext uri="{FF2B5EF4-FFF2-40B4-BE49-F238E27FC236}">
                      <a16:creationId xmlns:a16="http://schemas.microsoft.com/office/drawing/2014/main" id="{797083A1-D187-AAE5-1EA6-E2995EC2CB90}"/>
                    </a:ext>
                  </a:extLst>
                </p:cNvPr>
                <p:cNvPicPr/>
                <p:nvPr/>
              </p:nvPicPr>
              <p:blipFill>
                <a:blip r:embed="rId101"/>
                <a:stretch>
                  <a:fillRect/>
                </a:stretch>
              </p:blipFill>
              <p:spPr>
                <a:xfrm>
                  <a:off x="5793225" y="3180975"/>
                  <a:ext cx="5202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7" name="Ink 66">
                  <a:extLst>
                    <a:ext uri="{FF2B5EF4-FFF2-40B4-BE49-F238E27FC236}">
                      <a16:creationId xmlns:a16="http://schemas.microsoft.com/office/drawing/2014/main" id="{1D84F60C-286C-7131-6327-0CF128C2BB91}"/>
                    </a:ext>
                  </a:extLst>
                </p14:cNvPr>
                <p14:cNvContentPartPr/>
                <p14:nvPr/>
              </p14:nvContentPartPr>
              <p14:xfrm>
                <a:off x="918465" y="4691175"/>
                <a:ext cx="181080" cy="534600"/>
              </p14:xfrm>
            </p:contentPart>
          </mc:Choice>
          <mc:Fallback xmlns="">
            <p:pic>
              <p:nvPicPr>
                <p:cNvPr id="67" name="Ink 66">
                  <a:extLst>
                    <a:ext uri="{FF2B5EF4-FFF2-40B4-BE49-F238E27FC236}">
                      <a16:creationId xmlns:a16="http://schemas.microsoft.com/office/drawing/2014/main" id="{1D84F60C-286C-7131-6327-0CF128C2BB91}"/>
                    </a:ext>
                  </a:extLst>
                </p:cNvPr>
                <p:cNvPicPr/>
                <p:nvPr/>
              </p:nvPicPr>
              <p:blipFill>
                <a:blip r:embed="rId103"/>
                <a:stretch>
                  <a:fillRect/>
                </a:stretch>
              </p:blipFill>
              <p:spPr>
                <a:xfrm>
                  <a:off x="912345" y="4685055"/>
                  <a:ext cx="193320" cy="5468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8" name="Ink 67">
                  <a:extLst>
                    <a:ext uri="{FF2B5EF4-FFF2-40B4-BE49-F238E27FC236}">
                      <a16:creationId xmlns:a16="http://schemas.microsoft.com/office/drawing/2014/main" id="{18779134-F858-1772-DEEA-D28C2CD886DB}"/>
                    </a:ext>
                  </a:extLst>
                </p14:cNvPr>
                <p14:cNvContentPartPr/>
                <p14:nvPr/>
              </p14:nvContentPartPr>
              <p14:xfrm>
                <a:off x="1004505" y="4618095"/>
                <a:ext cx="246240" cy="60120"/>
              </p14:xfrm>
            </p:contentPart>
          </mc:Choice>
          <mc:Fallback xmlns="">
            <p:pic>
              <p:nvPicPr>
                <p:cNvPr id="68" name="Ink 67">
                  <a:extLst>
                    <a:ext uri="{FF2B5EF4-FFF2-40B4-BE49-F238E27FC236}">
                      <a16:creationId xmlns:a16="http://schemas.microsoft.com/office/drawing/2014/main" id="{18779134-F858-1772-DEEA-D28C2CD886DB}"/>
                    </a:ext>
                  </a:extLst>
                </p:cNvPr>
                <p:cNvPicPr/>
                <p:nvPr/>
              </p:nvPicPr>
              <p:blipFill>
                <a:blip r:embed="rId105"/>
                <a:stretch>
                  <a:fillRect/>
                </a:stretch>
              </p:blipFill>
              <p:spPr>
                <a:xfrm>
                  <a:off x="998385" y="4611975"/>
                  <a:ext cx="2584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9" name="Ink 68">
                  <a:extLst>
                    <a:ext uri="{FF2B5EF4-FFF2-40B4-BE49-F238E27FC236}">
                      <a16:creationId xmlns:a16="http://schemas.microsoft.com/office/drawing/2014/main" id="{164FF9E9-5AF0-14E8-1C0C-19B4FBD09D85}"/>
                    </a:ext>
                  </a:extLst>
                </p14:cNvPr>
                <p14:cNvContentPartPr/>
                <p14:nvPr/>
              </p14:nvContentPartPr>
              <p14:xfrm>
                <a:off x="1039785" y="5013015"/>
                <a:ext cx="12960" cy="18000"/>
              </p14:xfrm>
            </p:contentPart>
          </mc:Choice>
          <mc:Fallback xmlns="">
            <p:pic>
              <p:nvPicPr>
                <p:cNvPr id="69" name="Ink 68">
                  <a:extLst>
                    <a:ext uri="{FF2B5EF4-FFF2-40B4-BE49-F238E27FC236}">
                      <a16:creationId xmlns:a16="http://schemas.microsoft.com/office/drawing/2014/main" id="{164FF9E9-5AF0-14E8-1C0C-19B4FBD09D85}"/>
                    </a:ext>
                  </a:extLst>
                </p:cNvPr>
                <p:cNvPicPr/>
                <p:nvPr/>
              </p:nvPicPr>
              <p:blipFill>
                <a:blip r:embed="rId107"/>
                <a:stretch>
                  <a:fillRect/>
                </a:stretch>
              </p:blipFill>
              <p:spPr>
                <a:xfrm>
                  <a:off x="1033665" y="5006895"/>
                  <a:ext cx="2520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4D227EB0-6FCB-CD2E-1572-7B11FAADE18E}"/>
                    </a:ext>
                  </a:extLst>
                </p14:cNvPr>
                <p14:cNvContentPartPr/>
                <p14:nvPr/>
              </p14:nvContentPartPr>
              <p14:xfrm>
                <a:off x="818385" y="4928775"/>
                <a:ext cx="354960" cy="226080"/>
              </p14:xfrm>
            </p:contentPart>
          </mc:Choice>
          <mc:Fallback xmlns="">
            <p:pic>
              <p:nvPicPr>
                <p:cNvPr id="71" name="Ink 70">
                  <a:extLst>
                    <a:ext uri="{FF2B5EF4-FFF2-40B4-BE49-F238E27FC236}">
                      <a16:creationId xmlns:a16="http://schemas.microsoft.com/office/drawing/2014/main" id="{4D227EB0-6FCB-CD2E-1572-7B11FAADE18E}"/>
                    </a:ext>
                  </a:extLst>
                </p:cNvPr>
                <p:cNvPicPr/>
                <p:nvPr/>
              </p:nvPicPr>
              <p:blipFill>
                <a:blip r:embed="rId109"/>
                <a:stretch>
                  <a:fillRect/>
                </a:stretch>
              </p:blipFill>
              <p:spPr>
                <a:xfrm>
                  <a:off x="812265" y="4922655"/>
                  <a:ext cx="36720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2" name="Ink 71">
                  <a:extLst>
                    <a:ext uri="{FF2B5EF4-FFF2-40B4-BE49-F238E27FC236}">
                      <a16:creationId xmlns:a16="http://schemas.microsoft.com/office/drawing/2014/main" id="{A580CCFA-EF34-0596-5D93-BFD3897D2EB9}"/>
                    </a:ext>
                  </a:extLst>
                </p14:cNvPr>
                <p14:cNvContentPartPr/>
                <p14:nvPr/>
              </p14:nvContentPartPr>
              <p14:xfrm>
                <a:off x="1972905" y="3570855"/>
                <a:ext cx="18360" cy="334800"/>
              </p14:xfrm>
            </p:contentPart>
          </mc:Choice>
          <mc:Fallback xmlns="">
            <p:pic>
              <p:nvPicPr>
                <p:cNvPr id="72" name="Ink 71">
                  <a:extLst>
                    <a:ext uri="{FF2B5EF4-FFF2-40B4-BE49-F238E27FC236}">
                      <a16:creationId xmlns:a16="http://schemas.microsoft.com/office/drawing/2014/main" id="{A580CCFA-EF34-0596-5D93-BFD3897D2EB9}"/>
                    </a:ext>
                  </a:extLst>
                </p:cNvPr>
                <p:cNvPicPr/>
                <p:nvPr/>
              </p:nvPicPr>
              <p:blipFill>
                <a:blip r:embed="rId111"/>
                <a:stretch>
                  <a:fillRect/>
                </a:stretch>
              </p:blipFill>
              <p:spPr>
                <a:xfrm>
                  <a:off x="1966785" y="3564735"/>
                  <a:ext cx="3060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3" name="Ink 72">
                  <a:extLst>
                    <a:ext uri="{FF2B5EF4-FFF2-40B4-BE49-F238E27FC236}">
                      <a16:creationId xmlns:a16="http://schemas.microsoft.com/office/drawing/2014/main" id="{A4CC8D8F-5AE9-2A9E-E696-5C61CCA5C7E1}"/>
                    </a:ext>
                  </a:extLst>
                </p14:cNvPr>
                <p14:cNvContentPartPr/>
                <p14:nvPr/>
              </p14:nvContentPartPr>
              <p14:xfrm>
                <a:off x="2346225" y="3735375"/>
                <a:ext cx="1227960" cy="712800"/>
              </p14:xfrm>
            </p:contentPart>
          </mc:Choice>
          <mc:Fallback xmlns="">
            <p:pic>
              <p:nvPicPr>
                <p:cNvPr id="73" name="Ink 72">
                  <a:extLst>
                    <a:ext uri="{FF2B5EF4-FFF2-40B4-BE49-F238E27FC236}">
                      <a16:creationId xmlns:a16="http://schemas.microsoft.com/office/drawing/2014/main" id="{A4CC8D8F-5AE9-2A9E-E696-5C61CCA5C7E1}"/>
                    </a:ext>
                  </a:extLst>
                </p:cNvPr>
                <p:cNvPicPr/>
                <p:nvPr/>
              </p:nvPicPr>
              <p:blipFill>
                <a:blip r:embed="rId113"/>
                <a:stretch>
                  <a:fillRect/>
                </a:stretch>
              </p:blipFill>
              <p:spPr>
                <a:xfrm>
                  <a:off x="2340105" y="3729255"/>
                  <a:ext cx="1240200" cy="7250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4" name="Ink 73">
                  <a:extLst>
                    <a:ext uri="{FF2B5EF4-FFF2-40B4-BE49-F238E27FC236}">
                      <a16:creationId xmlns:a16="http://schemas.microsoft.com/office/drawing/2014/main" id="{F3593977-7DD9-147E-B9AA-B5BDCB44AB7D}"/>
                    </a:ext>
                  </a:extLst>
                </p14:cNvPr>
                <p14:cNvContentPartPr/>
                <p14:nvPr/>
              </p14:nvContentPartPr>
              <p14:xfrm>
                <a:off x="3589665" y="4095375"/>
                <a:ext cx="336600" cy="615600"/>
              </p14:xfrm>
            </p:contentPart>
          </mc:Choice>
          <mc:Fallback xmlns="">
            <p:pic>
              <p:nvPicPr>
                <p:cNvPr id="74" name="Ink 73">
                  <a:extLst>
                    <a:ext uri="{FF2B5EF4-FFF2-40B4-BE49-F238E27FC236}">
                      <a16:creationId xmlns:a16="http://schemas.microsoft.com/office/drawing/2014/main" id="{F3593977-7DD9-147E-B9AA-B5BDCB44AB7D}"/>
                    </a:ext>
                  </a:extLst>
                </p:cNvPr>
                <p:cNvPicPr/>
                <p:nvPr/>
              </p:nvPicPr>
              <p:blipFill>
                <a:blip r:embed="rId115"/>
                <a:stretch>
                  <a:fillRect/>
                </a:stretch>
              </p:blipFill>
              <p:spPr>
                <a:xfrm>
                  <a:off x="3583545" y="4089255"/>
                  <a:ext cx="348840" cy="627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5" name="Ink 74">
                  <a:extLst>
                    <a:ext uri="{FF2B5EF4-FFF2-40B4-BE49-F238E27FC236}">
                      <a16:creationId xmlns:a16="http://schemas.microsoft.com/office/drawing/2014/main" id="{F9D62DB1-CB50-5B09-3DAD-E90065D2F27E}"/>
                    </a:ext>
                  </a:extLst>
                </p14:cNvPr>
                <p14:cNvContentPartPr/>
                <p14:nvPr/>
              </p14:nvContentPartPr>
              <p14:xfrm>
                <a:off x="4139745" y="4582095"/>
                <a:ext cx="58680" cy="37440"/>
              </p14:xfrm>
            </p:contentPart>
          </mc:Choice>
          <mc:Fallback xmlns="">
            <p:pic>
              <p:nvPicPr>
                <p:cNvPr id="75" name="Ink 74">
                  <a:extLst>
                    <a:ext uri="{FF2B5EF4-FFF2-40B4-BE49-F238E27FC236}">
                      <a16:creationId xmlns:a16="http://schemas.microsoft.com/office/drawing/2014/main" id="{F9D62DB1-CB50-5B09-3DAD-E90065D2F27E}"/>
                    </a:ext>
                  </a:extLst>
                </p:cNvPr>
                <p:cNvPicPr/>
                <p:nvPr/>
              </p:nvPicPr>
              <p:blipFill>
                <a:blip r:embed="rId117"/>
                <a:stretch>
                  <a:fillRect/>
                </a:stretch>
              </p:blipFill>
              <p:spPr>
                <a:xfrm>
                  <a:off x="4133625" y="4575975"/>
                  <a:ext cx="709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7" name="Ink 76">
                  <a:extLst>
                    <a:ext uri="{FF2B5EF4-FFF2-40B4-BE49-F238E27FC236}">
                      <a16:creationId xmlns:a16="http://schemas.microsoft.com/office/drawing/2014/main" id="{A11986DC-C7ED-9A97-974A-C8BA40C00D86}"/>
                    </a:ext>
                  </a:extLst>
                </p14:cNvPr>
                <p14:cNvContentPartPr/>
                <p14:nvPr/>
              </p14:nvContentPartPr>
              <p14:xfrm>
                <a:off x="5090145" y="4583895"/>
                <a:ext cx="39600" cy="375840"/>
              </p14:xfrm>
            </p:contentPart>
          </mc:Choice>
          <mc:Fallback xmlns="">
            <p:pic>
              <p:nvPicPr>
                <p:cNvPr id="77" name="Ink 76">
                  <a:extLst>
                    <a:ext uri="{FF2B5EF4-FFF2-40B4-BE49-F238E27FC236}">
                      <a16:creationId xmlns:a16="http://schemas.microsoft.com/office/drawing/2014/main" id="{A11986DC-C7ED-9A97-974A-C8BA40C00D86}"/>
                    </a:ext>
                  </a:extLst>
                </p:cNvPr>
                <p:cNvPicPr/>
                <p:nvPr/>
              </p:nvPicPr>
              <p:blipFill>
                <a:blip r:embed="rId119"/>
                <a:stretch>
                  <a:fillRect/>
                </a:stretch>
              </p:blipFill>
              <p:spPr>
                <a:xfrm>
                  <a:off x="5084025" y="4577775"/>
                  <a:ext cx="5184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8" name="Ink 77">
                  <a:extLst>
                    <a:ext uri="{FF2B5EF4-FFF2-40B4-BE49-F238E27FC236}">
                      <a16:creationId xmlns:a16="http://schemas.microsoft.com/office/drawing/2014/main" id="{1D8698A5-35B3-DE8D-F3E2-6A6436F2A9D3}"/>
                    </a:ext>
                  </a:extLst>
                </p14:cNvPr>
                <p14:cNvContentPartPr/>
                <p14:nvPr/>
              </p14:nvContentPartPr>
              <p14:xfrm>
                <a:off x="5013105" y="4402095"/>
                <a:ext cx="589320" cy="617040"/>
              </p14:xfrm>
            </p:contentPart>
          </mc:Choice>
          <mc:Fallback xmlns="">
            <p:pic>
              <p:nvPicPr>
                <p:cNvPr id="78" name="Ink 77">
                  <a:extLst>
                    <a:ext uri="{FF2B5EF4-FFF2-40B4-BE49-F238E27FC236}">
                      <a16:creationId xmlns:a16="http://schemas.microsoft.com/office/drawing/2014/main" id="{1D8698A5-35B3-DE8D-F3E2-6A6436F2A9D3}"/>
                    </a:ext>
                  </a:extLst>
                </p:cNvPr>
                <p:cNvPicPr/>
                <p:nvPr/>
              </p:nvPicPr>
              <p:blipFill>
                <a:blip r:embed="rId121"/>
                <a:stretch>
                  <a:fillRect/>
                </a:stretch>
              </p:blipFill>
              <p:spPr>
                <a:xfrm>
                  <a:off x="5006985" y="4395975"/>
                  <a:ext cx="601560" cy="6292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9" name="Ink 78">
                  <a:extLst>
                    <a:ext uri="{FF2B5EF4-FFF2-40B4-BE49-F238E27FC236}">
                      <a16:creationId xmlns:a16="http://schemas.microsoft.com/office/drawing/2014/main" id="{6B6C932E-51C6-DF19-28B8-33198BF9B754}"/>
                    </a:ext>
                  </a:extLst>
                </p14:cNvPr>
                <p14:cNvContentPartPr/>
                <p14:nvPr/>
              </p14:nvContentPartPr>
              <p14:xfrm>
                <a:off x="5111745" y="4458975"/>
                <a:ext cx="64080" cy="358200"/>
              </p14:xfrm>
            </p:contentPart>
          </mc:Choice>
          <mc:Fallback xmlns="">
            <p:pic>
              <p:nvPicPr>
                <p:cNvPr id="79" name="Ink 78">
                  <a:extLst>
                    <a:ext uri="{FF2B5EF4-FFF2-40B4-BE49-F238E27FC236}">
                      <a16:creationId xmlns:a16="http://schemas.microsoft.com/office/drawing/2014/main" id="{6B6C932E-51C6-DF19-28B8-33198BF9B754}"/>
                    </a:ext>
                  </a:extLst>
                </p:cNvPr>
                <p:cNvPicPr/>
                <p:nvPr/>
              </p:nvPicPr>
              <p:blipFill>
                <a:blip r:embed="rId123"/>
                <a:stretch>
                  <a:fillRect/>
                </a:stretch>
              </p:blipFill>
              <p:spPr>
                <a:xfrm>
                  <a:off x="5105625" y="4452855"/>
                  <a:ext cx="7632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0416F233-BED1-33BE-39D3-49A003324CFC}"/>
                    </a:ext>
                  </a:extLst>
                </p14:cNvPr>
                <p14:cNvContentPartPr/>
                <p14:nvPr/>
              </p14:nvContentPartPr>
              <p14:xfrm>
                <a:off x="4211745" y="4755975"/>
                <a:ext cx="1079640" cy="328320"/>
              </p14:xfrm>
            </p:contentPart>
          </mc:Choice>
          <mc:Fallback xmlns="">
            <p:pic>
              <p:nvPicPr>
                <p:cNvPr id="80" name="Ink 79">
                  <a:extLst>
                    <a:ext uri="{FF2B5EF4-FFF2-40B4-BE49-F238E27FC236}">
                      <a16:creationId xmlns:a16="http://schemas.microsoft.com/office/drawing/2014/main" id="{0416F233-BED1-33BE-39D3-49A003324CFC}"/>
                    </a:ext>
                  </a:extLst>
                </p:cNvPr>
                <p:cNvPicPr/>
                <p:nvPr/>
              </p:nvPicPr>
              <p:blipFill>
                <a:blip r:embed="rId125"/>
                <a:stretch>
                  <a:fillRect/>
                </a:stretch>
              </p:blipFill>
              <p:spPr>
                <a:xfrm>
                  <a:off x="4205625" y="4749855"/>
                  <a:ext cx="109188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1" name="Ink 80">
                  <a:extLst>
                    <a:ext uri="{FF2B5EF4-FFF2-40B4-BE49-F238E27FC236}">
                      <a16:creationId xmlns:a16="http://schemas.microsoft.com/office/drawing/2014/main" id="{4CD07D17-A8A0-D247-C224-5394266499BC}"/>
                    </a:ext>
                  </a:extLst>
                </p14:cNvPr>
                <p14:cNvContentPartPr/>
                <p14:nvPr/>
              </p14:nvContentPartPr>
              <p14:xfrm>
                <a:off x="3007905" y="5107695"/>
                <a:ext cx="441720" cy="420840"/>
              </p14:xfrm>
            </p:contentPart>
          </mc:Choice>
          <mc:Fallback xmlns="">
            <p:pic>
              <p:nvPicPr>
                <p:cNvPr id="81" name="Ink 80">
                  <a:extLst>
                    <a:ext uri="{FF2B5EF4-FFF2-40B4-BE49-F238E27FC236}">
                      <a16:creationId xmlns:a16="http://schemas.microsoft.com/office/drawing/2014/main" id="{4CD07D17-A8A0-D247-C224-5394266499BC}"/>
                    </a:ext>
                  </a:extLst>
                </p:cNvPr>
                <p:cNvPicPr/>
                <p:nvPr/>
              </p:nvPicPr>
              <p:blipFill>
                <a:blip r:embed="rId127"/>
                <a:stretch>
                  <a:fillRect/>
                </a:stretch>
              </p:blipFill>
              <p:spPr>
                <a:xfrm>
                  <a:off x="3001785" y="5101575"/>
                  <a:ext cx="453960" cy="433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2" name="Ink 81">
                  <a:extLst>
                    <a:ext uri="{FF2B5EF4-FFF2-40B4-BE49-F238E27FC236}">
                      <a16:creationId xmlns:a16="http://schemas.microsoft.com/office/drawing/2014/main" id="{F62D2D67-6509-D86E-9578-3CB34AFAD75D}"/>
                    </a:ext>
                  </a:extLst>
                </p14:cNvPr>
                <p14:cNvContentPartPr/>
                <p14:nvPr/>
              </p14:nvContentPartPr>
              <p14:xfrm>
                <a:off x="3545385" y="5000415"/>
                <a:ext cx="403560" cy="316080"/>
              </p14:xfrm>
            </p:contentPart>
          </mc:Choice>
          <mc:Fallback xmlns="">
            <p:pic>
              <p:nvPicPr>
                <p:cNvPr id="82" name="Ink 81">
                  <a:extLst>
                    <a:ext uri="{FF2B5EF4-FFF2-40B4-BE49-F238E27FC236}">
                      <a16:creationId xmlns:a16="http://schemas.microsoft.com/office/drawing/2014/main" id="{F62D2D67-6509-D86E-9578-3CB34AFAD75D}"/>
                    </a:ext>
                  </a:extLst>
                </p:cNvPr>
                <p:cNvPicPr/>
                <p:nvPr/>
              </p:nvPicPr>
              <p:blipFill>
                <a:blip r:embed="rId129"/>
                <a:stretch>
                  <a:fillRect/>
                </a:stretch>
              </p:blipFill>
              <p:spPr>
                <a:xfrm>
                  <a:off x="3539265" y="4994295"/>
                  <a:ext cx="41580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3" name="Ink 82">
                  <a:extLst>
                    <a:ext uri="{FF2B5EF4-FFF2-40B4-BE49-F238E27FC236}">
                      <a16:creationId xmlns:a16="http://schemas.microsoft.com/office/drawing/2014/main" id="{965CCB75-B987-1080-83A4-8EC51E4ACB20}"/>
                    </a:ext>
                  </a:extLst>
                </p14:cNvPr>
                <p14:cNvContentPartPr/>
                <p14:nvPr/>
              </p14:nvContentPartPr>
              <p14:xfrm>
                <a:off x="3963705" y="5106615"/>
                <a:ext cx="30240" cy="102240"/>
              </p14:xfrm>
            </p:contentPart>
          </mc:Choice>
          <mc:Fallback xmlns="">
            <p:pic>
              <p:nvPicPr>
                <p:cNvPr id="83" name="Ink 82">
                  <a:extLst>
                    <a:ext uri="{FF2B5EF4-FFF2-40B4-BE49-F238E27FC236}">
                      <a16:creationId xmlns:a16="http://schemas.microsoft.com/office/drawing/2014/main" id="{965CCB75-B987-1080-83A4-8EC51E4ACB20}"/>
                    </a:ext>
                  </a:extLst>
                </p:cNvPr>
                <p:cNvPicPr/>
                <p:nvPr/>
              </p:nvPicPr>
              <p:blipFill>
                <a:blip r:embed="rId131"/>
                <a:stretch>
                  <a:fillRect/>
                </a:stretch>
              </p:blipFill>
              <p:spPr>
                <a:xfrm>
                  <a:off x="3957585" y="5100495"/>
                  <a:ext cx="424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4" name="Ink 83">
                  <a:extLst>
                    <a:ext uri="{FF2B5EF4-FFF2-40B4-BE49-F238E27FC236}">
                      <a16:creationId xmlns:a16="http://schemas.microsoft.com/office/drawing/2014/main" id="{824DFC3D-D65C-4D1C-01D4-256BC20260D5}"/>
                    </a:ext>
                  </a:extLst>
                </p14:cNvPr>
                <p14:cNvContentPartPr/>
                <p14:nvPr/>
              </p14:nvContentPartPr>
              <p14:xfrm>
                <a:off x="3996825" y="4887375"/>
                <a:ext cx="47160" cy="16920"/>
              </p14:xfrm>
            </p:contentPart>
          </mc:Choice>
          <mc:Fallback xmlns="">
            <p:pic>
              <p:nvPicPr>
                <p:cNvPr id="84" name="Ink 83">
                  <a:extLst>
                    <a:ext uri="{FF2B5EF4-FFF2-40B4-BE49-F238E27FC236}">
                      <a16:creationId xmlns:a16="http://schemas.microsoft.com/office/drawing/2014/main" id="{824DFC3D-D65C-4D1C-01D4-256BC20260D5}"/>
                    </a:ext>
                  </a:extLst>
                </p:cNvPr>
                <p:cNvPicPr/>
                <p:nvPr/>
              </p:nvPicPr>
              <p:blipFill>
                <a:blip r:embed="rId133"/>
                <a:stretch>
                  <a:fillRect/>
                </a:stretch>
              </p:blipFill>
              <p:spPr>
                <a:xfrm>
                  <a:off x="3990705" y="4881255"/>
                  <a:ext cx="594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5" name="Ink 84">
                  <a:extLst>
                    <a:ext uri="{FF2B5EF4-FFF2-40B4-BE49-F238E27FC236}">
                      <a16:creationId xmlns:a16="http://schemas.microsoft.com/office/drawing/2014/main" id="{7CA8C38A-5F61-B98C-B5B8-C71BCFCB49DD}"/>
                    </a:ext>
                  </a:extLst>
                </p14:cNvPr>
                <p14:cNvContentPartPr/>
                <p14:nvPr/>
              </p14:nvContentPartPr>
              <p14:xfrm>
                <a:off x="4092945" y="4819695"/>
                <a:ext cx="298800" cy="344160"/>
              </p14:xfrm>
            </p:contentPart>
          </mc:Choice>
          <mc:Fallback xmlns="">
            <p:pic>
              <p:nvPicPr>
                <p:cNvPr id="85" name="Ink 84">
                  <a:extLst>
                    <a:ext uri="{FF2B5EF4-FFF2-40B4-BE49-F238E27FC236}">
                      <a16:creationId xmlns:a16="http://schemas.microsoft.com/office/drawing/2014/main" id="{7CA8C38A-5F61-B98C-B5B8-C71BCFCB49DD}"/>
                    </a:ext>
                  </a:extLst>
                </p:cNvPr>
                <p:cNvPicPr/>
                <p:nvPr/>
              </p:nvPicPr>
              <p:blipFill>
                <a:blip r:embed="rId135"/>
                <a:stretch>
                  <a:fillRect/>
                </a:stretch>
              </p:blipFill>
              <p:spPr>
                <a:xfrm>
                  <a:off x="4086825" y="4813575"/>
                  <a:ext cx="31104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6" name="Ink 85">
                  <a:extLst>
                    <a:ext uri="{FF2B5EF4-FFF2-40B4-BE49-F238E27FC236}">
                      <a16:creationId xmlns:a16="http://schemas.microsoft.com/office/drawing/2014/main" id="{E3C9A0CA-1A77-6788-1CB0-AA9F09D5E57B}"/>
                    </a:ext>
                  </a:extLst>
                </p14:cNvPr>
                <p14:cNvContentPartPr/>
                <p14:nvPr/>
              </p14:nvContentPartPr>
              <p14:xfrm>
                <a:off x="4454385" y="4590375"/>
                <a:ext cx="453960" cy="236520"/>
              </p14:xfrm>
            </p:contentPart>
          </mc:Choice>
          <mc:Fallback xmlns="">
            <p:pic>
              <p:nvPicPr>
                <p:cNvPr id="86" name="Ink 85">
                  <a:extLst>
                    <a:ext uri="{FF2B5EF4-FFF2-40B4-BE49-F238E27FC236}">
                      <a16:creationId xmlns:a16="http://schemas.microsoft.com/office/drawing/2014/main" id="{E3C9A0CA-1A77-6788-1CB0-AA9F09D5E57B}"/>
                    </a:ext>
                  </a:extLst>
                </p:cNvPr>
                <p:cNvPicPr/>
                <p:nvPr/>
              </p:nvPicPr>
              <p:blipFill>
                <a:blip r:embed="rId137"/>
                <a:stretch>
                  <a:fillRect/>
                </a:stretch>
              </p:blipFill>
              <p:spPr>
                <a:xfrm>
                  <a:off x="4448265" y="4584255"/>
                  <a:ext cx="46620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8" name="Ink 87">
                  <a:extLst>
                    <a:ext uri="{FF2B5EF4-FFF2-40B4-BE49-F238E27FC236}">
                      <a16:creationId xmlns:a16="http://schemas.microsoft.com/office/drawing/2014/main" id="{AEA3C0F6-205C-C332-21E4-2BD1A75BE0B0}"/>
                    </a:ext>
                  </a:extLst>
                </p14:cNvPr>
                <p14:cNvContentPartPr/>
                <p14:nvPr/>
              </p14:nvContentPartPr>
              <p14:xfrm>
                <a:off x="5603865" y="4221015"/>
                <a:ext cx="3008880" cy="164880"/>
              </p14:xfrm>
            </p:contentPart>
          </mc:Choice>
          <mc:Fallback xmlns="">
            <p:pic>
              <p:nvPicPr>
                <p:cNvPr id="88" name="Ink 87">
                  <a:extLst>
                    <a:ext uri="{FF2B5EF4-FFF2-40B4-BE49-F238E27FC236}">
                      <a16:creationId xmlns:a16="http://schemas.microsoft.com/office/drawing/2014/main" id="{AEA3C0F6-205C-C332-21E4-2BD1A75BE0B0}"/>
                    </a:ext>
                  </a:extLst>
                </p:cNvPr>
                <p:cNvPicPr/>
                <p:nvPr/>
              </p:nvPicPr>
              <p:blipFill>
                <a:blip r:embed="rId139"/>
                <a:stretch>
                  <a:fillRect/>
                </a:stretch>
              </p:blipFill>
              <p:spPr>
                <a:xfrm>
                  <a:off x="5597745" y="4214895"/>
                  <a:ext cx="30211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9" name="Ink 88">
                  <a:extLst>
                    <a:ext uri="{FF2B5EF4-FFF2-40B4-BE49-F238E27FC236}">
                      <a16:creationId xmlns:a16="http://schemas.microsoft.com/office/drawing/2014/main" id="{734AF873-273A-73CC-5DBF-FF90A621E4D2}"/>
                    </a:ext>
                  </a:extLst>
                </p14:cNvPr>
                <p14:cNvContentPartPr/>
                <p14:nvPr/>
              </p14:nvContentPartPr>
              <p14:xfrm>
                <a:off x="5555985" y="4726095"/>
                <a:ext cx="3097800" cy="383040"/>
              </p14:xfrm>
            </p:contentPart>
          </mc:Choice>
          <mc:Fallback xmlns="">
            <p:pic>
              <p:nvPicPr>
                <p:cNvPr id="89" name="Ink 88">
                  <a:extLst>
                    <a:ext uri="{FF2B5EF4-FFF2-40B4-BE49-F238E27FC236}">
                      <a16:creationId xmlns:a16="http://schemas.microsoft.com/office/drawing/2014/main" id="{734AF873-273A-73CC-5DBF-FF90A621E4D2}"/>
                    </a:ext>
                  </a:extLst>
                </p:cNvPr>
                <p:cNvPicPr/>
                <p:nvPr/>
              </p:nvPicPr>
              <p:blipFill>
                <a:blip r:embed="rId141"/>
                <a:stretch>
                  <a:fillRect/>
                </a:stretch>
              </p:blipFill>
              <p:spPr>
                <a:xfrm>
                  <a:off x="5549865" y="4719975"/>
                  <a:ext cx="311004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948684F8-2AF8-598F-1648-A761FD435C6B}"/>
                    </a:ext>
                  </a:extLst>
                </p14:cNvPr>
                <p14:cNvContentPartPr/>
                <p14:nvPr/>
              </p14:nvContentPartPr>
              <p14:xfrm>
                <a:off x="8557305" y="4263135"/>
                <a:ext cx="78120" cy="664920"/>
              </p14:xfrm>
            </p:contentPart>
          </mc:Choice>
          <mc:Fallback xmlns="">
            <p:pic>
              <p:nvPicPr>
                <p:cNvPr id="90" name="Ink 89">
                  <a:extLst>
                    <a:ext uri="{FF2B5EF4-FFF2-40B4-BE49-F238E27FC236}">
                      <a16:creationId xmlns:a16="http://schemas.microsoft.com/office/drawing/2014/main" id="{948684F8-2AF8-598F-1648-A761FD435C6B}"/>
                    </a:ext>
                  </a:extLst>
                </p:cNvPr>
                <p:cNvPicPr/>
                <p:nvPr/>
              </p:nvPicPr>
              <p:blipFill>
                <a:blip r:embed="rId143"/>
                <a:stretch>
                  <a:fillRect/>
                </a:stretch>
              </p:blipFill>
              <p:spPr>
                <a:xfrm>
                  <a:off x="8551185" y="4257015"/>
                  <a:ext cx="90360" cy="677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1" name="Ink 90">
                  <a:extLst>
                    <a:ext uri="{FF2B5EF4-FFF2-40B4-BE49-F238E27FC236}">
                      <a16:creationId xmlns:a16="http://schemas.microsoft.com/office/drawing/2014/main" id="{34EFCFD9-3D24-3C89-2EC7-43629B5AF8BE}"/>
                    </a:ext>
                  </a:extLst>
                </p14:cNvPr>
                <p14:cNvContentPartPr/>
                <p14:nvPr/>
              </p14:nvContentPartPr>
              <p14:xfrm>
                <a:off x="6101025" y="4545735"/>
                <a:ext cx="664560" cy="52200"/>
              </p14:xfrm>
            </p:contentPart>
          </mc:Choice>
          <mc:Fallback xmlns="">
            <p:pic>
              <p:nvPicPr>
                <p:cNvPr id="91" name="Ink 90">
                  <a:extLst>
                    <a:ext uri="{FF2B5EF4-FFF2-40B4-BE49-F238E27FC236}">
                      <a16:creationId xmlns:a16="http://schemas.microsoft.com/office/drawing/2014/main" id="{34EFCFD9-3D24-3C89-2EC7-43629B5AF8BE}"/>
                    </a:ext>
                  </a:extLst>
                </p:cNvPr>
                <p:cNvPicPr/>
                <p:nvPr/>
              </p:nvPicPr>
              <p:blipFill>
                <a:blip r:embed="rId145"/>
                <a:stretch>
                  <a:fillRect/>
                </a:stretch>
              </p:blipFill>
              <p:spPr>
                <a:xfrm>
                  <a:off x="6094905" y="4539615"/>
                  <a:ext cx="6768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 name="Ink 91">
                  <a:extLst>
                    <a:ext uri="{FF2B5EF4-FFF2-40B4-BE49-F238E27FC236}">
                      <a16:creationId xmlns:a16="http://schemas.microsoft.com/office/drawing/2014/main" id="{ABA026CC-6E47-F877-8547-B2E4091105DA}"/>
                    </a:ext>
                  </a:extLst>
                </p14:cNvPr>
                <p14:cNvContentPartPr/>
                <p14:nvPr/>
              </p14:nvContentPartPr>
              <p14:xfrm>
                <a:off x="6531945" y="4605495"/>
                <a:ext cx="40320" cy="113760"/>
              </p14:xfrm>
            </p:contentPart>
          </mc:Choice>
          <mc:Fallback xmlns="">
            <p:pic>
              <p:nvPicPr>
                <p:cNvPr id="92" name="Ink 91">
                  <a:extLst>
                    <a:ext uri="{FF2B5EF4-FFF2-40B4-BE49-F238E27FC236}">
                      <a16:creationId xmlns:a16="http://schemas.microsoft.com/office/drawing/2014/main" id="{ABA026CC-6E47-F877-8547-B2E4091105DA}"/>
                    </a:ext>
                  </a:extLst>
                </p:cNvPr>
                <p:cNvPicPr/>
                <p:nvPr/>
              </p:nvPicPr>
              <p:blipFill>
                <a:blip r:embed="rId147"/>
                <a:stretch>
                  <a:fillRect/>
                </a:stretch>
              </p:blipFill>
              <p:spPr>
                <a:xfrm>
                  <a:off x="6525825" y="4599375"/>
                  <a:ext cx="525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3" name="Ink 92">
                  <a:extLst>
                    <a:ext uri="{FF2B5EF4-FFF2-40B4-BE49-F238E27FC236}">
                      <a16:creationId xmlns:a16="http://schemas.microsoft.com/office/drawing/2014/main" id="{EEDF029F-2060-E1A2-42E6-6A453714614E}"/>
                    </a:ext>
                  </a:extLst>
                </p14:cNvPr>
                <p14:cNvContentPartPr/>
                <p14:nvPr/>
              </p14:nvContentPartPr>
              <p14:xfrm>
                <a:off x="6675945" y="4655895"/>
                <a:ext cx="287280" cy="217440"/>
              </p14:xfrm>
            </p:contentPart>
          </mc:Choice>
          <mc:Fallback xmlns="">
            <p:pic>
              <p:nvPicPr>
                <p:cNvPr id="93" name="Ink 92">
                  <a:extLst>
                    <a:ext uri="{FF2B5EF4-FFF2-40B4-BE49-F238E27FC236}">
                      <a16:creationId xmlns:a16="http://schemas.microsoft.com/office/drawing/2014/main" id="{EEDF029F-2060-E1A2-42E6-6A453714614E}"/>
                    </a:ext>
                  </a:extLst>
                </p:cNvPr>
                <p:cNvPicPr/>
                <p:nvPr/>
              </p:nvPicPr>
              <p:blipFill>
                <a:blip r:embed="rId149"/>
                <a:stretch>
                  <a:fillRect/>
                </a:stretch>
              </p:blipFill>
              <p:spPr>
                <a:xfrm>
                  <a:off x="6669825" y="4649775"/>
                  <a:ext cx="29952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4" name="Ink 93">
                  <a:extLst>
                    <a:ext uri="{FF2B5EF4-FFF2-40B4-BE49-F238E27FC236}">
                      <a16:creationId xmlns:a16="http://schemas.microsoft.com/office/drawing/2014/main" id="{C8DA1E49-5614-9AAD-06FC-BDA48F1DBAF8}"/>
                    </a:ext>
                  </a:extLst>
                </p14:cNvPr>
                <p14:cNvContentPartPr/>
                <p14:nvPr/>
              </p14:nvContentPartPr>
              <p14:xfrm>
                <a:off x="7047465" y="4669935"/>
                <a:ext cx="300960" cy="85680"/>
              </p14:xfrm>
            </p:contentPart>
          </mc:Choice>
          <mc:Fallback xmlns="">
            <p:pic>
              <p:nvPicPr>
                <p:cNvPr id="94" name="Ink 93">
                  <a:extLst>
                    <a:ext uri="{FF2B5EF4-FFF2-40B4-BE49-F238E27FC236}">
                      <a16:creationId xmlns:a16="http://schemas.microsoft.com/office/drawing/2014/main" id="{C8DA1E49-5614-9AAD-06FC-BDA48F1DBAF8}"/>
                    </a:ext>
                  </a:extLst>
                </p:cNvPr>
                <p:cNvPicPr/>
                <p:nvPr/>
              </p:nvPicPr>
              <p:blipFill>
                <a:blip r:embed="rId151"/>
                <a:stretch>
                  <a:fillRect/>
                </a:stretch>
              </p:blipFill>
              <p:spPr>
                <a:xfrm>
                  <a:off x="7041345" y="4663815"/>
                  <a:ext cx="3132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D453F678-E00C-05B7-744A-65CABB37FCEC}"/>
                    </a:ext>
                  </a:extLst>
                </p14:cNvPr>
                <p14:cNvContentPartPr/>
                <p14:nvPr/>
              </p14:nvContentPartPr>
              <p14:xfrm>
                <a:off x="7442025" y="4478055"/>
                <a:ext cx="10800" cy="5400"/>
              </p14:xfrm>
            </p:contentPart>
          </mc:Choice>
          <mc:Fallback xmlns="">
            <p:pic>
              <p:nvPicPr>
                <p:cNvPr id="95" name="Ink 94">
                  <a:extLst>
                    <a:ext uri="{FF2B5EF4-FFF2-40B4-BE49-F238E27FC236}">
                      <a16:creationId xmlns:a16="http://schemas.microsoft.com/office/drawing/2014/main" id="{D453F678-E00C-05B7-744A-65CABB37FCEC}"/>
                    </a:ext>
                  </a:extLst>
                </p:cNvPr>
                <p:cNvPicPr/>
                <p:nvPr/>
              </p:nvPicPr>
              <p:blipFill>
                <a:blip r:embed="rId153"/>
                <a:stretch>
                  <a:fillRect/>
                </a:stretch>
              </p:blipFill>
              <p:spPr>
                <a:xfrm>
                  <a:off x="7435905" y="4471935"/>
                  <a:ext cx="230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6" name="Ink 95">
                  <a:extLst>
                    <a:ext uri="{FF2B5EF4-FFF2-40B4-BE49-F238E27FC236}">
                      <a16:creationId xmlns:a16="http://schemas.microsoft.com/office/drawing/2014/main" id="{2BEE7E16-2627-B4AB-4718-7DEE954758DC}"/>
                    </a:ext>
                  </a:extLst>
                </p14:cNvPr>
                <p14:cNvContentPartPr/>
                <p14:nvPr/>
              </p14:nvContentPartPr>
              <p14:xfrm>
                <a:off x="7441665" y="4557975"/>
                <a:ext cx="445320" cy="197280"/>
              </p14:xfrm>
            </p:contentPart>
          </mc:Choice>
          <mc:Fallback xmlns="">
            <p:pic>
              <p:nvPicPr>
                <p:cNvPr id="96" name="Ink 95">
                  <a:extLst>
                    <a:ext uri="{FF2B5EF4-FFF2-40B4-BE49-F238E27FC236}">
                      <a16:creationId xmlns:a16="http://schemas.microsoft.com/office/drawing/2014/main" id="{2BEE7E16-2627-B4AB-4718-7DEE954758DC}"/>
                    </a:ext>
                  </a:extLst>
                </p:cNvPr>
                <p:cNvPicPr/>
                <p:nvPr/>
              </p:nvPicPr>
              <p:blipFill>
                <a:blip r:embed="rId155"/>
                <a:stretch>
                  <a:fillRect/>
                </a:stretch>
              </p:blipFill>
              <p:spPr>
                <a:xfrm>
                  <a:off x="7435545" y="4551855"/>
                  <a:ext cx="45756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7" name="Ink 96">
                  <a:extLst>
                    <a:ext uri="{FF2B5EF4-FFF2-40B4-BE49-F238E27FC236}">
                      <a16:creationId xmlns:a16="http://schemas.microsoft.com/office/drawing/2014/main" id="{E80E4ECF-191A-E455-DDF7-DC582DB84777}"/>
                    </a:ext>
                  </a:extLst>
                </p14:cNvPr>
                <p14:cNvContentPartPr/>
                <p14:nvPr/>
              </p14:nvContentPartPr>
              <p14:xfrm>
                <a:off x="8122065" y="4463655"/>
                <a:ext cx="10800" cy="7200"/>
              </p14:xfrm>
            </p:contentPart>
          </mc:Choice>
          <mc:Fallback xmlns="">
            <p:pic>
              <p:nvPicPr>
                <p:cNvPr id="97" name="Ink 96">
                  <a:extLst>
                    <a:ext uri="{FF2B5EF4-FFF2-40B4-BE49-F238E27FC236}">
                      <a16:creationId xmlns:a16="http://schemas.microsoft.com/office/drawing/2014/main" id="{E80E4ECF-191A-E455-DDF7-DC582DB84777}"/>
                    </a:ext>
                  </a:extLst>
                </p:cNvPr>
                <p:cNvPicPr/>
                <p:nvPr/>
              </p:nvPicPr>
              <p:blipFill>
                <a:blip r:embed="rId157"/>
                <a:stretch>
                  <a:fillRect/>
                </a:stretch>
              </p:blipFill>
              <p:spPr>
                <a:xfrm>
                  <a:off x="8115945" y="4457535"/>
                  <a:ext cx="230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9" name="Ink 98">
                  <a:extLst>
                    <a:ext uri="{FF2B5EF4-FFF2-40B4-BE49-F238E27FC236}">
                      <a16:creationId xmlns:a16="http://schemas.microsoft.com/office/drawing/2014/main" id="{ABAB617E-B8BC-5398-3B70-B9E53B0E479C}"/>
                    </a:ext>
                  </a:extLst>
                </p14:cNvPr>
                <p14:cNvContentPartPr/>
                <p14:nvPr/>
              </p14:nvContentPartPr>
              <p14:xfrm>
                <a:off x="9058065" y="4246215"/>
                <a:ext cx="1347840" cy="183600"/>
              </p14:xfrm>
            </p:contentPart>
          </mc:Choice>
          <mc:Fallback xmlns="">
            <p:pic>
              <p:nvPicPr>
                <p:cNvPr id="99" name="Ink 98">
                  <a:extLst>
                    <a:ext uri="{FF2B5EF4-FFF2-40B4-BE49-F238E27FC236}">
                      <a16:creationId xmlns:a16="http://schemas.microsoft.com/office/drawing/2014/main" id="{ABAB617E-B8BC-5398-3B70-B9E53B0E479C}"/>
                    </a:ext>
                  </a:extLst>
                </p:cNvPr>
                <p:cNvPicPr/>
                <p:nvPr/>
              </p:nvPicPr>
              <p:blipFill>
                <a:blip r:embed="rId159"/>
                <a:stretch>
                  <a:fillRect/>
                </a:stretch>
              </p:blipFill>
              <p:spPr>
                <a:xfrm>
                  <a:off x="9051945" y="4240095"/>
                  <a:ext cx="136008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0" name="Ink 99">
                  <a:extLst>
                    <a:ext uri="{FF2B5EF4-FFF2-40B4-BE49-F238E27FC236}">
                      <a16:creationId xmlns:a16="http://schemas.microsoft.com/office/drawing/2014/main" id="{50F0A19D-756A-1F0E-6B78-3E3F4C5E1983}"/>
                    </a:ext>
                  </a:extLst>
                </p14:cNvPr>
                <p14:cNvContentPartPr/>
                <p14:nvPr/>
              </p14:nvContentPartPr>
              <p14:xfrm>
                <a:off x="10153185" y="3893775"/>
                <a:ext cx="293040" cy="714240"/>
              </p14:xfrm>
            </p:contentPart>
          </mc:Choice>
          <mc:Fallback xmlns="">
            <p:pic>
              <p:nvPicPr>
                <p:cNvPr id="100" name="Ink 99">
                  <a:extLst>
                    <a:ext uri="{FF2B5EF4-FFF2-40B4-BE49-F238E27FC236}">
                      <a16:creationId xmlns:a16="http://schemas.microsoft.com/office/drawing/2014/main" id="{50F0A19D-756A-1F0E-6B78-3E3F4C5E1983}"/>
                    </a:ext>
                  </a:extLst>
                </p:cNvPr>
                <p:cNvPicPr/>
                <p:nvPr/>
              </p:nvPicPr>
              <p:blipFill>
                <a:blip r:embed="rId161"/>
                <a:stretch>
                  <a:fillRect/>
                </a:stretch>
              </p:blipFill>
              <p:spPr>
                <a:xfrm>
                  <a:off x="10147065" y="3887655"/>
                  <a:ext cx="305280" cy="7264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6AB5E3F3-16EB-502F-7D49-759B227FF059}"/>
                    </a:ext>
                  </a:extLst>
                </p14:cNvPr>
                <p14:cNvContentPartPr/>
                <p14:nvPr/>
              </p14:nvContentPartPr>
              <p14:xfrm>
                <a:off x="10603545" y="3940575"/>
                <a:ext cx="401040" cy="592200"/>
              </p14:xfrm>
            </p:contentPart>
          </mc:Choice>
          <mc:Fallback xmlns="">
            <p:pic>
              <p:nvPicPr>
                <p:cNvPr id="101" name="Ink 100">
                  <a:extLst>
                    <a:ext uri="{FF2B5EF4-FFF2-40B4-BE49-F238E27FC236}">
                      <a16:creationId xmlns:a16="http://schemas.microsoft.com/office/drawing/2014/main" id="{6AB5E3F3-16EB-502F-7D49-759B227FF059}"/>
                    </a:ext>
                  </a:extLst>
                </p:cNvPr>
                <p:cNvPicPr/>
                <p:nvPr/>
              </p:nvPicPr>
              <p:blipFill>
                <a:blip r:embed="rId163"/>
                <a:stretch>
                  <a:fillRect/>
                </a:stretch>
              </p:blipFill>
              <p:spPr>
                <a:xfrm>
                  <a:off x="10597425" y="3934455"/>
                  <a:ext cx="413280" cy="6044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99E91ACC-1B5B-DF30-349A-45FE587023F3}"/>
                    </a:ext>
                  </a:extLst>
                </p14:cNvPr>
                <p14:cNvContentPartPr/>
                <p14:nvPr/>
              </p14:nvContentPartPr>
              <p14:xfrm>
                <a:off x="10682745" y="4213815"/>
                <a:ext cx="342720" cy="128880"/>
              </p14:xfrm>
            </p:contentPart>
          </mc:Choice>
          <mc:Fallback xmlns="">
            <p:pic>
              <p:nvPicPr>
                <p:cNvPr id="102" name="Ink 101">
                  <a:extLst>
                    <a:ext uri="{FF2B5EF4-FFF2-40B4-BE49-F238E27FC236}">
                      <a16:creationId xmlns:a16="http://schemas.microsoft.com/office/drawing/2014/main" id="{99E91ACC-1B5B-DF30-349A-45FE587023F3}"/>
                    </a:ext>
                  </a:extLst>
                </p:cNvPr>
                <p:cNvPicPr/>
                <p:nvPr/>
              </p:nvPicPr>
              <p:blipFill>
                <a:blip r:embed="rId165"/>
                <a:stretch>
                  <a:fillRect/>
                </a:stretch>
              </p:blipFill>
              <p:spPr>
                <a:xfrm>
                  <a:off x="10676625" y="4207695"/>
                  <a:ext cx="35496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3" name="Ink 102">
                  <a:extLst>
                    <a:ext uri="{FF2B5EF4-FFF2-40B4-BE49-F238E27FC236}">
                      <a16:creationId xmlns:a16="http://schemas.microsoft.com/office/drawing/2014/main" id="{FC7A23B3-F45E-44D7-7334-243304A453FC}"/>
                    </a:ext>
                  </a:extLst>
                </p14:cNvPr>
                <p14:cNvContentPartPr/>
                <p14:nvPr/>
              </p14:nvContentPartPr>
              <p14:xfrm>
                <a:off x="11201145" y="3949575"/>
                <a:ext cx="240480" cy="382680"/>
              </p14:xfrm>
            </p:contentPart>
          </mc:Choice>
          <mc:Fallback xmlns="">
            <p:pic>
              <p:nvPicPr>
                <p:cNvPr id="103" name="Ink 102">
                  <a:extLst>
                    <a:ext uri="{FF2B5EF4-FFF2-40B4-BE49-F238E27FC236}">
                      <a16:creationId xmlns:a16="http://schemas.microsoft.com/office/drawing/2014/main" id="{FC7A23B3-F45E-44D7-7334-243304A453FC}"/>
                    </a:ext>
                  </a:extLst>
                </p:cNvPr>
                <p:cNvPicPr/>
                <p:nvPr/>
              </p:nvPicPr>
              <p:blipFill>
                <a:blip r:embed="rId167"/>
                <a:stretch>
                  <a:fillRect/>
                </a:stretch>
              </p:blipFill>
              <p:spPr>
                <a:xfrm>
                  <a:off x="11195025" y="3943455"/>
                  <a:ext cx="25272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4" name="Ink 103">
                  <a:extLst>
                    <a:ext uri="{FF2B5EF4-FFF2-40B4-BE49-F238E27FC236}">
                      <a16:creationId xmlns:a16="http://schemas.microsoft.com/office/drawing/2014/main" id="{91443599-86A9-5172-7547-5CC331ADB022}"/>
                    </a:ext>
                  </a:extLst>
                </p14:cNvPr>
                <p14:cNvContentPartPr/>
                <p14:nvPr/>
              </p14:nvContentPartPr>
              <p14:xfrm>
                <a:off x="11463585" y="3935895"/>
                <a:ext cx="288720" cy="362160"/>
              </p14:xfrm>
            </p:contentPart>
          </mc:Choice>
          <mc:Fallback xmlns="">
            <p:pic>
              <p:nvPicPr>
                <p:cNvPr id="104" name="Ink 103">
                  <a:extLst>
                    <a:ext uri="{FF2B5EF4-FFF2-40B4-BE49-F238E27FC236}">
                      <a16:creationId xmlns:a16="http://schemas.microsoft.com/office/drawing/2014/main" id="{91443599-86A9-5172-7547-5CC331ADB022}"/>
                    </a:ext>
                  </a:extLst>
                </p:cNvPr>
                <p:cNvPicPr/>
                <p:nvPr/>
              </p:nvPicPr>
              <p:blipFill>
                <a:blip r:embed="rId169"/>
                <a:stretch>
                  <a:fillRect/>
                </a:stretch>
              </p:blipFill>
              <p:spPr>
                <a:xfrm>
                  <a:off x="11457465" y="3929775"/>
                  <a:ext cx="30096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5" name="Ink 104">
                  <a:extLst>
                    <a:ext uri="{FF2B5EF4-FFF2-40B4-BE49-F238E27FC236}">
                      <a16:creationId xmlns:a16="http://schemas.microsoft.com/office/drawing/2014/main" id="{51404569-AA1A-79B6-B316-E39B982DE409}"/>
                    </a:ext>
                  </a:extLst>
                </p14:cNvPr>
                <p14:cNvContentPartPr/>
                <p14:nvPr/>
              </p14:nvContentPartPr>
              <p14:xfrm>
                <a:off x="11859585" y="3766335"/>
                <a:ext cx="25560" cy="39600"/>
              </p14:xfrm>
            </p:contentPart>
          </mc:Choice>
          <mc:Fallback xmlns="">
            <p:pic>
              <p:nvPicPr>
                <p:cNvPr id="105" name="Ink 104">
                  <a:extLst>
                    <a:ext uri="{FF2B5EF4-FFF2-40B4-BE49-F238E27FC236}">
                      <a16:creationId xmlns:a16="http://schemas.microsoft.com/office/drawing/2014/main" id="{51404569-AA1A-79B6-B316-E39B982DE409}"/>
                    </a:ext>
                  </a:extLst>
                </p:cNvPr>
                <p:cNvPicPr/>
                <p:nvPr/>
              </p:nvPicPr>
              <p:blipFill>
                <a:blip r:embed="rId171"/>
                <a:stretch>
                  <a:fillRect/>
                </a:stretch>
              </p:blipFill>
              <p:spPr>
                <a:xfrm>
                  <a:off x="11853465" y="3760215"/>
                  <a:ext cx="378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169F337A-43C5-CA50-AF87-B0ECE48407BA}"/>
                    </a:ext>
                  </a:extLst>
                </p14:cNvPr>
                <p14:cNvContentPartPr/>
                <p14:nvPr/>
              </p14:nvContentPartPr>
              <p14:xfrm>
                <a:off x="11902425" y="3821055"/>
                <a:ext cx="27720" cy="320040"/>
              </p14:xfrm>
            </p:contentPart>
          </mc:Choice>
          <mc:Fallback xmlns="">
            <p:pic>
              <p:nvPicPr>
                <p:cNvPr id="106" name="Ink 105">
                  <a:extLst>
                    <a:ext uri="{FF2B5EF4-FFF2-40B4-BE49-F238E27FC236}">
                      <a16:creationId xmlns:a16="http://schemas.microsoft.com/office/drawing/2014/main" id="{169F337A-43C5-CA50-AF87-B0ECE48407BA}"/>
                    </a:ext>
                  </a:extLst>
                </p:cNvPr>
                <p:cNvPicPr/>
                <p:nvPr/>
              </p:nvPicPr>
              <p:blipFill>
                <a:blip r:embed="rId173"/>
                <a:stretch>
                  <a:fillRect/>
                </a:stretch>
              </p:blipFill>
              <p:spPr>
                <a:xfrm>
                  <a:off x="11896305" y="3814935"/>
                  <a:ext cx="3996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7" name="Ink 106">
                  <a:extLst>
                    <a:ext uri="{FF2B5EF4-FFF2-40B4-BE49-F238E27FC236}">
                      <a16:creationId xmlns:a16="http://schemas.microsoft.com/office/drawing/2014/main" id="{C434DB0E-0229-3009-2448-3D5F57E80E39}"/>
                    </a:ext>
                  </a:extLst>
                </p14:cNvPr>
                <p14:cNvContentPartPr/>
                <p14:nvPr/>
              </p14:nvContentPartPr>
              <p14:xfrm>
                <a:off x="11776065" y="3805935"/>
                <a:ext cx="164880" cy="180720"/>
              </p14:xfrm>
            </p:contentPart>
          </mc:Choice>
          <mc:Fallback xmlns="">
            <p:pic>
              <p:nvPicPr>
                <p:cNvPr id="107" name="Ink 106">
                  <a:extLst>
                    <a:ext uri="{FF2B5EF4-FFF2-40B4-BE49-F238E27FC236}">
                      <a16:creationId xmlns:a16="http://schemas.microsoft.com/office/drawing/2014/main" id="{C434DB0E-0229-3009-2448-3D5F57E80E39}"/>
                    </a:ext>
                  </a:extLst>
                </p:cNvPr>
                <p:cNvPicPr/>
                <p:nvPr/>
              </p:nvPicPr>
              <p:blipFill>
                <a:blip r:embed="rId175"/>
                <a:stretch>
                  <a:fillRect/>
                </a:stretch>
              </p:blipFill>
              <p:spPr>
                <a:xfrm>
                  <a:off x="11769945" y="3799815"/>
                  <a:ext cx="1771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8" name="Ink 107">
                  <a:extLst>
                    <a:ext uri="{FF2B5EF4-FFF2-40B4-BE49-F238E27FC236}">
                      <a16:creationId xmlns:a16="http://schemas.microsoft.com/office/drawing/2014/main" id="{9B644004-8863-2B03-65D2-A73A6FB8B014}"/>
                    </a:ext>
                  </a:extLst>
                </p14:cNvPr>
                <p14:cNvContentPartPr/>
                <p14:nvPr/>
              </p14:nvContentPartPr>
              <p14:xfrm>
                <a:off x="11812785" y="4246575"/>
                <a:ext cx="345600" cy="52920"/>
              </p14:xfrm>
            </p:contentPart>
          </mc:Choice>
          <mc:Fallback xmlns="">
            <p:pic>
              <p:nvPicPr>
                <p:cNvPr id="108" name="Ink 107">
                  <a:extLst>
                    <a:ext uri="{FF2B5EF4-FFF2-40B4-BE49-F238E27FC236}">
                      <a16:creationId xmlns:a16="http://schemas.microsoft.com/office/drawing/2014/main" id="{9B644004-8863-2B03-65D2-A73A6FB8B014}"/>
                    </a:ext>
                  </a:extLst>
                </p:cNvPr>
                <p:cNvPicPr/>
                <p:nvPr/>
              </p:nvPicPr>
              <p:blipFill>
                <a:blip r:embed="rId177"/>
                <a:stretch>
                  <a:fillRect/>
                </a:stretch>
              </p:blipFill>
              <p:spPr>
                <a:xfrm>
                  <a:off x="11806665" y="4240455"/>
                  <a:ext cx="3578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76AE62E3-4535-E62C-3566-F9A96178345E}"/>
                    </a:ext>
                  </a:extLst>
                </p14:cNvPr>
                <p14:cNvContentPartPr/>
                <p14:nvPr/>
              </p14:nvContentPartPr>
              <p14:xfrm>
                <a:off x="2270985" y="3602895"/>
                <a:ext cx="141120" cy="424800"/>
              </p14:xfrm>
            </p:contentPart>
          </mc:Choice>
          <mc:Fallback xmlns="">
            <p:pic>
              <p:nvPicPr>
                <p:cNvPr id="110" name="Ink 109">
                  <a:extLst>
                    <a:ext uri="{FF2B5EF4-FFF2-40B4-BE49-F238E27FC236}">
                      <a16:creationId xmlns:a16="http://schemas.microsoft.com/office/drawing/2014/main" id="{76AE62E3-4535-E62C-3566-F9A96178345E}"/>
                    </a:ext>
                  </a:extLst>
                </p:cNvPr>
                <p:cNvPicPr/>
                <p:nvPr/>
              </p:nvPicPr>
              <p:blipFill>
                <a:blip r:embed="rId179"/>
                <a:stretch>
                  <a:fillRect/>
                </a:stretch>
              </p:blipFill>
              <p:spPr>
                <a:xfrm>
                  <a:off x="2264865" y="3596775"/>
                  <a:ext cx="15336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1" name="Ink 110">
                  <a:extLst>
                    <a:ext uri="{FF2B5EF4-FFF2-40B4-BE49-F238E27FC236}">
                      <a16:creationId xmlns:a16="http://schemas.microsoft.com/office/drawing/2014/main" id="{E3D35A26-F026-1254-D252-D1F98369E516}"/>
                    </a:ext>
                  </a:extLst>
                </p14:cNvPr>
                <p14:cNvContentPartPr/>
                <p14:nvPr/>
              </p14:nvContentPartPr>
              <p14:xfrm>
                <a:off x="2080185" y="3563295"/>
                <a:ext cx="469800" cy="502560"/>
              </p14:xfrm>
            </p:contentPart>
          </mc:Choice>
          <mc:Fallback xmlns="">
            <p:pic>
              <p:nvPicPr>
                <p:cNvPr id="111" name="Ink 110">
                  <a:extLst>
                    <a:ext uri="{FF2B5EF4-FFF2-40B4-BE49-F238E27FC236}">
                      <a16:creationId xmlns:a16="http://schemas.microsoft.com/office/drawing/2014/main" id="{E3D35A26-F026-1254-D252-D1F98369E516}"/>
                    </a:ext>
                  </a:extLst>
                </p:cNvPr>
                <p:cNvPicPr/>
                <p:nvPr/>
              </p:nvPicPr>
              <p:blipFill>
                <a:blip r:embed="rId181"/>
                <a:stretch>
                  <a:fillRect/>
                </a:stretch>
              </p:blipFill>
              <p:spPr>
                <a:xfrm>
                  <a:off x="2074065" y="3557175"/>
                  <a:ext cx="482040" cy="5148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2" name="Ink 111">
                  <a:extLst>
                    <a:ext uri="{FF2B5EF4-FFF2-40B4-BE49-F238E27FC236}">
                      <a16:creationId xmlns:a16="http://schemas.microsoft.com/office/drawing/2014/main" id="{D440EE73-14AB-3EE9-3241-98C4E7928072}"/>
                    </a:ext>
                  </a:extLst>
                </p14:cNvPr>
                <p14:cNvContentPartPr/>
                <p14:nvPr/>
              </p14:nvContentPartPr>
              <p14:xfrm>
                <a:off x="2565825" y="4324695"/>
                <a:ext cx="34560" cy="33120"/>
              </p14:xfrm>
            </p:contentPart>
          </mc:Choice>
          <mc:Fallback xmlns="">
            <p:pic>
              <p:nvPicPr>
                <p:cNvPr id="112" name="Ink 111">
                  <a:extLst>
                    <a:ext uri="{FF2B5EF4-FFF2-40B4-BE49-F238E27FC236}">
                      <a16:creationId xmlns:a16="http://schemas.microsoft.com/office/drawing/2014/main" id="{D440EE73-14AB-3EE9-3241-98C4E7928072}"/>
                    </a:ext>
                  </a:extLst>
                </p:cNvPr>
                <p:cNvPicPr/>
                <p:nvPr/>
              </p:nvPicPr>
              <p:blipFill>
                <a:blip r:embed="rId183"/>
                <a:stretch>
                  <a:fillRect/>
                </a:stretch>
              </p:blipFill>
              <p:spPr>
                <a:xfrm>
                  <a:off x="2559705" y="4318575"/>
                  <a:ext cx="468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4" name="Ink 113">
                  <a:extLst>
                    <a:ext uri="{FF2B5EF4-FFF2-40B4-BE49-F238E27FC236}">
                      <a16:creationId xmlns:a16="http://schemas.microsoft.com/office/drawing/2014/main" id="{F5178792-A397-99A7-F8BA-E3D92FDACC66}"/>
                    </a:ext>
                  </a:extLst>
                </p14:cNvPr>
                <p14:cNvContentPartPr/>
                <p14:nvPr/>
              </p14:nvContentPartPr>
              <p14:xfrm>
                <a:off x="11163345" y="4608735"/>
                <a:ext cx="794880" cy="195840"/>
              </p14:xfrm>
            </p:contentPart>
          </mc:Choice>
          <mc:Fallback xmlns="">
            <p:pic>
              <p:nvPicPr>
                <p:cNvPr id="114" name="Ink 113">
                  <a:extLst>
                    <a:ext uri="{FF2B5EF4-FFF2-40B4-BE49-F238E27FC236}">
                      <a16:creationId xmlns:a16="http://schemas.microsoft.com/office/drawing/2014/main" id="{F5178792-A397-99A7-F8BA-E3D92FDACC66}"/>
                    </a:ext>
                  </a:extLst>
                </p:cNvPr>
                <p:cNvPicPr/>
                <p:nvPr/>
              </p:nvPicPr>
              <p:blipFill>
                <a:blip r:embed="rId185"/>
                <a:stretch>
                  <a:fillRect/>
                </a:stretch>
              </p:blipFill>
              <p:spPr>
                <a:xfrm>
                  <a:off x="11157225" y="4602615"/>
                  <a:ext cx="8071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5" name="Ink 114">
                  <a:extLst>
                    <a:ext uri="{FF2B5EF4-FFF2-40B4-BE49-F238E27FC236}">
                      <a16:creationId xmlns:a16="http://schemas.microsoft.com/office/drawing/2014/main" id="{4C2778A2-3C80-D8BB-0474-2635C861A426}"/>
                    </a:ext>
                  </a:extLst>
                </p14:cNvPr>
                <p14:cNvContentPartPr/>
                <p14:nvPr/>
              </p14:nvContentPartPr>
              <p14:xfrm>
                <a:off x="5305785" y="4679295"/>
                <a:ext cx="73440" cy="29520"/>
              </p14:xfrm>
            </p:contentPart>
          </mc:Choice>
          <mc:Fallback xmlns="">
            <p:pic>
              <p:nvPicPr>
                <p:cNvPr id="115" name="Ink 114">
                  <a:extLst>
                    <a:ext uri="{FF2B5EF4-FFF2-40B4-BE49-F238E27FC236}">
                      <a16:creationId xmlns:a16="http://schemas.microsoft.com/office/drawing/2014/main" id="{4C2778A2-3C80-D8BB-0474-2635C861A426}"/>
                    </a:ext>
                  </a:extLst>
                </p:cNvPr>
                <p:cNvPicPr/>
                <p:nvPr/>
              </p:nvPicPr>
              <p:blipFill>
                <a:blip r:embed="rId187"/>
                <a:stretch>
                  <a:fillRect/>
                </a:stretch>
              </p:blipFill>
              <p:spPr>
                <a:xfrm>
                  <a:off x="5299665" y="4673175"/>
                  <a:ext cx="856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6" name="Ink 115">
                  <a:extLst>
                    <a:ext uri="{FF2B5EF4-FFF2-40B4-BE49-F238E27FC236}">
                      <a16:creationId xmlns:a16="http://schemas.microsoft.com/office/drawing/2014/main" id="{0126BE21-59DC-952D-1BE4-A6DE82E05D5B}"/>
                    </a:ext>
                  </a:extLst>
                </p14:cNvPr>
                <p14:cNvContentPartPr/>
                <p14:nvPr/>
              </p14:nvContentPartPr>
              <p14:xfrm>
                <a:off x="5203905" y="4777575"/>
                <a:ext cx="37080" cy="13680"/>
              </p14:xfrm>
            </p:contentPart>
          </mc:Choice>
          <mc:Fallback xmlns="">
            <p:pic>
              <p:nvPicPr>
                <p:cNvPr id="116" name="Ink 115">
                  <a:extLst>
                    <a:ext uri="{FF2B5EF4-FFF2-40B4-BE49-F238E27FC236}">
                      <a16:creationId xmlns:a16="http://schemas.microsoft.com/office/drawing/2014/main" id="{0126BE21-59DC-952D-1BE4-A6DE82E05D5B}"/>
                    </a:ext>
                  </a:extLst>
                </p:cNvPr>
                <p:cNvPicPr/>
                <p:nvPr/>
              </p:nvPicPr>
              <p:blipFill>
                <a:blip r:embed="rId189"/>
                <a:stretch>
                  <a:fillRect/>
                </a:stretch>
              </p:blipFill>
              <p:spPr>
                <a:xfrm>
                  <a:off x="5197785" y="4771455"/>
                  <a:ext cx="493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7" name="Ink 116">
                  <a:extLst>
                    <a:ext uri="{FF2B5EF4-FFF2-40B4-BE49-F238E27FC236}">
                      <a16:creationId xmlns:a16="http://schemas.microsoft.com/office/drawing/2014/main" id="{E9F081C3-334E-ADD3-D75E-9A5C61322C14}"/>
                    </a:ext>
                  </a:extLst>
                </p14:cNvPr>
                <p14:cNvContentPartPr/>
                <p14:nvPr/>
              </p14:nvContentPartPr>
              <p14:xfrm>
                <a:off x="5165025" y="4815375"/>
                <a:ext cx="7200" cy="4320"/>
              </p14:xfrm>
            </p:contentPart>
          </mc:Choice>
          <mc:Fallback xmlns="">
            <p:pic>
              <p:nvPicPr>
                <p:cNvPr id="117" name="Ink 116">
                  <a:extLst>
                    <a:ext uri="{FF2B5EF4-FFF2-40B4-BE49-F238E27FC236}">
                      <a16:creationId xmlns:a16="http://schemas.microsoft.com/office/drawing/2014/main" id="{E9F081C3-334E-ADD3-D75E-9A5C61322C14}"/>
                    </a:ext>
                  </a:extLst>
                </p:cNvPr>
                <p:cNvPicPr/>
                <p:nvPr/>
              </p:nvPicPr>
              <p:blipFill>
                <a:blip r:embed="rId191"/>
                <a:stretch>
                  <a:fillRect/>
                </a:stretch>
              </p:blipFill>
              <p:spPr>
                <a:xfrm>
                  <a:off x="5158905" y="4809255"/>
                  <a:ext cx="1944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9" name="Ink 118">
                  <a:extLst>
                    <a:ext uri="{FF2B5EF4-FFF2-40B4-BE49-F238E27FC236}">
                      <a16:creationId xmlns:a16="http://schemas.microsoft.com/office/drawing/2014/main" id="{0CBE54BB-DACE-D8F3-46FA-8A9D96BB45DB}"/>
                    </a:ext>
                  </a:extLst>
                </p14:cNvPr>
                <p14:cNvContentPartPr/>
                <p14:nvPr/>
              </p14:nvContentPartPr>
              <p14:xfrm>
                <a:off x="2549985" y="1342455"/>
                <a:ext cx="1275840" cy="25920"/>
              </p14:xfrm>
            </p:contentPart>
          </mc:Choice>
          <mc:Fallback xmlns="">
            <p:pic>
              <p:nvPicPr>
                <p:cNvPr id="119" name="Ink 118">
                  <a:extLst>
                    <a:ext uri="{FF2B5EF4-FFF2-40B4-BE49-F238E27FC236}">
                      <a16:creationId xmlns:a16="http://schemas.microsoft.com/office/drawing/2014/main" id="{0CBE54BB-DACE-D8F3-46FA-8A9D96BB45DB}"/>
                    </a:ext>
                  </a:extLst>
                </p:cNvPr>
                <p:cNvPicPr/>
                <p:nvPr/>
              </p:nvPicPr>
              <p:blipFill>
                <a:blip r:embed="rId193"/>
                <a:stretch>
                  <a:fillRect/>
                </a:stretch>
              </p:blipFill>
              <p:spPr>
                <a:xfrm>
                  <a:off x="2543865" y="1336335"/>
                  <a:ext cx="12880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0" name="Ink 119">
                  <a:extLst>
                    <a:ext uri="{FF2B5EF4-FFF2-40B4-BE49-F238E27FC236}">
                      <a16:creationId xmlns:a16="http://schemas.microsoft.com/office/drawing/2014/main" id="{E1050586-D1E8-3953-2F76-587DE7D548DE}"/>
                    </a:ext>
                  </a:extLst>
                </p14:cNvPr>
                <p14:cNvContentPartPr/>
                <p14:nvPr/>
              </p14:nvContentPartPr>
              <p14:xfrm>
                <a:off x="5254305" y="1305735"/>
                <a:ext cx="968400" cy="21960"/>
              </p14:xfrm>
            </p:contentPart>
          </mc:Choice>
          <mc:Fallback xmlns="">
            <p:pic>
              <p:nvPicPr>
                <p:cNvPr id="120" name="Ink 119">
                  <a:extLst>
                    <a:ext uri="{FF2B5EF4-FFF2-40B4-BE49-F238E27FC236}">
                      <a16:creationId xmlns:a16="http://schemas.microsoft.com/office/drawing/2014/main" id="{E1050586-D1E8-3953-2F76-587DE7D548DE}"/>
                    </a:ext>
                  </a:extLst>
                </p:cNvPr>
                <p:cNvPicPr/>
                <p:nvPr/>
              </p:nvPicPr>
              <p:blipFill>
                <a:blip r:embed="rId195"/>
                <a:stretch>
                  <a:fillRect/>
                </a:stretch>
              </p:blipFill>
              <p:spPr>
                <a:xfrm>
                  <a:off x="5248185" y="1299615"/>
                  <a:ext cx="98064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1" name="Ink 120">
                  <a:extLst>
                    <a:ext uri="{FF2B5EF4-FFF2-40B4-BE49-F238E27FC236}">
                      <a16:creationId xmlns:a16="http://schemas.microsoft.com/office/drawing/2014/main" id="{11804173-186C-BDFE-2FE4-1D379381EE54}"/>
                    </a:ext>
                  </a:extLst>
                </p14:cNvPr>
                <p14:cNvContentPartPr/>
                <p14:nvPr/>
              </p14:nvContentPartPr>
              <p14:xfrm>
                <a:off x="8680785" y="1181175"/>
                <a:ext cx="444960" cy="78480"/>
              </p14:xfrm>
            </p:contentPart>
          </mc:Choice>
          <mc:Fallback xmlns="">
            <p:pic>
              <p:nvPicPr>
                <p:cNvPr id="121" name="Ink 120">
                  <a:extLst>
                    <a:ext uri="{FF2B5EF4-FFF2-40B4-BE49-F238E27FC236}">
                      <a16:creationId xmlns:a16="http://schemas.microsoft.com/office/drawing/2014/main" id="{11804173-186C-BDFE-2FE4-1D379381EE54}"/>
                    </a:ext>
                  </a:extLst>
                </p:cNvPr>
                <p:cNvPicPr/>
                <p:nvPr/>
              </p:nvPicPr>
              <p:blipFill>
                <a:blip r:embed="rId197"/>
                <a:stretch>
                  <a:fillRect/>
                </a:stretch>
              </p:blipFill>
              <p:spPr>
                <a:xfrm>
                  <a:off x="8674665" y="1175055"/>
                  <a:ext cx="4572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2" name="Ink 121">
                  <a:extLst>
                    <a:ext uri="{FF2B5EF4-FFF2-40B4-BE49-F238E27FC236}">
                      <a16:creationId xmlns:a16="http://schemas.microsoft.com/office/drawing/2014/main" id="{8CE4B9D0-A093-92EF-5B69-65156AF41BD8}"/>
                    </a:ext>
                  </a:extLst>
                </p14:cNvPr>
                <p14:cNvContentPartPr/>
                <p14:nvPr/>
              </p14:nvContentPartPr>
              <p14:xfrm>
                <a:off x="10629105" y="1280535"/>
                <a:ext cx="1136160" cy="87480"/>
              </p14:xfrm>
            </p:contentPart>
          </mc:Choice>
          <mc:Fallback xmlns="">
            <p:pic>
              <p:nvPicPr>
                <p:cNvPr id="122" name="Ink 121">
                  <a:extLst>
                    <a:ext uri="{FF2B5EF4-FFF2-40B4-BE49-F238E27FC236}">
                      <a16:creationId xmlns:a16="http://schemas.microsoft.com/office/drawing/2014/main" id="{8CE4B9D0-A093-92EF-5B69-65156AF41BD8}"/>
                    </a:ext>
                  </a:extLst>
                </p:cNvPr>
                <p:cNvPicPr/>
                <p:nvPr/>
              </p:nvPicPr>
              <p:blipFill>
                <a:blip r:embed="rId199"/>
                <a:stretch>
                  <a:fillRect/>
                </a:stretch>
              </p:blipFill>
              <p:spPr>
                <a:xfrm>
                  <a:off x="10622985" y="1274415"/>
                  <a:ext cx="114840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4" name="Ink 123">
                  <a:extLst>
                    <a:ext uri="{FF2B5EF4-FFF2-40B4-BE49-F238E27FC236}">
                      <a16:creationId xmlns:a16="http://schemas.microsoft.com/office/drawing/2014/main" id="{1DAB1623-A33F-8493-4309-0CF4722BC51F}"/>
                    </a:ext>
                  </a:extLst>
                </p14:cNvPr>
                <p14:cNvContentPartPr/>
                <p14:nvPr/>
              </p14:nvContentPartPr>
              <p14:xfrm>
                <a:off x="635865" y="6053055"/>
                <a:ext cx="272160" cy="353160"/>
              </p14:xfrm>
            </p:contentPart>
          </mc:Choice>
          <mc:Fallback xmlns="">
            <p:pic>
              <p:nvPicPr>
                <p:cNvPr id="124" name="Ink 123">
                  <a:extLst>
                    <a:ext uri="{FF2B5EF4-FFF2-40B4-BE49-F238E27FC236}">
                      <a16:creationId xmlns:a16="http://schemas.microsoft.com/office/drawing/2014/main" id="{1DAB1623-A33F-8493-4309-0CF4722BC51F}"/>
                    </a:ext>
                  </a:extLst>
                </p:cNvPr>
                <p:cNvPicPr/>
                <p:nvPr/>
              </p:nvPicPr>
              <p:blipFill>
                <a:blip r:embed="rId201"/>
                <a:stretch>
                  <a:fillRect/>
                </a:stretch>
              </p:blipFill>
              <p:spPr>
                <a:xfrm>
                  <a:off x="629745" y="6046935"/>
                  <a:ext cx="28440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5" name="Ink 124">
                  <a:extLst>
                    <a:ext uri="{FF2B5EF4-FFF2-40B4-BE49-F238E27FC236}">
                      <a16:creationId xmlns:a16="http://schemas.microsoft.com/office/drawing/2014/main" id="{A00EE8CA-C168-375D-C8BD-DD303D4FCAE5}"/>
                    </a:ext>
                  </a:extLst>
                </p14:cNvPr>
                <p14:cNvContentPartPr/>
                <p14:nvPr/>
              </p14:nvContentPartPr>
              <p14:xfrm>
                <a:off x="714345" y="5973855"/>
                <a:ext cx="149040" cy="56880"/>
              </p14:xfrm>
            </p:contentPart>
          </mc:Choice>
          <mc:Fallback xmlns="">
            <p:pic>
              <p:nvPicPr>
                <p:cNvPr id="125" name="Ink 124">
                  <a:extLst>
                    <a:ext uri="{FF2B5EF4-FFF2-40B4-BE49-F238E27FC236}">
                      <a16:creationId xmlns:a16="http://schemas.microsoft.com/office/drawing/2014/main" id="{A00EE8CA-C168-375D-C8BD-DD303D4FCAE5}"/>
                    </a:ext>
                  </a:extLst>
                </p:cNvPr>
                <p:cNvPicPr/>
                <p:nvPr/>
              </p:nvPicPr>
              <p:blipFill>
                <a:blip r:embed="rId203"/>
                <a:stretch>
                  <a:fillRect/>
                </a:stretch>
              </p:blipFill>
              <p:spPr>
                <a:xfrm>
                  <a:off x="708225" y="5967735"/>
                  <a:ext cx="1612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6" name="Ink 125">
                  <a:extLst>
                    <a:ext uri="{FF2B5EF4-FFF2-40B4-BE49-F238E27FC236}">
                      <a16:creationId xmlns:a16="http://schemas.microsoft.com/office/drawing/2014/main" id="{8A52411E-010C-2E80-722C-928968C4F083}"/>
                    </a:ext>
                  </a:extLst>
                </p14:cNvPr>
                <p14:cNvContentPartPr/>
                <p14:nvPr/>
              </p14:nvContentPartPr>
              <p14:xfrm>
                <a:off x="734865" y="6157095"/>
                <a:ext cx="179640" cy="54000"/>
              </p14:xfrm>
            </p:contentPart>
          </mc:Choice>
          <mc:Fallback xmlns="">
            <p:pic>
              <p:nvPicPr>
                <p:cNvPr id="126" name="Ink 125">
                  <a:extLst>
                    <a:ext uri="{FF2B5EF4-FFF2-40B4-BE49-F238E27FC236}">
                      <a16:creationId xmlns:a16="http://schemas.microsoft.com/office/drawing/2014/main" id="{8A52411E-010C-2E80-722C-928968C4F083}"/>
                    </a:ext>
                  </a:extLst>
                </p:cNvPr>
                <p:cNvPicPr/>
                <p:nvPr/>
              </p:nvPicPr>
              <p:blipFill>
                <a:blip r:embed="rId205"/>
                <a:stretch>
                  <a:fillRect/>
                </a:stretch>
              </p:blipFill>
              <p:spPr>
                <a:xfrm>
                  <a:off x="728745" y="6150975"/>
                  <a:ext cx="1918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7" name="Ink 126">
                  <a:extLst>
                    <a:ext uri="{FF2B5EF4-FFF2-40B4-BE49-F238E27FC236}">
                      <a16:creationId xmlns:a16="http://schemas.microsoft.com/office/drawing/2014/main" id="{9E6F8639-AED7-9E0E-2610-C970565DC067}"/>
                    </a:ext>
                  </a:extLst>
                </p14:cNvPr>
                <p14:cNvContentPartPr/>
                <p14:nvPr/>
              </p14:nvContentPartPr>
              <p14:xfrm>
                <a:off x="1066425" y="6212175"/>
                <a:ext cx="230040" cy="138600"/>
              </p14:xfrm>
            </p:contentPart>
          </mc:Choice>
          <mc:Fallback xmlns="">
            <p:pic>
              <p:nvPicPr>
                <p:cNvPr id="127" name="Ink 126">
                  <a:extLst>
                    <a:ext uri="{FF2B5EF4-FFF2-40B4-BE49-F238E27FC236}">
                      <a16:creationId xmlns:a16="http://schemas.microsoft.com/office/drawing/2014/main" id="{9E6F8639-AED7-9E0E-2610-C970565DC067}"/>
                    </a:ext>
                  </a:extLst>
                </p:cNvPr>
                <p:cNvPicPr/>
                <p:nvPr/>
              </p:nvPicPr>
              <p:blipFill>
                <a:blip r:embed="rId207"/>
                <a:stretch>
                  <a:fillRect/>
                </a:stretch>
              </p:blipFill>
              <p:spPr>
                <a:xfrm>
                  <a:off x="1060305" y="6206055"/>
                  <a:ext cx="24228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8" name="Ink 127">
                  <a:extLst>
                    <a:ext uri="{FF2B5EF4-FFF2-40B4-BE49-F238E27FC236}">
                      <a16:creationId xmlns:a16="http://schemas.microsoft.com/office/drawing/2014/main" id="{572FD8C9-B349-E60A-3817-01D7534B1BD2}"/>
                    </a:ext>
                  </a:extLst>
                </p14:cNvPr>
                <p14:cNvContentPartPr/>
                <p14:nvPr/>
              </p14:nvContentPartPr>
              <p14:xfrm>
                <a:off x="1122225" y="6258615"/>
                <a:ext cx="196920" cy="136080"/>
              </p14:xfrm>
            </p:contentPart>
          </mc:Choice>
          <mc:Fallback xmlns="">
            <p:pic>
              <p:nvPicPr>
                <p:cNvPr id="128" name="Ink 127">
                  <a:extLst>
                    <a:ext uri="{FF2B5EF4-FFF2-40B4-BE49-F238E27FC236}">
                      <a16:creationId xmlns:a16="http://schemas.microsoft.com/office/drawing/2014/main" id="{572FD8C9-B349-E60A-3817-01D7534B1BD2}"/>
                    </a:ext>
                  </a:extLst>
                </p:cNvPr>
                <p:cNvPicPr/>
                <p:nvPr/>
              </p:nvPicPr>
              <p:blipFill>
                <a:blip r:embed="rId209"/>
                <a:stretch>
                  <a:fillRect/>
                </a:stretch>
              </p:blipFill>
              <p:spPr>
                <a:xfrm>
                  <a:off x="1116105" y="6252495"/>
                  <a:ext cx="20916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9" name="Ink 128">
                  <a:extLst>
                    <a:ext uri="{FF2B5EF4-FFF2-40B4-BE49-F238E27FC236}">
                      <a16:creationId xmlns:a16="http://schemas.microsoft.com/office/drawing/2014/main" id="{B96F4C35-E841-F23E-B3BF-02F391D62A22}"/>
                    </a:ext>
                  </a:extLst>
                </p14:cNvPr>
                <p14:cNvContentPartPr/>
                <p14:nvPr/>
              </p14:nvContentPartPr>
              <p14:xfrm>
                <a:off x="1508865" y="6087975"/>
                <a:ext cx="42480" cy="385200"/>
              </p14:xfrm>
            </p:contentPart>
          </mc:Choice>
          <mc:Fallback xmlns="">
            <p:pic>
              <p:nvPicPr>
                <p:cNvPr id="129" name="Ink 128">
                  <a:extLst>
                    <a:ext uri="{FF2B5EF4-FFF2-40B4-BE49-F238E27FC236}">
                      <a16:creationId xmlns:a16="http://schemas.microsoft.com/office/drawing/2014/main" id="{B96F4C35-E841-F23E-B3BF-02F391D62A22}"/>
                    </a:ext>
                  </a:extLst>
                </p:cNvPr>
                <p:cNvPicPr/>
                <p:nvPr/>
              </p:nvPicPr>
              <p:blipFill>
                <a:blip r:embed="rId211"/>
                <a:stretch>
                  <a:fillRect/>
                </a:stretch>
              </p:blipFill>
              <p:spPr>
                <a:xfrm>
                  <a:off x="1502745" y="6081855"/>
                  <a:ext cx="5472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0" name="Ink 129">
                  <a:extLst>
                    <a:ext uri="{FF2B5EF4-FFF2-40B4-BE49-F238E27FC236}">
                      <a16:creationId xmlns:a16="http://schemas.microsoft.com/office/drawing/2014/main" id="{33F78960-7DBC-F0E0-898A-1826A6701FDB}"/>
                    </a:ext>
                  </a:extLst>
                </p14:cNvPr>
                <p14:cNvContentPartPr/>
                <p14:nvPr/>
              </p14:nvContentPartPr>
              <p14:xfrm>
                <a:off x="1548465" y="6171855"/>
                <a:ext cx="133200" cy="251640"/>
              </p14:xfrm>
            </p:contentPart>
          </mc:Choice>
          <mc:Fallback xmlns="">
            <p:pic>
              <p:nvPicPr>
                <p:cNvPr id="130" name="Ink 129">
                  <a:extLst>
                    <a:ext uri="{FF2B5EF4-FFF2-40B4-BE49-F238E27FC236}">
                      <a16:creationId xmlns:a16="http://schemas.microsoft.com/office/drawing/2014/main" id="{33F78960-7DBC-F0E0-898A-1826A6701FDB}"/>
                    </a:ext>
                  </a:extLst>
                </p:cNvPr>
                <p:cNvPicPr/>
                <p:nvPr/>
              </p:nvPicPr>
              <p:blipFill>
                <a:blip r:embed="rId213"/>
                <a:stretch>
                  <a:fillRect/>
                </a:stretch>
              </p:blipFill>
              <p:spPr>
                <a:xfrm>
                  <a:off x="1542345" y="6165735"/>
                  <a:ext cx="14544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1" name="Ink 130">
                  <a:extLst>
                    <a:ext uri="{FF2B5EF4-FFF2-40B4-BE49-F238E27FC236}">
                      <a16:creationId xmlns:a16="http://schemas.microsoft.com/office/drawing/2014/main" id="{30BE8192-F859-CA23-1DC1-FE3BF207C599}"/>
                    </a:ext>
                  </a:extLst>
                </p14:cNvPr>
                <p14:cNvContentPartPr/>
                <p14:nvPr/>
              </p14:nvContentPartPr>
              <p14:xfrm>
                <a:off x="1921425" y="5916975"/>
                <a:ext cx="694080" cy="402480"/>
              </p14:xfrm>
            </p:contentPart>
          </mc:Choice>
          <mc:Fallback xmlns="">
            <p:pic>
              <p:nvPicPr>
                <p:cNvPr id="131" name="Ink 130">
                  <a:extLst>
                    <a:ext uri="{FF2B5EF4-FFF2-40B4-BE49-F238E27FC236}">
                      <a16:creationId xmlns:a16="http://schemas.microsoft.com/office/drawing/2014/main" id="{30BE8192-F859-CA23-1DC1-FE3BF207C599}"/>
                    </a:ext>
                  </a:extLst>
                </p:cNvPr>
                <p:cNvPicPr/>
                <p:nvPr/>
              </p:nvPicPr>
              <p:blipFill>
                <a:blip r:embed="rId215"/>
                <a:stretch>
                  <a:fillRect/>
                </a:stretch>
              </p:blipFill>
              <p:spPr>
                <a:xfrm>
                  <a:off x="1915305" y="5910855"/>
                  <a:ext cx="706320" cy="4147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2" name="Ink 131">
                  <a:extLst>
                    <a:ext uri="{FF2B5EF4-FFF2-40B4-BE49-F238E27FC236}">
                      <a16:creationId xmlns:a16="http://schemas.microsoft.com/office/drawing/2014/main" id="{83104489-E34D-6720-8375-15EF84A4C191}"/>
                    </a:ext>
                  </a:extLst>
                </p14:cNvPr>
                <p14:cNvContentPartPr/>
                <p14:nvPr/>
              </p14:nvContentPartPr>
              <p14:xfrm>
                <a:off x="3466545" y="6045495"/>
                <a:ext cx="662040" cy="46080"/>
              </p14:xfrm>
            </p:contentPart>
          </mc:Choice>
          <mc:Fallback xmlns="">
            <p:pic>
              <p:nvPicPr>
                <p:cNvPr id="132" name="Ink 131">
                  <a:extLst>
                    <a:ext uri="{FF2B5EF4-FFF2-40B4-BE49-F238E27FC236}">
                      <a16:creationId xmlns:a16="http://schemas.microsoft.com/office/drawing/2014/main" id="{83104489-E34D-6720-8375-15EF84A4C191}"/>
                    </a:ext>
                  </a:extLst>
                </p:cNvPr>
                <p:cNvPicPr/>
                <p:nvPr/>
              </p:nvPicPr>
              <p:blipFill>
                <a:blip r:embed="rId217"/>
                <a:stretch>
                  <a:fillRect/>
                </a:stretch>
              </p:blipFill>
              <p:spPr>
                <a:xfrm>
                  <a:off x="3460425" y="6039375"/>
                  <a:ext cx="67428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3" name="Ink 132">
                  <a:extLst>
                    <a:ext uri="{FF2B5EF4-FFF2-40B4-BE49-F238E27FC236}">
                      <a16:creationId xmlns:a16="http://schemas.microsoft.com/office/drawing/2014/main" id="{1B1C07EE-AEAB-0ED9-17AC-1D7E1DD9A13E}"/>
                    </a:ext>
                  </a:extLst>
                </p14:cNvPr>
                <p14:cNvContentPartPr/>
                <p14:nvPr/>
              </p14:nvContentPartPr>
              <p14:xfrm>
                <a:off x="4078185" y="5735175"/>
                <a:ext cx="400680" cy="684360"/>
              </p14:xfrm>
            </p:contentPart>
          </mc:Choice>
          <mc:Fallback xmlns="">
            <p:pic>
              <p:nvPicPr>
                <p:cNvPr id="133" name="Ink 132">
                  <a:extLst>
                    <a:ext uri="{FF2B5EF4-FFF2-40B4-BE49-F238E27FC236}">
                      <a16:creationId xmlns:a16="http://schemas.microsoft.com/office/drawing/2014/main" id="{1B1C07EE-AEAB-0ED9-17AC-1D7E1DD9A13E}"/>
                    </a:ext>
                  </a:extLst>
                </p:cNvPr>
                <p:cNvPicPr/>
                <p:nvPr/>
              </p:nvPicPr>
              <p:blipFill>
                <a:blip r:embed="rId219"/>
                <a:stretch>
                  <a:fillRect/>
                </a:stretch>
              </p:blipFill>
              <p:spPr>
                <a:xfrm>
                  <a:off x="4072065" y="5729055"/>
                  <a:ext cx="412920" cy="6966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4" name="Ink 133">
                  <a:extLst>
                    <a:ext uri="{FF2B5EF4-FFF2-40B4-BE49-F238E27FC236}">
                      <a16:creationId xmlns:a16="http://schemas.microsoft.com/office/drawing/2014/main" id="{F716D16D-CA80-307F-3867-203060A2B641}"/>
                    </a:ext>
                  </a:extLst>
                </p14:cNvPr>
                <p14:cNvContentPartPr/>
                <p14:nvPr/>
              </p14:nvContentPartPr>
              <p14:xfrm>
                <a:off x="4909065" y="6185895"/>
                <a:ext cx="40320" cy="55800"/>
              </p14:xfrm>
            </p:contentPart>
          </mc:Choice>
          <mc:Fallback xmlns="">
            <p:pic>
              <p:nvPicPr>
                <p:cNvPr id="134" name="Ink 133">
                  <a:extLst>
                    <a:ext uri="{FF2B5EF4-FFF2-40B4-BE49-F238E27FC236}">
                      <a16:creationId xmlns:a16="http://schemas.microsoft.com/office/drawing/2014/main" id="{F716D16D-CA80-307F-3867-203060A2B641}"/>
                    </a:ext>
                  </a:extLst>
                </p:cNvPr>
                <p:cNvPicPr/>
                <p:nvPr/>
              </p:nvPicPr>
              <p:blipFill>
                <a:blip r:embed="rId221"/>
                <a:stretch>
                  <a:fillRect/>
                </a:stretch>
              </p:blipFill>
              <p:spPr>
                <a:xfrm>
                  <a:off x="4902945" y="6179775"/>
                  <a:ext cx="5256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7" name="Ink 136">
                  <a:extLst>
                    <a:ext uri="{FF2B5EF4-FFF2-40B4-BE49-F238E27FC236}">
                      <a16:creationId xmlns:a16="http://schemas.microsoft.com/office/drawing/2014/main" id="{F1AAFD9D-7396-6B0E-B08F-49B4EEE02334}"/>
                    </a:ext>
                  </a:extLst>
                </p14:cNvPr>
                <p14:cNvContentPartPr/>
                <p14:nvPr/>
              </p14:nvContentPartPr>
              <p14:xfrm>
                <a:off x="5153505" y="5898975"/>
                <a:ext cx="17640" cy="630000"/>
              </p14:xfrm>
            </p:contentPart>
          </mc:Choice>
          <mc:Fallback xmlns="">
            <p:pic>
              <p:nvPicPr>
                <p:cNvPr id="137" name="Ink 136">
                  <a:extLst>
                    <a:ext uri="{FF2B5EF4-FFF2-40B4-BE49-F238E27FC236}">
                      <a16:creationId xmlns:a16="http://schemas.microsoft.com/office/drawing/2014/main" id="{F1AAFD9D-7396-6B0E-B08F-49B4EEE02334}"/>
                    </a:ext>
                  </a:extLst>
                </p:cNvPr>
                <p:cNvPicPr/>
                <p:nvPr/>
              </p:nvPicPr>
              <p:blipFill>
                <a:blip r:embed="rId223"/>
                <a:stretch>
                  <a:fillRect/>
                </a:stretch>
              </p:blipFill>
              <p:spPr>
                <a:xfrm>
                  <a:off x="5147385" y="5892855"/>
                  <a:ext cx="29880" cy="6422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8" name="Ink 137">
                  <a:extLst>
                    <a:ext uri="{FF2B5EF4-FFF2-40B4-BE49-F238E27FC236}">
                      <a16:creationId xmlns:a16="http://schemas.microsoft.com/office/drawing/2014/main" id="{9B9A0D8F-7EA6-4716-66F4-1D7E9FA24498}"/>
                    </a:ext>
                  </a:extLst>
                </p14:cNvPr>
                <p14:cNvContentPartPr/>
                <p14:nvPr/>
              </p14:nvContentPartPr>
              <p14:xfrm>
                <a:off x="5184465" y="5384535"/>
                <a:ext cx="4466160" cy="539280"/>
              </p14:xfrm>
            </p:contentPart>
          </mc:Choice>
          <mc:Fallback xmlns="">
            <p:pic>
              <p:nvPicPr>
                <p:cNvPr id="138" name="Ink 137">
                  <a:extLst>
                    <a:ext uri="{FF2B5EF4-FFF2-40B4-BE49-F238E27FC236}">
                      <a16:creationId xmlns:a16="http://schemas.microsoft.com/office/drawing/2014/main" id="{9B9A0D8F-7EA6-4716-66F4-1D7E9FA24498}"/>
                    </a:ext>
                  </a:extLst>
                </p:cNvPr>
                <p:cNvPicPr/>
                <p:nvPr/>
              </p:nvPicPr>
              <p:blipFill>
                <a:blip r:embed="rId225"/>
                <a:stretch>
                  <a:fillRect/>
                </a:stretch>
              </p:blipFill>
              <p:spPr>
                <a:xfrm>
                  <a:off x="5178345" y="5378415"/>
                  <a:ext cx="4478400" cy="5515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9" name="Ink 138">
                  <a:extLst>
                    <a:ext uri="{FF2B5EF4-FFF2-40B4-BE49-F238E27FC236}">
                      <a16:creationId xmlns:a16="http://schemas.microsoft.com/office/drawing/2014/main" id="{B3BBF2A1-2854-55A5-FA97-CF6E5D85888D}"/>
                    </a:ext>
                  </a:extLst>
                </p14:cNvPr>
                <p14:cNvContentPartPr/>
                <p14:nvPr/>
              </p14:nvContentPartPr>
              <p14:xfrm>
                <a:off x="5134065" y="6136215"/>
                <a:ext cx="3809160" cy="425160"/>
              </p14:xfrm>
            </p:contentPart>
          </mc:Choice>
          <mc:Fallback xmlns="">
            <p:pic>
              <p:nvPicPr>
                <p:cNvPr id="139" name="Ink 138">
                  <a:extLst>
                    <a:ext uri="{FF2B5EF4-FFF2-40B4-BE49-F238E27FC236}">
                      <a16:creationId xmlns:a16="http://schemas.microsoft.com/office/drawing/2014/main" id="{B3BBF2A1-2854-55A5-FA97-CF6E5D85888D}"/>
                    </a:ext>
                  </a:extLst>
                </p:cNvPr>
                <p:cNvPicPr/>
                <p:nvPr/>
              </p:nvPicPr>
              <p:blipFill>
                <a:blip r:embed="rId227"/>
                <a:stretch>
                  <a:fillRect/>
                </a:stretch>
              </p:blipFill>
              <p:spPr>
                <a:xfrm>
                  <a:off x="5127945" y="6130095"/>
                  <a:ext cx="382140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0" name="Ink 139">
                  <a:extLst>
                    <a:ext uri="{FF2B5EF4-FFF2-40B4-BE49-F238E27FC236}">
                      <a16:creationId xmlns:a16="http://schemas.microsoft.com/office/drawing/2014/main" id="{ABD2A8ED-5BC8-B5E8-A89E-768D0B4E728C}"/>
                    </a:ext>
                  </a:extLst>
                </p14:cNvPr>
                <p14:cNvContentPartPr/>
                <p14:nvPr/>
              </p14:nvContentPartPr>
              <p14:xfrm>
                <a:off x="9445425" y="5434575"/>
                <a:ext cx="73800" cy="821520"/>
              </p14:xfrm>
            </p:contentPart>
          </mc:Choice>
          <mc:Fallback xmlns="">
            <p:pic>
              <p:nvPicPr>
                <p:cNvPr id="140" name="Ink 139">
                  <a:extLst>
                    <a:ext uri="{FF2B5EF4-FFF2-40B4-BE49-F238E27FC236}">
                      <a16:creationId xmlns:a16="http://schemas.microsoft.com/office/drawing/2014/main" id="{ABD2A8ED-5BC8-B5E8-A89E-768D0B4E728C}"/>
                    </a:ext>
                  </a:extLst>
                </p:cNvPr>
                <p:cNvPicPr/>
                <p:nvPr/>
              </p:nvPicPr>
              <p:blipFill>
                <a:blip r:embed="rId229"/>
                <a:stretch>
                  <a:fillRect/>
                </a:stretch>
              </p:blipFill>
              <p:spPr>
                <a:xfrm>
                  <a:off x="9439305" y="5428455"/>
                  <a:ext cx="86040" cy="8337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1" name="Ink 140">
                  <a:extLst>
                    <a:ext uri="{FF2B5EF4-FFF2-40B4-BE49-F238E27FC236}">
                      <a16:creationId xmlns:a16="http://schemas.microsoft.com/office/drawing/2014/main" id="{C8150945-F5B5-33D9-2C40-76480D7C9549}"/>
                    </a:ext>
                  </a:extLst>
                </p14:cNvPr>
                <p14:cNvContentPartPr/>
                <p14:nvPr/>
              </p14:nvContentPartPr>
              <p14:xfrm>
                <a:off x="8897145" y="6092295"/>
                <a:ext cx="923760" cy="136440"/>
              </p14:xfrm>
            </p:contentPart>
          </mc:Choice>
          <mc:Fallback xmlns="">
            <p:pic>
              <p:nvPicPr>
                <p:cNvPr id="141" name="Ink 140">
                  <a:extLst>
                    <a:ext uri="{FF2B5EF4-FFF2-40B4-BE49-F238E27FC236}">
                      <a16:creationId xmlns:a16="http://schemas.microsoft.com/office/drawing/2014/main" id="{C8150945-F5B5-33D9-2C40-76480D7C9549}"/>
                    </a:ext>
                  </a:extLst>
                </p:cNvPr>
                <p:cNvPicPr/>
                <p:nvPr/>
              </p:nvPicPr>
              <p:blipFill>
                <a:blip r:embed="rId231"/>
                <a:stretch>
                  <a:fillRect/>
                </a:stretch>
              </p:blipFill>
              <p:spPr>
                <a:xfrm>
                  <a:off x="8891025" y="6086175"/>
                  <a:ext cx="93600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2" name="Ink 141">
                  <a:extLst>
                    <a:ext uri="{FF2B5EF4-FFF2-40B4-BE49-F238E27FC236}">
                      <a16:creationId xmlns:a16="http://schemas.microsoft.com/office/drawing/2014/main" id="{A7B424E9-8F55-F6E2-BDA6-0BE0032DA41D}"/>
                    </a:ext>
                  </a:extLst>
                </p14:cNvPr>
                <p14:cNvContentPartPr/>
                <p14:nvPr/>
              </p14:nvContentPartPr>
              <p14:xfrm>
                <a:off x="5272305" y="4814655"/>
                <a:ext cx="26640" cy="2520"/>
              </p14:xfrm>
            </p:contentPart>
          </mc:Choice>
          <mc:Fallback xmlns="">
            <p:pic>
              <p:nvPicPr>
                <p:cNvPr id="142" name="Ink 141">
                  <a:extLst>
                    <a:ext uri="{FF2B5EF4-FFF2-40B4-BE49-F238E27FC236}">
                      <a16:creationId xmlns:a16="http://schemas.microsoft.com/office/drawing/2014/main" id="{A7B424E9-8F55-F6E2-BDA6-0BE0032DA41D}"/>
                    </a:ext>
                  </a:extLst>
                </p:cNvPr>
                <p:cNvPicPr/>
                <p:nvPr/>
              </p:nvPicPr>
              <p:blipFill>
                <a:blip r:embed="rId233"/>
                <a:stretch>
                  <a:fillRect/>
                </a:stretch>
              </p:blipFill>
              <p:spPr>
                <a:xfrm>
                  <a:off x="5266185" y="4808535"/>
                  <a:ext cx="3888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4" name="Ink 143">
                  <a:extLst>
                    <a:ext uri="{FF2B5EF4-FFF2-40B4-BE49-F238E27FC236}">
                      <a16:creationId xmlns:a16="http://schemas.microsoft.com/office/drawing/2014/main" id="{8196E2D5-9623-8F38-6D9F-9C37B9F0035A}"/>
                    </a:ext>
                  </a:extLst>
                </p14:cNvPr>
                <p14:cNvContentPartPr/>
                <p14:nvPr/>
              </p14:nvContentPartPr>
              <p14:xfrm>
                <a:off x="5681625" y="5863695"/>
                <a:ext cx="89640" cy="811080"/>
              </p14:xfrm>
            </p:contentPart>
          </mc:Choice>
          <mc:Fallback xmlns="">
            <p:pic>
              <p:nvPicPr>
                <p:cNvPr id="144" name="Ink 143">
                  <a:extLst>
                    <a:ext uri="{FF2B5EF4-FFF2-40B4-BE49-F238E27FC236}">
                      <a16:creationId xmlns:a16="http://schemas.microsoft.com/office/drawing/2014/main" id="{8196E2D5-9623-8F38-6D9F-9C37B9F0035A}"/>
                    </a:ext>
                  </a:extLst>
                </p:cNvPr>
                <p:cNvPicPr/>
                <p:nvPr/>
              </p:nvPicPr>
              <p:blipFill>
                <a:blip r:embed="rId235"/>
                <a:stretch>
                  <a:fillRect/>
                </a:stretch>
              </p:blipFill>
              <p:spPr>
                <a:xfrm>
                  <a:off x="5675505" y="5857575"/>
                  <a:ext cx="101880" cy="8233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5" name="Ink 144">
                  <a:extLst>
                    <a:ext uri="{FF2B5EF4-FFF2-40B4-BE49-F238E27FC236}">
                      <a16:creationId xmlns:a16="http://schemas.microsoft.com/office/drawing/2014/main" id="{7DAB1A38-C7C6-B525-6633-9DBD62194AD2}"/>
                    </a:ext>
                  </a:extLst>
                </p14:cNvPr>
                <p14:cNvContentPartPr/>
                <p14:nvPr/>
              </p14:nvContentPartPr>
              <p14:xfrm>
                <a:off x="5232345" y="6041895"/>
                <a:ext cx="282600" cy="92880"/>
              </p14:xfrm>
            </p:contentPart>
          </mc:Choice>
          <mc:Fallback xmlns="">
            <p:pic>
              <p:nvPicPr>
                <p:cNvPr id="145" name="Ink 144">
                  <a:extLst>
                    <a:ext uri="{FF2B5EF4-FFF2-40B4-BE49-F238E27FC236}">
                      <a16:creationId xmlns:a16="http://schemas.microsoft.com/office/drawing/2014/main" id="{7DAB1A38-C7C6-B525-6633-9DBD62194AD2}"/>
                    </a:ext>
                  </a:extLst>
                </p:cNvPr>
                <p:cNvPicPr/>
                <p:nvPr/>
              </p:nvPicPr>
              <p:blipFill>
                <a:blip r:embed="rId237"/>
                <a:stretch>
                  <a:fillRect/>
                </a:stretch>
              </p:blipFill>
              <p:spPr>
                <a:xfrm>
                  <a:off x="5226225" y="6035775"/>
                  <a:ext cx="29484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6" name="Ink 145">
                  <a:extLst>
                    <a:ext uri="{FF2B5EF4-FFF2-40B4-BE49-F238E27FC236}">
                      <a16:creationId xmlns:a16="http://schemas.microsoft.com/office/drawing/2014/main" id="{492D432E-5A44-5066-9910-A68113C64DAA}"/>
                    </a:ext>
                  </a:extLst>
                </p14:cNvPr>
                <p14:cNvContentPartPr/>
                <p14:nvPr/>
              </p14:nvContentPartPr>
              <p14:xfrm>
                <a:off x="5395785" y="6109575"/>
                <a:ext cx="30240" cy="230040"/>
              </p14:xfrm>
            </p:contentPart>
          </mc:Choice>
          <mc:Fallback xmlns="">
            <p:pic>
              <p:nvPicPr>
                <p:cNvPr id="146" name="Ink 145">
                  <a:extLst>
                    <a:ext uri="{FF2B5EF4-FFF2-40B4-BE49-F238E27FC236}">
                      <a16:creationId xmlns:a16="http://schemas.microsoft.com/office/drawing/2014/main" id="{492D432E-5A44-5066-9910-A68113C64DAA}"/>
                    </a:ext>
                  </a:extLst>
                </p:cNvPr>
                <p:cNvPicPr/>
                <p:nvPr/>
              </p:nvPicPr>
              <p:blipFill>
                <a:blip r:embed="rId239"/>
                <a:stretch>
                  <a:fillRect/>
                </a:stretch>
              </p:blipFill>
              <p:spPr>
                <a:xfrm>
                  <a:off x="5389665" y="6103455"/>
                  <a:ext cx="4248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7" name="Ink 146">
                  <a:extLst>
                    <a:ext uri="{FF2B5EF4-FFF2-40B4-BE49-F238E27FC236}">
                      <a16:creationId xmlns:a16="http://schemas.microsoft.com/office/drawing/2014/main" id="{DF30C258-537E-AED2-5E31-C9E7001661CF}"/>
                    </a:ext>
                  </a:extLst>
                </p14:cNvPr>
                <p14:cNvContentPartPr/>
                <p14:nvPr/>
              </p14:nvContentPartPr>
              <p14:xfrm>
                <a:off x="5527545" y="6085455"/>
                <a:ext cx="120240" cy="237600"/>
              </p14:xfrm>
            </p:contentPart>
          </mc:Choice>
          <mc:Fallback xmlns="">
            <p:pic>
              <p:nvPicPr>
                <p:cNvPr id="147" name="Ink 146">
                  <a:extLst>
                    <a:ext uri="{FF2B5EF4-FFF2-40B4-BE49-F238E27FC236}">
                      <a16:creationId xmlns:a16="http://schemas.microsoft.com/office/drawing/2014/main" id="{DF30C258-537E-AED2-5E31-C9E7001661CF}"/>
                    </a:ext>
                  </a:extLst>
                </p:cNvPr>
                <p:cNvPicPr/>
                <p:nvPr/>
              </p:nvPicPr>
              <p:blipFill>
                <a:blip r:embed="rId241"/>
                <a:stretch>
                  <a:fillRect/>
                </a:stretch>
              </p:blipFill>
              <p:spPr>
                <a:xfrm>
                  <a:off x="5521425" y="6079335"/>
                  <a:ext cx="13248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8" name="Ink 147">
                  <a:extLst>
                    <a:ext uri="{FF2B5EF4-FFF2-40B4-BE49-F238E27FC236}">
                      <a16:creationId xmlns:a16="http://schemas.microsoft.com/office/drawing/2014/main" id="{72EFCBB6-7657-07AF-9C09-CAE080C07ECC}"/>
                    </a:ext>
                  </a:extLst>
                </p14:cNvPr>
                <p14:cNvContentPartPr/>
                <p14:nvPr/>
              </p14:nvContentPartPr>
              <p14:xfrm>
                <a:off x="5679465" y="6265095"/>
                <a:ext cx="14040" cy="25920"/>
              </p14:xfrm>
            </p:contentPart>
          </mc:Choice>
          <mc:Fallback xmlns="">
            <p:pic>
              <p:nvPicPr>
                <p:cNvPr id="148" name="Ink 147">
                  <a:extLst>
                    <a:ext uri="{FF2B5EF4-FFF2-40B4-BE49-F238E27FC236}">
                      <a16:creationId xmlns:a16="http://schemas.microsoft.com/office/drawing/2014/main" id="{72EFCBB6-7657-07AF-9C09-CAE080C07ECC}"/>
                    </a:ext>
                  </a:extLst>
                </p:cNvPr>
                <p:cNvPicPr/>
                <p:nvPr/>
              </p:nvPicPr>
              <p:blipFill>
                <a:blip r:embed="rId243"/>
                <a:stretch>
                  <a:fillRect/>
                </a:stretch>
              </p:blipFill>
              <p:spPr>
                <a:xfrm>
                  <a:off x="5673345" y="6258975"/>
                  <a:ext cx="262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0" name="Ink 149">
                  <a:extLst>
                    <a:ext uri="{FF2B5EF4-FFF2-40B4-BE49-F238E27FC236}">
                      <a16:creationId xmlns:a16="http://schemas.microsoft.com/office/drawing/2014/main" id="{A782446B-9B1B-5F84-EFF8-9B1942F4C002}"/>
                    </a:ext>
                  </a:extLst>
                </p14:cNvPr>
                <p14:cNvContentPartPr/>
                <p14:nvPr/>
              </p14:nvContentPartPr>
              <p14:xfrm>
                <a:off x="6283905" y="5802855"/>
                <a:ext cx="140040" cy="817560"/>
              </p14:xfrm>
            </p:contentPart>
          </mc:Choice>
          <mc:Fallback xmlns="">
            <p:pic>
              <p:nvPicPr>
                <p:cNvPr id="150" name="Ink 149">
                  <a:extLst>
                    <a:ext uri="{FF2B5EF4-FFF2-40B4-BE49-F238E27FC236}">
                      <a16:creationId xmlns:a16="http://schemas.microsoft.com/office/drawing/2014/main" id="{A782446B-9B1B-5F84-EFF8-9B1942F4C002}"/>
                    </a:ext>
                  </a:extLst>
                </p:cNvPr>
                <p:cNvPicPr/>
                <p:nvPr/>
              </p:nvPicPr>
              <p:blipFill>
                <a:blip r:embed="rId245"/>
                <a:stretch>
                  <a:fillRect/>
                </a:stretch>
              </p:blipFill>
              <p:spPr>
                <a:xfrm>
                  <a:off x="6277785" y="5796735"/>
                  <a:ext cx="152280" cy="8298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1" name="Ink 150">
                  <a:extLst>
                    <a:ext uri="{FF2B5EF4-FFF2-40B4-BE49-F238E27FC236}">
                      <a16:creationId xmlns:a16="http://schemas.microsoft.com/office/drawing/2014/main" id="{21E8F7C3-A09B-1614-2467-5EB20314FCE9}"/>
                    </a:ext>
                  </a:extLst>
                </p14:cNvPr>
                <p14:cNvContentPartPr/>
                <p14:nvPr/>
              </p14:nvContentPartPr>
              <p14:xfrm>
                <a:off x="5800425" y="6065295"/>
                <a:ext cx="201240" cy="297360"/>
              </p14:xfrm>
            </p:contentPart>
          </mc:Choice>
          <mc:Fallback xmlns="">
            <p:pic>
              <p:nvPicPr>
                <p:cNvPr id="151" name="Ink 150">
                  <a:extLst>
                    <a:ext uri="{FF2B5EF4-FFF2-40B4-BE49-F238E27FC236}">
                      <a16:creationId xmlns:a16="http://schemas.microsoft.com/office/drawing/2014/main" id="{21E8F7C3-A09B-1614-2467-5EB20314FCE9}"/>
                    </a:ext>
                  </a:extLst>
                </p:cNvPr>
                <p:cNvPicPr/>
                <p:nvPr/>
              </p:nvPicPr>
              <p:blipFill>
                <a:blip r:embed="rId247"/>
                <a:stretch>
                  <a:fillRect/>
                </a:stretch>
              </p:blipFill>
              <p:spPr>
                <a:xfrm>
                  <a:off x="5794305" y="6059175"/>
                  <a:ext cx="21348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2" name="Ink 151">
                  <a:extLst>
                    <a:ext uri="{FF2B5EF4-FFF2-40B4-BE49-F238E27FC236}">
                      <a16:creationId xmlns:a16="http://schemas.microsoft.com/office/drawing/2014/main" id="{D0FF8187-930D-C737-2D06-3BB0EE535049}"/>
                    </a:ext>
                  </a:extLst>
                </p14:cNvPr>
                <p14:cNvContentPartPr/>
                <p14:nvPr/>
              </p14:nvContentPartPr>
              <p14:xfrm>
                <a:off x="6033705" y="5929575"/>
                <a:ext cx="225360" cy="288360"/>
              </p14:xfrm>
            </p:contentPart>
          </mc:Choice>
          <mc:Fallback xmlns="">
            <p:pic>
              <p:nvPicPr>
                <p:cNvPr id="152" name="Ink 151">
                  <a:extLst>
                    <a:ext uri="{FF2B5EF4-FFF2-40B4-BE49-F238E27FC236}">
                      <a16:creationId xmlns:a16="http://schemas.microsoft.com/office/drawing/2014/main" id="{D0FF8187-930D-C737-2D06-3BB0EE535049}"/>
                    </a:ext>
                  </a:extLst>
                </p:cNvPr>
                <p:cNvPicPr/>
                <p:nvPr/>
              </p:nvPicPr>
              <p:blipFill>
                <a:blip r:embed="rId249"/>
                <a:stretch>
                  <a:fillRect/>
                </a:stretch>
              </p:blipFill>
              <p:spPr>
                <a:xfrm>
                  <a:off x="6027585" y="5923455"/>
                  <a:ext cx="23760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3" name="Ink 152">
                  <a:extLst>
                    <a:ext uri="{FF2B5EF4-FFF2-40B4-BE49-F238E27FC236}">
                      <a16:creationId xmlns:a16="http://schemas.microsoft.com/office/drawing/2014/main" id="{61F81A41-EA79-50B5-9AB5-D8CF8B256044}"/>
                    </a:ext>
                  </a:extLst>
                </p14:cNvPr>
                <p14:cNvContentPartPr/>
                <p14:nvPr/>
              </p14:nvContentPartPr>
              <p14:xfrm>
                <a:off x="6312705" y="6040815"/>
                <a:ext cx="15120" cy="27000"/>
              </p14:xfrm>
            </p:contentPart>
          </mc:Choice>
          <mc:Fallback xmlns="">
            <p:pic>
              <p:nvPicPr>
                <p:cNvPr id="153" name="Ink 152">
                  <a:extLst>
                    <a:ext uri="{FF2B5EF4-FFF2-40B4-BE49-F238E27FC236}">
                      <a16:creationId xmlns:a16="http://schemas.microsoft.com/office/drawing/2014/main" id="{61F81A41-EA79-50B5-9AB5-D8CF8B256044}"/>
                    </a:ext>
                  </a:extLst>
                </p:cNvPr>
                <p:cNvPicPr/>
                <p:nvPr/>
              </p:nvPicPr>
              <p:blipFill>
                <a:blip r:embed="rId251"/>
                <a:stretch>
                  <a:fillRect/>
                </a:stretch>
              </p:blipFill>
              <p:spPr>
                <a:xfrm>
                  <a:off x="6306585" y="6034695"/>
                  <a:ext cx="27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5" name="Ink 154">
                  <a:extLst>
                    <a:ext uri="{FF2B5EF4-FFF2-40B4-BE49-F238E27FC236}">
                      <a16:creationId xmlns:a16="http://schemas.microsoft.com/office/drawing/2014/main" id="{571E43F1-BAB1-14F3-43AB-42845A90A636}"/>
                    </a:ext>
                  </a:extLst>
                </p14:cNvPr>
                <p14:cNvContentPartPr/>
                <p14:nvPr/>
              </p14:nvContentPartPr>
              <p14:xfrm>
                <a:off x="7041345" y="5946135"/>
                <a:ext cx="17640" cy="262800"/>
              </p14:xfrm>
            </p:contentPart>
          </mc:Choice>
          <mc:Fallback xmlns="">
            <p:pic>
              <p:nvPicPr>
                <p:cNvPr id="155" name="Ink 154">
                  <a:extLst>
                    <a:ext uri="{FF2B5EF4-FFF2-40B4-BE49-F238E27FC236}">
                      <a16:creationId xmlns:a16="http://schemas.microsoft.com/office/drawing/2014/main" id="{571E43F1-BAB1-14F3-43AB-42845A90A636}"/>
                    </a:ext>
                  </a:extLst>
                </p:cNvPr>
                <p:cNvPicPr/>
                <p:nvPr/>
              </p:nvPicPr>
              <p:blipFill>
                <a:blip r:embed="rId253"/>
                <a:stretch>
                  <a:fillRect/>
                </a:stretch>
              </p:blipFill>
              <p:spPr>
                <a:xfrm>
                  <a:off x="7035225" y="5940015"/>
                  <a:ext cx="2988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6" name="Ink 155">
                  <a:extLst>
                    <a:ext uri="{FF2B5EF4-FFF2-40B4-BE49-F238E27FC236}">
                      <a16:creationId xmlns:a16="http://schemas.microsoft.com/office/drawing/2014/main" id="{9373E13A-5145-52BE-87AF-286FF6995B59}"/>
                    </a:ext>
                  </a:extLst>
                </p14:cNvPr>
                <p14:cNvContentPartPr/>
                <p14:nvPr/>
              </p14:nvContentPartPr>
              <p14:xfrm>
                <a:off x="6953865" y="5770095"/>
                <a:ext cx="831240" cy="129960"/>
              </p14:xfrm>
            </p:contentPart>
          </mc:Choice>
          <mc:Fallback xmlns="">
            <p:pic>
              <p:nvPicPr>
                <p:cNvPr id="156" name="Ink 155">
                  <a:extLst>
                    <a:ext uri="{FF2B5EF4-FFF2-40B4-BE49-F238E27FC236}">
                      <a16:creationId xmlns:a16="http://schemas.microsoft.com/office/drawing/2014/main" id="{9373E13A-5145-52BE-87AF-286FF6995B59}"/>
                    </a:ext>
                  </a:extLst>
                </p:cNvPr>
                <p:cNvPicPr/>
                <p:nvPr/>
              </p:nvPicPr>
              <p:blipFill>
                <a:blip r:embed="rId255"/>
                <a:stretch>
                  <a:fillRect/>
                </a:stretch>
              </p:blipFill>
              <p:spPr>
                <a:xfrm>
                  <a:off x="6947745" y="5763975"/>
                  <a:ext cx="84348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7" name="Ink 156">
                  <a:extLst>
                    <a:ext uri="{FF2B5EF4-FFF2-40B4-BE49-F238E27FC236}">
                      <a16:creationId xmlns:a16="http://schemas.microsoft.com/office/drawing/2014/main" id="{B8AB8102-D36E-F912-991F-A3C9FA8D9F69}"/>
                    </a:ext>
                  </a:extLst>
                </p14:cNvPr>
                <p14:cNvContentPartPr/>
                <p14:nvPr/>
              </p14:nvContentPartPr>
              <p14:xfrm>
                <a:off x="7581345" y="5909055"/>
                <a:ext cx="270000" cy="232560"/>
              </p14:xfrm>
            </p:contentPart>
          </mc:Choice>
          <mc:Fallback xmlns="">
            <p:pic>
              <p:nvPicPr>
                <p:cNvPr id="157" name="Ink 156">
                  <a:extLst>
                    <a:ext uri="{FF2B5EF4-FFF2-40B4-BE49-F238E27FC236}">
                      <a16:creationId xmlns:a16="http://schemas.microsoft.com/office/drawing/2014/main" id="{B8AB8102-D36E-F912-991F-A3C9FA8D9F69}"/>
                    </a:ext>
                  </a:extLst>
                </p:cNvPr>
                <p:cNvPicPr/>
                <p:nvPr/>
              </p:nvPicPr>
              <p:blipFill>
                <a:blip r:embed="rId257"/>
                <a:stretch>
                  <a:fillRect/>
                </a:stretch>
              </p:blipFill>
              <p:spPr>
                <a:xfrm>
                  <a:off x="7575225" y="5902935"/>
                  <a:ext cx="28224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8" name="Ink 157">
                  <a:extLst>
                    <a:ext uri="{FF2B5EF4-FFF2-40B4-BE49-F238E27FC236}">
                      <a16:creationId xmlns:a16="http://schemas.microsoft.com/office/drawing/2014/main" id="{026AE3C2-57E9-E16B-B3E7-475C8A26E1F8}"/>
                    </a:ext>
                  </a:extLst>
                </p14:cNvPr>
                <p14:cNvContentPartPr/>
                <p14:nvPr/>
              </p14:nvContentPartPr>
              <p14:xfrm>
                <a:off x="7892385" y="5890335"/>
                <a:ext cx="295200" cy="106560"/>
              </p14:xfrm>
            </p:contentPart>
          </mc:Choice>
          <mc:Fallback xmlns="">
            <p:pic>
              <p:nvPicPr>
                <p:cNvPr id="158" name="Ink 157">
                  <a:extLst>
                    <a:ext uri="{FF2B5EF4-FFF2-40B4-BE49-F238E27FC236}">
                      <a16:creationId xmlns:a16="http://schemas.microsoft.com/office/drawing/2014/main" id="{026AE3C2-57E9-E16B-B3E7-475C8A26E1F8}"/>
                    </a:ext>
                  </a:extLst>
                </p:cNvPr>
                <p:cNvPicPr/>
                <p:nvPr/>
              </p:nvPicPr>
              <p:blipFill>
                <a:blip r:embed="rId259"/>
                <a:stretch>
                  <a:fillRect/>
                </a:stretch>
              </p:blipFill>
              <p:spPr>
                <a:xfrm>
                  <a:off x="7886265" y="5884215"/>
                  <a:ext cx="3074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9" name="Ink 158">
                  <a:extLst>
                    <a:ext uri="{FF2B5EF4-FFF2-40B4-BE49-F238E27FC236}">
                      <a16:creationId xmlns:a16="http://schemas.microsoft.com/office/drawing/2014/main" id="{D40F616E-52AA-A3BC-5AF0-0D6F839E6B21}"/>
                    </a:ext>
                  </a:extLst>
                </p14:cNvPr>
                <p14:cNvContentPartPr/>
                <p14:nvPr/>
              </p14:nvContentPartPr>
              <p14:xfrm>
                <a:off x="8309265" y="5774415"/>
                <a:ext cx="328320" cy="131040"/>
              </p14:xfrm>
            </p:contentPart>
          </mc:Choice>
          <mc:Fallback xmlns="">
            <p:pic>
              <p:nvPicPr>
                <p:cNvPr id="159" name="Ink 158">
                  <a:extLst>
                    <a:ext uri="{FF2B5EF4-FFF2-40B4-BE49-F238E27FC236}">
                      <a16:creationId xmlns:a16="http://schemas.microsoft.com/office/drawing/2014/main" id="{D40F616E-52AA-A3BC-5AF0-0D6F839E6B21}"/>
                    </a:ext>
                  </a:extLst>
                </p:cNvPr>
                <p:cNvPicPr/>
                <p:nvPr/>
              </p:nvPicPr>
              <p:blipFill>
                <a:blip r:embed="rId261"/>
                <a:stretch>
                  <a:fillRect/>
                </a:stretch>
              </p:blipFill>
              <p:spPr>
                <a:xfrm>
                  <a:off x="8303145" y="5768295"/>
                  <a:ext cx="3405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0" name="Ink 159">
                  <a:extLst>
                    <a:ext uri="{FF2B5EF4-FFF2-40B4-BE49-F238E27FC236}">
                      <a16:creationId xmlns:a16="http://schemas.microsoft.com/office/drawing/2014/main" id="{961CFD5E-BF25-8DA7-97DA-91A9181D42CC}"/>
                    </a:ext>
                  </a:extLst>
                </p14:cNvPr>
                <p14:cNvContentPartPr/>
                <p14:nvPr/>
              </p14:nvContentPartPr>
              <p14:xfrm>
                <a:off x="10403025" y="5455455"/>
                <a:ext cx="629640" cy="116640"/>
              </p14:xfrm>
            </p:contentPart>
          </mc:Choice>
          <mc:Fallback xmlns="">
            <p:pic>
              <p:nvPicPr>
                <p:cNvPr id="160" name="Ink 159">
                  <a:extLst>
                    <a:ext uri="{FF2B5EF4-FFF2-40B4-BE49-F238E27FC236}">
                      <a16:creationId xmlns:a16="http://schemas.microsoft.com/office/drawing/2014/main" id="{961CFD5E-BF25-8DA7-97DA-91A9181D42CC}"/>
                    </a:ext>
                  </a:extLst>
                </p:cNvPr>
                <p:cNvPicPr/>
                <p:nvPr/>
              </p:nvPicPr>
              <p:blipFill>
                <a:blip r:embed="rId263"/>
                <a:stretch>
                  <a:fillRect/>
                </a:stretch>
              </p:blipFill>
              <p:spPr>
                <a:xfrm>
                  <a:off x="10396905" y="5449335"/>
                  <a:ext cx="64188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1" name="Ink 160">
                  <a:extLst>
                    <a:ext uri="{FF2B5EF4-FFF2-40B4-BE49-F238E27FC236}">
                      <a16:creationId xmlns:a16="http://schemas.microsoft.com/office/drawing/2014/main" id="{7C38F054-5D19-848E-A93D-40650A1F3AB8}"/>
                    </a:ext>
                  </a:extLst>
                </p14:cNvPr>
                <p14:cNvContentPartPr/>
                <p14:nvPr/>
              </p14:nvContentPartPr>
              <p14:xfrm>
                <a:off x="10861665" y="5292735"/>
                <a:ext cx="166320" cy="403560"/>
              </p14:xfrm>
            </p:contentPart>
          </mc:Choice>
          <mc:Fallback xmlns="">
            <p:pic>
              <p:nvPicPr>
                <p:cNvPr id="161" name="Ink 160">
                  <a:extLst>
                    <a:ext uri="{FF2B5EF4-FFF2-40B4-BE49-F238E27FC236}">
                      <a16:creationId xmlns:a16="http://schemas.microsoft.com/office/drawing/2014/main" id="{7C38F054-5D19-848E-A93D-40650A1F3AB8}"/>
                    </a:ext>
                  </a:extLst>
                </p:cNvPr>
                <p:cNvPicPr/>
                <p:nvPr/>
              </p:nvPicPr>
              <p:blipFill>
                <a:blip r:embed="rId265"/>
                <a:stretch>
                  <a:fillRect/>
                </a:stretch>
              </p:blipFill>
              <p:spPr>
                <a:xfrm>
                  <a:off x="10855545" y="5286615"/>
                  <a:ext cx="178560" cy="4158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2" name="Ink 161">
                  <a:extLst>
                    <a:ext uri="{FF2B5EF4-FFF2-40B4-BE49-F238E27FC236}">
                      <a16:creationId xmlns:a16="http://schemas.microsoft.com/office/drawing/2014/main" id="{74EDD581-E55D-4D3B-A8D3-E1FFA1CB5A43}"/>
                    </a:ext>
                  </a:extLst>
                </p14:cNvPr>
                <p14:cNvContentPartPr/>
                <p14:nvPr/>
              </p14:nvContentPartPr>
              <p14:xfrm>
                <a:off x="11247945" y="5248815"/>
                <a:ext cx="300960" cy="492840"/>
              </p14:xfrm>
            </p:contentPart>
          </mc:Choice>
          <mc:Fallback xmlns="">
            <p:pic>
              <p:nvPicPr>
                <p:cNvPr id="162" name="Ink 161">
                  <a:extLst>
                    <a:ext uri="{FF2B5EF4-FFF2-40B4-BE49-F238E27FC236}">
                      <a16:creationId xmlns:a16="http://schemas.microsoft.com/office/drawing/2014/main" id="{74EDD581-E55D-4D3B-A8D3-E1FFA1CB5A43}"/>
                    </a:ext>
                  </a:extLst>
                </p:cNvPr>
                <p:cNvPicPr/>
                <p:nvPr/>
              </p:nvPicPr>
              <p:blipFill>
                <a:blip r:embed="rId267"/>
                <a:stretch>
                  <a:fillRect/>
                </a:stretch>
              </p:blipFill>
              <p:spPr>
                <a:xfrm>
                  <a:off x="11241825" y="5242695"/>
                  <a:ext cx="313200" cy="5050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3" name="Ink 162">
                  <a:extLst>
                    <a:ext uri="{FF2B5EF4-FFF2-40B4-BE49-F238E27FC236}">
                      <a16:creationId xmlns:a16="http://schemas.microsoft.com/office/drawing/2014/main" id="{9FCB6E0A-D56D-61FE-54B3-117F475FD766}"/>
                    </a:ext>
                  </a:extLst>
                </p14:cNvPr>
                <p14:cNvContentPartPr/>
                <p14:nvPr/>
              </p14:nvContentPartPr>
              <p14:xfrm>
                <a:off x="11319945" y="5434935"/>
                <a:ext cx="230040" cy="68400"/>
              </p14:xfrm>
            </p:contentPart>
          </mc:Choice>
          <mc:Fallback xmlns="">
            <p:pic>
              <p:nvPicPr>
                <p:cNvPr id="163" name="Ink 162">
                  <a:extLst>
                    <a:ext uri="{FF2B5EF4-FFF2-40B4-BE49-F238E27FC236}">
                      <a16:creationId xmlns:a16="http://schemas.microsoft.com/office/drawing/2014/main" id="{9FCB6E0A-D56D-61FE-54B3-117F475FD766}"/>
                    </a:ext>
                  </a:extLst>
                </p:cNvPr>
                <p:cNvPicPr/>
                <p:nvPr/>
              </p:nvPicPr>
              <p:blipFill>
                <a:blip r:embed="rId269"/>
                <a:stretch>
                  <a:fillRect/>
                </a:stretch>
              </p:blipFill>
              <p:spPr>
                <a:xfrm>
                  <a:off x="11313825" y="5428815"/>
                  <a:ext cx="2422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4" name="Ink 163">
                  <a:extLst>
                    <a:ext uri="{FF2B5EF4-FFF2-40B4-BE49-F238E27FC236}">
                      <a16:creationId xmlns:a16="http://schemas.microsoft.com/office/drawing/2014/main" id="{D08C9260-6C6E-67AE-2E00-CF8004CC747D}"/>
                    </a:ext>
                  </a:extLst>
                </p14:cNvPr>
                <p14:cNvContentPartPr/>
                <p14:nvPr/>
              </p14:nvContentPartPr>
              <p14:xfrm>
                <a:off x="11619105" y="5299215"/>
                <a:ext cx="102600" cy="243360"/>
              </p14:xfrm>
            </p:contentPart>
          </mc:Choice>
          <mc:Fallback xmlns="">
            <p:pic>
              <p:nvPicPr>
                <p:cNvPr id="164" name="Ink 163">
                  <a:extLst>
                    <a:ext uri="{FF2B5EF4-FFF2-40B4-BE49-F238E27FC236}">
                      <a16:creationId xmlns:a16="http://schemas.microsoft.com/office/drawing/2014/main" id="{D08C9260-6C6E-67AE-2E00-CF8004CC747D}"/>
                    </a:ext>
                  </a:extLst>
                </p:cNvPr>
                <p:cNvPicPr/>
                <p:nvPr/>
              </p:nvPicPr>
              <p:blipFill>
                <a:blip r:embed="rId271"/>
                <a:stretch>
                  <a:fillRect/>
                </a:stretch>
              </p:blipFill>
              <p:spPr>
                <a:xfrm>
                  <a:off x="11612985" y="5293095"/>
                  <a:ext cx="11484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5" name="Ink 164">
                  <a:extLst>
                    <a:ext uri="{FF2B5EF4-FFF2-40B4-BE49-F238E27FC236}">
                      <a16:creationId xmlns:a16="http://schemas.microsoft.com/office/drawing/2014/main" id="{E98B10CD-3FAF-9F5B-CBC4-39BA37996C5A}"/>
                    </a:ext>
                  </a:extLst>
                </p14:cNvPr>
                <p14:cNvContentPartPr/>
                <p14:nvPr/>
              </p14:nvContentPartPr>
              <p14:xfrm>
                <a:off x="11728545" y="5293815"/>
                <a:ext cx="131400" cy="208800"/>
              </p14:xfrm>
            </p:contentPart>
          </mc:Choice>
          <mc:Fallback xmlns="">
            <p:pic>
              <p:nvPicPr>
                <p:cNvPr id="165" name="Ink 164">
                  <a:extLst>
                    <a:ext uri="{FF2B5EF4-FFF2-40B4-BE49-F238E27FC236}">
                      <a16:creationId xmlns:a16="http://schemas.microsoft.com/office/drawing/2014/main" id="{E98B10CD-3FAF-9F5B-CBC4-39BA37996C5A}"/>
                    </a:ext>
                  </a:extLst>
                </p:cNvPr>
                <p:cNvPicPr/>
                <p:nvPr/>
              </p:nvPicPr>
              <p:blipFill>
                <a:blip r:embed="rId273"/>
                <a:stretch>
                  <a:fillRect/>
                </a:stretch>
              </p:blipFill>
              <p:spPr>
                <a:xfrm>
                  <a:off x="11722425" y="5287695"/>
                  <a:ext cx="14364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6" name="Ink 165">
                  <a:extLst>
                    <a:ext uri="{FF2B5EF4-FFF2-40B4-BE49-F238E27FC236}">
                      <a16:creationId xmlns:a16="http://schemas.microsoft.com/office/drawing/2014/main" id="{B4C8E4CC-A67F-647F-AF2E-3519DB05FA7E}"/>
                    </a:ext>
                  </a:extLst>
                </p14:cNvPr>
                <p14:cNvContentPartPr/>
                <p14:nvPr/>
              </p14:nvContentPartPr>
              <p14:xfrm>
                <a:off x="11851665" y="5271495"/>
                <a:ext cx="137520" cy="228960"/>
              </p14:xfrm>
            </p:contentPart>
          </mc:Choice>
          <mc:Fallback xmlns="">
            <p:pic>
              <p:nvPicPr>
                <p:cNvPr id="166" name="Ink 165">
                  <a:extLst>
                    <a:ext uri="{FF2B5EF4-FFF2-40B4-BE49-F238E27FC236}">
                      <a16:creationId xmlns:a16="http://schemas.microsoft.com/office/drawing/2014/main" id="{B4C8E4CC-A67F-647F-AF2E-3519DB05FA7E}"/>
                    </a:ext>
                  </a:extLst>
                </p:cNvPr>
                <p:cNvPicPr/>
                <p:nvPr/>
              </p:nvPicPr>
              <p:blipFill>
                <a:blip r:embed="rId275"/>
                <a:stretch>
                  <a:fillRect/>
                </a:stretch>
              </p:blipFill>
              <p:spPr>
                <a:xfrm>
                  <a:off x="11845545" y="5265375"/>
                  <a:ext cx="14976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7" name="Ink 166">
                  <a:extLst>
                    <a:ext uri="{FF2B5EF4-FFF2-40B4-BE49-F238E27FC236}">
                      <a16:creationId xmlns:a16="http://schemas.microsoft.com/office/drawing/2014/main" id="{15992075-B70B-4490-F3C5-CCE17A607D73}"/>
                    </a:ext>
                  </a:extLst>
                </p14:cNvPr>
                <p14:cNvContentPartPr/>
                <p14:nvPr/>
              </p14:nvContentPartPr>
              <p14:xfrm>
                <a:off x="12090345" y="5399655"/>
                <a:ext cx="6120" cy="36360"/>
              </p14:xfrm>
            </p:contentPart>
          </mc:Choice>
          <mc:Fallback xmlns="">
            <p:pic>
              <p:nvPicPr>
                <p:cNvPr id="167" name="Ink 166">
                  <a:extLst>
                    <a:ext uri="{FF2B5EF4-FFF2-40B4-BE49-F238E27FC236}">
                      <a16:creationId xmlns:a16="http://schemas.microsoft.com/office/drawing/2014/main" id="{15992075-B70B-4490-F3C5-CCE17A607D73}"/>
                    </a:ext>
                  </a:extLst>
                </p:cNvPr>
                <p:cNvPicPr/>
                <p:nvPr/>
              </p:nvPicPr>
              <p:blipFill>
                <a:blip r:embed="rId277"/>
                <a:stretch>
                  <a:fillRect/>
                </a:stretch>
              </p:blipFill>
              <p:spPr>
                <a:xfrm>
                  <a:off x="12084225" y="5393535"/>
                  <a:ext cx="18360" cy="48600"/>
                </a:xfrm>
                <a:prstGeom prst="rect">
                  <a:avLst/>
                </a:prstGeom>
              </p:spPr>
            </p:pic>
          </mc:Fallback>
        </mc:AlternateContent>
      </p:grpSp>
    </p:spTree>
    <p:extLst>
      <p:ext uri="{BB962C8B-B14F-4D97-AF65-F5344CB8AC3E}">
        <p14:creationId xmlns:p14="http://schemas.microsoft.com/office/powerpoint/2010/main" val="1809447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935EC83-ED5A-B241-5DA7-5C0C3F6CDABD}"/>
                  </a:ext>
                </a:extLst>
              </p14:cNvPr>
              <p14:cNvContentPartPr/>
              <p14:nvPr/>
            </p14:nvContentPartPr>
            <p14:xfrm>
              <a:off x="1030065" y="436335"/>
              <a:ext cx="402120" cy="540360"/>
            </p14:xfrm>
          </p:contentPart>
        </mc:Choice>
        <mc:Fallback xmlns="">
          <p:pic>
            <p:nvPicPr>
              <p:cNvPr id="2" name="Ink 1">
                <a:extLst>
                  <a:ext uri="{FF2B5EF4-FFF2-40B4-BE49-F238E27FC236}">
                    <a16:creationId xmlns:a16="http://schemas.microsoft.com/office/drawing/2014/main" id="{8935EC83-ED5A-B241-5DA7-5C0C3F6CDABD}"/>
                  </a:ext>
                </a:extLst>
              </p:cNvPr>
              <p:cNvPicPr/>
              <p:nvPr/>
            </p:nvPicPr>
            <p:blipFill>
              <a:blip r:embed="rId3"/>
              <a:stretch>
                <a:fillRect/>
              </a:stretch>
            </p:blipFill>
            <p:spPr>
              <a:xfrm>
                <a:off x="1023945" y="430215"/>
                <a:ext cx="414360" cy="55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67F2787-0FE6-483C-7EC2-97C0F482DFE1}"/>
                  </a:ext>
                </a:extLst>
              </p14:cNvPr>
              <p14:cNvContentPartPr/>
              <p14:nvPr/>
            </p14:nvContentPartPr>
            <p14:xfrm>
              <a:off x="1076505" y="282975"/>
              <a:ext cx="182160" cy="44640"/>
            </p14:xfrm>
          </p:contentPart>
        </mc:Choice>
        <mc:Fallback xmlns="">
          <p:pic>
            <p:nvPicPr>
              <p:cNvPr id="3" name="Ink 2">
                <a:extLst>
                  <a:ext uri="{FF2B5EF4-FFF2-40B4-BE49-F238E27FC236}">
                    <a16:creationId xmlns:a16="http://schemas.microsoft.com/office/drawing/2014/main" id="{067F2787-0FE6-483C-7EC2-97C0F482DFE1}"/>
                  </a:ext>
                </a:extLst>
              </p:cNvPr>
              <p:cNvPicPr/>
              <p:nvPr/>
            </p:nvPicPr>
            <p:blipFill>
              <a:blip r:embed="rId5"/>
              <a:stretch>
                <a:fillRect/>
              </a:stretch>
            </p:blipFill>
            <p:spPr>
              <a:xfrm>
                <a:off x="1070385" y="276855"/>
                <a:ext cx="19440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A1F86CE7-D8E4-E17E-3AD4-F76EFE993782}"/>
                  </a:ext>
                </a:extLst>
              </p14:cNvPr>
              <p14:cNvContentPartPr/>
              <p14:nvPr/>
            </p14:nvContentPartPr>
            <p14:xfrm>
              <a:off x="1034385" y="563775"/>
              <a:ext cx="256320" cy="13680"/>
            </p14:xfrm>
          </p:contentPart>
        </mc:Choice>
        <mc:Fallback xmlns="">
          <p:pic>
            <p:nvPicPr>
              <p:cNvPr id="4" name="Ink 3">
                <a:extLst>
                  <a:ext uri="{FF2B5EF4-FFF2-40B4-BE49-F238E27FC236}">
                    <a16:creationId xmlns:a16="http://schemas.microsoft.com/office/drawing/2014/main" id="{A1F86CE7-D8E4-E17E-3AD4-F76EFE993782}"/>
                  </a:ext>
                </a:extLst>
              </p:cNvPr>
              <p:cNvPicPr/>
              <p:nvPr/>
            </p:nvPicPr>
            <p:blipFill>
              <a:blip r:embed="rId7"/>
              <a:stretch>
                <a:fillRect/>
              </a:stretch>
            </p:blipFill>
            <p:spPr>
              <a:xfrm>
                <a:off x="1028265" y="557655"/>
                <a:ext cx="2685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F08BF915-38E0-5C11-0D35-60FD34D8C09C}"/>
                  </a:ext>
                </a:extLst>
              </p14:cNvPr>
              <p14:cNvContentPartPr/>
              <p14:nvPr/>
            </p14:nvContentPartPr>
            <p14:xfrm>
              <a:off x="1496985" y="610215"/>
              <a:ext cx="301320" cy="198720"/>
            </p14:xfrm>
          </p:contentPart>
        </mc:Choice>
        <mc:Fallback xmlns="">
          <p:pic>
            <p:nvPicPr>
              <p:cNvPr id="5" name="Ink 4">
                <a:extLst>
                  <a:ext uri="{FF2B5EF4-FFF2-40B4-BE49-F238E27FC236}">
                    <a16:creationId xmlns:a16="http://schemas.microsoft.com/office/drawing/2014/main" id="{F08BF915-38E0-5C11-0D35-60FD34D8C09C}"/>
                  </a:ext>
                </a:extLst>
              </p:cNvPr>
              <p:cNvPicPr/>
              <p:nvPr/>
            </p:nvPicPr>
            <p:blipFill>
              <a:blip r:embed="rId9"/>
              <a:stretch>
                <a:fillRect/>
              </a:stretch>
            </p:blipFill>
            <p:spPr>
              <a:xfrm>
                <a:off x="1490865" y="604095"/>
                <a:ext cx="3135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FA2F8766-8D45-9FF5-5730-8FBDB2D52A28}"/>
                  </a:ext>
                </a:extLst>
              </p14:cNvPr>
              <p14:cNvContentPartPr/>
              <p14:nvPr/>
            </p14:nvContentPartPr>
            <p14:xfrm>
              <a:off x="1968585" y="347055"/>
              <a:ext cx="221040" cy="606960"/>
            </p14:xfrm>
          </p:contentPart>
        </mc:Choice>
        <mc:Fallback xmlns="">
          <p:pic>
            <p:nvPicPr>
              <p:cNvPr id="6" name="Ink 5">
                <a:extLst>
                  <a:ext uri="{FF2B5EF4-FFF2-40B4-BE49-F238E27FC236}">
                    <a16:creationId xmlns:a16="http://schemas.microsoft.com/office/drawing/2014/main" id="{FA2F8766-8D45-9FF5-5730-8FBDB2D52A28}"/>
                  </a:ext>
                </a:extLst>
              </p:cNvPr>
              <p:cNvPicPr/>
              <p:nvPr/>
            </p:nvPicPr>
            <p:blipFill>
              <a:blip r:embed="rId11"/>
              <a:stretch>
                <a:fillRect/>
              </a:stretch>
            </p:blipFill>
            <p:spPr>
              <a:xfrm>
                <a:off x="1962465" y="340935"/>
                <a:ext cx="233280" cy="619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591EBD90-4F37-B72D-849F-00BB2616DA56}"/>
                  </a:ext>
                </a:extLst>
              </p14:cNvPr>
              <p14:cNvContentPartPr/>
              <p14:nvPr/>
            </p14:nvContentPartPr>
            <p14:xfrm>
              <a:off x="2998905" y="560175"/>
              <a:ext cx="795960" cy="50400"/>
            </p14:xfrm>
          </p:contentPart>
        </mc:Choice>
        <mc:Fallback xmlns="">
          <p:pic>
            <p:nvPicPr>
              <p:cNvPr id="8" name="Ink 7">
                <a:extLst>
                  <a:ext uri="{FF2B5EF4-FFF2-40B4-BE49-F238E27FC236}">
                    <a16:creationId xmlns:a16="http://schemas.microsoft.com/office/drawing/2014/main" id="{591EBD90-4F37-B72D-849F-00BB2616DA56}"/>
                  </a:ext>
                </a:extLst>
              </p:cNvPr>
              <p:cNvPicPr/>
              <p:nvPr/>
            </p:nvPicPr>
            <p:blipFill>
              <a:blip r:embed="rId13"/>
              <a:stretch>
                <a:fillRect/>
              </a:stretch>
            </p:blipFill>
            <p:spPr>
              <a:xfrm>
                <a:off x="2992785" y="554055"/>
                <a:ext cx="8082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45E59AAF-C6F5-99D1-DD6A-5077D8F5DB06}"/>
                  </a:ext>
                </a:extLst>
              </p14:cNvPr>
              <p14:cNvContentPartPr/>
              <p14:nvPr/>
            </p14:nvContentPartPr>
            <p14:xfrm>
              <a:off x="3573825" y="203055"/>
              <a:ext cx="175680" cy="563760"/>
            </p14:xfrm>
          </p:contentPart>
        </mc:Choice>
        <mc:Fallback xmlns="">
          <p:pic>
            <p:nvPicPr>
              <p:cNvPr id="9" name="Ink 8">
                <a:extLst>
                  <a:ext uri="{FF2B5EF4-FFF2-40B4-BE49-F238E27FC236}">
                    <a16:creationId xmlns:a16="http://schemas.microsoft.com/office/drawing/2014/main" id="{45E59AAF-C6F5-99D1-DD6A-5077D8F5DB06}"/>
                  </a:ext>
                </a:extLst>
              </p:cNvPr>
              <p:cNvPicPr/>
              <p:nvPr/>
            </p:nvPicPr>
            <p:blipFill>
              <a:blip r:embed="rId15"/>
              <a:stretch>
                <a:fillRect/>
              </a:stretch>
            </p:blipFill>
            <p:spPr>
              <a:xfrm>
                <a:off x="3567705" y="196935"/>
                <a:ext cx="187920" cy="576000"/>
              </a:xfrm>
              <a:prstGeom prst="rect">
                <a:avLst/>
              </a:prstGeom>
            </p:spPr>
          </p:pic>
        </mc:Fallback>
      </mc:AlternateContent>
      <p:grpSp>
        <p:nvGrpSpPr>
          <p:cNvPr id="58" name="Group 57">
            <a:extLst>
              <a:ext uri="{FF2B5EF4-FFF2-40B4-BE49-F238E27FC236}">
                <a16:creationId xmlns:a16="http://schemas.microsoft.com/office/drawing/2014/main" id="{198C908A-D69F-91C9-6230-6984AE94C0AF}"/>
              </a:ext>
            </a:extLst>
          </p:cNvPr>
          <p:cNvGrpSpPr/>
          <p:nvPr/>
        </p:nvGrpSpPr>
        <p:grpSpPr>
          <a:xfrm>
            <a:off x="4567425" y="279015"/>
            <a:ext cx="4948200" cy="957960"/>
            <a:chOff x="4567425" y="279015"/>
            <a:chExt cx="4948200" cy="957960"/>
          </a:xfrm>
        </p:grpSpPr>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4D9EF82F-B62C-4811-B0DE-210CFA4AA6B7}"/>
                    </a:ext>
                  </a:extLst>
                </p14:cNvPr>
                <p14:cNvContentPartPr/>
                <p14:nvPr/>
              </p14:nvContentPartPr>
              <p14:xfrm>
                <a:off x="4601625" y="323295"/>
                <a:ext cx="55080" cy="768600"/>
              </p14:xfrm>
            </p:contentPart>
          </mc:Choice>
          <mc:Fallback xmlns="">
            <p:pic>
              <p:nvPicPr>
                <p:cNvPr id="10" name="Ink 9">
                  <a:extLst>
                    <a:ext uri="{FF2B5EF4-FFF2-40B4-BE49-F238E27FC236}">
                      <a16:creationId xmlns:a16="http://schemas.microsoft.com/office/drawing/2014/main" id="{4D9EF82F-B62C-4811-B0DE-210CFA4AA6B7}"/>
                    </a:ext>
                  </a:extLst>
                </p:cNvPr>
                <p:cNvPicPr/>
                <p:nvPr/>
              </p:nvPicPr>
              <p:blipFill>
                <a:blip r:embed="rId17"/>
                <a:stretch>
                  <a:fillRect/>
                </a:stretch>
              </p:blipFill>
              <p:spPr>
                <a:xfrm>
                  <a:off x="4595505" y="317175"/>
                  <a:ext cx="67320" cy="780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0A5719BB-F5DF-8ACE-F7B8-7B1A7FF30A1A}"/>
                    </a:ext>
                  </a:extLst>
                </p14:cNvPr>
                <p14:cNvContentPartPr/>
                <p14:nvPr/>
              </p14:nvContentPartPr>
              <p14:xfrm>
                <a:off x="4567425" y="287655"/>
                <a:ext cx="4422600" cy="83160"/>
              </p14:xfrm>
            </p:contentPart>
          </mc:Choice>
          <mc:Fallback xmlns="">
            <p:pic>
              <p:nvPicPr>
                <p:cNvPr id="11" name="Ink 10">
                  <a:extLst>
                    <a:ext uri="{FF2B5EF4-FFF2-40B4-BE49-F238E27FC236}">
                      <a16:creationId xmlns:a16="http://schemas.microsoft.com/office/drawing/2014/main" id="{0A5719BB-F5DF-8ACE-F7B8-7B1A7FF30A1A}"/>
                    </a:ext>
                  </a:extLst>
                </p:cNvPr>
                <p:cNvPicPr/>
                <p:nvPr/>
              </p:nvPicPr>
              <p:blipFill>
                <a:blip r:embed="rId19"/>
                <a:stretch>
                  <a:fillRect/>
                </a:stretch>
              </p:blipFill>
              <p:spPr>
                <a:xfrm>
                  <a:off x="4561305" y="281535"/>
                  <a:ext cx="44348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1A1B7B75-9B1C-6C81-0598-FEA7AD05E75B}"/>
                    </a:ext>
                  </a:extLst>
                </p14:cNvPr>
                <p14:cNvContentPartPr/>
                <p14:nvPr/>
              </p14:nvContentPartPr>
              <p14:xfrm>
                <a:off x="4601625" y="928095"/>
                <a:ext cx="4864320" cy="237960"/>
              </p14:xfrm>
            </p:contentPart>
          </mc:Choice>
          <mc:Fallback xmlns="">
            <p:pic>
              <p:nvPicPr>
                <p:cNvPr id="12" name="Ink 11">
                  <a:extLst>
                    <a:ext uri="{FF2B5EF4-FFF2-40B4-BE49-F238E27FC236}">
                      <a16:creationId xmlns:a16="http://schemas.microsoft.com/office/drawing/2014/main" id="{1A1B7B75-9B1C-6C81-0598-FEA7AD05E75B}"/>
                    </a:ext>
                  </a:extLst>
                </p:cNvPr>
                <p:cNvPicPr/>
                <p:nvPr/>
              </p:nvPicPr>
              <p:blipFill>
                <a:blip r:embed="rId21"/>
                <a:stretch>
                  <a:fillRect/>
                </a:stretch>
              </p:blipFill>
              <p:spPr>
                <a:xfrm>
                  <a:off x="4595505" y="921975"/>
                  <a:ext cx="487656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EF288484-39AE-C157-D91D-CFBC678A2F4D}"/>
                    </a:ext>
                  </a:extLst>
                </p14:cNvPr>
                <p14:cNvContentPartPr/>
                <p14:nvPr/>
              </p14:nvContentPartPr>
              <p14:xfrm>
                <a:off x="8820105" y="335535"/>
                <a:ext cx="617760" cy="31320"/>
              </p14:xfrm>
            </p:contentPart>
          </mc:Choice>
          <mc:Fallback xmlns="">
            <p:pic>
              <p:nvPicPr>
                <p:cNvPr id="13" name="Ink 12">
                  <a:extLst>
                    <a:ext uri="{FF2B5EF4-FFF2-40B4-BE49-F238E27FC236}">
                      <a16:creationId xmlns:a16="http://schemas.microsoft.com/office/drawing/2014/main" id="{EF288484-39AE-C157-D91D-CFBC678A2F4D}"/>
                    </a:ext>
                  </a:extLst>
                </p:cNvPr>
                <p:cNvPicPr/>
                <p:nvPr/>
              </p:nvPicPr>
              <p:blipFill>
                <a:blip r:embed="rId23"/>
                <a:stretch>
                  <a:fillRect/>
                </a:stretch>
              </p:blipFill>
              <p:spPr>
                <a:xfrm>
                  <a:off x="8813985" y="329415"/>
                  <a:ext cx="6300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6692750A-DD4A-85AA-21FB-916B94D1FD6A}"/>
                    </a:ext>
                  </a:extLst>
                </p14:cNvPr>
                <p14:cNvContentPartPr/>
                <p14:nvPr/>
              </p14:nvContentPartPr>
              <p14:xfrm>
                <a:off x="9388905" y="334815"/>
                <a:ext cx="126720" cy="792000"/>
              </p14:xfrm>
            </p:contentPart>
          </mc:Choice>
          <mc:Fallback xmlns="">
            <p:pic>
              <p:nvPicPr>
                <p:cNvPr id="14" name="Ink 13">
                  <a:extLst>
                    <a:ext uri="{FF2B5EF4-FFF2-40B4-BE49-F238E27FC236}">
                      <a16:creationId xmlns:a16="http://schemas.microsoft.com/office/drawing/2014/main" id="{6692750A-DD4A-85AA-21FB-916B94D1FD6A}"/>
                    </a:ext>
                  </a:extLst>
                </p:cNvPr>
                <p:cNvPicPr/>
                <p:nvPr/>
              </p:nvPicPr>
              <p:blipFill>
                <a:blip r:embed="rId25"/>
                <a:stretch>
                  <a:fillRect/>
                </a:stretch>
              </p:blipFill>
              <p:spPr>
                <a:xfrm>
                  <a:off x="9382785" y="328695"/>
                  <a:ext cx="138960" cy="804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2E0EEBE9-3ADA-7A3D-3ADD-BFDECD277D51}"/>
                    </a:ext>
                  </a:extLst>
                </p14:cNvPr>
                <p14:cNvContentPartPr/>
                <p14:nvPr/>
              </p14:nvContentPartPr>
              <p14:xfrm>
                <a:off x="5265465" y="434175"/>
                <a:ext cx="50760" cy="642240"/>
              </p14:xfrm>
            </p:contentPart>
          </mc:Choice>
          <mc:Fallback xmlns="">
            <p:pic>
              <p:nvPicPr>
                <p:cNvPr id="17" name="Ink 16">
                  <a:extLst>
                    <a:ext uri="{FF2B5EF4-FFF2-40B4-BE49-F238E27FC236}">
                      <a16:creationId xmlns:a16="http://schemas.microsoft.com/office/drawing/2014/main" id="{2E0EEBE9-3ADA-7A3D-3ADD-BFDECD277D51}"/>
                    </a:ext>
                  </a:extLst>
                </p:cNvPr>
                <p:cNvPicPr/>
                <p:nvPr/>
              </p:nvPicPr>
              <p:blipFill>
                <a:blip r:embed="rId27"/>
                <a:stretch>
                  <a:fillRect/>
                </a:stretch>
              </p:blipFill>
              <p:spPr>
                <a:xfrm>
                  <a:off x="5259345" y="428055"/>
                  <a:ext cx="63000" cy="654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73186346-A082-E323-1608-2830571312D9}"/>
                    </a:ext>
                  </a:extLst>
                </p14:cNvPr>
                <p14:cNvContentPartPr/>
                <p14:nvPr/>
              </p14:nvContentPartPr>
              <p14:xfrm>
                <a:off x="5768025" y="279015"/>
                <a:ext cx="132480" cy="957960"/>
              </p14:xfrm>
            </p:contentPart>
          </mc:Choice>
          <mc:Fallback xmlns="">
            <p:pic>
              <p:nvPicPr>
                <p:cNvPr id="18" name="Ink 17">
                  <a:extLst>
                    <a:ext uri="{FF2B5EF4-FFF2-40B4-BE49-F238E27FC236}">
                      <a16:creationId xmlns:a16="http://schemas.microsoft.com/office/drawing/2014/main" id="{73186346-A082-E323-1608-2830571312D9}"/>
                    </a:ext>
                  </a:extLst>
                </p:cNvPr>
                <p:cNvPicPr/>
                <p:nvPr/>
              </p:nvPicPr>
              <p:blipFill>
                <a:blip r:embed="rId29"/>
                <a:stretch>
                  <a:fillRect/>
                </a:stretch>
              </p:blipFill>
              <p:spPr>
                <a:xfrm>
                  <a:off x="5761905" y="272895"/>
                  <a:ext cx="144720" cy="970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D376482C-B750-4BCE-80F6-7ED16B111169}"/>
                    </a:ext>
                  </a:extLst>
                </p14:cNvPr>
                <p14:cNvContentPartPr/>
                <p14:nvPr/>
              </p14:nvContentPartPr>
              <p14:xfrm>
                <a:off x="6472545" y="300615"/>
                <a:ext cx="77760" cy="801720"/>
              </p14:xfrm>
            </p:contentPart>
          </mc:Choice>
          <mc:Fallback xmlns="">
            <p:pic>
              <p:nvPicPr>
                <p:cNvPr id="19" name="Ink 18">
                  <a:extLst>
                    <a:ext uri="{FF2B5EF4-FFF2-40B4-BE49-F238E27FC236}">
                      <a16:creationId xmlns:a16="http://schemas.microsoft.com/office/drawing/2014/main" id="{D376482C-B750-4BCE-80F6-7ED16B111169}"/>
                    </a:ext>
                  </a:extLst>
                </p:cNvPr>
                <p:cNvPicPr/>
                <p:nvPr/>
              </p:nvPicPr>
              <p:blipFill>
                <a:blip r:embed="rId31"/>
                <a:stretch>
                  <a:fillRect/>
                </a:stretch>
              </p:blipFill>
              <p:spPr>
                <a:xfrm>
                  <a:off x="6466425" y="294495"/>
                  <a:ext cx="90000" cy="813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97323389-2BE2-B2FC-34FB-D2FB0DCE948A}"/>
                    </a:ext>
                  </a:extLst>
                </p14:cNvPr>
                <p14:cNvContentPartPr/>
                <p14:nvPr/>
              </p14:nvContentPartPr>
              <p14:xfrm>
                <a:off x="4686225" y="582495"/>
                <a:ext cx="264240" cy="56520"/>
              </p14:xfrm>
            </p:contentPart>
          </mc:Choice>
          <mc:Fallback xmlns="">
            <p:pic>
              <p:nvPicPr>
                <p:cNvPr id="21" name="Ink 20">
                  <a:extLst>
                    <a:ext uri="{FF2B5EF4-FFF2-40B4-BE49-F238E27FC236}">
                      <a16:creationId xmlns:a16="http://schemas.microsoft.com/office/drawing/2014/main" id="{97323389-2BE2-B2FC-34FB-D2FB0DCE948A}"/>
                    </a:ext>
                  </a:extLst>
                </p:cNvPr>
                <p:cNvPicPr/>
                <p:nvPr/>
              </p:nvPicPr>
              <p:blipFill>
                <a:blip r:embed="rId33"/>
                <a:stretch>
                  <a:fillRect/>
                </a:stretch>
              </p:blipFill>
              <p:spPr>
                <a:xfrm>
                  <a:off x="4680105" y="576375"/>
                  <a:ext cx="2764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E387E39E-A130-5BE2-64F2-75BAD0F9E42B}"/>
                    </a:ext>
                  </a:extLst>
                </p14:cNvPr>
                <p14:cNvContentPartPr/>
                <p14:nvPr/>
              </p14:nvContentPartPr>
              <p14:xfrm>
                <a:off x="4865865" y="575295"/>
                <a:ext cx="53640" cy="385200"/>
              </p14:xfrm>
            </p:contentPart>
          </mc:Choice>
          <mc:Fallback xmlns="">
            <p:pic>
              <p:nvPicPr>
                <p:cNvPr id="22" name="Ink 21">
                  <a:extLst>
                    <a:ext uri="{FF2B5EF4-FFF2-40B4-BE49-F238E27FC236}">
                      <a16:creationId xmlns:a16="http://schemas.microsoft.com/office/drawing/2014/main" id="{E387E39E-A130-5BE2-64F2-75BAD0F9E42B}"/>
                    </a:ext>
                  </a:extLst>
                </p:cNvPr>
                <p:cNvPicPr/>
                <p:nvPr/>
              </p:nvPicPr>
              <p:blipFill>
                <a:blip r:embed="rId35"/>
                <a:stretch>
                  <a:fillRect/>
                </a:stretch>
              </p:blipFill>
              <p:spPr>
                <a:xfrm>
                  <a:off x="4859745" y="569175"/>
                  <a:ext cx="6588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EB9DDD82-EEF5-EA8A-EF36-05A41E5043FF}"/>
                    </a:ext>
                  </a:extLst>
                </p14:cNvPr>
                <p14:cNvContentPartPr/>
                <p14:nvPr/>
              </p14:nvContentPartPr>
              <p14:xfrm>
                <a:off x="4950105" y="605175"/>
                <a:ext cx="176400" cy="237960"/>
              </p14:xfrm>
            </p:contentPart>
          </mc:Choice>
          <mc:Fallback xmlns="">
            <p:pic>
              <p:nvPicPr>
                <p:cNvPr id="23" name="Ink 22">
                  <a:extLst>
                    <a:ext uri="{FF2B5EF4-FFF2-40B4-BE49-F238E27FC236}">
                      <a16:creationId xmlns:a16="http://schemas.microsoft.com/office/drawing/2014/main" id="{EB9DDD82-EEF5-EA8A-EF36-05A41E5043FF}"/>
                    </a:ext>
                  </a:extLst>
                </p:cNvPr>
                <p:cNvPicPr/>
                <p:nvPr/>
              </p:nvPicPr>
              <p:blipFill>
                <a:blip r:embed="rId37"/>
                <a:stretch>
                  <a:fillRect/>
                </a:stretch>
              </p:blipFill>
              <p:spPr>
                <a:xfrm>
                  <a:off x="4943985" y="599055"/>
                  <a:ext cx="18864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6D3D844B-17C9-334E-273F-4D876BAF4763}"/>
                    </a:ext>
                  </a:extLst>
                </p14:cNvPr>
                <p14:cNvContentPartPr/>
                <p14:nvPr/>
              </p14:nvContentPartPr>
              <p14:xfrm>
                <a:off x="5384265" y="557655"/>
                <a:ext cx="209880" cy="72360"/>
              </p14:xfrm>
            </p:contentPart>
          </mc:Choice>
          <mc:Fallback xmlns="">
            <p:pic>
              <p:nvPicPr>
                <p:cNvPr id="24" name="Ink 23">
                  <a:extLst>
                    <a:ext uri="{FF2B5EF4-FFF2-40B4-BE49-F238E27FC236}">
                      <a16:creationId xmlns:a16="http://schemas.microsoft.com/office/drawing/2014/main" id="{6D3D844B-17C9-334E-273F-4D876BAF4763}"/>
                    </a:ext>
                  </a:extLst>
                </p:cNvPr>
                <p:cNvPicPr/>
                <p:nvPr/>
              </p:nvPicPr>
              <p:blipFill>
                <a:blip r:embed="rId39"/>
                <a:stretch>
                  <a:fillRect/>
                </a:stretch>
              </p:blipFill>
              <p:spPr>
                <a:xfrm>
                  <a:off x="5378145" y="551535"/>
                  <a:ext cx="2221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C5367AE3-8987-BF96-C2F8-7164181003C7}"/>
                    </a:ext>
                  </a:extLst>
                </p14:cNvPr>
                <p14:cNvContentPartPr/>
                <p14:nvPr/>
              </p14:nvContentPartPr>
              <p14:xfrm>
                <a:off x="5489745" y="620295"/>
                <a:ext cx="20880" cy="199800"/>
              </p14:xfrm>
            </p:contentPart>
          </mc:Choice>
          <mc:Fallback xmlns="">
            <p:pic>
              <p:nvPicPr>
                <p:cNvPr id="25" name="Ink 24">
                  <a:extLst>
                    <a:ext uri="{FF2B5EF4-FFF2-40B4-BE49-F238E27FC236}">
                      <a16:creationId xmlns:a16="http://schemas.microsoft.com/office/drawing/2014/main" id="{C5367AE3-8987-BF96-C2F8-7164181003C7}"/>
                    </a:ext>
                  </a:extLst>
                </p:cNvPr>
                <p:cNvPicPr/>
                <p:nvPr/>
              </p:nvPicPr>
              <p:blipFill>
                <a:blip r:embed="rId41"/>
                <a:stretch>
                  <a:fillRect/>
                </a:stretch>
              </p:blipFill>
              <p:spPr>
                <a:xfrm>
                  <a:off x="5483625" y="614175"/>
                  <a:ext cx="3312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7D3A7044-0024-2022-A9FE-83CC0CD4ACD1}"/>
                    </a:ext>
                  </a:extLst>
                </p14:cNvPr>
                <p14:cNvContentPartPr/>
                <p14:nvPr/>
              </p14:nvContentPartPr>
              <p14:xfrm>
                <a:off x="5589105" y="605175"/>
                <a:ext cx="185400" cy="208800"/>
              </p14:xfrm>
            </p:contentPart>
          </mc:Choice>
          <mc:Fallback xmlns="">
            <p:pic>
              <p:nvPicPr>
                <p:cNvPr id="26" name="Ink 25">
                  <a:extLst>
                    <a:ext uri="{FF2B5EF4-FFF2-40B4-BE49-F238E27FC236}">
                      <a16:creationId xmlns:a16="http://schemas.microsoft.com/office/drawing/2014/main" id="{7D3A7044-0024-2022-A9FE-83CC0CD4ACD1}"/>
                    </a:ext>
                  </a:extLst>
                </p:cNvPr>
                <p:cNvPicPr/>
                <p:nvPr/>
              </p:nvPicPr>
              <p:blipFill>
                <a:blip r:embed="rId43"/>
                <a:stretch>
                  <a:fillRect/>
                </a:stretch>
              </p:blipFill>
              <p:spPr>
                <a:xfrm>
                  <a:off x="5582985" y="599055"/>
                  <a:ext cx="19764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F24282A7-A8E6-B06E-87B5-D6DB06685126}"/>
                    </a:ext>
                  </a:extLst>
                </p14:cNvPr>
                <p14:cNvContentPartPr/>
                <p14:nvPr/>
              </p14:nvContentPartPr>
              <p14:xfrm>
                <a:off x="4907985" y="1119255"/>
                <a:ext cx="9360" cy="9720"/>
              </p14:xfrm>
            </p:contentPart>
          </mc:Choice>
          <mc:Fallback xmlns="">
            <p:pic>
              <p:nvPicPr>
                <p:cNvPr id="28" name="Ink 27">
                  <a:extLst>
                    <a:ext uri="{FF2B5EF4-FFF2-40B4-BE49-F238E27FC236}">
                      <a16:creationId xmlns:a16="http://schemas.microsoft.com/office/drawing/2014/main" id="{F24282A7-A8E6-B06E-87B5-D6DB06685126}"/>
                    </a:ext>
                  </a:extLst>
                </p:cNvPr>
                <p:cNvPicPr/>
                <p:nvPr/>
              </p:nvPicPr>
              <p:blipFill>
                <a:blip r:embed="rId45"/>
                <a:stretch>
                  <a:fillRect/>
                </a:stretch>
              </p:blipFill>
              <p:spPr>
                <a:xfrm>
                  <a:off x="4901865" y="1113135"/>
                  <a:ext cx="216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2F718886-17ED-ACEF-2625-7279AB80E060}"/>
                    </a:ext>
                  </a:extLst>
                </p14:cNvPr>
                <p14:cNvContentPartPr/>
                <p14:nvPr/>
              </p14:nvContentPartPr>
              <p14:xfrm>
                <a:off x="5946945" y="567015"/>
                <a:ext cx="330840" cy="310320"/>
              </p14:xfrm>
            </p:contentPart>
          </mc:Choice>
          <mc:Fallback xmlns="">
            <p:pic>
              <p:nvPicPr>
                <p:cNvPr id="30" name="Ink 29">
                  <a:extLst>
                    <a:ext uri="{FF2B5EF4-FFF2-40B4-BE49-F238E27FC236}">
                      <a16:creationId xmlns:a16="http://schemas.microsoft.com/office/drawing/2014/main" id="{2F718886-17ED-ACEF-2625-7279AB80E060}"/>
                    </a:ext>
                  </a:extLst>
                </p:cNvPr>
                <p:cNvPicPr/>
                <p:nvPr/>
              </p:nvPicPr>
              <p:blipFill>
                <a:blip r:embed="rId47"/>
                <a:stretch>
                  <a:fillRect/>
                </a:stretch>
              </p:blipFill>
              <p:spPr>
                <a:xfrm>
                  <a:off x="5940825" y="560895"/>
                  <a:ext cx="34308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10057FC1-57A8-4D68-E370-FEC02F669E21}"/>
                    </a:ext>
                  </a:extLst>
                </p14:cNvPr>
                <p14:cNvContentPartPr/>
                <p14:nvPr/>
              </p14:nvContentPartPr>
              <p14:xfrm>
                <a:off x="6183465" y="558735"/>
                <a:ext cx="300960" cy="198720"/>
              </p14:xfrm>
            </p:contentPart>
          </mc:Choice>
          <mc:Fallback xmlns="">
            <p:pic>
              <p:nvPicPr>
                <p:cNvPr id="31" name="Ink 30">
                  <a:extLst>
                    <a:ext uri="{FF2B5EF4-FFF2-40B4-BE49-F238E27FC236}">
                      <a16:creationId xmlns:a16="http://schemas.microsoft.com/office/drawing/2014/main" id="{10057FC1-57A8-4D68-E370-FEC02F669E21}"/>
                    </a:ext>
                  </a:extLst>
                </p:cNvPr>
                <p:cNvPicPr/>
                <p:nvPr/>
              </p:nvPicPr>
              <p:blipFill>
                <a:blip r:embed="rId49"/>
                <a:stretch>
                  <a:fillRect/>
                </a:stretch>
              </p:blipFill>
              <p:spPr>
                <a:xfrm>
                  <a:off x="6177345" y="552615"/>
                  <a:ext cx="31320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4FDAEAAE-6956-43CC-771C-3D4359832207}"/>
                    </a:ext>
                  </a:extLst>
                </p14:cNvPr>
                <p14:cNvContentPartPr/>
                <p14:nvPr/>
              </p14:nvContentPartPr>
              <p14:xfrm>
                <a:off x="6525825" y="608775"/>
                <a:ext cx="20160" cy="74880"/>
              </p14:xfrm>
            </p:contentPart>
          </mc:Choice>
          <mc:Fallback xmlns="">
            <p:pic>
              <p:nvPicPr>
                <p:cNvPr id="32" name="Ink 31">
                  <a:extLst>
                    <a:ext uri="{FF2B5EF4-FFF2-40B4-BE49-F238E27FC236}">
                      <a16:creationId xmlns:a16="http://schemas.microsoft.com/office/drawing/2014/main" id="{4FDAEAAE-6956-43CC-771C-3D4359832207}"/>
                    </a:ext>
                  </a:extLst>
                </p:cNvPr>
                <p:cNvPicPr/>
                <p:nvPr/>
              </p:nvPicPr>
              <p:blipFill>
                <a:blip r:embed="rId51"/>
                <a:stretch>
                  <a:fillRect/>
                </a:stretch>
              </p:blipFill>
              <p:spPr>
                <a:xfrm>
                  <a:off x="6519705" y="602655"/>
                  <a:ext cx="324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744F3C60-2230-46C2-7609-A15AA8725471}"/>
                    </a:ext>
                  </a:extLst>
                </p14:cNvPr>
                <p14:cNvContentPartPr/>
                <p14:nvPr/>
              </p14:nvContentPartPr>
              <p14:xfrm>
                <a:off x="7452825" y="572055"/>
                <a:ext cx="788400" cy="74520"/>
              </p14:xfrm>
            </p:contentPart>
          </mc:Choice>
          <mc:Fallback xmlns="">
            <p:pic>
              <p:nvPicPr>
                <p:cNvPr id="33" name="Ink 32">
                  <a:extLst>
                    <a:ext uri="{FF2B5EF4-FFF2-40B4-BE49-F238E27FC236}">
                      <a16:creationId xmlns:a16="http://schemas.microsoft.com/office/drawing/2014/main" id="{744F3C60-2230-46C2-7609-A15AA8725471}"/>
                    </a:ext>
                  </a:extLst>
                </p:cNvPr>
                <p:cNvPicPr/>
                <p:nvPr/>
              </p:nvPicPr>
              <p:blipFill>
                <a:blip r:embed="rId53"/>
                <a:stretch>
                  <a:fillRect/>
                </a:stretch>
              </p:blipFill>
              <p:spPr>
                <a:xfrm>
                  <a:off x="7446705" y="565935"/>
                  <a:ext cx="80064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7F55B3A5-8B2B-7C16-092E-F1E6D0F8AE71}"/>
                    </a:ext>
                  </a:extLst>
                </p14:cNvPr>
                <p14:cNvContentPartPr/>
                <p14:nvPr/>
              </p14:nvContentPartPr>
              <p14:xfrm>
                <a:off x="7993905" y="588615"/>
                <a:ext cx="66600" cy="226800"/>
              </p14:xfrm>
            </p:contentPart>
          </mc:Choice>
          <mc:Fallback xmlns="">
            <p:pic>
              <p:nvPicPr>
                <p:cNvPr id="34" name="Ink 33">
                  <a:extLst>
                    <a:ext uri="{FF2B5EF4-FFF2-40B4-BE49-F238E27FC236}">
                      <a16:creationId xmlns:a16="http://schemas.microsoft.com/office/drawing/2014/main" id="{7F55B3A5-8B2B-7C16-092E-F1E6D0F8AE71}"/>
                    </a:ext>
                  </a:extLst>
                </p:cNvPr>
                <p:cNvPicPr/>
                <p:nvPr/>
              </p:nvPicPr>
              <p:blipFill>
                <a:blip r:embed="rId55"/>
                <a:stretch>
                  <a:fillRect/>
                </a:stretch>
              </p:blipFill>
              <p:spPr>
                <a:xfrm>
                  <a:off x="7987785" y="582495"/>
                  <a:ext cx="7884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50A0DB57-4F70-33AD-3E5D-E9D5F63ECC65}"/>
                    </a:ext>
                  </a:extLst>
                </p14:cNvPr>
                <p14:cNvContentPartPr/>
                <p14:nvPr/>
              </p14:nvContentPartPr>
              <p14:xfrm>
                <a:off x="8169945" y="605175"/>
                <a:ext cx="617760" cy="150480"/>
              </p14:xfrm>
            </p:contentPart>
          </mc:Choice>
          <mc:Fallback xmlns="">
            <p:pic>
              <p:nvPicPr>
                <p:cNvPr id="35" name="Ink 34">
                  <a:extLst>
                    <a:ext uri="{FF2B5EF4-FFF2-40B4-BE49-F238E27FC236}">
                      <a16:creationId xmlns:a16="http://schemas.microsoft.com/office/drawing/2014/main" id="{50A0DB57-4F70-33AD-3E5D-E9D5F63ECC65}"/>
                    </a:ext>
                  </a:extLst>
                </p:cNvPr>
                <p:cNvPicPr/>
                <p:nvPr/>
              </p:nvPicPr>
              <p:blipFill>
                <a:blip r:embed="rId57"/>
                <a:stretch>
                  <a:fillRect/>
                </a:stretch>
              </p:blipFill>
              <p:spPr>
                <a:xfrm>
                  <a:off x="8163825" y="599055"/>
                  <a:ext cx="6300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C6D050C5-7927-1E90-782F-76ED12E52B90}"/>
                    </a:ext>
                  </a:extLst>
                </p14:cNvPr>
                <p14:cNvContentPartPr/>
                <p14:nvPr/>
              </p14:nvContentPartPr>
              <p14:xfrm>
                <a:off x="8827305" y="557655"/>
                <a:ext cx="54000" cy="29160"/>
              </p14:xfrm>
            </p:contentPart>
          </mc:Choice>
          <mc:Fallback xmlns="">
            <p:pic>
              <p:nvPicPr>
                <p:cNvPr id="36" name="Ink 35">
                  <a:extLst>
                    <a:ext uri="{FF2B5EF4-FFF2-40B4-BE49-F238E27FC236}">
                      <a16:creationId xmlns:a16="http://schemas.microsoft.com/office/drawing/2014/main" id="{C6D050C5-7927-1E90-782F-76ED12E52B90}"/>
                    </a:ext>
                  </a:extLst>
                </p:cNvPr>
                <p:cNvPicPr/>
                <p:nvPr/>
              </p:nvPicPr>
              <p:blipFill>
                <a:blip r:embed="rId59"/>
                <a:stretch>
                  <a:fillRect/>
                </a:stretch>
              </p:blipFill>
              <p:spPr>
                <a:xfrm>
                  <a:off x="8821185" y="551535"/>
                  <a:ext cx="66240" cy="41400"/>
                </a:xfrm>
                <a:prstGeom prst="rect">
                  <a:avLst/>
                </a:prstGeom>
              </p:spPr>
            </p:pic>
          </mc:Fallback>
        </mc:AlternateContent>
      </p:grpSp>
      <p:grpSp>
        <p:nvGrpSpPr>
          <p:cNvPr id="56" name="Group 55">
            <a:extLst>
              <a:ext uri="{FF2B5EF4-FFF2-40B4-BE49-F238E27FC236}">
                <a16:creationId xmlns:a16="http://schemas.microsoft.com/office/drawing/2014/main" id="{6A2BF262-B7F3-F395-A946-5AFDCF8764CE}"/>
              </a:ext>
            </a:extLst>
          </p:cNvPr>
          <p:cNvGrpSpPr/>
          <p:nvPr/>
        </p:nvGrpSpPr>
        <p:grpSpPr>
          <a:xfrm>
            <a:off x="10323825" y="281895"/>
            <a:ext cx="1698120" cy="609480"/>
            <a:chOff x="10323825" y="281895"/>
            <a:chExt cx="1698120" cy="609480"/>
          </a:xfrm>
        </p:grpSpPr>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4E2AB04F-33B8-0485-0D65-03E52BD84671}"/>
                    </a:ext>
                  </a:extLst>
                </p14:cNvPr>
                <p14:cNvContentPartPr/>
                <p14:nvPr/>
              </p14:nvContentPartPr>
              <p14:xfrm>
                <a:off x="10323825" y="630735"/>
                <a:ext cx="664920" cy="42840"/>
              </p14:xfrm>
            </p:contentPart>
          </mc:Choice>
          <mc:Fallback xmlns="">
            <p:pic>
              <p:nvPicPr>
                <p:cNvPr id="37" name="Ink 36">
                  <a:extLst>
                    <a:ext uri="{FF2B5EF4-FFF2-40B4-BE49-F238E27FC236}">
                      <a16:creationId xmlns:a16="http://schemas.microsoft.com/office/drawing/2014/main" id="{4E2AB04F-33B8-0485-0D65-03E52BD84671}"/>
                    </a:ext>
                  </a:extLst>
                </p:cNvPr>
                <p:cNvPicPr/>
                <p:nvPr/>
              </p:nvPicPr>
              <p:blipFill>
                <a:blip r:embed="rId61"/>
                <a:stretch>
                  <a:fillRect/>
                </a:stretch>
              </p:blipFill>
              <p:spPr>
                <a:xfrm>
                  <a:off x="10317705" y="624615"/>
                  <a:ext cx="6771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72722E7E-7AA2-E11E-C752-9A0D9C28CAE9}"/>
                    </a:ext>
                  </a:extLst>
                </p14:cNvPr>
                <p14:cNvContentPartPr/>
                <p14:nvPr/>
              </p14:nvContentPartPr>
              <p14:xfrm>
                <a:off x="10764465" y="281895"/>
                <a:ext cx="208080" cy="609480"/>
              </p14:xfrm>
            </p:contentPart>
          </mc:Choice>
          <mc:Fallback xmlns="">
            <p:pic>
              <p:nvPicPr>
                <p:cNvPr id="38" name="Ink 37">
                  <a:extLst>
                    <a:ext uri="{FF2B5EF4-FFF2-40B4-BE49-F238E27FC236}">
                      <a16:creationId xmlns:a16="http://schemas.microsoft.com/office/drawing/2014/main" id="{72722E7E-7AA2-E11E-C752-9A0D9C28CAE9}"/>
                    </a:ext>
                  </a:extLst>
                </p:cNvPr>
                <p:cNvPicPr/>
                <p:nvPr/>
              </p:nvPicPr>
              <p:blipFill>
                <a:blip r:embed="rId63"/>
                <a:stretch>
                  <a:fillRect/>
                </a:stretch>
              </p:blipFill>
              <p:spPr>
                <a:xfrm>
                  <a:off x="10758345" y="275775"/>
                  <a:ext cx="220320" cy="6217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CA4A99D5-64A9-F1D0-F264-FB111E35B4E4}"/>
                    </a:ext>
                  </a:extLst>
                </p14:cNvPr>
                <p14:cNvContentPartPr/>
                <p14:nvPr/>
              </p14:nvContentPartPr>
              <p14:xfrm>
                <a:off x="11179545" y="318615"/>
                <a:ext cx="402840" cy="462960"/>
              </p14:xfrm>
            </p:contentPart>
          </mc:Choice>
          <mc:Fallback xmlns="">
            <p:pic>
              <p:nvPicPr>
                <p:cNvPr id="39" name="Ink 38">
                  <a:extLst>
                    <a:ext uri="{FF2B5EF4-FFF2-40B4-BE49-F238E27FC236}">
                      <a16:creationId xmlns:a16="http://schemas.microsoft.com/office/drawing/2014/main" id="{CA4A99D5-64A9-F1D0-F264-FB111E35B4E4}"/>
                    </a:ext>
                  </a:extLst>
                </p:cNvPr>
                <p:cNvPicPr/>
                <p:nvPr/>
              </p:nvPicPr>
              <p:blipFill>
                <a:blip r:embed="rId65"/>
                <a:stretch>
                  <a:fillRect/>
                </a:stretch>
              </p:blipFill>
              <p:spPr>
                <a:xfrm>
                  <a:off x="11173425" y="312495"/>
                  <a:ext cx="415080" cy="475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AD0CAD40-C2D8-9FF2-1411-6263131C63D0}"/>
                    </a:ext>
                  </a:extLst>
                </p14:cNvPr>
                <p14:cNvContentPartPr/>
                <p14:nvPr/>
              </p14:nvContentPartPr>
              <p14:xfrm>
                <a:off x="11229945" y="515535"/>
                <a:ext cx="268920" cy="61200"/>
              </p14:xfrm>
            </p:contentPart>
          </mc:Choice>
          <mc:Fallback xmlns="">
            <p:pic>
              <p:nvPicPr>
                <p:cNvPr id="40" name="Ink 39">
                  <a:extLst>
                    <a:ext uri="{FF2B5EF4-FFF2-40B4-BE49-F238E27FC236}">
                      <a16:creationId xmlns:a16="http://schemas.microsoft.com/office/drawing/2014/main" id="{AD0CAD40-C2D8-9FF2-1411-6263131C63D0}"/>
                    </a:ext>
                  </a:extLst>
                </p:cNvPr>
                <p:cNvPicPr/>
                <p:nvPr/>
              </p:nvPicPr>
              <p:blipFill>
                <a:blip r:embed="rId67"/>
                <a:stretch>
                  <a:fillRect/>
                </a:stretch>
              </p:blipFill>
              <p:spPr>
                <a:xfrm>
                  <a:off x="11223825" y="509415"/>
                  <a:ext cx="28116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D1AE0922-023B-F97D-D6E2-060097DAA157}"/>
                    </a:ext>
                  </a:extLst>
                </p14:cNvPr>
                <p14:cNvContentPartPr/>
                <p14:nvPr/>
              </p14:nvContentPartPr>
              <p14:xfrm>
                <a:off x="11641425" y="330495"/>
                <a:ext cx="160200" cy="304920"/>
              </p14:xfrm>
            </p:contentPart>
          </mc:Choice>
          <mc:Fallback xmlns="">
            <p:pic>
              <p:nvPicPr>
                <p:cNvPr id="41" name="Ink 40">
                  <a:extLst>
                    <a:ext uri="{FF2B5EF4-FFF2-40B4-BE49-F238E27FC236}">
                      <a16:creationId xmlns:a16="http://schemas.microsoft.com/office/drawing/2014/main" id="{D1AE0922-023B-F97D-D6E2-060097DAA157}"/>
                    </a:ext>
                  </a:extLst>
                </p:cNvPr>
                <p:cNvPicPr/>
                <p:nvPr/>
              </p:nvPicPr>
              <p:blipFill>
                <a:blip r:embed="rId69"/>
                <a:stretch>
                  <a:fillRect/>
                </a:stretch>
              </p:blipFill>
              <p:spPr>
                <a:xfrm>
                  <a:off x="11635305" y="324375"/>
                  <a:ext cx="17244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74F51C3C-E132-8A10-D5FB-DE35B4ADBDB7}"/>
                    </a:ext>
                  </a:extLst>
                </p14:cNvPr>
                <p14:cNvContentPartPr/>
                <p14:nvPr/>
              </p14:nvContentPartPr>
              <p14:xfrm>
                <a:off x="11714505" y="394215"/>
                <a:ext cx="227520" cy="205200"/>
              </p14:xfrm>
            </p:contentPart>
          </mc:Choice>
          <mc:Fallback xmlns="">
            <p:pic>
              <p:nvPicPr>
                <p:cNvPr id="42" name="Ink 41">
                  <a:extLst>
                    <a:ext uri="{FF2B5EF4-FFF2-40B4-BE49-F238E27FC236}">
                      <a16:creationId xmlns:a16="http://schemas.microsoft.com/office/drawing/2014/main" id="{74F51C3C-E132-8A10-D5FB-DE35B4ADBDB7}"/>
                    </a:ext>
                  </a:extLst>
                </p:cNvPr>
                <p:cNvPicPr/>
                <p:nvPr/>
              </p:nvPicPr>
              <p:blipFill>
                <a:blip r:embed="rId71"/>
                <a:stretch>
                  <a:fillRect/>
                </a:stretch>
              </p:blipFill>
              <p:spPr>
                <a:xfrm>
                  <a:off x="11708385" y="388095"/>
                  <a:ext cx="2397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844DDC61-36D2-FEA1-E733-D445F0FD89F7}"/>
                    </a:ext>
                  </a:extLst>
                </p14:cNvPr>
                <p14:cNvContentPartPr/>
                <p14:nvPr/>
              </p14:nvContentPartPr>
              <p14:xfrm>
                <a:off x="11899545" y="343815"/>
                <a:ext cx="122400" cy="299880"/>
              </p14:xfrm>
            </p:contentPart>
          </mc:Choice>
          <mc:Fallback xmlns="">
            <p:pic>
              <p:nvPicPr>
                <p:cNvPr id="43" name="Ink 42">
                  <a:extLst>
                    <a:ext uri="{FF2B5EF4-FFF2-40B4-BE49-F238E27FC236}">
                      <a16:creationId xmlns:a16="http://schemas.microsoft.com/office/drawing/2014/main" id="{844DDC61-36D2-FEA1-E733-D445F0FD89F7}"/>
                    </a:ext>
                  </a:extLst>
                </p:cNvPr>
                <p:cNvPicPr/>
                <p:nvPr/>
              </p:nvPicPr>
              <p:blipFill>
                <a:blip r:embed="rId73"/>
                <a:stretch>
                  <a:fillRect/>
                </a:stretch>
              </p:blipFill>
              <p:spPr>
                <a:xfrm>
                  <a:off x="11893425" y="337695"/>
                  <a:ext cx="134640" cy="31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
            <p14:nvContentPartPr>
              <p14:cNvPr id="44" name="Ink 43">
                <a:extLst>
                  <a:ext uri="{FF2B5EF4-FFF2-40B4-BE49-F238E27FC236}">
                    <a16:creationId xmlns:a16="http://schemas.microsoft.com/office/drawing/2014/main" id="{3D012184-C1F0-49FB-EC1F-DAAC09BB5FD5}"/>
                  </a:ext>
                </a:extLst>
              </p14:cNvPr>
              <p14:cNvContentPartPr/>
              <p14:nvPr/>
            </p14:nvContentPartPr>
            <p14:xfrm>
              <a:off x="1090905" y="2370255"/>
              <a:ext cx="346320" cy="621000"/>
            </p14:xfrm>
          </p:contentPart>
        </mc:Choice>
        <mc:Fallback xmlns="">
          <p:pic>
            <p:nvPicPr>
              <p:cNvPr id="44" name="Ink 43">
                <a:extLst>
                  <a:ext uri="{FF2B5EF4-FFF2-40B4-BE49-F238E27FC236}">
                    <a16:creationId xmlns:a16="http://schemas.microsoft.com/office/drawing/2014/main" id="{3D012184-C1F0-49FB-EC1F-DAAC09BB5FD5}"/>
                  </a:ext>
                </a:extLst>
              </p:cNvPr>
              <p:cNvPicPr/>
              <p:nvPr/>
            </p:nvPicPr>
            <p:blipFill>
              <a:blip r:embed="rId75"/>
              <a:stretch>
                <a:fillRect/>
              </a:stretch>
            </p:blipFill>
            <p:spPr>
              <a:xfrm>
                <a:off x="1084785" y="2364135"/>
                <a:ext cx="358560" cy="633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5" name="Ink 44">
                <a:extLst>
                  <a:ext uri="{FF2B5EF4-FFF2-40B4-BE49-F238E27FC236}">
                    <a16:creationId xmlns:a16="http://schemas.microsoft.com/office/drawing/2014/main" id="{AAB03003-C737-6743-859F-47FF9DAD9184}"/>
                  </a:ext>
                </a:extLst>
              </p14:cNvPr>
              <p14:cNvContentPartPr/>
              <p14:nvPr/>
            </p14:nvContentPartPr>
            <p14:xfrm>
              <a:off x="1334985" y="2202495"/>
              <a:ext cx="106560" cy="45720"/>
            </p14:xfrm>
          </p:contentPart>
        </mc:Choice>
        <mc:Fallback xmlns="">
          <p:pic>
            <p:nvPicPr>
              <p:cNvPr id="45" name="Ink 44">
                <a:extLst>
                  <a:ext uri="{FF2B5EF4-FFF2-40B4-BE49-F238E27FC236}">
                    <a16:creationId xmlns:a16="http://schemas.microsoft.com/office/drawing/2014/main" id="{AAB03003-C737-6743-859F-47FF9DAD9184}"/>
                  </a:ext>
                </a:extLst>
              </p:cNvPr>
              <p:cNvPicPr/>
              <p:nvPr/>
            </p:nvPicPr>
            <p:blipFill>
              <a:blip r:embed="rId77"/>
              <a:stretch>
                <a:fillRect/>
              </a:stretch>
            </p:blipFill>
            <p:spPr>
              <a:xfrm>
                <a:off x="1328865" y="2196375"/>
                <a:ext cx="1188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6" name="Ink 45">
                <a:extLst>
                  <a:ext uri="{FF2B5EF4-FFF2-40B4-BE49-F238E27FC236}">
                    <a16:creationId xmlns:a16="http://schemas.microsoft.com/office/drawing/2014/main" id="{0926EE55-34FB-B296-92AD-A95FE6ECE922}"/>
                  </a:ext>
                </a:extLst>
              </p14:cNvPr>
              <p14:cNvContentPartPr/>
              <p14:nvPr/>
            </p14:nvContentPartPr>
            <p14:xfrm>
              <a:off x="1222665" y="2504175"/>
              <a:ext cx="210600" cy="67320"/>
            </p14:xfrm>
          </p:contentPart>
        </mc:Choice>
        <mc:Fallback xmlns="">
          <p:pic>
            <p:nvPicPr>
              <p:cNvPr id="46" name="Ink 45">
                <a:extLst>
                  <a:ext uri="{FF2B5EF4-FFF2-40B4-BE49-F238E27FC236}">
                    <a16:creationId xmlns:a16="http://schemas.microsoft.com/office/drawing/2014/main" id="{0926EE55-34FB-B296-92AD-A95FE6ECE922}"/>
                  </a:ext>
                </a:extLst>
              </p:cNvPr>
              <p:cNvPicPr/>
              <p:nvPr/>
            </p:nvPicPr>
            <p:blipFill>
              <a:blip r:embed="rId79"/>
              <a:stretch>
                <a:fillRect/>
              </a:stretch>
            </p:blipFill>
            <p:spPr>
              <a:xfrm>
                <a:off x="1216545" y="2498055"/>
                <a:ext cx="2228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7" name="Ink 46">
                <a:extLst>
                  <a:ext uri="{FF2B5EF4-FFF2-40B4-BE49-F238E27FC236}">
                    <a16:creationId xmlns:a16="http://schemas.microsoft.com/office/drawing/2014/main" id="{FED59EFE-D2B9-1A4F-3C7F-7366681042F6}"/>
                  </a:ext>
                </a:extLst>
              </p14:cNvPr>
              <p14:cNvContentPartPr/>
              <p14:nvPr/>
            </p14:nvContentPartPr>
            <p14:xfrm>
              <a:off x="1748625" y="2580135"/>
              <a:ext cx="199080" cy="50760"/>
            </p14:xfrm>
          </p:contentPart>
        </mc:Choice>
        <mc:Fallback xmlns="">
          <p:pic>
            <p:nvPicPr>
              <p:cNvPr id="47" name="Ink 46">
                <a:extLst>
                  <a:ext uri="{FF2B5EF4-FFF2-40B4-BE49-F238E27FC236}">
                    <a16:creationId xmlns:a16="http://schemas.microsoft.com/office/drawing/2014/main" id="{FED59EFE-D2B9-1A4F-3C7F-7366681042F6}"/>
                  </a:ext>
                </a:extLst>
              </p:cNvPr>
              <p:cNvPicPr/>
              <p:nvPr/>
            </p:nvPicPr>
            <p:blipFill>
              <a:blip r:embed="rId81"/>
              <a:stretch>
                <a:fillRect/>
              </a:stretch>
            </p:blipFill>
            <p:spPr>
              <a:xfrm>
                <a:off x="1742505" y="2574015"/>
                <a:ext cx="2113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8" name="Ink 47">
                <a:extLst>
                  <a:ext uri="{FF2B5EF4-FFF2-40B4-BE49-F238E27FC236}">
                    <a16:creationId xmlns:a16="http://schemas.microsoft.com/office/drawing/2014/main" id="{2653DEC7-7A0F-B02B-3AF6-94041E7A9808}"/>
                  </a:ext>
                </a:extLst>
              </p14:cNvPr>
              <p14:cNvContentPartPr/>
              <p14:nvPr/>
            </p14:nvContentPartPr>
            <p14:xfrm>
              <a:off x="1734945" y="2556375"/>
              <a:ext cx="274680" cy="149400"/>
            </p14:xfrm>
          </p:contentPart>
        </mc:Choice>
        <mc:Fallback xmlns="">
          <p:pic>
            <p:nvPicPr>
              <p:cNvPr id="48" name="Ink 47">
                <a:extLst>
                  <a:ext uri="{FF2B5EF4-FFF2-40B4-BE49-F238E27FC236}">
                    <a16:creationId xmlns:a16="http://schemas.microsoft.com/office/drawing/2014/main" id="{2653DEC7-7A0F-B02B-3AF6-94041E7A9808}"/>
                  </a:ext>
                </a:extLst>
              </p:cNvPr>
              <p:cNvPicPr/>
              <p:nvPr/>
            </p:nvPicPr>
            <p:blipFill>
              <a:blip r:embed="rId83"/>
              <a:stretch>
                <a:fillRect/>
              </a:stretch>
            </p:blipFill>
            <p:spPr>
              <a:xfrm>
                <a:off x="1728825" y="2550255"/>
                <a:ext cx="28692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9" name="Ink 48">
                <a:extLst>
                  <a:ext uri="{FF2B5EF4-FFF2-40B4-BE49-F238E27FC236}">
                    <a16:creationId xmlns:a16="http://schemas.microsoft.com/office/drawing/2014/main" id="{02244900-6C97-704F-380F-A206232EB023}"/>
                  </a:ext>
                </a:extLst>
              </p14:cNvPr>
              <p14:cNvContentPartPr/>
              <p14:nvPr/>
            </p14:nvContentPartPr>
            <p14:xfrm>
              <a:off x="2107545" y="2287815"/>
              <a:ext cx="34560" cy="569160"/>
            </p14:xfrm>
          </p:contentPart>
        </mc:Choice>
        <mc:Fallback xmlns="">
          <p:pic>
            <p:nvPicPr>
              <p:cNvPr id="49" name="Ink 48">
                <a:extLst>
                  <a:ext uri="{FF2B5EF4-FFF2-40B4-BE49-F238E27FC236}">
                    <a16:creationId xmlns:a16="http://schemas.microsoft.com/office/drawing/2014/main" id="{02244900-6C97-704F-380F-A206232EB023}"/>
                  </a:ext>
                </a:extLst>
              </p:cNvPr>
              <p:cNvPicPr/>
              <p:nvPr/>
            </p:nvPicPr>
            <p:blipFill>
              <a:blip r:embed="rId85"/>
              <a:stretch>
                <a:fillRect/>
              </a:stretch>
            </p:blipFill>
            <p:spPr>
              <a:xfrm>
                <a:off x="2101425" y="2281695"/>
                <a:ext cx="46800" cy="5814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0" name="Ink 49">
                <a:extLst>
                  <a:ext uri="{FF2B5EF4-FFF2-40B4-BE49-F238E27FC236}">
                    <a16:creationId xmlns:a16="http://schemas.microsoft.com/office/drawing/2014/main" id="{53895474-17E0-798E-E1CF-D09B864A1299}"/>
                  </a:ext>
                </a:extLst>
              </p14:cNvPr>
              <p14:cNvContentPartPr/>
              <p14:nvPr/>
            </p14:nvContentPartPr>
            <p14:xfrm>
              <a:off x="2140665" y="2545215"/>
              <a:ext cx="268560" cy="148680"/>
            </p14:xfrm>
          </p:contentPart>
        </mc:Choice>
        <mc:Fallback xmlns="">
          <p:pic>
            <p:nvPicPr>
              <p:cNvPr id="50" name="Ink 49">
                <a:extLst>
                  <a:ext uri="{FF2B5EF4-FFF2-40B4-BE49-F238E27FC236}">
                    <a16:creationId xmlns:a16="http://schemas.microsoft.com/office/drawing/2014/main" id="{53895474-17E0-798E-E1CF-D09B864A1299}"/>
                  </a:ext>
                </a:extLst>
              </p:cNvPr>
              <p:cNvPicPr/>
              <p:nvPr/>
            </p:nvPicPr>
            <p:blipFill>
              <a:blip r:embed="rId87"/>
              <a:stretch>
                <a:fillRect/>
              </a:stretch>
            </p:blipFill>
            <p:spPr>
              <a:xfrm>
                <a:off x="2134545" y="2539095"/>
                <a:ext cx="28080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 name="Ink 50">
                <a:extLst>
                  <a:ext uri="{FF2B5EF4-FFF2-40B4-BE49-F238E27FC236}">
                    <a16:creationId xmlns:a16="http://schemas.microsoft.com/office/drawing/2014/main" id="{C6D112C4-7337-45C9-D298-7088295A72CA}"/>
                  </a:ext>
                </a:extLst>
              </p14:cNvPr>
              <p14:cNvContentPartPr/>
              <p14:nvPr/>
            </p14:nvContentPartPr>
            <p14:xfrm>
              <a:off x="2744745" y="2287815"/>
              <a:ext cx="312480" cy="551160"/>
            </p14:xfrm>
          </p:contentPart>
        </mc:Choice>
        <mc:Fallback xmlns="">
          <p:pic>
            <p:nvPicPr>
              <p:cNvPr id="51" name="Ink 50">
                <a:extLst>
                  <a:ext uri="{FF2B5EF4-FFF2-40B4-BE49-F238E27FC236}">
                    <a16:creationId xmlns:a16="http://schemas.microsoft.com/office/drawing/2014/main" id="{C6D112C4-7337-45C9-D298-7088295A72CA}"/>
                  </a:ext>
                </a:extLst>
              </p:cNvPr>
              <p:cNvPicPr/>
              <p:nvPr/>
            </p:nvPicPr>
            <p:blipFill>
              <a:blip r:embed="rId89"/>
              <a:stretch>
                <a:fillRect/>
              </a:stretch>
            </p:blipFill>
            <p:spPr>
              <a:xfrm>
                <a:off x="2738625" y="2281695"/>
                <a:ext cx="324720" cy="5634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2" name="Ink 51">
                <a:extLst>
                  <a:ext uri="{FF2B5EF4-FFF2-40B4-BE49-F238E27FC236}">
                    <a16:creationId xmlns:a16="http://schemas.microsoft.com/office/drawing/2014/main" id="{A4200B64-C4F6-0105-EF87-44296A7D9FA8}"/>
                  </a:ext>
                </a:extLst>
              </p14:cNvPr>
              <p14:cNvContentPartPr/>
              <p14:nvPr/>
            </p14:nvContentPartPr>
            <p14:xfrm>
              <a:off x="3590025" y="2453775"/>
              <a:ext cx="1145520" cy="116640"/>
            </p14:xfrm>
          </p:contentPart>
        </mc:Choice>
        <mc:Fallback xmlns="">
          <p:pic>
            <p:nvPicPr>
              <p:cNvPr id="52" name="Ink 51">
                <a:extLst>
                  <a:ext uri="{FF2B5EF4-FFF2-40B4-BE49-F238E27FC236}">
                    <a16:creationId xmlns:a16="http://schemas.microsoft.com/office/drawing/2014/main" id="{A4200B64-C4F6-0105-EF87-44296A7D9FA8}"/>
                  </a:ext>
                </a:extLst>
              </p:cNvPr>
              <p:cNvPicPr/>
              <p:nvPr/>
            </p:nvPicPr>
            <p:blipFill>
              <a:blip r:embed="rId91"/>
              <a:stretch>
                <a:fillRect/>
              </a:stretch>
            </p:blipFill>
            <p:spPr>
              <a:xfrm>
                <a:off x="3583905" y="2447655"/>
                <a:ext cx="11577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3" name="Ink 52">
                <a:extLst>
                  <a:ext uri="{FF2B5EF4-FFF2-40B4-BE49-F238E27FC236}">
                    <a16:creationId xmlns:a16="http://schemas.microsoft.com/office/drawing/2014/main" id="{E8984817-53F9-78D1-55D5-84F36CBB2291}"/>
                  </a:ext>
                </a:extLst>
              </p14:cNvPr>
              <p14:cNvContentPartPr/>
              <p14:nvPr/>
            </p14:nvContentPartPr>
            <p14:xfrm>
              <a:off x="4389945" y="1957335"/>
              <a:ext cx="342720" cy="933840"/>
            </p14:xfrm>
          </p:contentPart>
        </mc:Choice>
        <mc:Fallback xmlns="">
          <p:pic>
            <p:nvPicPr>
              <p:cNvPr id="53" name="Ink 52">
                <a:extLst>
                  <a:ext uri="{FF2B5EF4-FFF2-40B4-BE49-F238E27FC236}">
                    <a16:creationId xmlns:a16="http://schemas.microsoft.com/office/drawing/2014/main" id="{E8984817-53F9-78D1-55D5-84F36CBB2291}"/>
                  </a:ext>
                </a:extLst>
              </p:cNvPr>
              <p:cNvPicPr/>
              <p:nvPr/>
            </p:nvPicPr>
            <p:blipFill>
              <a:blip r:embed="rId93"/>
              <a:stretch>
                <a:fillRect/>
              </a:stretch>
            </p:blipFill>
            <p:spPr>
              <a:xfrm>
                <a:off x="4383825" y="1951215"/>
                <a:ext cx="354960" cy="946080"/>
              </a:xfrm>
              <a:prstGeom prst="rect">
                <a:avLst/>
              </a:prstGeom>
            </p:spPr>
          </p:pic>
        </mc:Fallback>
      </mc:AlternateContent>
      <p:grpSp>
        <p:nvGrpSpPr>
          <p:cNvPr id="95" name="Group 94">
            <a:extLst>
              <a:ext uri="{FF2B5EF4-FFF2-40B4-BE49-F238E27FC236}">
                <a16:creationId xmlns:a16="http://schemas.microsoft.com/office/drawing/2014/main" id="{64630131-DF61-0B62-C93C-EF3416996D0F}"/>
              </a:ext>
            </a:extLst>
          </p:cNvPr>
          <p:cNvGrpSpPr/>
          <p:nvPr/>
        </p:nvGrpSpPr>
        <p:grpSpPr>
          <a:xfrm>
            <a:off x="5227665" y="1730535"/>
            <a:ext cx="6732720" cy="1179000"/>
            <a:chOff x="5227665" y="1730535"/>
            <a:chExt cx="6732720" cy="1179000"/>
          </a:xfrm>
        </p:grpSpPr>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1B4FE5EF-106B-5362-7239-9E5F0FE0AF7D}"/>
                    </a:ext>
                  </a:extLst>
                </p14:cNvPr>
                <p14:cNvContentPartPr/>
                <p14:nvPr/>
              </p14:nvContentPartPr>
              <p14:xfrm>
                <a:off x="5227665" y="2136615"/>
                <a:ext cx="63720" cy="430200"/>
              </p14:xfrm>
            </p:contentPart>
          </mc:Choice>
          <mc:Fallback xmlns="">
            <p:pic>
              <p:nvPicPr>
                <p:cNvPr id="59" name="Ink 58">
                  <a:extLst>
                    <a:ext uri="{FF2B5EF4-FFF2-40B4-BE49-F238E27FC236}">
                      <a16:creationId xmlns:a16="http://schemas.microsoft.com/office/drawing/2014/main" id="{1B4FE5EF-106B-5362-7239-9E5F0FE0AF7D}"/>
                    </a:ext>
                  </a:extLst>
                </p:cNvPr>
                <p:cNvPicPr/>
                <p:nvPr/>
              </p:nvPicPr>
              <p:blipFill>
                <a:blip r:embed="rId95"/>
                <a:stretch>
                  <a:fillRect/>
                </a:stretch>
              </p:blipFill>
              <p:spPr>
                <a:xfrm>
                  <a:off x="5221545" y="2130495"/>
                  <a:ext cx="7596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B78D6242-AB07-AFD2-3222-B428A61CACD7}"/>
                    </a:ext>
                  </a:extLst>
                </p14:cNvPr>
                <p14:cNvContentPartPr/>
                <p14:nvPr/>
              </p14:nvContentPartPr>
              <p14:xfrm>
                <a:off x="5283825" y="2079375"/>
                <a:ext cx="60840" cy="41760"/>
              </p14:xfrm>
            </p:contentPart>
          </mc:Choice>
          <mc:Fallback xmlns="">
            <p:pic>
              <p:nvPicPr>
                <p:cNvPr id="60" name="Ink 59">
                  <a:extLst>
                    <a:ext uri="{FF2B5EF4-FFF2-40B4-BE49-F238E27FC236}">
                      <a16:creationId xmlns:a16="http://schemas.microsoft.com/office/drawing/2014/main" id="{B78D6242-AB07-AFD2-3222-B428A61CACD7}"/>
                    </a:ext>
                  </a:extLst>
                </p:cNvPr>
                <p:cNvPicPr/>
                <p:nvPr/>
              </p:nvPicPr>
              <p:blipFill>
                <a:blip r:embed="rId97"/>
                <a:stretch>
                  <a:fillRect/>
                </a:stretch>
              </p:blipFill>
              <p:spPr>
                <a:xfrm>
                  <a:off x="5277705" y="2073255"/>
                  <a:ext cx="7308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FE6EB48E-A333-1B32-0CA5-2FD9DA538189}"/>
                    </a:ext>
                  </a:extLst>
                </p14:cNvPr>
                <p14:cNvContentPartPr/>
                <p14:nvPr/>
              </p14:nvContentPartPr>
              <p14:xfrm>
                <a:off x="5298945" y="1881015"/>
                <a:ext cx="3190320" cy="267480"/>
              </p14:xfrm>
            </p:contentPart>
          </mc:Choice>
          <mc:Fallback xmlns="">
            <p:pic>
              <p:nvPicPr>
                <p:cNvPr id="61" name="Ink 60">
                  <a:extLst>
                    <a:ext uri="{FF2B5EF4-FFF2-40B4-BE49-F238E27FC236}">
                      <a16:creationId xmlns:a16="http://schemas.microsoft.com/office/drawing/2014/main" id="{FE6EB48E-A333-1B32-0CA5-2FD9DA538189}"/>
                    </a:ext>
                  </a:extLst>
                </p:cNvPr>
                <p:cNvPicPr/>
                <p:nvPr/>
              </p:nvPicPr>
              <p:blipFill>
                <a:blip r:embed="rId99"/>
                <a:stretch>
                  <a:fillRect/>
                </a:stretch>
              </p:blipFill>
              <p:spPr>
                <a:xfrm>
                  <a:off x="5292825" y="1874895"/>
                  <a:ext cx="320256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99D74D3B-9FD5-F6FD-9BE5-C506D6993CDE}"/>
                    </a:ext>
                  </a:extLst>
                </p14:cNvPr>
                <p14:cNvContentPartPr/>
                <p14:nvPr/>
              </p14:nvContentPartPr>
              <p14:xfrm>
                <a:off x="5409465" y="2255055"/>
                <a:ext cx="5120640" cy="330120"/>
              </p14:xfrm>
            </p:contentPart>
          </mc:Choice>
          <mc:Fallback xmlns="">
            <p:pic>
              <p:nvPicPr>
                <p:cNvPr id="63" name="Ink 62">
                  <a:extLst>
                    <a:ext uri="{FF2B5EF4-FFF2-40B4-BE49-F238E27FC236}">
                      <a16:creationId xmlns:a16="http://schemas.microsoft.com/office/drawing/2014/main" id="{99D74D3B-9FD5-F6FD-9BE5-C506D6993CDE}"/>
                    </a:ext>
                  </a:extLst>
                </p:cNvPr>
                <p:cNvPicPr/>
                <p:nvPr/>
              </p:nvPicPr>
              <p:blipFill>
                <a:blip r:embed="rId101"/>
                <a:stretch>
                  <a:fillRect/>
                </a:stretch>
              </p:blipFill>
              <p:spPr>
                <a:xfrm>
                  <a:off x="5403345" y="2248935"/>
                  <a:ext cx="513288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2CA40C2F-D500-E654-FCC1-86C3458625BF}"/>
                    </a:ext>
                  </a:extLst>
                </p14:cNvPr>
                <p14:cNvContentPartPr/>
                <p14:nvPr/>
              </p14:nvContentPartPr>
              <p14:xfrm>
                <a:off x="8273985" y="1893975"/>
                <a:ext cx="1951920" cy="1015560"/>
              </p14:xfrm>
            </p:contentPart>
          </mc:Choice>
          <mc:Fallback xmlns="">
            <p:pic>
              <p:nvPicPr>
                <p:cNvPr id="64" name="Ink 63">
                  <a:extLst>
                    <a:ext uri="{FF2B5EF4-FFF2-40B4-BE49-F238E27FC236}">
                      <a16:creationId xmlns:a16="http://schemas.microsoft.com/office/drawing/2014/main" id="{2CA40C2F-D500-E654-FCC1-86C3458625BF}"/>
                    </a:ext>
                  </a:extLst>
                </p:cNvPr>
                <p:cNvPicPr/>
                <p:nvPr/>
              </p:nvPicPr>
              <p:blipFill>
                <a:blip r:embed="rId103"/>
                <a:stretch>
                  <a:fillRect/>
                </a:stretch>
              </p:blipFill>
              <p:spPr>
                <a:xfrm>
                  <a:off x="8267865" y="1887855"/>
                  <a:ext cx="1964160" cy="10278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D656D294-B14A-ADAD-AAE3-92D6D0ECC939}"/>
                    </a:ext>
                  </a:extLst>
                </p14:cNvPr>
                <p14:cNvContentPartPr/>
                <p14:nvPr/>
              </p14:nvContentPartPr>
              <p14:xfrm>
                <a:off x="5810865" y="2059935"/>
                <a:ext cx="38160" cy="527760"/>
              </p14:xfrm>
            </p:contentPart>
          </mc:Choice>
          <mc:Fallback xmlns="">
            <p:pic>
              <p:nvPicPr>
                <p:cNvPr id="66" name="Ink 65">
                  <a:extLst>
                    <a:ext uri="{FF2B5EF4-FFF2-40B4-BE49-F238E27FC236}">
                      <a16:creationId xmlns:a16="http://schemas.microsoft.com/office/drawing/2014/main" id="{D656D294-B14A-ADAD-AAE3-92D6D0ECC939}"/>
                    </a:ext>
                  </a:extLst>
                </p:cNvPr>
                <p:cNvPicPr/>
                <p:nvPr/>
              </p:nvPicPr>
              <p:blipFill>
                <a:blip r:embed="rId105"/>
                <a:stretch>
                  <a:fillRect/>
                </a:stretch>
              </p:blipFill>
              <p:spPr>
                <a:xfrm>
                  <a:off x="5804745" y="2053815"/>
                  <a:ext cx="50400" cy="540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F3EF080B-0941-0F6A-7BAF-655BE4793A99}"/>
                    </a:ext>
                  </a:extLst>
                </p14:cNvPr>
                <p14:cNvContentPartPr/>
                <p14:nvPr/>
              </p14:nvContentPartPr>
              <p14:xfrm>
                <a:off x="6405225" y="1928895"/>
                <a:ext cx="33480" cy="416880"/>
              </p14:xfrm>
            </p:contentPart>
          </mc:Choice>
          <mc:Fallback xmlns="">
            <p:pic>
              <p:nvPicPr>
                <p:cNvPr id="67" name="Ink 66">
                  <a:extLst>
                    <a:ext uri="{FF2B5EF4-FFF2-40B4-BE49-F238E27FC236}">
                      <a16:creationId xmlns:a16="http://schemas.microsoft.com/office/drawing/2014/main" id="{F3EF080B-0941-0F6A-7BAF-655BE4793A99}"/>
                    </a:ext>
                  </a:extLst>
                </p:cNvPr>
                <p:cNvPicPr/>
                <p:nvPr/>
              </p:nvPicPr>
              <p:blipFill>
                <a:blip r:embed="rId107"/>
                <a:stretch>
                  <a:fillRect/>
                </a:stretch>
              </p:blipFill>
              <p:spPr>
                <a:xfrm>
                  <a:off x="6399105" y="1922775"/>
                  <a:ext cx="4572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8" name="Ink 67">
                  <a:extLst>
                    <a:ext uri="{FF2B5EF4-FFF2-40B4-BE49-F238E27FC236}">
                      <a16:creationId xmlns:a16="http://schemas.microsoft.com/office/drawing/2014/main" id="{1EE751A0-F7CA-439E-7A99-9C555A041BC8}"/>
                    </a:ext>
                  </a:extLst>
                </p14:cNvPr>
                <p14:cNvContentPartPr/>
                <p14:nvPr/>
              </p14:nvContentPartPr>
              <p14:xfrm>
                <a:off x="6965385" y="1946535"/>
                <a:ext cx="56520" cy="632160"/>
              </p14:xfrm>
            </p:contentPart>
          </mc:Choice>
          <mc:Fallback xmlns="">
            <p:pic>
              <p:nvPicPr>
                <p:cNvPr id="68" name="Ink 67">
                  <a:extLst>
                    <a:ext uri="{FF2B5EF4-FFF2-40B4-BE49-F238E27FC236}">
                      <a16:creationId xmlns:a16="http://schemas.microsoft.com/office/drawing/2014/main" id="{1EE751A0-F7CA-439E-7A99-9C555A041BC8}"/>
                    </a:ext>
                  </a:extLst>
                </p:cNvPr>
                <p:cNvPicPr/>
                <p:nvPr/>
              </p:nvPicPr>
              <p:blipFill>
                <a:blip r:embed="rId109"/>
                <a:stretch>
                  <a:fillRect/>
                </a:stretch>
              </p:blipFill>
              <p:spPr>
                <a:xfrm>
                  <a:off x="6959265" y="1940415"/>
                  <a:ext cx="68760" cy="6444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D5C05AD4-7ECE-3D3A-F5E4-D13BAF4BEBA3}"/>
                    </a:ext>
                  </a:extLst>
                </p14:cNvPr>
                <p14:cNvContentPartPr/>
                <p14:nvPr/>
              </p14:nvContentPartPr>
              <p14:xfrm>
                <a:off x="7777905" y="1895055"/>
                <a:ext cx="51840" cy="563040"/>
              </p14:xfrm>
            </p:contentPart>
          </mc:Choice>
          <mc:Fallback xmlns="">
            <p:pic>
              <p:nvPicPr>
                <p:cNvPr id="70" name="Ink 69">
                  <a:extLst>
                    <a:ext uri="{FF2B5EF4-FFF2-40B4-BE49-F238E27FC236}">
                      <a16:creationId xmlns:a16="http://schemas.microsoft.com/office/drawing/2014/main" id="{D5C05AD4-7ECE-3D3A-F5E4-D13BAF4BEBA3}"/>
                    </a:ext>
                  </a:extLst>
                </p:cNvPr>
                <p:cNvPicPr/>
                <p:nvPr/>
              </p:nvPicPr>
              <p:blipFill>
                <a:blip r:embed="rId111"/>
                <a:stretch>
                  <a:fillRect/>
                </a:stretch>
              </p:blipFill>
              <p:spPr>
                <a:xfrm>
                  <a:off x="7771785" y="1888935"/>
                  <a:ext cx="64080" cy="5752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AA82F476-2B5A-1B55-B7A2-4B47AD537719}"/>
                    </a:ext>
                  </a:extLst>
                </p14:cNvPr>
                <p14:cNvContentPartPr/>
                <p14:nvPr/>
              </p14:nvContentPartPr>
              <p14:xfrm>
                <a:off x="7134585" y="2135175"/>
                <a:ext cx="289440" cy="237600"/>
              </p14:xfrm>
            </p:contentPart>
          </mc:Choice>
          <mc:Fallback xmlns="">
            <p:pic>
              <p:nvPicPr>
                <p:cNvPr id="71" name="Ink 70">
                  <a:extLst>
                    <a:ext uri="{FF2B5EF4-FFF2-40B4-BE49-F238E27FC236}">
                      <a16:creationId xmlns:a16="http://schemas.microsoft.com/office/drawing/2014/main" id="{AA82F476-2B5A-1B55-B7A2-4B47AD537719}"/>
                    </a:ext>
                  </a:extLst>
                </p:cNvPr>
                <p:cNvPicPr/>
                <p:nvPr/>
              </p:nvPicPr>
              <p:blipFill>
                <a:blip r:embed="rId113"/>
                <a:stretch>
                  <a:fillRect/>
                </a:stretch>
              </p:blipFill>
              <p:spPr>
                <a:xfrm>
                  <a:off x="7128465" y="2129055"/>
                  <a:ext cx="30168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B10701BA-56E5-20B1-F54C-3F40EEBFC16E}"/>
                    </a:ext>
                  </a:extLst>
                </p14:cNvPr>
                <p14:cNvContentPartPr/>
                <p14:nvPr/>
              </p14:nvContentPartPr>
              <p14:xfrm>
                <a:off x="7492065" y="1967775"/>
                <a:ext cx="286200" cy="345240"/>
              </p14:xfrm>
            </p:contentPart>
          </mc:Choice>
          <mc:Fallback xmlns="">
            <p:pic>
              <p:nvPicPr>
                <p:cNvPr id="72" name="Ink 71">
                  <a:extLst>
                    <a:ext uri="{FF2B5EF4-FFF2-40B4-BE49-F238E27FC236}">
                      <a16:creationId xmlns:a16="http://schemas.microsoft.com/office/drawing/2014/main" id="{B10701BA-56E5-20B1-F54C-3F40EEBFC16E}"/>
                    </a:ext>
                  </a:extLst>
                </p:cNvPr>
                <p:cNvPicPr/>
                <p:nvPr/>
              </p:nvPicPr>
              <p:blipFill>
                <a:blip r:embed="rId115"/>
                <a:stretch>
                  <a:fillRect/>
                </a:stretch>
              </p:blipFill>
              <p:spPr>
                <a:xfrm>
                  <a:off x="7485945" y="1961655"/>
                  <a:ext cx="29844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3" name="Ink 72">
                  <a:extLst>
                    <a:ext uri="{FF2B5EF4-FFF2-40B4-BE49-F238E27FC236}">
                      <a16:creationId xmlns:a16="http://schemas.microsoft.com/office/drawing/2014/main" id="{098F944A-6335-7193-379F-3AE33A01AEA9}"/>
                    </a:ext>
                  </a:extLst>
                </p14:cNvPr>
                <p14:cNvContentPartPr/>
                <p14:nvPr/>
              </p14:nvContentPartPr>
              <p14:xfrm>
                <a:off x="7825785" y="2039055"/>
                <a:ext cx="49680" cy="8640"/>
              </p14:xfrm>
            </p:contentPart>
          </mc:Choice>
          <mc:Fallback xmlns="">
            <p:pic>
              <p:nvPicPr>
                <p:cNvPr id="73" name="Ink 72">
                  <a:extLst>
                    <a:ext uri="{FF2B5EF4-FFF2-40B4-BE49-F238E27FC236}">
                      <a16:creationId xmlns:a16="http://schemas.microsoft.com/office/drawing/2014/main" id="{098F944A-6335-7193-379F-3AE33A01AEA9}"/>
                    </a:ext>
                  </a:extLst>
                </p:cNvPr>
                <p:cNvPicPr/>
                <p:nvPr/>
              </p:nvPicPr>
              <p:blipFill>
                <a:blip r:embed="rId117"/>
                <a:stretch>
                  <a:fillRect/>
                </a:stretch>
              </p:blipFill>
              <p:spPr>
                <a:xfrm>
                  <a:off x="7819665" y="2032935"/>
                  <a:ext cx="6192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472A3AFC-D464-A1DF-A11F-BB0D7D4711CB}"/>
                    </a:ext>
                  </a:extLst>
                </p14:cNvPr>
                <p14:cNvContentPartPr/>
                <p14:nvPr/>
              </p14:nvContentPartPr>
              <p14:xfrm>
                <a:off x="5234865" y="2273415"/>
                <a:ext cx="402840" cy="92880"/>
              </p14:xfrm>
            </p:contentPart>
          </mc:Choice>
          <mc:Fallback xmlns="">
            <p:pic>
              <p:nvPicPr>
                <p:cNvPr id="75" name="Ink 74">
                  <a:extLst>
                    <a:ext uri="{FF2B5EF4-FFF2-40B4-BE49-F238E27FC236}">
                      <a16:creationId xmlns:a16="http://schemas.microsoft.com/office/drawing/2014/main" id="{472A3AFC-D464-A1DF-A11F-BB0D7D4711CB}"/>
                    </a:ext>
                  </a:extLst>
                </p:cNvPr>
                <p:cNvPicPr/>
                <p:nvPr/>
              </p:nvPicPr>
              <p:blipFill>
                <a:blip r:embed="rId119"/>
                <a:stretch>
                  <a:fillRect/>
                </a:stretch>
              </p:blipFill>
              <p:spPr>
                <a:xfrm>
                  <a:off x="5228745" y="2267295"/>
                  <a:ext cx="4150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C5291AB2-6A38-1D42-1821-79D57B764935}"/>
                    </a:ext>
                  </a:extLst>
                </p14:cNvPr>
                <p14:cNvContentPartPr/>
                <p14:nvPr/>
              </p14:nvContentPartPr>
              <p14:xfrm>
                <a:off x="5515305" y="2312655"/>
                <a:ext cx="41040" cy="200880"/>
              </p14:xfrm>
            </p:contentPart>
          </mc:Choice>
          <mc:Fallback xmlns="">
            <p:pic>
              <p:nvPicPr>
                <p:cNvPr id="76" name="Ink 75">
                  <a:extLst>
                    <a:ext uri="{FF2B5EF4-FFF2-40B4-BE49-F238E27FC236}">
                      <a16:creationId xmlns:a16="http://schemas.microsoft.com/office/drawing/2014/main" id="{C5291AB2-6A38-1D42-1821-79D57B764935}"/>
                    </a:ext>
                  </a:extLst>
                </p:cNvPr>
                <p:cNvPicPr/>
                <p:nvPr/>
              </p:nvPicPr>
              <p:blipFill>
                <a:blip r:embed="rId121"/>
                <a:stretch>
                  <a:fillRect/>
                </a:stretch>
              </p:blipFill>
              <p:spPr>
                <a:xfrm>
                  <a:off x="5509185" y="2306535"/>
                  <a:ext cx="532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8" name="Ink 77">
                  <a:extLst>
                    <a:ext uri="{FF2B5EF4-FFF2-40B4-BE49-F238E27FC236}">
                      <a16:creationId xmlns:a16="http://schemas.microsoft.com/office/drawing/2014/main" id="{DBD99919-2BC3-F8BE-0234-355F9955BEA9}"/>
                    </a:ext>
                  </a:extLst>
                </p14:cNvPr>
                <p14:cNvContentPartPr/>
                <p14:nvPr/>
              </p14:nvContentPartPr>
              <p14:xfrm>
                <a:off x="5665785" y="2222295"/>
                <a:ext cx="257400" cy="192600"/>
              </p14:xfrm>
            </p:contentPart>
          </mc:Choice>
          <mc:Fallback xmlns="">
            <p:pic>
              <p:nvPicPr>
                <p:cNvPr id="78" name="Ink 77">
                  <a:extLst>
                    <a:ext uri="{FF2B5EF4-FFF2-40B4-BE49-F238E27FC236}">
                      <a16:creationId xmlns:a16="http://schemas.microsoft.com/office/drawing/2014/main" id="{DBD99919-2BC3-F8BE-0234-355F9955BEA9}"/>
                    </a:ext>
                  </a:extLst>
                </p:cNvPr>
                <p:cNvPicPr/>
                <p:nvPr/>
              </p:nvPicPr>
              <p:blipFill>
                <a:blip r:embed="rId123"/>
                <a:stretch>
                  <a:fillRect/>
                </a:stretch>
              </p:blipFill>
              <p:spPr>
                <a:xfrm>
                  <a:off x="5659665" y="2216175"/>
                  <a:ext cx="2696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9" name="Ink 78">
                  <a:extLst>
                    <a:ext uri="{FF2B5EF4-FFF2-40B4-BE49-F238E27FC236}">
                      <a16:creationId xmlns:a16="http://schemas.microsoft.com/office/drawing/2014/main" id="{44C1346B-3763-9461-DFAD-4B440DC08A38}"/>
                    </a:ext>
                  </a:extLst>
                </p14:cNvPr>
                <p14:cNvContentPartPr/>
                <p14:nvPr/>
              </p14:nvContentPartPr>
              <p14:xfrm>
                <a:off x="6177705" y="2049135"/>
                <a:ext cx="133920" cy="283680"/>
              </p14:xfrm>
            </p:contentPart>
          </mc:Choice>
          <mc:Fallback xmlns="">
            <p:pic>
              <p:nvPicPr>
                <p:cNvPr id="79" name="Ink 78">
                  <a:extLst>
                    <a:ext uri="{FF2B5EF4-FFF2-40B4-BE49-F238E27FC236}">
                      <a16:creationId xmlns:a16="http://schemas.microsoft.com/office/drawing/2014/main" id="{44C1346B-3763-9461-DFAD-4B440DC08A38}"/>
                    </a:ext>
                  </a:extLst>
                </p:cNvPr>
                <p:cNvPicPr/>
                <p:nvPr/>
              </p:nvPicPr>
              <p:blipFill>
                <a:blip r:embed="rId125"/>
                <a:stretch>
                  <a:fillRect/>
                </a:stretch>
              </p:blipFill>
              <p:spPr>
                <a:xfrm>
                  <a:off x="6171585" y="2043015"/>
                  <a:ext cx="14616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0" name="Ink 79">
                  <a:extLst>
                    <a:ext uri="{FF2B5EF4-FFF2-40B4-BE49-F238E27FC236}">
                      <a16:creationId xmlns:a16="http://schemas.microsoft.com/office/drawing/2014/main" id="{CAB5BD64-B3C8-645C-E4AC-E3E8065EA7BF}"/>
                    </a:ext>
                  </a:extLst>
                </p14:cNvPr>
                <p14:cNvContentPartPr/>
                <p14:nvPr/>
              </p14:nvContentPartPr>
              <p14:xfrm>
                <a:off x="6273825" y="2097735"/>
                <a:ext cx="110160" cy="143280"/>
              </p14:xfrm>
            </p:contentPart>
          </mc:Choice>
          <mc:Fallback xmlns="">
            <p:pic>
              <p:nvPicPr>
                <p:cNvPr id="80" name="Ink 79">
                  <a:extLst>
                    <a:ext uri="{FF2B5EF4-FFF2-40B4-BE49-F238E27FC236}">
                      <a16:creationId xmlns:a16="http://schemas.microsoft.com/office/drawing/2014/main" id="{CAB5BD64-B3C8-645C-E4AC-E3E8065EA7BF}"/>
                    </a:ext>
                  </a:extLst>
                </p:cNvPr>
                <p:cNvPicPr/>
                <p:nvPr/>
              </p:nvPicPr>
              <p:blipFill>
                <a:blip r:embed="rId127"/>
                <a:stretch>
                  <a:fillRect/>
                </a:stretch>
              </p:blipFill>
              <p:spPr>
                <a:xfrm>
                  <a:off x="6267705" y="2091615"/>
                  <a:ext cx="1224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1" name="Ink 80">
                  <a:extLst>
                    <a:ext uri="{FF2B5EF4-FFF2-40B4-BE49-F238E27FC236}">
                      <a16:creationId xmlns:a16="http://schemas.microsoft.com/office/drawing/2014/main" id="{550AC80A-CD1A-DA5B-380E-1EBC55D19123}"/>
                    </a:ext>
                  </a:extLst>
                </p14:cNvPr>
                <p14:cNvContentPartPr/>
                <p14:nvPr/>
              </p14:nvContentPartPr>
              <p14:xfrm>
                <a:off x="6585945" y="2024655"/>
                <a:ext cx="158040" cy="74520"/>
              </p14:xfrm>
            </p:contentPart>
          </mc:Choice>
          <mc:Fallback xmlns="">
            <p:pic>
              <p:nvPicPr>
                <p:cNvPr id="81" name="Ink 80">
                  <a:extLst>
                    <a:ext uri="{FF2B5EF4-FFF2-40B4-BE49-F238E27FC236}">
                      <a16:creationId xmlns:a16="http://schemas.microsoft.com/office/drawing/2014/main" id="{550AC80A-CD1A-DA5B-380E-1EBC55D19123}"/>
                    </a:ext>
                  </a:extLst>
                </p:cNvPr>
                <p:cNvPicPr/>
                <p:nvPr/>
              </p:nvPicPr>
              <p:blipFill>
                <a:blip r:embed="rId129"/>
                <a:stretch>
                  <a:fillRect/>
                </a:stretch>
              </p:blipFill>
              <p:spPr>
                <a:xfrm>
                  <a:off x="6579825" y="2018535"/>
                  <a:ext cx="17028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2" name="Ink 81">
                  <a:extLst>
                    <a:ext uri="{FF2B5EF4-FFF2-40B4-BE49-F238E27FC236}">
                      <a16:creationId xmlns:a16="http://schemas.microsoft.com/office/drawing/2014/main" id="{48C06E14-F688-E329-4F5C-31086B15E8AF}"/>
                    </a:ext>
                  </a:extLst>
                </p14:cNvPr>
                <p14:cNvContentPartPr/>
                <p14:nvPr/>
              </p14:nvContentPartPr>
              <p14:xfrm>
                <a:off x="6698625" y="2063895"/>
                <a:ext cx="6480" cy="248400"/>
              </p14:xfrm>
            </p:contentPart>
          </mc:Choice>
          <mc:Fallback xmlns="">
            <p:pic>
              <p:nvPicPr>
                <p:cNvPr id="82" name="Ink 81">
                  <a:extLst>
                    <a:ext uri="{FF2B5EF4-FFF2-40B4-BE49-F238E27FC236}">
                      <a16:creationId xmlns:a16="http://schemas.microsoft.com/office/drawing/2014/main" id="{48C06E14-F688-E329-4F5C-31086B15E8AF}"/>
                    </a:ext>
                  </a:extLst>
                </p:cNvPr>
                <p:cNvPicPr/>
                <p:nvPr/>
              </p:nvPicPr>
              <p:blipFill>
                <a:blip r:embed="rId131"/>
                <a:stretch>
                  <a:fillRect/>
                </a:stretch>
              </p:blipFill>
              <p:spPr>
                <a:xfrm>
                  <a:off x="6692505" y="2057775"/>
                  <a:ext cx="1872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3" name="Ink 82">
                  <a:extLst>
                    <a:ext uri="{FF2B5EF4-FFF2-40B4-BE49-F238E27FC236}">
                      <a16:creationId xmlns:a16="http://schemas.microsoft.com/office/drawing/2014/main" id="{4202BD13-0EE6-6C8F-C953-3A32604B34C7}"/>
                    </a:ext>
                  </a:extLst>
                </p14:cNvPr>
                <p14:cNvContentPartPr/>
                <p14:nvPr/>
              </p14:nvContentPartPr>
              <p14:xfrm>
                <a:off x="6741105" y="2082255"/>
                <a:ext cx="169560" cy="203760"/>
              </p14:xfrm>
            </p:contentPart>
          </mc:Choice>
          <mc:Fallback xmlns="">
            <p:pic>
              <p:nvPicPr>
                <p:cNvPr id="83" name="Ink 82">
                  <a:extLst>
                    <a:ext uri="{FF2B5EF4-FFF2-40B4-BE49-F238E27FC236}">
                      <a16:creationId xmlns:a16="http://schemas.microsoft.com/office/drawing/2014/main" id="{4202BD13-0EE6-6C8F-C953-3A32604B34C7}"/>
                    </a:ext>
                  </a:extLst>
                </p:cNvPr>
                <p:cNvPicPr/>
                <p:nvPr/>
              </p:nvPicPr>
              <p:blipFill>
                <a:blip r:embed="rId133"/>
                <a:stretch>
                  <a:fillRect/>
                </a:stretch>
              </p:blipFill>
              <p:spPr>
                <a:xfrm>
                  <a:off x="6734985" y="2076135"/>
                  <a:ext cx="1818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5" name="Ink 84">
                  <a:extLst>
                    <a:ext uri="{FF2B5EF4-FFF2-40B4-BE49-F238E27FC236}">
                      <a16:creationId xmlns:a16="http://schemas.microsoft.com/office/drawing/2014/main" id="{65643931-CC55-2DAD-EC28-B257798E29AA}"/>
                    </a:ext>
                  </a:extLst>
                </p14:cNvPr>
                <p14:cNvContentPartPr/>
                <p14:nvPr/>
              </p14:nvContentPartPr>
              <p14:xfrm>
                <a:off x="8607345" y="2133735"/>
                <a:ext cx="15840" cy="222480"/>
              </p14:xfrm>
            </p:contentPart>
          </mc:Choice>
          <mc:Fallback xmlns="">
            <p:pic>
              <p:nvPicPr>
                <p:cNvPr id="85" name="Ink 84">
                  <a:extLst>
                    <a:ext uri="{FF2B5EF4-FFF2-40B4-BE49-F238E27FC236}">
                      <a16:creationId xmlns:a16="http://schemas.microsoft.com/office/drawing/2014/main" id="{65643931-CC55-2DAD-EC28-B257798E29AA}"/>
                    </a:ext>
                  </a:extLst>
                </p:cNvPr>
                <p:cNvPicPr/>
                <p:nvPr/>
              </p:nvPicPr>
              <p:blipFill>
                <a:blip r:embed="rId135"/>
                <a:stretch>
                  <a:fillRect/>
                </a:stretch>
              </p:blipFill>
              <p:spPr>
                <a:xfrm>
                  <a:off x="8601225" y="2127615"/>
                  <a:ext cx="2808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6" name="Ink 85">
                  <a:extLst>
                    <a:ext uri="{FF2B5EF4-FFF2-40B4-BE49-F238E27FC236}">
                      <a16:creationId xmlns:a16="http://schemas.microsoft.com/office/drawing/2014/main" id="{F4844D76-B425-2F31-CCAF-D66020D9AECF}"/>
                    </a:ext>
                  </a:extLst>
                </p14:cNvPr>
                <p14:cNvContentPartPr/>
                <p14:nvPr/>
              </p14:nvContentPartPr>
              <p14:xfrm>
                <a:off x="8676465" y="2102415"/>
                <a:ext cx="49320" cy="51120"/>
              </p14:xfrm>
            </p:contentPart>
          </mc:Choice>
          <mc:Fallback xmlns="">
            <p:pic>
              <p:nvPicPr>
                <p:cNvPr id="86" name="Ink 85">
                  <a:extLst>
                    <a:ext uri="{FF2B5EF4-FFF2-40B4-BE49-F238E27FC236}">
                      <a16:creationId xmlns:a16="http://schemas.microsoft.com/office/drawing/2014/main" id="{F4844D76-B425-2F31-CCAF-D66020D9AECF}"/>
                    </a:ext>
                  </a:extLst>
                </p:cNvPr>
                <p:cNvPicPr/>
                <p:nvPr/>
              </p:nvPicPr>
              <p:blipFill>
                <a:blip r:embed="rId137"/>
                <a:stretch>
                  <a:fillRect/>
                </a:stretch>
              </p:blipFill>
              <p:spPr>
                <a:xfrm>
                  <a:off x="8670345" y="2096295"/>
                  <a:ext cx="615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7" name="Ink 86">
                  <a:extLst>
                    <a:ext uri="{FF2B5EF4-FFF2-40B4-BE49-F238E27FC236}">
                      <a16:creationId xmlns:a16="http://schemas.microsoft.com/office/drawing/2014/main" id="{8911BC01-308C-0D4F-48E1-51C2265B56FA}"/>
                    </a:ext>
                  </a:extLst>
                </p14:cNvPr>
                <p14:cNvContentPartPr/>
                <p14:nvPr/>
              </p14:nvContentPartPr>
              <p14:xfrm>
                <a:off x="8431665" y="2058495"/>
                <a:ext cx="753480" cy="72720"/>
              </p14:xfrm>
            </p:contentPart>
          </mc:Choice>
          <mc:Fallback xmlns="">
            <p:pic>
              <p:nvPicPr>
                <p:cNvPr id="87" name="Ink 86">
                  <a:extLst>
                    <a:ext uri="{FF2B5EF4-FFF2-40B4-BE49-F238E27FC236}">
                      <a16:creationId xmlns:a16="http://schemas.microsoft.com/office/drawing/2014/main" id="{8911BC01-308C-0D4F-48E1-51C2265B56FA}"/>
                    </a:ext>
                  </a:extLst>
                </p:cNvPr>
                <p:cNvPicPr/>
                <p:nvPr/>
              </p:nvPicPr>
              <p:blipFill>
                <a:blip r:embed="rId139"/>
                <a:stretch>
                  <a:fillRect/>
                </a:stretch>
              </p:blipFill>
              <p:spPr>
                <a:xfrm>
                  <a:off x="8425545" y="2052375"/>
                  <a:ext cx="76572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8" name="Ink 87">
                  <a:extLst>
                    <a:ext uri="{FF2B5EF4-FFF2-40B4-BE49-F238E27FC236}">
                      <a16:creationId xmlns:a16="http://schemas.microsoft.com/office/drawing/2014/main" id="{D8058426-B0BC-871F-4C89-1C197393FE02}"/>
                    </a:ext>
                  </a:extLst>
                </p14:cNvPr>
                <p14:cNvContentPartPr/>
                <p14:nvPr/>
              </p14:nvContentPartPr>
              <p14:xfrm>
                <a:off x="8949345" y="2215815"/>
                <a:ext cx="857880" cy="206280"/>
              </p14:xfrm>
            </p:contentPart>
          </mc:Choice>
          <mc:Fallback xmlns="">
            <p:pic>
              <p:nvPicPr>
                <p:cNvPr id="88" name="Ink 87">
                  <a:extLst>
                    <a:ext uri="{FF2B5EF4-FFF2-40B4-BE49-F238E27FC236}">
                      <a16:creationId xmlns:a16="http://schemas.microsoft.com/office/drawing/2014/main" id="{D8058426-B0BC-871F-4C89-1C197393FE02}"/>
                    </a:ext>
                  </a:extLst>
                </p:cNvPr>
                <p:cNvPicPr/>
                <p:nvPr/>
              </p:nvPicPr>
              <p:blipFill>
                <a:blip r:embed="rId141"/>
                <a:stretch>
                  <a:fillRect/>
                </a:stretch>
              </p:blipFill>
              <p:spPr>
                <a:xfrm>
                  <a:off x="8943225" y="2209695"/>
                  <a:ext cx="8701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9" name="Ink 88">
                  <a:extLst>
                    <a:ext uri="{FF2B5EF4-FFF2-40B4-BE49-F238E27FC236}">
                      <a16:creationId xmlns:a16="http://schemas.microsoft.com/office/drawing/2014/main" id="{44EFA7B5-2E8F-8876-5F7E-FAB0952012C2}"/>
                    </a:ext>
                  </a:extLst>
                </p14:cNvPr>
                <p14:cNvContentPartPr/>
                <p14:nvPr/>
              </p14:nvContentPartPr>
              <p14:xfrm>
                <a:off x="10342185" y="2050935"/>
                <a:ext cx="629640" cy="118080"/>
              </p14:xfrm>
            </p:contentPart>
          </mc:Choice>
          <mc:Fallback xmlns="">
            <p:pic>
              <p:nvPicPr>
                <p:cNvPr id="89" name="Ink 88">
                  <a:extLst>
                    <a:ext uri="{FF2B5EF4-FFF2-40B4-BE49-F238E27FC236}">
                      <a16:creationId xmlns:a16="http://schemas.microsoft.com/office/drawing/2014/main" id="{44EFA7B5-2E8F-8876-5F7E-FAB0952012C2}"/>
                    </a:ext>
                  </a:extLst>
                </p:cNvPr>
                <p:cNvPicPr/>
                <p:nvPr/>
              </p:nvPicPr>
              <p:blipFill>
                <a:blip r:embed="rId143"/>
                <a:stretch>
                  <a:fillRect/>
                </a:stretch>
              </p:blipFill>
              <p:spPr>
                <a:xfrm>
                  <a:off x="10336065" y="2044815"/>
                  <a:ext cx="6418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0" name="Ink 89">
                  <a:extLst>
                    <a:ext uri="{FF2B5EF4-FFF2-40B4-BE49-F238E27FC236}">
                      <a16:creationId xmlns:a16="http://schemas.microsoft.com/office/drawing/2014/main" id="{782DFDCB-9DA6-6726-95B3-E207E0848BBF}"/>
                    </a:ext>
                  </a:extLst>
                </p14:cNvPr>
                <p14:cNvContentPartPr/>
                <p14:nvPr/>
              </p14:nvContentPartPr>
              <p14:xfrm>
                <a:off x="11062185" y="1816215"/>
                <a:ext cx="274320" cy="457560"/>
              </p14:xfrm>
            </p:contentPart>
          </mc:Choice>
          <mc:Fallback xmlns="">
            <p:pic>
              <p:nvPicPr>
                <p:cNvPr id="90" name="Ink 89">
                  <a:extLst>
                    <a:ext uri="{FF2B5EF4-FFF2-40B4-BE49-F238E27FC236}">
                      <a16:creationId xmlns:a16="http://schemas.microsoft.com/office/drawing/2014/main" id="{782DFDCB-9DA6-6726-95B3-E207E0848BBF}"/>
                    </a:ext>
                  </a:extLst>
                </p:cNvPr>
                <p:cNvPicPr/>
                <p:nvPr/>
              </p:nvPicPr>
              <p:blipFill>
                <a:blip r:embed="rId145"/>
                <a:stretch>
                  <a:fillRect/>
                </a:stretch>
              </p:blipFill>
              <p:spPr>
                <a:xfrm>
                  <a:off x="11056065" y="1810095"/>
                  <a:ext cx="286560" cy="4698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1" name="Ink 90">
                  <a:extLst>
                    <a:ext uri="{FF2B5EF4-FFF2-40B4-BE49-F238E27FC236}">
                      <a16:creationId xmlns:a16="http://schemas.microsoft.com/office/drawing/2014/main" id="{36D13CFA-C8A4-C357-F307-3A10825D6035}"/>
                    </a:ext>
                  </a:extLst>
                </p14:cNvPr>
                <p14:cNvContentPartPr/>
                <p14:nvPr/>
              </p14:nvContentPartPr>
              <p14:xfrm>
                <a:off x="11157945" y="1920615"/>
                <a:ext cx="203760" cy="61200"/>
              </p14:xfrm>
            </p:contentPart>
          </mc:Choice>
          <mc:Fallback xmlns="">
            <p:pic>
              <p:nvPicPr>
                <p:cNvPr id="91" name="Ink 90">
                  <a:extLst>
                    <a:ext uri="{FF2B5EF4-FFF2-40B4-BE49-F238E27FC236}">
                      <a16:creationId xmlns:a16="http://schemas.microsoft.com/office/drawing/2014/main" id="{36D13CFA-C8A4-C357-F307-3A10825D6035}"/>
                    </a:ext>
                  </a:extLst>
                </p:cNvPr>
                <p:cNvPicPr/>
                <p:nvPr/>
              </p:nvPicPr>
              <p:blipFill>
                <a:blip r:embed="rId147"/>
                <a:stretch>
                  <a:fillRect/>
                </a:stretch>
              </p:blipFill>
              <p:spPr>
                <a:xfrm>
                  <a:off x="11151825" y="1914495"/>
                  <a:ext cx="2160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21CB9BE3-5DAF-845C-D46C-48FF864F9D4A}"/>
                    </a:ext>
                  </a:extLst>
                </p14:cNvPr>
                <p14:cNvContentPartPr/>
                <p14:nvPr/>
              </p14:nvContentPartPr>
              <p14:xfrm>
                <a:off x="11541705" y="1760415"/>
                <a:ext cx="112320" cy="280440"/>
              </p14:xfrm>
            </p:contentPart>
          </mc:Choice>
          <mc:Fallback xmlns="">
            <p:pic>
              <p:nvPicPr>
                <p:cNvPr id="92" name="Ink 91">
                  <a:extLst>
                    <a:ext uri="{FF2B5EF4-FFF2-40B4-BE49-F238E27FC236}">
                      <a16:creationId xmlns:a16="http://schemas.microsoft.com/office/drawing/2014/main" id="{21CB9BE3-5DAF-845C-D46C-48FF864F9D4A}"/>
                    </a:ext>
                  </a:extLst>
                </p:cNvPr>
                <p:cNvPicPr/>
                <p:nvPr/>
              </p:nvPicPr>
              <p:blipFill>
                <a:blip r:embed="rId149"/>
                <a:stretch>
                  <a:fillRect/>
                </a:stretch>
              </p:blipFill>
              <p:spPr>
                <a:xfrm>
                  <a:off x="11535585" y="1754295"/>
                  <a:ext cx="12456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3" name="Ink 92">
                  <a:extLst>
                    <a:ext uri="{FF2B5EF4-FFF2-40B4-BE49-F238E27FC236}">
                      <a16:creationId xmlns:a16="http://schemas.microsoft.com/office/drawing/2014/main" id="{A32B4374-ECF5-A258-D80E-2BED572425B1}"/>
                    </a:ext>
                  </a:extLst>
                </p14:cNvPr>
                <p14:cNvContentPartPr/>
                <p14:nvPr/>
              </p14:nvContentPartPr>
              <p14:xfrm>
                <a:off x="11742585" y="1805415"/>
                <a:ext cx="127800" cy="209880"/>
              </p14:xfrm>
            </p:contentPart>
          </mc:Choice>
          <mc:Fallback xmlns="">
            <p:pic>
              <p:nvPicPr>
                <p:cNvPr id="93" name="Ink 92">
                  <a:extLst>
                    <a:ext uri="{FF2B5EF4-FFF2-40B4-BE49-F238E27FC236}">
                      <a16:creationId xmlns:a16="http://schemas.microsoft.com/office/drawing/2014/main" id="{A32B4374-ECF5-A258-D80E-2BED572425B1}"/>
                    </a:ext>
                  </a:extLst>
                </p:cNvPr>
                <p:cNvPicPr/>
                <p:nvPr/>
              </p:nvPicPr>
              <p:blipFill>
                <a:blip r:embed="rId151"/>
                <a:stretch>
                  <a:fillRect/>
                </a:stretch>
              </p:blipFill>
              <p:spPr>
                <a:xfrm>
                  <a:off x="11736465" y="1799295"/>
                  <a:ext cx="14004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EC5C8F02-DF69-3DC2-6012-A1A83F100F9C}"/>
                    </a:ext>
                  </a:extLst>
                </p14:cNvPr>
                <p14:cNvContentPartPr/>
                <p14:nvPr/>
              </p14:nvContentPartPr>
              <p14:xfrm>
                <a:off x="11907465" y="1730535"/>
                <a:ext cx="52920" cy="96120"/>
              </p14:xfrm>
            </p:contentPart>
          </mc:Choice>
          <mc:Fallback xmlns="">
            <p:pic>
              <p:nvPicPr>
                <p:cNvPr id="94" name="Ink 93">
                  <a:extLst>
                    <a:ext uri="{FF2B5EF4-FFF2-40B4-BE49-F238E27FC236}">
                      <a16:creationId xmlns:a16="http://schemas.microsoft.com/office/drawing/2014/main" id="{EC5C8F02-DF69-3DC2-6012-A1A83F100F9C}"/>
                    </a:ext>
                  </a:extLst>
                </p:cNvPr>
                <p:cNvPicPr/>
                <p:nvPr/>
              </p:nvPicPr>
              <p:blipFill>
                <a:blip r:embed="rId153"/>
                <a:stretch>
                  <a:fillRect/>
                </a:stretch>
              </p:blipFill>
              <p:spPr>
                <a:xfrm>
                  <a:off x="11901345" y="1724415"/>
                  <a:ext cx="65160" cy="10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4">
            <p14:nvContentPartPr>
              <p14:cNvPr id="96" name="Ink 95">
                <a:extLst>
                  <a:ext uri="{FF2B5EF4-FFF2-40B4-BE49-F238E27FC236}">
                    <a16:creationId xmlns:a16="http://schemas.microsoft.com/office/drawing/2014/main" id="{50C2A06D-426F-F21A-58C6-268003C865BA}"/>
                  </a:ext>
                </a:extLst>
              </p14:cNvPr>
              <p14:cNvContentPartPr/>
              <p14:nvPr/>
            </p14:nvContentPartPr>
            <p14:xfrm>
              <a:off x="1085505" y="3694335"/>
              <a:ext cx="2289960" cy="197280"/>
            </p14:xfrm>
          </p:contentPart>
        </mc:Choice>
        <mc:Fallback xmlns="">
          <p:pic>
            <p:nvPicPr>
              <p:cNvPr id="96" name="Ink 95">
                <a:extLst>
                  <a:ext uri="{FF2B5EF4-FFF2-40B4-BE49-F238E27FC236}">
                    <a16:creationId xmlns:a16="http://schemas.microsoft.com/office/drawing/2014/main" id="{50C2A06D-426F-F21A-58C6-268003C865BA}"/>
                  </a:ext>
                </a:extLst>
              </p:cNvPr>
              <p:cNvPicPr/>
              <p:nvPr/>
            </p:nvPicPr>
            <p:blipFill>
              <a:blip r:embed="rId155"/>
              <a:stretch>
                <a:fillRect/>
              </a:stretch>
            </p:blipFill>
            <p:spPr>
              <a:xfrm>
                <a:off x="1079385" y="3688215"/>
                <a:ext cx="23022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7" name="Ink 96">
                <a:extLst>
                  <a:ext uri="{FF2B5EF4-FFF2-40B4-BE49-F238E27FC236}">
                    <a16:creationId xmlns:a16="http://schemas.microsoft.com/office/drawing/2014/main" id="{A763D5E0-87F3-2A86-DB15-77C41391BC87}"/>
                  </a:ext>
                </a:extLst>
              </p14:cNvPr>
              <p14:cNvContentPartPr/>
              <p14:nvPr/>
            </p14:nvContentPartPr>
            <p14:xfrm>
              <a:off x="1750785" y="4466175"/>
              <a:ext cx="1396080" cy="200520"/>
            </p14:xfrm>
          </p:contentPart>
        </mc:Choice>
        <mc:Fallback xmlns="">
          <p:pic>
            <p:nvPicPr>
              <p:cNvPr id="97" name="Ink 96">
                <a:extLst>
                  <a:ext uri="{FF2B5EF4-FFF2-40B4-BE49-F238E27FC236}">
                    <a16:creationId xmlns:a16="http://schemas.microsoft.com/office/drawing/2014/main" id="{A763D5E0-87F3-2A86-DB15-77C41391BC87}"/>
                  </a:ext>
                </a:extLst>
              </p:cNvPr>
              <p:cNvPicPr/>
              <p:nvPr/>
            </p:nvPicPr>
            <p:blipFill>
              <a:blip r:embed="rId157"/>
              <a:stretch>
                <a:fillRect/>
              </a:stretch>
            </p:blipFill>
            <p:spPr>
              <a:xfrm>
                <a:off x="1744665" y="4460055"/>
                <a:ext cx="140832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2FF89F76-8301-050C-54D8-0C51F59BB209}"/>
                  </a:ext>
                </a:extLst>
              </p14:cNvPr>
              <p14:cNvContentPartPr/>
              <p14:nvPr/>
            </p14:nvContentPartPr>
            <p14:xfrm>
              <a:off x="2510025" y="5288775"/>
              <a:ext cx="530640" cy="117720"/>
            </p14:xfrm>
          </p:contentPart>
        </mc:Choice>
        <mc:Fallback xmlns="">
          <p:pic>
            <p:nvPicPr>
              <p:cNvPr id="98" name="Ink 97">
                <a:extLst>
                  <a:ext uri="{FF2B5EF4-FFF2-40B4-BE49-F238E27FC236}">
                    <a16:creationId xmlns:a16="http://schemas.microsoft.com/office/drawing/2014/main" id="{2FF89F76-8301-050C-54D8-0C51F59BB209}"/>
                  </a:ext>
                </a:extLst>
              </p:cNvPr>
              <p:cNvPicPr/>
              <p:nvPr/>
            </p:nvPicPr>
            <p:blipFill>
              <a:blip r:embed="rId159"/>
              <a:stretch>
                <a:fillRect/>
              </a:stretch>
            </p:blipFill>
            <p:spPr>
              <a:xfrm>
                <a:off x="2503905" y="5282655"/>
                <a:ext cx="542880" cy="129960"/>
              </a:xfrm>
              <a:prstGeom prst="rect">
                <a:avLst/>
              </a:prstGeom>
            </p:spPr>
          </p:pic>
        </mc:Fallback>
      </mc:AlternateContent>
      <p:grpSp>
        <p:nvGrpSpPr>
          <p:cNvPr id="111" name="Group 110">
            <a:extLst>
              <a:ext uri="{FF2B5EF4-FFF2-40B4-BE49-F238E27FC236}">
                <a16:creationId xmlns:a16="http://schemas.microsoft.com/office/drawing/2014/main" id="{58C3CFC4-56DC-BF86-91BC-4ADD15B16464}"/>
              </a:ext>
            </a:extLst>
          </p:cNvPr>
          <p:cNvGrpSpPr/>
          <p:nvPr/>
        </p:nvGrpSpPr>
        <p:grpSpPr>
          <a:xfrm>
            <a:off x="3988905" y="2961015"/>
            <a:ext cx="4926600" cy="1701360"/>
            <a:chOff x="3988905" y="2961015"/>
            <a:chExt cx="4926600" cy="1701360"/>
          </a:xfrm>
        </p:grpSpPr>
        <mc:AlternateContent xmlns:mc="http://schemas.openxmlformats.org/markup-compatibility/2006" xmlns:p14="http://schemas.microsoft.com/office/powerpoint/2010/main">
          <mc:Choice Requires="p14">
            <p:contentPart p14:bwMode="auto" r:id="rId160">
              <p14:nvContentPartPr>
                <p14:cNvPr id="105" name="Ink 104">
                  <a:extLst>
                    <a:ext uri="{FF2B5EF4-FFF2-40B4-BE49-F238E27FC236}">
                      <a16:creationId xmlns:a16="http://schemas.microsoft.com/office/drawing/2014/main" id="{942F1E3F-58F0-BB87-CCF4-BE8D2A901CA5}"/>
                    </a:ext>
                  </a:extLst>
                </p14:cNvPr>
                <p14:cNvContentPartPr/>
                <p14:nvPr/>
              </p14:nvContentPartPr>
              <p14:xfrm>
                <a:off x="7602945" y="3909255"/>
                <a:ext cx="20880" cy="18720"/>
              </p14:xfrm>
            </p:contentPart>
          </mc:Choice>
          <mc:Fallback xmlns="">
            <p:pic>
              <p:nvPicPr>
                <p:cNvPr id="105" name="Ink 104">
                  <a:extLst>
                    <a:ext uri="{FF2B5EF4-FFF2-40B4-BE49-F238E27FC236}">
                      <a16:creationId xmlns:a16="http://schemas.microsoft.com/office/drawing/2014/main" id="{942F1E3F-58F0-BB87-CCF4-BE8D2A901CA5}"/>
                    </a:ext>
                  </a:extLst>
                </p:cNvPr>
                <p:cNvPicPr/>
                <p:nvPr/>
              </p:nvPicPr>
              <p:blipFill>
                <a:blip r:embed="rId161"/>
                <a:stretch>
                  <a:fillRect/>
                </a:stretch>
              </p:blipFill>
              <p:spPr>
                <a:xfrm>
                  <a:off x="7596825" y="3903135"/>
                  <a:ext cx="331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2" name="Ink 101">
                  <a:extLst>
                    <a:ext uri="{FF2B5EF4-FFF2-40B4-BE49-F238E27FC236}">
                      <a16:creationId xmlns:a16="http://schemas.microsoft.com/office/drawing/2014/main" id="{C24B82BA-E83F-C28D-5695-5A542FAF75D9}"/>
                    </a:ext>
                  </a:extLst>
                </p14:cNvPr>
                <p14:cNvContentPartPr/>
                <p14:nvPr/>
              </p14:nvContentPartPr>
              <p14:xfrm>
                <a:off x="5165025" y="3095655"/>
                <a:ext cx="355680" cy="52920"/>
              </p14:xfrm>
            </p:contentPart>
          </mc:Choice>
          <mc:Fallback xmlns="">
            <p:pic>
              <p:nvPicPr>
                <p:cNvPr id="102" name="Ink 101">
                  <a:extLst>
                    <a:ext uri="{FF2B5EF4-FFF2-40B4-BE49-F238E27FC236}">
                      <a16:creationId xmlns:a16="http://schemas.microsoft.com/office/drawing/2014/main" id="{C24B82BA-E83F-C28D-5695-5A542FAF75D9}"/>
                    </a:ext>
                  </a:extLst>
                </p:cNvPr>
                <p:cNvPicPr/>
                <p:nvPr/>
              </p:nvPicPr>
              <p:blipFill>
                <a:blip r:embed="rId163"/>
                <a:stretch>
                  <a:fillRect/>
                </a:stretch>
              </p:blipFill>
              <p:spPr>
                <a:xfrm>
                  <a:off x="5158905" y="3089535"/>
                  <a:ext cx="3679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1258CA82-5D28-7D85-5375-75B96C6B7010}"/>
                    </a:ext>
                  </a:extLst>
                </p14:cNvPr>
                <p14:cNvContentPartPr/>
                <p14:nvPr/>
              </p14:nvContentPartPr>
              <p14:xfrm>
                <a:off x="4438185" y="3605055"/>
                <a:ext cx="350280" cy="772200"/>
              </p14:xfrm>
            </p:contentPart>
          </mc:Choice>
          <mc:Fallback xmlns="">
            <p:pic>
              <p:nvPicPr>
                <p:cNvPr id="99" name="Ink 98">
                  <a:extLst>
                    <a:ext uri="{FF2B5EF4-FFF2-40B4-BE49-F238E27FC236}">
                      <a16:creationId xmlns:a16="http://schemas.microsoft.com/office/drawing/2014/main" id="{1258CA82-5D28-7D85-5375-75B96C6B7010}"/>
                    </a:ext>
                  </a:extLst>
                </p:cNvPr>
                <p:cNvPicPr/>
                <p:nvPr/>
              </p:nvPicPr>
              <p:blipFill>
                <a:blip r:embed="rId165"/>
                <a:stretch>
                  <a:fillRect/>
                </a:stretch>
              </p:blipFill>
              <p:spPr>
                <a:xfrm>
                  <a:off x="4432065" y="3598935"/>
                  <a:ext cx="362520" cy="7844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A7D140ED-3CEA-D14F-0130-AB45AE71284A}"/>
                    </a:ext>
                  </a:extLst>
                </p14:cNvPr>
                <p14:cNvContentPartPr/>
                <p14:nvPr/>
              </p14:nvContentPartPr>
              <p14:xfrm>
                <a:off x="4591185" y="3890535"/>
                <a:ext cx="386640" cy="103320"/>
              </p14:xfrm>
            </p:contentPart>
          </mc:Choice>
          <mc:Fallback xmlns="">
            <p:pic>
              <p:nvPicPr>
                <p:cNvPr id="100" name="Ink 99">
                  <a:extLst>
                    <a:ext uri="{FF2B5EF4-FFF2-40B4-BE49-F238E27FC236}">
                      <a16:creationId xmlns:a16="http://schemas.microsoft.com/office/drawing/2014/main" id="{A7D140ED-3CEA-D14F-0130-AB45AE71284A}"/>
                    </a:ext>
                  </a:extLst>
                </p:cNvPr>
                <p:cNvPicPr/>
                <p:nvPr/>
              </p:nvPicPr>
              <p:blipFill>
                <a:blip r:embed="rId167"/>
                <a:stretch>
                  <a:fillRect/>
                </a:stretch>
              </p:blipFill>
              <p:spPr>
                <a:xfrm>
                  <a:off x="4585065" y="3884415"/>
                  <a:ext cx="39888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894476D8-2985-3A87-1298-2F29D3E97923}"/>
                    </a:ext>
                  </a:extLst>
                </p14:cNvPr>
                <p14:cNvContentPartPr/>
                <p14:nvPr/>
              </p14:nvContentPartPr>
              <p14:xfrm>
                <a:off x="5166105" y="3601095"/>
                <a:ext cx="696960" cy="468360"/>
              </p14:xfrm>
            </p:contentPart>
          </mc:Choice>
          <mc:Fallback xmlns="">
            <p:pic>
              <p:nvPicPr>
                <p:cNvPr id="101" name="Ink 100">
                  <a:extLst>
                    <a:ext uri="{FF2B5EF4-FFF2-40B4-BE49-F238E27FC236}">
                      <a16:creationId xmlns:a16="http://schemas.microsoft.com/office/drawing/2014/main" id="{894476D8-2985-3A87-1298-2F29D3E97923}"/>
                    </a:ext>
                  </a:extLst>
                </p:cNvPr>
                <p:cNvPicPr/>
                <p:nvPr/>
              </p:nvPicPr>
              <p:blipFill>
                <a:blip r:embed="rId169"/>
                <a:stretch>
                  <a:fillRect/>
                </a:stretch>
              </p:blipFill>
              <p:spPr>
                <a:xfrm>
                  <a:off x="5159985" y="3594975"/>
                  <a:ext cx="70920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3" name="Ink 102">
                  <a:extLst>
                    <a:ext uri="{FF2B5EF4-FFF2-40B4-BE49-F238E27FC236}">
                      <a16:creationId xmlns:a16="http://schemas.microsoft.com/office/drawing/2014/main" id="{30B25012-356C-3BAD-F599-9937DE7E93E6}"/>
                    </a:ext>
                  </a:extLst>
                </p14:cNvPr>
                <p14:cNvContentPartPr/>
                <p14:nvPr/>
              </p14:nvContentPartPr>
              <p14:xfrm>
                <a:off x="6216585" y="3404175"/>
                <a:ext cx="374040" cy="839880"/>
              </p14:xfrm>
            </p:contentPart>
          </mc:Choice>
          <mc:Fallback xmlns="">
            <p:pic>
              <p:nvPicPr>
                <p:cNvPr id="103" name="Ink 102">
                  <a:extLst>
                    <a:ext uri="{FF2B5EF4-FFF2-40B4-BE49-F238E27FC236}">
                      <a16:creationId xmlns:a16="http://schemas.microsoft.com/office/drawing/2014/main" id="{30B25012-356C-3BAD-F599-9937DE7E93E6}"/>
                    </a:ext>
                  </a:extLst>
                </p:cNvPr>
                <p:cNvPicPr/>
                <p:nvPr/>
              </p:nvPicPr>
              <p:blipFill>
                <a:blip r:embed="rId171"/>
                <a:stretch>
                  <a:fillRect/>
                </a:stretch>
              </p:blipFill>
              <p:spPr>
                <a:xfrm>
                  <a:off x="6210465" y="3398055"/>
                  <a:ext cx="386280" cy="8521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CACDA38A-2B67-2542-E56D-751B875AC07F}"/>
                    </a:ext>
                  </a:extLst>
                </p14:cNvPr>
                <p14:cNvContentPartPr/>
                <p14:nvPr/>
              </p14:nvContentPartPr>
              <p14:xfrm>
                <a:off x="3988905" y="2961015"/>
                <a:ext cx="2698560" cy="1701360"/>
              </p14:xfrm>
            </p:contentPart>
          </mc:Choice>
          <mc:Fallback xmlns="">
            <p:pic>
              <p:nvPicPr>
                <p:cNvPr id="106" name="Ink 105">
                  <a:extLst>
                    <a:ext uri="{FF2B5EF4-FFF2-40B4-BE49-F238E27FC236}">
                      <a16:creationId xmlns:a16="http://schemas.microsoft.com/office/drawing/2014/main" id="{CACDA38A-2B67-2542-E56D-751B875AC07F}"/>
                    </a:ext>
                  </a:extLst>
                </p:cNvPr>
                <p:cNvPicPr/>
                <p:nvPr/>
              </p:nvPicPr>
              <p:blipFill>
                <a:blip r:embed="rId173"/>
                <a:stretch>
                  <a:fillRect/>
                </a:stretch>
              </p:blipFill>
              <p:spPr>
                <a:xfrm>
                  <a:off x="3982785" y="2954895"/>
                  <a:ext cx="2710800" cy="17136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8" name="Ink 107">
                  <a:extLst>
                    <a:ext uri="{FF2B5EF4-FFF2-40B4-BE49-F238E27FC236}">
                      <a16:creationId xmlns:a16="http://schemas.microsoft.com/office/drawing/2014/main" id="{6E44D213-D657-9DE7-2E9E-EF1A58BBE501}"/>
                    </a:ext>
                  </a:extLst>
                </p14:cNvPr>
                <p14:cNvContentPartPr/>
                <p14:nvPr/>
              </p14:nvContentPartPr>
              <p14:xfrm>
                <a:off x="6984825" y="3781815"/>
                <a:ext cx="1279440" cy="223560"/>
              </p14:xfrm>
            </p:contentPart>
          </mc:Choice>
          <mc:Fallback xmlns="">
            <p:pic>
              <p:nvPicPr>
                <p:cNvPr id="108" name="Ink 107">
                  <a:extLst>
                    <a:ext uri="{FF2B5EF4-FFF2-40B4-BE49-F238E27FC236}">
                      <a16:creationId xmlns:a16="http://schemas.microsoft.com/office/drawing/2014/main" id="{6E44D213-D657-9DE7-2E9E-EF1A58BBE501}"/>
                    </a:ext>
                  </a:extLst>
                </p:cNvPr>
                <p:cNvPicPr/>
                <p:nvPr/>
              </p:nvPicPr>
              <p:blipFill>
                <a:blip r:embed="rId175"/>
                <a:stretch>
                  <a:fillRect/>
                </a:stretch>
              </p:blipFill>
              <p:spPr>
                <a:xfrm>
                  <a:off x="6978705" y="3775695"/>
                  <a:ext cx="129168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9" name="Ink 108">
                  <a:extLst>
                    <a:ext uri="{FF2B5EF4-FFF2-40B4-BE49-F238E27FC236}">
                      <a16:creationId xmlns:a16="http://schemas.microsoft.com/office/drawing/2014/main" id="{303B9F58-B9EA-2953-1446-9321F8C45B2B}"/>
                    </a:ext>
                  </a:extLst>
                </p14:cNvPr>
                <p14:cNvContentPartPr/>
                <p14:nvPr/>
              </p14:nvContentPartPr>
              <p14:xfrm>
                <a:off x="8174625" y="3315615"/>
                <a:ext cx="324000" cy="764640"/>
              </p14:xfrm>
            </p:contentPart>
          </mc:Choice>
          <mc:Fallback xmlns="">
            <p:pic>
              <p:nvPicPr>
                <p:cNvPr id="109" name="Ink 108">
                  <a:extLst>
                    <a:ext uri="{FF2B5EF4-FFF2-40B4-BE49-F238E27FC236}">
                      <a16:creationId xmlns:a16="http://schemas.microsoft.com/office/drawing/2014/main" id="{303B9F58-B9EA-2953-1446-9321F8C45B2B}"/>
                    </a:ext>
                  </a:extLst>
                </p:cNvPr>
                <p:cNvPicPr/>
                <p:nvPr/>
              </p:nvPicPr>
              <p:blipFill>
                <a:blip r:embed="rId177"/>
                <a:stretch>
                  <a:fillRect/>
                </a:stretch>
              </p:blipFill>
              <p:spPr>
                <a:xfrm>
                  <a:off x="8168505" y="3309495"/>
                  <a:ext cx="336240" cy="7768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E36D8485-655D-32C1-3F78-624C58704099}"/>
                    </a:ext>
                  </a:extLst>
                </p14:cNvPr>
                <p14:cNvContentPartPr/>
                <p14:nvPr/>
              </p14:nvContentPartPr>
              <p14:xfrm>
                <a:off x="8856825" y="3871095"/>
                <a:ext cx="58680" cy="68400"/>
              </p14:xfrm>
            </p:contentPart>
          </mc:Choice>
          <mc:Fallback xmlns="">
            <p:pic>
              <p:nvPicPr>
                <p:cNvPr id="110" name="Ink 109">
                  <a:extLst>
                    <a:ext uri="{FF2B5EF4-FFF2-40B4-BE49-F238E27FC236}">
                      <a16:creationId xmlns:a16="http://schemas.microsoft.com/office/drawing/2014/main" id="{E36D8485-655D-32C1-3F78-624C58704099}"/>
                    </a:ext>
                  </a:extLst>
                </p:cNvPr>
                <p:cNvPicPr/>
                <p:nvPr/>
              </p:nvPicPr>
              <p:blipFill>
                <a:blip r:embed="rId179"/>
                <a:stretch>
                  <a:fillRect/>
                </a:stretch>
              </p:blipFill>
              <p:spPr>
                <a:xfrm>
                  <a:off x="8850705" y="3864975"/>
                  <a:ext cx="70920" cy="80640"/>
                </a:xfrm>
                <a:prstGeom prst="rect">
                  <a:avLst/>
                </a:prstGeom>
              </p:spPr>
            </p:pic>
          </mc:Fallback>
        </mc:AlternateContent>
      </p:grpSp>
      <p:grpSp>
        <p:nvGrpSpPr>
          <p:cNvPr id="118" name="Group 117">
            <a:extLst>
              <a:ext uri="{FF2B5EF4-FFF2-40B4-BE49-F238E27FC236}">
                <a16:creationId xmlns:a16="http://schemas.microsoft.com/office/drawing/2014/main" id="{A83569C9-FAF4-835C-40CC-9AF6D3497A52}"/>
              </a:ext>
            </a:extLst>
          </p:cNvPr>
          <p:cNvGrpSpPr/>
          <p:nvPr/>
        </p:nvGrpSpPr>
        <p:grpSpPr>
          <a:xfrm>
            <a:off x="9620025" y="3070455"/>
            <a:ext cx="839520" cy="478800"/>
            <a:chOff x="9620025" y="3070455"/>
            <a:chExt cx="839520" cy="478800"/>
          </a:xfrm>
        </p:grpSpPr>
        <mc:AlternateContent xmlns:mc="http://schemas.openxmlformats.org/markup-compatibility/2006" xmlns:p14="http://schemas.microsoft.com/office/powerpoint/2010/main">
          <mc:Choice Requires="p14">
            <p:contentPart p14:bwMode="auto" r:id="rId180">
              <p14:nvContentPartPr>
                <p14:cNvPr id="112" name="Ink 111">
                  <a:extLst>
                    <a:ext uri="{FF2B5EF4-FFF2-40B4-BE49-F238E27FC236}">
                      <a16:creationId xmlns:a16="http://schemas.microsoft.com/office/drawing/2014/main" id="{CC5FD17A-9803-0E1D-CAAE-68F0E326AC71}"/>
                    </a:ext>
                  </a:extLst>
                </p14:cNvPr>
                <p14:cNvContentPartPr/>
                <p14:nvPr/>
              </p14:nvContentPartPr>
              <p14:xfrm>
                <a:off x="9620025" y="3070455"/>
                <a:ext cx="313920" cy="478800"/>
              </p14:xfrm>
            </p:contentPart>
          </mc:Choice>
          <mc:Fallback xmlns="">
            <p:pic>
              <p:nvPicPr>
                <p:cNvPr id="112" name="Ink 111">
                  <a:extLst>
                    <a:ext uri="{FF2B5EF4-FFF2-40B4-BE49-F238E27FC236}">
                      <a16:creationId xmlns:a16="http://schemas.microsoft.com/office/drawing/2014/main" id="{CC5FD17A-9803-0E1D-CAAE-68F0E326AC71}"/>
                    </a:ext>
                  </a:extLst>
                </p:cNvPr>
                <p:cNvPicPr/>
                <p:nvPr/>
              </p:nvPicPr>
              <p:blipFill>
                <a:blip r:embed="rId181"/>
                <a:stretch>
                  <a:fillRect/>
                </a:stretch>
              </p:blipFill>
              <p:spPr>
                <a:xfrm>
                  <a:off x="9613905" y="3064335"/>
                  <a:ext cx="326160" cy="4910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3" name="Ink 112">
                  <a:extLst>
                    <a:ext uri="{FF2B5EF4-FFF2-40B4-BE49-F238E27FC236}">
                      <a16:creationId xmlns:a16="http://schemas.microsoft.com/office/drawing/2014/main" id="{CE813500-CDA5-82D9-4FAD-4631FC8E38A1}"/>
                    </a:ext>
                  </a:extLst>
                </p14:cNvPr>
                <p14:cNvContentPartPr/>
                <p14:nvPr/>
              </p14:nvContentPartPr>
              <p14:xfrm>
                <a:off x="9927825" y="3284295"/>
                <a:ext cx="531720" cy="162720"/>
              </p14:xfrm>
            </p:contentPart>
          </mc:Choice>
          <mc:Fallback xmlns="">
            <p:pic>
              <p:nvPicPr>
                <p:cNvPr id="113" name="Ink 112">
                  <a:extLst>
                    <a:ext uri="{FF2B5EF4-FFF2-40B4-BE49-F238E27FC236}">
                      <a16:creationId xmlns:a16="http://schemas.microsoft.com/office/drawing/2014/main" id="{CE813500-CDA5-82D9-4FAD-4631FC8E38A1}"/>
                    </a:ext>
                  </a:extLst>
                </p:cNvPr>
                <p:cNvPicPr/>
                <p:nvPr/>
              </p:nvPicPr>
              <p:blipFill>
                <a:blip r:embed="rId183"/>
                <a:stretch>
                  <a:fillRect/>
                </a:stretch>
              </p:blipFill>
              <p:spPr>
                <a:xfrm>
                  <a:off x="9921705" y="3278175"/>
                  <a:ext cx="543960" cy="174960"/>
                </a:xfrm>
                <a:prstGeom prst="rect">
                  <a:avLst/>
                </a:prstGeom>
              </p:spPr>
            </p:pic>
          </mc:Fallback>
        </mc:AlternateContent>
      </p:grpSp>
      <p:grpSp>
        <p:nvGrpSpPr>
          <p:cNvPr id="117" name="Group 116">
            <a:extLst>
              <a:ext uri="{FF2B5EF4-FFF2-40B4-BE49-F238E27FC236}">
                <a16:creationId xmlns:a16="http://schemas.microsoft.com/office/drawing/2014/main" id="{9BF26492-7FCC-B0F2-5CD2-3E2325FC4816}"/>
              </a:ext>
            </a:extLst>
          </p:cNvPr>
          <p:cNvGrpSpPr/>
          <p:nvPr/>
        </p:nvGrpSpPr>
        <p:grpSpPr>
          <a:xfrm>
            <a:off x="10892625" y="3122295"/>
            <a:ext cx="831240" cy="145440"/>
            <a:chOff x="10892625" y="3122295"/>
            <a:chExt cx="831240" cy="145440"/>
          </a:xfrm>
        </p:grpSpPr>
        <mc:AlternateContent xmlns:mc="http://schemas.openxmlformats.org/markup-compatibility/2006" xmlns:p14="http://schemas.microsoft.com/office/powerpoint/2010/main">
          <mc:Choice Requires="p14">
            <p:contentPart p14:bwMode="auto" r:id="rId184">
              <p14:nvContentPartPr>
                <p14:cNvPr id="114" name="Ink 113">
                  <a:extLst>
                    <a:ext uri="{FF2B5EF4-FFF2-40B4-BE49-F238E27FC236}">
                      <a16:creationId xmlns:a16="http://schemas.microsoft.com/office/drawing/2014/main" id="{9A106A37-56FE-1D76-153E-0C68014DB396}"/>
                    </a:ext>
                  </a:extLst>
                </p14:cNvPr>
                <p14:cNvContentPartPr/>
                <p14:nvPr/>
              </p14:nvContentPartPr>
              <p14:xfrm>
                <a:off x="10892625" y="3207615"/>
                <a:ext cx="6120" cy="11520"/>
              </p14:xfrm>
            </p:contentPart>
          </mc:Choice>
          <mc:Fallback xmlns="">
            <p:pic>
              <p:nvPicPr>
                <p:cNvPr id="114" name="Ink 113">
                  <a:extLst>
                    <a:ext uri="{FF2B5EF4-FFF2-40B4-BE49-F238E27FC236}">
                      <a16:creationId xmlns:a16="http://schemas.microsoft.com/office/drawing/2014/main" id="{9A106A37-56FE-1D76-153E-0C68014DB396}"/>
                    </a:ext>
                  </a:extLst>
                </p:cNvPr>
                <p:cNvPicPr/>
                <p:nvPr/>
              </p:nvPicPr>
              <p:blipFill>
                <a:blip r:embed="rId185"/>
                <a:stretch>
                  <a:fillRect/>
                </a:stretch>
              </p:blipFill>
              <p:spPr>
                <a:xfrm>
                  <a:off x="10886505" y="3201495"/>
                  <a:ext cx="183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5" name="Ink 114">
                  <a:extLst>
                    <a:ext uri="{FF2B5EF4-FFF2-40B4-BE49-F238E27FC236}">
                      <a16:creationId xmlns:a16="http://schemas.microsoft.com/office/drawing/2014/main" id="{D3AA3713-343B-C89A-F7AF-F92F451D6A84}"/>
                    </a:ext>
                  </a:extLst>
                </p14:cNvPr>
                <p14:cNvContentPartPr/>
                <p14:nvPr/>
              </p14:nvContentPartPr>
              <p14:xfrm>
                <a:off x="10944105" y="3122295"/>
                <a:ext cx="247320" cy="80640"/>
              </p14:xfrm>
            </p:contentPart>
          </mc:Choice>
          <mc:Fallback xmlns="">
            <p:pic>
              <p:nvPicPr>
                <p:cNvPr id="115" name="Ink 114">
                  <a:extLst>
                    <a:ext uri="{FF2B5EF4-FFF2-40B4-BE49-F238E27FC236}">
                      <a16:creationId xmlns:a16="http://schemas.microsoft.com/office/drawing/2014/main" id="{D3AA3713-343B-C89A-F7AF-F92F451D6A84}"/>
                    </a:ext>
                  </a:extLst>
                </p:cNvPr>
                <p:cNvPicPr/>
                <p:nvPr/>
              </p:nvPicPr>
              <p:blipFill>
                <a:blip r:embed="rId187"/>
                <a:stretch>
                  <a:fillRect/>
                </a:stretch>
              </p:blipFill>
              <p:spPr>
                <a:xfrm>
                  <a:off x="10937985" y="3116175"/>
                  <a:ext cx="25956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6" name="Ink 115">
                  <a:extLst>
                    <a:ext uri="{FF2B5EF4-FFF2-40B4-BE49-F238E27FC236}">
                      <a16:creationId xmlns:a16="http://schemas.microsoft.com/office/drawing/2014/main" id="{F550D71D-8628-6F0B-36E3-A11E7AB8FCFE}"/>
                    </a:ext>
                  </a:extLst>
                </p14:cNvPr>
                <p14:cNvContentPartPr/>
                <p14:nvPr/>
              </p14:nvContentPartPr>
              <p14:xfrm>
                <a:off x="11353065" y="3197535"/>
                <a:ext cx="370800" cy="70200"/>
              </p14:xfrm>
            </p:contentPart>
          </mc:Choice>
          <mc:Fallback xmlns="">
            <p:pic>
              <p:nvPicPr>
                <p:cNvPr id="116" name="Ink 115">
                  <a:extLst>
                    <a:ext uri="{FF2B5EF4-FFF2-40B4-BE49-F238E27FC236}">
                      <a16:creationId xmlns:a16="http://schemas.microsoft.com/office/drawing/2014/main" id="{F550D71D-8628-6F0B-36E3-A11E7AB8FCFE}"/>
                    </a:ext>
                  </a:extLst>
                </p:cNvPr>
                <p:cNvPicPr/>
                <p:nvPr/>
              </p:nvPicPr>
              <p:blipFill>
                <a:blip r:embed="rId189"/>
                <a:stretch>
                  <a:fillRect/>
                </a:stretch>
              </p:blipFill>
              <p:spPr>
                <a:xfrm>
                  <a:off x="11346945" y="3191415"/>
                  <a:ext cx="383040" cy="82440"/>
                </a:xfrm>
                <a:prstGeom prst="rect">
                  <a:avLst/>
                </a:prstGeom>
              </p:spPr>
            </p:pic>
          </mc:Fallback>
        </mc:AlternateContent>
      </p:grpSp>
      <p:grpSp>
        <p:nvGrpSpPr>
          <p:cNvPr id="128" name="Group 127">
            <a:extLst>
              <a:ext uri="{FF2B5EF4-FFF2-40B4-BE49-F238E27FC236}">
                <a16:creationId xmlns:a16="http://schemas.microsoft.com/office/drawing/2014/main" id="{1B651433-FE60-4B3F-F95D-7EA705BD34D7}"/>
              </a:ext>
            </a:extLst>
          </p:cNvPr>
          <p:cNvGrpSpPr/>
          <p:nvPr/>
        </p:nvGrpSpPr>
        <p:grpSpPr>
          <a:xfrm>
            <a:off x="586545" y="5041815"/>
            <a:ext cx="2803680" cy="934200"/>
            <a:chOff x="586545" y="5041815"/>
            <a:chExt cx="2803680" cy="934200"/>
          </a:xfrm>
        </p:grpSpPr>
        <mc:AlternateContent xmlns:mc="http://schemas.openxmlformats.org/markup-compatibility/2006" xmlns:p14="http://schemas.microsoft.com/office/powerpoint/2010/main">
          <mc:Choice Requires="p14">
            <p:contentPart p14:bwMode="auto" r:id="rId190">
              <p14:nvContentPartPr>
                <p14:cNvPr id="119" name="Ink 118">
                  <a:extLst>
                    <a:ext uri="{FF2B5EF4-FFF2-40B4-BE49-F238E27FC236}">
                      <a16:creationId xmlns:a16="http://schemas.microsoft.com/office/drawing/2014/main" id="{95B6A912-4861-FA3D-60F5-7BFEC20A5F02}"/>
                    </a:ext>
                  </a:extLst>
                </p14:cNvPr>
                <p14:cNvContentPartPr/>
                <p14:nvPr/>
              </p14:nvContentPartPr>
              <p14:xfrm>
                <a:off x="897225" y="5210655"/>
                <a:ext cx="90720" cy="202680"/>
              </p14:xfrm>
            </p:contentPart>
          </mc:Choice>
          <mc:Fallback xmlns="">
            <p:pic>
              <p:nvPicPr>
                <p:cNvPr id="119" name="Ink 118">
                  <a:extLst>
                    <a:ext uri="{FF2B5EF4-FFF2-40B4-BE49-F238E27FC236}">
                      <a16:creationId xmlns:a16="http://schemas.microsoft.com/office/drawing/2014/main" id="{95B6A912-4861-FA3D-60F5-7BFEC20A5F02}"/>
                    </a:ext>
                  </a:extLst>
                </p:cNvPr>
                <p:cNvPicPr/>
                <p:nvPr/>
              </p:nvPicPr>
              <p:blipFill>
                <a:blip r:embed="rId191"/>
                <a:stretch>
                  <a:fillRect/>
                </a:stretch>
              </p:blipFill>
              <p:spPr>
                <a:xfrm>
                  <a:off x="891105" y="5204535"/>
                  <a:ext cx="1029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0" name="Ink 119">
                  <a:extLst>
                    <a:ext uri="{FF2B5EF4-FFF2-40B4-BE49-F238E27FC236}">
                      <a16:creationId xmlns:a16="http://schemas.microsoft.com/office/drawing/2014/main" id="{1DA2C7A4-7862-26A8-2842-267ADC10DA2D}"/>
                    </a:ext>
                  </a:extLst>
                </p14:cNvPr>
                <p14:cNvContentPartPr/>
                <p14:nvPr/>
              </p14:nvContentPartPr>
              <p14:xfrm>
                <a:off x="586545" y="5046135"/>
                <a:ext cx="543240" cy="654120"/>
              </p14:xfrm>
            </p:contentPart>
          </mc:Choice>
          <mc:Fallback xmlns="">
            <p:pic>
              <p:nvPicPr>
                <p:cNvPr id="120" name="Ink 119">
                  <a:extLst>
                    <a:ext uri="{FF2B5EF4-FFF2-40B4-BE49-F238E27FC236}">
                      <a16:creationId xmlns:a16="http://schemas.microsoft.com/office/drawing/2014/main" id="{1DA2C7A4-7862-26A8-2842-267ADC10DA2D}"/>
                    </a:ext>
                  </a:extLst>
                </p:cNvPr>
                <p:cNvPicPr/>
                <p:nvPr/>
              </p:nvPicPr>
              <p:blipFill>
                <a:blip r:embed="rId193"/>
                <a:stretch>
                  <a:fillRect/>
                </a:stretch>
              </p:blipFill>
              <p:spPr>
                <a:xfrm>
                  <a:off x="580425" y="5040015"/>
                  <a:ext cx="555480" cy="6663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1" name="Ink 120">
                  <a:extLst>
                    <a:ext uri="{FF2B5EF4-FFF2-40B4-BE49-F238E27FC236}">
                      <a16:creationId xmlns:a16="http://schemas.microsoft.com/office/drawing/2014/main" id="{73A1390A-2D75-2DEC-AE16-90172AA815D2}"/>
                    </a:ext>
                  </a:extLst>
                </p14:cNvPr>
                <p14:cNvContentPartPr/>
                <p14:nvPr/>
              </p14:nvContentPartPr>
              <p14:xfrm>
                <a:off x="1407345" y="5159175"/>
                <a:ext cx="141840" cy="391320"/>
              </p14:xfrm>
            </p:contentPart>
          </mc:Choice>
          <mc:Fallback xmlns="">
            <p:pic>
              <p:nvPicPr>
                <p:cNvPr id="121" name="Ink 120">
                  <a:extLst>
                    <a:ext uri="{FF2B5EF4-FFF2-40B4-BE49-F238E27FC236}">
                      <a16:creationId xmlns:a16="http://schemas.microsoft.com/office/drawing/2014/main" id="{73A1390A-2D75-2DEC-AE16-90172AA815D2}"/>
                    </a:ext>
                  </a:extLst>
                </p:cNvPr>
                <p:cNvPicPr/>
                <p:nvPr/>
              </p:nvPicPr>
              <p:blipFill>
                <a:blip r:embed="rId195"/>
                <a:stretch>
                  <a:fillRect/>
                </a:stretch>
              </p:blipFill>
              <p:spPr>
                <a:xfrm>
                  <a:off x="1401225" y="5153055"/>
                  <a:ext cx="15408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2" name="Ink 121">
                  <a:extLst>
                    <a:ext uri="{FF2B5EF4-FFF2-40B4-BE49-F238E27FC236}">
                      <a16:creationId xmlns:a16="http://schemas.microsoft.com/office/drawing/2014/main" id="{F889159F-D957-53B7-CBCA-C5288591E323}"/>
                    </a:ext>
                  </a:extLst>
                </p14:cNvPr>
                <p14:cNvContentPartPr/>
                <p14:nvPr/>
              </p14:nvContentPartPr>
              <p14:xfrm>
                <a:off x="1724505" y="5277255"/>
                <a:ext cx="138240" cy="334080"/>
              </p14:xfrm>
            </p:contentPart>
          </mc:Choice>
          <mc:Fallback xmlns="">
            <p:pic>
              <p:nvPicPr>
                <p:cNvPr id="122" name="Ink 121">
                  <a:extLst>
                    <a:ext uri="{FF2B5EF4-FFF2-40B4-BE49-F238E27FC236}">
                      <a16:creationId xmlns:a16="http://schemas.microsoft.com/office/drawing/2014/main" id="{F889159F-D957-53B7-CBCA-C5288591E323}"/>
                    </a:ext>
                  </a:extLst>
                </p:cNvPr>
                <p:cNvPicPr/>
                <p:nvPr/>
              </p:nvPicPr>
              <p:blipFill>
                <a:blip r:embed="rId197"/>
                <a:stretch>
                  <a:fillRect/>
                </a:stretch>
              </p:blipFill>
              <p:spPr>
                <a:xfrm>
                  <a:off x="1718385" y="5271135"/>
                  <a:ext cx="15048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3" name="Ink 122">
                  <a:extLst>
                    <a:ext uri="{FF2B5EF4-FFF2-40B4-BE49-F238E27FC236}">
                      <a16:creationId xmlns:a16="http://schemas.microsoft.com/office/drawing/2014/main" id="{9B7A62F3-6ABE-7FF6-C711-F97D8BFF73A2}"/>
                    </a:ext>
                  </a:extLst>
                </p14:cNvPr>
                <p14:cNvContentPartPr/>
                <p14:nvPr/>
              </p14:nvContentPartPr>
              <p14:xfrm>
                <a:off x="1893705" y="5399655"/>
                <a:ext cx="490680" cy="258840"/>
              </p14:xfrm>
            </p:contentPart>
          </mc:Choice>
          <mc:Fallback xmlns="">
            <p:pic>
              <p:nvPicPr>
                <p:cNvPr id="123" name="Ink 122">
                  <a:extLst>
                    <a:ext uri="{FF2B5EF4-FFF2-40B4-BE49-F238E27FC236}">
                      <a16:creationId xmlns:a16="http://schemas.microsoft.com/office/drawing/2014/main" id="{9B7A62F3-6ABE-7FF6-C711-F97D8BFF73A2}"/>
                    </a:ext>
                  </a:extLst>
                </p:cNvPr>
                <p:cNvPicPr/>
                <p:nvPr/>
              </p:nvPicPr>
              <p:blipFill>
                <a:blip r:embed="rId199"/>
                <a:stretch>
                  <a:fillRect/>
                </a:stretch>
              </p:blipFill>
              <p:spPr>
                <a:xfrm>
                  <a:off x="1887585" y="5393535"/>
                  <a:ext cx="50292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4" name="Ink 123">
                  <a:extLst>
                    <a:ext uri="{FF2B5EF4-FFF2-40B4-BE49-F238E27FC236}">
                      <a16:creationId xmlns:a16="http://schemas.microsoft.com/office/drawing/2014/main" id="{D6CFF2C7-DB54-DC4E-3B72-F9E979F92E9F}"/>
                    </a:ext>
                  </a:extLst>
                </p14:cNvPr>
                <p14:cNvContentPartPr/>
                <p14:nvPr/>
              </p14:nvContentPartPr>
              <p14:xfrm>
                <a:off x="2538465" y="5041815"/>
                <a:ext cx="334800" cy="934200"/>
              </p14:xfrm>
            </p:contentPart>
          </mc:Choice>
          <mc:Fallback xmlns="">
            <p:pic>
              <p:nvPicPr>
                <p:cNvPr id="124" name="Ink 123">
                  <a:extLst>
                    <a:ext uri="{FF2B5EF4-FFF2-40B4-BE49-F238E27FC236}">
                      <a16:creationId xmlns:a16="http://schemas.microsoft.com/office/drawing/2014/main" id="{D6CFF2C7-DB54-DC4E-3B72-F9E979F92E9F}"/>
                    </a:ext>
                  </a:extLst>
                </p:cNvPr>
                <p:cNvPicPr/>
                <p:nvPr/>
              </p:nvPicPr>
              <p:blipFill>
                <a:blip r:embed="rId201"/>
                <a:stretch>
                  <a:fillRect/>
                </a:stretch>
              </p:blipFill>
              <p:spPr>
                <a:xfrm>
                  <a:off x="2532345" y="5035695"/>
                  <a:ext cx="347040" cy="946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5" name="Ink 124">
                  <a:extLst>
                    <a:ext uri="{FF2B5EF4-FFF2-40B4-BE49-F238E27FC236}">
                      <a16:creationId xmlns:a16="http://schemas.microsoft.com/office/drawing/2014/main" id="{936B27A8-D73E-E9FA-AF10-872234B6C3F4}"/>
                    </a:ext>
                  </a:extLst>
                </p14:cNvPr>
                <p14:cNvContentPartPr/>
                <p14:nvPr/>
              </p14:nvContentPartPr>
              <p14:xfrm>
                <a:off x="2968305" y="5184735"/>
                <a:ext cx="59760" cy="25200"/>
              </p14:xfrm>
            </p:contentPart>
          </mc:Choice>
          <mc:Fallback xmlns="">
            <p:pic>
              <p:nvPicPr>
                <p:cNvPr id="125" name="Ink 124">
                  <a:extLst>
                    <a:ext uri="{FF2B5EF4-FFF2-40B4-BE49-F238E27FC236}">
                      <a16:creationId xmlns:a16="http://schemas.microsoft.com/office/drawing/2014/main" id="{936B27A8-D73E-E9FA-AF10-872234B6C3F4}"/>
                    </a:ext>
                  </a:extLst>
                </p:cNvPr>
                <p:cNvPicPr/>
                <p:nvPr/>
              </p:nvPicPr>
              <p:blipFill>
                <a:blip r:embed="rId203"/>
                <a:stretch>
                  <a:fillRect/>
                </a:stretch>
              </p:blipFill>
              <p:spPr>
                <a:xfrm>
                  <a:off x="2962185" y="5178615"/>
                  <a:ext cx="720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6" name="Ink 125">
                  <a:extLst>
                    <a:ext uri="{FF2B5EF4-FFF2-40B4-BE49-F238E27FC236}">
                      <a16:creationId xmlns:a16="http://schemas.microsoft.com/office/drawing/2014/main" id="{23E46502-CFCB-D4BF-3A2E-4D3F74171CC9}"/>
                    </a:ext>
                  </a:extLst>
                </p14:cNvPr>
                <p14:cNvContentPartPr/>
                <p14:nvPr/>
              </p14:nvContentPartPr>
              <p14:xfrm>
                <a:off x="3163785" y="5335935"/>
                <a:ext cx="118080" cy="352080"/>
              </p14:xfrm>
            </p:contentPart>
          </mc:Choice>
          <mc:Fallback xmlns="">
            <p:pic>
              <p:nvPicPr>
                <p:cNvPr id="126" name="Ink 125">
                  <a:extLst>
                    <a:ext uri="{FF2B5EF4-FFF2-40B4-BE49-F238E27FC236}">
                      <a16:creationId xmlns:a16="http://schemas.microsoft.com/office/drawing/2014/main" id="{23E46502-CFCB-D4BF-3A2E-4D3F74171CC9}"/>
                    </a:ext>
                  </a:extLst>
                </p:cNvPr>
                <p:cNvPicPr/>
                <p:nvPr/>
              </p:nvPicPr>
              <p:blipFill>
                <a:blip r:embed="rId205"/>
                <a:stretch>
                  <a:fillRect/>
                </a:stretch>
              </p:blipFill>
              <p:spPr>
                <a:xfrm>
                  <a:off x="3157665" y="5329815"/>
                  <a:ext cx="13032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7" name="Ink 126">
                  <a:extLst>
                    <a:ext uri="{FF2B5EF4-FFF2-40B4-BE49-F238E27FC236}">
                      <a16:creationId xmlns:a16="http://schemas.microsoft.com/office/drawing/2014/main" id="{7B4B3BE5-C429-3E45-9A32-B573DE4BA74C}"/>
                    </a:ext>
                  </a:extLst>
                </p14:cNvPr>
                <p14:cNvContentPartPr/>
                <p14:nvPr/>
              </p14:nvContentPartPr>
              <p14:xfrm>
                <a:off x="3096105" y="5533575"/>
                <a:ext cx="294120" cy="70200"/>
              </p14:xfrm>
            </p:contentPart>
          </mc:Choice>
          <mc:Fallback xmlns="">
            <p:pic>
              <p:nvPicPr>
                <p:cNvPr id="127" name="Ink 126">
                  <a:extLst>
                    <a:ext uri="{FF2B5EF4-FFF2-40B4-BE49-F238E27FC236}">
                      <a16:creationId xmlns:a16="http://schemas.microsoft.com/office/drawing/2014/main" id="{7B4B3BE5-C429-3E45-9A32-B573DE4BA74C}"/>
                    </a:ext>
                  </a:extLst>
                </p:cNvPr>
                <p:cNvPicPr/>
                <p:nvPr/>
              </p:nvPicPr>
              <p:blipFill>
                <a:blip r:embed="rId207"/>
                <a:stretch>
                  <a:fillRect/>
                </a:stretch>
              </p:blipFill>
              <p:spPr>
                <a:xfrm>
                  <a:off x="3089985" y="5527455"/>
                  <a:ext cx="306360" cy="82440"/>
                </a:xfrm>
                <a:prstGeom prst="rect">
                  <a:avLst/>
                </a:prstGeom>
              </p:spPr>
            </p:pic>
          </mc:Fallback>
        </mc:AlternateContent>
      </p:grpSp>
      <p:grpSp>
        <p:nvGrpSpPr>
          <p:cNvPr id="176" name="Group 175">
            <a:extLst>
              <a:ext uri="{FF2B5EF4-FFF2-40B4-BE49-F238E27FC236}">
                <a16:creationId xmlns:a16="http://schemas.microsoft.com/office/drawing/2014/main" id="{F5018B18-3983-A45E-5927-83F5855E83F7}"/>
              </a:ext>
            </a:extLst>
          </p:cNvPr>
          <p:cNvGrpSpPr/>
          <p:nvPr/>
        </p:nvGrpSpPr>
        <p:grpSpPr>
          <a:xfrm>
            <a:off x="4208145" y="4407135"/>
            <a:ext cx="7543080" cy="2120400"/>
            <a:chOff x="4208145" y="4407135"/>
            <a:chExt cx="7543080" cy="2120400"/>
          </a:xfrm>
        </p:grpSpPr>
        <mc:AlternateContent xmlns:mc="http://schemas.openxmlformats.org/markup-compatibility/2006" xmlns:p14="http://schemas.microsoft.com/office/powerpoint/2010/main">
          <mc:Choice Requires="p14">
            <p:contentPart p14:bwMode="auto" r:id="rId208">
              <p14:nvContentPartPr>
                <p14:cNvPr id="129" name="Ink 128">
                  <a:extLst>
                    <a:ext uri="{FF2B5EF4-FFF2-40B4-BE49-F238E27FC236}">
                      <a16:creationId xmlns:a16="http://schemas.microsoft.com/office/drawing/2014/main" id="{ACC05FF8-06CE-E6CE-937F-837C4117601A}"/>
                    </a:ext>
                  </a:extLst>
                </p14:cNvPr>
                <p14:cNvContentPartPr/>
                <p14:nvPr/>
              </p14:nvContentPartPr>
              <p14:xfrm>
                <a:off x="4208145" y="5292375"/>
                <a:ext cx="784440" cy="47160"/>
              </p14:xfrm>
            </p:contentPart>
          </mc:Choice>
          <mc:Fallback xmlns="">
            <p:pic>
              <p:nvPicPr>
                <p:cNvPr id="129" name="Ink 128">
                  <a:extLst>
                    <a:ext uri="{FF2B5EF4-FFF2-40B4-BE49-F238E27FC236}">
                      <a16:creationId xmlns:a16="http://schemas.microsoft.com/office/drawing/2014/main" id="{ACC05FF8-06CE-E6CE-937F-837C4117601A}"/>
                    </a:ext>
                  </a:extLst>
                </p:cNvPr>
                <p:cNvPicPr/>
                <p:nvPr/>
              </p:nvPicPr>
              <p:blipFill>
                <a:blip r:embed="rId209"/>
                <a:stretch>
                  <a:fillRect/>
                </a:stretch>
              </p:blipFill>
              <p:spPr>
                <a:xfrm>
                  <a:off x="4202025" y="5286255"/>
                  <a:ext cx="7966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0" name="Ink 129">
                  <a:extLst>
                    <a:ext uri="{FF2B5EF4-FFF2-40B4-BE49-F238E27FC236}">
                      <a16:creationId xmlns:a16="http://schemas.microsoft.com/office/drawing/2014/main" id="{8D67CAB8-60F9-94E9-471A-6175F810BD69}"/>
                    </a:ext>
                  </a:extLst>
                </p14:cNvPr>
                <p14:cNvContentPartPr/>
                <p14:nvPr/>
              </p14:nvContentPartPr>
              <p14:xfrm>
                <a:off x="4843905" y="5094375"/>
                <a:ext cx="255960" cy="527040"/>
              </p14:xfrm>
            </p:contentPart>
          </mc:Choice>
          <mc:Fallback xmlns="">
            <p:pic>
              <p:nvPicPr>
                <p:cNvPr id="130" name="Ink 129">
                  <a:extLst>
                    <a:ext uri="{FF2B5EF4-FFF2-40B4-BE49-F238E27FC236}">
                      <a16:creationId xmlns:a16="http://schemas.microsoft.com/office/drawing/2014/main" id="{8D67CAB8-60F9-94E9-471A-6175F810BD69}"/>
                    </a:ext>
                  </a:extLst>
                </p:cNvPr>
                <p:cNvPicPr/>
                <p:nvPr/>
              </p:nvPicPr>
              <p:blipFill>
                <a:blip r:embed="rId211"/>
                <a:stretch>
                  <a:fillRect/>
                </a:stretch>
              </p:blipFill>
              <p:spPr>
                <a:xfrm>
                  <a:off x="4837785" y="5088255"/>
                  <a:ext cx="268200" cy="5392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1" name="Ink 130">
                  <a:extLst>
                    <a:ext uri="{FF2B5EF4-FFF2-40B4-BE49-F238E27FC236}">
                      <a16:creationId xmlns:a16="http://schemas.microsoft.com/office/drawing/2014/main" id="{EF202B78-C671-6133-A6F7-C21130C09DDD}"/>
                    </a:ext>
                  </a:extLst>
                </p14:cNvPr>
                <p14:cNvContentPartPr/>
                <p14:nvPr/>
              </p14:nvContentPartPr>
              <p14:xfrm>
                <a:off x="5873865" y="4976295"/>
                <a:ext cx="904320" cy="54360"/>
              </p14:xfrm>
            </p:contentPart>
          </mc:Choice>
          <mc:Fallback xmlns="">
            <p:pic>
              <p:nvPicPr>
                <p:cNvPr id="131" name="Ink 130">
                  <a:extLst>
                    <a:ext uri="{FF2B5EF4-FFF2-40B4-BE49-F238E27FC236}">
                      <a16:creationId xmlns:a16="http://schemas.microsoft.com/office/drawing/2014/main" id="{EF202B78-C671-6133-A6F7-C21130C09DDD}"/>
                    </a:ext>
                  </a:extLst>
                </p:cNvPr>
                <p:cNvPicPr/>
                <p:nvPr/>
              </p:nvPicPr>
              <p:blipFill>
                <a:blip r:embed="rId213"/>
                <a:stretch>
                  <a:fillRect/>
                </a:stretch>
              </p:blipFill>
              <p:spPr>
                <a:xfrm>
                  <a:off x="5867745" y="4970175"/>
                  <a:ext cx="9165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2" name="Ink 131">
                  <a:extLst>
                    <a:ext uri="{FF2B5EF4-FFF2-40B4-BE49-F238E27FC236}">
                      <a16:creationId xmlns:a16="http://schemas.microsoft.com/office/drawing/2014/main" id="{9BDAA0AB-8FA8-0408-816E-F2825B68DFDB}"/>
                    </a:ext>
                  </a:extLst>
                </p14:cNvPr>
                <p14:cNvContentPartPr/>
                <p14:nvPr/>
              </p14:nvContentPartPr>
              <p14:xfrm>
                <a:off x="6332865" y="5018415"/>
                <a:ext cx="31680" cy="437400"/>
              </p14:xfrm>
            </p:contentPart>
          </mc:Choice>
          <mc:Fallback xmlns="">
            <p:pic>
              <p:nvPicPr>
                <p:cNvPr id="132" name="Ink 131">
                  <a:extLst>
                    <a:ext uri="{FF2B5EF4-FFF2-40B4-BE49-F238E27FC236}">
                      <a16:creationId xmlns:a16="http://schemas.microsoft.com/office/drawing/2014/main" id="{9BDAA0AB-8FA8-0408-816E-F2825B68DFDB}"/>
                    </a:ext>
                  </a:extLst>
                </p:cNvPr>
                <p:cNvPicPr/>
                <p:nvPr/>
              </p:nvPicPr>
              <p:blipFill>
                <a:blip r:embed="rId215"/>
                <a:stretch>
                  <a:fillRect/>
                </a:stretch>
              </p:blipFill>
              <p:spPr>
                <a:xfrm>
                  <a:off x="6326745" y="5012295"/>
                  <a:ext cx="43920" cy="4496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3" name="Ink 132">
                  <a:extLst>
                    <a:ext uri="{FF2B5EF4-FFF2-40B4-BE49-F238E27FC236}">
                      <a16:creationId xmlns:a16="http://schemas.microsoft.com/office/drawing/2014/main" id="{CCCD0C64-4EF6-8D24-CDD2-2F5B77960F5F}"/>
                    </a:ext>
                  </a:extLst>
                </p14:cNvPr>
                <p14:cNvContentPartPr/>
                <p14:nvPr/>
              </p14:nvContentPartPr>
              <p14:xfrm>
                <a:off x="6568665" y="5184735"/>
                <a:ext cx="343440" cy="251280"/>
              </p14:xfrm>
            </p:contentPart>
          </mc:Choice>
          <mc:Fallback xmlns="">
            <p:pic>
              <p:nvPicPr>
                <p:cNvPr id="133" name="Ink 132">
                  <a:extLst>
                    <a:ext uri="{FF2B5EF4-FFF2-40B4-BE49-F238E27FC236}">
                      <a16:creationId xmlns:a16="http://schemas.microsoft.com/office/drawing/2014/main" id="{CCCD0C64-4EF6-8D24-CDD2-2F5B77960F5F}"/>
                    </a:ext>
                  </a:extLst>
                </p:cNvPr>
                <p:cNvPicPr/>
                <p:nvPr/>
              </p:nvPicPr>
              <p:blipFill>
                <a:blip r:embed="rId217"/>
                <a:stretch>
                  <a:fillRect/>
                </a:stretch>
              </p:blipFill>
              <p:spPr>
                <a:xfrm>
                  <a:off x="6562545" y="5178615"/>
                  <a:ext cx="3556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4" name="Ink 133">
                  <a:extLst>
                    <a:ext uri="{FF2B5EF4-FFF2-40B4-BE49-F238E27FC236}">
                      <a16:creationId xmlns:a16="http://schemas.microsoft.com/office/drawing/2014/main" id="{6CDBFAFA-C2BC-635A-4793-2833AF1B6533}"/>
                    </a:ext>
                  </a:extLst>
                </p14:cNvPr>
                <p14:cNvContentPartPr/>
                <p14:nvPr/>
              </p14:nvContentPartPr>
              <p14:xfrm>
                <a:off x="6966465" y="5220735"/>
                <a:ext cx="435960" cy="164880"/>
              </p14:xfrm>
            </p:contentPart>
          </mc:Choice>
          <mc:Fallback xmlns="">
            <p:pic>
              <p:nvPicPr>
                <p:cNvPr id="134" name="Ink 133">
                  <a:extLst>
                    <a:ext uri="{FF2B5EF4-FFF2-40B4-BE49-F238E27FC236}">
                      <a16:creationId xmlns:a16="http://schemas.microsoft.com/office/drawing/2014/main" id="{6CDBFAFA-C2BC-635A-4793-2833AF1B6533}"/>
                    </a:ext>
                  </a:extLst>
                </p:cNvPr>
                <p:cNvPicPr/>
                <p:nvPr/>
              </p:nvPicPr>
              <p:blipFill>
                <a:blip r:embed="rId219"/>
                <a:stretch>
                  <a:fillRect/>
                </a:stretch>
              </p:blipFill>
              <p:spPr>
                <a:xfrm>
                  <a:off x="6960345" y="5214615"/>
                  <a:ext cx="4482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5" name="Ink 134">
                  <a:extLst>
                    <a:ext uri="{FF2B5EF4-FFF2-40B4-BE49-F238E27FC236}">
                      <a16:creationId xmlns:a16="http://schemas.microsoft.com/office/drawing/2014/main" id="{F3D38903-2046-37E8-0628-96FE16F48E59}"/>
                    </a:ext>
                  </a:extLst>
                </p14:cNvPr>
                <p14:cNvContentPartPr/>
                <p14:nvPr/>
              </p14:nvContentPartPr>
              <p14:xfrm>
                <a:off x="7432665" y="5026335"/>
                <a:ext cx="32400" cy="43560"/>
              </p14:xfrm>
            </p:contentPart>
          </mc:Choice>
          <mc:Fallback xmlns="">
            <p:pic>
              <p:nvPicPr>
                <p:cNvPr id="135" name="Ink 134">
                  <a:extLst>
                    <a:ext uri="{FF2B5EF4-FFF2-40B4-BE49-F238E27FC236}">
                      <a16:creationId xmlns:a16="http://schemas.microsoft.com/office/drawing/2014/main" id="{F3D38903-2046-37E8-0628-96FE16F48E59}"/>
                    </a:ext>
                  </a:extLst>
                </p:cNvPr>
                <p:cNvPicPr/>
                <p:nvPr/>
              </p:nvPicPr>
              <p:blipFill>
                <a:blip r:embed="rId221"/>
                <a:stretch>
                  <a:fillRect/>
                </a:stretch>
              </p:blipFill>
              <p:spPr>
                <a:xfrm>
                  <a:off x="7426545" y="5020215"/>
                  <a:ext cx="446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6" name="Ink 135">
                  <a:extLst>
                    <a:ext uri="{FF2B5EF4-FFF2-40B4-BE49-F238E27FC236}">
                      <a16:creationId xmlns:a16="http://schemas.microsoft.com/office/drawing/2014/main" id="{7F965AAF-17D7-C0A4-9A7E-E94FD25CA396}"/>
                    </a:ext>
                  </a:extLst>
                </p14:cNvPr>
                <p14:cNvContentPartPr/>
                <p14:nvPr/>
              </p14:nvContentPartPr>
              <p14:xfrm>
                <a:off x="7467225" y="5241615"/>
                <a:ext cx="378360" cy="75960"/>
              </p14:xfrm>
            </p:contentPart>
          </mc:Choice>
          <mc:Fallback xmlns="">
            <p:pic>
              <p:nvPicPr>
                <p:cNvPr id="136" name="Ink 135">
                  <a:extLst>
                    <a:ext uri="{FF2B5EF4-FFF2-40B4-BE49-F238E27FC236}">
                      <a16:creationId xmlns:a16="http://schemas.microsoft.com/office/drawing/2014/main" id="{7F965AAF-17D7-C0A4-9A7E-E94FD25CA396}"/>
                    </a:ext>
                  </a:extLst>
                </p:cNvPr>
                <p:cNvPicPr/>
                <p:nvPr/>
              </p:nvPicPr>
              <p:blipFill>
                <a:blip r:embed="rId223"/>
                <a:stretch>
                  <a:fillRect/>
                </a:stretch>
              </p:blipFill>
              <p:spPr>
                <a:xfrm>
                  <a:off x="7461105" y="5235495"/>
                  <a:ext cx="3906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7" name="Ink 136">
                  <a:extLst>
                    <a:ext uri="{FF2B5EF4-FFF2-40B4-BE49-F238E27FC236}">
                      <a16:creationId xmlns:a16="http://schemas.microsoft.com/office/drawing/2014/main" id="{908C202F-3FFA-3A6A-F597-55C4785AB1AC}"/>
                    </a:ext>
                  </a:extLst>
                </p14:cNvPr>
                <p14:cNvContentPartPr/>
                <p14:nvPr/>
              </p14:nvContentPartPr>
              <p14:xfrm>
                <a:off x="8698065" y="4927695"/>
                <a:ext cx="33480" cy="420120"/>
              </p14:xfrm>
            </p:contentPart>
          </mc:Choice>
          <mc:Fallback xmlns="">
            <p:pic>
              <p:nvPicPr>
                <p:cNvPr id="137" name="Ink 136">
                  <a:extLst>
                    <a:ext uri="{FF2B5EF4-FFF2-40B4-BE49-F238E27FC236}">
                      <a16:creationId xmlns:a16="http://schemas.microsoft.com/office/drawing/2014/main" id="{908C202F-3FFA-3A6A-F597-55C4785AB1AC}"/>
                    </a:ext>
                  </a:extLst>
                </p:cNvPr>
                <p:cNvPicPr/>
                <p:nvPr/>
              </p:nvPicPr>
              <p:blipFill>
                <a:blip r:embed="rId225"/>
                <a:stretch>
                  <a:fillRect/>
                </a:stretch>
              </p:blipFill>
              <p:spPr>
                <a:xfrm>
                  <a:off x="8691945" y="4921575"/>
                  <a:ext cx="4572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8" name="Ink 137">
                  <a:extLst>
                    <a:ext uri="{FF2B5EF4-FFF2-40B4-BE49-F238E27FC236}">
                      <a16:creationId xmlns:a16="http://schemas.microsoft.com/office/drawing/2014/main" id="{A1972F34-38DC-8F3D-5789-E44910E54017}"/>
                    </a:ext>
                  </a:extLst>
                </p14:cNvPr>
                <p14:cNvContentPartPr/>
                <p14:nvPr/>
              </p14:nvContentPartPr>
              <p14:xfrm>
                <a:off x="8451105" y="4893855"/>
                <a:ext cx="280440" cy="234000"/>
              </p14:xfrm>
            </p:contentPart>
          </mc:Choice>
          <mc:Fallback xmlns="">
            <p:pic>
              <p:nvPicPr>
                <p:cNvPr id="138" name="Ink 137">
                  <a:extLst>
                    <a:ext uri="{FF2B5EF4-FFF2-40B4-BE49-F238E27FC236}">
                      <a16:creationId xmlns:a16="http://schemas.microsoft.com/office/drawing/2014/main" id="{A1972F34-38DC-8F3D-5789-E44910E54017}"/>
                    </a:ext>
                  </a:extLst>
                </p:cNvPr>
                <p:cNvPicPr/>
                <p:nvPr/>
              </p:nvPicPr>
              <p:blipFill>
                <a:blip r:embed="rId227"/>
                <a:stretch>
                  <a:fillRect/>
                </a:stretch>
              </p:blipFill>
              <p:spPr>
                <a:xfrm>
                  <a:off x="8444985" y="4887735"/>
                  <a:ext cx="29268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9" name="Ink 138">
                  <a:extLst>
                    <a:ext uri="{FF2B5EF4-FFF2-40B4-BE49-F238E27FC236}">
                      <a16:creationId xmlns:a16="http://schemas.microsoft.com/office/drawing/2014/main" id="{58052340-CF33-4E99-E249-DA922B06DF05}"/>
                    </a:ext>
                  </a:extLst>
                </p14:cNvPr>
                <p14:cNvContentPartPr/>
                <p14:nvPr/>
              </p14:nvContentPartPr>
              <p14:xfrm>
                <a:off x="8926665" y="4858575"/>
                <a:ext cx="233640" cy="384120"/>
              </p14:xfrm>
            </p:contentPart>
          </mc:Choice>
          <mc:Fallback xmlns="">
            <p:pic>
              <p:nvPicPr>
                <p:cNvPr id="139" name="Ink 138">
                  <a:extLst>
                    <a:ext uri="{FF2B5EF4-FFF2-40B4-BE49-F238E27FC236}">
                      <a16:creationId xmlns:a16="http://schemas.microsoft.com/office/drawing/2014/main" id="{58052340-CF33-4E99-E249-DA922B06DF05}"/>
                    </a:ext>
                  </a:extLst>
                </p:cNvPr>
                <p:cNvPicPr/>
                <p:nvPr/>
              </p:nvPicPr>
              <p:blipFill>
                <a:blip r:embed="rId229"/>
                <a:stretch>
                  <a:fillRect/>
                </a:stretch>
              </p:blipFill>
              <p:spPr>
                <a:xfrm>
                  <a:off x="8920545" y="4852455"/>
                  <a:ext cx="245880" cy="396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0" name="Ink 139">
                  <a:extLst>
                    <a:ext uri="{FF2B5EF4-FFF2-40B4-BE49-F238E27FC236}">
                      <a16:creationId xmlns:a16="http://schemas.microsoft.com/office/drawing/2014/main" id="{30F6910C-9F63-0671-E4BE-289513C707C2}"/>
                    </a:ext>
                  </a:extLst>
                </p14:cNvPr>
                <p14:cNvContentPartPr/>
                <p14:nvPr/>
              </p14:nvContentPartPr>
              <p14:xfrm>
                <a:off x="8903625" y="4990335"/>
                <a:ext cx="282600" cy="153720"/>
              </p14:xfrm>
            </p:contentPart>
          </mc:Choice>
          <mc:Fallback xmlns="">
            <p:pic>
              <p:nvPicPr>
                <p:cNvPr id="140" name="Ink 139">
                  <a:extLst>
                    <a:ext uri="{FF2B5EF4-FFF2-40B4-BE49-F238E27FC236}">
                      <a16:creationId xmlns:a16="http://schemas.microsoft.com/office/drawing/2014/main" id="{30F6910C-9F63-0671-E4BE-289513C707C2}"/>
                    </a:ext>
                  </a:extLst>
                </p:cNvPr>
                <p:cNvPicPr/>
                <p:nvPr/>
              </p:nvPicPr>
              <p:blipFill>
                <a:blip r:embed="rId231"/>
                <a:stretch>
                  <a:fillRect/>
                </a:stretch>
              </p:blipFill>
              <p:spPr>
                <a:xfrm>
                  <a:off x="8897505" y="4984215"/>
                  <a:ext cx="2948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1" name="Ink 140">
                  <a:extLst>
                    <a:ext uri="{FF2B5EF4-FFF2-40B4-BE49-F238E27FC236}">
                      <a16:creationId xmlns:a16="http://schemas.microsoft.com/office/drawing/2014/main" id="{AC9E3B2E-24C8-E510-1A0D-A7052F68AD15}"/>
                    </a:ext>
                  </a:extLst>
                </p14:cNvPr>
                <p14:cNvContentPartPr/>
                <p14:nvPr/>
              </p14:nvContentPartPr>
              <p14:xfrm>
                <a:off x="9057705" y="5107695"/>
                <a:ext cx="69480" cy="358200"/>
              </p14:xfrm>
            </p:contentPart>
          </mc:Choice>
          <mc:Fallback xmlns="">
            <p:pic>
              <p:nvPicPr>
                <p:cNvPr id="141" name="Ink 140">
                  <a:extLst>
                    <a:ext uri="{FF2B5EF4-FFF2-40B4-BE49-F238E27FC236}">
                      <a16:creationId xmlns:a16="http://schemas.microsoft.com/office/drawing/2014/main" id="{AC9E3B2E-24C8-E510-1A0D-A7052F68AD15}"/>
                    </a:ext>
                  </a:extLst>
                </p:cNvPr>
                <p:cNvPicPr/>
                <p:nvPr/>
              </p:nvPicPr>
              <p:blipFill>
                <a:blip r:embed="rId233"/>
                <a:stretch>
                  <a:fillRect/>
                </a:stretch>
              </p:blipFill>
              <p:spPr>
                <a:xfrm>
                  <a:off x="9051585" y="5101575"/>
                  <a:ext cx="8172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2" name="Ink 141">
                  <a:extLst>
                    <a:ext uri="{FF2B5EF4-FFF2-40B4-BE49-F238E27FC236}">
                      <a16:creationId xmlns:a16="http://schemas.microsoft.com/office/drawing/2014/main" id="{FF8D0E42-66C5-0A4F-20EC-A32B925C96C7}"/>
                    </a:ext>
                  </a:extLst>
                </p14:cNvPr>
                <p14:cNvContentPartPr/>
                <p14:nvPr/>
              </p14:nvContentPartPr>
              <p14:xfrm>
                <a:off x="8887785" y="5045775"/>
                <a:ext cx="143280" cy="169920"/>
              </p14:xfrm>
            </p:contentPart>
          </mc:Choice>
          <mc:Fallback xmlns="">
            <p:pic>
              <p:nvPicPr>
                <p:cNvPr id="142" name="Ink 141">
                  <a:extLst>
                    <a:ext uri="{FF2B5EF4-FFF2-40B4-BE49-F238E27FC236}">
                      <a16:creationId xmlns:a16="http://schemas.microsoft.com/office/drawing/2014/main" id="{FF8D0E42-66C5-0A4F-20EC-A32B925C96C7}"/>
                    </a:ext>
                  </a:extLst>
                </p:cNvPr>
                <p:cNvPicPr/>
                <p:nvPr/>
              </p:nvPicPr>
              <p:blipFill>
                <a:blip r:embed="rId235"/>
                <a:stretch>
                  <a:fillRect/>
                </a:stretch>
              </p:blipFill>
              <p:spPr>
                <a:xfrm>
                  <a:off x="8881665" y="5039655"/>
                  <a:ext cx="15552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3" name="Ink 142">
                  <a:extLst>
                    <a:ext uri="{FF2B5EF4-FFF2-40B4-BE49-F238E27FC236}">
                      <a16:creationId xmlns:a16="http://schemas.microsoft.com/office/drawing/2014/main" id="{A50A58E0-B1B2-5F2C-5737-EACF73B40EE8}"/>
                    </a:ext>
                  </a:extLst>
                </p14:cNvPr>
                <p14:cNvContentPartPr/>
                <p14:nvPr/>
              </p14:nvContentPartPr>
              <p14:xfrm>
                <a:off x="9283425" y="5045055"/>
                <a:ext cx="105480" cy="193680"/>
              </p14:xfrm>
            </p:contentPart>
          </mc:Choice>
          <mc:Fallback xmlns="">
            <p:pic>
              <p:nvPicPr>
                <p:cNvPr id="143" name="Ink 142">
                  <a:extLst>
                    <a:ext uri="{FF2B5EF4-FFF2-40B4-BE49-F238E27FC236}">
                      <a16:creationId xmlns:a16="http://schemas.microsoft.com/office/drawing/2014/main" id="{A50A58E0-B1B2-5F2C-5737-EACF73B40EE8}"/>
                    </a:ext>
                  </a:extLst>
                </p:cNvPr>
                <p:cNvPicPr/>
                <p:nvPr/>
              </p:nvPicPr>
              <p:blipFill>
                <a:blip r:embed="rId237"/>
                <a:stretch>
                  <a:fillRect/>
                </a:stretch>
              </p:blipFill>
              <p:spPr>
                <a:xfrm>
                  <a:off x="9277305" y="5038935"/>
                  <a:ext cx="1177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7" name="Ink 146">
                  <a:extLst>
                    <a:ext uri="{FF2B5EF4-FFF2-40B4-BE49-F238E27FC236}">
                      <a16:creationId xmlns:a16="http://schemas.microsoft.com/office/drawing/2014/main" id="{21868FE3-08CC-181B-7B16-F2D71E6C946B}"/>
                    </a:ext>
                  </a:extLst>
                </p14:cNvPr>
                <p14:cNvContentPartPr/>
                <p14:nvPr/>
              </p14:nvContentPartPr>
              <p14:xfrm>
                <a:off x="11199705" y="4726095"/>
                <a:ext cx="165240" cy="540360"/>
              </p14:xfrm>
            </p:contentPart>
          </mc:Choice>
          <mc:Fallback xmlns="">
            <p:pic>
              <p:nvPicPr>
                <p:cNvPr id="147" name="Ink 146">
                  <a:extLst>
                    <a:ext uri="{FF2B5EF4-FFF2-40B4-BE49-F238E27FC236}">
                      <a16:creationId xmlns:a16="http://schemas.microsoft.com/office/drawing/2014/main" id="{21868FE3-08CC-181B-7B16-F2D71E6C946B}"/>
                    </a:ext>
                  </a:extLst>
                </p:cNvPr>
                <p:cNvPicPr/>
                <p:nvPr/>
              </p:nvPicPr>
              <p:blipFill>
                <a:blip r:embed="rId239"/>
                <a:stretch>
                  <a:fillRect/>
                </a:stretch>
              </p:blipFill>
              <p:spPr>
                <a:xfrm>
                  <a:off x="11193585" y="4719975"/>
                  <a:ext cx="177480" cy="5526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8" name="Ink 147">
                  <a:extLst>
                    <a:ext uri="{FF2B5EF4-FFF2-40B4-BE49-F238E27FC236}">
                      <a16:creationId xmlns:a16="http://schemas.microsoft.com/office/drawing/2014/main" id="{D1AA2543-DEC7-F095-D660-BD349076BE25}"/>
                    </a:ext>
                  </a:extLst>
                </p14:cNvPr>
                <p14:cNvContentPartPr/>
                <p14:nvPr/>
              </p14:nvContentPartPr>
              <p14:xfrm>
                <a:off x="11219505" y="4989615"/>
                <a:ext cx="531720" cy="210600"/>
              </p14:xfrm>
            </p:contentPart>
          </mc:Choice>
          <mc:Fallback xmlns="">
            <p:pic>
              <p:nvPicPr>
                <p:cNvPr id="148" name="Ink 147">
                  <a:extLst>
                    <a:ext uri="{FF2B5EF4-FFF2-40B4-BE49-F238E27FC236}">
                      <a16:creationId xmlns:a16="http://schemas.microsoft.com/office/drawing/2014/main" id="{D1AA2543-DEC7-F095-D660-BD349076BE25}"/>
                    </a:ext>
                  </a:extLst>
                </p:cNvPr>
                <p:cNvPicPr/>
                <p:nvPr/>
              </p:nvPicPr>
              <p:blipFill>
                <a:blip r:embed="rId241"/>
                <a:stretch>
                  <a:fillRect/>
                </a:stretch>
              </p:blipFill>
              <p:spPr>
                <a:xfrm>
                  <a:off x="11213385" y="4983495"/>
                  <a:ext cx="5439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9" name="Ink 148">
                  <a:extLst>
                    <a:ext uri="{FF2B5EF4-FFF2-40B4-BE49-F238E27FC236}">
                      <a16:creationId xmlns:a16="http://schemas.microsoft.com/office/drawing/2014/main" id="{7D44A94C-A280-677B-ED6D-5C2EF7E3A608}"/>
                    </a:ext>
                  </a:extLst>
                </p14:cNvPr>
                <p14:cNvContentPartPr/>
                <p14:nvPr/>
              </p14:nvContentPartPr>
              <p14:xfrm>
                <a:off x="9922425" y="4818615"/>
                <a:ext cx="951120" cy="401400"/>
              </p14:xfrm>
            </p:contentPart>
          </mc:Choice>
          <mc:Fallback xmlns="">
            <p:pic>
              <p:nvPicPr>
                <p:cNvPr id="149" name="Ink 148">
                  <a:extLst>
                    <a:ext uri="{FF2B5EF4-FFF2-40B4-BE49-F238E27FC236}">
                      <a16:creationId xmlns:a16="http://schemas.microsoft.com/office/drawing/2014/main" id="{7D44A94C-A280-677B-ED6D-5C2EF7E3A608}"/>
                    </a:ext>
                  </a:extLst>
                </p:cNvPr>
                <p:cNvPicPr/>
                <p:nvPr/>
              </p:nvPicPr>
              <p:blipFill>
                <a:blip r:embed="rId243"/>
                <a:stretch>
                  <a:fillRect/>
                </a:stretch>
              </p:blipFill>
              <p:spPr>
                <a:xfrm>
                  <a:off x="9916305" y="4812495"/>
                  <a:ext cx="96336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0" name="Ink 149">
                  <a:extLst>
                    <a:ext uri="{FF2B5EF4-FFF2-40B4-BE49-F238E27FC236}">
                      <a16:creationId xmlns:a16="http://schemas.microsoft.com/office/drawing/2014/main" id="{D0B2ED22-6C0F-3B63-8D4C-4194CBC7ADDC}"/>
                    </a:ext>
                  </a:extLst>
                </p14:cNvPr>
                <p14:cNvContentPartPr/>
                <p14:nvPr/>
              </p14:nvContentPartPr>
              <p14:xfrm>
                <a:off x="11153265" y="5257815"/>
                <a:ext cx="138600" cy="18000"/>
              </p14:xfrm>
            </p:contentPart>
          </mc:Choice>
          <mc:Fallback xmlns="">
            <p:pic>
              <p:nvPicPr>
                <p:cNvPr id="150" name="Ink 149">
                  <a:extLst>
                    <a:ext uri="{FF2B5EF4-FFF2-40B4-BE49-F238E27FC236}">
                      <a16:creationId xmlns:a16="http://schemas.microsoft.com/office/drawing/2014/main" id="{D0B2ED22-6C0F-3B63-8D4C-4194CBC7ADDC}"/>
                    </a:ext>
                  </a:extLst>
                </p:cNvPr>
                <p:cNvPicPr/>
                <p:nvPr/>
              </p:nvPicPr>
              <p:blipFill>
                <a:blip r:embed="rId245"/>
                <a:stretch>
                  <a:fillRect/>
                </a:stretch>
              </p:blipFill>
              <p:spPr>
                <a:xfrm>
                  <a:off x="11147145" y="5251695"/>
                  <a:ext cx="1508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2" name="Ink 151">
                  <a:extLst>
                    <a:ext uri="{FF2B5EF4-FFF2-40B4-BE49-F238E27FC236}">
                      <a16:creationId xmlns:a16="http://schemas.microsoft.com/office/drawing/2014/main" id="{DB415ACE-795C-231B-997E-EBFF7829C98F}"/>
                    </a:ext>
                  </a:extLst>
                </p14:cNvPr>
                <p14:cNvContentPartPr/>
                <p14:nvPr/>
              </p14:nvContentPartPr>
              <p14:xfrm>
                <a:off x="6001665" y="5785575"/>
                <a:ext cx="478080" cy="335160"/>
              </p14:xfrm>
            </p:contentPart>
          </mc:Choice>
          <mc:Fallback xmlns="">
            <p:pic>
              <p:nvPicPr>
                <p:cNvPr id="152" name="Ink 151">
                  <a:extLst>
                    <a:ext uri="{FF2B5EF4-FFF2-40B4-BE49-F238E27FC236}">
                      <a16:creationId xmlns:a16="http://schemas.microsoft.com/office/drawing/2014/main" id="{DB415ACE-795C-231B-997E-EBFF7829C98F}"/>
                    </a:ext>
                  </a:extLst>
                </p:cNvPr>
                <p:cNvPicPr/>
                <p:nvPr/>
              </p:nvPicPr>
              <p:blipFill>
                <a:blip r:embed="rId247"/>
                <a:stretch>
                  <a:fillRect/>
                </a:stretch>
              </p:blipFill>
              <p:spPr>
                <a:xfrm>
                  <a:off x="5995545" y="5779455"/>
                  <a:ext cx="49032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3" name="Ink 152">
                  <a:extLst>
                    <a:ext uri="{FF2B5EF4-FFF2-40B4-BE49-F238E27FC236}">
                      <a16:creationId xmlns:a16="http://schemas.microsoft.com/office/drawing/2014/main" id="{75DC8C1B-64F4-0CA3-4518-883EECC410B0}"/>
                    </a:ext>
                  </a:extLst>
                </p14:cNvPr>
                <p14:cNvContentPartPr/>
                <p14:nvPr/>
              </p14:nvContentPartPr>
              <p14:xfrm>
                <a:off x="6554265" y="5879175"/>
                <a:ext cx="747360" cy="239040"/>
              </p14:xfrm>
            </p:contentPart>
          </mc:Choice>
          <mc:Fallback xmlns="">
            <p:pic>
              <p:nvPicPr>
                <p:cNvPr id="153" name="Ink 152">
                  <a:extLst>
                    <a:ext uri="{FF2B5EF4-FFF2-40B4-BE49-F238E27FC236}">
                      <a16:creationId xmlns:a16="http://schemas.microsoft.com/office/drawing/2014/main" id="{75DC8C1B-64F4-0CA3-4518-883EECC410B0}"/>
                    </a:ext>
                  </a:extLst>
                </p:cNvPr>
                <p:cNvPicPr/>
                <p:nvPr/>
              </p:nvPicPr>
              <p:blipFill>
                <a:blip r:embed="rId249"/>
                <a:stretch>
                  <a:fillRect/>
                </a:stretch>
              </p:blipFill>
              <p:spPr>
                <a:xfrm>
                  <a:off x="6548145" y="5873055"/>
                  <a:ext cx="75960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4" name="Ink 153">
                  <a:extLst>
                    <a:ext uri="{FF2B5EF4-FFF2-40B4-BE49-F238E27FC236}">
                      <a16:creationId xmlns:a16="http://schemas.microsoft.com/office/drawing/2014/main" id="{DDBF703D-294F-FC03-EB7F-01AB0598C968}"/>
                    </a:ext>
                  </a:extLst>
                </p14:cNvPr>
                <p14:cNvContentPartPr/>
                <p14:nvPr/>
              </p14:nvContentPartPr>
              <p14:xfrm>
                <a:off x="7406385" y="5919135"/>
                <a:ext cx="26640" cy="52920"/>
              </p14:xfrm>
            </p:contentPart>
          </mc:Choice>
          <mc:Fallback xmlns="">
            <p:pic>
              <p:nvPicPr>
                <p:cNvPr id="154" name="Ink 153">
                  <a:extLst>
                    <a:ext uri="{FF2B5EF4-FFF2-40B4-BE49-F238E27FC236}">
                      <a16:creationId xmlns:a16="http://schemas.microsoft.com/office/drawing/2014/main" id="{DDBF703D-294F-FC03-EB7F-01AB0598C968}"/>
                    </a:ext>
                  </a:extLst>
                </p:cNvPr>
                <p:cNvPicPr/>
                <p:nvPr/>
              </p:nvPicPr>
              <p:blipFill>
                <a:blip r:embed="rId251"/>
                <a:stretch>
                  <a:fillRect/>
                </a:stretch>
              </p:blipFill>
              <p:spPr>
                <a:xfrm>
                  <a:off x="7400265" y="5913015"/>
                  <a:ext cx="3888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6" name="Ink 155">
                  <a:extLst>
                    <a:ext uri="{FF2B5EF4-FFF2-40B4-BE49-F238E27FC236}">
                      <a16:creationId xmlns:a16="http://schemas.microsoft.com/office/drawing/2014/main" id="{3536313D-035D-C00D-089B-57355B785FAC}"/>
                    </a:ext>
                  </a:extLst>
                </p14:cNvPr>
                <p14:cNvContentPartPr/>
                <p14:nvPr/>
              </p14:nvContentPartPr>
              <p14:xfrm>
                <a:off x="7611585" y="5831655"/>
                <a:ext cx="621360" cy="271440"/>
              </p14:xfrm>
            </p:contentPart>
          </mc:Choice>
          <mc:Fallback xmlns="">
            <p:pic>
              <p:nvPicPr>
                <p:cNvPr id="156" name="Ink 155">
                  <a:extLst>
                    <a:ext uri="{FF2B5EF4-FFF2-40B4-BE49-F238E27FC236}">
                      <a16:creationId xmlns:a16="http://schemas.microsoft.com/office/drawing/2014/main" id="{3536313D-035D-C00D-089B-57355B785FAC}"/>
                    </a:ext>
                  </a:extLst>
                </p:cNvPr>
                <p:cNvPicPr/>
                <p:nvPr/>
              </p:nvPicPr>
              <p:blipFill>
                <a:blip r:embed="rId253"/>
                <a:stretch>
                  <a:fillRect/>
                </a:stretch>
              </p:blipFill>
              <p:spPr>
                <a:xfrm>
                  <a:off x="7605465" y="5825535"/>
                  <a:ext cx="63360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7" name="Ink 156">
                  <a:extLst>
                    <a:ext uri="{FF2B5EF4-FFF2-40B4-BE49-F238E27FC236}">
                      <a16:creationId xmlns:a16="http://schemas.microsoft.com/office/drawing/2014/main" id="{5592E579-B926-E286-040A-161E6C472383}"/>
                    </a:ext>
                  </a:extLst>
                </p14:cNvPr>
                <p14:cNvContentPartPr/>
                <p14:nvPr/>
              </p14:nvContentPartPr>
              <p14:xfrm>
                <a:off x="4826985" y="4407135"/>
                <a:ext cx="1879200" cy="171000"/>
              </p14:xfrm>
            </p:contentPart>
          </mc:Choice>
          <mc:Fallback xmlns="">
            <p:pic>
              <p:nvPicPr>
                <p:cNvPr id="157" name="Ink 156">
                  <a:extLst>
                    <a:ext uri="{FF2B5EF4-FFF2-40B4-BE49-F238E27FC236}">
                      <a16:creationId xmlns:a16="http://schemas.microsoft.com/office/drawing/2014/main" id="{5592E579-B926-E286-040A-161E6C472383}"/>
                    </a:ext>
                  </a:extLst>
                </p:cNvPr>
                <p:cNvPicPr/>
                <p:nvPr/>
              </p:nvPicPr>
              <p:blipFill>
                <a:blip r:embed="rId255"/>
                <a:stretch>
                  <a:fillRect/>
                </a:stretch>
              </p:blipFill>
              <p:spPr>
                <a:xfrm>
                  <a:off x="4820865" y="4401015"/>
                  <a:ext cx="189144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8" name="Ink 157">
                  <a:extLst>
                    <a:ext uri="{FF2B5EF4-FFF2-40B4-BE49-F238E27FC236}">
                      <a16:creationId xmlns:a16="http://schemas.microsoft.com/office/drawing/2014/main" id="{E740513D-7B23-E6E2-62DD-A616C0EB8126}"/>
                    </a:ext>
                  </a:extLst>
                </p14:cNvPr>
                <p14:cNvContentPartPr/>
                <p14:nvPr/>
              </p14:nvContentPartPr>
              <p14:xfrm>
                <a:off x="5134065" y="4439895"/>
                <a:ext cx="1361520" cy="230760"/>
              </p14:xfrm>
            </p:contentPart>
          </mc:Choice>
          <mc:Fallback xmlns="">
            <p:pic>
              <p:nvPicPr>
                <p:cNvPr id="158" name="Ink 157">
                  <a:extLst>
                    <a:ext uri="{FF2B5EF4-FFF2-40B4-BE49-F238E27FC236}">
                      <a16:creationId xmlns:a16="http://schemas.microsoft.com/office/drawing/2014/main" id="{E740513D-7B23-E6E2-62DD-A616C0EB8126}"/>
                    </a:ext>
                  </a:extLst>
                </p:cNvPr>
                <p:cNvPicPr/>
                <p:nvPr/>
              </p:nvPicPr>
              <p:blipFill>
                <a:blip r:embed="rId257"/>
                <a:stretch>
                  <a:fillRect/>
                </a:stretch>
              </p:blipFill>
              <p:spPr>
                <a:xfrm>
                  <a:off x="5127945" y="4433775"/>
                  <a:ext cx="13737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9" name="Ink 158">
                  <a:extLst>
                    <a:ext uri="{FF2B5EF4-FFF2-40B4-BE49-F238E27FC236}">
                      <a16:creationId xmlns:a16="http://schemas.microsoft.com/office/drawing/2014/main" id="{3A036728-D22A-F3E6-BD23-7CD7B23F3302}"/>
                    </a:ext>
                  </a:extLst>
                </p14:cNvPr>
                <p14:cNvContentPartPr/>
                <p14:nvPr/>
              </p14:nvContentPartPr>
              <p14:xfrm>
                <a:off x="5466705" y="4517295"/>
                <a:ext cx="1061280" cy="49680"/>
              </p14:xfrm>
            </p:contentPart>
          </mc:Choice>
          <mc:Fallback xmlns="">
            <p:pic>
              <p:nvPicPr>
                <p:cNvPr id="159" name="Ink 158">
                  <a:extLst>
                    <a:ext uri="{FF2B5EF4-FFF2-40B4-BE49-F238E27FC236}">
                      <a16:creationId xmlns:a16="http://schemas.microsoft.com/office/drawing/2014/main" id="{3A036728-D22A-F3E6-BD23-7CD7B23F3302}"/>
                    </a:ext>
                  </a:extLst>
                </p:cNvPr>
                <p:cNvPicPr/>
                <p:nvPr/>
              </p:nvPicPr>
              <p:blipFill>
                <a:blip r:embed="rId259"/>
                <a:stretch>
                  <a:fillRect/>
                </a:stretch>
              </p:blipFill>
              <p:spPr>
                <a:xfrm>
                  <a:off x="5460585" y="4511175"/>
                  <a:ext cx="107352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2" name="Ink 161">
                  <a:extLst>
                    <a:ext uri="{FF2B5EF4-FFF2-40B4-BE49-F238E27FC236}">
                      <a16:creationId xmlns:a16="http://schemas.microsoft.com/office/drawing/2014/main" id="{0D8D7CE3-B50A-1558-4BC6-FEE069F605B0}"/>
                    </a:ext>
                  </a:extLst>
                </p14:cNvPr>
                <p14:cNvContentPartPr/>
                <p14:nvPr/>
              </p14:nvContentPartPr>
              <p14:xfrm>
                <a:off x="9559905" y="5801775"/>
                <a:ext cx="320400" cy="547920"/>
              </p14:xfrm>
            </p:contentPart>
          </mc:Choice>
          <mc:Fallback xmlns="">
            <p:pic>
              <p:nvPicPr>
                <p:cNvPr id="162" name="Ink 161">
                  <a:extLst>
                    <a:ext uri="{FF2B5EF4-FFF2-40B4-BE49-F238E27FC236}">
                      <a16:creationId xmlns:a16="http://schemas.microsoft.com/office/drawing/2014/main" id="{0D8D7CE3-B50A-1558-4BC6-FEE069F605B0}"/>
                    </a:ext>
                  </a:extLst>
                </p:cNvPr>
                <p:cNvPicPr/>
                <p:nvPr/>
              </p:nvPicPr>
              <p:blipFill>
                <a:blip r:embed="rId261"/>
                <a:stretch>
                  <a:fillRect/>
                </a:stretch>
              </p:blipFill>
              <p:spPr>
                <a:xfrm>
                  <a:off x="9553785" y="5795655"/>
                  <a:ext cx="332640" cy="5601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3" name="Ink 162">
                  <a:extLst>
                    <a:ext uri="{FF2B5EF4-FFF2-40B4-BE49-F238E27FC236}">
                      <a16:creationId xmlns:a16="http://schemas.microsoft.com/office/drawing/2014/main" id="{26A3BEF7-2FF0-6CF6-8546-66FC5AC8B34C}"/>
                    </a:ext>
                  </a:extLst>
                </p14:cNvPr>
                <p14:cNvContentPartPr/>
                <p14:nvPr/>
              </p14:nvContentPartPr>
              <p14:xfrm>
                <a:off x="9637665" y="6023175"/>
                <a:ext cx="340920" cy="24120"/>
              </p14:xfrm>
            </p:contentPart>
          </mc:Choice>
          <mc:Fallback xmlns="">
            <p:pic>
              <p:nvPicPr>
                <p:cNvPr id="163" name="Ink 162">
                  <a:extLst>
                    <a:ext uri="{FF2B5EF4-FFF2-40B4-BE49-F238E27FC236}">
                      <a16:creationId xmlns:a16="http://schemas.microsoft.com/office/drawing/2014/main" id="{26A3BEF7-2FF0-6CF6-8546-66FC5AC8B34C}"/>
                    </a:ext>
                  </a:extLst>
                </p:cNvPr>
                <p:cNvPicPr/>
                <p:nvPr/>
              </p:nvPicPr>
              <p:blipFill>
                <a:blip r:embed="rId263"/>
                <a:stretch>
                  <a:fillRect/>
                </a:stretch>
              </p:blipFill>
              <p:spPr>
                <a:xfrm>
                  <a:off x="9631545" y="6017055"/>
                  <a:ext cx="3531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4" name="Ink 163">
                  <a:extLst>
                    <a:ext uri="{FF2B5EF4-FFF2-40B4-BE49-F238E27FC236}">
                      <a16:creationId xmlns:a16="http://schemas.microsoft.com/office/drawing/2014/main" id="{CA523F57-0040-1A7D-0496-C9B7D59288F0}"/>
                    </a:ext>
                  </a:extLst>
                </p14:cNvPr>
                <p14:cNvContentPartPr/>
                <p14:nvPr/>
              </p14:nvContentPartPr>
              <p14:xfrm>
                <a:off x="10180545" y="5907975"/>
                <a:ext cx="142200" cy="292320"/>
              </p14:xfrm>
            </p:contentPart>
          </mc:Choice>
          <mc:Fallback xmlns="">
            <p:pic>
              <p:nvPicPr>
                <p:cNvPr id="164" name="Ink 163">
                  <a:extLst>
                    <a:ext uri="{FF2B5EF4-FFF2-40B4-BE49-F238E27FC236}">
                      <a16:creationId xmlns:a16="http://schemas.microsoft.com/office/drawing/2014/main" id="{CA523F57-0040-1A7D-0496-C9B7D59288F0}"/>
                    </a:ext>
                  </a:extLst>
                </p:cNvPr>
                <p:cNvPicPr/>
                <p:nvPr/>
              </p:nvPicPr>
              <p:blipFill>
                <a:blip r:embed="rId265"/>
                <a:stretch>
                  <a:fillRect/>
                </a:stretch>
              </p:blipFill>
              <p:spPr>
                <a:xfrm>
                  <a:off x="10174425" y="5901855"/>
                  <a:ext cx="15444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5" name="Ink 164">
                  <a:extLst>
                    <a:ext uri="{FF2B5EF4-FFF2-40B4-BE49-F238E27FC236}">
                      <a16:creationId xmlns:a16="http://schemas.microsoft.com/office/drawing/2014/main" id="{FAAABF04-83E7-8D15-34E7-5F44B398CBAE}"/>
                    </a:ext>
                  </a:extLst>
                </p14:cNvPr>
                <p14:cNvContentPartPr/>
                <p14:nvPr/>
              </p14:nvContentPartPr>
              <p14:xfrm>
                <a:off x="10359825" y="5919135"/>
                <a:ext cx="203040" cy="272880"/>
              </p14:xfrm>
            </p:contentPart>
          </mc:Choice>
          <mc:Fallback xmlns="">
            <p:pic>
              <p:nvPicPr>
                <p:cNvPr id="165" name="Ink 164">
                  <a:extLst>
                    <a:ext uri="{FF2B5EF4-FFF2-40B4-BE49-F238E27FC236}">
                      <a16:creationId xmlns:a16="http://schemas.microsoft.com/office/drawing/2014/main" id="{FAAABF04-83E7-8D15-34E7-5F44B398CBAE}"/>
                    </a:ext>
                  </a:extLst>
                </p:cNvPr>
                <p:cNvPicPr/>
                <p:nvPr/>
              </p:nvPicPr>
              <p:blipFill>
                <a:blip r:embed="rId267"/>
                <a:stretch>
                  <a:fillRect/>
                </a:stretch>
              </p:blipFill>
              <p:spPr>
                <a:xfrm>
                  <a:off x="10353705" y="5913015"/>
                  <a:ext cx="21528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6" name="Ink 165">
                  <a:extLst>
                    <a:ext uri="{FF2B5EF4-FFF2-40B4-BE49-F238E27FC236}">
                      <a16:creationId xmlns:a16="http://schemas.microsoft.com/office/drawing/2014/main" id="{F21D70C5-7E99-C3E6-B90E-522E7993CF75}"/>
                    </a:ext>
                  </a:extLst>
                </p14:cNvPr>
                <p14:cNvContentPartPr/>
                <p14:nvPr/>
              </p14:nvContentPartPr>
              <p14:xfrm>
                <a:off x="10800465" y="5819775"/>
                <a:ext cx="75240" cy="482400"/>
              </p14:xfrm>
            </p:contentPart>
          </mc:Choice>
          <mc:Fallback xmlns="">
            <p:pic>
              <p:nvPicPr>
                <p:cNvPr id="166" name="Ink 165">
                  <a:extLst>
                    <a:ext uri="{FF2B5EF4-FFF2-40B4-BE49-F238E27FC236}">
                      <a16:creationId xmlns:a16="http://schemas.microsoft.com/office/drawing/2014/main" id="{F21D70C5-7E99-C3E6-B90E-522E7993CF75}"/>
                    </a:ext>
                  </a:extLst>
                </p:cNvPr>
                <p:cNvPicPr/>
                <p:nvPr/>
              </p:nvPicPr>
              <p:blipFill>
                <a:blip r:embed="rId269"/>
                <a:stretch>
                  <a:fillRect/>
                </a:stretch>
              </p:blipFill>
              <p:spPr>
                <a:xfrm>
                  <a:off x="10794345" y="5813655"/>
                  <a:ext cx="87480" cy="4946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7" name="Ink 166">
                  <a:extLst>
                    <a:ext uri="{FF2B5EF4-FFF2-40B4-BE49-F238E27FC236}">
                      <a16:creationId xmlns:a16="http://schemas.microsoft.com/office/drawing/2014/main" id="{FEBC6C11-FC0E-F013-C682-18347E2E25FC}"/>
                    </a:ext>
                  </a:extLst>
                </p14:cNvPr>
                <p14:cNvContentPartPr/>
                <p14:nvPr/>
              </p14:nvContentPartPr>
              <p14:xfrm>
                <a:off x="11115825" y="5878095"/>
                <a:ext cx="39240" cy="378720"/>
              </p14:xfrm>
            </p:contentPart>
          </mc:Choice>
          <mc:Fallback xmlns="">
            <p:pic>
              <p:nvPicPr>
                <p:cNvPr id="167" name="Ink 166">
                  <a:extLst>
                    <a:ext uri="{FF2B5EF4-FFF2-40B4-BE49-F238E27FC236}">
                      <a16:creationId xmlns:a16="http://schemas.microsoft.com/office/drawing/2014/main" id="{FEBC6C11-FC0E-F013-C682-18347E2E25FC}"/>
                    </a:ext>
                  </a:extLst>
                </p:cNvPr>
                <p:cNvPicPr/>
                <p:nvPr/>
              </p:nvPicPr>
              <p:blipFill>
                <a:blip r:embed="rId271"/>
                <a:stretch>
                  <a:fillRect/>
                </a:stretch>
              </p:blipFill>
              <p:spPr>
                <a:xfrm>
                  <a:off x="11109705" y="5871975"/>
                  <a:ext cx="5148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8" name="Ink 167">
                  <a:extLst>
                    <a:ext uri="{FF2B5EF4-FFF2-40B4-BE49-F238E27FC236}">
                      <a16:creationId xmlns:a16="http://schemas.microsoft.com/office/drawing/2014/main" id="{21F1F259-3145-86CB-C5DA-95BE0F8CDED0}"/>
                    </a:ext>
                  </a:extLst>
                </p14:cNvPr>
                <p14:cNvContentPartPr/>
                <p14:nvPr/>
              </p14:nvContentPartPr>
              <p14:xfrm>
                <a:off x="10597785" y="6165015"/>
                <a:ext cx="307800" cy="167040"/>
              </p14:xfrm>
            </p:contentPart>
          </mc:Choice>
          <mc:Fallback xmlns="">
            <p:pic>
              <p:nvPicPr>
                <p:cNvPr id="168" name="Ink 167">
                  <a:extLst>
                    <a:ext uri="{FF2B5EF4-FFF2-40B4-BE49-F238E27FC236}">
                      <a16:creationId xmlns:a16="http://schemas.microsoft.com/office/drawing/2014/main" id="{21F1F259-3145-86CB-C5DA-95BE0F8CDED0}"/>
                    </a:ext>
                  </a:extLst>
                </p:cNvPr>
                <p:cNvPicPr/>
                <p:nvPr/>
              </p:nvPicPr>
              <p:blipFill>
                <a:blip r:embed="rId273"/>
                <a:stretch>
                  <a:fillRect/>
                </a:stretch>
              </p:blipFill>
              <p:spPr>
                <a:xfrm>
                  <a:off x="10591665" y="6158895"/>
                  <a:ext cx="3200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9" name="Ink 168">
                  <a:extLst>
                    <a:ext uri="{FF2B5EF4-FFF2-40B4-BE49-F238E27FC236}">
                      <a16:creationId xmlns:a16="http://schemas.microsoft.com/office/drawing/2014/main" id="{4C1CDD56-FCD9-130C-3013-26AC3D74C50B}"/>
                    </a:ext>
                  </a:extLst>
                </p14:cNvPr>
                <p14:cNvContentPartPr/>
                <p14:nvPr/>
              </p14:nvContentPartPr>
              <p14:xfrm>
                <a:off x="11011785" y="6184815"/>
                <a:ext cx="313200" cy="230760"/>
              </p14:xfrm>
            </p:contentPart>
          </mc:Choice>
          <mc:Fallback xmlns="">
            <p:pic>
              <p:nvPicPr>
                <p:cNvPr id="169" name="Ink 168">
                  <a:extLst>
                    <a:ext uri="{FF2B5EF4-FFF2-40B4-BE49-F238E27FC236}">
                      <a16:creationId xmlns:a16="http://schemas.microsoft.com/office/drawing/2014/main" id="{4C1CDD56-FCD9-130C-3013-26AC3D74C50B}"/>
                    </a:ext>
                  </a:extLst>
                </p:cNvPr>
                <p:cNvPicPr/>
                <p:nvPr/>
              </p:nvPicPr>
              <p:blipFill>
                <a:blip r:embed="rId275"/>
                <a:stretch>
                  <a:fillRect/>
                </a:stretch>
              </p:blipFill>
              <p:spPr>
                <a:xfrm>
                  <a:off x="11005665" y="6178695"/>
                  <a:ext cx="32544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1" name="Ink 170">
                  <a:extLst>
                    <a:ext uri="{FF2B5EF4-FFF2-40B4-BE49-F238E27FC236}">
                      <a16:creationId xmlns:a16="http://schemas.microsoft.com/office/drawing/2014/main" id="{756C8D46-2591-9FCE-92B8-68ABE7EBEEB4}"/>
                    </a:ext>
                  </a:extLst>
                </p14:cNvPr>
                <p14:cNvContentPartPr/>
                <p14:nvPr/>
              </p14:nvContentPartPr>
              <p14:xfrm>
                <a:off x="5842905" y="5779095"/>
                <a:ext cx="138600" cy="419400"/>
              </p14:xfrm>
            </p:contentPart>
          </mc:Choice>
          <mc:Fallback xmlns="">
            <p:pic>
              <p:nvPicPr>
                <p:cNvPr id="171" name="Ink 170">
                  <a:extLst>
                    <a:ext uri="{FF2B5EF4-FFF2-40B4-BE49-F238E27FC236}">
                      <a16:creationId xmlns:a16="http://schemas.microsoft.com/office/drawing/2014/main" id="{756C8D46-2591-9FCE-92B8-68ABE7EBEEB4}"/>
                    </a:ext>
                  </a:extLst>
                </p:cNvPr>
                <p:cNvPicPr/>
                <p:nvPr/>
              </p:nvPicPr>
              <p:blipFill>
                <a:blip r:embed="rId277"/>
                <a:stretch>
                  <a:fillRect/>
                </a:stretch>
              </p:blipFill>
              <p:spPr>
                <a:xfrm>
                  <a:off x="5836785" y="5772975"/>
                  <a:ext cx="15084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2" name="Ink 171">
                  <a:extLst>
                    <a:ext uri="{FF2B5EF4-FFF2-40B4-BE49-F238E27FC236}">
                      <a16:creationId xmlns:a16="http://schemas.microsoft.com/office/drawing/2014/main" id="{AF938BFF-68B0-4DC5-95B0-FBCBEB2148B0}"/>
                    </a:ext>
                  </a:extLst>
                </p14:cNvPr>
                <p14:cNvContentPartPr/>
                <p14:nvPr/>
              </p14:nvContentPartPr>
              <p14:xfrm>
                <a:off x="6124065" y="5556615"/>
                <a:ext cx="5418000" cy="970920"/>
              </p14:xfrm>
            </p:contentPart>
          </mc:Choice>
          <mc:Fallback xmlns="">
            <p:pic>
              <p:nvPicPr>
                <p:cNvPr id="172" name="Ink 171">
                  <a:extLst>
                    <a:ext uri="{FF2B5EF4-FFF2-40B4-BE49-F238E27FC236}">
                      <a16:creationId xmlns:a16="http://schemas.microsoft.com/office/drawing/2014/main" id="{AF938BFF-68B0-4DC5-95B0-FBCBEB2148B0}"/>
                    </a:ext>
                  </a:extLst>
                </p:cNvPr>
                <p:cNvPicPr/>
                <p:nvPr/>
              </p:nvPicPr>
              <p:blipFill>
                <a:blip r:embed="rId279"/>
                <a:stretch>
                  <a:fillRect/>
                </a:stretch>
              </p:blipFill>
              <p:spPr>
                <a:xfrm>
                  <a:off x="6117945" y="5550495"/>
                  <a:ext cx="5430240" cy="9831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73" name="Ink 172">
                  <a:extLst>
                    <a:ext uri="{FF2B5EF4-FFF2-40B4-BE49-F238E27FC236}">
                      <a16:creationId xmlns:a16="http://schemas.microsoft.com/office/drawing/2014/main" id="{5F6A5D2B-2C24-954D-83E4-416F67F44C89}"/>
                    </a:ext>
                  </a:extLst>
                </p14:cNvPr>
                <p14:cNvContentPartPr/>
                <p14:nvPr/>
              </p14:nvContentPartPr>
              <p14:xfrm>
                <a:off x="10844745" y="5909775"/>
                <a:ext cx="26280" cy="401760"/>
              </p14:xfrm>
            </p:contentPart>
          </mc:Choice>
          <mc:Fallback xmlns="">
            <p:pic>
              <p:nvPicPr>
                <p:cNvPr id="173" name="Ink 172">
                  <a:extLst>
                    <a:ext uri="{FF2B5EF4-FFF2-40B4-BE49-F238E27FC236}">
                      <a16:creationId xmlns:a16="http://schemas.microsoft.com/office/drawing/2014/main" id="{5F6A5D2B-2C24-954D-83E4-416F67F44C89}"/>
                    </a:ext>
                  </a:extLst>
                </p:cNvPr>
                <p:cNvPicPr/>
                <p:nvPr/>
              </p:nvPicPr>
              <p:blipFill>
                <a:blip r:embed="rId281"/>
                <a:stretch>
                  <a:fillRect/>
                </a:stretch>
              </p:blipFill>
              <p:spPr>
                <a:xfrm>
                  <a:off x="10838625" y="5903655"/>
                  <a:ext cx="3852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4" name="Ink 173">
                  <a:extLst>
                    <a:ext uri="{FF2B5EF4-FFF2-40B4-BE49-F238E27FC236}">
                      <a16:creationId xmlns:a16="http://schemas.microsoft.com/office/drawing/2014/main" id="{B3BAED98-5B26-72BA-A3D3-3CA6AAED755A}"/>
                    </a:ext>
                  </a:extLst>
                </p14:cNvPr>
                <p14:cNvContentPartPr/>
                <p14:nvPr/>
              </p14:nvContentPartPr>
              <p14:xfrm>
                <a:off x="10620465" y="6293895"/>
                <a:ext cx="132840" cy="34200"/>
              </p14:xfrm>
            </p:contentPart>
          </mc:Choice>
          <mc:Fallback xmlns="">
            <p:pic>
              <p:nvPicPr>
                <p:cNvPr id="174" name="Ink 173">
                  <a:extLst>
                    <a:ext uri="{FF2B5EF4-FFF2-40B4-BE49-F238E27FC236}">
                      <a16:creationId xmlns:a16="http://schemas.microsoft.com/office/drawing/2014/main" id="{B3BAED98-5B26-72BA-A3D3-3CA6AAED755A}"/>
                    </a:ext>
                  </a:extLst>
                </p:cNvPr>
                <p:cNvPicPr/>
                <p:nvPr/>
              </p:nvPicPr>
              <p:blipFill>
                <a:blip r:embed="rId283"/>
                <a:stretch>
                  <a:fillRect/>
                </a:stretch>
              </p:blipFill>
              <p:spPr>
                <a:xfrm>
                  <a:off x="10614345" y="6287775"/>
                  <a:ext cx="1450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5" name="Ink 174">
                  <a:extLst>
                    <a:ext uri="{FF2B5EF4-FFF2-40B4-BE49-F238E27FC236}">
                      <a16:creationId xmlns:a16="http://schemas.microsoft.com/office/drawing/2014/main" id="{06BCCC53-85F9-DD7B-925D-41A8BBCE9D70}"/>
                    </a:ext>
                  </a:extLst>
                </p14:cNvPr>
                <p14:cNvContentPartPr/>
                <p14:nvPr/>
              </p14:nvContentPartPr>
              <p14:xfrm>
                <a:off x="10941585" y="6200295"/>
                <a:ext cx="23400" cy="157680"/>
              </p14:xfrm>
            </p:contentPart>
          </mc:Choice>
          <mc:Fallback xmlns="">
            <p:pic>
              <p:nvPicPr>
                <p:cNvPr id="175" name="Ink 174">
                  <a:extLst>
                    <a:ext uri="{FF2B5EF4-FFF2-40B4-BE49-F238E27FC236}">
                      <a16:creationId xmlns:a16="http://schemas.microsoft.com/office/drawing/2014/main" id="{06BCCC53-85F9-DD7B-925D-41A8BBCE9D70}"/>
                    </a:ext>
                  </a:extLst>
                </p:cNvPr>
                <p:cNvPicPr/>
                <p:nvPr/>
              </p:nvPicPr>
              <p:blipFill>
                <a:blip r:embed="rId285"/>
                <a:stretch>
                  <a:fillRect/>
                </a:stretch>
              </p:blipFill>
              <p:spPr>
                <a:xfrm>
                  <a:off x="10935465" y="6194175"/>
                  <a:ext cx="35640" cy="169920"/>
                </a:xfrm>
                <a:prstGeom prst="rect">
                  <a:avLst/>
                </a:prstGeom>
              </p:spPr>
            </p:pic>
          </mc:Fallback>
        </mc:AlternateContent>
      </p:grpSp>
    </p:spTree>
    <p:extLst>
      <p:ext uri="{BB962C8B-B14F-4D97-AF65-F5344CB8AC3E}">
        <p14:creationId xmlns:p14="http://schemas.microsoft.com/office/powerpoint/2010/main" val="3640498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5BC8DA8-A909-65CE-9DAC-F723837EB7D3}"/>
              </a:ext>
            </a:extLst>
          </p:cNvPr>
          <p:cNvGrpSpPr/>
          <p:nvPr/>
        </p:nvGrpSpPr>
        <p:grpSpPr>
          <a:xfrm>
            <a:off x="721905" y="265335"/>
            <a:ext cx="1910880" cy="854640"/>
            <a:chOff x="721905" y="265335"/>
            <a:chExt cx="1910880" cy="8546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4F78E72-7504-1A0B-995C-F11272CB7F77}"/>
                    </a:ext>
                  </a:extLst>
                </p14:cNvPr>
                <p14:cNvContentPartPr/>
                <p14:nvPr/>
              </p14:nvContentPartPr>
              <p14:xfrm>
                <a:off x="721905" y="331575"/>
                <a:ext cx="240840" cy="788400"/>
              </p14:xfrm>
            </p:contentPart>
          </mc:Choice>
          <mc:Fallback xmlns="">
            <p:pic>
              <p:nvPicPr>
                <p:cNvPr id="2" name="Ink 1">
                  <a:extLst>
                    <a:ext uri="{FF2B5EF4-FFF2-40B4-BE49-F238E27FC236}">
                      <a16:creationId xmlns:a16="http://schemas.microsoft.com/office/drawing/2014/main" id="{C4F78E72-7504-1A0B-995C-F11272CB7F77}"/>
                    </a:ext>
                  </a:extLst>
                </p:cNvPr>
                <p:cNvPicPr/>
                <p:nvPr/>
              </p:nvPicPr>
              <p:blipFill>
                <a:blip r:embed="rId3"/>
                <a:stretch>
                  <a:fillRect/>
                </a:stretch>
              </p:blipFill>
              <p:spPr>
                <a:xfrm>
                  <a:off x="715785" y="325455"/>
                  <a:ext cx="253080" cy="800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054181D-B3AE-0C20-0A7C-EDC449B59399}"/>
                    </a:ext>
                  </a:extLst>
                </p14:cNvPr>
                <p14:cNvContentPartPr/>
                <p14:nvPr/>
              </p14:nvContentPartPr>
              <p14:xfrm>
                <a:off x="877785" y="265335"/>
                <a:ext cx="760320" cy="854640"/>
              </p14:xfrm>
            </p:contentPart>
          </mc:Choice>
          <mc:Fallback xmlns="">
            <p:pic>
              <p:nvPicPr>
                <p:cNvPr id="3" name="Ink 2">
                  <a:extLst>
                    <a:ext uri="{FF2B5EF4-FFF2-40B4-BE49-F238E27FC236}">
                      <a16:creationId xmlns:a16="http://schemas.microsoft.com/office/drawing/2014/main" id="{5054181D-B3AE-0C20-0A7C-EDC449B59399}"/>
                    </a:ext>
                  </a:extLst>
                </p:cNvPr>
                <p:cNvPicPr/>
                <p:nvPr/>
              </p:nvPicPr>
              <p:blipFill>
                <a:blip r:embed="rId5"/>
                <a:stretch>
                  <a:fillRect/>
                </a:stretch>
              </p:blipFill>
              <p:spPr>
                <a:xfrm>
                  <a:off x="871665" y="259215"/>
                  <a:ext cx="772560" cy="86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C51B98C-AEE0-FD86-5690-1495C1F1FB94}"/>
                    </a:ext>
                  </a:extLst>
                </p14:cNvPr>
                <p14:cNvContentPartPr/>
                <p14:nvPr/>
              </p14:nvContentPartPr>
              <p14:xfrm>
                <a:off x="1890465" y="834495"/>
                <a:ext cx="742320" cy="49680"/>
              </p14:xfrm>
            </p:contentPart>
          </mc:Choice>
          <mc:Fallback xmlns="">
            <p:pic>
              <p:nvPicPr>
                <p:cNvPr id="4" name="Ink 3">
                  <a:extLst>
                    <a:ext uri="{FF2B5EF4-FFF2-40B4-BE49-F238E27FC236}">
                      <a16:creationId xmlns:a16="http://schemas.microsoft.com/office/drawing/2014/main" id="{5C51B98C-AEE0-FD86-5690-1495C1F1FB94}"/>
                    </a:ext>
                  </a:extLst>
                </p:cNvPr>
                <p:cNvPicPr/>
                <p:nvPr/>
              </p:nvPicPr>
              <p:blipFill>
                <a:blip r:embed="rId7"/>
                <a:stretch>
                  <a:fillRect/>
                </a:stretch>
              </p:blipFill>
              <p:spPr>
                <a:xfrm>
                  <a:off x="1884345" y="828375"/>
                  <a:ext cx="754560" cy="61920"/>
                </a:xfrm>
                <a:prstGeom prst="rect">
                  <a:avLst/>
                </a:prstGeom>
              </p:spPr>
            </p:pic>
          </mc:Fallback>
        </mc:AlternateContent>
      </p:grpSp>
      <p:grpSp>
        <p:nvGrpSpPr>
          <p:cNvPr id="30" name="Group 29">
            <a:extLst>
              <a:ext uri="{FF2B5EF4-FFF2-40B4-BE49-F238E27FC236}">
                <a16:creationId xmlns:a16="http://schemas.microsoft.com/office/drawing/2014/main" id="{E2BC6014-3C05-83AF-D3A7-8C950D53999F}"/>
              </a:ext>
            </a:extLst>
          </p:cNvPr>
          <p:cNvGrpSpPr/>
          <p:nvPr/>
        </p:nvGrpSpPr>
        <p:grpSpPr>
          <a:xfrm>
            <a:off x="3189345" y="110175"/>
            <a:ext cx="1731240" cy="830520"/>
            <a:chOff x="3189345" y="110175"/>
            <a:chExt cx="1731240" cy="83052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EFDFE14-4D1D-EB4D-B853-0EF0A4F08141}"/>
                    </a:ext>
                  </a:extLst>
                </p14:cNvPr>
                <p14:cNvContentPartPr/>
                <p14:nvPr/>
              </p14:nvContentPartPr>
              <p14:xfrm>
                <a:off x="3189345" y="216735"/>
                <a:ext cx="171360" cy="723960"/>
              </p14:xfrm>
            </p:contentPart>
          </mc:Choice>
          <mc:Fallback xmlns="">
            <p:pic>
              <p:nvPicPr>
                <p:cNvPr id="6" name="Ink 5">
                  <a:extLst>
                    <a:ext uri="{FF2B5EF4-FFF2-40B4-BE49-F238E27FC236}">
                      <a16:creationId xmlns:a16="http://schemas.microsoft.com/office/drawing/2014/main" id="{4EFDFE14-4D1D-EB4D-B853-0EF0A4F08141}"/>
                    </a:ext>
                  </a:extLst>
                </p:cNvPr>
                <p:cNvPicPr/>
                <p:nvPr/>
              </p:nvPicPr>
              <p:blipFill>
                <a:blip r:embed="rId9"/>
                <a:stretch>
                  <a:fillRect/>
                </a:stretch>
              </p:blipFill>
              <p:spPr>
                <a:xfrm>
                  <a:off x="3183225" y="210615"/>
                  <a:ext cx="183600" cy="736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A2274A2D-1E98-A215-AB73-F8B2328AEB40}"/>
                    </a:ext>
                  </a:extLst>
                </p14:cNvPr>
                <p14:cNvContentPartPr/>
                <p14:nvPr/>
              </p14:nvContentPartPr>
              <p14:xfrm>
                <a:off x="3260625" y="110175"/>
                <a:ext cx="312480" cy="225720"/>
              </p14:xfrm>
            </p:contentPart>
          </mc:Choice>
          <mc:Fallback xmlns="">
            <p:pic>
              <p:nvPicPr>
                <p:cNvPr id="7" name="Ink 6">
                  <a:extLst>
                    <a:ext uri="{FF2B5EF4-FFF2-40B4-BE49-F238E27FC236}">
                      <a16:creationId xmlns:a16="http://schemas.microsoft.com/office/drawing/2014/main" id="{A2274A2D-1E98-A215-AB73-F8B2328AEB40}"/>
                    </a:ext>
                  </a:extLst>
                </p:cNvPr>
                <p:cNvPicPr/>
                <p:nvPr/>
              </p:nvPicPr>
              <p:blipFill>
                <a:blip r:embed="rId11"/>
                <a:stretch>
                  <a:fillRect/>
                </a:stretch>
              </p:blipFill>
              <p:spPr>
                <a:xfrm>
                  <a:off x="3254505" y="104055"/>
                  <a:ext cx="3247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124E6CCA-6904-F45D-2BE5-F3976345A33B}"/>
                    </a:ext>
                  </a:extLst>
                </p14:cNvPr>
                <p14:cNvContentPartPr/>
                <p14:nvPr/>
              </p14:nvContentPartPr>
              <p14:xfrm>
                <a:off x="3467625" y="453975"/>
                <a:ext cx="216360" cy="68040"/>
              </p14:xfrm>
            </p:contentPart>
          </mc:Choice>
          <mc:Fallback xmlns="">
            <p:pic>
              <p:nvPicPr>
                <p:cNvPr id="8" name="Ink 7">
                  <a:extLst>
                    <a:ext uri="{FF2B5EF4-FFF2-40B4-BE49-F238E27FC236}">
                      <a16:creationId xmlns:a16="http://schemas.microsoft.com/office/drawing/2014/main" id="{124E6CCA-6904-F45D-2BE5-F3976345A33B}"/>
                    </a:ext>
                  </a:extLst>
                </p:cNvPr>
                <p:cNvPicPr/>
                <p:nvPr/>
              </p:nvPicPr>
              <p:blipFill>
                <a:blip r:embed="rId13"/>
                <a:stretch>
                  <a:fillRect/>
                </a:stretch>
              </p:blipFill>
              <p:spPr>
                <a:xfrm>
                  <a:off x="3461505" y="447855"/>
                  <a:ext cx="22860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90A5CF73-3ED4-8980-5106-B797D329B70B}"/>
                    </a:ext>
                  </a:extLst>
                </p14:cNvPr>
                <p14:cNvContentPartPr/>
                <p14:nvPr/>
              </p14:nvContentPartPr>
              <p14:xfrm>
                <a:off x="3761385" y="487815"/>
                <a:ext cx="8280" cy="21960"/>
              </p14:xfrm>
            </p:contentPart>
          </mc:Choice>
          <mc:Fallback xmlns="">
            <p:pic>
              <p:nvPicPr>
                <p:cNvPr id="9" name="Ink 8">
                  <a:extLst>
                    <a:ext uri="{FF2B5EF4-FFF2-40B4-BE49-F238E27FC236}">
                      <a16:creationId xmlns:a16="http://schemas.microsoft.com/office/drawing/2014/main" id="{90A5CF73-3ED4-8980-5106-B797D329B70B}"/>
                    </a:ext>
                  </a:extLst>
                </p:cNvPr>
                <p:cNvPicPr/>
                <p:nvPr/>
              </p:nvPicPr>
              <p:blipFill>
                <a:blip r:embed="rId15"/>
                <a:stretch>
                  <a:fillRect/>
                </a:stretch>
              </p:blipFill>
              <p:spPr>
                <a:xfrm>
                  <a:off x="3755265" y="481695"/>
                  <a:ext cx="205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16477A40-DC2A-5C26-6B0F-AFF9D6FD77D0}"/>
                    </a:ext>
                  </a:extLst>
                </p14:cNvPr>
                <p14:cNvContentPartPr/>
                <p14:nvPr/>
              </p14:nvContentPartPr>
              <p14:xfrm>
                <a:off x="3764265" y="461895"/>
                <a:ext cx="184680" cy="321480"/>
              </p14:xfrm>
            </p:contentPart>
          </mc:Choice>
          <mc:Fallback xmlns="">
            <p:pic>
              <p:nvPicPr>
                <p:cNvPr id="10" name="Ink 9">
                  <a:extLst>
                    <a:ext uri="{FF2B5EF4-FFF2-40B4-BE49-F238E27FC236}">
                      <a16:creationId xmlns:a16="http://schemas.microsoft.com/office/drawing/2014/main" id="{16477A40-DC2A-5C26-6B0F-AFF9D6FD77D0}"/>
                    </a:ext>
                  </a:extLst>
                </p:cNvPr>
                <p:cNvPicPr/>
                <p:nvPr/>
              </p:nvPicPr>
              <p:blipFill>
                <a:blip r:embed="rId17"/>
                <a:stretch>
                  <a:fillRect/>
                </a:stretch>
              </p:blipFill>
              <p:spPr>
                <a:xfrm>
                  <a:off x="3758145" y="455775"/>
                  <a:ext cx="19692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75B86CE6-69EC-D1D1-9015-AD8EF34D2F90}"/>
                    </a:ext>
                  </a:extLst>
                </p14:cNvPr>
                <p14:cNvContentPartPr/>
                <p14:nvPr/>
              </p14:nvContentPartPr>
              <p14:xfrm>
                <a:off x="4263225" y="174975"/>
                <a:ext cx="56160" cy="587880"/>
              </p14:xfrm>
            </p:contentPart>
          </mc:Choice>
          <mc:Fallback xmlns="">
            <p:pic>
              <p:nvPicPr>
                <p:cNvPr id="11" name="Ink 10">
                  <a:extLst>
                    <a:ext uri="{FF2B5EF4-FFF2-40B4-BE49-F238E27FC236}">
                      <a16:creationId xmlns:a16="http://schemas.microsoft.com/office/drawing/2014/main" id="{75B86CE6-69EC-D1D1-9015-AD8EF34D2F90}"/>
                    </a:ext>
                  </a:extLst>
                </p:cNvPr>
                <p:cNvPicPr/>
                <p:nvPr/>
              </p:nvPicPr>
              <p:blipFill>
                <a:blip r:embed="rId19"/>
                <a:stretch>
                  <a:fillRect/>
                </a:stretch>
              </p:blipFill>
              <p:spPr>
                <a:xfrm>
                  <a:off x="4257105" y="168855"/>
                  <a:ext cx="68400" cy="600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3279D85F-EFCC-89DB-30B1-8ADB59BCC5FA}"/>
                    </a:ext>
                  </a:extLst>
                </p14:cNvPr>
                <p14:cNvContentPartPr/>
                <p14:nvPr/>
              </p14:nvContentPartPr>
              <p14:xfrm>
                <a:off x="4563105" y="274335"/>
                <a:ext cx="357480" cy="544680"/>
              </p14:xfrm>
            </p:contentPart>
          </mc:Choice>
          <mc:Fallback xmlns="">
            <p:pic>
              <p:nvPicPr>
                <p:cNvPr id="12" name="Ink 11">
                  <a:extLst>
                    <a:ext uri="{FF2B5EF4-FFF2-40B4-BE49-F238E27FC236}">
                      <a16:creationId xmlns:a16="http://schemas.microsoft.com/office/drawing/2014/main" id="{3279D85F-EFCC-89DB-30B1-8ADB59BCC5FA}"/>
                    </a:ext>
                  </a:extLst>
                </p:cNvPr>
                <p:cNvPicPr/>
                <p:nvPr/>
              </p:nvPicPr>
              <p:blipFill>
                <a:blip r:embed="rId21"/>
                <a:stretch>
                  <a:fillRect/>
                </a:stretch>
              </p:blipFill>
              <p:spPr>
                <a:xfrm>
                  <a:off x="4556985" y="268215"/>
                  <a:ext cx="369720" cy="556920"/>
                </a:xfrm>
                <a:prstGeom prst="rect">
                  <a:avLst/>
                </a:prstGeom>
              </p:spPr>
            </p:pic>
          </mc:Fallback>
        </mc:AlternateContent>
      </p:grpSp>
      <p:grpSp>
        <p:nvGrpSpPr>
          <p:cNvPr id="29" name="Group 28">
            <a:extLst>
              <a:ext uri="{FF2B5EF4-FFF2-40B4-BE49-F238E27FC236}">
                <a16:creationId xmlns:a16="http://schemas.microsoft.com/office/drawing/2014/main" id="{54C2D823-673D-F022-AB2B-6F93B158E745}"/>
              </a:ext>
            </a:extLst>
          </p:cNvPr>
          <p:cNvGrpSpPr/>
          <p:nvPr/>
        </p:nvGrpSpPr>
        <p:grpSpPr>
          <a:xfrm>
            <a:off x="6226305" y="144015"/>
            <a:ext cx="1669680" cy="655560"/>
            <a:chOff x="6226305" y="144015"/>
            <a:chExt cx="1669680" cy="655560"/>
          </a:xfrm>
        </p:grpSpPr>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4C01A2A9-2A94-B1AF-63FB-E61EE4171618}"/>
                    </a:ext>
                  </a:extLst>
                </p14:cNvPr>
                <p14:cNvContentPartPr/>
                <p14:nvPr/>
              </p14:nvContentPartPr>
              <p14:xfrm>
                <a:off x="6226305" y="144015"/>
                <a:ext cx="310680" cy="655560"/>
              </p14:xfrm>
            </p:contentPart>
          </mc:Choice>
          <mc:Fallback xmlns="">
            <p:pic>
              <p:nvPicPr>
                <p:cNvPr id="13" name="Ink 12">
                  <a:extLst>
                    <a:ext uri="{FF2B5EF4-FFF2-40B4-BE49-F238E27FC236}">
                      <a16:creationId xmlns:a16="http://schemas.microsoft.com/office/drawing/2014/main" id="{4C01A2A9-2A94-B1AF-63FB-E61EE4171618}"/>
                    </a:ext>
                  </a:extLst>
                </p:cNvPr>
                <p:cNvPicPr/>
                <p:nvPr/>
              </p:nvPicPr>
              <p:blipFill>
                <a:blip r:embed="rId23"/>
                <a:stretch>
                  <a:fillRect/>
                </a:stretch>
              </p:blipFill>
              <p:spPr>
                <a:xfrm>
                  <a:off x="6220185" y="137895"/>
                  <a:ext cx="322920" cy="667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0CFFC9F2-0EEC-BDEE-AE72-05CAA4A65B60}"/>
                    </a:ext>
                  </a:extLst>
                </p14:cNvPr>
                <p14:cNvContentPartPr/>
                <p14:nvPr/>
              </p14:nvContentPartPr>
              <p14:xfrm>
                <a:off x="6664785" y="344535"/>
                <a:ext cx="568440" cy="425520"/>
              </p14:xfrm>
            </p:contentPart>
          </mc:Choice>
          <mc:Fallback xmlns="">
            <p:pic>
              <p:nvPicPr>
                <p:cNvPr id="14" name="Ink 13">
                  <a:extLst>
                    <a:ext uri="{FF2B5EF4-FFF2-40B4-BE49-F238E27FC236}">
                      <a16:creationId xmlns:a16="http://schemas.microsoft.com/office/drawing/2014/main" id="{0CFFC9F2-0EEC-BDEE-AE72-05CAA4A65B60}"/>
                    </a:ext>
                  </a:extLst>
                </p:cNvPr>
                <p:cNvPicPr/>
                <p:nvPr/>
              </p:nvPicPr>
              <p:blipFill>
                <a:blip r:embed="rId25"/>
                <a:stretch>
                  <a:fillRect/>
                </a:stretch>
              </p:blipFill>
              <p:spPr>
                <a:xfrm>
                  <a:off x="6658665" y="338415"/>
                  <a:ext cx="580680" cy="437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6C944AB4-5176-A987-04BF-4AE35CEE455A}"/>
                    </a:ext>
                  </a:extLst>
                </p14:cNvPr>
                <p14:cNvContentPartPr/>
                <p14:nvPr/>
              </p14:nvContentPartPr>
              <p14:xfrm>
                <a:off x="7422585" y="369735"/>
                <a:ext cx="473400" cy="389160"/>
              </p14:xfrm>
            </p:contentPart>
          </mc:Choice>
          <mc:Fallback xmlns="">
            <p:pic>
              <p:nvPicPr>
                <p:cNvPr id="15" name="Ink 14">
                  <a:extLst>
                    <a:ext uri="{FF2B5EF4-FFF2-40B4-BE49-F238E27FC236}">
                      <a16:creationId xmlns:a16="http://schemas.microsoft.com/office/drawing/2014/main" id="{6C944AB4-5176-A987-04BF-4AE35CEE455A}"/>
                    </a:ext>
                  </a:extLst>
                </p:cNvPr>
                <p:cNvPicPr/>
                <p:nvPr/>
              </p:nvPicPr>
              <p:blipFill>
                <a:blip r:embed="rId27"/>
                <a:stretch>
                  <a:fillRect/>
                </a:stretch>
              </p:blipFill>
              <p:spPr>
                <a:xfrm>
                  <a:off x="7416465" y="363615"/>
                  <a:ext cx="485640" cy="401400"/>
                </a:xfrm>
                <a:prstGeom prst="rect">
                  <a:avLst/>
                </a:prstGeom>
              </p:spPr>
            </p:pic>
          </mc:Fallback>
        </mc:AlternateContent>
      </p:grpSp>
      <p:grpSp>
        <p:nvGrpSpPr>
          <p:cNvPr id="28" name="Group 27">
            <a:extLst>
              <a:ext uri="{FF2B5EF4-FFF2-40B4-BE49-F238E27FC236}">
                <a16:creationId xmlns:a16="http://schemas.microsoft.com/office/drawing/2014/main" id="{614252AB-5D8A-C5DF-3201-31A1298BA393}"/>
              </a:ext>
            </a:extLst>
          </p:cNvPr>
          <p:cNvGrpSpPr/>
          <p:nvPr/>
        </p:nvGrpSpPr>
        <p:grpSpPr>
          <a:xfrm>
            <a:off x="8752785" y="353895"/>
            <a:ext cx="1512720" cy="532080"/>
            <a:chOff x="8752785" y="353895"/>
            <a:chExt cx="1512720" cy="532080"/>
          </a:xfrm>
        </p:grpSpPr>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7C9C78C4-11CE-EFBD-4415-92BAD76FCF55}"/>
                    </a:ext>
                  </a:extLst>
                </p14:cNvPr>
                <p14:cNvContentPartPr/>
                <p14:nvPr/>
              </p14:nvContentPartPr>
              <p14:xfrm>
                <a:off x="8752785" y="353895"/>
                <a:ext cx="668880" cy="532080"/>
              </p14:xfrm>
            </p:contentPart>
          </mc:Choice>
          <mc:Fallback xmlns="">
            <p:pic>
              <p:nvPicPr>
                <p:cNvPr id="16" name="Ink 15">
                  <a:extLst>
                    <a:ext uri="{FF2B5EF4-FFF2-40B4-BE49-F238E27FC236}">
                      <a16:creationId xmlns:a16="http://schemas.microsoft.com/office/drawing/2014/main" id="{7C9C78C4-11CE-EFBD-4415-92BAD76FCF55}"/>
                    </a:ext>
                  </a:extLst>
                </p:cNvPr>
                <p:cNvPicPr/>
                <p:nvPr/>
              </p:nvPicPr>
              <p:blipFill>
                <a:blip r:embed="rId29"/>
                <a:stretch>
                  <a:fillRect/>
                </a:stretch>
              </p:blipFill>
              <p:spPr>
                <a:xfrm>
                  <a:off x="8746665" y="347775"/>
                  <a:ext cx="68112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8AF6D7BE-CA43-0F10-246D-2CF63D0E94A4}"/>
                    </a:ext>
                  </a:extLst>
                </p14:cNvPr>
                <p14:cNvContentPartPr/>
                <p14:nvPr/>
              </p14:nvContentPartPr>
              <p14:xfrm>
                <a:off x="9374505" y="503655"/>
                <a:ext cx="613080" cy="296640"/>
              </p14:xfrm>
            </p:contentPart>
          </mc:Choice>
          <mc:Fallback xmlns="">
            <p:pic>
              <p:nvPicPr>
                <p:cNvPr id="17" name="Ink 16">
                  <a:extLst>
                    <a:ext uri="{FF2B5EF4-FFF2-40B4-BE49-F238E27FC236}">
                      <a16:creationId xmlns:a16="http://schemas.microsoft.com/office/drawing/2014/main" id="{8AF6D7BE-CA43-0F10-246D-2CF63D0E94A4}"/>
                    </a:ext>
                  </a:extLst>
                </p:cNvPr>
                <p:cNvPicPr/>
                <p:nvPr/>
              </p:nvPicPr>
              <p:blipFill>
                <a:blip r:embed="rId31"/>
                <a:stretch>
                  <a:fillRect/>
                </a:stretch>
              </p:blipFill>
              <p:spPr>
                <a:xfrm>
                  <a:off x="9368385" y="497535"/>
                  <a:ext cx="62532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740D6276-1921-082C-CE45-935574533609}"/>
                    </a:ext>
                  </a:extLst>
                </p14:cNvPr>
                <p14:cNvContentPartPr/>
                <p14:nvPr/>
              </p14:nvContentPartPr>
              <p14:xfrm>
                <a:off x="10253625" y="691575"/>
                <a:ext cx="11880" cy="32400"/>
              </p14:xfrm>
            </p:contentPart>
          </mc:Choice>
          <mc:Fallback xmlns="">
            <p:pic>
              <p:nvPicPr>
                <p:cNvPr id="18" name="Ink 17">
                  <a:extLst>
                    <a:ext uri="{FF2B5EF4-FFF2-40B4-BE49-F238E27FC236}">
                      <a16:creationId xmlns:a16="http://schemas.microsoft.com/office/drawing/2014/main" id="{740D6276-1921-082C-CE45-935574533609}"/>
                    </a:ext>
                  </a:extLst>
                </p:cNvPr>
                <p:cNvPicPr/>
                <p:nvPr/>
              </p:nvPicPr>
              <p:blipFill>
                <a:blip r:embed="rId33"/>
                <a:stretch>
                  <a:fillRect/>
                </a:stretch>
              </p:blipFill>
              <p:spPr>
                <a:xfrm>
                  <a:off x="10247505" y="685455"/>
                  <a:ext cx="24120" cy="44640"/>
                </a:xfrm>
                <a:prstGeom prst="rect">
                  <a:avLst/>
                </a:prstGeom>
              </p:spPr>
            </p:pic>
          </mc:Fallback>
        </mc:AlternateContent>
      </p:grpSp>
      <p:grpSp>
        <p:nvGrpSpPr>
          <p:cNvPr id="27" name="Group 26">
            <a:extLst>
              <a:ext uri="{FF2B5EF4-FFF2-40B4-BE49-F238E27FC236}">
                <a16:creationId xmlns:a16="http://schemas.microsoft.com/office/drawing/2014/main" id="{02DCF8F8-D156-1DC5-0BAC-71B8609498DE}"/>
              </a:ext>
            </a:extLst>
          </p:cNvPr>
          <p:cNvGrpSpPr/>
          <p:nvPr/>
        </p:nvGrpSpPr>
        <p:grpSpPr>
          <a:xfrm>
            <a:off x="1574385" y="1856175"/>
            <a:ext cx="1144080" cy="836280"/>
            <a:chOff x="1574385" y="1856175"/>
            <a:chExt cx="1144080" cy="836280"/>
          </a:xfrm>
        </p:grpSpPr>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6EDFE064-CBCA-D788-DFBC-11A16DB8A439}"/>
                    </a:ext>
                  </a:extLst>
                </p14:cNvPr>
                <p14:cNvContentPartPr/>
                <p14:nvPr/>
              </p14:nvContentPartPr>
              <p14:xfrm>
                <a:off x="1574385" y="2266575"/>
                <a:ext cx="1117440" cy="106200"/>
              </p14:xfrm>
            </p:contentPart>
          </mc:Choice>
          <mc:Fallback xmlns="">
            <p:pic>
              <p:nvPicPr>
                <p:cNvPr id="19" name="Ink 18">
                  <a:extLst>
                    <a:ext uri="{FF2B5EF4-FFF2-40B4-BE49-F238E27FC236}">
                      <a16:creationId xmlns:a16="http://schemas.microsoft.com/office/drawing/2014/main" id="{6EDFE064-CBCA-D788-DFBC-11A16DB8A439}"/>
                    </a:ext>
                  </a:extLst>
                </p:cNvPr>
                <p:cNvPicPr/>
                <p:nvPr/>
              </p:nvPicPr>
              <p:blipFill>
                <a:blip r:embed="rId35"/>
                <a:stretch>
                  <a:fillRect/>
                </a:stretch>
              </p:blipFill>
              <p:spPr>
                <a:xfrm>
                  <a:off x="1568265" y="2260455"/>
                  <a:ext cx="11296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3EC1A819-FE1E-7B11-4EDF-AD8C75C6031A}"/>
                    </a:ext>
                  </a:extLst>
                </p14:cNvPr>
                <p14:cNvContentPartPr/>
                <p14:nvPr/>
              </p14:nvContentPartPr>
              <p14:xfrm>
                <a:off x="2547465" y="1856175"/>
                <a:ext cx="171000" cy="836280"/>
              </p14:xfrm>
            </p:contentPart>
          </mc:Choice>
          <mc:Fallback xmlns="">
            <p:pic>
              <p:nvPicPr>
                <p:cNvPr id="20" name="Ink 19">
                  <a:extLst>
                    <a:ext uri="{FF2B5EF4-FFF2-40B4-BE49-F238E27FC236}">
                      <a16:creationId xmlns:a16="http://schemas.microsoft.com/office/drawing/2014/main" id="{3EC1A819-FE1E-7B11-4EDF-AD8C75C6031A}"/>
                    </a:ext>
                  </a:extLst>
                </p:cNvPr>
                <p:cNvPicPr/>
                <p:nvPr/>
              </p:nvPicPr>
              <p:blipFill>
                <a:blip r:embed="rId37"/>
                <a:stretch>
                  <a:fillRect/>
                </a:stretch>
              </p:blipFill>
              <p:spPr>
                <a:xfrm>
                  <a:off x="2541345" y="1850055"/>
                  <a:ext cx="183240" cy="848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DFB4EC4F-83E5-068E-C941-607C54683B65}"/>
                  </a:ext>
                </a:extLst>
              </p14:cNvPr>
              <p14:cNvContentPartPr/>
              <p14:nvPr/>
            </p14:nvContentPartPr>
            <p14:xfrm>
              <a:off x="3588225" y="1883535"/>
              <a:ext cx="546120" cy="623160"/>
            </p14:xfrm>
          </p:contentPart>
        </mc:Choice>
        <mc:Fallback xmlns="">
          <p:pic>
            <p:nvPicPr>
              <p:cNvPr id="21" name="Ink 20">
                <a:extLst>
                  <a:ext uri="{FF2B5EF4-FFF2-40B4-BE49-F238E27FC236}">
                    <a16:creationId xmlns:a16="http://schemas.microsoft.com/office/drawing/2014/main" id="{DFB4EC4F-83E5-068E-C941-607C54683B65}"/>
                  </a:ext>
                </a:extLst>
              </p:cNvPr>
              <p:cNvPicPr/>
              <p:nvPr/>
            </p:nvPicPr>
            <p:blipFill>
              <a:blip r:embed="rId39"/>
              <a:stretch>
                <a:fillRect/>
              </a:stretch>
            </p:blipFill>
            <p:spPr>
              <a:xfrm>
                <a:off x="3582105" y="1877415"/>
                <a:ext cx="558360" cy="635400"/>
              </a:xfrm>
              <a:prstGeom prst="rect">
                <a:avLst/>
              </a:prstGeom>
            </p:spPr>
          </p:pic>
        </mc:Fallback>
      </mc:AlternateContent>
      <p:grpSp>
        <p:nvGrpSpPr>
          <p:cNvPr id="43" name="Group 42">
            <a:extLst>
              <a:ext uri="{FF2B5EF4-FFF2-40B4-BE49-F238E27FC236}">
                <a16:creationId xmlns:a16="http://schemas.microsoft.com/office/drawing/2014/main" id="{5CB1DEFC-B603-4440-0DE6-1822027967E9}"/>
              </a:ext>
            </a:extLst>
          </p:cNvPr>
          <p:cNvGrpSpPr/>
          <p:nvPr/>
        </p:nvGrpSpPr>
        <p:grpSpPr>
          <a:xfrm>
            <a:off x="4909065" y="1683015"/>
            <a:ext cx="3246480" cy="508680"/>
            <a:chOff x="4909065" y="1683015"/>
            <a:chExt cx="3246480" cy="508680"/>
          </a:xfrm>
        </p:grpSpPr>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861130C7-90BD-2AEA-E043-D6FFB8BC8FA2}"/>
                    </a:ext>
                  </a:extLst>
                </p14:cNvPr>
                <p14:cNvContentPartPr/>
                <p14:nvPr/>
              </p14:nvContentPartPr>
              <p14:xfrm>
                <a:off x="4909065" y="1833135"/>
                <a:ext cx="887400" cy="358560"/>
              </p14:xfrm>
            </p:contentPart>
          </mc:Choice>
          <mc:Fallback xmlns="">
            <p:pic>
              <p:nvPicPr>
                <p:cNvPr id="22" name="Ink 21">
                  <a:extLst>
                    <a:ext uri="{FF2B5EF4-FFF2-40B4-BE49-F238E27FC236}">
                      <a16:creationId xmlns:a16="http://schemas.microsoft.com/office/drawing/2014/main" id="{861130C7-90BD-2AEA-E043-D6FFB8BC8FA2}"/>
                    </a:ext>
                  </a:extLst>
                </p:cNvPr>
                <p:cNvPicPr/>
                <p:nvPr/>
              </p:nvPicPr>
              <p:blipFill>
                <a:blip r:embed="rId41"/>
                <a:stretch>
                  <a:fillRect/>
                </a:stretch>
              </p:blipFill>
              <p:spPr>
                <a:xfrm>
                  <a:off x="4902945" y="1827015"/>
                  <a:ext cx="89964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4AB2BBB9-CCDF-44A8-A11E-9A93A7C5F340}"/>
                    </a:ext>
                  </a:extLst>
                </p14:cNvPr>
                <p14:cNvContentPartPr/>
                <p14:nvPr/>
              </p14:nvContentPartPr>
              <p14:xfrm>
                <a:off x="5935785" y="1833855"/>
                <a:ext cx="745200" cy="343440"/>
              </p14:xfrm>
            </p:contentPart>
          </mc:Choice>
          <mc:Fallback xmlns="">
            <p:pic>
              <p:nvPicPr>
                <p:cNvPr id="23" name="Ink 22">
                  <a:extLst>
                    <a:ext uri="{FF2B5EF4-FFF2-40B4-BE49-F238E27FC236}">
                      <a16:creationId xmlns:a16="http://schemas.microsoft.com/office/drawing/2014/main" id="{4AB2BBB9-CCDF-44A8-A11E-9A93A7C5F340}"/>
                    </a:ext>
                  </a:extLst>
                </p:cNvPr>
                <p:cNvPicPr/>
                <p:nvPr/>
              </p:nvPicPr>
              <p:blipFill>
                <a:blip r:embed="rId43"/>
                <a:stretch>
                  <a:fillRect/>
                </a:stretch>
              </p:blipFill>
              <p:spPr>
                <a:xfrm>
                  <a:off x="5929665" y="1827735"/>
                  <a:ext cx="75744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0F8CFC37-F750-F60C-3863-CF5FE0BD9E7D}"/>
                    </a:ext>
                  </a:extLst>
                </p14:cNvPr>
                <p14:cNvContentPartPr/>
                <p14:nvPr/>
              </p14:nvContentPartPr>
              <p14:xfrm>
                <a:off x="6822465" y="1964895"/>
                <a:ext cx="14040" cy="23040"/>
              </p14:xfrm>
            </p:contentPart>
          </mc:Choice>
          <mc:Fallback xmlns="">
            <p:pic>
              <p:nvPicPr>
                <p:cNvPr id="24" name="Ink 23">
                  <a:extLst>
                    <a:ext uri="{FF2B5EF4-FFF2-40B4-BE49-F238E27FC236}">
                      <a16:creationId xmlns:a16="http://schemas.microsoft.com/office/drawing/2014/main" id="{0F8CFC37-F750-F60C-3863-CF5FE0BD9E7D}"/>
                    </a:ext>
                  </a:extLst>
                </p:cNvPr>
                <p:cNvPicPr/>
                <p:nvPr/>
              </p:nvPicPr>
              <p:blipFill>
                <a:blip r:embed="rId45"/>
                <a:stretch>
                  <a:fillRect/>
                </a:stretch>
              </p:blipFill>
              <p:spPr>
                <a:xfrm>
                  <a:off x="6816345" y="1958775"/>
                  <a:ext cx="2628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0939E1C9-6BA4-F8C5-78B1-23C6C96E5EC1}"/>
                    </a:ext>
                  </a:extLst>
                </p14:cNvPr>
                <p14:cNvContentPartPr/>
                <p14:nvPr/>
              </p14:nvContentPartPr>
              <p14:xfrm>
                <a:off x="7245465" y="2130495"/>
                <a:ext cx="69120" cy="14760"/>
              </p14:xfrm>
            </p:contentPart>
          </mc:Choice>
          <mc:Fallback xmlns="">
            <p:pic>
              <p:nvPicPr>
                <p:cNvPr id="25" name="Ink 24">
                  <a:extLst>
                    <a:ext uri="{FF2B5EF4-FFF2-40B4-BE49-F238E27FC236}">
                      <a16:creationId xmlns:a16="http://schemas.microsoft.com/office/drawing/2014/main" id="{0939E1C9-6BA4-F8C5-78B1-23C6C96E5EC1}"/>
                    </a:ext>
                  </a:extLst>
                </p:cNvPr>
                <p:cNvPicPr/>
                <p:nvPr/>
              </p:nvPicPr>
              <p:blipFill>
                <a:blip r:embed="rId47"/>
                <a:stretch>
                  <a:fillRect/>
                </a:stretch>
              </p:blipFill>
              <p:spPr>
                <a:xfrm>
                  <a:off x="7239345" y="2124375"/>
                  <a:ext cx="8136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B5D054EC-81CF-45E0-4804-C58496E44374}"/>
                    </a:ext>
                  </a:extLst>
                </p14:cNvPr>
                <p14:cNvContentPartPr/>
                <p14:nvPr/>
              </p14:nvContentPartPr>
              <p14:xfrm>
                <a:off x="7597545" y="1987215"/>
                <a:ext cx="482400" cy="9000"/>
              </p14:xfrm>
            </p:contentPart>
          </mc:Choice>
          <mc:Fallback xmlns="">
            <p:pic>
              <p:nvPicPr>
                <p:cNvPr id="31" name="Ink 30">
                  <a:extLst>
                    <a:ext uri="{FF2B5EF4-FFF2-40B4-BE49-F238E27FC236}">
                      <a16:creationId xmlns:a16="http://schemas.microsoft.com/office/drawing/2014/main" id="{B5D054EC-81CF-45E0-4804-C58496E44374}"/>
                    </a:ext>
                  </a:extLst>
                </p:cNvPr>
                <p:cNvPicPr/>
                <p:nvPr/>
              </p:nvPicPr>
              <p:blipFill>
                <a:blip r:embed="rId49"/>
                <a:stretch>
                  <a:fillRect/>
                </a:stretch>
              </p:blipFill>
              <p:spPr>
                <a:xfrm>
                  <a:off x="7591425" y="1981095"/>
                  <a:ext cx="4946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7D7A613D-EE2E-1238-F70E-57540A498CCE}"/>
                    </a:ext>
                  </a:extLst>
                </p14:cNvPr>
                <p14:cNvContentPartPr/>
                <p14:nvPr/>
              </p14:nvContentPartPr>
              <p14:xfrm>
                <a:off x="7959705" y="1683015"/>
                <a:ext cx="195840" cy="472680"/>
              </p14:xfrm>
            </p:contentPart>
          </mc:Choice>
          <mc:Fallback xmlns="">
            <p:pic>
              <p:nvPicPr>
                <p:cNvPr id="32" name="Ink 31">
                  <a:extLst>
                    <a:ext uri="{FF2B5EF4-FFF2-40B4-BE49-F238E27FC236}">
                      <a16:creationId xmlns:a16="http://schemas.microsoft.com/office/drawing/2014/main" id="{7D7A613D-EE2E-1238-F70E-57540A498CCE}"/>
                    </a:ext>
                  </a:extLst>
                </p:cNvPr>
                <p:cNvPicPr/>
                <p:nvPr/>
              </p:nvPicPr>
              <p:blipFill>
                <a:blip r:embed="rId51"/>
                <a:stretch>
                  <a:fillRect/>
                </a:stretch>
              </p:blipFill>
              <p:spPr>
                <a:xfrm>
                  <a:off x="7953585" y="1676895"/>
                  <a:ext cx="208080" cy="484920"/>
                </a:xfrm>
                <a:prstGeom prst="rect">
                  <a:avLst/>
                </a:prstGeom>
              </p:spPr>
            </p:pic>
          </mc:Fallback>
        </mc:AlternateContent>
      </p:grpSp>
      <p:grpSp>
        <p:nvGrpSpPr>
          <p:cNvPr id="80" name="Group 79">
            <a:extLst>
              <a:ext uri="{FF2B5EF4-FFF2-40B4-BE49-F238E27FC236}">
                <a16:creationId xmlns:a16="http://schemas.microsoft.com/office/drawing/2014/main" id="{0F12A716-59DF-A760-BB46-A3C4DBFC2D73}"/>
              </a:ext>
            </a:extLst>
          </p:cNvPr>
          <p:cNvGrpSpPr/>
          <p:nvPr/>
        </p:nvGrpSpPr>
        <p:grpSpPr>
          <a:xfrm>
            <a:off x="8766105" y="1594815"/>
            <a:ext cx="3049560" cy="978480"/>
            <a:chOff x="8766105" y="1594815"/>
            <a:chExt cx="3049560" cy="978480"/>
          </a:xfrm>
        </p:grpSpPr>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FDE47D77-EA8C-82F9-275F-5189DE302E12}"/>
                    </a:ext>
                  </a:extLst>
                </p14:cNvPr>
                <p14:cNvContentPartPr/>
                <p14:nvPr/>
              </p14:nvContentPartPr>
              <p14:xfrm>
                <a:off x="8766105" y="1739175"/>
                <a:ext cx="349560" cy="345600"/>
              </p14:xfrm>
            </p:contentPart>
          </mc:Choice>
          <mc:Fallback xmlns="">
            <p:pic>
              <p:nvPicPr>
                <p:cNvPr id="33" name="Ink 32">
                  <a:extLst>
                    <a:ext uri="{FF2B5EF4-FFF2-40B4-BE49-F238E27FC236}">
                      <a16:creationId xmlns:a16="http://schemas.microsoft.com/office/drawing/2014/main" id="{FDE47D77-EA8C-82F9-275F-5189DE302E12}"/>
                    </a:ext>
                  </a:extLst>
                </p:cNvPr>
                <p:cNvPicPr/>
                <p:nvPr/>
              </p:nvPicPr>
              <p:blipFill>
                <a:blip r:embed="rId53"/>
                <a:stretch>
                  <a:fillRect/>
                </a:stretch>
              </p:blipFill>
              <p:spPr>
                <a:xfrm>
                  <a:off x="8759985" y="1733055"/>
                  <a:ext cx="36180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26F5B894-8923-1DCA-8605-71AFD8F0BCEB}"/>
                    </a:ext>
                  </a:extLst>
                </p14:cNvPr>
                <p14:cNvContentPartPr/>
                <p14:nvPr/>
              </p14:nvContentPartPr>
              <p14:xfrm>
                <a:off x="9252465" y="1933215"/>
                <a:ext cx="69120" cy="228600"/>
              </p14:xfrm>
            </p:contentPart>
          </mc:Choice>
          <mc:Fallback xmlns="">
            <p:pic>
              <p:nvPicPr>
                <p:cNvPr id="34" name="Ink 33">
                  <a:extLst>
                    <a:ext uri="{FF2B5EF4-FFF2-40B4-BE49-F238E27FC236}">
                      <a16:creationId xmlns:a16="http://schemas.microsoft.com/office/drawing/2014/main" id="{26F5B894-8923-1DCA-8605-71AFD8F0BCEB}"/>
                    </a:ext>
                  </a:extLst>
                </p:cNvPr>
                <p:cNvPicPr/>
                <p:nvPr/>
              </p:nvPicPr>
              <p:blipFill>
                <a:blip r:embed="rId55"/>
                <a:stretch>
                  <a:fillRect/>
                </a:stretch>
              </p:blipFill>
              <p:spPr>
                <a:xfrm>
                  <a:off x="9246345" y="1927095"/>
                  <a:ext cx="8136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FE3A229C-5BB0-A05C-6439-30CE629D727A}"/>
                    </a:ext>
                  </a:extLst>
                </p14:cNvPr>
                <p14:cNvContentPartPr/>
                <p14:nvPr/>
              </p14:nvContentPartPr>
              <p14:xfrm>
                <a:off x="10226625" y="1746015"/>
                <a:ext cx="396720" cy="352800"/>
              </p14:xfrm>
            </p:contentPart>
          </mc:Choice>
          <mc:Fallback xmlns="">
            <p:pic>
              <p:nvPicPr>
                <p:cNvPr id="35" name="Ink 34">
                  <a:extLst>
                    <a:ext uri="{FF2B5EF4-FFF2-40B4-BE49-F238E27FC236}">
                      <a16:creationId xmlns:a16="http://schemas.microsoft.com/office/drawing/2014/main" id="{FE3A229C-5BB0-A05C-6439-30CE629D727A}"/>
                    </a:ext>
                  </a:extLst>
                </p:cNvPr>
                <p:cNvPicPr/>
                <p:nvPr/>
              </p:nvPicPr>
              <p:blipFill>
                <a:blip r:embed="rId57"/>
                <a:stretch>
                  <a:fillRect/>
                </a:stretch>
              </p:blipFill>
              <p:spPr>
                <a:xfrm>
                  <a:off x="10220505" y="1739895"/>
                  <a:ext cx="40896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E1D69A90-0D85-14C5-5C6E-5EDF6BDD267C}"/>
                    </a:ext>
                  </a:extLst>
                </p14:cNvPr>
                <p14:cNvContentPartPr/>
                <p14:nvPr/>
              </p14:nvContentPartPr>
              <p14:xfrm>
                <a:off x="10686345" y="1966335"/>
                <a:ext cx="198360" cy="134640"/>
              </p14:xfrm>
            </p:contentPart>
          </mc:Choice>
          <mc:Fallback xmlns="">
            <p:pic>
              <p:nvPicPr>
                <p:cNvPr id="36" name="Ink 35">
                  <a:extLst>
                    <a:ext uri="{FF2B5EF4-FFF2-40B4-BE49-F238E27FC236}">
                      <a16:creationId xmlns:a16="http://schemas.microsoft.com/office/drawing/2014/main" id="{E1D69A90-0D85-14C5-5C6E-5EDF6BDD267C}"/>
                    </a:ext>
                  </a:extLst>
                </p:cNvPr>
                <p:cNvPicPr/>
                <p:nvPr/>
              </p:nvPicPr>
              <p:blipFill>
                <a:blip r:embed="rId59"/>
                <a:stretch>
                  <a:fillRect/>
                </a:stretch>
              </p:blipFill>
              <p:spPr>
                <a:xfrm>
                  <a:off x="10680225" y="1960215"/>
                  <a:ext cx="21060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8C9E3687-C4CE-B117-B0CD-493413F5221D}"/>
                    </a:ext>
                  </a:extLst>
                </p14:cNvPr>
                <p14:cNvContentPartPr/>
                <p14:nvPr/>
              </p14:nvContentPartPr>
              <p14:xfrm>
                <a:off x="11318505" y="1711815"/>
                <a:ext cx="51120" cy="289440"/>
              </p14:xfrm>
            </p:contentPart>
          </mc:Choice>
          <mc:Fallback xmlns="">
            <p:pic>
              <p:nvPicPr>
                <p:cNvPr id="37" name="Ink 36">
                  <a:extLst>
                    <a:ext uri="{FF2B5EF4-FFF2-40B4-BE49-F238E27FC236}">
                      <a16:creationId xmlns:a16="http://schemas.microsoft.com/office/drawing/2014/main" id="{8C9E3687-C4CE-B117-B0CD-493413F5221D}"/>
                    </a:ext>
                  </a:extLst>
                </p:cNvPr>
                <p:cNvPicPr/>
                <p:nvPr/>
              </p:nvPicPr>
              <p:blipFill>
                <a:blip r:embed="rId61"/>
                <a:stretch>
                  <a:fillRect/>
                </a:stretch>
              </p:blipFill>
              <p:spPr>
                <a:xfrm>
                  <a:off x="11312385" y="1705695"/>
                  <a:ext cx="6336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19913A27-45BB-5021-FEC2-C5DE65720D65}"/>
                    </a:ext>
                  </a:extLst>
                </p14:cNvPr>
                <p14:cNvContentPartPr/>
                <p14:nvPr/>
              </p14:nvContentPartPr>
              <p14:xfrm>
                <a:off x="11216625" y="1594815"/>
                <a:ext cx="274320" cy="501480"/>
              </p14:xfrm>
            </p:contentPart>
          </mc:Choice>
          <mc:Fallback xmlns="">
            <p:pic>
              <p:nvPicPr>
                <p:cNvPr id="38" name="Ink 37">
                  <a:extLst>
                    <a:ext uri="{FF2B5EF4-FFF2-40B4-BE49-F238E27FC236}">
                      <a16:creationId xmlns:a16="http://schemas.microsoft.com/office/drawing/2014/main" id="{19913A27-45BB-5021-FEC2-C5DE65720D65}"/>
                    </a:ext>
                  </a:extLst>
                </p:cNvPr>
                <p:cNvPicPr/>
                <p:nvPr/>
              </p:nvPicPr>
              <p:blipFill>
                <a:blip r:embed="rId63"/>
                <a:stretch>
                  <a:fillRect/>
                </a:stretch>
              </p:blipFill>
              <p:spPr>
                <a:xfrm>
                  <a:off x="11210505" y="1588695"/>
                  <a:ext cx="28656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CC9BED3E-897D-6B78-FA4A-E67AB18F1911}"/>
                    </a:ext>
                  </a:extLst>
                </p14:cNvPr>
                <p14:cNvContentPartPr/>
                <p14:nvPr/>
              </p14:nvContentPartPr>
              <p14:xfrm>
                <a:off x="11360625" y="1818015"/>
                <a:ext cx="285840" cy="224640"/>
              </p14:xfrm>
            </p:contentPart>
          </mc:Choice>
          <mc:Fallback xmlns="">
            <p:pic>
              <p:nvPicPr>
                <p:cNvPr id="39" name="Ink 38">
                  <a:extLst>
                    <a:ext uri="{FF2B5EF4-FFF2-40B4-BE49-F238E27FC236}">
                      <a16:creationId xmlns:a16="http://schemas.microsoft.com/office/drawing/2014/main" id="{CC9BED3E-897D-6B78-FA4A-E67AB18F1911}"/>
                    </a:ext>
                  </a:extLst>
                </p:cNvPr>
                <p:cNvPicPr/>
                <p:nvPr/>
              </p:nvPicPr>
              <p:blipFill>
                <a:blip r:embed="rId65"/>
                <a:stretch>
                  <a:fillRect/>
                </a:stretch>
              </p:blipFill>
              <p:spPr>
                <a:xfrm>
                  <a:off x="11354505" y="1811895"/>
                  <a:ext cx="29808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9D6319F4-8341-4924-0B90-D3E8243A474D}"/>
                    </a:ext>
                  </a:extLst>
                </p14:cNvPr>
                <p14:cNvContentPartPr/>
                <p14:nvPr/>
              </p14:nvContentPartPr>
              <p14:xfrm>
                <a:off x="11459625" y="1877055"/>
                <a:ext cx="356040" cy="344520"/>
              </p14:xfrm>
            </p:contentPart>
          </mc:Choice>
          <mc:Fallback xmlns="">
            <p:pic>
              <p:nvPicPr>
                <p:cNvPr id="40" name="Ink 39">
                  <a:extLst>
                    <a:ext uri="{FF2B5EF4-FFF2-40B4-BE49-F238E27FC236}">
                      <a16:creationId xmlns:a16="http://schemas.microsoft.com/office/drawing/2014/main" id="{9D6319F4-8341-4924-0B90-D3E8243A474D}"/>
                    </a:ext>
                  </a:extLst>
                </p:cNvPr>
                <p:cNvPicPr/>
                <p:nvPr/>
              </p:nvPicPr>
              <p:blipFill>
                <a:blip r:embed="rId67"/>
                <a:stretch>
                  <a:fillRect/>
                </a:stretch>
              </p:blipFill>
              <p:spPr>
                <a:xfrm>
                  <a:off x="11453505" y="1870935"/>
                  <a:ext cx="36828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5C571937-8521-9998-C001-DC7187960CF8}"/>
                    </a:ext>
                  </a:extLst>
                </p14:cNvPr>
                <p14:cNvContentPartPr/>
                <p14:nvPr/>
              </p14:nvContentPartPr>
              <p14:xfrm>
                <a:off x="9134745" y="2368095"/>
                <a:ext cx="2499120" cy="205200"/>
              </p14:xfrm>
            </p:contentPart>
          </mc:Choice>
          <mc:Fallback xmlns="">
            <p:pic>
              <p:nvPicPr>
                <p:cNvPr id="41" name="Ink 40">
                  <a:extLst>
                    <a:ext uri="{FF2B5EF4-FFF2-40B4-BE49-F238E27FC236}">
                      <a16:creationId xmlns:a16="http://schemas.microsoft.com/office/drawing/2014/main" id="{5C571937-8521-9998-C001-DC7187960CF8}"/>
                    </a:ext>
                  </a:extLst>
                </p:cNvPr>
                <p:cNvPicPr/>
                <p:nvPr/>
              </p:nvPicPr>
              <p:blipFill>
                <a:blip r:embed="rId69"/>
                <a:stretch>
                  <a:fillRect/>
                </a:stretch>
              </p:blipFill>
              <p:spPr>
                <a:xfrm>
                  <a:off x="9128625" y="2361975"/>
                  <a:ext cx="25113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2" name="Ink 71">
                  <a:extLst>
                    <a:ext uri="{FF2B5EF4-FFF2-40B4-BE49-F238E27FC236}">
                      <a16:creationId xmlns:a16="http://schemas.microsoft.com/office/drawing/2014/main" id="{6FDD4CB4-83EA-0B47-6246-324258DC47BB}"/>
                    </a:ext>
                  </a:extLst>
                </p14:cNvPr>
                <p14:cNvContentPartPr/>
                <p14:nvPr/>
              </p14:nvContentPartPr>
              <p14:xfrm>
                <a:off x="10493745" y="2371695"/>
                <a:ext cx="991440" cy="109800"/>
              </p14:xfrm>
            </p:contentPart>
          </mc:Choice>
          <mc:Fallback xmlns="">
            <p:pic>
              <p:nvPicPr>
                <p:cNvPr id="72" name="Ink 71">
                  <a:extLst>
                    <a:ext uri="{FF2B5EF4-FFF2-40B4-BE49-F238E27FC236}">
                      <a16:creationId xmlns:a16="http://schemas.microsoft.com/office/drawing/2014/main" id="{6FDD4CB4-83EA-0B47-6246-324258DC47BB}"/>
                    </a:ext>
                  </a:extLst>
                </p:cNvPr>
                <p:cNvPicPr/>
                <p:nvPr/>
              </p:nvPicPr>
              <p:blipFill>
                <a:blip r:embed="rId71"/>
                <a:stretch>
                  <a:fillRect/>
                </a:stretch>
              </p:blipFill>
              <p:spPr>
                <a:xfrm>
                  <a:off x="10487625" y="2365575"/>
                  <a:ext cx="1003680" cy="122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FF3D94E5-9234-0528-07E1-C880DE96D740}"/>
                  </a:ext>
                </a:extLst>
              </p14:cNvPr>
              <p14:cNvContentPartPr/>
              <p14:nvPr/>
            </p14:nvContentPartPr>
            <p14:xfrm>
              <a:off x="2177385" y="3188175"/>
              <a:ext cx="107640" cy="420120"/>
            </p14:xfrm>
          </p:contentPart>
        </mc:Choice>
        <mc:Fallback xmlns="">
          <p:pic>
            <p:nvPicPr>
              <p:cNvPr id="44" name="Ink 43">
                <a:extLst>
                  <a:ext uri="{FF2B5EF4-FFF2-40B4-BE49-F238E27FC236}">
                    <a16:creationId xmlns:a16="http://schemas.microsoft.com/office/drawing/2014/main" id="{FF3D94E5-9234-0528-07E1-C880DE96D740}"/>
                  </a:ext>
                </a:extLst>
              </p:cNvPr>
              <p:cNvPicPr/>
              <p:nvPr/>
            </p:nvPicPr>
            <p:blipFill>
              <a:blip r:embed="rId73"/>
              <a:stretch>
                <a:fillRect/>
              </a:stretch>
            </p:blipFill>
            <p:spPr>
              <a:xfrm>
                <a:off x="2171265" y="3182055"/>
                <a:ext cx="11988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E8A82078-4A54-EDFE-739A-A7FFB7827511}"/>
                  </a:ext>
                </a:extLst>
              </p14:cNvPr>
              <p14:cNvContentPartPr/>
              <p14:nvPr/>
            </p14:nvContentPartPr>
            <p14:xfrm>
              <a:off x="368745" y="3031575"/>
              <a:ext cx="290880" cy="300960"/>
            </p14:xfrm>
          </p:contentPart>
        </mc:Choice>
        <mc:Fallback xmlns="">
          <p:pic>
            <p:nvPicPr>
              <p:cNvPr id="45" name="Ink 44">
                <a:extLst>
                  <a:ext uri="{FF2B5EF4-FFF2-40B4-BE49-F238E27FC236}">
                    <a16:creationId xmlns:a16="http://schemas.microsoft.com/office/drawing/2014/main" id="{E8A82078-4A54-EDFE-739A-A7FFB7827511}"/>
                  </a:ext>
                </a:extLst>
              </p:cNvPr>
              <p:cNvPicPr/>
              <p:nvPr/>
            </p:nvPicPr>
            <p:blipFill>
              <a:blip r:embed="rId75"/>
              <a:stretch>
                <a:fillRect/>
              </a:stretch>
            </p:blipFill>
            <p:spPr>
              <a:xfrm>
                <a:off x="362625" y="3025455"/>
                <a:ext cx="30312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D2E9819F-23D0-F423-6D86-71AE39EC5F98}"/>
                  </a:ext>
                </a:extLst>
              </p14:cNvPr>
              <p14:cNvContentPartPr/>
              <p14:nvPr/>
            </p14:nvContentPartPr>
            <p14:xfrm>
              <a:off x="490065" y="2899095"/>
              <a:ext cx="119160" cy="25920"/>
            </p14:xfrm>
          </p:contentPart>
        </mc:Choice>
        <mc:Fallback xmlns="">
          <p:pic>
            <p:nvPicPr>
              <p:cNvPr id="46" name="Ink 45">
                <a:extLst>
                  <a:ext uri="{FF2B5EF4-FFF2-40B4-BE49-F238E27FC236}">
                    <a16:creationId xmlns:a16="http://schemas.microsoft.com/office/drawing/2014/main" id="{D2E9819F-23D0-F423-6D86-71AE39EC5F98}"/>
                  </a:ext>
                </a:extLst>
              </p:cNvPr>
              <p:cNvPicPr/>
              <p:nvPr/>
            </p:nvPicPr>
            <p:blipFill>
              <a:blip r:embed="rId77"/>
              <a:stretch>
                <a:fillRect/>
              </a:stretch>
            </p:blipFill>
            <p:spPr>
              <a:xfrm>
                <a:off x="483945" y="2892975"/>
                <a:ext cx="1314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4A229701-F148-0AFE-66D9-C9B524C972A0}"/>
                  </a:ext>
                </a:extLst>
              </p14:cNvPr>
              <p14:cNvContentPartPr/>
              <p14:nvPr/>
            </p14:nvContentPartPr>
            <p14:xfrm>
              <a:off x="418065" y="3154335"/>
              <a:ext cx="162720" cy="71280"/>
            </p14:xfrm>
          </p:contentPart>
        </mc:Choice>
        <mc:Fallback xmlns="">
          <p:pic>
            <p:nvPicPr>
              <p:cNvPr id="47" name="Ink 46">
                <a:extLst>
                  <a:ext uri="{FF2B5EF4-FFF2-40B4-BE49-F238E27FC236}">
                    <a16:creationId xmlns:a16="http://schemas.microsoft.com/office/drawing/2014/main" id="{4A229701-F148-0AFE-66D9-C9B524C972A0}"/>
                  </a:ext>
                </a:extLst>
              </p:cNvPr>
              <p:cNvPicPr/>
              <p:nvPr/>
            </p:nvPicPr>
            <p:blipFill>
              <a:blip r:embed="rId79"/>
              <a:stretch>
                <a:fillRect/>
              </a:stretch>
            </p:blipFill>
            <p:spPr>
              <a:xfrm>
                <a:off x="411945" y="3148215"/>
                <a:ext cx="1749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133793A6-AA32-1691-2643-77FDB666CE3E}"/>
                  </a:ext>
                </a:extLst>
              </p14:cNvPr>
              <p14:cNvContentPartPr/>
              <p14:nvPr/>
            </p14:nvContentPartPr>
            <p14:xfrm>
              <a:off x="634065" y="3013215"/>
              <a:ext cx="267840" cy="258120"/>
            </p14:xfrm>
          </p:contentPart>
        </mc:Choice>
        <mc:Fallback xmlns="">
          <p:pic>
            <p:nvPicPr>
              <p:cNvPr id="48" name="Ink 47">
                <a:extLst>
                  <a:ext uri="{FF2B5EF4-FFF2-40B4-BE49-F238E27FC236}">
                    <a16:creationId xmlns:a16="http://schemas.microsoft.com/office/drawing/2014/main" id="{133793A6-AA32-1691-2643-77FDB666CE3E}"/>
                  </a:ext>
                </a:extLst>
              </p:cNvPr>
              <p:cNvPicPr/>
              <p:nvPr/>
            </p:nvPicPr>
            <p:blipFill>
              <a:blip r:embed="rId81"/>
              <a:stretch>
                <a:fillRect/>
              </a:stretch>
            </p:blipFill>
            <p:spPr>
              <a:xfrm>
                <a:off x="627945" y="3007095"/>
                <a:ext cx="28008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C573E9FD-6A70-7625-95EC-8901BABC3547}"/>
                  </a:ext>
                </a:extLst>
              </p14:cNvPr>
              <p14:cNvContentPartPr/>
              <p14:nvPr/>
            </p14:nvContentPartPr>
            <p14:xfrm>
              <a:off x="981825" y="3013215"/>
              <a:ext cx="32400" cy="350280"/>
            </p14:xfrm>
          </p:contentPart>
        </mc:Choice>
        <mc:Fallback xmlns="">
          <p:pic>
            <p:nvPicPr>
              <p:cNvPr id="49" name="Ink 48">
                <a:extLst>
                  <a:ext uri="{FF2B5EF4-FFF2-40B4-BE49-F238E27FC236}">
                    <a16:creationId xmlns:a16="http://schemas.microsoft.com/office/drawing/2014/main" id="{C573E9FD-6A70-7625-95EC-8901BABC3547}"/>
                  </a:ext>
                </a:extLst>
              </p:cNvPr>
              <p:cNvPicPr/>
              <p:nvPr/>
            </p:nvPicPr>
            <p:blipFill>
              <a:blip r:embed="rId83"/>
              <a:stretch>
                <a:fillRect/>
              </a:stretch>
            </p:blipFill>
            <p:spPr>
              <a:xfrm>
                <a:off x="975705" y="3007095"/>
                <a:ext cx="4464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0CEA2B10-8470-1271-C83C-03BE5E56817E}"/>
                  </a:ext>
                </a:extLst>
              </p14:cNvPr>
              <p14:cNvContentPartPr/>
              <p14:nvPr/>
            </p14:nvContentPartPr>
            <p14:xfrm>
              <a:off x="1002345" y="3088095"/>
              <a:ext cx="112320" cy="153720"/>
            </p14:xfrm>
          </p:contentPart>
        </mc:Choice>
        <mc:Fallback xmlns="">
          <p:pic>
            <p:nvPicPr>
              <p:cNvPr id="50" name="Ink 49">
                <a:extLst>
                  <a:ext uri="{FF2B5EF4-FFF2-40B4-BE49-F238E27FC236}">
                    <a16:creationId xmlns:a16="http://schemas.microsoft.com/office/drawing/2014/main" id="{0CEA2B10-8470-1271-C83C-03BE5E56817E}"/>
                  </a:ext>
                </a:extLst>
              </p:cNvPr>
              <p:cNvPicPr/>
              <p:nvPr/>
            </p:nvPicPr>
            <p:blipFill>
              <a:blip r:embed="rId85"/>
              <a:stretch>
                <a:fillRect/>
              </a:stretch>
            </p:blipFill>
            <p:spPr>
              <a:xfrm>
                <a:off x="996225" y="3081975"/>
                <a:ext cx="1245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174087EF-4F33-5260-42AF-E63B4835F57B}"/>
                  </a:ext>
                </a:extLst>
              </p14:cNvPr>
              <p14:cNvContentPartPr/>
              <p14:nvPr/>
            </p14:nvContentPartPr>
            <p14:xfrm>
              <a:off x="1225185" y="3162255"/>
              <a:ext cx="261000" cy="54000"/>
            </p14:xfrm>
          </p:contentPart>
        </mc:Choice>
        <mc:Fallback xmlns="">
          <p:pic>
            <p:nvPicPr>
              <p:cNvPr id="51" name="Ink 50">
                <a:extLst>
                  <a:ext uri="{FF2B5EF4-FFF2-40B4-BE49-F238E27FC236}">
                    <a16:creationId xmlns:a16="http://schemas.microsoft.com/office/drawing/2014/main" id="{174087EF-4F33-5260-42AF-E63B4835F57B}"/>
                  </a:ext>
                </a:extLst>
              </p:cNvPr>
              <p:cNvPicPr/>
              <p:nvPr/>
            </p:nvPicPr>
            <p:blipFill>
              <a:blip r:embed="rId87"/>
              <a:stretch>
                <a:fillRect/>
              </a:stretch>
            </p:blipFill>
            <p:spPr>
              <a:xfrm>
                <a:off x="1219065" y="3156135"/>
                <a:ext cx="2732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F4400216-3E79-B644-F913-85F2ABF6C047}"/>
                  </a:ext>
                </a:extLst>
              </p14:cNvPr>
              <p14:cNvContentPartPr/>
              <p14:nvPr/>
            </p14:nvContentPartPr>
            <p14:xfrm>
              <a:off x="1595625" y="3022575"/>
              <a:ext cx="67680" cy="336600"/>
            </p14:xfrm>
          </p:contentPart>
        </mc:Choice>
        <mc:Fallback xmlns="">
          <p:pic>
            <p:nvPicPr>
              <p:cNvPr id="52" name="Ink 51">
                <a:extLst>
                  <a:ext uri="{FF2B5EF4-FFF2-40B4-BE49-F238E27FC236}">
                    <a16:creationId xmlns:a16="http://schemas.microsoft.com/office/drawing/2014/main" id="{F4400216-3E79-B644-F913-85F2ABF6C047}"/>
                  </a:ext>
                </a:extLst>
              </p:cNvPr>
              <p:cNvPicPr/>
              <p:nvPr/>
            </p:nvPicPr>
            <p:blipFill>
              <a:blip r:embed="rId89"/>
              <a:stretch>
                <a:fillRect/>
              </a:stretch>
            </p:blipFill>
            <p:spPr>
              <a:xfrm>
                <a:off x="1589505" y="3016455"/>
                <a:ext cx="7992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DAF519BC-8A92-B7D6-E286-D90762D21B7D}"/>
                  </a:ext>
                </a:extLst>
              </p14:cNvPr>
              <p14:cNvContentPartPr/>
              <p14:nvPr/>
            </p14:nvContentPartPr>
            <p14:xfrm>
              <a:off x="1736025" y="3203655"/>
              <a:ext cx="226800" cy="42480"/>
            </p14:xfrm>
          </p:contentPart>
        </mc:Choice>
        <mc:Fallback xmlns="">
          <p:pic>
            <p:nvPicPr>
              <p:cNvPr id="54" name="Ink 53">
                <a:extLst>
                  <a:ext uri="{FF2B5EF4-FFF2-40B4-BE49-F238E27FC236}">
                    <a16:creationId xmlns:a16="http://schemas.microsoft.com/office/drawing/2014/main" id="{DAF519BC-8A92-B7D6-E286-D90762D21B7D}"/>
                  </a:ext>
                </a:extLst>
              </p:cNvPr>
              <p:cNvPicPr/>
              <p:nvPr/>
            </p:nvPicPr>
            <p:blipFill>
              <a:blip r:embed="rId91"/>
              <a:stretch>
                <a:fillRect/>
              </a:stretch>
            </p:blipFill>
            <p:spPr>
              <a:xfrm>
                <a:off x="1729905" y="3197535"/>
                <a:ext cx="2390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5" name="Ink 54">
                <a:extLst>
                  <a:ext uri="{FF2B5EF4-FFF2-40B4-BE49-F238E27FC236}">
                    <a16:creationId xmlns:a16="http://schemas.microsoft.com/office/drawing/2014/main" id="{D91A651D-1ECA-F8C8-7F01-EA3408428B4F}"/>
                  </a:ext>
                </a:extLst>
              </p14:cNvPr>
              <p14:cNvContentPartPr/>
              <p14:nvPr/>
            </p14:nvContentPartPr>
            <p14:xfrm>
              <a:off x="2263065" y="3151815"/>
              <a:ext cx="5613480" cy="299880"/>
            </p14:xfrm>
          </p:contentPart>
        </mc:Choice>
        <mc:Fallback xmlns="">
          <p:pic>
            <p:nvPicPr>
              <p:cNvPr id="55" name="Ink 54">
                <a:extLst>
                  <a:ext uri="{FF2B5EF4-FFF2-40B4-BE49-F238E27FC236}">
                    <a16:creationId xmlns:a16="http://schemas.microsoft.com/office/drawing/2014/main" id="{D91A651D-1ECA-F8C8-7F01-EA3408428B4F}"/>
                  </a:ext>
                </a:extLst>
              </p:cNvPr>
              <p:cNvPicPr/>
              <p:nvPr/>
            </p:nvPicPr>
            <p:blipFill>
              <a:blip r:embed="rId93"/>
              <a:stretch>
                <a:fillRect/>
              </a:stretch>
            </p:blipFill>
            <p:spPr>
              <a:xfrm>
                <a:off x="2256945" y="3145695"/>
                <a:ext cx="562572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EBD72C58-6090-638E-C636-3EC5891605B5}"/>
                  </a:ext>
                </a:extLst>
              </p14:cNvPr>
              <p14:cNvContentPartPr/>
              <p14:nvPr/>
            </p14:nvContentPartPr>
            <p14:xfrm>
              <a:off x="2170545" y="3651135"/>
              <a:ext cx="5434920" cy="292680"/>
            </p14:xfrm>
          </p:contentPart>
        </mc:Choice>
        <mc:Fallback xmlns="">
          <p:pic>
            <p:nvPicPr>
              <p:cNvPr id="57" name="Ink 56">
                <a:extLst>
                  <a:ext uri="{FF2B5EF4-FFF2-40B4-BE49-F238E27FC236}">
                    <a16:creationId xmlns:a16="http://schemas.microsoft.com/office/drawing/2014/main" id="{EBD72C58-6090-638E-C636-3EC5891605B5}"/>
                  </a:ext>
                </a:extLst>
              </p:cNvPr>
              <p:cNvPicPr/>
              <p:nvPr/>
            </p:nvPicPr>
            <p:blipFill>
              <a:blip r:embed="rId95"/>
              <a:stretch>
                <a:fillRect/>
              </a:stretch>
            </p:blipFill>
            <p:spPr>
              <a:xfrm>
                <a:off x="2164425" y="3645015"/>
                <a:ext cx="544716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DF3ECAE1-C2C4-339E-55F3-1B8FAE1F797C}"/>
                  </a:ext>
                </a:extLst>
              </p14:cNvPr>
              <p14:cNvContentPartPr/>
              <p14:nvPr/>
            </p14:nvContentPartPr>
            <p14:xfrm>
              <a:off x="7716345" y="3393735"/>
              <a:ext cx="215280" cy="566280"/>
            </p14:xfrm>
          </p:contentPart>
        </mc:Choice>
        <mc:Fallback xmlns="">
          <p:pic>
            <p:nvPicPr>
              <p:cNvPr id="58" name="Ink 57">
                <a:extLst>
                  <a:ext uri="{FF2B5EF4-FFF2-40B4-BE49-F238E27FC236}">
                    <a16:creationId xmlns:a16="http://schemas.microsoft.com/office/drawing/2014/main" id="{DF3ECAE1-C2C4-339E-55F3-1B8FAE1F797C}"/>
                  </a:ext>
                </a:extLst>
              </p:cNvPr>
              <p:cNvPicPr/>
              <p:nvPr/>
            </p:nvPicPr>
            <p:blipFill>
              <a:blip r:embed="rId97"/>
              <a:stretch>
                <a:fillRect/>
              </a:stretch>
            </p:blipFill>
            <p:spPr>
              <a:xfrm>
                <a:off x="7710225" y="3387615"/>
                <a:ext cx="227520" cy="5785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6F000574-C52F-563F-0EF1-5AE736F99F15}"/>
                  </a:ext>
                </a:extLst>
              </p14:cNvPr>
              <p14:cNvContentPartPr/>
              <p14:nvPr/>
            </p14:nvContentPartPr>
            <p14:xfrm>
              <a:off x="2716665" y="3151095"/>
              <a:ext cx="129600" cy="539640"/>
            </p14:xfrm>
          </p:contentPart>
        </mc:Choice>
        <mc:Fallback xmlns="">
          <p:pic>
            <p:nvPicPr>
              <p:cNvPr id="60" name="Ink 59">
                <a:extLst>
                  <a:ext uri="{FF2B5EF4-FFF2-40B4-BE49-F238E27FC236}">
                    <a16:creationId xmlns:a16="http://schemas.microsoft.com/office/drawing/2014/main" id="{6F000574-C52F-563F-0EF1-5AE736F99F15}"/>
                  </a:ext>
                </a:extLst>
              </p:cNvPr>
              <p:cNvPicPr/>
              <p:nvPr/>
            </p:nvPicPr>
            <p:blipFill>
              <a:blip r:embed="rId99"/>
              <a:stretch>
                <a:fillRect/>
              </a:stretch>
            </p:blipFill>
            <p:spPr>
              <a:xfrm>
                <a:off x="2710545" y="3144975"/>
                <a:ext cx="141840" cy="5518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2EB7230D-BB01-EBD6-F3A8-EC4DE7AA67A3}"/>
                  </a:ext>
                </a:extLst>
              </p14:cNvPr>
              <p14:cNvContentPartPr/>
              <p14:nvPr/>
            </p14:nvContentPartPr>
            <p14:xfrm>
              <a:off x="2392305" y="3250815"/>
              <a:ext cx="146160" cy="189360"/>
            </p14:xfrm>
          </p:contentPart>
        </mc:Choice>
        <mc:Fallback xmlns="">
          <p:pic>
            <p:nvPicPr>
              <p:cNvPr id="62" name="Ink 61">
                <a:extLst>
                  <a:ext uri="{FF2B5EF4-FFF2-40B4-BE49-F238E27FC236}">
                    <a16:creationId xmlns:a16="http://schemas.microsoft.com/office/drawing/2014/main" id="{2EB7230D-BB01-EBD6-F3A8-EC4DE7AA67A3}"/>
                  </a:ext>
                </a:extLst>
              </p:cNvPr>
              <p:cNvPicPr/>
              <p:nvPr/>
            </p:nvPicPr>
            <p:blipFill>
              <a:blip r:embed="rId101"/>
              <a:stretch>
                <a:fillRect/>
              </a:stretch>
            </p:blipFill>
            <p:spPr>
              <a:xfrm>
                <a:off x="2386185" y="3244695"/>
                <a:ext cx="1584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C2E83655-F0BD-3E01-B347-82812B810F49}"/>
                  </a:ext>
                </a:extLst>
              </p14:cNvPr>
              <p14:cNvContentPartPr/>
              <p14:nvPr/>
            </p14:nvContentPartPr>
            <p14:xfrm>
              <a:off x="2548545" y="3335415"/>
              <a:ext cx="34200" cy="114120"/>
            </p14:xfrm>
          </p:contentPart>
        </mc:Choice>
        <mc:Fallback xmlns="">
          <p:pic>
            <p:nvPicPr>
              <p:cNvPr id="63" name="Ink 62">
                <a:extLst>
                  <a:ext uri="{FF2B5EF4-FFF2-40B4-BE49-F238E27FC236}">
                    <a16:creationId xmlns:a16="http://schemas.microsoft.com/office/drawing/2014/main" id="{C2E83655-F0BD-3E01-B347-82812B810F49}"/>
                  </a:ext>
                </a:extLst>
              </p:cNvPr>
              <p:cNvPicPr/>
              <p:nvPr/>
            </p:nvPicPr>
            <p:blipFill>
              <a:blip r:embed="rId103"/>
              <a:stretch>
                <a:fillRect/>
              </a:stretch>
            </p:blipFill>
            <p:spPr>
              <a:xfrm>
                <a:off x="2542425" y="3329295"/>
                <a:ext cx="464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94FE5B39-6A99-641F-5E51-8EEA3E7610A5}"/>
                  </a:ext>
                </a:extLst>
              </p14:cNvPr>
              <p14:cNvContentPartPr/>
              <p14:nvPr/>
            </p14:nvContentPartPr>
            <p14:xfrm>
              <a:off x="2535225" y="3306615"/>
              <a:ext cx="59400" cy="270360"/>
            </p14:xfrm>
          </p:contentPart>
        </mc:Choice>
        <mc:Fallback xmlns="">
          <p:pic>
            <p:nvPicPr>
              <p:cNvPr id="65" name="Ink 64">
                <a:extLst>
                  <a:ext uri="{FF2B5EF4-FFF2-40B4-BE49-F238E27FC236}">
                    <a16:creationId xmlns:a16="http://schemas.microsoft.com/office/drawing/2014/main" id="{94FE5B39-6A99-641F-5E51-8EEA3E7610A5}"/>
                  </a:ext>
                </a:extLst>
              </p:cNvPr>
              <p:cNvPicPr/>
              <p:nvPr/>
            </p:nvPicPr>
            <p:blipFill>
              <a:blip r:embed="rId105"/>
              <a:stretch>
                <a:fillRect/>
              </a:stretch>
            </p:blipFill>
            <p:spPr>
              <a:xfrm>
                <a:off x="2529105" y="3300495"/>
                <a:ext cx="7164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6" name="Ink 65">
                <a:extLst>
                  <a:ext uri="{FF2B5EF4-FFF2-40B4-BE49-F238E27FC236}">
                    <a16:creationId xmlns:a16="http://schemas.microsoft.com/office/drawing/2014/main" id="{6B27FEBF-6E47-1B17-7890-ECD869C0CBDE}"/>
                  </a:ext>
                </a:extLst>
              </p14:cNvPr>
              <p14:cNvContentPartPr/>
              <p14:nvPr/>
            </p14:nvContentPartPr>
            <p14:xfrm>
              <a:off x="909825" y="3500655"/>
              <a:ext cx="1576440" cy="112320"/>
            </p14:xfrm>
          </p:contentPart>
        </mc:Choice>
        <mc:Fallback xmlns="">
          <p:pic>
            <p:nvPicPr>
              <p:cNvPr id="66" name="Ink 65">
                <a:extLst>
                  <a:ext uri="{FF2B5EF4-FFF2-40B4-BE49-F238E27FC236}">
                    <a16:creationId xmlns:a16="http://schemas.microsoft.com/office/drawing/2014/main" id="{6B27FEBF-6E47-1B17-7890-ECD869C0CBDE}"/>
                  </a:ext>
                </a:extLst>
              </p:cNvPr>
              <p:cNvPicPr/>
              <p:nvPr/>
            </p:nvPicPr>
            <p:blipFill>
              <a:blip r:embed="rId107"/>
              <a:stretch>
                <a:fillRect/>
              </a:stretch>
            </p:blipFill>
            <p:spPr>
              <a:xfrm>
                <a:off x="903705" y="3494535"/>
                <a:ext cx="158868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7" name="Ink 66">
                <a:extLst>
                  <a:ext uri="{FF2B5EF4-FFF2-40B4-BE49-F238E27FC236}">
                    <a16:creationId xmlns:a16="http://schemas.microsoft.com/office/drawing/2014/main" id="{0D83A076-9962-2EBA-B9DE-DE15ADFB2FD4}"/>
                  </a:ext>
                </a:extLst>
              </p14:cNvPr>
              <p14:cNvContentPartPr/>
              <p14:nvPr/>
            </p14:nvContentPartPr>
            <p14:xfrm>
              <a:off x="316545" y="3641775"/>
              <a:ext cx="314640" cy="307440"/>
            </p14:xfrm>
          </p:contentPart>
        </mc:Choice>
        <mc:Fallback xmlns="">
          <p:pic>
            <p:nvPicPr>
              <p:cNvPr id="67" name="Ink 66">
                <a:extLst>
                  <a:ext uri="{FF2B5EF4-FFF2-40B4-BE49-F238E27FC236}">
                    <a16:creationId xmlns:a16="http://schemas.microsoft.com/office/drawing/2014/main" id="{0D83A076-9962-2EBA-B9DE-DE15ADFB2FD4}"/>
                  </a:ext>
                </a:extLst>
              </p:cNvPr>
              <p:cNvPicPr/>
              <p:nvPr/>
            </p:nvPicPr>
            <p:blipFill>
              <a:blip r:embed="rId109"/>
              <a:stretch>
                <a:fillRect/>
              </a:stretch>
            </p:blipFill>
            <p:spPr>
              <a:xfrm>
                <a:off x="310425" y="3635655"/>
                <a:ext cx="32688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8" name="Ink 67">
                <a:extLst>
                  <a:ext uri="{FF2B5EF4-FFF2-40B4-BE49-F238E27FC236}">
                    <a16:creationId xmlns:a16="http://schemas.microsoft.com/office/drawing/2014/main" id="{DD400D04-649F-BDCF-FA28-E2D95B4B99D4}"/>
                  </a:ext>
                </a:extLst>
              </p14:cNvPr>
              <p14:cNvContentPartPr/>
              <p14:nvPr/>
            </p14:nvContentPartPr>
            <p14:xfrm>
              <a:off x="687705" y="3623415"/>
              <a:ext cx="358560" cy="272520"/>
            </p14:xfrm>
          </p:contentPart>
        </mc:Choice>
        <mc:Fallback xmlns="">
          <p:pic>
            <p:nvPicPr>
              <p:cNvPr id="68" name="Ink 67">
                <a:extLst>
                  <a:ext uri="{FF2B5EF4-FFF2-40B4-BE49-F238E27FC236}">
                    <a16:creationId xmlns:a16="http://schemas.microsoft.com/office/drawing/2014/main" id="{DD400D04-649F-BDCF-FA28-E2D95B4B99D4}"/>
                  </a:ext>
                </a:extLst>
              </p:cNvPr>
              <p:cNvPicPr/>
              <p:nvPr/>
            </p:nvPicPr>
            <p:blipFill>
              <a:blip r:embed="rId111"/>
              <a:stretch>
                <a:fillRect/>
              </a:stretch>
            </p:blipFill>
            <p:spPr>
              <a:xfrm>
                <a:off x="681585" y="3617295"/>
                <a:ext cx="37080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9" name="Ink 68">
                <a:extLst>
                  <a:ext uri="{FF2B5EF4-FFF2-40B4-BE49-F238E27FC236}">
                    <a16:creationId xmlns:a16="http://schemas.microsoft.com/office/drawing/2014/main" id="{DCECDA60-94B2-EE14-4556-3442D95562CF}"/>
                  </a:ext>
                </a:extLst>
              </p14:cNvPr>
              <p14:cNvContentPartPr/>
              <p14:nvPr/>
            </p14:nvContentPartPr>
            <p14:xfrm>
              <a:off x="1110705" y="3699375"/>
              <a:ext cx="20880" cy="23040"/>
            </p14:xfrm>
          </p:contentPart>
        </mc:Choice>
        <mc:Fallback xmlns="">
          <p:pic>
            <p:nvPicPr>
              <p:cNvPr id="69" name="Ink 68">
                <a:extLst>
                  <a:ext uri="{FF2B5EF4-FFF2-40B4-BE49-F238E27FC236}">
                    <a16:creationId xmlns:a16="http://schemas.microsoft.com/office/drawing/2014/main" id="{DCECDA60-94B2-EE14-4556-3442D95562CF}"/>
                  </a:ext>
                </a:extLst>
              </p:cNvPr>
              <p:cNvPicPr/>
              <p:nvPr/>
            </p:nvPicPr>
            <p:blipFill>
              <a:blip r:embed="rId113"/>
              <a:stretch>
                <a:fillRect/>
              </a:stretch>
            </p:blipFill>
            <p:spPr>
              <a:xfrm>
                <a:off x="1104585" y="3693255"/>
                <a:ext cx="331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D9136A3B-C590-34DF-A2D7-256AF4A33EFE}"/>
                  </a:ext>
                </a:extLst>
              </p14:cNvPr>
              <p14:cNvContentPartPr/>
              <p14:nvPr/>
            </p14:nvContentPartPr>
            <p14:xfrm>
              <a:off x="1178025" y="3748695"/>
              <a:ext cx="464760" cy="146880"/>
            </p14:xfrm>
          </p:contentPart>
        </mc:Choice>
        <mc:Fallback xmlns="">
          <p:pic>
            <p:nvPicPr>
              <p:cNvPr id="70" name="Ink 69">
                <a:extLst>
                  <a:ext uri="{FF2B5EF4-FFF2-40B4-BE49-F238E27FC236}">
                    <a16:creationId xmlns:a16="http://schemas.microsoft.com/office/drawing/2014/main" id="{D9136A3B-C590-34DF-A2D7-256AF4A33EFE}"/>
                  </a:ext>
                </a:extLst>
              </p:cNvPr>
              <p:cNvPicPr/>
              <p:nvPr/>
            </p:nvPicPr>
            <p:blipFill>
              <a:blip r:embed="rId115"/>
              <a:stretch>
                <a:fillRect/>
              </a:stretch>
            </p:blipFill>
            <p:spPr>
              <a:xfrm>
                <a:off x="1171905" y="3742575"/>
                <a:ext cx="4770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3" name="Ink 72">
                <a:extLst>
                  <a:ext uri="{FF2B5EF4-FFF2-40B4-BE49-F238E27FC236}">
                    <a16:creationId xmlns:a16="http://schemas.microsoft.com/office/drawing/2014/main" id="{030DE30F-40D2-0DD8-1960-0E97BF811AD4}"/>
                  </a:ext>
                </a:extLst>
              </p14:cNvPr>
              <p14:cNvContentPartPr/>
              <p14:nvPr/>
            </p14:nvContentPartPr>
            <p14:xfrm>
              <a:off x="3944625" y="3371055"/>
              <a:ext cx="652320" cy="38520"/>
            </p14:xfrm>
          </p:contentPart>
        </mc:Choice>
        <mc:Fallback xmlns="">
          <p:pic>
            <p:nvPicPr>
              <p:cNvPr id="73" name="Ink 72">
                <a:extLst>
                  <a:ext uri="{FF2B5EF4-FFF2-40B4-BE49-F238E27FC236}">
                    <a16:creationId xmlns:a16="http://schemas.microsoft.com/office/drawing/2014/main" id="{030DE30F-40D2-0DD8-1960-0E97BF811AD4}"/>
                  </a:ext>
                </a:extLst>
              </p:cNvPr>
              <p:cNvPicPr/>
              <p:nvPr/>
            </p:nvPicPr>
            <p:blipFill>
              <a:blip r:embed="rId117"/>
              <a:stretch>
                <a:fillRect/>
              </a:stretch>
            </p:blipFill>
            <p:spPr>
              <a:xfrm>
                <a:off x="3938505" y="3364935"/>
                <a:ext cx="6645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4" name="Ink 73">
                <a:extLst>
                  <a:ext uri="{FF2B5EF4-FFF2-40B4-BE49-F238E27FC236}">
                    <a16:creationId xmlns:a16="http://schemas.microsoft.com/office/drawing/2014/main" id="{CC86ADFC-F4E3-F028-CD21-04BA22197782}"/>
                  </a:ext>
                </a:extLst>
              </p14:cNvPr>
              <p14:cNvContentPartPr/>
              <p14:nvPr/>
            </p14:nvContentPartPr>
            <p14:xfrm>
              <a:off x="4259625" y="3481215"/>
              <a:ext cx="118080" cy="272880"/>
            </p14:xfrm>
          </p:contentPart>
        </mc:Choice>
        <mc:Fallback xmlns="">
          <p:pic>
            <p:nvPicPr>
              <p:cNvPr id="74" name="Ink 73">
                <a:extLst>
                  <a:ext uri="{FF2B5EF4-FFF2-40B4-BE49-F238E27FC236}">
                    <a16:creationId xmlns:a16="http://schemas.microsoft.com/office/drawing/2014/main" id="{CC86ADFC-F4E3-F028-CD21-04BA22197782}"/>
                  </a:ext>
                </a:extLst>
              </p:cNvPr>
              <p:cNvPicPr/>
              <p:nvPr/>
            </p:nvPicPr>
            <p:blipFill>
              <a:blip r:embed="rId119"/>
              <a:stretch>
                <a:fillRect/>
              </a:stretch>
            </p:blipFill>
            <p:spPr>
              <a:xfrm>
                <a:off x="4253505" y="3475095"/>
                <a:ext cx="13032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5" name="Ink 74">
                <a:extLst>
                  <a:ext uri="{FF2B5EF4-FFF2-40B4-BE49-F238E27FC236}">
                    <a16:creationId xmlns:a16="http://schemas.microsoft.com/office/drawing/2014/main" id="{C5782AFE-D075-C469-0805-9F7B38C2113F}"/>
                  </a:ext>
                </a:extLst>
              </p14:cNvPr>
              <p14:cNvContentPartPr/>
              <p14:nvPr/>
            </p14:nvContentPartPr>
            <p14:xfrm>
              <a:off x="4492905" y="3586335"/>
              <a:ext cx="334080" cy="203760"/>
            </p14:xfrm>
          </p:contentPart>
        </mc:Choice>
        <mc:Fallback xmlns="">
          <p:pic>
            <p:nvPicPr>
              <p:cNvPr id="75" name="Ink 74">
                <a:extLst>
                  <a:ext uri="{FF2B5EF4-FFF2-40B4-BE49-F238E27FC236}">
                    <a16:creationId xmlns:a16="http://schemas.microsoft.com/office/drawing/2014/main" id="{C5782AFE-D075-C469-0805-9F7B38C2113F}"/>
                  </a:ext>
                </a:extLst>
              </p:cNvPr>
              <p:cNvPicPr/>
              <p:nvPr/>
            </p:nvPicPr>
            <p:blipFill>
              <a:blip r:embed="rId121"/>
              <a:stretch>
                <a:fillRect/>
              </a:stretch>
            </p:blipFill>
            <p:spPr>
              <a:xfrm>
                <a:off x="4486785" y="3580215"/>
                <a:ext cx="3463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6" name="Ink 75">
                <a:extLst>
                  <a:ext uri="{FF2B5EF4-FFF2-40B4-BE49-F238E27FC236}">
                    <a16:creationId xmlns:a16="http://schemas.microsoft.com/office/drawing/2014/main" id="{F9149B37-FD30-5FF3-6CC1-B21BFBB9DA9A}"/>
                  </a:ext>
                </a:extLst>
              </p14:cNvPr>
              <p14:cNvContentPartPr/>
              <p14:nvPr/>
            </p14:nvContentPartPr>
            <p14:xfrm>
              <a:off x="4766145" y="3628815"/>
              <a:ext cx="262440" cy="178920"/>
            </p14:xfrm>
          </p:contentPart>
        </mc:Choice>
        <mc:Fallback xmlns="">
          <p:pic>
            <p:nvPicPr>
              <p:cNvPr id="76" name="Ink 75">
                <a:extLst>
                  <a:ext uri="{FF2B5EF4-FFF2-40B4-BE49-F238E27FC236}">
                    <a16:creationId xmlns:a16="http://schemas.microsoft.com/office/drawing/2014/main" id="{F9149B37-FD30-5FF3-6CC1-B21BFBB9DA9A}"/>
                  </a:ext>
                </a:extLst>
              </p:cNvPr>
              <p:cNvPicPr/>
              <p:nvPr/>
            </p:nvPicPr>
            <p:blipFill>
              <a:blip r:embed="rId123"/>
              <a:stretch>
                <a:fillRect/>
              </a:stretch>
            </p:blipFill>
            <p:spPr>
              <a:xfrm>
                <a:off x="4760025" y="3622695"/>
                <a:ext cx="27468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7" name="Ink 76">
                <a:extLst>
                  <a:ext uri="{FF2B5EF4-FFF2-40B4-BE49-F238E27FC236}">
                    <a16:creationId xmlns:a16="http://schemas.microsoft.com/office/drawing/2014/main" id="{5637B0E6-E0A6-C388-1FAC-20454A5FB1DC}"/>
                  </a:ext>
                </a:extLst>
              </p14:cNvPr>
              <p14:cNvContentPartPr/>
              <p14:nvPr/>
            </p14:nvContentPartPr>
            <p14:xfrm>
              <a:off x="5217585" y="3510015"/>
              <a:ext cx="9360" cy="8640"/>
            </p14:xfrm>
          </p:contentPart>
        </mc:Choice>
        <mc:Fallback xmlns="">
          <p:pic>
            <p:nvPicPr>
              <p:cNvPr id="77" name="Ink 76">
                <a:extLst>
                  <a:ext uri="{FF2B5EF4-FFF2-40B4-BE49-F238E27FC236}">
                    <a16:creationId xmlns:a16="http://schemas.microsoft.com/office/drawing/2014/main" id="{5637B0E6-E0A6-C388-1FAC-20454A5FB1DC}"/>
                  </a:ext>
                </a:extLst>
              </p:cNvPr>
              <p:cNvPicPr/>
              <p:nvPr/>
            </p:nvPicPr>
            <p:blipFill>
              <a:blip r:embed="rId125"/>
              <a:stretch>
                <a:fillRect/>
              </a:stretch>
            </p:blipFill>
            <p:spPr>
              <a:xfrm>
                <a:off x="5211465" y="3503895"/>
                <a:ext cx="216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8" name="Ink 77">
                <a:extLst>
                  <a:ext uri="{FF2B5EF4-FFF2-40B4-BE49-F238E27FC236}">
                    <a16:creationId xmlns:a16="http://schemas.microsoft.com/office/drawing/2014/main" id="{DE9BEFD9-526E-971C-DC78-0DD20F21DD67}"/>
                  </a:ext>
                </a:extLst>
              </p14:cNvPr>
              <p14:cNvContentPartPr/>
              <p14:nvPr/>
            </p14:nvContentPartPr>
            <p14:xfrm>
              <a:off x="5204985" y="3688935"/>
              <a:ext cx="572040" cy="156960"/>
            </p14:xfrm>
          </p:contentPart>
        </mc:Choice>
        <mc:Fallback xmlns="">
          <p:pic>
            <p:nvPicPr>
              <p:cNvPr id="78" name="Ink 77">
                <a:extLst>
                  <a:ext uri="{FF2B5EF4-FFF2-40B4-BE49-F238E27FC236}">
                    <a16:creationId xmlns:a16="http://schemas.microsoft.com/office/drawing/2014/main" id="{DE9BEFD9-526E-971C-DC78-0DD20F21DD67}"/>
                  </a:ext>
                </a:extLst>
              </p:cNvPr>
              <p:cNvPicPr/>
              <p:nvPr/>
            </p:nvPicPr>
            <p:blipFill>
              <a:blip r:embed="rId127"/>
              <a:stretch>
                <a:fillRect/>
              </a:stretch>
            </p:blipFill>
            <p:spPr>
              <a:xfrm>
                <a:off x="5198865" y="3682815"/>
                <a:ext cx="58428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7" name="Ink 96">
                <a:extLst>
                  <a:ext uri="{FF2B5EF4-FFF2-40B4-BE49-F238E27FC236}">
                    <a16:creationId xmlns:a16="http://schemas.microsoft.com/office/drawing/2014/main" id="{6B7323E3-0752-8F01-D32C-DB2F0301696B}"/>
                  </a:ext>
                </a:extLst>
              </p14:cNvPr>
              <p14:cNvContentPartPr/>
              <p14:nvPr/>
            </p14:nvContentPartPr>
            <p14:xfrm>
              <a:off x="8929905" y="4567695"/>
              <a:ext cx="720360" cy="71640"/>
            </p14:xfrm>
          </p:contentPart>
        </mc:Choice>
        <mc:Fallback xmlns="">
          <p:pic>
            <p:nvPicPr>
              <p:cNvPr id="97" name="Ink 96">
                <a:extLst>
                  <a:ext uri="{FF2B5EF4-FFF2-40B4-BE49-F238E27FC236}">
                    <a16:creationId xmlns:a16="http://schemas.microsoft.com/office/drawing/2014/main" id="{6B7323E3-0752-8F01-D32C-DB2F0301696B}"/>
                  </a:ext>
                </a:extLst>
              </p:cNvPr>
              <p:cNvPicPr/>
              <p:nvPr/>
            </p:nvPicPr>
            <p:blipFill>
              <a:blip r:embed="rId129"/>
              <a:stretch>
                <a:fillRect/>
              </a:stretch>
            </p:blipFill>
            <p:spPr>
              <a:xfrm>
                <a:off x="8923785" y="4561575"/>
                <a:ext cx="732600" cy="83880"/>
              </a:xfrm>
              <a:prstGeom prst="rect">
                <a:avLst/>
              </a:prstGeom>
            </p:spPr>
          </p:pic>
        </mc:Fallback>
      </mc:AlternateContent>
      <p:grpSp>
        <p:nvGrpSpPr>
          <p:cNvPr id="124" name="Group 123">
            <a:extLst>
              <a:ext uri="{FF2B5EF4-FFF2-40B4-BE49-F238E27FC236}">
                <a16:creationId xmlns:a16="http://schemas.microsoft.com/office/drawing/2014/main" id="{12E2ECDE-B637-432B-EC79-66F71746CD05}"/>
              </a:ext>
            </a:extLst>
          </p:cNvPr>
          <p:cNvGrpSpPr/>
          <p:nvPr/>
        </p:nvGrpSpPr>
        <p:grpSpPr>
          <a:xfrm>
            <a:off x="3564825" y="5568135"/>
            <a:ext cx="736560" cy="213120"/>
            <a:chOff x="3564825" y="5568135"/>
            <a:chExt cx="736560" cy="213120"/>
          </a:xfrm>
        </p:grpSpPr>
        <mc:AlternateContent xmlns:mc="http://schemas.openxmlformats.org/markup-compatibility/2006" xmlns:p14="http://schemas.microsoft.com/office/powerpoint/2010/main">
          <mc:Choice Requires="p14">
            <p:contentPart p14:bwMode="auto" r:id="rId130">
              <p14:nvContentPartPr>
                <p14:cNvPr id="117" name="Ink 116">
                  <a:extLst>
                    <a:ext uri="{FF2B5EF4-FFF2-40B4-BE49-F238E27FC236}">
                      <a16:creationId xmlns:a16="http://schemas.microsoft.com/office/drawing/2014/main" id="{1ED094BC-99BF-4ED7-8C22-B5DE283D6D44}"/>
                    </a:ext>
                  </a:extLst>
                </p14:cNvPr>
                <p14:cNvContentPartPr/>
                <p14:nvPr/>
              </p14:nvContentPartPr>
              <p14:xfrm>
                <a:off x="3564825" y="5568135"/>
                <a:ext cx="266760" cy="213120"/>
              </p14:xfrm>
            </p:contentPart>
          </mc:Choice>
          <mc:Fallback xmlns="">
            <p:pic>
              <p:nvPicPr>
                <p:cNvPr id="117" name="Ink 116">
                  <a:extLst>
                    <a:ext uri="{FF2B5EF4-FFF2-40B4-BE49-F238E27FC236}">
                      <a16:creationId xmlns:a16="http://schemas.microsoft.com/office/drawing/2014/main" id="{1ED094BC-99BF-4ED7-8C22-B5DE283D6D44}"/>
                    </a:ext>
                  </a:extLst>
                </p:cNvPr>
                <p:cNvPicPr/>
                <p:nvPr/>
              </p:nvPicPr>
              <p:blipFill>
                <a:blip r:embed="rId131"/>
                <a:stretch>
                  <a:fillRect/>
                </a:stretch>
              </p:blipFill>
              <p:spPr>
                <a:xfrm>
                  <a:off x="3558705" y="5562015"/>
                  <a:ext cx="2790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8" name="Ink 117">
                  <a:extLst>
                    <a:ext uri="{FF2B5EF4-FFF2-40B4-BE49-F238E27FC236}">
                      <a16:creationId xmlns:a16="http://schemas.microsoft.com/office/drawing/2014/main" id="{F58630A0-8F3D-9296-1C36-96C7C1EC946B}"/>
                    </a:ext>
                  </a:extLst>
                </p14:cNvPr>
                <p14:cNvContentPartPr/>
                <p14:nvPr/>
              </p14:nvContentPartPr>
              <p14:xfrm>
                <a:off x="3930585" y="5608455"/>
                <a:ext cx="304560" cy="76320"/>
              </p14:xfrm>
            </p:contentPart>
          </mc:Choice>
          <mc:Fallback xmlns="">
            <p:pic>
              <p:nvPicPr>
                <p:cNvPr id="118" name="Ink 117">
                  <a:extLst>
                    <a:ext uri="{FF2B5EF4-FFF2-40B4-BE49-F238E27FC236}">
                      <a16:creationId xmlns:a16="http://schemas.microsoft.com/office/drawing/2014/main" id="{F58630A0-8F3D-9296-1C36-96C7C1EC946B}"/>
                    </a:ext>
                  </a:extLst>
                </p:cNvPr>
                <p:cNvPicPr/>
                <p:nvPr/>
              </p:nvPicPr>
              <p:blipFill>
                <a:blip r:embed="rId133"/>
                <a:stretch>
                  <a:fillRect/>
                </a:stretch>
              </p:blipFill>
              <p:spPr>
                <a:xfrm>
                  <a:off x="3924465" y="5602335"/>
                  <a:ext cx="3168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19" name="Ink 118">
                  <a:extLst>
                    <a:ext uri="{FF2B5EF4-FFF2-40B4-BE49-F238E27FC236}">
                      <a16:creationId xmlns:a16="http://schemas.microsoft.com/office/drawing/2014/main" id="{990F9D0D-F061-B8B0-E21F-0AAE75FDE341}"/>
                    </a:ext>
                  </a:extLst>
                </p14:cNvPr>
                <p14:cNvContentPartPr/>
                <p14:nvPr/>
              </p14:nvContentPartPr>
              <p14:xfrm>
                <a:off x="4294185" y="5599455"/>
                <a:ext cx="7200" cy="18720"/>
              </p14:xfrm>
            </p:contentPart>
          </mc:Choice>
          <mc:Fallback xmlns="">
            <p:pic>
              <p:nvPicPr>
                <p:cNvPr id="119" name="Ink 118">
                  <a:extLst>
                    <a:ext uri="{FF2B5EF4-FFF2-40B4-BE49-F238E27FC236}">
                      <a16:creationId xmlns:a16="http://schemas.microsoft.com/office/drawing/2014/main" id="{990F9D0D-F061-B8B0-E21F-0AAE75FDE341}"/>
                    </a:ext>
                  </a:extLst>
                </p:cNvPr>
                <p:cNvPicPr/>
                <p:nvPr/>
              </p:nvPicPr>
              <p:blipFill>
                <a:blip r:embed="rId135"/>
                <a:stretch>
                  <a:fillRect/>
                </a:stretch>
              </p:blipFill>
              <p:spPr>
                <a:xfrm>
                  <a:off x="4288065" y="5593335"/>
                  <a:ext cx="19440" cy="30960"/>
                </a:xfrm>
                <a:prstGeom prst="rect">
                  <a:avLst/>
                </a:prstGeom>
              </p:spPr>
            </p:pic>
          </mc:Fallback>
        </mc:AlternateContent>
      </p:grpSp>
      <p:grpSp>
        <p:nvGrpSpPr>
          <p:cNvPr id="123" name="Group 122">
            <a:extLst>
              <a:ext uri="{FF2B5EF4-FFF2-40B4-BE49-F238E27FC236}">
                <a16:creationId xmlns:a16="http://schemas.microsoft.com/office/drawing/2014/main" id="{3E4C4A13-2025-CC90-B9DD-FFEC0F85F43D}"/>
              </a:ext>
            </a:extLst>
          </p:cNvPr>
          <p:cNvGrpSpPr/>
          <p:nvPr/>
        </p:nvGrpSpPr>
        <p:grpSpPr>
          <a:xfrm>
            <a:off x="794625" y="4402815"/>
            <a:ext cx="6904440" cy="986040"/>
            <a:chOff x="794625" y="4402815"/>
            <a:chExt cx="6904440" cy="986040"/>
          </a:xfrm>
        </p:grpSpPr>
        <mc:AlternateContent xmlns:mc="http://schemas.openxmlformats.org/markup-compatibility/2006" xmlns:p14="http://schemas.microsoft.com/office/powerpoint/2010/main">
          <mc:Choice Requires="p14">
            <p:contentPart p14:bwMode="auto" r:id="rId136">
              <p14:nvContentPartPr>
                <p14:cNvPr id="89" name="Ink 88">
                  <a:extLst>
                    <a:ext uri="{FF2B5EF4-FFF2-40B4-BE49-F238E27FC236}">
                      <a16:creationId xmlns:a16="http://schemas.microsoft.com/office/drawing/2014/main" id="{F65757F9-A34F-6055-CF3D-BB0F9F01608D}"/>
                    </a:ext>
                  </a:extLst>
                </p14:cNvPr>
                <p14:cNvContentPartPr/>
                <p14:nvPr/>
              </p14:nvContentPartPr>
              <p14:xfrm>
                <a:off x="794625" y="4586055"/>
                <a:ext cx="420480" cy="379800"/>
              </p14:xfrm>
            </p:contentPart>
          </mc:Choice>
          <mc:Fallback xmlns="">
            <p:pic>
              <p:nvPicPr>
                <p:cNvPr id="89" name="Ink 88">
                  <a:extLst>
                    <a:ext uri="{FF2B5EF4-FFF2-40B4-BE49-F238E27FC236}">
                      <a16:creationId xmlns:a16="http://schemas.microsoft.com/office/drawing/2014/main" id="{F65757F9-A34F-6055-CF3D-BB0F9F01608D}"/>
                    </a:ext>
                  </a:extLst>
                </p:cNvPr>
                <p:cNvPicPr/>
                <p:nvPr/>
              </p:nvPicPr>
              <p:blipFill>
                <a:blip r:embed="rId137"/>
                <a:stretch>
                  <a:fillRect/>
                </a:stretch>
              </p:blipFill>
              <p:spPr>
                <a:xfrm>
                  <a:off x="788505" y="4579935"/>
                  <a:ext cx="43272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0" name="Ink 89">
                  <a:extLst>
                    <a:ext uri="{FF2B5EF4-FFF2-40B4-BE49-F238E27FC236}">
                      <a16:creationId xmlns:a16="http://schemas.microsoft.com/office/drawing/2014/main" id="{9F92A3C2-2D8D-E29A-81B9-DBC217A99E31}"/>
                    </a:ext>
                  </a:extLst>
                </p14:cNvPr>
                <p14:cNvContentPartPr/>
                <p14:nvPr/>
              </p14:nvContentPartPr>
              <p14:xfrm>
                <a:off x="1179825" y="4402815"/>
                <a:ext cx="69840" cy="94320"/>
              </p14:xfrm>
            </p:contentPart>
          </mc:Choice>
          <mc:Fallback xmlns="">
            <p:pic>
              <p:nvPicPr>
                <p:cNvPr id="90" name="Ink 89">
                  <a:extLst>
                    <a:ext uri="{FF2B5EF4-FFF2-40B4-BE49-F238E27FC236}">
                      <a16:creationId xmlns:a16="http://schemas.microsoft.com/office/drawing/2014/main" id="{9F92A3C2-2D8D-E29A-81B9-DBC217A99E31}"/>
                    </a:ext>
                  </a:extLst>
                </p:cNvPr>
                <p:cNvPicPr/>
                <p:nvPr/>
              </p:nvPicPr>
              <p:blipFill>
                <a:blip r:embed="rId139"/>
                <a:stretch>
                  <a:fillRect/>
                </a:stretch>
              </p:blipFill>
              <p:spPr>
                <a:xfrm>
                  <a:off x="1173705" y="4396695"/>
                  <a:ext cx="820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1" name="Ink 90">
                  <a:extLst>
                    <a:ext uri="{FF2B5EF4-FFF2-40B4-BE49-F238E27FC236}">
                      <a16:creationId xmlns:a16="http://schemas.microsoft.com/office/drawing/2014/main" id="{D0C31469-9894-3D11-2226-018FC6D98B8B}"/>
                    </a:ext>
                  </a:extLst>
                </p14:cNvPr>
                <p14:cNvContentPartPr/>
                <p14:nvPr/>
              </p14:nvContentPartPr>
              <p14:xfrm>
                <a:off x="1058145" y="4634295"/>
                <a:ext cx="174240" cy="28080"/>
              </p14:xfrm>
            </p:contentPart>
          </mc:Choice>
          <mc:Fallback xmlns="">
            <p:pic>
              <p:nvPicPr>
                <p:cNvPr id="91" name="Ink 90">
                  <a:extLst>
                    <a:ext uri="{FF2B5EF4-FFF2-40B4-BE49-F238E27FC236}">
                      <a16:creationId xmlns:a16="http://schemas.microsoft.com/office/drawing/2014/main" id="{D0C31469-9894-3D11-2226-018FC6D98B8B}"/>
                    </a:ext>
                  </a:extLst>
                </p:cNvPr>
                <p:cNvPicPr/>
                <p:nvPr/>
              </p:nvPicPr>
              <p:blipFill>
                <a:blip r:embed="rId141"/>
                <a:stretch>
                  <a:fillRect/>
                </a:stretch>
              </p:blipFill>
              <p:spPr>
                <a:xfrm>
                  <a:off x="1052025" y="4628175"/>
                  <a:ext cx="1864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2" name="Ink 91">
                  <a:extLst>
                    <a:ext uri="{FF2B5EF4-FFF2-40B4-BE49-F238E27FC236}">
                      <a16:creationId xmlns:a16="http://schemas.microsoft.com/office/drawing/2014/main" id="{6ABB40C3-FD9F-01E0-CE57-B372A1B746AA}"/>
                    </a:ext>
                  </a:extLst>
                </p14:cNvPr>
                <p14:cNvContentPartPr/>
                <p14:nvPr/>
              </p14:nvContentPartPr>
              <p14:xfrm>
                <a:off x="1531545" y="4699095"/>
                <a:ext cx="160200" cy="25920"/>
              </p14:xfrm>
            </p:contentPart>
          </mc:Choice>
          <mc:Fallback xmlns="">
            <p:pic>
              <p:nvPicPr>
                <p:cNvPr id="92" name="Ink 91">
                  <a:extLst>
                    <a:ext uri="{FF2B5EF4-FFF2-40B4-BE49-F238E27FC236}">
                      <a16:creationId xmlns:a16="http://schemas.microsoft.com/office/drawing/2014/main" id="{6ABB40C3-FD9F-01E0-CE57-B372A1B746AA}"/>
                    </a:ext>
                  </a:extLst>
                </p:cNvPr>
                <p:cNvPicPr/>
                <p:nvPr/>
              </p:nvPicPr>
              <p:blipFill>
                <a:blip r:embed="rId143"/>
                <a:stretch>
                  <a:fillRect/>
                </a:stretch>
              </p:blipFill>
              <p:spPr>
                <a:xfrm>
                  <a:off x="1525425" y="4692975"/>
                  <a:ext cx="1724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3" name="Ink 92">
                  <a:extLst>
                    <a:ext uri="{FF2B5EF4-FFF2-40B4-BE49-F238E27FC236}">
                      <a16:creationId xmlns:a16="http://schemas.microsoft.com/office/drawing/2014/main" id="{C619ECC9-0941-FB3F-E281-54F1AB4F1DF5}"/>
                    </a:ext>
                  </a:extLst>
                </p14:cNvPr>
                <p14:cNvContentPartPr/>
                <p14:nvPr/>
              </p14:nvContentPartPr>
              <p14:xfrm>
                <a:off x="1729185" y="4710615"/>
                <a:ext cx="43920" cy="48600"/>
              </p14:xfrm>
            </p:contentPart>
          </mc:Choice>
          <mc:Fallback xmlns="">
            <p:pic>
              <p:nvPicPr>
                <p:cNvPr id="93" name="Ink 92">
                  <a:extLst>
                    <a:ext uri="{FF2B5EF4-FFF2-40B4-BE49-F238E27FC236}">
                      <a16:creationId xmlns:a16="http://schemas.microsoft.com/office/drawing/2014/main" id="{C619ECC9-0941-FB3F-E281-54F1AB4F1DF5}"/>
                    </a:ext>
                  </a:extLst>
                </p:cNvPr>
                <p:cNvPicPr/>
                <p:nvPr/>
              </p:nvPicPr>
              <p:blipFill>
                <a:blip r:embed="rId145"/>
                <a:stretch>
                  <a:fillRect/>
                </a:stretch>
              </p:blipFill>
              <p:spPr>
                <a:xfrm>
                  <a:off x="1723065" y="4704495"/>
                  <a:ext cx="561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4" name="Ink 93">
                  <a:extLst>
                    <a:ext uri="{FF2B5EF4-FFF2-40B4-BE49-F238E27FC236}">
                      <a16:creationId xmlns:a16="http://schemas.microsoft.com/office/drawing/2014/main" id="{B9ADD895-4944-7540-DCB6-18BC8427A8DB}"/>
                    </a:ext>
                  </a:extLst>
                </p14:cNvPr>
                <p14:cNvContentPartPr/>
                <p14:nvPr/>
              </p14:nvContentPartPr>
              <p14:xfrm>
                <a:off x="1849065" y="4747695"/>
                <a:ext cx="15120" cy="24120"/>
              </p14:xfrm>
            </p:contentPart>
          </mc:Choice>
          <mc:Fallback xmlns="">
            <p:pic>
              <p:nvPicPr>
                <p:cNvPr id="94" name="Ink 93">
                  <a:extLst>
                    <a:ext uri="{FF2B5EF4-FFF2-40B4-BE49-F238E27FC236}">
                      <a16:creationId xmlns:a16="http://schemas.microsoft.com/office/drawing/2014/main" id="{B9ADD895-4944-7540-DCB6-18BC8427A8DB}"/>
                    </a:ext>
                  </a:extLst>
                </p:cNvPr>
                <p:cNvPicPr/>
                <p:nvPr/>
              </p:nvPicPr>
              <p:blipFill>
                <a:blip r:embed="rId147"/>
                <a:stretch>
                  <a:fillRect/>
                </a:stretch>
              </p:blipFill>
              <p:spPr>
                <a:xfrm>
                  <a:off x="1842945" y="4741575"/>
                  <a:ext cx="273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8" name="Ink 97">
                  <a:extLst>
                    <a:ext uri="{FF2B5EF4-FFF2-40B4-BE49-F238E27FC236}">
                      <a16:creationId xmlns:a16="http://schemas.microsoft.com/office/drawing/2014/main" id="{A55A91F3-FED4-57E9-2593-2B85BC2FF03E}"/>
                    </a:ext>
                  </a:extLst>
                </p14:cNvPr>
                <p14:cNvContentPartPr/>
                <p14:nvPr/>
              </p14:nvContentPartPr>
              <p14:xfrm>
                <a:off x="1529025" y="4614855"/>
                <a:ext cx="423360" cy="254520"/>
              </p14:xfrm>
            </p:contentPart>
          </mc:Choice>
          <mc:Fallback xmlns="">
            <p:pic>
              <p:nvPicPr>
                <p:cNvPr id="98" name="Ink 97">
                  <a:extLst>
                    <a:ext uri="{FF2B5EF4-FFF2-40B4-BE49-F238E27FC236}">
                      <a16:creationId xmlns:a16="http://schemas.microsoft.com/office/drawing/2014/main" id="{A55A91F3-FED4-57E9-2593-2B85BC2FF03E}"/>
                    </a:ext>
                  </a:extLst>
                </p:cNvPr>
                <p:cNvPicPr/>
                <p:nvPr/>
              </p:nvPicPr>
              <p:blipFill>
                <a:blip r:embed="rId149"/>
                <a:stretch>
                  <a:fillRect/>
                </a:stretch>
              </p:blipFill>
              <p:spPr>
                <a:xfrm>
                  <a:off x="1522905" y="4608735"/>
                  <a:ext cx="43560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9" name="Ink 98">
                  <a:extLst>
                    <a:ext uri="{FF2B5EF4-FFF2-40B4-BE49-F238E27FC236}">
                      <a16:creationId xmlns:a16="http://schemas.microsoft.com/office/drawing/2014/main" id="{7C97D89C-83EF-7F04-96F3-2E7D4C1A996F}"/>
                    </a:ext>
                  </a:extLst>
                </p14:cNvPr>
                <p14:cNvContentPartPr/>
                <p14:nvPr/>
              </p14:nvContentPartPr>
              <p14:xfrm>
                <a:off x="1736025" y="4650855"/>
                <a:ext cx="386640" cy="239040"/>
              </p14:xfrm>
            </p:contentPart>
          </mc:Choice>
          <mc:Fallback xmlns="">
            <p:pic>
              <p:nvPicPr>
                <p:cNvPr id="99" name="Ink 98">
                  <a:extLst>
                    <a:ext uri="{FF2B5EF4-FFF2-40B4-BE49-F238E27FC236}">
                      <a16:creationId xmlns:a16="http://schemas.microsoft.com/office/drawing/2014/main" id="{7C97D89C-83EF-7F04-96F3-2E7D4C1A996F}"/>
                    </a:ext>
                  </a:extLst>
                </p:cNvPr>
                <p:cNvPicPr/>
                <p:nvPr/>
              </p:nvPicPr>
              <p:blipFill>
                <a:blip r:embed="rId151"/>
                <a:stretch>
                  <a:fillRect/>
                </a:stretch>
              </p:blipFill>
              <p:spPr>
                <a:xfrm>
                  <a:off x="1729905" y="4644735"/>
                  <a:ext cx="3988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0" name="Ink 99">
                  <a:extLst>
                    <a:ext uri="{FF2B5EF4-FFF2-40B4-BE49-F238E27FC236}">
                      <a16:creationId xmlns:a16="http://schemas.microsoft.com/office/drawing/2014/main" id="{85C422B1-3AE5-F73A-46D4-AE226F634C54}"/>
                    </a:ext>
                  </a:extLst>
                </p14:cNvPr>
                <p14:cNvContentPartPr/>
                <p14:nvPr/>
              </p14:nvContentPartPr>
              <p14:xfrm>
                <a:off x="2224185" y="4506855"/>
                <a:ext cx="41400" cy="304920"/>
              </p14:xfrm>
            </p:contentPart>
          </mc:Choice>
          <mc:Fallback xmlns="">
            <p:pic>
              <p:nvPicPr>
                <p:cNvPr id="100" name="Ink 99">
                  <a:extLst>
                    <a:ext uri="{FF2B5EF4-FFF2-40B4-BE49-F238E27FC236}">
                      <a16:creationId xmlns:a16="http://schemas.microsoft.com/office/drawing/2014/main" id="{85C422B1-3AE5-F73A-46D4-AE226F634C54}"/>
                    </a:ext>
                  </a:extLst>
                </p:cNvPr>
                <p:cNvPicPr/>
                <p:nvPr/>
              </p:nvPicPr>
              <p:blipFill>
                <a:blip r:embed="rId153"/>
                <a:stretch>
                  <a:fillRect/>
                </a:stretch>
              </p:blipFill>
              <p:spPr>
                <a:xfrm>
                  <a:off x="2218065" y="4500735"/>
                  <a:ext cx="5364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1" name="Ink 100">
                  <a:extLst>
                    <a:ext uri="{FF2B5EF4-FFF2-40B4-BE49-F238E27FC236}">
                      <a16:creationId xmlns:a16="http://schemas.microsoft.com/office/drawing/2014/main" id="{54EC7EE9-2BAB-3323-8CFB-4DDCF563DE9E}"/>
                    </a:ext>
                  </a:extLst>
                </p14:cNvPr>
                <p14:cNvContentPartPr/>
                <p14:nvPr/>
              </p14:nvContentPartPr>
              <p14:xfrm>
                <a:off x="2344065" y="4627095"/>
                <a:ext cx="149040" cy="158760"/>
              </p14:xfrm>
            </p:contentPart>
          </mc:Choice>
          <mc:Fallback xmlns="">
            <p:pic>
              <p:nvPicPr>
                <p:cNvPr id="101" name="Ink 100">
                  <a:extLst>
                    <a:ext uri="{FF2B5EF4-FFF2-40B4-BE49-F238E27FC236}">
                      <a16:creationId xmlns:a16="http://schemas.microsoft.com/office/drawing/2014/main" id="{54EC7EE9-2BAB-3323-8CFB-4DDCF563DE9E}"/>
                    </a:ext>
                  </a:extLst>
                </p:cNvPr>
                <p:cNvPicPr/>
                <p:nvPr/>
              </p:nvPicPr>
              <p:blipFill>
                <a:blip r:embed="rId155"/>
                <a:stretch>
                  <a:fillRect/>
                </a:stretch>
              </p:blipFill>
              <p:spPr>
                <a:xfrm>
                  <a:off x="2337945" y="4620975"/>
                  <a:ext cx="16128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2" name="Ink 101">
                  <a:extLst>
                    <a:ext uri="{FF2B5EF4-FFF2-40B4-BE49-F238E27FC236}">
                      <a16:creationId xmlns:a16="http://schemas.microsoft.com/office/drawing/2014/main" id="{23EC69FC-6BED-7BF1-26E9-094BBBEBCC67}"/>
                    </a:ext>
                  </a:extLst>
                </p14:cNvPr>
                <p14:cNvContentPartPr/>
                <p14:nvPr/>
              </p14:nvContentPartPr>
              <p14:xfrm>
                <a:off x="2567625" y="4472295"/>
                <a:ext cx="525600" cy="295560"/>
              </p14:xfrm>
            </p:contentPart>
          </mc:Choice>
          <mc:Fallback xmlns="">
            <p:pic>
              <p:nvPicPr>
                <p:cNvPr id="102" name="Ink 101">
                  <a:extLst>
                    <a:ext uri="{FF2B5EF4-FFF2-40B4-BE49-F238E27FC236}">
                      <a16:creationId xmlns:a16="http://schemas.microsoft.com/office/drawing/2014/main" id="{23EC69FC-6BED-7BF1-26E9-094BBBEBCC67}"/>
                    </a:ext>
                  </a:extLst>
                </p:cNvPr>
                <p:cNvPicPr/>
                <p:nvPr/>
              </p:nvPicPr>
              <p:blipFill>
                <a:blip r:embed="rId157"/>
                <a:stretch>
                  <a:fillRect/>
                </a:stretch>
              </p:blipFill>
              <p:spPr>
                <a:xfrm>
                  <a:off x="2561505" y="4466175"/>
                  <a:ext cx="53784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3" name="Ink 102">
                  <a:extLst>
                    <a:ext uri="{FF2B5EF4-FFF2-40B4-BE49-F238E27FC236}">
                      <a16:creationId xmlns:a16="http://schemas.microsoft.com/office/drawing/2014/main" id="{659EAE74-9D4B-23B3-CC20-EAEBE0062809}"/>
                    </a:ext>
                  </a:extLst>
                </p14:cNvPr>
                <p14:cNvContentPartPr/>
                <p14:nvPr/>
              </p14:nvContentPartPr>
              <p14:xfrm>
                <a:off x="3266385" y="4563375"/>
                <a:ext cx="54720" cy="653760"/>
              </p14:xfrm>
            </p:contentPart>
          </mc:Choice>
          <mc:Fallback xmlns="">
            <p:pic>
              <p:nvPicPr>
                <p:cNvPr id="103" name="Ink 102">
                  <a:extLst>
                    <a:ext uri="{FF2B5EF4-FFF2-40B4-BE49-F238E27FC236}">
                      <a16:creationId xmlns:a16="http://schemas.microsoft.com/office/drawing/2014/main" id="{659EAE74-9D4B-23B3-CC20-EAEBE0062809}"/>
                    </a:ext>
                  </a:extLst>
                </p:cNvPr>
                <p:cNvPicPr/>
                <p:nvPr/>
              </p:nvPicPr>
              <p:blipFill>
                <a:blip r:embed="rId159"/>
                <a:stretch>
                  <a:fillRect/>
                </a:stretch>
              </p:blipFill>
              <p:spPr>
                <a:xfrm>
                  <a:off x="3260265" y="4557255"/>
                  <a:ext cx="66960" cy="666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4" name="Ink 103">
                  <a:extLst>
                    <a:ext uri="{FF2B5EF4-FFF2-40B4-BE49-F238E27FC236}">
                      <a16:creationId xmlns:a16="http://schemas.microsoft.com/office/drawing/2014/main" id="{B5AB3390-7022-7C49-AEB3-D634ED4D756B}"/>
                    </a:ext>
                  </a:extLst>
                </p14:cNvPr>
                <p14:cNvContentPartPr/>
                <p14:nvPr/>
              </p14:nvContentPartPr>
              <p14:xfrm>
                <a:off x="3443145" y="4475175"/>
                <a:ext cx="4255920" cy="135720"/>
              </p14:xfrm>
            </p:contentPart>
          </mc:Choice>
          <mc:Fallback xmlns="">
            <p:pic>
              <p:nvPicPr>
                <p:cNvPr id="104" name="Ink 103">
                  <a:extLst>
                    <a:ext uri="{FF2B5EF4-FFF2-40B4-BE49-F238E27FC236}">
                      <a16:creationId xmlns:a16="http://schemas.microsoft.com/office/drawing/2014/main" id="{B5AB3390-7022-7C49-AEB3-D634ED4D756B}"/>
                    </a:ext>
                  </a:extLst>
                </p:cNvPr>
                <p:cNvPicPr/>
                <p:nvPr/>
              </p:nvPicPr>
              <p:blipFill>
                <a:blip r:embed="rId161"/>
                <a:stretch>
                  <a:fillRect/>
                </a:stretch>
              </p:blipFill>
              <p:spPr>
                <a:xfrm>
                  <a:off x="3437025" y="4469055"/>
                  <a:ext cx="426816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5" name="Ink 104">
                  <a:extLst>
                    <a:ext uri="{FF2B5EF4-FFF2-40B4-BE49-F238E27FC236}">
                      <a16:creationId xmlns:a16="http://schemas.microsoft.com/office/drawing/2014/main" id="{B850BE69-1929-8FB5-C732-898E5B4DBCD8}"/>
                    </a:ext>
                  </a:extLst>
                </p14:cNvPr>
                <p14:cNvContentPartPr/>
                <p14:nvPr/>
              </p14:nvContentPartPr>
              <p14:xfrm>
                <a:off x="3246585" y="5057295"/>
                <a:ext cx="4447440" cy="232560"/>
              </p14:xfrm>
            </p:contentPart>
          </mc:Choice>
          <mc:Fallback xmlns="">
            <p:pic>
              <p:nvPicPr>
                <p:cNvPr id="105" name="Ink 104">
                  <a:extLst>
                    <a:ext uri="{FF2B5EF4-FFF2-40B4-BE49-F238E27FC236}">
                      <a16:creationId xmlns:a16="http://schemas.microsoft.com/office/drawing/2014/main" id="{B850BE69-1929-8FB5-C732-898E5B4DBCD8}"/>
                    </a:ext>
                  </a:extLst>
                </p:cNvPr>
                <p:cNvPicPr/>
                <p:nvPr/>
              </p:nvPicPr>
              <p:blipFill>
                <a:blip r:embed="rId163"/>
                <a:stretch>
                  <a:fillRect/>
                </a:stretch>
              </p:blipFill>
              <p:spPr>
                <a:xfrm>
                  <a:off x="3240465" y="5051175"/>
                  <a:ext cx="445968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6" name="Ink 105">
                  <a:extLst>
                    <a:ext uri="{FF2B5EF4-FFF2-40B4-BE49-F238E27FC236}">
                      <a16:creationId xmlns:a16="http://schemas.microsoft.com/office/drawing/2014/main" id="{83957EBE-83F2-88CE-F78E-C781C3E148B0}"/>
                    </a:ext>
                  </a:extLst>
                </p14:cNvPr>
                <p14:cNvContentPartPr/>
                <p14:nvPr/>
              </p14:nvContentPartPr>
              <p14:xfrm>
                <a:off x="7503585" y="4489575"/>
                <a:ext cx="157680" cy="572040"/>
              </p14:xfrm>
            </p:contentPart>
          </mc:Choice>
          <mc:Fallback xmlns="">
            <p:pic>
              <p:nvPicPr>
                <p:cNvPr id="106" name="Ink 105">
                  <a:extLst>
                    <a:ext uri="{FF2B5EF4-FFF2-40B4-BE49-F238E27FC236}">
                      <a16:creationId xmlns:a16="http://schemas.microsoft.com/office/drawing/2014/main" id="{83957EBE-83F2-88CE-F78E-C781C3E148B0}"/>
                    </a:ext>
                  </a:extLst>
                </p:cNvPr>
                <p:cNvPicPr/>
                <p:nvPr/>
              </p:nvPicPr>
              <p:blipFill>
                <a:blip r:embed="rId165"/>
                <a:stretch>
                  <a:fillRect/>
                </a:stretch>
              </p:blipFill>
              <p:spPr>
                <a:xfrm>
                  <a:off x="7497465" y="4483455"/>
                  <a:ext cx="169920" cy="584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8" name="Ink 107">
                  <a:extLst>
                    <a:ext uri="{FF2B5EF4-FFF2-40B4-BE49-F238E27FC236}">
                      <a16:creationId xmlns:a16="http://schemas.microsoft.com/office/drawing/2014/main" id="{F67624B1-7855-23DB-5099-9B3DB4D5EDE6}"/>
                    </a:ext>
                  </a:extLst>
                </p14:cNvPr>
                <p14:cNvContentPartPr/>
                <p14:nvPr/>
              </p14:nvContentPartPr>
              <p14:xfrm>
                <a:off x="3764985" y="4609095"/>
                <a:ext cx="299880" cy="757080"/>
              </p14:xfrm>
            </p:contentPart>
          </mc:Choice>
          <mc:Fallback xmlns="">
            <p:pic>
              <p:nvPicPr>
                <p:cNvPr id="108" name="Ink 107">
                  <a:extLst>
                    <a:ext uri="{FF2B5EF4-FFF2-40B4-BE49-F238E27FC236}">
                      <a16:creationId xmlns:a16="http://schemas.microsoft.com/office/drawing/2014/main" id="{F67624B1-7855-23DB-5099-9B3DB4D5EDE6}"/>
                    </a:ext>
                  </a:extLst>
                </p:cNvPr>
                <p:cNvPicPr/>
                <p:nvPr/>
              </p:nvPicPr>
              <p:blipFill>
                <a:blip r:embed="rId167"/>
                <a:stretch>
                  <a:fillRect/>
                </a:stretch>
              </p:blipFill>
              <p:spPr>
                <a:xfrm>
                  <a:off x="3758865" y="4602975"/>
                  <a:ext cx="312120" cy="7693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9" name="Ink 108">
                  <a:extLst>
                    <a:ext uri="{FF2B5EF4-FFF2-40B4-BE49-F238E27FC236}">
                      <a16:creationId xmlns:a16="http://schemas.microsoft.com/office/drawing/2014/main" id="{03B8693B-9360-ABB2-3612-D05EA4497ECF}"/>
                    </a:ext>
                  </a:extLst>
                </p14:cNvPr>
                <p14:cNvContentPartPr/>
                <p14:nvPr/>
              </p14:nvContentPartPr>
              <p14:xfrm>
                <a:off x="3205905" y="4763895"/>
                <a:ext cx="461160" cy="127800"/>
              </p14:xfrm>
            </p:contentPart>
          </mc:Choice>
          <mc:Fallback xmlns="">
            <p:pic>
              <p:nvPicPr>
                <p:cNvPr id="109" name="Ink 108">
                  <a:extLst>
                    <a:ext uri="{FF2B5EF4-FFF2-40B4-BE49-F238E27FC236}">
                      <a16:creationId xmlns:a16="http://schemas.microsoft.com/office/drawing/2014/main" id="{03B8693B-9360-ABB2-3612-D05EA4497ECF}"/>
                    </a:ext>
                  </a:extLst>
                </p:cNvPr>
                <p:cNvPicPr/>
                <p:nvPr/>
              </p:nvPicPr>
              <p:blipFill>
                <a:blip r:embed="rId169"/>
                <a:stretch>
                  <a:fillRect/>
                </a:stretch>
              </p:blipFill>
              <p:spPr>
                <a:xfrm>
                  <a:off x="3199785" y="4757775"/>
                  <a:ext cx="4734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0" name="Ink 109">
                  <a:extLst>
                    <a:ext uri="{FF2B5EF4-FFF2-40B4-BE49-F238E27FC236}">
                      <a16:creationId xmlns:a16="http://schemas.microsoft.com/office/drawing/2014/main" id="{19F49257-ABEF-8987-F582-75C0BB94CC4B}"/>
                    </a:ext>
                  </a:extLst>
                </p14:cNvPr>
                <p14:cNvContentPartPr/>
                <p14:nvPr/>
              </p14:nvContentPartPr>
              <p14:xfrm>
                <a:off x="3552225" y="4842375"/>
                <a:ext cx="14040" cy="232920"/>
              </p14:xfrm>
            </p:contentPart>
          </mc:Choice>
          <mc:Fallback xmlns="">
            <p:pic>
              <p:nvPicPr>
                <p:cNvPr id="110" name="Ink 109">
                  <a:extLst>
                    <a:ext uri="{FF2B5EF4-FFF2-40B4-BE49-F238E27FC236}">
                      <a16:creationId xmlns:a16="http://schemas.microsoft.com/office/drawing/2014/main" id="{19F49257-ABEF-8987-F582-75C0BB94CC4B}"/>
                    </a:ext>
                  </a:extLst>
                </p:cNvPr>
                <p:cNvPicPr/>
                <p:nvPr/>
              </p:nvPicPr>
              <p:blipFill>
                <a:blip r:embed="rId171"/>
                <a:stretch>
                  <a:fillRect/>
                </a:stretch>
              </p:blipFill>
              <p:spPr>
                <a:xfrm>
                  <a:off x="3546105" y="4836255"/>
                  <a:ext cx="262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1" name="Ink 110">
                  <a:extLst>
                    <a:ext uri="{FF2B5EF4-FFF2-40B4-BE49-F238E27FC236}">
                      <a16:creationId xmlns:a16="http://schemas.microsoft.com/office/drawing/2014/main" id="{4983B2FB-07EC-1AAC-BDF7-38D6E2205428}"/>
                    </a:ext>
                  </a:extLst>
                </p14:cNvPr>
                <p14:cNvContentPartPr/>
                <p14:nvPr/>
              </p14:nvContentPartPr>
              <p14:xfrm>
                <a:off x="3626385" y="4866855"/>
                <a:ext cx="239400" cy="205920"/>
              </p14:xfrm>
            </p:contentPart>
          </mc:Choice>
          <mc:Fallback xmlns="">
            <p:pic>
              <p:nvPicPr>
                <p:cNvPr id="111" name="Ink 110">
                  <a:extLst>
                    <a:ext uri="{FF2B5EF4-FFF2-40B4-BE49-F238E27FC236}">
                      <a16:creationId xmlns:a16="http://schemas.microsoft.com/office/drawing/2014/main" id="{4983B2FB-07EC-1AAC-BDF7-38D6E2205428}"/>
                    </a:ext>
                  </a:extLst>
                </p:cNvPr>
                <p:cNvPicPr/>
                <p:nvPr/>
              </p:nvPicPr>
              <p:blipFill>
                <a:blip r:embed="rId173"/>
                <a:stretch>
                  <a:fillRect/>
                </a:stretch>
              </p:blipFill>
              <p:spPr>
                <a:xfrm>
                  <a:off x="3620265" y="4860735"/>
                  <a:ext cx="25164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3" name="Ink 112">
                  <a:extLst>
                    <a:ext uri="{FF2B5EF4-FFF2-40B4-BE49-F238E27FC236}">
                      <a16:creationId xmlns:a16="http://schemas.microsoft.com/office/drawing/2014/main" id="{19D758D2-752D-F6D1-69A1-36C659DCACC1}"/>
                    </a:ext>
                  </a:extLst>
                </p14:cNvPr>
                <p14:cNvContentPartPr/>
                <p14:nvPr/>
              </p14:nvContentPartPr>
              <p14:xfrm>
                <a:off x="4700985" y="4558695"/>
                <a:ext cx="111240" cy="594720"/>
              </p14:xfrm>
            </p:contentPart>
          </mc:Choice>
          <mc:Fallback xmlns="">
            <p:pic>
              <p:nvPicPr>
                <p:cNvPr id="113" name="Ink 112">
                  <a:extLst>
                    <a:ext uri="{FF2B5EF4-FFF2-40B4-BE49-F238E27FC236}">
                      <a16:creationId xmlns:a16="http://schemas.microsoft.com/office/drawing/2014/main" id="{19D758D2-752D-F6D1-69A1-36C659DCACC1}"/>
                    </a:ext>
                  </a:extLst>
                </p:cNvPr>
                <p:cNvPicPr/>
                <p:nvPr/>
              </p:nvPicPr>
              <p:blipFill>
                <a:blip r:embed="rId175"/>
                <a:stretch>
                  <a:fillRect/>
                </a:stretch>
              </p:blipFill>
              <p:spPr>
                <a:xfrm>
                  <a:off x="4694865" y="4552575"/>
                  <a:ext cx="123480" cy="6069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4" name="Ink 113">
                  <a:extLst>
                    <a:ext uri="{FF2B5EF4-FFF2-40B4-BE49-F238E27FC236}">
                      <a16:creationId xmlns:a16="http://schemas.microsoft.com/office/drawing/2014/main" id="{777EAE04-7DFF-8708-69AA-B5A5789EE4A4}"/>
                    </a:ext>
                  </a:extLst>
                </p14:cNvPr>
                <p14:cNvContentPartPr/>
                <p14:nvPr/>
              </p14:nvContentPartPr>
              <p14:xfrm>
                <a:off x="4295985" y="4721775"/>
                <a:ext cx="143640" cy="195480"/>
              </p14:xfrm>
            </p:contentPart>
          </mc:Choice>
          <mc:Fallback xmlns="">
            <p:pic>
              <p:nvPicPr>
                <p:cNvPr id="114" name="Ink 113">
                  <a:extLst>
                    <a:ext uri="{FF2B5EF4-FFF2-40B4-BE49-F238E27FC236}">
                      <a16:creationId xmlns:a16="http://schemas.microsoft.com/office/drawing/2014/main" id="{777EAE04-7DFF-8708-69AA-B5A5789EE4A4}"/>
                    </a:ext>
                  </a:extLst>
                </p:cNvPr>
                <p:cNvPicPr/>
                <p:nvPr/>
              </p:nvPicPr>
              <p:blipFill>
                <a:blip r:embed="rId177"/>
                <a:stretch>
                  <a:fillRect/>
                </a:stretch>
              </p:blipFill>
              <p:spPr>
                <a:xfrm>
                  <a:off x="4289865" y="4715655"/>
                  <a:ext cx="1558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5" name="Ink 114">
                  <a:extLst>
                    <a:ext uri="{FF2B5EF4-FFF2-40B4-BE49-F238E27FC236}">
                      <a16:creationId xmlns:a16="http://schemas.microsoft.com/office/drawing/2014/main" id="{5EA4C6D4-A270-B593-5271-09A3AF27A21C}"/>
                    </a:ext>
                  </a:extLst>
                </p14:cNvPr>
                <p14:cNvContentPartPr/>
                <p14:nvPr/>
              </p14:nvContentPartPr>
              <p14:xfrm>
                <a:off x="4518105" y="4725015"/>
                <a:ext cx="181080" cy="271440"/>
              </p14:xfrm>
            </p:contentPart>
          </mc:Choice>
          <mc:Fallback xmlns="">
            <p:pic>
              <p:nvPicPr>
                <p:cNvPr id="115" name="Ink 114">
                  <a:extLst>
                    <a:ext uri="{FF2B5EF4-FFF2-40B4-BE49-F238E27FC236}">
                      <a16:creationId xmlns:a16="http://schemas.microsoft.com/office/drawing/2014/main" id="{5EA4C6D4-A270-B593-5271-09A3AF27A21C}"/>
                    </a:ext>
                  </a:extLst>
                </p:cNvPr>
                <p:cNvPicPr/>
                <p:nvPr/>
              </p:nvPicPr>
              <p:blipFill>
                <a:blip r:embed="rId179"/>
                <a:stretch>
                  <a:fillRect/>
                </a:stretch>
              </p:blipFill>
              <p:spPr>
                <a:xfrm>
                  <a:off x="4511985" y="4718895"/>
                  <a:ext cx="19332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6" name="Ink 115">
                  <a:extLst>
                    <a:ext uri="{FF2B5EF4-FFF2-40B4-BE49-F238E27FC236}">
                      <a16:creationId xmlns:a16="http://schemas.microsoft.com/office/drawing/2014/main" id="{F715AC97-BB5D-68AA-6ED4-88B579B8F800}"/>
                    </a:ext>
                  </a:extLst>
                </p14:cNvPr>
                <p14:cNvContentPartPr/>
                <p14:nvPr/>
              </p14:nvContentPartPr>
              <p14:xfrm>
                <a:off x="4096185" y="5147655"/>
                <a:ext cx="196920" cy="241200"/>
              </p14:xfrm>
            </p:contentPart>
          </mc:Choice>
          <mc:Fallback xmlns="">
            <p:pic>
              <p:nvPicPr>
                <p:cNvPr id="116" name="Ink 115">
                  <a:extLst>
                    <a:ext uri="{FF2B5EF4-FFF2-40B4-BE49-F238E27FC236}">
                      <a16:creationId xmlns:a16="http://schemas.microsoft.com/office/drawing/2014/main" id="{F715AC97-BB5D-68AA-6ED4-88B579B8F800}"/>
                    </a:ext>
                  </a:extLst>
                </p:cNvPr>
                <p:cNvPicPr/>
                <p:nvPr/>
              </p:nvPicPr>
              <p:blipFill>
                <a:blip r:embed="rId181"/>
                <a:stretch>
                  <a:fillRect/>
                </a:stretch>
              </p:blipFill>
              <p:spPr>
                <a:xfrm>
                  <a:off x="4090065" y="5141535"/>
                  <a:ext cx="20916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0" name="Ink 119">
                  <a:extLst>
                    <a:ext uri="{FF2B5EF4-FFF2-40B4-BE49-F238E27FC236}">
                      <a16:creationId xmlns:a16="http://schemas.microsoft.com/office/drawing/2014/main" id="{78A33ECD-8111-182E-F598-62334B75981D}"/>
                    </a:ext>
                  </a:extLst>
                </p14:cNvPr>
                <p14:cNvContentPartPr/>
                <p14:nvPr/>
              </p14:nvContentPartPr>
              <p14:xfrm>
                <a:off x="5545545" y="4752375"/>
                <a:ext cx="669240" cy="49320"/>
              </p14:xfrm>
            </p:contentPart>
          </mc:Choice>
          <mc:Fallback xmlns="">
            <p:pic>
              <p:nvPicPr>
                <p:cNvPr id="120" name="Ink 119">
                  <a:extLst>
                    <a:ext uri="{FF2B5EF4-FFF2-40B4-BE49-F238E27FC236}">
                      <a16:creationId xmlns:a16="http://schemas.microsoft.com/office/drawing/2014/main" id="{78A33ECD-8111-182E-F598-62334B75981D}"/>
                    </a:ext>
                  </a:extLst>
                </p:cNvPr>
                <p:cNvPicPr/>
                <p:nvPr/>
              </p:nvPicPr>
              <p:blipFill>
                <a:blip r:embed="rId183"/>
                <a:stretch>
                  <a:fillRect/>
                </a:stretch>
              </p:blipFill>
              <p:spPr>
                <a:xfrm>
                  <a:off x="5539425" y="4746255"/>
                  <a:ext cx="6814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1" name="Ink 120">
                  <a:extLst>
                    <a:ext uri="{FF2B5EF4-FFF2-40B4-BE49-F238E27FC236}">
                      <a16:creationId xmlns:a16="http://schemas.microsoft.com/office/drawing/2014/main" id="{1EDF86CA-E0DB-2ED1-D4FB-45D94D3D3FFD}"/>
                    </a:ext>
                  </a:extLst>
                </p14:cNvPr>
                <p14:cNvContentPartPr/>
                <p14:nvPr/>
              </p14:nvContentPartPr>
              <p14:xfrm>
                <a:off x="5951625" y="4821135"/>
                <a:ext cx="12600" cy="286920"/>
              </p14:xfrm>
            </p:contentPart>
          </mc:Choice>
          <mc:Fallback xmlns="">
            <p:pic>
              <p:nvPicPr>
                <p:cNvPr id="121" name="Ink 120">
                  <a:extLst>
                    <a:ext uri="{FF2B5EF4-FFF2-40B4-BE49-F238E27FC236}">
                      <a16:creationId xmlns:a16="http://schemas.microsoft.com/office/drawing/2014/main" id="{1EDF86CA-E0DB-2ED1-D4FB-45D94D3D3FFD}"/>
                    </a:ext>
                  </a:extLst>
                </p:cNvPr>
                <p:cNvPicPr/>
                <p:nvPr/>
              </p:nvPicPr>
              <p:blipFill>
                <a:blip r:embed="rId185"/>
                <a:stretch>
                  <a:fillRect/>
                </a:stretch>
              </p:blipFill>
              <p:spPr>
                <a:xfrm>
                  <a:off x="5945505" y="4815015"/>
                  <a:ext cx="2484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2" name="Ink 121">
                  <a:extLst>
                    <a:ext uri="{FF2B5EF4-FFF2-40B4-BE49-F238E27FC236}">
                      <a16:creationId xmlns:a16="http://schemas.microsoft.com/office/drawing/2014/main" id="{FB84CE71-2B0C-433A-4259-842A2B4ECBBA}"/>
                    </a:ext>
                  </a:extLst>
                </p14:cNvPr>
                <p14:cNvContentPartPr/>
                <p14:nvPr/>
              </p14:nvContentPartPr>
              <p14:xfrm>
                <a:off x="6167265" y="4890255"/>
                <a:ext cx="781200" cy="116280"/>
              </p14:xfrm>
            </p:contentPart>
          </mc:Choice>
          <mc:Fallback xmlns="">
            <p:pic>
              <p:nvPicPr>
                <p:cNvPr id="122" name="Ink 121">
                  <a:extLst>
                    <a:ext uri="{FF2B5EF4-FFF2-40B4-BE49-F238E27FC236}">
                      <a16:creationId xmlns:a16="http://schemas.microsoft.com/office/drawing/2014/main" id="{FB84CE71-2B0C-433A-4259-842A2B4ECBBA}"/>
                    </a:ext>
                  </a:extLst>
                </p:cNvPr>
                <p:cNvPicPr/>
                <p:nvPr/>
              </p:nvPicPr>
              <p:blipFill>
                <a:blip r:embed="rId187"/>
                <a:stretch>
                  <a:fillRect/>
                </a:stretch>
              </p:blipFill>
              <p:spPr>
                <a:xfrm>
                  <a:off x="6161145" y="4884135"/>
                  <a:ext cx="793440" cy="128520"/>
                </a:xfrm>
                <a:prstGeom prst="rect">
                  <a:avLst/>
                </a:prstGeom>
              </p:spPr>
            </p:pic>
          </mc:Fallback>
        </mc:AlternateContent>
      </p:grpSp>
      <p:grpSp>
        <p:nvGrpSpPr>
          <p:cNvPr id="145" name="Group 144">
            <a:extLst>
              <a:ext uri="{FF2B5EF4-FFF2-40B4-BE49-F238E27FC236}">
                <a16:creationId xmlns:a16="http://schemas.microsoft.com/office/drawing/2014/main" id="{3D19DE42-A37B-1CFA-2460-F2B3650C8EB8}"/>
              </a:ext>
            </a:extLst>
          </p:cNvPr>
          <p:cNvGrpSpPr/>
          <p:nvPr/>
        </p:nvGrpSpPr>
        <p:grpSpPr>
          <a:xfrm>
            <a:off x="9865185" y="5549775"/>
            <a:ext cx="1560960" cy="537840"/>
            <a:chOff x="9865185" y="5549775"/>
            <a:chExt cx="1560960" cy="537840"/>
          </a:xfrm>
        </p:grpSpPr>
        <mc:AlternateContent xmlns:mc="http://schemas.openxmlformats.org/markup-compatibility/2006" xmlns:p14="http://schemas.microsoft.com/office/powerpoint/2010/main">
          <mc:Choice Requires="p14">
            <p:contentPart p14:bwMode="auto" r:id="rId188">
              <p14:nvContentPartPr>
                <p14:cNvPr id="139" name="Ink 138">
                  <a:extLst>
                    <a:ext uri="{FF2B5EF4-FFF2-40B4-BE49-F238E27FC236}">
                      <a16:creationId xmlns:a16="http://schemas.microsoft.com/office/drawing/2014/main" id="{0BC4216E-4036-5107-1899-D63EC37F88CD}"/>
                    </a:ext>
                  </a:extLst>
                </p14:cNvPr>
                <p14:cNvContentPartPr/>
                <p14:nvPr/>
              </p14:nvContentPartPr>
              <p14:xfrm>
                <a:off x="9865185" y="5549775"/>
                <a:ext cx="373680" cy="537840"/>
              </p14:xfrm>
            </p:contentPart>
          </mc:Choice>
          <mc:Fallback xmlns="">
            <p:pic>
              <p:nvPicPr>
                <p:cNvPr id="139" name="Ink 138">
                  <a:extLst>
                    <a:ext uri="{FF2B5EF4-FFF2-40B4-BE49-F238E27FC236}">
                      <a16:creationId xmlns:a16="http://schemas.microsoft.com/office/drawing/2014/main" id="{0BC4216E-4036-5107-1899-D63EC37F88CD}"/>
                    </a:ext>
                  </a:extLst>
                </p:cNvPr>
                <p:cNvPicPr/>
                <p:nvPr/>
              </p:nvPicPr>
              <p:blipFill>
                <a:blip r:embed="rId189"/>
                <a:stretch>
                  <a:fillRect/>
                </a:stretch>
              </p:blipFill>
              <p:spPr>
                <a:xfrm>
                  <a:off x="9859065" y="5543655"/>
                  <a:ext cx="38592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40" name="Ink 139">
                  <a:extLst>
                    <a:ext uri="{FF2B5EF4-FFF2-40B4-BE49-F238E27FC236}">
                      <a16:creationId xmlns:a16="http://schemas.microsoft.com/office/drawing/2014/main" id="{7DA1D4E3-39D7-1AF8-C46E-56FFD0853D8C}"/>
                    </a:ext>
                  </a:extLst>
                </p14:cNvPr>
                <p14:cNvContentPartPr/>
                <p14:nvPr/>
              </p14:nvContentPartPr>
              <p14:xfrm>
                <a:off x="10020705" y="5862975"/>
                <a:ext cx="519120" cy="30960"/>
              </p14:xfrm>
            </p:contentPart>
          </mc:Choice>
          <mc:Fallback xmlns="">
            <p:pic>
              <p:nvPicPr>
                <p:cNvPr id="140" name="Ink 139">
                  <a:extLst>
                    <a:ext uri="{FF2B5EF4-FFF2-40B4-BE49-F238E27FC236}">
                      <a16:creationId xmlns:a16="http://schemas.microsoft.com/office/drawing/2014/main" id="{7DA1D4E3-39D7-1AF8-C46E-56FFD0853D8C}"/>
                    </a:ext>
                  </a:extLst>
                </p:cNvPr>
                <p:cNvPicPr/>
                <p:nvPr/>
              </p:nvPicPr>
              <p:blipFill>
                <a:blip r:embed="rId191"/>
                <a:stretch>
                  <a:fillRect/>
                </a:stretch>
              </p:blipFill>
              <p:spPr>
                <a:xfrm>
                  <a:off x="10014585" y="5856855"/>
                  <a:ext cx="53136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41" name="Ink 140">
                  <a:extLst>
                    <a:ext uri="{FF2B5EF4-FFF2-40B4-BE49-F238E27FC236}">
                      <a16:creationId xmlns:a16="http://schemas.microsoft.com/office/drawing/2014/main" id="{8D148502-BD2F-FC37-4406-AEEA67EE1855}"/>
                    </a:ext>
                  </a:extLst>
                </p14:cNvPr>
                <p14:cNvContentPartPr/>
                <p14:nvPr/>
              </p14:nvContentPartPr>
              <p14:xfrm>
                <a:off x="10587705" y="5619615"/>
                <a:ext cx="286920" cy="405000"/>
              </p14:xfrm>
            </p:contentPart>
          </mc:Choice>
          <mc:Fallback xmlns="">
            <p:pic>
              <p:nvPicPr>
                <p:cNvPr id="141" name="Ink 140">
                  <a:extLst>
                    <a:ext uri="{FF2B5EF4-FFF2-40B4-BE49-F238E27FC236}">
                      <a16:creationId xmlns:a16="http://schemas.microsoft.com/office/drawing/2014/main" id="{8D148502-BD2F-FC37-4406-AEEA67EE1855}"/>
                    </a:ext>
                  </a:extLst>
                </p:cNvPr>
                <p:cNvPicPr/>
                <p:nvPr/>
              </p:nvPicPr>
              <p:blipFill>
                <a:blip r:embed="rId193"/>
                <a:stretch>
                  <a:fillRect/>
                </a:stretch>
              </p:blipFill>
              <p:spPr>
                <a:xfrm>
                  <a:off x="10581585" y="5613495"/>
                  <a:ext cx="299160" cy="4172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42" name="Ink 141">
                  <a:extLst>
                    <a:ext uri="{FF2B5EF4-FFF2-40B4-BE49-F238E27FC236}">
                      <a16:creationId xmlns:a16="http://schemas.microsoft.com/office/drawing/2014/main" id="{01C2E46A-DA9F-77B6-64DC-B087FA9FCB50}"/>
                    </a:ext>
                  </a:extLst>
                </p14:cNvPr>
                <p14:cNvContentPartPr/>
                <p14:nvPr/>
              </p14:nvContentPartPr>
              <p14:xfrm>
                <a:off x="10691385" y="5808255"/>
                <a:ext cx="227880" cy="211320"/>
              </p14:xfrm>
            </p:contentPart>
          </mc:Choice>
          <mc:Fallback xmlns="">
            <p:pic>
              <p:nvPicPr>
                <p:cNvPr id="142" name="Ink 141">
                  <a:extLst>
                    <a:ext uri="{FF2B5EF4-FFF2-40B4-BE49-F238E27FC236}">
                      <a16:creationId xmlns:a16="http://schemas.microsoft.com/office/drawing/2014/main" id="{01C2E46A-DA9F-77B6-64DC-B087FA9FCB50}"/>
                    </a:ext>
                  </a:extLst>
                </p:cNvPr>
                <p:cNvPicPr/>
                <p:nvPr/>
              </p:nvPicPr>
              <p:blipFill>
                <a:blip r:embed="rId195"/>
                <a:stretch>
                  <a:fillRect/>
                </a:stretch>
              </p:blipFill>
              <p:spPr>
                <a:xfrm>
                  <a:off x="10685265" y="5802135"/>
                  <a:ext cx="2401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43" name="Ink 142">
                  <a:extLst>
                    <a:ext uri="{FF2B5EF4-FFF2-40B4-BE49-F238E27FC236}">
                      <a16:creationId xmlns:a16="http://schemas.microsoft.com/office/drawing/2014/main" id="{A8FD76C7-1930-D78F-1C1C-77799FD191EE}"/>
                    </a:ext>
                  </a:extLst>
                </p14:cNvPr>
                <p14:cNvContentPartPr/>
                <p14:nvPr/>
              </p14:nvContentPartPr>
              <p14:xfrm>
                <a:off x="11004585" y="5847135"/>
                <a:ext cx="186840" cy="20880"/>
              </p14:xfrm>
            </p:contentPart>
          </mc:Choice>
          <mc:Fallback xmlns="">
            <p:pic>
              <p:nvPicPr>
                <p:cNvPr id="143" name="Ink 142">
                  <a:extLst>
                    <a:ext uri="{FF2B5EF4-FFF2-40B4-BE49-F238E27FC236}">
                      <a16:creationId xmlns:a16="http://schemas.microsoft.com/office/drawing/2014/main" id="{A8FD76C7-1930-D78F-1C1C-77799FD191EE}"/>
                    </a:ext>
                  </a:extLst>
                </p:cNvPr>
                <p:cNvPicPr/>
                <p:nvPr/>
              </p:nvPicPr>
              <p:blipFill>
                <a:blip r:embed="rId197"/>
                <a:stretch>
                  <a:fillRect/>
                </a:stretch>
              </p:blipFill>
              <p:spPr>
                <a:xfrm>
                  <a:off x="10998465" y="5841015"/>
                  <a:ext cx="1990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44" name="Ink 143">
                  <a:extLst>
                    <a:ext uri="{FF2B5EF4-FFF2-40B4-BE49-F238E27FC236}">
                      <a16:creationId xmlns:a16="http://schemas.microsoft.com/office/drawing/2014/main" id="{264A741B-5FF1-1A41-C0FE-319317A521A5}"/>
                    </a:ext>
                  </a:extLst>
                </p14:cNvPr>
                <p14:cNvContentPartPr/>
                <p14:nvPr/>
              </p14:nvContentPartPr>
              <p14:xfrm>
                <a:off x="11309865" y="5650215"/>
                <a:ext cx="116280" cy="367200"/>
              </p14:xfrm>
            </p:contentPart>
          </mc:Choice>
          <mc:Fallback xmlns="">
            <p:pic>
              <p:nvPicPr>
                <p:cNvPr id="144" name="Ink 143">
                  <a:extLst>
                    <a:ext uri="{FF2B5EF4-FFF2-40B4-BE49-F238E27FC236}">
                      <a16:creationId xmlns:a16="http://schemas.microsoft.com/office/drawing/2014/main" id="{264A741B-5FF1-1A41-C0FE-319317A521A5}"/>
                    </a:ext>
                  </a:extLst>
                </p:cNvPr>
                <p:cNvPicPr/>
                <p:nvPr/>
              </p:nvPicPr>
              <p:blipFill>
                <a:blip r:embed="rId199"/>
                <a:stretch>
                  <a:fillRect/>
                </a:stretch>
              </p:blipFill>
              <p:spPr>
                <a:xfrm>
                  <a:off x="11303745" y="5644095"/>
                  <a:ext cx="128520" cy="379440"/>
                </a:xfrm>
                <a:prstGeom prst="rect">
                  <a:avLst/>
                </a:prstGeom>
              </p:spPr>
            </p:pic>
          </mc:Fallback>
        </mc:AlternateContent>
      </p:grpSp>
      <p:grpSp>
        <p:nvGrpSpPr>
          <p:cNvPr id="147" name="Group 146">
            <a:extLst>
              <a:ext uri="{FF2B5EF4-FFF2-40B4-BE49-F238E27FC236}">
                <a16:creationId xmlns:a16="http://schemas.microsoft.com/office/drawing/2014/main" id="{DD9C134C-2561-09AA-3FBF-83FD8046F35C}"/>
              </a:ext>
            </a:extLst>
          </p:cNvPr>
          <p:cNvGrpSpPr/>
          <p:nvPr/>
        </p:nvGrpSpPr>
        <p:grpSpPr>
          <a:xfrm>
            <a:off x="8334465" y="3118335"/>
            <a:ext cx="3471480" cy="2125440"/>
            <a:chOff x="8334465" y="3118335"/>
            <a:chExt cx="3471480" cy="2125440"/>
          </a:xfrm>
        </p:grpSpPr>
        <mc:AlternateContent xmlns:mc="http://schemas.openxmlformats.org/markup-compatibility/2006" xmlns:p14="http://schemas.microsoft.com/office/powerpoint/2010/main">
          <mc:Choice Requires="p14">
            <p:contentPart p14:bwMode="auto" r:id="rId200">
              <p14:nvContentPartPr>
                <p14:cNvPr id="81" name="Ink 80">
                  <a:extLst>
                    <a:ext uri="{FF2B5EF4-FFF2-40B4-BE49-F238E27FC236}">
                      <a16:creationId xmlns:a16="http://schemas.microsoft.com/office/drawing/2014/main" id="{A5656CF9-E992-328B-0921-B6C224F2AD23}"/>
                    </a:ext>
                  </a:extLst>
                </p14:cNvPr>
                <p14:cNvContentPartPr/>
                <p14:nvPr/>
              </p14:nvContentPartPr>
              <p14:xfrm>
                <a:off x="8334465" y="3606855"/>
                <a:ext cx="939960" cy="70200"/>
              </p14:xfrm>
            </p:contentPart>
          </mc:Choice>
          <mc:Fallback xmlns="">
            <p:pic>
              <p:nvPicPr>
                <p:cNvPr id="81" name="Ink 80">
                  <a:extLst>
                    <a:ext uri="{FF2B5EF4-FFF2-40B4-BE49-F238E27FC236}">
                      <a16:creationId xmlns:a16="http://schemas.microsoft.com/office/drawing/2014/main" id="{A5656CF9-E992-328B-0921-B6C224F2AD23}"/>
                    </a:ext>
                  </a:extLst>
                </p:cNvPr>
                <p:cNvPicPr/>
                <p:nvPr/>
              </p:nvPicPr>
              <p:blipFill>
                <a:blip r:embed="rId201"/>
                <a:stretch>
                  <a:fillRect/>
                </a:stretch>
              </p:blipFill>
              <p:spPr>
                <a:xfrm>
                  <a:off x="8328345" y="3600735"/>
                  <a:ext cx="9522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82" name="Ink 81">
                  <a:extLst>
                    <a:ext uri="{FF2B5EF4-FFF2-40B4-BE49-F238E27FC236}">
                      <a16:creationId xmlns:a16="http://schemas.microsoft.com/office/drawing/2014/main" id="{79145B45-578F-71DD-584E-0149A4F4E49C}"/>
                    </a:ext>
                  </a:extLst>
                </p14:cNvPr>
                <p14:cNvContentPartPr/>
                <p14:nvPr/>
              </p14:nvContentPartPr>
              <p14:xfrm>
                <a:off x="9491145" y="3118335"/>
                <a:ext cx="443880" cy="759240"/>
              </p14:xfrm>
            </p:contentPart>
          </mc:Choice>
          <mc:Fallback xmlns="">
            <p:pic>
              <p:nvPicPr>
                <p:cNvPr id="82" name="Ink 81">
                  <a:extLst>
                    <a:ext uri="{FF2B5EF4-FFF2-40B4-BE49-F238E27FC236}">
                      <a16:creationId xmlns:a16="http://schemas.microsoft.com/office/drawing/2014/main" id="{79145B45-578F-71DD-584E-0149A4F4E49C}"/>
                    </a:ext>
                  </a:extLst>
                </p:cNvPr>
                <p:cNvPicPr/>
                <p:nvPr/>
              </p:nvPicPr>
              <p:blipFill>
                <a:blip r:embed="rId203"/>
                <a:stretch>
                  <a:fillRect/>
                </a:stretch>
              </p:blipFill>
              <p:spPr>
                <a:xfrm>
                  <a:off x="9485025" y="3112215"/>
                  <a:ext cx="456120" cy="7714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83" name="Ink 82">
                  <a:extLst>
                    <a:ext uri="{FF2B5EF4-FFF2-40B4-BE49-F238E27FC236}">
                      <a16:creationId xmlns:a16="http://schemas.microsoft.com/office/drawing/2014/main" id="{8CA103AA-0C82-248C-1619-CAFD4A265832}"/>
                    </a:ext>
                  </a:extLst>
                </p14:cNvPr>
                <p14:cNvContentPartPr/>
                <p14:nvPr/>
              </p14:nvContentPartPr>
              <p14:xfrm>
                <a:off x="9749625" y="3426855"/>
                <a:ext cx="464400" cy="50760"/>
              </p14:xfrm>
            </p:contentPart>
          </mc:Choice>
          <mc:Fallback xmlns="">
            <p:pic>
              <p:nvPicPr>
                <p:cNvPr id="83" name="Ink 82">
                  <a:extLst>
                    <a:ext uri="{FF2B5EF4-FFF2-40B4-BE49-F238E27FC236}">
                      <a16:creationId xmlns:a16="http://schemas.microsoft.com/office/drawing/2014/main" id="{8CA103AA-0C82-248C-1619-CAFD4A265832}"/>
                    </a:ext>
                  </a:extLst>
                </p:cNvPr>
                <p:cNvPicPr/>
                <p:nvPr/>
              </p:nvPicPr>
              <p:blipFill>
                <a:blip r:embed="rId205"/>
                <a:stretch>
                  <a:fillRect/>
                </a:stretch>
              </p:blipFill>
              <p:spPr>
                <a:xfrm>
                  <a:off x="9743505" y="3420735"/>
                  <a:ext cx="4766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84" name="Ink 83">
                  <a:extLst>
                    <a:ext uri="{FF2B5EF4-FFF2-40B4-BE49-F238E27FC236}">
                      <a16:creationId xmlns:a16="http://schemas.microsoft.com/office/drawing/2014/main" id="{4CF0CF42-9F63-78E0-1F3A-7F91A4EBE9A1}"/>
                    </a:ext>
                  </a:extLst>
                </p14:cNvPr>
                <p14:cNvContentPartPr/>
                <p14:nvPr/>
              </p14:nvContentPartPr>
              <p14:xfrm>
                <a:off x="10401585" y="3250455"/>
                <a:ext cx="212400" cy="412200"/>
              </p14:xfrm>
            </p:contentPart>
          </mc:Choice>
          <mc:Fallback xmlns="">
            <p:pic>
              <p:nvPicPr>
                <p:cNvPr id="84" name="Ink 83">
                  <a:extLst>
                    <a:ext uri="{FF2B5EF4-FFF2-40B4-BE49-F238E27FC236}">
                      <a16:creationId xmlns:a16="http://schemas.microsoft.com/office/drawing/2014/main" id="{4CF0CF42-9F63-78E0-1F3A-7F91A4EBE9A1}"/>
                    </a:ext>
                  </a:extLst>
                </p:cNvPr>
                <p:cNvPicPr/>
                <p:nvPr/>
              </p:nvPicPr>
              <p:blipFill>
                <a:blip r:embed="rId207"/>
                <a:stretch>
                  <a:fillRect/>
                </a:stretch>
              </p:blipFill>
              <p:spPr>
                <a:xfrm>
                  <a:off x="10395465" y="3244335"/>
                  <a:ext cx="22464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85" name="Ink 84">
                  <a:extLst>
                    <a:ext uri="{FF2B5EF4-FFF2-40B4-BE49-F238E27FC236}">
                      <a16:creationId xmlns:a16="http://schemas.microsoft.com/office/drawing/2014/main" id="{7A42ED13-1C3C-FF1E-BDC5-1817F742D7D4}"/>
                    </a:ext>
                  </a:extLst>
                </p14:cNvPr>
                <p14:cNvContentPartPr/>
                <p14:nvPr/>
              </p14:nvContentPartPr>
              <p14:xfrm>
                <a:off x="10576905" y="3292935"/>
                <a:ext cx="201600" cy="407160"/>
              </p14:xfrm>
            </p:contentPart>
          </mc:Choice>
          <mc:Fallback xmlns="">
            <p:pic>
              <p:nvPicPr>
                <p:cNvPr id="85" name="Ink 84">
                  <a:extLst>
                    <a:ext uri="{FF2B5EF4-FFF2-40B4-BE49-F238E27FC236}">
                      <a16:creationId xmlns:a16="http://schemas.microsoft.com/office/drawing/2014/main" id="{7A42ED13-1C3C-FF1E-BDC5-1817F742D7D4}"/>
                    </a:ext>
                  </a:extLst>
                </p:cNvPr>
                <p:cNvPicPr/>
                <p:nvPr/>
              </p:nvPicPr>
              <p:blipFill>
                <a:blip r:embed="rId209"/>
                <a:stretch>
                  <a:fillRect/>
                </a:stretch>
              </p:blipFill>
              <p:spPr>
                <a:xfrm>
                  <a:off x="10570785" y="3286815"/>
                  <a:ext cx="21384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86" name="Ink 85">
                  <a:extLst>
                    <a:ext uri="{FF2B5EF4-FFF2-40B4-BE49-F238E27FC236}">
                      <a16:creationId xmlns:a16="http://schemas.microsoft.com/office/drawing/2014/main" id="{C0DB4445-74F0-2D62-9686-91CAC232BFDB}"/>
                    </a:ext>
                  </a:extLst>
                </p14:cNvPr>
                <p14:cNvContentPartPr/>
                <p14:nvPr/>
              </p14:nvContentPartPr>
              <p14:xfrm>
                <a:off x="10903065" y="3261255"/>
                <a:ext cx="196920" cy="461160"/>
              </p14:xfrm>
            </p:contentPart>
          </mc:Choice>
          <mc:Fallback xmlns="">
            <p:pic>
              <p:nvPicPr>
                <p:cNvPr id="86" name="Ink 85">
                  <a:extLst>
                    <a:ext uri="{FF2B5EF4-FFF2-40B4-BE49-F238E27FC236}">
                      <a16:creationId xmlns:a16="http://schemas.microsoft.com/office/drawing/2014/main" id="{C0DB4445-74F0-2D62-9686-91CAC232BFDB}"/>
                    </a:ext>
                  </a:extLst>
                </p:cNvPr>
                <p:cNvPicPr/>
                <p:nvPr/>
              </p:nvPicPr>
              <p:blipFill>
                <a:blip r:embed="rId211"/>
                <a:stretch>
                  <a:fillRect/>
                </a:stretch>
              </p:blipFill>
              <p:spPr>
                <a:xfrm>
                  <a:off x="10896945" y="3255135"/>
                  <a:ext cx="20916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87" name="Ink 86">
                  <a:extLst>
                    <a:ext uri="{FF2B5EF4-FFF2-40B4-BE49-F238E27FC236}">
                      <a16:creationId xmlns:a16="http://schemas.microsoft.com/office/drawing/2014/main" id="{6BBD900D-1EEF-B3DF-4B9F-C6855AC1DA88}"/>
                    </a:ext>
                  </a:extLst>
                </p14:cNvPr>
                <p14:cNvContentPartPr/>
                <p14:nvPr/>
              </p14:nvContentPartPr>
              <p14:xfrm>
                <a:off x="11437665" y="3380415"/>
                <a:ext cx="10800" cy="16920"/>
              </p14:xfrm>
            </p:contentPart>
          </mc:Choice>
          <mc:Fallback xmlns="">
            <p:pic>
              <p:nvPicPr>
                <p:cNvPr id="87" name="Ink 86">
                  <a:extLst>
                    <a:ext uri="{FF2B5EF4-FFF2-40B4-BE49-F238E27FC236}">
                      <a16:creationId xmlns:a16="http://schemas.microsoft.com/office/drawing/2014/main" id="{6BBD900D-1EEF-B3DF-4B9F-C6855AC1DA88}"/>
                    </a:ext>
                  </a:extLst>
                </p:cNvPr>
                <p:cNvPicPr/>
                <p:nvPr/>
              </p:nvPicPr>
              <p:blipFill>
                <a:blip r:embed="rId213"/>
                <a:stretch>
                  <a:fillRect/>
                </a:stretch>
              </p:blipFill>
              <p:spPr>
                <a:xfrm>
                  <a:off x="11431545" y="3374295"/>
                  <a:ext cx="230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7" name="Ink 126">
                  <a:extLst>
                    <a:ext uri="{FF2B5EF4-FFF2-40B4-BE49-F238E27FC236}">
                      <a16:creationId xmlns:a16="http://schemas.microsoft.com/office/drawing/2014/main" id="{C6017867-5213-E820-8138-0BB6E5966FC3}"/>
                    </a:ext>
                  </a:extLst>
                </p14:cNvPr>
                <p14:cNvContentPartPr/>
                <p14:nvPr/>
              </p14:nvContentPartPr>
              <p14:xfrm>
                <a:off x="9760065" y="4297335"/>
                <a:ext cx="305280" cy="500400"/>
              </p14:xfrm>
            </p:contentPart>
          </mc:Choice>
          <mc:Fallback xmlns="">
            <p:pic>
              <p:nvPicPr>
                <p:cNvPr id="127" name="Ink 126">
                  <a:extLst>
                    <a:ext uri="{FF2B5EF4-FFF2-40B4-BE49-F238E27FC236}">
                      <a16:creationId xmlns:a16="http://schemas.microsoft.com/office/drawing/2014/main" id="{C6017867-5213-E820-8138-0BB6E5966FC3}"/>
                    </a:ext>
                  </a:extLst>
                </p:cNvPr>
                <p:cNvPicPr/>
                <p:nvPr/>
              </p:nvPicPr>
              <p:blipFill>
                <a:blip r:embed="rId215"/>
                <a:stretch>
                  <a:fillRect/>
                </a:stretch>
              </p:blipFill>
              <p:spPr>
                <a:xfrm>
                  <a:off x="9753945" y="4291215"/>
                  <a:ext cx="317520" cy="5126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8" name="Ink 127">
                  <a:extLst>
                    <a:ext uri="{FF2B5EF4-FFF2-40B4-BE49-F238E27FC236}">
                      <a16:creationId xmlns:a16="http://schemas.microsoft.com/office/drawing/2014/main" id="{4478291C-8AF2-1C28-3C00-66320D2870FD}"/>
                    </a:ext>
                  </a:extLst>
                </p14:cNvPr>
                <p14:cNvContentPartPr/>
                <p14:nvPr/>
              </p14:nvContentPartPr>
              <p14:xfrm>
                <a:off x="9883185" y="4522335"/>
                <a:ext cx="262080" cy="43560"/>
              </p14:xfrm>
            </p:contentPart>
          </mc:Choice>
          <mc:Fallback xmlns="">
            <p:pic>
              <p:nvPicPr>
                <p:cNvPr id="128" name="Ink 127">
                  <a:extLst>
                    <a:ext uri="{FF2B5EF4-FFF2-40B4-BE49-F238E27FC236}">
                      <a16:creationId xmlns:a16="http://schemas.microsoft.com/office/drawing/2014/main" id="{4478291C-8AF2-1C28-3C00-66320D2870FD}"/>
                    </a:ext>
                  </a:extLst>
                </p:cNvPr>
                <p:cNvPicPr/>
                <p:nvPr/>
              </p:nvPicPr>
              <p:blipFill>
                <a:blip r:embed="rId217"/>
                <a:stretch>
                  <a:fillRect/>
                </a:stretch>
              </p:blipFill>
              <p:spPr>
                <a:xfrm>
                  <a:off x="9877065" y="4516215"/>
                  <a:ext cx="2743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9" name="Ink 128">
                  <a:extLst>
                    <a:ext uri="{FF2B5EF4-FFF2-40B4-BE49-F238E27FC236}">
                      <a16:creationId xmlns:a16="http://schemas.microsoft.com/office/drawing/2014/main" id="{B75646B6-EE16-3FE5-5D95-DDF5BF2375AA}"/>
                    </a:ext>
                  </a:extLst>
                </p14:cNvPr>
                <p14:cNvContentPartPr/>
                <p14:nvPr/>
              </p14:nvContentPartPr>
              <p14:xfrm>
                <a:off x="10314825" y="4358895"/>
                <a:ext cx="142560" cy="282960"/>
              </p14:xfrm>
            </p:contentPart>
          </mc:Choice>
          <mc:Fallback xmlns="">
            <p:pic>
              <p:nvPicPr>
                <p:cNvPr id="129" name="Ink 128">
                  <a:extLst>
                    <a:ext uri="{FF2B5EF4-FFF2-40B4-BE49-F238E27FC236}">
                      <a16:creationId xmlns:a16="http://schemas.microsoft.com/office/drawing/2014/main" id="{B75646B6-EE16-3FE5-5D95-DDF5BF2375AA}"/>
                    </a:ext>
                  </a:extLst>
                </p:cNvPr>
                <p:cNvPicPr/>
                <p:nvPr/>
              </p:nvPicPr>
              <p:blipFill>
                <a:blip r:embed="rId219"/>
                <a:stretch>
                  <a:fillRect/>
                </a:stretch>
              </p:blipFill>
              <p:spPr>
                <a:xfrm>
                  <a:off x="10308705" y="4352775"/>
                  <a:ext cx="15480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0" name="Ink 129">
                  <a:extLst>
                    <a:ext uri="{FF2B5EF4-FFF2-40B4-BE49-F238E27FC236}">
                      <a16:creationId xmlns:a16="http://schemas.microsoft.com/office/drawing/2014/main" id="{4B48D428-56BD-4560-4586-C699249A5D96}"/>
                    </a:ext>
                  </a:extLst>
                </p14:cNvPr>
                <p14:cNvContentPartPr/>
                <p14:nvPr/>
              </p14:nvContentPartPr>
              <p14:xfrm>
                <a:off x="10367745" y="4389495"/>
                <a:ext cx="184320" cy="244800"/>
              </p14:xfrm>
            </p:contentPart>
          </mc:Choice>
          <mc:Fallback xmlns="">
            <p:pic>
              <p:nvPicPr>
                <p:cNvPr id="130" name="Ink 129">
                  <a:extLst>
                    <a:ext uri="{FF2B5EF4-FFF2-40B4-BE49-F238E27FC236}">
                      <a16:creationId xmlns:a16="http://schemas.microsoft.com/office/drawing/2014/main" id="{4B48D428-56BD-4560-4586-C699249A5D96}"/>
                    </a:ext>
                  </a:extLst>
                </p:cNvPr>
                <p:cNvPicPr/>
                <p:nvPr/>
              </p:nvPicPr>
              <p:blipFill>
                <a:blip r:embed="rId221"/>
                <a:stretch>
                  <a:fillRect/>
                </a:stretch>
              </p:blipFill>
              <p:spPr>
                <a:xfrm>
                  <a:off x="10361625" y="4383375"/>
                  <a:ext cx="19656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1" name="Ink 130">
                  <a:extLst>
                    <a:ext uri="{FF2B5EF4-FFF2-40B4-BE49-F238E27FC236}">
                      <a16:creationId xmlns:a16="http://schemas.microsoft.com/office/drawing/2014/main" id="{E8AFB3BE-2999-AB57-E5CB-0F9BB41AEF01}"/>
                    </a:ext>
                  </a:extLst>
                </p14:cNvPr>
                <p14:cNvContentPartPr/>
                <p14:nvPr/>
              </p14:nvContentPartPr>
              <p14:xfrm>
                <a:off x="10641705" y="4271415"/>
                <a:ext cx="188280" cy="289440"/>
              </p14:xfrm>
            </p:contentPart>
          </mc:Choice>
          <mc:Fallback xmlns="">
            <p:pic>
              <p:nvPicPr>
                <p:cNvPr id="131" name="Ink 130">
                  <a:extLst>
                    <a:ext uri="{FF2B5EF4-FFF2-40B4-BE49-F238E27FC236}">
                      <a16:creationId xmlns:a16="http://schemas.microsoft.com/office/drawing/2014/main" id="{E8AFB3BE-2999-AB57-E5CB-0F9BB41AEF01}"/>
                    </a:ext>
                  </a:extLst>
                </p:cNvPr>
                <p:cNvPicPr/>
                <p:nvPr/>
              </p:nvPicPr>
              <p:blipFill>
                <a:blip r:embed="rId223"/>
                <a:stretch>
                  <a:fillRect/>
                </a:stretch>
              </p:blipFill>
              <p:spPr>
                <a:xfrm>
                  <a:off x="10635585" y="4265295"/>
                  <a:ext cx="20052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4" name="Ink 133">
                  <a:extLst>
                    <a:ext uri="{FF2B5EF4-FFF2-40B4-BE49-F238E27FC236}">
                      <a16:creationId xmlns:a16="http://schemas.microsoft.com/office/drawing/2014/main" id="{E93CE351-8059-09B6-7C4A-40760C3502A4}"/>
                    </a:ext>
                  </a:extLst>
                </p14:cNvPr>
                <p14:cNvContentPartPr/>
                <p14:nvPr/>
              </p14:nvContentPartPr>
              <p14:xfrm>
                <a:off x="10651785" y="4281135"/>
                <a:ext cx="180720" cy="364680"/>
              </p14:xfrm>
            </p:contentPart>
          </mc:Choice>
          <mc:Fallback xmlns="">
            <p:pic>
              <p:nvPicPr>
                <p:cNvPr id="134" name="Ink 133">
                  <a:extLst>
                    <a:ext uri="{FF2B5EF4-FFF2-40B4-BE49-F238E27FC236}">
                      <a16:creationId xmlns:a16="http://schemas.microsoft.com/office/drawing/2014/main" id="{E93CE351-8059-09B6-7C4A-40760C3502A4}"/>
                    </a:ext>
                  </a:extLst>
                </p:cNvPr>
                <p:cNvPicPr/>
                <p:nvPr/>
              </p:nvPicPr>
              <p:blipFill>
                <a:blip r:embed="rId225"/>
                <a:stretch>
                  <a:fillRect/>
                </a:stretch>
              </p:blipFill>
              <p:spPr>
                <a:xfrm>
                  <a:off x="10645665" y="4275015"/>
                  <a:ext cx="19296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5" name="Ink 134">
                  <a:extLst>
                    <a:ext uri="{FF2B5EF4-FFF2-40B4-BE49-F238E27FC236}">
                      <a16:creationId xmlns:a16="http://schemas.microsoft.com/office/drawing/2014/main" id="{DDF35FA0-E3A3-20B7-793C-6A4260953C4F}"/>
                    </a:ext>
                  </a:extLst>
                </p14:cNvPr>
                <p14:cNvContentPartPr/>
                <p14:nvPr/>
              </p14:nvContentPartPr>
              <p14:xfrm>
                <a:off x="10912065" y="4381575"/>
                <a:ext cx="184320" cy="32400"/>
              </p14:xfrm>
            </p:contentPart>
          </mc:Choice>
          <mc:Fallback xmlns="">
            <p:pic>
              <p:nvPicPr>
                <p:cNvPr id="135" name="Ink 134">
                  <a:extLst>
                    <a:ext uri="{FF2B5EF4-FFF2-40B4-BE49-F238E27FC236}">
                      <a16:creationId xmlns:a16="http://schemas.microsoft.com/office/drawing/2014/main" id="{DDF35FA0-E3A3-20B7-793C-6A4260953C4F}"/>
                    </a:ext>
                  </a:extLst>
                </p:cNvPr>
                <p:cNvPicPr/>
                <p:nvPr/>
              </p:nvPicPr>
              <p:blipFill>
                <a:blip r:embed="rId227"/>
                <a:stretch>
                  <a:fillRect/>
                </a:stretch>
              </p:blipFill>
              <p:spPr>
                <a:xfrm>
                  <a:off x="10905945" y="4375455"/>
                  <a:ext cx="1965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6" name="Ink 135">
                  <a:extLst>
                    <a:ext uri="{FF2B5EF4-FFF2-40B4-BE49-F238E27FC236}">
                      <a16:creationId xmlns:a16="http://schemas.microsoft.com/office/drawing/2014/main" id="{3F164838-8224-DEA9-91BB-FFCEB2C7F31F}"/>
                    </a:ext>
                  </a:extLst>
                </p14:cNvPr>
                <p14:cNvContentPartPr/>
                <p14:nvPr/>
              </p14:nvContentPartPr>
              <p14:xfrm>
                <a:off x="11260545" y="4212015"/>
                <a:ext cx="299880" cy="378000"/>
              </p14:xfrm>
            </p:contentPart>
          </mc:Choice>
          <mc:Fallback xmlns="">
            <p:pic>
              <p:nvPicPr>
                <p:cNvPr id="136" name="Ink 135">
                  <a:extLst>
                    <a:ext uri="{FF2B5EF4-FFF2-40B4-BE49-F238E27FC236}">
                      <a16:creationId xmlns:a16="http://schemas.microsoft.com/office/drawing/2014/main" id="{3F164838-8224-DEA9-91BB-FFCEB2C7F31F}"/>
                    </a:ext>
                  </a:extLst>
                </p:cNvPr>
                <p:cNvPicPr/>
                <p:nvPr/>
              </p:nvPicPr>
              <p:blipFill>
                <a:blip r:embed="rId229"/>
                <a:stretch>
                  <a:fillRect/>
                </a:stretch>
              </p:blipFill>
              <p:spPr>
                <a:xfrm>
                  <a:off x="11254425" y="4205895"/>
                  <a:ext cx="31212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7" name="Ink 136">
                  <a:extLst>
                    <a:ext uri="{FF2B5EF4-FFF2-40B4-BE49-F238E27FC236}">
                      <a16:creationId xmlns:a16="http://schemas.microsoft.com/office/drawing/2014/main" id="{A40B198F-C9A2-8B45-FA32-3CBA56584FAA}"/>
                    </a:ext>
                  </a:extLst>
                </p14:cNvPr>
                <p14:cNvContentPartPr/>
                <p14:nvPr/>
              </p14:nvContentPartPr>
              <p14:xfrm>
                <a:off x="11643585" y="4414335"/>
                <a:ext cx="51840" cy="19800"/>
              </p14:xfrm>
            </p:contentPart>
          </mc:Choice>
          <mc:Fallback xmlns="">
            <p:pic>
              <p:nvPicPr>
                <p:cNvPr id="137" name="Ink 136">
                  <a:extLst>
                    <a:ext uri="{FF2B5EF4-FFF2-40B4-BE49-F238E27FC236}">
                      <a16:creationId xmlns:a16="http://schemas.microsoft.com/office/drawing/2014/main" id="{A40B198F-C9A2-8B45-FA32-3CBA56584FAA}"/>
                    </a:ext>
                  </a:extLst>
                </p:cNvPr>
                <p:cNvPicPr/>
                <p:nvPr/>
              </p:nvPicPr>
              <p:blipFill>
                <a:blip r:embed="rId231"/>
                <a:stretch>
                  <a:fillRect/>
                </a:stretch>
              </p:blipFill>
              <p:spPr>
                <a:xfrm>
                  <a:off x="11637465" y="4408215"/>
                  <a:ext cx="640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6" name="Ink 145">
                  <a:extLst>
                    <a:ext uri="{FF2B5EF4-FFF2-40B4-BE49-F238E27FC236}">
                      <a16:creationId xmlns:a16="http://schemas.microsoft.com/office/drawing/2014/main" id="{C49C8AEA-0644-E902-FA05-A7BE55FA52FE}"/>
                    </a:ext>
                  </a:extLst>
                </p14:cNvPr>
                <p14:cNvContentPartPr/>
                <p14:nvPr/>
              </p14:nvContentPartPr>
              <p14:xfrm>
                <a:off x="11186385" y="3195015"/>
                <a:ext cx="619560" cy="2048760"/>
              </p14:xfrm>
            </p:contentPart>
          </mc:Choice>
          <mc:Fallback xmlns="">
            <p:pic>
              <p:nvPicPr>
                <p:cNvPr id="146" name="Ink 145">
                  <a:extLst>
                    <a:ext uri="{FF2B5EF4-FFF2-40B4-BE49-F238E27FC236}">
                      <a16:creationId xmlns:a16="http://schemas.microsoft.com/office/drawing/2014/main" id="{C49C8AEA-0644-E902-FA05-A7BE55FA52FE}"/>
                    </a:ext>
                  </a:extLst>
                </p:cNvPr>
                <p:cNvPicPr/>
                <p:nvPr/>
              </p:nvPicPr>
              <p:blipFill>
                <a:blip r:embed="rId233"/>
                <a:stretch>
                  <a:fillRect/>
                </a:stretch>
              </p:blipFill>
              <p:spPr>
                <a:xfrm>
                  <a:off x="11180265" y="3188895"/>
                  <a:ext cx="631800" cy="2061000"/>
                </a:xfrm>
                <a:prstGeom prst="rect">
                  <a:avLst/>
                </a:prstGeom>
              </p:spPr>
            </p:pic>
          </mc:Fallback>
        </mc:AlternateContent>
      </p:grpSp>
      <p:grpSp>
        <p:nvGrpSpPr>
          <p:cNvPr id="159" name="Group 158">
            <a:extLst>
              <a:ext uri="{FF2B5EF4-FFF2-40B4-BE49-F238E27FC236}">
                <a16:creationId xmlns:a16="http://schemas.microsoft.com/office/drawing/2014/main" id="{FCC04AC9-D13B-9095-709B-DBB9EE8BDA39}"/>
              </a:ext>
            </a:extLst>
          </p:cNvPr>
          <p:cNvGrpSpPr/>
          <p:nvPr/>
        </p:nvGrpSpPr>
        <p:grpSpPr>
          <a:xfrm>
            <a:off x="5353665" y="5976015"/>
            <a:ext cx="3118320" cy="572040"/>
            <a:chOff x="5353665" y="5976015"/>
            <a:chExt cx="3118320" cy="572040"/>
          </a:xfrm>
        </p:grpSpPr>
        <mc:AlternateContent xmlns:mc="http://schemas.openxmlformats.org/markup-compatibility/2006" xmlns:p14="http://schemas.microsoft.com/office/powerpoint/2010/main">
          <mc:Choice Requires="p14">
            <p:contentPart p14:bwMode="auto" r:id="rId234">
              <p14:nvContentPartPr>
                <p14:cNvPr id="148" name="Ink 147">
                  <a:extLst>
                    <a:ext uri="{FF2B5EF4-FFF2-40B4-BE49-F238E27FC236}">
                      <a16:creationId xmlns:a16="http://schemas.microsoft.com/office/drawing/2014/main" id="{E0B37EE7-CBE1-D2C4-241A-D3BB21A0107F}"/>
                    </a:ext>
                  </a:extLst>
                </p14:cNvPr>
                <p14:cNvContentPartPr/>
                <p14:nvPr/>
              </p14:nvContentPartPr>
              <p14:xfrm>
                <a:off x="5980065" y="5976015"/>
                <a:ext cx="566280" cy="541080"/>
              </p14:xfrm>
            </p:contentPart>
          </mc:Choice>
          <mc:Fallback xmlns="">
            <p:pic>
              <p:nvPicPr>
                <p:cNvPr id="148" name="Ink 147">
                  <a:extLst>
                    <a:ext uri="{FF2B5EF4-FFF2-40B4-BE49-F238E27FC236}">
                      <a16:creationId xmlns:a16="http://schemas.microsoft.com/office/drawing/2014/main" id="{E0B37EE7-CBE1-D2C4-241A-D3BB21A0107F}"/>
                    </a:ext>
                  </a:extLst>
                </p:cNvPr>
                <p:cNvPicPr/>
                <p:nvPr/>
              </p:nvPicPr>
              <p:blipFill>
                <a:blip r:embed="rId235"/>
                <a:stretch>
                  <a:fillRect/>
                </a:stretch>
              </p:blipFill>
              <p:spPr>
                <a:xfrm>
                  <a:off x="5973945" y="5969895"/>
                  <a:ext cx="578520" cy="5533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9" name="Ink 148">
                  <a:extLst>
                    <a:ext uri="{FF2B5EF4-FFF2-40B4-BE49-F238E27FC236}">
                      <a16:creationId xmlns:a16="http://schemas.microsoft.com/office/drawing/2014/main" id="{373E85A6-B63D-4C1F-663A-40A6CDE5A7A3}"/>
                    </a:ext>
                  </a:extLst>
                </p14:cNvPr>
                <p14:cNvContentPartPr/>
                <p14:nvPr/>
              </p14:nvContentPartPr>
              <p14:xfrm>
                <a:off x="6208665" y="6100215"/>
                <a:ext cx="285120" cy="102240"/>
              </p14:xfrm>
            </p:contentPart>
          </mc:Choice>
          <mc:Fallback xmlns="">
            <p:pic>
              <p:nvPicPr>
                <p:cNvPr id="149" name="Ink 148">
                  <a:extLst>
                    <a:ext uri="{FF2B5EF4-FFF2-40B4-BE49-F238E27FC236}">
                      <a16:creationId xmlns:a16="http://schemas.microsoft.com/office/drawing/2014/main" id="{373E85A6-B63D-4C1F-663A-40A6CDE5A7A3}"/>
                    </a:ext>
                  </a:extLst>
                </p:cNvPr>
                <p:cNvPicPr/>
                <p:nvPr/>
              </p:nvPicPr>
              <p:blipFill>
                <a:blip r:embed="rId237"/>
                <a:stretch>
                  <a:fillRect/>
                </a:stretch>
              </p:blipFill>
              <p:spPr>
                <a:xfrm>
                  <a:off x="6202545" y="6094095"/>
                  <a:ext cx="2973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1" name="Ink 150">
                  <a:extLst>
                    <a:ext uri="{FF2B5EF4-FFF2-40B4-BE49-F238E27FC236}">
                      <a16:creationId xmlns:a16="http://schemas.microsoft.com/office/drawing/2014/main" id="{67C27E39-39C7-19D2-AB3C-D048CA1E894A}"/>
                    </a:ext>
                  </a:extLst>
                </p14:cNvPr>
                <p14:cNvContentPartPr/>
                <p14:nvPr/>
              </p14:nvContentPartPr>
              <p14:xfrm>
                <a:off x="5353665" y="6089415"/>
                <a:ext cx="295200" cy="458640"/>
              </p14:xfrm>
            </p:contentPart>
          </mc:Choice>
          <mc:Fallback xmlns="">
            <p:pic>
              <p:nvPicPr>
                <p:cNvPr id="151" name="Ink 150">
                  <a:extLst>
                    <a:ext uri="{FF2B5EF4-FFF2-40B4-BE49-F238E27FC236}">
                      <a16:creationId xmlns:a16="http://schemas.microsoft.com/office/drawing/2014/main" id="{67C27E39-39C7-19D2-AB3C-D048CA1E894A}"/>
                    </a:ext>
                  </a:extLst>
                </p:cNvPr>
                <p:cNvPicPr/>
                <p:nvPr/>
              </p:nvPicPr>
              <p:blipFill>
                <a:blip r:embed="rId239"/>
                <a:stretch>
                  <a:fillRect/>
                </a:stretch>
              </p:blipFill>
              <p:spPr>
                <a:xfrm>
                  <a:off x="5347545" y="6083295"/>
                  <a:ext cx="307440" cy="470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2" name="Ink 151">
                  <a:extLst>
                    <a:ext uri="{FF2B5EF4-FFF2-40B4-BE49-F238E27FC236}">
                      <a16:creationId xmlns:a16="http://schemas.microsoft.com/office/drawing/2014/main" id="{F13A733F-E97E-90B3-9562-BDA45B5B35E9}"/>
                    </a:ext>
                  </a:extLst>
                </p14:cNvPr>
                <p14:cNvContentPartPr/>
                <p14:nvPr/>
              </p14:nvContentPartPr>
              <p14:xfrm>
                <a:off x="5388945" y="6278415"/>
                <a:ext cx="337680" cy="18000"/>
              </p14:xfrm>
            </p:contentPart>
          </mc:Choice>
          <mc:Fallback xmlns="">
            <p:pic>
              <p:nvPicPr>
                <p:cNvPr id="152" name="Ink 151">
                  <a:extLst>
                    <a:ext uri="{FF2B5EF4-FFF2-40B4-BE49-F238E27FC236}">
                      <a16:creationId xmlns:a16="http://schemas.microsoft.com/office/drawing/2014/main" id="{F13A733F-E97E-90B3-9562-BDA45B5B35E9}"/>
                    </a:ext>
                  </a:extLst>
                </p:cNvPr>
                <p:cNvPicPr/>
                <p:nvPr/>
              </p:nvPicPr>
              <p:blipFill>
                <a:blip r:embed="rId241"/>
                <a:stretch>
                  <a:fillRect/>
                </a:stretch>
              </p:blipFill>
              <p:spPr>
                <a:xfrm>
                  <a:off x="5382825" y="6272295"/>
                  <a:ext cx="3499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3" name="Ink 152">
                  <a:extLst>
                    <a:ext uri="{FF2B5EF4-FFF2-40B4-BE49-F238E27FC236}">
                      <a16:creationId xmlns:a16="http://schemas.microsoft.com/office/drawing/2014/main" id="{63AE9CA3-CEB8-8229-F259-8C1DC272BCD6}"/>
                    </a:ext>
                  </a:extLst>
                </p14:cNvPr>
                <p14:cNvContentPartPr/>
                <p14:nvPr/>
              </p14:nvContentPartPr>
              <p14:xfrm>
                <a:off x="6457785" y="6294615"/>
                <a:ext cx="218520" cy="202320"/>
              </p14:xfrm>
            </p:contentPart>
          </mc:Choice>
          <mc:Fallback xmlns="">
            <p:pic>
              <p:nvPicPr>
                <p:cNvPr id="153" name="Ink 152">
                  <a:extLst>
                    <a:ext uri="{FF2B5EF4-FFF2-40B4-BE49-F238E27FC236}">
                      <a16:creationId xmlns:a16="http://schemas.microsoft.com/office/drawing/2014/main" id="{63AE9CA3-CEB8-8229-F259-8C1DC272BCD6}"/>
                    </a:ext>
                  </a:extLst>
                </p:cNvPr>
                <p:cNvPicPr/>
                <p:nvPr/>
              </p:nvPicPr>
              <p:blipFill>
                <a:blip r:embed="rId243"/>
                <a:stretch>
                  <a:fillRect/>
                </a:stretch>
              </p:blipFill>
              <p:spPr>
                <a:xfrm>
                  <a:off x="6451665" y="6288495"/>
                  <a:ext cx="23076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4" name="Ink 153">
                  <a:extLst>
                    <a:ext uri="{FF2B5EF4-FFF2-40B4-BE49-F238E27FC236}">
                      <a16:creationId xmlns:a16="http://schemas.microsoft.com/office/drawing/2014/main" id="{FBC9694B-781A-AF32-5E3B-61B10D47F559}"/>
                    </a:ext>
                  </a:extLst>
                </p14:cNvPr>
                <p14:cNvContentPartPr/>
                <p14:nvPr/>
              </p14:nvContentPartPr>
              <p14:xfrm>
                <a:off x="6831105" y="6190935"/>
                <a:ext cx="1091160" cy="355680"/>
              </p14:xfrm>
            </p:contentPart>
          </mc:Choice>
          <mc:Fallback xmlns="">
            <p:pic>
              <p:nvPicPr>
                <p:cNvPr id="154" name="Ink 153">
                  <a:extLst>
                    <a:ext uri="{FF2B5EF4-FFF2-40B4-BE49-F238E27FC236}">
                      <a16:creationId xmlns:a16="http://schemas.microsoft.com/office/drawing/2014/main" id="{FBC9694B-781A-AF32-5E3B-61B10D47F559}"/>
                    </a:ext>
                  </a:extLst>
                </p:cNvPr>
                <p:cNvPicPr/>
                <p:nvPr/>
              </p:nvPicPr>
              <p:blipFill>
                <a:blip r:embed="rId245"/>
                <a:stretch>
                  <a:fillRect/>
                </a:stretch>
              </p:blipFill>
              <p:spPr>
                <a:xfrm>
                  <a:off x="6824985" y="6184815"/>
                  <a:ext cx="110340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5" name="Ink 154">
                  <a:extLst>
                    <a:ext uri="{FF2B5EF4-FFF2-40B4-BE49-F238E27FC236}">
                      <a16:creationId xmlns:a16="http://schemas.microsoft.com/office/drawing/2014/main" id="{C3A475B4-F9D9-956B-10ED-F1EFEAD057F3}"/>
                    </a:ext>
                  </a:extLst>
                </p14:cNvPr>
                <p14:cNvContentPartPr/>
                <p14:nvPr/>
              </p14:nvContentPartPr>
              <p14:xfrm>
                <a:off x="8110545" y="6175455"/>
                <a:ext cx="27720" cy="20880"/>
              </p14:xfrm>
            </p:contentPart>
          </mc:Choice>
          <mc:Fallback xmlns="">
            <p:pic>
              <p:nvPicPr>
                <p:cNvPr id="155" name="Ink 154">
                  <a:extLst>
                    <a:ext uri="{FF2B5EF4-FFF2-40B4-BE49-F238E27FC236}">
                      <a16:creationId xmlns:a16="http://schemas.microsoft.com/office/drawing/2014/main" id="{C3A475B4-F9D9-956B-10ED-F1EFEAD057F3}"/>
                    </a:ext>
                  </a:extLst>
                </p:cNvPr>
                <p:cNvPicPr/>
                <p:nvPr/>
              </p:nvPicPr>
              <p:blipFill>
                <a:blip r:embed="rId247"/>
                <a:stretch>
                  <a:fillRect/>
                </a:stretch>
              </p:blipFill>
              <p:spPr>
                <a:xfrm>
                  <a:off x="8104425" y="6169335"/>
                  <a:ext cx="399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7" name="Ink 156">
                  <a:extLst>
                    <a:ext uri="{FF2B5EF4-FFF2-40B4-BE49-F238E27FC236}">
                      <a16:creationId xmlns:a16="http://schemas.microsoft.com/office/drawing/2014/main" id="{8C4C9FF0-8D8F-2397-24F2-DAD95B99A5A2}"/>
                    </a:ext>
                  </a:extLst>
                </p14:cNvPr>
                <p14:cNvContentPartPr/>
                <p14:nvPr/>
              </p14:nvContentPartPr>
              <p14:xfrm>
                <a:off x="7749465" y="6183735"/>
                <a:ext cx="174240" cy="295200"/>
              </p14:xfrm>
            </p:contentPart>
          </mc:Choice>
          <mc:Fallback xmlns="">
            <p:pic>
              <p:nvPicPr>
                <p:cNvPr id="157" name="Ink 156">
                  <a:extLst>
                    <a:ext uri="{FF2B5EF4-FFF2-40B4-BE49-F238E27FC236}">
                      <a16:creationId xmlns:a16="http://schemas.microsoft.com/office/drawing/2014/main" id="{8C4C9FF0-8D8F-2397-24F2-DAD95B99A5A2}"/>
                    </a:ext>
                  </a:extLst>
                </p:cNvPr>
                <p:cNvPicPr/>
                <p:nvPr/>
              </p:nvPicPr>
              <p:blipFill>
                <a:blip r:embed="rId249"/>
                <a:stretch>
                  <a:fillRect/>
                </a:stretch>
              </p:blipFill>
              <p:spPr>
                <a:xfrm>
                  <a:off x="7743345" y="6177615"/>
                  <a:ext cx="18648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8" name="Ink 157">
                  <a:extLst>
                    <a:ext uri="{FF2B5EF4-FFF2-40B4-BE49-F238E27FC236}">
                      <a16:creationId xmlns:a16="http://schemas.microsoft.com/office/drawing/2014/main" id="{DDEF4C07-EB35-36EF-67AC-F9EEBA3772CE}"/>
                    </a:ext>
                  </a:extLst>
                </p14:cNvPr>
                <p14:cNvContentPartPr/>
                <p14:nvPr/>
              </p14:nvContentPartPr>
              <p14:xfrm>
                <a:off x="8441745" y="6276615"/>
                <a:ext cx="30240" cy="24840"/>
              </p14:xfrm>
            </p:contentPart>
          </mc:Choice>
          <mc:Fallback xmlns="">
            <p:pic>
              <p:nvPicPr>
                <p:cNvPr id="158" name="Ink 157">
                  <a:extLst>
                    <a:ext uri="{FF2B5EF4-FFF2-40B4-BE49-F238E27FC236}">
                      <a16:creationId xmlns:a16="http://schemas.microsoft.com/office/drawing/2014/main" id="{DDEF4C07-EB35-36EF-67AC-F9EEBA3772CE}"/>
                    </a:ext>
                  </a:extLst>
                </p:cNvPr>
                <p:cNvPicPr/>
                <p:nvPr/>
              </p:nvPicPr>
              <p:blipFill>
                <a:blip r:embed="rId251"/>
                <a:stretch>
                  <a:fillRect/>
                </a:stretch>
              </p:blipFill>
              <p:spPr>
                <a:xfrm>
                  <a:off x="8435625" y="6270495"/>
                  <a:ext cx="42480" cy="37080"/>
                </a:xfrm>
                <a:prstGeom prst="rect">
                  <a:avLst/>
                </a:prstGeom>
              </p:spPr>
            </p:pic>
          </mc:Fallback>
        </mc:AlternateContent>
      </p:grpSp>
    </p:spTree>
    <p:extLst>
      <p:ext uri="{BB962C8B-B14F-4D97-AF65-F5344CB8AC3E}">
        <p14:creationId xmlns:p14="http://schemas.microsoft.com/office/powerpoint/2010/main" val="24529173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51D1ECA3-F1BE-F651-76C4-D3565079D853}"/>
                  </a:ext>
                </a:extLst>
              </p14:cNvPr>
              <p14:cNvContentPartPr/>
              <p14:nvPr/>
            </p14:nvContentPartPr>
            <p14:xfrm>
              <a:off x="9927105" y="344370"/>
              <a:ext cx="543960" cy="691560"/>
            </p14:xfrm>
          </p:contentPart>
        </mc:Choice>
        <mc:Fallback xmlns="">
          <p:pic>
            <p:nvPicPr>
              <p:cNvPr id="15" name="Ink 14">
                <a:extLst>
                  <a:ext uri="{FF2B5EF4-FFF2-40B4-BE49-F238E27FC236}">
                    <a16:creationId xmlns:a16="http://schemas.microsoft.com/office/drawing/2014/main" id="{51D1ECA3-F1BE-F651-76C4-D3565079D853}"/>
                  </a:ext>
                </a:extLst>
              </p:cNvPr>
              <p:cNvPicPr/>
              <p:nvPr/>
            </p:nvPicPr>
            <p:blipFill>
              <a:blip r:embed="rId3"/>
              <a:stretch>
                <a:fillRect/>
              </a:stretch>
            </p:blipFill>
            <p:spPr>
              <a:xfrm>
                <a:off x="9920985" y="338250"/>
                <a:ext cx="556200" cy="703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17F36654-962B-5496-6D68-82048485D6A6}"/>
                  </a:ext>
                </a:extLst>
              </p14:cNvPr>
              <p14:cNvContentPartPr/>
              <p14:nvPr/>
            </p14:nvContentPartPr>
            <p14:xfrm>
              <a:off x="10973265" y="724530"/>
              <a:ext cx="558360" cy="222480"/>
            </p14:xfrm>
          </p:contentPart>
        </mc:Choice>
        <mc:Fallback xmlns="">
          <p:pic>
            <p:nvPicPr>
              <p:cNvPr id="16" name="Ink 15">
                <a:extLst>
                  <a:ext uri="{FF2B5EF4-FFF2-40B4-BE49-F238E27FC236}">
                    <a16:creationId xmlns:a16="http://schemas.microsoft.com/office/drawing/2014/main" id="{17F36654-962B-5496-6D68-82048485D6A6}"/>
                  </a:ext>
                </a:extLst>
              </p:cNvPr>
              <p:cNvPicPr/>
              <p:nvPr/>
            </p:nvPicPr>
            <p:blipFill>
              <a:blip r:embed="rId5"/>
              <a:stretch>
                <a:fillRect/>
              </a:stretch>
            </p:blipFill>
            <p:spPr>
              <a:xfrm>
                <a:off x="10967145" y="718410"/>
                <a:ext cx="5706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E7833A2-6F39-059C-40B4-812CB829EF5B}"/>
                  </a:ext>
                </a:extLst>
              </p14:cNvPr>
              <p14:cNvContentPartPr/>
              <p14:nvPr/>
            </p14:nvContentPartPr>
            <p14:xfrm>
              <a:off x="2122305" y="-10065"/>
              <a:ext cx="14040" cy="35280"/>
            </p14:xfrm>
          </p:contentPart>
        </mc:Choice>
        <mc:Fallback xmlns="">
          <p:pic>
            <p:nvPicPr>
              <p:cNvPr id="2" name="Ink 1">
                <a:extLst>
                  <a:ext uri="{FF2B5EF4-FFF2-40B4-BE49-F238E27FC236}">
                    <a16:creationId xmlns:a16="http://schemas.microsoft.com/office/drawing/2014/main" id="{CE7833A2-6F39-059C-40B4-812CB829EF5B}"/>
                  </a:ext>
                </a:extLst>
              </p:cNvPr>
              <p:cNvPicPr/>
              <p:nvPr/>
            </p:nvPicPr>
            <p:blipFill>
              <a:blip r:embed="rId7"/>
              <a:stretch>
                <a:fillRect/>
              </a:stretch>
            </p:blipFill>
            <p:spPr>
              <a:xfrm>
                <a:off x="2116185" y="-16185"/>
                <a:ext cx="262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F7805397-0299-F4D4-F69D-D662259297AF}"/>
                  </a:ext>
                </a:extLst>
              </p14:cNvPr>
              <p14:cNvContentPartPr/>
              <p14:nvPr/>
            </p14:nvContentPartPr>
            <p14:xfrm>
              <a:off x="1952385" y="224130"/>
              <a:ext cx="194400" cy="447840"/>
            </p14:xfrm>
          </p:contentPart>
        </mc:Choice>
        <mc:Fallback xmlns="">
          <p:pic>
            <p:nvPicPr>
              <p:cNvPr id="3" name="Ink 2">
                <a:extLst>
                  <a:ext uri="{FF2B5EF4-FFF2-40B4-BE49-F238E27FC236}">
                    <a16:creationId xmlns:a16="http://schemas.microsoft.com/office/drawing/2014/main" id="{F7805397-0299-F4D4-F69D-D662259297AF}"/>
                  </a:ext>
                </a:extLst>
              </p:cNvPr>
              <p:cNvPicPr/>
              <p:nvPr/>
            </p:nvPicPr>
            <p:blipFill>
              <a:blip r:embed="rId9"/>
              <a:stretch>
                <a:fillRect/>
              </a:stretch>
            </p:blipFill>
            <p:spPr>
              <a:xfrm>
                <a:off x="1946265" y="218010"/>
                <a:ext cx="206640" cy="460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Ink 3">
                <a:extLst>
                  <a:ext uri="{FF2B5EF4-FFF2-40B4-BE49-F238E27FC236}">
                    <a16:creationId xmlns:a16="http://schemas.microsoft.com/office/drawing/2014/main" id="{9AEEDDB2-8A22-2DAC-B977-B2353F282FAF}"/>
                  </a:ext>
                </a:extLst>
              </p14:cNvPr>
              <p14:cNvContentPartPr/>
              <p14:nvPr/>
            </p14:nvContentPartPr>
            <p14:xfrm>
              <a:off x="2421825" y="93450"/>
              <a:ext cx="79200" cy="481680"/>
            </p14:xfrm>
          </p:contentPart>
        </mc:Choice>
        <mc:Fallback xmlns="">
          <p:pic>
            <p:nvPicPr>
              <p:cNvPr id="4" name="Ink 3">
                <a:extLst>
                  <a:ext uri="{FF2B5EF4-FFF2-40B4-BE49-F238E27FC236}">
                    <a16:creationId xmlns:a16="http://schemas.microsoft.com/office/drawing/2014/main" id="{9AEEDDB2-8A22-2DAC-B977-B2353F282FAF}"/>
                  </a:ext>
                </a:extLst>
              </p:cNvPr>
              <p:cNvPicPr/>
              <p:nvPr/>
            </p:nvPicPr>
            <p:blipFill>
              <a:blip r:embed="rId11"/>
              <a:stretch>
                <a:fillRect/>
              </a:stretch>
            </p:blipFill>
            <p:spPr>
              <a:xfrm>
                <a:off x="2415705" y="87330"/>
                <a:ext cx="91440" cy="493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Ink 4">
                <a:extLst>
                  <a:ext uri="{FF2B5EF4-FFF2-40B4-BE49-F238E27FC236}">
                    <a16:creationId xmlns:a16="http://schemas.microsoft.com/office/drawing/2014/main" id="{D6DF5E84-B800-6EC3-42D8-894F65FB56B4}"/>
                  </a:ext>
                </a:extLst>
              </p14:cNvPr>
              <p14:cNvContentPartPr/>
              <p14:nvPr/>
            </p14:nvContentPartPr>
            <p14:xfrm>
              <a:off x="2272065" y="350850"/>
              <a:ext cx="345600" cy="75600"/>
            </p14:xfrm>
          </p:contentPart>
        </mc:Choice>
        <mc:Fallback xmlns="">
          <p:pic>
            <p:nvPicPr>
              <p:cNvPr id="5" name="Ink 4">
                <a:extLst>
                  <a:ext uri="{FF2B5EF4-FFF2-40B4-BE49-F238E27FC236}">
                    <a16:creationId xmlns:a16="http://schemas.microsoft.com/office/drawing/2014/main" id="{D6DF5E84-B800-6EC3-42D8-894F65FB56B4}"/>
                  </a:ext>
                </a:extLst>
              </p:cNvPr>
              <p:cNvPicPr/>
              <p:nvPr/>
            </p:nvPicPr>
            <p:blipFill>
              <a:blip r:embed="rId13"/>
              <a:stretch>
                <a:fillRect/>
              </a:stretch>
            </p:blipFill>
            <p:spPr>
              <a:xfrm>
                <a:off x="2265945" y="344730"/>
                <a:ext cx="35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 name="Ink 5">
                <a:extLst>
                  <a:ext uri="{FF2B5EF4-FFF2-40B4-BE49-F238E27FC236}">
                    <a16:creationId xmlns:a16="http://schemas.microsoft.com/office/drawing/2014/main" id="{D799AD81-6F38-7D60-6F0D-5E49FEA96B73}"/>
                  </a:ext>
                </a:extLst>
              </p14:cNvPr>
              <p14:cNvContentPartPr/>
              <p14:nvPr/>
            </p14:nvContentPartPr>
            <p14:xfrm>
              <a:off x="2701905" y="322050"/>
              <a:ext cx="347760" cy="187920"/>
            </p14:xfrm>
          </p:contentPart>
        </mc:Choice>
        <mc:Fallback xmlns="">
          <p:pic>
            <p:nvPicPr>
              <p:cNvPr id="6" name="Ink 5">
                <a:extLst>
                  <a:ext uri="{FF2B5EF4-FFF2-40B4-BE49-F238E27FC236}">
                    <a16:creationId xmlns:a16="http://schemas.microsoft.com/office/drawing/2014/main" id="{D799AD81-6F38-7D60-6F0D-5E49FEA96B73}"/>
                  </a:ext>
                </a:extLst>
              </p:cNvPr>
              <p:cNvPicPr/>
              <p:nvPr/>
            </p:nvPicPr>
            <p:blipFill>
              <a:blip r:embed="rId15"/>
              <a:stretch>
                <a:fillRect/>
              </a:stretch>
            </p:blipFill>
            <p:spPr>
              <a:xfrm>
                <a:off x="2695785" y="315930"/>
                <a:ext cx="36000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34D9AD07-EFAE-00EB-3B86-6C007B4379E8}"/>
                  </a:ext>
                </a:extLst>
              </p14:cNvPr>
              <p14:cNvContentPartPr/>
              <p14:nvPr/>
            </p14:nvContentPartPr>
            <p14:xfrm>
              <a:off x="3059385" y="307290"/>
              <a:ext cx="317160" cy="185400"/>
            </p14:xfrm>
          </p:contentPart>
        </mc:Choice>
        <mc:Fallback xmlns="">
          <p:pic>
            <p:nvPicPr>
              <p:cNvPr id="7" name="Ink 6">
                <a:extLst>
                  <a:ext uri="{FF2B5EF4-FFF2-40B4-BE49-F238E27FC236}">
                    <a16:creationId xmlns:a16="http://schemas.microsoft.com/office/drawing/2014/main" id="{34D9AD07-EFAE-00EB-3B86-6C007B4379E8}"/>
                  </a:ext>
                </a:extLst>
              </p:cNvPr>
              <p:cNvPicPr/>
              <p:nvPr/>
            </p:nvPicPr>
            <p:blipFill>
              <a:blip r:embed="rId17"/>
              <a:stretch>
                <a:fillRect/>
              </a:stretch>
            </p:blipFill>
            <p:spPr>
              <a:xfrm>
                <a:off x="3053265" y="301170"/>
                <a:ext cx="32940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Ink 7">
                <a:extLst>
                  <a:ext uri="{FF2B5EF4-FFF2-40B4-BE49-F238E27FC236}">
                    <a16:creationId xmlns:a16="http://schemas.microsoft.com/office/drawing/2014/main" id="{A963BF16-A031-C7DB-F9A9-4B6228D4847A}"/>
                  </a:ext>
                </a:extLst>
              </p14:cNvPr>
              <p14:cNvContentPartPr/>
              <p14:nvPr/>
            </p14:nvContentPartPr>
            <p14:xfrm>
              <a:off x="3522705" y="107130"/>
              <a:ext cx="48240" cy="428040"/>
            </p14:xfrm>
          </p:contentPart>
        </mc:Choice>
        <mc:Fallback xmlns="">
          <p:pic>
            <p:nvPicPr>
              <p:cNvPr id="8" name="Ink 7">
                <a:extLst>
                  <a:ext uri="{FF2B5EF4-FFF2-40B4-BE49-F238E27FC236}">
                    <a16:creationId xmlns:a16="http://schemas.microsoft.com/office/drawing/2014/main" id="{A963BF16-A031-C7DB-F9A9-4B6228D4847A}"/>
                  </a:ext>
                </a:extLst>
              </p:cNvPr>
              <p:cNvPicPr/>
              <p:nvPr/>
            </p:nvPicPr>
            <p:blipFill>
              <a:blip r:embed="rId19"/>
              <a:stretch>
                <a:fillRect/>
              </a:stretch>
            </p:blipFill>
            <p:spPr>
              <a:xfrm>
                <a:off x="3516585" y="101010"/>
                <a:ext cx="6048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Ink 8">
                <a:extLst>
                  <a:ext uri="{FF2B5EF4-FFF2-40B4-BE49-F238E27FC236}">
                    <a16:creationId xmlns:a16="http://schemas.microsoft.com/office/drawing/2014/main" id="{463FF20B-0CD9-EA15-B930-04DDB5E85128}"/>
                  </a:ext>
                </a:extLst>
              </p14:cNvPr>
              <p14:cNvContentPartPr/>
              <p14:nvPr/>
            </p14:nvContentPartPr>
            <p14:xfrm>
              <a:off x="3415065" y="312690"/>
              <a:ext cx="478080" cy="165960"/>
            </p14:xfrm>
          </p:contentPart>
        </mc:Choice>
        <mc:Fallback xmlns="">
          <p:pic>
            <p:nvPicPr>
              <p:cNvPr id="9" name="Ink 8">
                <a:extLst>
                  <a:ext uri="{FF2B5EF4-FFF2-40B4-BE49-F238E27FC236}">
                    <a16:creationId xmlns:a16="http://schemas.microsoft.com/office/drawing/2014/main" id="{463FF20B-0CD9-EA15-B930-04DDB5E85128}"/>
                  </a:ext>
                </a:extLst>
              </p:cNvPr>
              <p:cNvPicPr/>
              <p:nvPr/>
            </p:nvPicPr>
            <p:blipFill>
              <a:blip r:embed="rId21"/>
              <a:stretch>
                <a:fillRect/>
              </a:stretch>
            </p:blipFill>
            <p:spPr>
              <a:xfrm>
                <a:off x="3408945" y="306570"/>
                <a:ext cx="4903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Ink 10">
                <a:extLst>
                  <a:ext uri="{FF2B5EF4-FFF2-40B4-BE49-F238E27FC236}">
                    <a16:creationId xmlns:a16="http://schemas.microsoft.com/office/drawing/2014/main" id="{2481DAA4-5621-0477-BCC4-1CA624434FE2}"/>
                  </a:ext>
                </a:extLst>
              </p14:cNvPr>
              <p14:cNvContentPartPr/>
              <p14:nvPr/>
            </p14:nvContentPartPr>
            <p14:xfrm>
              <a:off x="4184025" y="358770"/>
              <a:ext cx="974520" cy="81720"/>
            </p14:xfrm>
          </p:contentPart>
        </mc:Choice>
        <mc:Fallback xmlns="">
          <p:pic>
            <p:nvPicPr>
              <p:cNvPr id="11" name="Ink 10">
                <a:extLst>
                  <a:ext uri="{FF2B5EF4-FFF2-40B4-BE49-F238E27FC236}">
                    <a16:creationId xmlns:a16="http://schemas.microsoft.com/office/drawing/2014/main" id="{2481DAA4-5621-0477-BCC4-1CA624434FE2}"/>
                  </a:ext>
                </a:extLst>
              </p:cNvPr>
              <p:cNvPicPr/>
              <p:nvPr/>
            </p:nvPicPr>
            <p:blipFill>
              <a:blip r:embed="rId23"/>
              <a:stretch>
                <a:fillRect/>
              </a:stretch>
            </p:blipFill>
            <p:spPr>
              <a:xfrm>
                <a:off x="4177905" y="352650"/>
                <a:ext cx="9867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Ink 11">
                <a:extLst>
                  <a:ext uri="{FF2B5EF4-FFF2-40B4-BE49-F238E27FC236}">
                    <a16:creationId xmlns:a16="http://schemas.microsoft.com/office/drawing/2014/main" id="{B10D8BB1-0678-33CE-AD2D-B98EFF4C3B7B}"/>
                  </a:ext>
                </a:extLst>
              </p14:cNvPr>
              <p14:cNvContentPartPr/>
              <p14:nvPr/>
            </p14:nvContentPartPr>
            <p14:xfrm>
              <a:off x="5025705" y="9210"/>
              <a:ext cx="243000" cy="673200"/>
            </p14:xfrm>
          </p:contentPart>
        </mc:Choice>
        <mc:Fallback xmlns="">
          <p:pic>
            <p:nvPicPr>
              <p:cNvPr id="12" name="Ink 11">
                <a:extLst>
                  <a:ext uri="{FF2B5EF4-FFF2-40B4-BE49-F238E27FC236}">
                    <a16:creationId xmlns:a16="http://schemas.microsoft.com/office/drawing/2014/main" id="{B10D8BB1-0678-33CE-AD2D-B98EFF4C3B7B}"/>
                  </a:ext>
                </a:extLst>
              </p:cNvPr>
              <p:cNvPicPr/>
              <p:nvPr/>
            </p:nvPicPr>
            <p:blipFill>
              <a:blip r:embed="rId25"/>
              <a:stretch>
                <a:fillRect/>
              </a:stretch>
            </p:blipFill>
            <p:spPr>
              <a:xfrm>
                <a:off x="5019585" y="3090"/>
                <a:ext cx="255240" cy="685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Ink 12">
                <a:extLst>
                  <a:ext uri="{FF2B5EF4-FFF2-40B4-BE49-F238E27FC236}">
                    <a16:creationId xmlns:a16="http://schemas.microsoft.com/office/drawing/2014/main" id="{7B2D908A-6740-4798-62FE-B2CD3577D94E}"/>
                  </a:ext>
                </a:extLst>
              </p14:cNvPr>
              <p14:cNvContentPartPr/>
              <p14:nvPr/>
            </p14:nvContentPartPr>
            <p14:xfrm>
              <a:off x="5902305" y="449490"/>
              <a:ext cx="65520" cy="44640"/>
            </p14:xfrm>
          </p:contentPart>
        </mc:Choice>
        <mc:Fallback xmlns="">
          <p:pic>
            <p:nvPicPr>
              <p:cNvPr id="13" name="Ink 12">
                <a:extLst>
                  <a:ext uri="{FF2B5EF4-FFF2-40B4-BE49-F238E27FC236}">
                    <a16:creationId xmlns:a16="http://schemas.microsoft.com/office/drawing/2014/main" id="{7B2D908A-6740-4798-62FE-B2CD3577D94E}"/>
                  </a:ext>
                </a:extLst>
              </p:cNvPr>
              <p:cNvPicPr/>
              <p:nvPr/>
            </p:nvPicPr>
            <p:blipFill>
              <a:blip r:embed="rId27"/>
              <a:stretch>
                <a:fillRect/>
              </a:stretch>
            </p:blipFill>
            <p:spPr>
              <a:xfrm>
                <a:off x="5896185" y="443370"/>
                <a:ext cx="777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3" name="Ink 32">
                <a:extLst>
                  <a:ext uri="{FF2B5EF4-FFF2-40B4-BE49-F238E27FC236}">
                    <a16:creationId xmlns:a16="http://schemas.microsoft.com/office/drawing/2014/main" id="{23C4A892-30AE-5F95-46E2-718126BC0E9A}"/>
                  </a:ext>
                </a:extLst>
              </p14:cNvPr>
              <p14:cNvContentPartPr/>
              <p14:nvPr/>
            </p14:nvContentPartPr>
            <p14:xfrm>
              <a:off x="2019345" y="837210"/>
              <a:ext cx="149040" cy="21960"/>
            </p14:xfrm>
          </p:contentPart>
        </mc:Choice>
        <mc:Fallback xmlns="">
          <p:pic>
            <p:nvPicPr>
              <p:cNvPr id="33" name="Ink 32">
                <a:extLst>
                  <a:ext uri="{FF2B5EF4-FFF2-40B4-BE49-F238E27FC236}">
                    <a16:creationId xmlns:a16="http://schemas.microsoft.com/office/drawing/2014/main" id="{23C4A892-30AE-5F95-46E2-718126BC0E9A}"/>
                  </a:ext>
                </a:extLst>
              </p:cNvPr>
              <p:cNvPicPr/>
              <p:nvPr/>
            </p:nvPicPr>
            <p:blipFill>
              <a:blip r:embed="rId29"/>
              <a:stretch>
                <a:fillRect/>
              </a:stretch>
            </p:blipFill>
            <p:spPr>
              <a:xfrm>
                <a:off x="2013225" y="831090"/>
                <a:ext cx="1612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4" name="Ink 33">
                <a:extLst>
                  <a:ext uri="{FF2B5EF4-FFF2-40B4-BE49-F238E27FC236}">
                    <a16:creationId xmlns:a16="http://schemas.microsoft.com/office/drawing/2014/main" id="{48774D6E-F46F-5397-52E4-6E0267746408}"/>
                  </a:ext>
                </a:extLst>
              </p14:cNvPr>
              <p14:cNvContentPartPr/>
              <p14:nvPr/>
            </p14:nvContentPartPr>
            <p14:xfrm>
              <a:off x="2400225" y="950250"/>
              <a:ext cx="158040" cy="6480"/>
            </p14:xfrm>
          </p:contentPart>
        </mc:Choice>
        <mc:Fallback xmlns="">
          <p:pic>
            <p:nvPicPr>
              <p:cNvPr id="34" name="Ink 33">
                <a:extLst>
                  <a:ext uri="{FF2B5EF4-FFF2-40B4-BE49-F238E27FC236}">
                    <a16:creationId xmlns:a16="http://schemas.microsoft.com/office/drawing/2014/main" id="{48774D6E-F46F-5397-52E4-6E0267746408}"/>
                  </a:ext>
                </a:extLst>
              </p:cNvPr>
              <p:cNvPicPr/>
              <p:nvPr/>
            </p:nvPicPr>
            <p:blipFill>
              <a:blip r:embed="rId31"/>
              <a:stretch>
                <a:fillRect/>
              </a:stretch>
            </p:blipFill>
            <p:spPr>
              <a:xfrm>
                <a:off x="2394105" y="944130"/>
                <a:ext cx="170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5" name="Ink 34">
                <a:extLst>
                  <a:ext uri="{FF2B5EF4-FFF2-40B4-BE49-F238E27FC236}">
                    <a16:creationId xmlns:a16="http://schemas.microsoft.com/office/drawing/2014/main" id="{185FF6FF-851C-ACEC-09B4-9E464E737213}"/>
                  </a:ext>
                </a:extLst>
              </p14:cNvPr>
              <p14:cNvContentPartPr/>
              <p14:nvPr/>
            </p14:nvContentPartPr>
            <p14:xfrm>
              <a:off x="3124905" y="831090"/>
              <a:ext cx="115920" cy="11520"/>
            </p14:xfrm>
          </p:contentPart>
        </mc:Choice>
        <mc:Fallback xmlns="">
          <p:pic>
            <p:nvPicPr>
              <p:cNvPr id="35" name="Ink 34">
                <a:extLst>
                  <a:ext uri="{FF2B5EF4-FFF2-40B4-BE49-F238E27FC236}">
                    <a16:creationId xmlns:a16="http://schemas.microsoft.com/office/drawing/2014/main" id="{185FF6FF-851C-ACEC-09B4-9E464E737213}"/>
                  </a:ext>
                </a:extLst>
              </p:cNvPr>
              <p:cNvPicPr/>
              <p:nvPr/>
            </p:nvPicPr>
            <p:blipFill>
              <a:blip r:embed="rId33"/>
              <a:stretch>
                <a:fillRect/>
              </a:stretch>
            </p:blipFill>
            <p:spPr>
              <a:xfrm>
                <a:off x="3118785" y="824970"/>
                <a:ext cx="1281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7" name="Ink 36">
                <a:extLst>
                  <a:ext uri="{FF2B5EF4-FFF2-40B4-BE49-F238E27FC236}">
                    <a16:creationId xmlns:a16="http://schemas.microsoft.com/office/drawing/2014/main" id="{CE10159F-3B2C-86B1-8F63-93C80EC3E3EE}"/>
                  </a:ext>
                </a:extLst>
              </p14:cNvPr>
              <p14:cNvContentPartPr/>
              <p14:nvPr/>
            </p14:nvContentPartPr>
            <p14:xfrm>
              <a:off x="966345" y="1197210"/>
              <a:ext cx="407880" cy="913680"/>
            </p14:xfrm>
          </p:contentPart>
        </mc:Choice>
        <mc:Fallback xmlns="">
          <p:pic>
            <p:nvPicPr>
              <p:cNvPr id="37" name="Ink 36">
                <a:extLst>
                  <a:ext uri="{FF2B5EF4-FFF2-40B4-BE49-F238E27FC236}">
                    <a16:creationId xmlns:a16="http://schemas.microsoft.com/office/drawing/2014/main" id="{CE10159F-3B2C-86B1-8F63-93C80EC3E3EE}"/>
                  </a:ext>
                </a:extLst>
              </p:cNvPr>
              <p:cNvPicPr/>
              <p:nvPr/>
            </p:nvPicPr>
            <p:blipFill>
              <a:blip r:embed="rId35"/>
              <a:stretch>
                <a:fillRect/>
              </a:stretch>
            </p:blipFill>
            <p:spPr>
              <a:xfrm>
                <a:off x="960225" y="1191090"/>
                <a:ext cx="420120" cy="925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8" name="Ink 37">
                <a:extLst>
                  <a:ext uri="{FF2B5EF4-FFF2-40B4-BE49-F238E27FC236}">
                    <a16:creationId xmlns:a16="http://schemas.microsoft.com/office/drawing/2014/main" id="{6023DBA6-941B-769D-081F-9E21C845A972}"/>
                  </a:ext>
                </a:extLst>
              </p14:cNvPr>
              <p14:cNvContentPartPr/>
              <p14:nvPr/>
            </p14:nvContentPartPr>
            <p14:xfrm>
              <a:off x="1591305" y="1258050"/>
              <a:ext cx="309960" cy="620280"/>
            </p14:xfrm>
          </p:contentPart>
        </mc:Choice>
        <mc:Fallback xmlns="">
          <p:pic>
            <p:nvPicPr>
              <p:cNvPr id="38" name="Ink 37">
                <a:extLst>
                  <a:ext uri="{FF2B5EF4-FFF2-40B4-BE49-F238E27FC236}">
                    <a16:creationId xmlns:a16="http://schemas.microsoft.com/office/drawing/2014/main" id="{6023DBA6-941B-769D-081F-9E21C845A972}"/>
                  </a:ext>
                </a:extLst>
              </p:cNvPr>
              <p:cNvPicPr/>
              <p:nvPr/>
            </p:nvPicPr>
            <p:blipFill>
              <a:blip r:embed="rId37"/>
              <a:stretch>
                <a:fillRect/>
              </a:stretch>
            </p:blipFill>
            <p:spPr>
              <a:xfrm>
                <a:off x="1585185" y="1251930"/>
                <a:ext cx="322200" cy="6325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9" name="Ink 38">
                <a:extLst>
                  <a:ext uri="{FF2B5EF4-FFF2-40B4-BE49-F238E27FC236}">
                    <a16:creationId xmlns:a16="http://schemas.microsoft.com/office/drawing/2014/main" id="{97B436A1-01AA-1F7F-A290-0A716F0FEA77}"/>
                  </a:ext>
                </a:extLst>
              </p14:cNvPr>
              <p14:cNvContentPartPr/>
              <p14:nvPr/>
            </p14:nvContentPartPr>
            <p14:xfrm>
              <a:off x="2215545" y="1574850"/>
              <a:ext cx="487800" cy="86760"/>
            </p14:xfrm>
          </p:contentPart>
        </mc:Choice>
        <mc:Fallback xmlns="">
          <p:pic>
            <p:nvPicPr>
              <p:cNvPr id="39" name="Ink 38">
                <a:extLst>
                  <a:ext uri="{FF2B5EF4-FFF2-40B4-BE49-F238E27FC236}">
                    <a16:creationId xmlns:a16="http://schemas.microsoft.com/office/drawing/2014/main" id="{97B436A1-01AA-1F7F-A290-0A716F0FEA77}"/>
                  </a:ext>
                </a:extLst>
              </p:cNvPr>
              <p:cNvPicPr/>
              <p:nvPr/>
            </p:nvPicPr>
            <p:blipFill>
              <a:blip r:embed="rId39"/>
              <a:stretch>
                <a:fillRect/>
              </a:stretch>
            </p:blipFill>
            <p:spPr>
              <a:xfrm>
                <a:off x="2209425" y="1568730"/>
                <a:ext cx="50004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3" name="Ink 42">
                <a:extLst>
                  <a:ext uri="{FF2B5EF4-FFF2-40B4-BE49-F238E27FC236}">
                    <a16:creationId xmlns:a16="http://schemas.microsoft.com/office/drawing/2014/main" id="{DD1EC604-79CB-F838-A75E-714B9A7F7271}"/>
                  </a:ext>
                </a:extLst>
              </p14:cNvPr>
              <p14:cNvContentPartPr/>
              <p14:nvPr/>
            </p14:nvContentPartPr>
            <p14:xfrm>
              <a:off x="849705" y="2608770"/>
              <a:ext cx="345960" cy="532080"/>
            </p14:xfrm>
          </p:contentPart>
        </mc:Choice>
        <mc:Fallback xmlns="">
          <p:pic>
            <p:nvPicPr>
              <p:cNvPr id="43" name="Ink 42">
                <a:extLst>
                  <a:ext uri="{FF2B5EF4-FFF2-40B4-BE49-F238E27FC236}">
                    <a16:creationId xmlns:a16="http://schemas.microsoft.com/office/drawing/2014/main" id="{DD1EC604-79CB-F838-A75E-714B9A7F7271}"/>
                  </a:ext>
                </a:extLst>
              </p:cNvPr>
              <p:cNvPicPr/>
              <p:nvPr/>
            </p:nvPicPr>
            <p:blipFill>
              <a:blip r:embed="rId41"/>
              <a:stretch>
                <a:fillRect/>
              </a:stretch>
            </p:blipFill>
            <p:spPr>
              <a:xfrm>
                <a:off x="843585" y="2602650"/>
                <a:ext cx="35820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4" name="Ink 43">
                <a:extLst>
                  <a:ext uri="{FF2B5EF4-FFF2-40B4-BE49-F238E27FC236}">
                    <a16:creationId xmlns:a16="http://schemas.microsoft.com/office/drawing/2014/main" id="{707C85EF-5ED9-C7EE-2178-963F0FAA9FAF}"/>
                  </a:ext>
                </a:extLst>
              </p14:cNvPr>
              <p14:cNvContentPartPr/>
              <p14:nvPr/>
            </p14:nvContentPartPr>
            <p14:xfrm>
              <a:off x="1558905" y="2633250"/>
              <a:ext cx="198720" cy="333360"/>
            </p14:xfrm>
          </p:contentPart>
        </mc:Choice>
        <mc:Fallback xmlns="">
          <p:pic>
            <p:nvPicPr>
              <p:cNvPr id="44" name="Ink 43">
                <a:extLst>
                  <a:ext uri="{FF2B5EF4-FFF2-40B4-BE49-F238E27FC236}">
                    <a16:creationId xmlns:a16="http://schemas.microsoft.com/office/drawing/2014/main" id="{707C85EF-5ED9-C7EE-2178-963F0FAA9FAF}"/>
                  </a:ext>
                </a:extLst>
              </p:cNvPr>
              <p:cNvPicPr/>
              <p:nvPr/>
            </p:nvPicPr>
            <p:blipFill>
              <a:blip r:embed="rId43"/>
              <a:stretch>
                <a:fillRect/>
              </a:stretch>
            </p:blipFill>
            <p:spPr>
              <a:xfrm>
                <a:off x="1552785" y="2627130"/>
                <a:ext cx="21096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5" name="Ink 44">
                <a:extLst>
                  <a:ext uri="{FF2B5EF4-FFF2-40B4-BE49-F238E27FC236}">
                    <a16:creationId xmlns:a16="http://schemas.microsoft.com/office/drawing/2014/main" id="{B961A043-8FA7-53A4-D434-316AA9C8B932}"/>
                  </a:ext>
                </a:extLst>
              </p14:cNvPr>
              <p14:cNvContentPartPr/>
              <p14:nvPr/>
            </p14:nvContentPartPr>
            <p14:xfrm>
              <a:off x="2720625" y="2700210"/>
              <a:ext cx="492480" cy="140400"/>
            </p14:xfrm>
          </p:contentPart>
        </mc:Choice>
        <mc:Fallback xmlns="">
          <p:pic>
            <p:nvPicPr>
              <p:cNvPr id="45" name="Ink 44">
                <a:extLst>
                  <a:ext uri="{FF2B5EF4-FFF2-40B4-BE49-F238E27FC236}">
                    <a16:creationId xmlns:a16="http://schemas.microsoft.com/office/drawing/2014/main" id="{B961A043-8FA7-53A4-D434-316AA9C8B932}"/>
                  </a:ext>
                </a:extLst>
              </p:cNvPr>
              <p:cNvPicPr/>
              <p:nvPr/>
            </p:nvPicPr>
            <p:blipFill>
              <a:blip r:embed="rId45"/>
              <a:stretch>
                <a:fillRect/>
              </a:stretch>
            </p:blipFill>
            <p:spPr>
              <a:xfrm>
                <a:off x="2714505" y="2694090"/>
                <a:ext cx="5047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6" name="Ink 45">
                <a:extLst>
                  <a:ext uri="{FF2B5EF4-FFF2-40B4-BE49-F238E27FC236}">
                    <a16:creationId xmlns:a16="http://schemas.microsoft.com/office/drawing/2014/main" id="{56815A29-CC89-7632-AC34-D2A4A4CDB0BA}"/>
                  </a:ext>
                </a:extLst>
              </p14:cNvPr>
              <p14:cNvContentPartPr/>
              <p14:nvPr/>
            </p14:nvContentPartPr>
            <p14:xfrm>
              <a:off x="3479505" y="2524170"/>
              <a:ext cx="149760" cy="329040"/>
            </p14:xfrm>
          </p:contentPart>
        </mc:Choice>
        <mc:Fallback xmlns="">
          <p:pic>
            <p:nvPicPr>
              <p:cNvPr id="46" name="Ink 45">
                <a:extLst>
                  <a:ext uri="{FF2B5EF4-FFF2-40B4-BE49-F238E27FC236}">
                    <a16:creationId xmlns:a16="http://schemas.microsoft.com/office/drawing/2014/main" id="{56815A29-CC89-7632-AC34-D2A4A4CDB0BA}"/>
                  </a:ext>
                </a:extLst>
              </p:cNvPr>
              <p:cNvPicPr/>
              <p:nvPr/>
            </p:nvPicPr>
            <p:blipFill>
              <a:blip r:embed="rId47"/>
              <a:stretch>
                <a:fillRect/>
              </a:stretch>
            </p:blipFill>
            <p:spPr>
              <a:xfrm>
                <a:off x="3473385" y="2518050"/>
                <a:ext cx="16200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7" name="Ink 46">
                <a:extLst>
                  <a:ext uri="{FF2B5EF4-FFF2-40B4-BE49-F238E27FC236}">
                    <a16:creationId xmlns:a16="http://schemas.microsoft.com/office/drawing/2014/main" id="{4F9F86E8-AD4A-F204-9C0F-E52C80126E03}"/>
                  </a:ext>
                </a:extLst>
              </p14:cNvPr>
              <p14:cNvContentPartPr/>
              <p14:nvPr/>
            </p14:nvContentPartPr>
            <p14:xfrm>
              <a:off x="3903225" y="2368290"/>
              <a:ext cx="115560" cy="498960"/>
            </p14:xfrm>
          </p:contentPart>
        </mc:Choice>
        <mc:Fallback xmlns="">
          <p:pic>
            <p:nvPicPr>
              <p:cNvPr id="47" name="Ink 46">
                <a:extLst>
                  <a:ext uri="{FF2B5EF4-FFF2-40B4-BE49-F238E27FC236}">
                    <a16:creationId xmlns:a16="http://schemas.microsoft.com/office/drawing/2014/main" id="{4F9F86E8-AD4A-F204-9C0F-E52C80126E03}"/>
                  </a:ext>
                </a:extLst>
              </p:cNvPr>
              <p:cNvPicPr/>
              <p:nvPr/>
            </p:nvPicPr>
            <p:blipFill>
              <a:blip r:embed="rId49"/>
              <a:stretch>
                <a:fillRect/>
              </a:stretch>
            </p:blipFill>
            <p:spPr>
              <a:xfrm>
                <a:off x="3897105" y="2362170"/>
                <a:ext cx="127800" cy="511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8" name="Ink 47">
                <a:extLst>
                  <a:ext uri="{FF2B5EF4-FFF2-40B4-BE49-F238E27FC236}">
                    <a16:creationId xmlns:a16="http://schemas.microsoft.com/office/drawing/2014/main" id="{48B31CDA-2342-B487-28AD-D2A10B02499D}"/>
                  </a:ext>
                </a:extLst>
              </p14:cNvPr>
              <p14:cNvContentPartPr/>
              <p14:nvPr/>
            </p14:nvContentPartPr>
            <p14:xfrm>
              <a:off x="4081425" y="2699130"/>
              <a:ext cx="156960" cy="33120"/>
            </p14:xfrm>
          </p:contentPart>
        </mc:Choice>
        <mc:Fallback xmlns="">
          <p:pic>
            <p:nvPicPr>
              <p:cNvPr id="48" name="Ink 47">
                <a:extLst>
                  <a:ext uri="{FF2B5EF4-FFF2-40B4-BE49-F238E27FC236}">
                    <a16:creationId xmlns:a16="http://schemas.microsoft.com/office/drawing/2014/main" id="{48B31CDA-2342-B487-28AD-D2A10B02499D}"/>
                  </a:ext>
                </a:extLst>
              </p:cNvPr>
              <p:cNvPicPr/>
              <p:nvPr/>
            </p:nvPicPr>
            <p:blipFill>
              <a:blip r:embed="rId51"/>
              <a:stretch>
                <a:fillRect/>
              </a:stretch>
            </p:blipFill>
            <p:spPr>
              <a:xfrm>
                <a:off x="4075305" y="2693010"/>
                <a:ext cx="169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9" name="Ink 48">
                <a:extLst>
                  <a:ext uri="{FF2B5EF4-FFF2-40B4-BE49-F238E27FC236}">
                    <a16:creationId xmlns:a16="http://schemas.microsoft.com/office/drawing/2014/main" id="{2561D655-5680-28DF-7250-8CC30EFD1154}"/>
                  </a:ext>
                </a:extLst>
              </p14:cNvPr>
              <p14:cNvContentPartPr/>
              <p14:nvPr/>
            </p14:nvContentPartPr>
            <p14:xfrm>
              <a:off x="3653025" y="2309250"/>
              <a:ext cx="111240" cy="289440"/>
            </p14:xfrm>
          </p:contentPart>
        </mc:Choice>
        <mc:Fallback xmlns="">
          <p:pic>
            <p:nvPicPr>
              <p:cNvPr id="49" name="Ink 48">
                <a:extLst>
                  <a:ext uri="{FF2B5EF4-FFF2-40B4-BE49-F238E27FC236}">
                    <a16:creationId xmlns:a16="http://schemas.microsoft.com/office/drawing/2014/main" id="{2561D655-5680-28DF-7250-8CC30EFD1154}"/>
                  </a:ext>
                </a:extLst>
              </p:cNvPr>
              <p:cNvPicPr/>
              <p:nvPr/>
            </p:nvPicPr>
            <p:blipFill>
              <a:blip r:embed="rId53"/>
              <a:stretch>
                <a:fillRect/>
              </a:stretch>
            </p:blipFill>
            <p:spPr>
              <a:xfrm>
                <a:off x="3646905" y="2303130"/>
                <a:ext cx="12348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0" name="Ink 39">
                <a:extLst>
                  <a:ext uri="{FF2B5EF4-FFF2-40B4-BE49-F238E27FC236}">
                    <a16:creationId xmlns:a16="http://schemas.microsoft.com/office/drawing/2014/main" id="{01F31F7E-0893-9017-64F3-2C37147DC090}"/>
                  </a:ext>
                </a:extLst>
              </p14:cNvPr>
              <p14:cNvContentPartPr/>
              <p14:nvPr/>
            </p14:nvContentPartPr>
            <p14:xfrm>
              <a:off x="3367185" y="1201170"/>
              <a:ext cx="98280" cy="498600"/>
            </p14:xfrm>
          </p:contentPart>
        </mc:Choice>
        <mc:Fallback xmlns="">
          <p:pic>
            <p:nvPicPr>
              <p:cNvPr id="40" name="Ink 39">
                <a:extLst>
                  <a:ext uri="{FF2B5EF4-FFF2-40B4-BE49-F238E27FC236}">
                    <a16:creationId xmlns:a16="http://schemas.microsoft.com/office/drawing/2014/main" id="{01F31F7E-0893-9017-64F3-2C37147DC090}"/>
                  </a:ext>
                </a:extLst>
              </p:cNvPr>
              <p:cNvPicPr/>
              <p:nvPr/>
            </p:nvPicPr>
            <p:blipFill>
              <a:blip r:embed="rId55"/>
              <a:stretch>
                <a:fillRect/>
              </a:stretch>
            </p:blipFill>
            <p:spPr>
              <a:xfrm>
                <a:off x="3361065" y="1195050"/>
                <a:ext cx="110520" cy="510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1" name="Ink 40">
                <a:extLst>
                  <a:ext uri="{FF2B5EF4-FFF2-40B4-BE49-F238E27FC236}">
                    <a16:creationId xmlns:a16="http://schemas.microsoft.com/office/drawing/2014/main" id="{534C79C8-110A-E06B-AFD9-9468E3DF85A4}"/>
                  </a:ext>
                </a:extLst>
              </p14:cNvPr>
              <p14:cNvContentPartPr/>
              <p14:nvPr/>
            </p14:nvContentPartPr>
            <p14:xfrm>
              <a:off x="3641505" y="1280730"/>
              <a:ext cx="241560" cy="536400"/>
            </p14:xfrm>
          </p:contentPart>
        </mc:Choice>
        <mc:Fallback xmlns="">
          <p:pic>
            <p:nvPicPr>
              <p:cNvPr id="41" name="Ink 40">
                <a:extLst>
                  <a:ext uri="{FF2B5EF4-FFF2-40B4-BE49-F238E27FC236}">
                    <a16:creationId xmlns:a16="http://schemas.microsoft.com/office/drawing/2014/main" id="{534C79C8-110A-E06B-AFD9-9468E3DF85A4}"/>
                  </a:ext>
                </a:extLst>
              </p:cNvPr>
              <p:cNvPicPr/>
              <p:nvPr/>
            </p:nvPicPr>
            <p:blipFill>
              <a:blip r:embed="rId57"/>
              <a:stretch>
                <a:fillRect/>
              </a:stretch>
            </p:blipFill>
            <p:spPr>
              <a:xfrm>
                <a:off x="3635385" y="1274610"/>
                <a:ext cx="253800" cy="548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2" name="Ink 41">
                <a:extLst>
                  <a:ext uri="{FF2B5EF4-FFF2-40B4-BE49-F238E27FC236}">
                    <a16:creationId xmlns:a16="http://schemas.microsoft.com/office/drawing/2014/main" id="{2347BBFF-5182-6F82-6284-35244D5506A0}"/>
                  </a:ext>
                </a:extLst>
              </p14:cNvPr>
              <p14:cNvContentPartPr/>
              <p14:nvPr/>
            </p14:nvContentPartPr>
            <p14:xfrm>
              <a:off x="4144425" y="1583130"/>
              <a:ext cx="37080" cy="35280"/>
            </p14:xfrm>
          </p:contentPart>
        </mc:Choice>
        <mc:Fallback xmlns="">
          <p:pic>
            <p:nvPicPr>
              <p:cNvPr id="42" name="Ink 41">
                <a:extLst>
                  <a:ext uri="{FF2B5EF4-FFF2-40B4-BE49-F238E27FC236}">
                    <a16:creationId xmlns:a16="http://schemas.microsoft.com/office/drawing/2014/main" id="{2347BBFF-5182-6F82-6284-35244D5506A0}"/>
                  </a:ext>
                </a:extLst>
              </p:cNvPr>
              <p:cNvPicPr/>
              <p:nvPr/>
            </p:nvPicPr>
            <p:blipFill>
              <a:blip r:embed="rId59"/>
              <a:stretch>
                <a:fillRect/>
              </a:stretch>
            </p:blipFill>
            <p:spPr>
              <a:xfrm>
                <a:off x="4138305" y="1577010"/>
                <a:ext cx="4932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0" name="Ink 49">
                <a:extLst>
                  <a:ext uri="{FF2B5EF4-FFF2-40B4-BE49-F238E27FC236}">
                    <a16:creationId xmlns:a16="http://schemas.microsoft.com/office/drawing/2014/main" id="{789337F3-E124-24C7-B183-C8209E60B63C}"/>
                  </a:ext>
                </a:extLst>
              </p14:cNvPr>
              <p14:cNvContentPartPr/>
              <p14:nvPr/>
            </p14:nvContentPartPr>
            <p14:xfrm>
              <a:off x="3521265" y="976170"/>
              <a:ext cx="208440" cy="235800"/>
            </p14:xfrm>
          </p:contentPart>
        </mc:Choice>
        <mc:Fallback xmlns="">
          <p:pic>
            <p:nvPicPr>
              <p:cNvPr id="50" name="Ink 49">
                <a:extLst>
                  <a:ext uri="{FF2B5EF4-FFF2-40B4-BE49-F238E27FC236}">
                    <a16:creationId xmlns:a16="http://schemas.microsoft.com/office/drawing/2014/main" id="{789337F3-E124-24C7-B183-C8209E60B63C}"/>
                  </a:ext>
                </a:extLst>
              </p:cNvPr>
              <p:cNvPicPr/>
              <p:nvPr/>
            </p:nvPicPr>
            <p:blipFill>
              <a:blip r:embed="rId61"/>
              <a:stretch>
                <a:fillRect/>
              </a:stretch>
            </p:blipFill>
            <p:spPr>
              <a:xfrm>
                <a:off x="3515145" y="970050"/>
                <a:ext cx="2206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4" name="Ink 53">
                <a:extLst>
                  <a:ext uri="{FF2B5EF4-FFF2-40B4-BE49-F238E27FC236}">
                    <a16:creationId xmlns:a16="http://schemas.microsoft.com/office/drawing/2014/main" id="{6D4D5A63-DBDD-3C8D-FF31-28AAAA56947D}"/>
                  </a:ext>
                </a:extLst>
              </p14:cNvPr>
              <p14:cNvContentPartPr/>
              <p14:nvPr/>
            </p14:nvContentPartPr>
            <p14:xfrm>
              <a:off x="-67575" y="1318530"/>
              <a:ext cx="370440" cy="1455120"/>
            </p14:xfrm>
          </p:contentPart>
        </mc:Choice>
        <mc:Fallback xmlns="">
          <p:pic>
            <p:nvPicPr>
              <p:cNvPr id="54" name="Ink 53">
                <a:extLst>
                  <a:ext uri="{FF2B5EF4-FFF2-40B4-BE49-F238E27FC236}">
                    <a16:creationId xmlns:a16="http://schemas.microsoft.com/office/drawing/2014/main" id="{6D4D5A63-DBDD-3C8D-FF31-28AAAA56947D}"/>
                  </a:ext>
                </a:extLst>
              </p:cNvPr>
              <p:cNvPicPr/>
              <p:nvPr/>
            </p:nvPicPr>
            <p:blipFill>
              <a:blip r:embed="rId63"/>
              <a:stretch>
                <a:fillRect/>
              </a:stretch>
            </p:blipFill>
            <p:spPr>
              <a:xfrm>
                <a:off x="-73695" y="1312410"/>
                <a:ext cx="382680" cy="1467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5" name="Ink 54">
                <a:extLst>
                  <a:ext uri="{FF2B5EF4-FFF2-40B4-BE49-F238E27FC236}">
                    <a16:creationId xmlns:a16="http://schemas.microsoft.com/office/drawing/2014/main" id="{3BABE884-A613-C91A-C87D-6CF65E858F50}"/>
                  </a:ext>
                </a:extLst>
              </p14:cNvPr>
              <p14:cNvContentPartPr/>
              <p14:nvPr/>
            </p14:nvContentPartPr>
            <p14:xfrm>
              <a:off x="486105" y="1201890"/>
              <a:ext cx="4071240" cy="973080"/>
            </p14:xfrm>
          </p:contentPart>
        </mc:Choice>
        <mc:Fallback xmlns="">
          <p:pic>
            <p:nvPicPr>
              <p:cNvPr id="55" name="Ink 54">
                <a:extLst>
                  <a:ext uri="{FF2B5EF4-FFF2-40B4-BE49-F238E27FC236}">
                    <a16:creationId xmlns:a16="http://schemas.microsoft.com/office/drawing/2014/main" id="{3BABE884-A613-C91A-C87D-6CF65E858F50}"/>
                  </a:ext>
                </a:extLst>
              </p:cNvPr>
              <p:cNvPicPr/>
              <p:nvPr/>
            </p:nvPicPr>
            <p:blipFill>
              <a:blip r:embed="rId65"/>
              <a:stretch>
                <a:fillRect/>
              </a:stretch>
            </p:blipFill>
            <p:spPr>
              <a:xfrm>
                <a:off x="479985" y="1195770"/>
                <a:ext cx="4083480" cy="985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7" name="Ink 56">
                <a:extLst>
                  <a:ext uri="{FF2B5EF4-FFF2-40B4-BE49-F238E27FC236}">
                    <a16:creationId xmlns:a16="http://schemas.microsoft.com/office/drawing/2014/main" id="{54D86A96-FE41-4073-8328-1EDF0FDEA149}"/>
                  </a:ext>
                </a:extLst>
              </p14:cNvPr>
              <p14:cNvContentPartPr/>
              <p14:nvPr/>
            </p14:nvContentPartPr>
            <p14:xfrm>
              <a:off x="6094185" y="1109730"/>
              <a:ext cx="211680" cy="481680"/>
            </p14:xfrm>
          </p:contentPart>
        </mc:Choice>
        <mc:Fallback xmlns="">
          <p:pic>
            <p:nvPicPr>
              <p:cNvPr id="57" name="Ink 56">
                <a:extLst>
                  <a:ext uri="{FF2B5EF4-FFF2-40B4-BE49-F238E27FC236}">
                    <a16:creationId xmlns:a16="http://schemas.microsoft.com/office/drawing/2014/main" id="{54D86A96-FE41-4073-8328-1EDF0FDEA149}"/>
                  </a:ext>
                </a:extLst>
              </p:cNvPr>
              <p:cNvPicPr/>
              <p:nvPr/>
            </p:nvPicPr>
            <p:blipFill>
              <a:blip r:embed="rId67"/>
              <a:stretch>
                <a:fillRect/>
              </a:stretch>
            </p:blipFill>
            <p:spPr>
              <a:xfrm>
                <a:off x="6088065" y="1103610"/>
                <a:ext cx="223920" cy="493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8" name="Ink 57">
                <a:extLst>
                  <a:ext uri="{FF2B5EF4-FFF2-40B4-BE49-F238E27FC236}">
                    <a16:creationId xmlns:a16="http://schemas.microsoft.com/office/drawing/2014/main" id="{199CDA9A-331E-ECC7-CE46-2C91E66AC3CD}"/>
                  </a:ext>
                </a:extLst>
              </p14:cNvPr>
              <p14:cNvContentPartPr/>
              <p14:nvPr/>
            </p14:nvContentPartPr>
            <p14:xfrm>
              <a:off x="7148265" y="1273890"/>
              <a:ext cx="189000" cy="21600"/>
            </p14:xfrm>
          </p:contentPart>
        </mc:Choice>
        <mc:Fallback xmlns="">
          <p:pic>
            <p:nvPicPr>
              <p:cNvPr id="58" name="Ink 57">
                <a:extLst>
                  <a:ext uri="{FF2B5EF4-FFF2-40B4-BE49-F238E27FC236}">
                    <a16:creationId xmlns:a16="http://schemas.microsoft.com/office/drawing/2014/main" id="{199CDA9A-331E-ECC7-CE46-2C91E66AC3CD}"/>
                  </a:ext>
                </a:extLst>
              </p:cNvPr>
              <p:cNvPicPr/>
              <p:nvPr/>
            </p:nvPicPr>
            <p:blipFill>
              <a:blip r:embed="rId69"/>
              <a:stretch>
                <a:fillRect/>
              </a:stretch>
            </p:blipFill>
            <p:spPr>
              <a:xfrm>
                <a:off x="7142145" y="1267770"/>
                <a:ext cx="2012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9" name="Ink 58">
                <a:extLst>
                  <a:ext uri="{FF2B5EF4-FFF2-40B4-BE49-F238E27FC236}">
                    <a16:creationId xmlns:a16="http://schemas.microsoft.com/office/drawing/2014/main" id="{AD7BD16A-555F-A406-09B9-9E0657933C71}"/>
                  </a:ext>
                </a:extLst>
              </p14:cNvPr>
              <p14:cNvContentPartPr/>
              <p14:nvPr/>
            </p14:nvContentPartPr>
            <p14:xfrm>
              <a:off x="8106945" y="1157250"/>
              <a:ext cx="285480" cy="452880"/>
            </p14:xfrm>
          </p:contentPart>
        </mc:Choice>
        <mc:Fallback xmlns="">
          <p:pic>
            <p:nvPicPr>
              <p:cNvPr id="59" name="Ink 58">
                <a:extLst>
                  <a:ext uri="{FF2B5EF4-FFF2-40B4-BE49-F238E27FC236}">
                    <a16:creationId xmlns:a16="http://schemas.microsoft.com/office/drawing/2014/main" id="{AD7BD16A-555F-A406-09B9-9E0657933C71}"/>
                  </a:ext>
                </a:extLst>
              </p:cNvPr>
              <p:cNvPicPr/>
              <p:nvPr/>
            </p:nvPicPr>
            <p:blipFill>
              <a:blip r:embed="rId71"/>
              <a:stretch>
                <a:fillRect/>
              </a:stretch>
            </p:blipFill>
            <p:spPr>
              <a:xfrm>
                <a:off x="8100825" y="1151130"/>
                <a:ext cx="29772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0" name="Ink 59">
                <a:extLst>
                  <a:ext uri="{FF2B5EF4-FFF2-40B4-BE49-F238E27FC236}">
                    <a16:creationId xmlns:a16="http://schemas.microsoft.com/office/drawing/2014/main" id="{874AEB15-4BE0-C262-10A9-93CD074AF369}"/>
                  </a:ext>
                </a:extLst>
              </p14:cNvPr>
              <p14:cNvContentPartPr/>
              <p14:nvPr/>
            </p14:nvContentPartPr>
            <p14:xfrm>
              <a:off x="8646585" y="1453530"/>
              <a:ext cx="11880" cy="23040"/>
            </p14:xfrm>
          </p:contentPart>
        </mc:Choice>
        <mc:Fallback xmlns="">
          <p:pic>
            <p:nvPicPr>
              <p:cNvPr id="60" name="Ink 59">
                <a:extLst>
                  <a:ext uri="{FF2B5EF4-FFF2-40B4-BE49-F238E27FC236}">
                    <a16:creationId xmlns:a16="http://schemas.microsoft.com/office/drawing/2014/main" id="{874AEB15-4BE0-C262-10A9-93CD074AF369}"/>
                  </a:ext>
                </a:extLst>
              </p:cNvPr>
              <p:cNvPicPr/>
              <p:nvPr/>
            </p:nvPicPr>
            <p:blipFill>
              <a:blip r:embed="rId73"/>
              <a:stretch>
                <a:fillRect/>
              </a:stretch>
            </p:blipFill>
            <p:spPr>
              <a:xfrm>
                <a:off x="8640465" y="1447410"/>
                <a:ext cx="241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1" name="Ink 60">
                <a:extLst>
                  <a:ext uri="{FF2B5EF4-FFF2-40B4-BE49-F238E27FC236}">
                    <a16:creationId xmlns:a16="http://schemas.microsoft.com/office/drawing/2014/main" id="{D50C110A-3ED8-DCC3-AA92-49D0CBFA155E}"/>
                  </a:ext>
                </a:extLst>
              </p14:cNvPr>
              <p14:cNvContentPartPr/>
              <p14:nvPr/>
            </p14:nvContentPartPr>
            <p14:xfrm>
              <a:off x="6234945" y="529770"/>
              <a:ext cx="641520" cy="502200"/>
            </p14:xfrm>
          </p:contentPart>
        </mc:Choice>
        <mc:Fallback xmlns="">
          <p:pic>
            <p:nvPicPr>
              <p:cNvPr id="61" name="Ink 60">
                <a:extLst>
                  <a:ext uri="{FF2B5EF4-FFF2-40B4-BE49-F238E27FC236}">
                    <a16:creationId xmlns:a16="http://schemas.microsoft.com/office/drawing/2014/main" id="{D50C110A-3ED8-DCC3-AA92-49D0CBFA155E}"/>
                  </a:ext>
                </a:extLst>
              </p:cNvPr>
              <p:cNvPicPr/>
              <p:nvPr/>
            </p:nvPicPr>
            <p:blipFill>
              <a:blip r:embed="rId75"/>
              <a:stretch>
                <a:fillRect/>
              </a:stretch>
            </p:blipFill>
            <p:spPr>
              <a:xfrm>
                <a:off x="6228825" y="523650"/>
                <a:ext cx="653760" cy="5144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2" name="Ink 61">
                <a:extLst>
                  <a:ext uri="{FF2B5EF4-FFF2-40B4-BE49-F238E27FC236}">
                    <a16:creationId xmlns:a16="http://schemas.microsoft.com/office/drawing/2014/main" id="{C96D8C58-D14D-885E-56CA-B64C8A9CC193}"/>
                  </a:ext>
                </a:extLst>
              </p14:cNvPr>
              <p14:cNvContentPartPr/>
              <p14:nvPr/>
            </p14:nvContentPartPr>
            <p14:xfrm>
              <a:off x="7452105" y="569730"/>
              <a:ext cx="1056960" cy="523800"/>
            </p14:xfrm>
          </p:contentPart>
        </mc:Choice>
        <mc:Fallback xmlns="">
          <p:pic>
            <p:nvPicPr>
              <p:cNvPr id="62" name="Ink 61">
                <a:extLst>
                  <a:ext uri="{FF2B5EF4-FFF2-40B4-BE49-F238E27FC236}">
                    <a16:creationId xmlns:a16="http://schemas.microsoft.com/office/drawing/2014/main" id="{C96D8C58-D14D-885E-56CA-B64C8A9CC193}"/>
                  </a:ext>
                </a:extLst>
              </p:cNvPr>
              <p:cNvPicPr/>
              <p:nvPr/>
            </p:nvPicPr>
            <p:blipFill>
              <a:blip r:embed="rId77"/>
              <a:stretch>
                <a:fillRect/>
              </a:stretch>
            </p:blipFill>
            <p:spPr>
              <a:xfrm>
                <a:off x="7445985" y="563610"/>
                <a:ext cx="1069200" cy="5360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4" name="Ink 63">
                <a:extLst>
                  <a:ext uri="{FF2B5EF4-FFF2-40B4-BE49-F238E27FC236}">
                    <a16:creationId xmlns:a16="http://schemas.microsoft.com/office/drawing/2014/main" id="{2D7BBC34-4DFD-2355-0A9D-13F812A8E7F0}"/>
                  </a:ext>
                </a:extLst>
              </p14:cNvPr>
              <p14:cNvContentPartPr/>
              <p14:nvPr/>
            </p14:nvContentPartPr>
            <p14:xfrm>
              <a:off x="4224345" y="711930"/>
              <a:ext cx="2604240" cy="172800"/>
            </p14:xfrm>
          </p:contentPart>
        </mc:Choice>
        <mc:Fallback xmlns="">
          <p:pic>
            <p:nvPicPr>
              <p:cNvPr id="64" name="Ink 63">
                <a:extLst>
                  <a:ext uri="{FF2B5EF4-FFF2-40B4-BE49-F238E27FC236}">
                    <a16:creationId xmlns:a16="http://schemas.microsoft.com/office/drawing/2014/main" id="{2D7BBC34-4DFD-2355-0A9D-13F812A8E7F0}"/>
                  </a:ext>
                </a:extLst>
              </p:cNvPr>
              <p:cNvPicPr/>
              <p:nvPr/>
            </p:nvPicPr>
            <p:blipFill>
              <a:blip r:embed="rId79"/>
              <a:stretch>
                <a:fillRect/>
              </a:stretch>
            </p:blipFill>
            <p:spPr>
              <a:xfrm>
                <a:off x="4218225" y="705810"/>
                <a:ext cx="261648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6" name="Ink 65">
                <a:extLst>
                  <a:ext uri="{FF2B5EF4-FFF2-40B4-BE49-F238E27FC236}">
                    <a16:creationId xmlns:a16="http://schemas.microsoft.com/office/drawing/2014/main" id="{C0C940B0-8F0B-491E-3AD4-3C1F2E022135}"/>
                  </a:ext>
                </a:extLst>
              </p14:cNvPr>
              <p14:cNvContentPartPr/>
              <p14:nvPr/>
            </p14:nvContentPartPr>
            <p14:xfrm>
              <a:off x="6605025" y="2535690"/>
              <a:ext cx="485280" cy="565200"/>
            </p14:xfrm>
          </p:contentPart>
        </mc:Choice>
        <mc:Fallback xmlns="">
          <p:pic>
            <p:nvPicPr>
              <p:cNvPr id="66" name="Ink 65">
                <a:extLst>
                  <a:ext uri="{FF2B5EF4-FFF2-40B4-BE49-F238E27FC236}">
                    <a16:creationId xmlns:a16="http://schemas.microsoft.com/office/drawing/2014/main" id="{C0C940B0-8F0B-491E-3AD4-3C1F2E022135}"/>
                  </a:ext>
                </a:extLst>
              </p:cNvPr>
              <p:cNvPicPr/>
              <p:nvPr/>
            </p:nvPicPr>
            <p:blipFill>
              <a:blip r:embed="rId81"/>
              <a:stretch>
                <a:fillRect/>
              </a:stretch>
            </p:blipFill>
            <p:spPr>
              <a:xfrm>
                <a:off x="6598905" y="2529570"/>
                <a:ext cx="49752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7" name="Ink 66">
                <a:extLst>
                  <a:ext uri="{FF2B5EF4-FFF2-40B4-BE49-F238E27FC236}">
                    <a16:creationId xmlns:a16="http://schemas.microsoft.com/office/drawing/2014/main" id="{585B742F-D33D-C3C7-E731-18C270B1E84C}"/>
                  </a:ext>
                </a:extLst>
              </p14:cNvPr>
              <p14:cNvContentPartPr/>
              <p14:nvPr/>
            </p14:nvContentPartPr>
            <p14:xfrm>
              <a:off x="7192545" y="2895690"/>
              <a:ext cx="193680" cy="294480"/>
            </p14:xfrm>
          </p:contentPart>
        </mc:Choice>
        <mc:Fallback xmlns="">
          <p:pic>
            <p:nvPicPr>
              <p:cNvPr id="67" name="Ink 66">
                <a:extLst>
                  <a:ext uri="{FF2B5EF4-FFF2-40B4-BE49-F238E27FC236}">
                    <a16:creationId xmlns:a16="http://schemas.microsoft.com/office/drawing/2014/main" id="{585B742F-D33D-C3C7-E731-18C270B1E84C}"/>
                  </a:ext>
                </a:extLst>
              </p:cNvPr>
              <p:cNvPicPr/>
              <p:nvPr/>
            </p:nvPicPr>
            <p:blipFill>
              <a:blip r:embed="rId83"/>
              <a:stretch>
                <a:fillRect/>
              </a:stretch>
            </p:blipFill>
            <p:spPr>
              <a:xfrm>
                <a:off x="7186425" y="2889570"/>
                <a:ext cx="20592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2" name="Ink 71">
                <a:extLst>
                  <a:ext uri="{FF2B5EF4-FFF2-40B4-BE49-F238E27FC236}">
                    <a16:creationId xmlns:a16="http://schemas.microsoft.com/office/drawing/2014/main" id="{6CD4C49A-1DA3-A2C9-7F32-F3B12486F9EC}"/>
                  </a:ext>
                </a:extLst>
              </p14:cNvPr>
              <p14:cNvContentPartPr/>
              <p14:nvPr/>
            </p14:nvContentPartPr>
            <p14:xfrm>
              <a:off x="6104625" y="3264330"/>
              <a:ext cx="882720" cy="500760"/>
            </p14:xfrm>
          </p:contentPart>
        </mc:Choice>
        <mc:Fallback xmlns="">
          <p:pic>
            <p:nvPicPr>
              <p:cNvPr id="72" name="Ink 71">
                <a:extLst>
                  <a:ext uri="{FF2B5EF4-FFF2-40B4-BE49-F238E27FC236}">
                    <a16:creationId xmlns:a16="http://schemas.microsoft.com/office/drawing/2014/main" id="{6CD4C49A-1DA3-A2C9-7F32-F3B12486F9EC}"/>
                  </a:ext>
                </a:extLst>
              </p:cNvPr>
              <p:cNvPicPr/>
              <p:nvPr/>
            </p:nvPicPr>
            <p:blipFill>
              <a:blip r:embed="rId85"/>
              <a:stretch>
                <a:fillRect/>
              </a:stretch>
            </p:blipFill>
            <p:spPr>
              <a:xfrm>
                <a:off x="6098505" y="3258210"/>
                <a:ext cx="894960" cy="513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3" name="Ink 72">
                <a:extLst>
                  <a:ext uri="{FF2B5EF4-FFF2-40B4-BE49-F238E27FC236}">
                    <a16:creationId xmlns:a16="http://schemas.microsoft.com/office/drawing/2014/main" id="{82A729E2-F9FD-5E49-E62F-FFC7B26A8C7B}"/>
                  </a:ext>
                </a:extLst>
              </p14:cNvPr>
              <p14:cNvContentPartPr/>
              <p14:nvPr/>
            </p14:nvContentPartPr>
            <p14:xfrm>
              <a:off x="6949545" y="3235170"/>
              <a:ext cx="420840" cy="515880"/>
            </p14:xfrm>
          </p:contentPart>
        </mc:Choice>
        <mc:Fallback xmlns="">
          <p:pic>
            <p:nvPicPr>
              <p:cNvPr id="73" name="Ink 72">
                <a:extLst>
                  <a:ext uri="{FF2B5EF4-FFF2-40B4-BE49-F238E27FC236}">
                    <a16:creationId xmlns:a16="http://schemas.microsoft.com/office/drawing/2014/main" id="{82A729E2-F9FD-5E49-E62F-FFC7B26A8C7B}"/>
                  </a:ext>
                </a:extLst>
              </p:cNvPr>
              <p:cNvPicPr/>
              <p:nvPr/>
            </p:nvPicPr>
            <p:blipFill>
              <a:blip r:embed="rId87"/>
              <a:stretch>
                <a:fillRect/>
              </a:stretch>
            </p:blipFill>
            <p:spPr>
              <a:xfrm>
                <a:off x="6943425" y="3229050"/>
                <a:ext cx="433080" cy="528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4" name="Ink 73">
                <a:extLst>
                  <a:ext uri="{FF2B5EF4-FFF2-40B4-BE49-F238E27FC236}">
                    <a16:creationId xmlns:a16="http://schemas.microsoft.com/office/drawing/2014/main" id="{CCB35C46-C7B8-3DF3-817E-17640962791B}"/>
                  </a:ext>
                </a:extLst>
              </p14:cNvPr>
              <p14:cNvContentPartPr/>
              <p14:nvPr/>
            </p14:nvContentPartPr>
            <p14:xfrm>
              <a:off x="5531145" y="3962370"/>
              <a:ext cx="246960" cy="447480"/>
            </p14:xfrm>
          </p:contentPart>
        </mc:Choice>
        <mc:Fallback xmlns="">
          <p:pic>
            <p:nvPicPr>
              <p:cNvPr id="74" name="Ink 73">
                <a:extLst>
                  <a:ext uri="{FF2B5EF4-FFF2-40B4-BE49-F238E27FC236}">
                    <a16:creationId xmlns:a16="http://schemas.microsoft.com/office/drawing/2014/main" id="{CCB35C46-C7B8-3DF3-817E-17640962791B}"/>
                  </a:ext>
                </a:extLst>
              </p:cNvPr>
              <p:cNvPicPr/>
              <p:nvPr/>
            </p:nvPicPr>
            <p:blipFill>
              <a:blip r:embed="rId89"/>
              <a:stretch>
                <a:fillRect/>
              </a:stretch>
            </p:blipFill>
            <p:spPr>
              <a:xfrm>
                <a:off x="5525025" y="3956250"/>
                <a:ext cx="25920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5" name="Ink 74">
                <a:extLst>
                  <a:ext uri="{FF2B5EF4-FFF2-40B4-BE49-F238E27FC236}">
                    <a16:creationId xmlns:a16="http://schemas.microsoft.com/office/drawing/2014/main" id="{B7AFC06A-2094-671C-A6BF-44C085634636}"/>
                  </a:ext>
                </a:extLst>
              </p14:cNvPr>
              <p14:cNvContentPartPr/>
              <p14:nvPr/>
            </p14:nvContentPartPr>
            <p14:xfrm>
              <a:off x="5883945" y="4052010"/>
              <a:ext cx="203760" cy="250200"/>
            </p14:xfrm>
          </p:contentPart>
        </mc:Choice>
        <mc:Fallback xmlns="">
          <p:pic>
            <p:nvPicPr>
              <p:cNvPr id="75" name="Ink 74">
                <a:extLst>
                  <a:ext uri="{FF2B5EF4-FFF2-40B4-BE49-F238E27FC236}">
                    <a16:creationId xmlns:a16="http://schemas.microsoft.com/office/drawing/2014/main" id="{B7AFC06A-2094-671C-A6BF-44C085634636}"/>
                  </a:ext>
                </a:extLst>
              </p:cNvPr>
              <p:cNvPicPr/>
              <p:nvPr/>
            </p:nvPicPr>
            <p:blipFill>
              <a:blip r:embed="rId91"/>
              <a:stretch>
                <a:fillRect/>
              </a:stretch>
            </p:blipFill>
            <p:spPr>
              <a:xfrm>
                <a:off x="5877825" y="4045890"/>
                <a:ext cx="21600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6" name="Ink 75">
                <a:extLst>
                  <a:ext uri="{FF2B5EF4-FFF2-40B4-BE49-F238E27FC236}">
                    <a16:creationId xmlns:a16="http://schemas.microsoft.com/office/drawing/2014/main" id="{097176BF-71E7-7F32-1354-49E0DCB7D32D}"/>
                  </a:ext>
                </a:extLst>
              </p14:cNvPr>
              <p14:cNvContentPartPr/>
              <p14:nvPr/>
            </p14:nvContentPartPr>
            <p14:xfrm>
              <a:off x="6197145" y="4211490"/>
              <a:ext cx="64440" cy="152640"/>
            </p14:xfrm>
          </p:contentPart>
        </mc:Choice>
        <mc:Fallback xmlns="">
          <p:pic>
            <p:nvPicPr>
              <p:cNvPr id="76" name="Ink 75">
                <a:extLst>
                  <a:ext uri="{FF2B5EF4-FFF2-40B4-BE49-F238E27FC236}">
                    <a16:creationId xmlns:a16="http://schemas.microsoft.com/office/drawing/2014/main" id="{097176BF-71E7-7F32-1354-49E0DCB7D32D}"/>
                  </a:ext>
                </a:extLst>
              </p:cNvPr>
              <p:cNvPicPr/>
              <p:nvPr/>
            </p:nvPicPr>
            <p:blipFill>
              <a:blip r:embed="rId93"/>
              <a:stretch>
                <a:fillRect/>
              </a:stretch>
            </p:blipFill>
            <p:spPr>
              <a:xfrm>
                <a:off x="6191025" y="4205370"/>
                <a:ext cx="766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7" name="Ink 76">
                <a:extLst>
                  <a:ext uri="{FF2B5EF4-FFF2-40B4-BE49-F238E27FC236}">
                    <a16:creationId xmlns:a16="http://schemas.microsoft.com/office/drawing/2014/main" id="{CE163DF5-5DB8-2DDD-FD2D-59E317C33EBB}"/>
                  </a:ext>
                </a:extLst>
              </p14:cNvPr>
              <p14:cNvContentPartPr/>
              <p14:nvPr/>
            </p14:nvContentPartPr>
            <p14:xfrm>
              <a:off x="6511425" y="3983970"/>
              <a:ext cx="80280" cy="172080"/>
            </p14:xfrm>
          </p:contentPart>
        </mc:Choice>
        <mc:Fallback xmlns="">
          <p:pic>
            <p:nvPicPr>
              <p:cNvPr id="77" name="Ink 76">
                <a:extLst>
                  <a:ext uri="{FF2B5EF4-FFF2-40B4-BE49-F238E27FC236}">
                    <a16:creationId xmlns:a16="http://schemas.microsoft.com/office/drawing/2014/main" id="{CE163DF5-5DB8-2DDD-FD2D-59E317C33EBB}"/>
                  </a:ext>
                </a:extLst>
              </p:cNvPr>
              <p:cNvPicPr/>
              <p:nvPr/>
            </p:nvPicPr>
            <p:blipFill>
              <a:blip r:embed="rId95"/>
              <a:stretch>
                <a:fillRect/>
              </a:stretch>
            </p:blipFill>
            <p:spPr>
              <a:xfrm>
                <a:off x="6505305" y="3977850"/>
                <a:ext cx="925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8" name="Ink 77">
                <a:extLst>
                  <a:ext uri="{FF2B5EF4-FFF2-40B4-BE49-F238E27FC236}">
                    <a16:creationId xmlns:a16="http://schemas.microsoft.com/office/drawing/2014/main" id="{3B536F7D-36D7-FB2E-9892-21EC735AC909}"/>
                  </a:ext>
                </a:extLst>
              </p14:cNvPr>
              <p14:cNvContentPartPr/>
              <p14:nvPr/>
            </p14:nvContentPartPr>
            <p14:xfrm>
              <a:off x="7518705" y="3982170"/>
              <a:ext cx="260640" cy="196920"/>
            </p14:xfrm>
          </p:contentPart>
        </mc:Choice>
        <mc:Fallback xmlns="">
          <p:pic>
            <p:nvPicPr>
              <p:cNvPr id="78" name="Ink 77">
                <a:extLst>
                  <a:ext uri="{FF2B5EF4-FFF2-40B4-BE49-F238E27FC236}">
                    <a16:creationId xmlns:a16="http://schemas.microsoft.com/office/drawing/2014/main" id="{3B536F7D-36D7-FB2E-9892-21EC735AC909}"/>
                  </a:ext>
                </a:extLst>
              </p:cNvPr>
              <p:cNvPicPr/>
              <p:nvPr/>
            </p:nvPicPr>
            <p:blipFill>
              <a:blip r:embed="rId97"/>
              <a:stretch>
                <a:fillRect/>
              </a:stretch>
            </p:blipFill>
            <p:spPr>
              <a:xfrm>
                <a:off x="7512585" y="3976050"/>
                <a:ext cx="27288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9" name="Ink 78">
                <a:extLst>
                  <a:ext uri="{FF2B5EF4-FFF2-40B4-BE49-F238E27FC236}">
                    <a16:creationId xmlns:a16="http://schemas.microsoft.com/office/drawing/2014/main" id="{B1D6DD68-F4BB-0C3B-AF87-DEFC1AE927A6}"/>
                  </a:ext>
                </a:extLst>
              </p14:cNvPr>
              <p14:cNvContentPartPr/>
              <p14:nvPr/>
            </p14:nvContentPartPr>
            <p14:xfrm>
              <a:off x="7962945" y="3945810"/>
              <a:ext cx="177120" cy="95040"/>
            </p14:xfrm>
          </p:contentPart>
        </mc:Choice>
        <mc:Fallback xmlns="">
          <p:pic>
            <p:nvPicPr>
              <p:cNvPr id="79" name="Ink 78">
                <a:extLst>
                  <a:ext uri="{FF2B5EF4-FFF2-40B4-BE49-F238E27FC236}">
                    <a16:creationId xmlns:a16="http://schemas.microsoft.com/office/drawing/2014/main" id="{B1D6DD68-F4BB-0C3B-AF87-DEFC1AE927A6}"/>
                  </a:ext>
                </a:extLst>
              </p:cNvPr>
              <p:cNvPicPr/>
              <p:nvPr/>
            </p:nvPicPr>
            <p:blipFill>
              <a:blip r:embed="rId99"/>
              <a:stretch>
                <a:fillRect/>
              </a:stretch>
            </p:blipFill>
            <p:spPr>
              <a:xfrm>
                <a:off x="7956825" y="3939690"/>
                <a:ext cx="1893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0" name="Ink 79">
                <a:extLst>
                  <a:ext uri="{FF2B5EF4-FFF2-40B4-BE49-F238E27FC236}">
                    <a16:creationId xmlns:a16="http://schemas.microsoft.com/office/drawing/2014/main" id="{7FE8ACF8-CEF1-3DFF-08CE-C3D6C2540D47}"/>
                  </a:ext>
                </a:extLst>
              </p14:cNvPr>
              <p14:cNvContentPartPr/>
              <p14:nvPr/>
            </p14:nvContentPartPr>
            <p14:xfrm>
              <a:off x="8266065" y="4047690"/>
              <a:ext cx="71280" cy="107280"/>
            </p14:xfrm>
          </p:contentPart>
        </mc:Choice>
        <mc:Fallback xmlns="">
          <p:pic>
            <p:nvPicPr>
              <p:cNvPr id="80" name="Ink 79">
                <a:extLst>
                  <a:ext uri="{FF2B5EF4-FFF2-40B4-BE49-F238E27FC236}">
                    <a16:creationId xmlns:a16="http://schemas.microsoft.com/office/drawing/2014/main" id="{7FE8ACF8-CEF1-3DFF-08CE-C3D6C2540D47}"/>
                  </a:ext>
                </a:extLst>
              </p:cNvPr>
              <p:cNvPicPr/>
              <p:nvPr/>
            </p:nvPicPr>
            <p:blipFill>
              <a:blip r:embed="rId101"/>
              <a:stretch>
                <a:fillRect/>
              </a:stretch>
            </p:blipFill>
            <p:spPr>
              <a:xfrm>
                <a:off x="8259945" y="4041570"/>
                <a:ext cx="8352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7" name="Ink 16">
                <a:extLst>
                  <a:ext uri="{FF2B5EF4-FFF2-40B4-BE49-F238E27FC236}">
                    <a16:creationId xmlns:a16="http://schemas.microsoft.com/office/drawing/2014/main" id="{637BF27B-995E-5D56-B5EB-742CE90A6E31}"/>
                  </a:ext>
                </a:extLst>
              </p14:cNvPr>
              <p14:cNvContentPartPr/>
              <p14:nvPr/>
            </p14:nvContentPartPr>
            <p14:xfrm>
              <a:off x="10274145" y="1554330"/>
              <a:ext cx="183240" cy="620640"/>
            </p14:xfrm>
          </p:contentPart>
        </mc:Choice>
        <mc:Fallback xmlns="">
          <p:pic>
            <p:nvPicPr>
              <p:cNvPr id="17" name="Ink 16">
                <a:extLst>
                  <a:ext uri="{FF2B5EF4-FFF2-40B4-BE49-F238E27FC236}">
                    <a16:creationId xmlns:a16="http://schemas.microsoft.com/office/drawing/2014/main" id="{637BF27B-995E-5D56-B5EB-742CE90A6E31}"/>
                  </a:ext>
                </a:extLst>
              </p:cNvPr>
              <p:cNvPicPr/>
              <p:nvPr/>
            </p:nvPicPr>
            <p:blipFill>
              <a:blip r:embed="rId103"/>
              <a:stretch>
                <a:fillRect/>
              </a:stretch>
            </p:blipFill>
            <p:spPr>
              <a:xfrm>
                <a:off x="10268025" y="1548210"/>
                <a:ext cx="195480" cy="6328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8" name="Ink 17">
                <a:extLst>
                  <a:ext uri="{FF2B5EF4-FFF2-40B4-BE49-F238E27FC236}">
                    <a16:creationId xmlns:a16="http://schemas.microsoft.com/office/drawing/2014/main" id="{6D47C78E-AE62-0111-8E11-9FEB2C0C0EC1}"/>
                  </a:ext>
                </a:extLst>
              </p14:cNvPr>
              <p14:cNvContentPartPr/>
              <p14:nvPr/>
            </p14:nvContentPartPr>
            <p14:xfrm>
              <a:off x="10426785" y="1601490"/>
              <a:ext cx="485280" cy="391320"/>
            </p14:xfrm>
          </p:contentPart>
        </mc:Choice>
        <mc:Fallback xmlns="">
          <p:pic>
            <p:nvPicPr>
              <p:cNvPr id="18" name="Ink 17">
                <a:extLst>
                  <a:ext uri="{FF2B5EF4-FFF2-40B4-BE49-F238E27FC236}">
                    <a16:creationId xmlns:a16="http://schemas.microsoft.com/office/drawing/2014/main" id="{6D47C78E-AE62-0111-8E11-9FEB2C0C0EC1}"/>
                  </a:ext>
                </a:extLst>
              </p:cNvPr>
              <p:cNvPicPr/>
              <p:nvPr/>
            </p:nvPicPr>
            <p:blipFill>
              <a:blip r:embed="rId105"/>
              <a:stretch>
                <a:fillRect/>
              </a:stretch>
            </p:blipFill>
            <p:spPr>
              <a:xfrm>
                <a:off x="10420665" y="1595370"/>
                <a:ext cx="49752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9" name="Ink 18">
                <a:extLst>
                  <a:ext uri="{FF2B5EF4-FFF2-40B4-BE49-F238E27FC236}">
                    <a16:creationId xmlns:a16="http://schemas.microsoft.com/office/drawing/2014/main" id="{812862C7-A899-76F9-E984-47E8CE9B3A66}"/>
                  </a:ext>
                </a:extLst>
              </p14:cNvPr>
              <p14:cNvContentPartPr/>
              <p14:nvPr/>
            </p14:nvContentPartPr>
            <p14:xfrm>
              <a:off x="11275665" y="1881210"/>
              <a:ext cx="219960" cy="38520"/>
            </p14:xfrm>
          </p:contentPart>
        </mc:Choice>
        <mc:Fallback xmlns="">
          <p:pic>
            <p:nvPicPr>
              <p:cNvPr id="19" name="Ink 18">
                <a:extLst>
                  <a:ext uri="{FF2B5EF4-FFF2-40B4-BE49-F238E27FC236}">
                    <a16:creationId xmlns:a16="http://schemas.microsoft.com/office/drawing/2014/main" id="{812862C7-A899-76F9-E984-47E8CE9B3A66}"/>
                  </a:ext>
                </a:extLst>
              </p:cNvPr>
              <p:cNvPicPr/>
              <p:nvPr/>
            </p:nvPicPr>
            <p:blipFill>
              <a:blip r:embed="rId107"/>
              <a:stretch>
                <a:fillRect/>
              </a:stretch>
            </p:blipFill>
            <p:spPr>
              <a:xfrm>
                <a:off x="11269545" y="1875090"/>
                <a:ext cx="2322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0" name="Ink 19">
                <a:extLst>
                  <a:ext uri="{FF2B5EF4-FFF2-40B4-BE49-F238E27FC236}">
                    <a16:creationId xmlns:a16="http://schemas.microsoft.com/office/drawing/2014/main" id="{EF7DE04A-3173-5EDD-6662-E990FAC623FB}"/>
                  </a:ext>
                </a:extLst>
              </p14:cNvPr>
              <p14:cNvContentPartPr/>
              <p14:nvPr/>
            </p14:nvContentPartPr>
            <p14:xfrm>
              <a:off x="11576265" y="1749810"/>
              <a:ext cx="169560" cy="345960"/>
            </p14:xfrm>
          </p:contentPart>
        </mc:Choice>
        <mc:Fallback xmlns="">
          <p:pic>
            <p:nvPicPr>
              <p:cNvPr id="20" name="Ink 19">
                <a:extLst>
                  <a:ext uri="{FF2B5EF4-FFF2-40B4-BE49-F238E27FC236}">
                    <a16:creationId xmlns:a16="http://schemas.microsoft.com/office/drawing/2014/main" id="{EF7DE04A-3173-5EDD-6662-E990FAC623FB}"/>
                  </a:ext>
                </a:extLst>
              </p:cNvPr>
              <p:cNvPicPr/>
              <p:nvPr/>
            </p:nvPicPr>
            <p:blipFill>
              <a:blip r:embed="rId109"/>
              <a:stretch>
                <a:fillRect/>
              </a:stretch>
            </p:blipFill>
            <p:spPr>
              <a:xfrm>
                <a:off x="11570145" y="1743690"/>
                <a:ext cx="18180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1" name="Ink 20">
                <a:extLst>
                  <a:ext uri="{FF2B5EF4-FFF2-40B4-BE49-F238E27FC236}">
                    <a16:creationId xmlns:a16="http://schemas.microsoft.com/office/drawing/2014/main" id="{2BDD0715-928A-4E5A-BD1E-10C710801F6D}"/>
                  </a:ext>
                </a:extLst>
              </p14:cNvPr>
              <p14:cNvContentPartPr/>
              <p14:nvPr/>
            </p14:nvContentPartPr>
            <p14:xfrm>
              <a:off x="11790465" y="1650810"/>
              <a:ext cx="125280" cy="102240"/>
            </p14:xfrm>
          </p:contentPart>
        </mc:Choice>
        <mc:Fallback xmlns="">
          <p:pic>
            <p:nvPicPr>
              <p:cNvPr id="21" name="Ink 20">
                <a:extLst>
                  <a:ext uri="{FF2B5EF4-FFF2-40B4-BE49-F238E27FC236}">
                    <a16:creationId xmlns:a16="http://schemas.microsoft.com/office/drawing/2014/main" id="{2BDD0715-928A-4E5A-BD1E-10C710801F6D}"/>
                  </a:ext>
                </a:extLst>
              </p:cNvPr>
              <p:cNvPicPr/>
              <p:nvPr/>
            </p:nvPicPr>
            <p:blipFill>
              <a:blip r:embed="rId111"/>
              <a:stretch>
                <a:fillRect/>
              </a:stretch>
            </p:blipFill>
            <p:spPr>
              <a:xfrm>
                <a:off x="11784345" y="1644690"/>
                <a:ext cx="1375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2" name="Ink 21">
                <a:extLst>
                  <a:ext uri="{FF2B5EF4-FFF2-40B4-BE49-F238E27FC236}">
                    <a16:creationId xmlns:a16="http://schemas.microsoft.com/office/drawing/2014/main" id="{9A84B9D1-93CD-B0D6-1DA4-F690722F6079}"/>
                  </a:ext>
                </a:extLst>
              </p14:cNvPr>
              <p14:cNvContentPartPr/>
              <p14:nvPr/>
            </p14:nvContentPartPr>
            <p14:xfrm>
              <a:off x="11792265" y="1911090"/>
              <a:ext cx="90720" cy="8640"/>
            </p14:xfrm>
          </p:contentPart>
        </mc:Choice>
        <mc:Fallback xmlns="">
          <p:pic>
            <p:nvPicPr>
              <p:cNvPr id="22" name="Ink 21">
                <a:extLst>
                  <a:ext uri="{FF2B5EF4-FFF2-40B4-BE49-F238E27FC236}">
                    <a16:creationId xmlns:a16="http://schemas.microsoft.com/office/drawing/2014/main" id="{9A84B9D1-93CD-B0D6-1DA4-F690722F6079}"/>
                  </a:ext>
                </a:extLst>
              </p:cNvPr>
              <p:cNvPicPr/>
              <p:nvPr/>
            </p:nvPicPr>
            <p:blipFill>
              <a:blip r:embed="rId113"/>
              <a:stretch>
                <a:fillRect/>
              </a:stretch>
            </p:blipFill>
            <p:spPr>
              <a:xfrm>
                <a:off x="11786145" y="1904970"/>
                <a:ext cx="1029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3" name="Ink 22">
                <a:extLst>
                  <a:ext uri="{FF2B5EF4-FFF2-40B4-BE49-F238E27FC236}">
                    <a16:creationId xmlns:a16="http://schemas.microsoft.com/office/drawing/2014/main" id="{B23F64C3-C5F9-46B7-F830-35247B3A22D2}"/>
                  </a:ext>
                </a:extLst>
              </p14:cNvPr>
              <p14:cNvContentPartPr/>
              <p14:nvPr/>
            </p14:nvContentPartPr>
            <p14:xfrm>
              <a:off x="9874185" y="1314210"/>
              <a:ext cx="362520" cy="952200"/>
            </p14:xfrm>
          </p:contentPart>
        </mc:Choice>
        <mc:Fallback xmlns="">
          <p:pic>
            <p:nvPicPr>
              <p:cNvPr id="23" name="Ink 22">
                <a:extLst>
                  <a:ext uri="{FF2B5EF4-FFF2-40B4-BE49-F238E27FC236}">
                    <a16:creationId xmlns:a16="http://schemas.microsoft.com/office/drawing/2014/main" id="{B23F64C3-C5F9-46B7-F830-35247B3A22D2}"/>
                  </a:ext>
                </a:extLst>
              </p:cNvPr>
              <p:cNvPicPr/>
              <p:nvPr/>
            </p:nvPicPr>
            <p:blipFill>
              <a:blip r:embed="rId115"/>
              <a:stretch>
                <a:fillRect/>
              </a:stretch>
            </p:blipFill>
            <p:spPr>
              <a:xfrm>
                <a:off x="9868065" y="1308090"/>
                <a:ext cx="374760" cy="9644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4" name="Ink 23">
                <a:extLst>
                  <a:ext uri="{FF2B5EF4-FFF2-40B4-BE49-F238E27FC236}">
                    <a16:creationId xmlns:a16="http://schemas.microsoft.com/office/drawing/2014/main" id="{DFA49FA0-719B-7187-CE4C-4F2D61A5D61A}"/>
                  </a:ext>
                </a:extLst>
              </p14:cNvPr>
              <p14:cNvContentPartPr/>
              <p14:nvPr/>
            </p14:nvContentPartPr>
            <p14:xfrm>
              <a:off x="10141305" y="1447770"/>
              <a:ext cx="1417320" cy="1244520"/>
            </p14:xfrm>
          </p:contentPart>
        </mc:Choice>
        <mc:Fallback xmlns="">
          <p:pic>
            <p:nvPicPr>
              <p:cNvPr id="24" name="Ink 23">
                <a:extLst>
                  <a:ext uri="{FF2B5EF4-FFF2-40B4-BE49-F238E27FC236}">
                    <a16:creationId xmlns:a16="http://schemas.microsoft.com/office/drawing/2014/main" id="{DFA49FA0-719B-7187-CE4C-4F2D61A5D61A}"/>
                  </a:ext>
                </a:extLst>
              </p:cNvPr>
              <p:cNvPicPr/>
              <p:nvPr/>
            </p:nvPicPr>
            <p:blipFill>
              <a:blip r:embed="rId117"/>
              <a:stretch>
                <a:fillRect/>
              </a:stretch>
            </p:blipFill>
            <p:spPr>
              <a:xfrm>
                <a:off x="10135185" y="1441650"/>
                <a:ext cx="1429560" cy="1256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5" name="Ink 24">
                <a:extLst>
                  <a:ext uri="{FF2B5EF4-FFF2-40B4-BE49-F238E27FC236}">
                    <a16:creationId xmlns:a16="http://schemas.microsoft.com/office/drawing/2014/main" id="{BB297F29-A38A-6A71-0778-D5ED2D2F4AB2}"/>
                  </a:ext>
                </a:extLst>
              </p14:cNvPr>
              <p14:cNvContentPartPr/>
              <p14:nvPr/>
            </p14:nvContentPartPr>
            <p14:xfrm>
              <a:off x="11498505" y="1489170"/>
              <a:ext cx="746280" cy="1059120"/>
            </p14:xfrm>
          </p:contentPart>
        </mc:Choice>
        <mc:Fallback xmlns="">
          <p:pic>
            <p:nvPicPr>
              <p:cNvPr id="25" name="Ink 24">
                <a:extLst>
                  <a:ext uri="{FF2B5EF4-FFF2-40B4-BE49-F238E27FC236}">
                    <a16:creationId xmlns:a16="http://schemas.microsoft.com/office/drawing/2014/main" id="{BB297F29-A38A-6A71-0778-D5ED2D2F4AB2}"/>
                  </a:ext>
                </a:extLst>
              </p:cNvPr>
              <p:cNvPicPr/>
              <p:nvPr/>
            </p:nvPicPr>
            <p:blipFill>
              <a:blip r:embed="rId119"/>
              <a:stretch>
                <a:fillRect/>
              </a:stretch>
            </p:blipFill>
            <p:spPr>
              <a:xfrm>
                <a:off x="11492385" y="1483050"/>
                <a:ext cx="758520" cy="10713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26" name="Ink 25">
                <a:extLst>
                  <a:ext uri="{FF2B5EF4-FFF2-40B4-BE49-F238E27FC236}">
                    <a16:creationId xmlns:a16="http://schemas.microsoft.com/office/drawing/2014/main" id="{F559B4FE-2CF3-F0F3-58A9-EA2FE3E1FE0A}"/>
                  </a:ext>
                </a:extLst>
              </p14:cNvPr>
              <p14:cNvContentPartPr/>
              <p14:nvPr/>
            </p14:nvContentPartPr>
            <p14:xfrm>
              <a:off x="11330385" y="1589250"/>
              <a:ext cx="480240" cy="982800"/>
            </p14:xfrm>
          </p:contentPart>
        </mc:Choice>
        <mc:Fallback xmlns="">
          <p:pic>
            <p:nvPicPr>
              <p:cNvPr id="26" name="Ink 25">
                <a:extLst>
                  <a:ext uri="{FF2B5EF4-FFF2-40B4-BE49-F238E27FC236}">
                    <a16:creationId xmlns:a16="http://schemas.microsoft.com/office/drawing/2014/main" id="{F559B4FE-2CF3-F0F3-58A9-EA2FE3E1FE0A}"/>
                  </a:ext>
                </a:extLst>
              </p:cNvPr>
              <p:cNvPicPr/>
              <p:nvPr/>
            </p:nvPicPr>
            <p:blipFill>
              <a:blip r:embed="rId121"/>
              <a:stretch>
                <a:fillRect/>
              </a:stretch>
            </p:blipFill>
            <p:spPr>
              <a:xfrm>
                <a:off x="11324265" y="1583130"/>
                <a:ext cx="492480" cy="995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8" name="Ink 27">
                <a:extLst>
                  <a:ext uri="{FF2B5EF4-FFF2-40B4-BE49-F238E27FC236}">
                    <a16:creationId xmlns:a16="http://schemas.microsoft.com/office/drawing/2014/main" id="{D54E988D-B8A6-2FEF-7779-F568805918C6}"/>
                  </a:ext>
                </a:extLst>
              </p14:cNvPr>
              <p14:cNvContentPartPr/>
              <p14:nvPr/>
            </p14:nvContentPartPr>
            <p14:xfrm>
              <a:off x="11516865" y="1776090"/>
              <a:ext cx="312480" cy="646920"/>
            </p14:xfrm>
          </p:contentPart>
        </mc:Choice>
        <mc:Fallback xmlns="">
          <p:pic>
            <p:nvPicPr>
              <p:cNvPr id="28" name="Ink 27">
                <a:extLst>
                  <a:ext uri="{FF2B5EF4-FFF2-40B4-BE49-F238E27FC236}">
                    <a16:creationId xmlns:a16="http://schemas.microsoft.com/office/drawing/2014/main" id="{D54E988D-B8A6-2FEF-7779-F568805918C6}"/>
                  </a:ext>
                </a:extLst>
              </p:cNvPr>
              <p:cNvPicPr/>
              <p:nvPr/>
            </p:nvPicPr>
            <p:blipFill>
              <a:blip r:embed="rId123"/>
              <a:stretch>
                <a:fillRect/>
              </a:stretch>
            </p:blipFill>
            <p:spPr>
              <a:xfrm>
                <a:off x="11510745" y="1769970"/>
                <a:ext cx="324720" cy="6591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9" name="Ink 28">
                <a:extLst>
                  <a:ext uri="{FF2B5EF4-FFF2-40B4-BE49-F238E27FC236}">
                    <a16:creationId xmlns:a16="http://schemas.microsoft.com/office/drawing/2014/main" id="{AF8E1045-A21E-0849-72EC-D5C34D79B416}"/>
                  </a:ext>
                </a:extLst>
              </p14:cNvPr>
              <p14:cNvContentPartPr/>
              <p14:nvPr/>
            </p14:nvContentPartPr>
            <p14:xfrm>
              <a:off x="11867505" y="1760250"/>
              <a:ext cx="262080" cy="101160"/>
            </p14:xfrm>
          </p:contentPart>
        </mc:Choice>
        <mc:Fallback xmlns="">
          <p:pic>
            <p:nvPicPr>
              <p:cNvPr id="29" name="Ink 28">
                <a:extLst>
                  <a:ext uri="{FF2B5EF4-FFF2-40B4-BE49-F238E27FC236}">
                    <a16:creationId xmlns:a16="http://schemas.microsoft.com/office/drawing/2014/main" id="{AF8E1045-A21E-0849-72EC-D5C34D79B416}"/>
                  </a:ext>
                </a:extLst>
              </p:cNvPr>
              <p:cNvPicPr/>
              <p:nvPr/>
            </p:nvPicPr>
            <p:blipFill>
              <a:blip r:embed="rId125"/>
              <a:stretch>
                <a:fillRect/>
              </a:stretch>
            </p:blipFill>
            <p:spPr>
              <a:xfrm>
                <a:off x="11861385" y="1754130"/>
                <a:ext cx="2743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30" name="Ink 29">
                <a:extLst>
                  <a:ext uri="{FF2B5EF4-FFF2-40B4-BE49-F238E27FC236}">
                    <a16:creationId xmlns:a16="http://schemas.microsoft.com/office/drawing/2014/main" id="{F98721A5-9BE5-314A-880F-1F598AA26CFF}"/>
                  </a:ext>
                </a:extLst>
              </p14:cNvPr>
              <p14:cNvContentPartPr/>
              <p14:nvPr/>
            </p14:nvContentPartPr>
            <p14:xfrm>
              <a:off x="11880105" y="2003970"/>
              <a:ext cx="77040" cy="35280"/>
            </p14:xfrm>
          </p:contentPart>
        </mc:Choice>
        <mc:Fallback xmlns="">
          <p:pic>
            <p:nvPicPr>
              <p:cNvPr id="30" name="Ink 29">
                <a:extLst>
                  <a:ext uri="{FF2B5EF4-FFF2-40B4-BE49-F238E27FC236}">
                    <a16:creationId xmlns:a16="http://schemas.microsoft.com/office/drawing/2014/main" id="{F98721A5-9BE5-314A-880F-1F598AA26CFF}"/>
                  </a:ext>
                </a:extLst>
              </p:cNvPr>
              <p:cNvPicPr/>
              <p:nvPr/>
            </p:nvPicPr>
            <p:blipFill>
              <a:blip r:embed="rId127"/>
              <a:stretch>
                <a:fillRect/>
              </a:stretch>
            </p:blipFill>
            <p:spPr>
              <a:xfrm>
                <a:off x="11873985" y="1997850"/>
                <a:ext cx="892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31" name="Ink 30">
                <a:extLst>
                  <a:ext uri="{FF2B5EF4-FFF2-40B4-BE49-F238E27FC236}">
                    <a16:creationId xmlns:a16="http://schemas.microsoft.com/office/drawing/2014/main" id="{EA002D44-BC67-1B16-4CD7-D31D401B97AC}"/>
                  </a:ext>
                </a:extLst>
              </p14:cNvPr>
              <p14:cNvContentPartPr/>
              <p14:nvPr/>
            </p14:nvContentPartPr>
            <p14:xfrm>
              <a:off x="11859585" y="2156970"/>
              <a:ext cx="38160" cy="40320"/>
            </p14:xfrm>
          </p:contentPart>
        </mc:Choice>
        <mc:Fallback xmlns="">
          <p:pic>
            <p:nvPicPr>
              <p:cNvPr id="31" name="Ink 30">
                <a:extLst>
                  <a:ext uri="{FF2B5EF4-FFF2-40B4-BE49-F238E27FC236}">
                    <a16:creationId xmlns:a16="http://schemas.microsoft.com/office/drawing/2014/main" id="{EA002D44-BC67-1B16-4CD7-D31D401B97AC}"/>
                  </a:ext>
                </a:extLst>
              </p:cNvPr>
              <p:cNvPicPr/>
              <p:nvPr/>
            </p:nvPicPr>
            <p:blipFill>
              <a:blip r:embed="rId129"/>
              <a:stretch>
                <a:fillRect/>
              </a:stretch>
            </p:blipFill>
            <p:spPr>
              <a:xfrm>
                <a:off x="11853465" y="2150850"/>
                <a:ext cx="504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8" name="Ink 67">
                <a:extLst>
                  <a:ext uri="{FF2B5EF4-FFF2-40B4-BE49-F238E27FC236}">
                    <a16:creationId xmlns:a16="http://schemas.microsoft.com/office/drawing/2014/main" id="{7474FFC0-6A3C-3A85-4537-AEB6F8E2ADA6}"/>
                  </a:ext>
                </a:extLst>
              </p14:cNvPr>
              <p14:cNvContentPartPr/>
              <p14:nvPr/>
            </p14:nvContentPartPr>
            <p14:xfrm>
              <a:off x="8785545" y="2406090"/>
              <a:ext cx="379440" cy="594720"/>
            </p14:xfrm>
          </p:contentPart>
        </mc:Choice>
        <mc:Fallback xmlns="">
          <p:pic>
            <p:nvPicPr>
              <p:cNvPr id="68" name="Ink 67">
                <a:extLst>
                  <a:ext uri="{FF2B5EF4-FFF2-40B4-BE49-F238E27FC236}">
                    <a16:creationId xmlns:a16="http://schemas.microsoft.com/office/drawing/2014/main" id="{7474FFC0-6A3C-3A85-4537-AEB6F8E2ADA6}"/>
                  </a:ext>
                </a:extLst>
              </p:cNvPr>
              <p:cNvPicPr/>
              <p:nvPr/>
            </p:nvPicPr>
            <p:blipFill>
              <a:blip r:embed="rId131"/>
              <a:stretch>
                <a:fillRect/>
              </a:stretch>
            </p:blipFill>
            <p:spPr>
              <a:xfrm>
                <a:off x="8779425" y="2399970"/>
                <a:ext cx="391680" cy="6069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9" name="Ink 68">
                <a:extLst>
                  <a:ext uri="{FF2B5EF4-FFF2-40B4-BE49-F238E27FC236}">
                    <a16:creationId xmlns:a16="http://schemas.microsoft.com/office/drawing/2014/main" id="{4C3971C3-D5F5-7B1C-2367-B3DDED7863BA}"/>
                  </a:ext>
                </a:extLst>
              </p14:cNvPr>
              <p14:cNvContentPartPr/>
              <p14:nvPr/>
            </p14:nvContentPartPr>
            <p14:xfrm>
              <a:off x="9411585" y="2693010"/>
              <a:ext cx="164880" cy="245160"/>
            </p14:xfrm>
          </p:contentPart>
        </mc:Choice>
        <mc:Fallback xmlns="">
          <p:pic>
            <p:nvPicPr>
              <p:cNvPr id="69" name="Ink 68">
                <a:extLst>
                  <a:ext uri="{FF2B5EF4-FFF2-40B4-BE49-F238E27FC236}">
                    <a16:creationId xmlns:a16="http://schemas.microsoft.com/office/drawing/2014/main" id="{4C3971C3-D5F5-7B1C-2367-B3DDED7863BA}"/>
                  </a:ext>
                </a:extLst>
              </p:cNvPr>
              <p:cNvPicPr/>
              <p:nvPr/>
            </p:nvPicPr>
            <p:blipFill>
              <a:blip r:embed="rId133"/>
              <a:stretch>
                <a:fillRect/>
              </a:stretch>
            </p:blipFill>
            <p:spPr>
              <a:xfrm>
                <a:off x="9405465" y="2686890"/>
                <a:ext cx="17712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0" name="Ink 69">
                <a:extLst>
                  <a:ext uri="{FF2B5EF4-FFF2-40B4-BE49-F238E27FC236}">
                    <a16:creationId xmlns:a16="http://schemas.microsoft.com/office/drawing/2014/main" id="{F4FAC8F6-CBB9-C797-28D8-EAF5D2029290}"/>
                  </a:ext>
                </a:extLst>
              </p14:cNvPr>
              <p14:cNvContentPartPr/>
              <p14:nvPr/>
            </p14:nvContentPartPr>
            <p14:xfrm>
              <a:off x="10071105" y="2466570"/>
              <a:ext cx="449280" cy="491760"/>
            </p14:xfrm>
          </p:contentPart>
        </mc:Choice>
        <mc:Fallback xmlns="">
          <p:pic>
            <p:nvPicPr>
              <p:cNvPr id="70" name="Ink 69">
                <a:extLst>
                  <a:ext uri="{FF2B5EF4-FFF2-40B4-BE49-F238E27FC236}">
                    <a16:creationId xmlns:a16="http://schemas.microsoft.com/office/drawing/2014/main" id="{F4FAC8F6-CBB9-C797-28D8-EAF5D2029290}"/>
                  </a:ext>
                </a:extLst>
              </p:cNvPr>
              <p:cNvPicPr/>
              <p:nvPr/>
            </p:nvPicPr>
            <p:blipFill>
              <a:blip r:embed="rId135"/>
              <a:stretch>
                <a:fillRect/>
              </a:stretch>
            </p:blipFill>
            <p:spPr>
              <a:xfrm>
                <a:off x="10064985" y="2460450"/>
                <a:ext cx="461520" cy="504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1" name="Ink 70">
                <a:extLst>
                  <a:ext uri="{FF2B5EF4-FFF2-40B4-BE49-F238E27FC236}">
                    <a16:creationId xmlns:a16="http://schemas.microsoft.com/office/drawing/2014/main" id="{85A49473-86F1-EA1C-FEFC-C06E781DEF8F}"/>
                  </a:ext>
                </a:extLst>
              </p14:cNvPr>
              <p14:cNvContentPartPr/>
              <p14:nvPr/>
            </p14:nvContentPartPr>
            <p14:xfrm>
              <a:off x="10749705" y="2703090"/>
              <a:ext cx="204840" cy="362880"/>
            </p14:xfrm>
          </p:contentPart>
        </mc:Choice>
        <mc:Fallback xmlns="">
          <p:pic>
            <p:nvPicPr>
              <p:cNvPr id="71" name="Ink 70">
                <a:extLst>
                  <a:ext uri="{FF2B5EF4-FFF2-40B4-BE49-F238E27FC236}">
                    <a16:creationId xmlns:a16="http://schemas.microsoft.com/office/drawing/2014/main" id="{85A49473-86F1-EA1C-FEFC-C06E781DEF8F}"/>
                  </a:ext>
                </a:extLst>
              </p:cNvPr>
              <p:cNvPicPr/>
              <p:nvPr/>
            </p:nvPicPr>
            <p:blipFill>
              <a:blip r:embed="rId137"/>
              <a:stretch>
                <a:fillRect/>
              </a:stretch>
            </p:blipFill>
            <p:spPr>
              <a:xfrm>
                <a:off x="10743585" y="2696970"/>
                <a:ext cx="21708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3" name="Ink 82">
                <a:extLst>
                  <a:ext uri="{FF2B5EF4-FFF2-40B4-BE49-F238E27FC236}">
                    <a16:creationId xmlns:a16="http://schemas.microsoft.com/office/drawing/2014/main" id="{741F05E5-FC29-8752-D5C8-A4B78B32B4C6}"/>
                  </a:ext>
                </a:extLst>
              </p14:cNvPr>
              <p14:cNvContentPartPr/>
              <p14:nvPr/>
            </p14:nvContentPartPr>
            <p14:xfrm>
              <a:off x="9136905" y="3101250"/>
              <a:ext cx="199080" cy="332640"/>
            </p14:xfrm>
          </p:contentPart>
        </mc:Choice>
        <mc:Fallback xmlns="">
          <p:pic>
            <p:nvPicPr>
              <p:cNvPr id="83" name="Ink 82">
                <a:extLst>
                  <a:ext uri="{FF2B5EF4-FFF2-40B4-BE49-F238E27FC236}">
                    <a16:creationId xmlns:a16="http://schemas.microsoft.com/office/drawing/2014/main" id="{741F05E5-FC29-8752-D5C8-A4B78B32B4C6}"/>
                  </a:ext>
                </a:extLst>
              </p:cNvPr>
              <p:cNvPicPr/>
              <p:nvPr/>
            </p:nvPicPr>
            <p:blipFill>
              <a:blip r:embed="rId139"/>
              <a:stretch>
                <a:fillRect/>
              </a:stretch>
            </p:blipFill>
            <p:spPr>
              <a:xfrm>
                <a:off x="9130785" y="3095130"/>
                <a:ext cx="21132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4" name="Ink 83">
                <a:extLst>
                  <a:ext uri="{FF2B5EF4-FFF2-40B4-BE49-F238E27FC236}">
                    <a16:creationId xmlns:a16="http://schemas.microsoft.com/office/drawing/2014/main" id="{E1C6E207-A03F-9C10-9F7A-FC7AD3E63E73}"/>
                  </a:ext>
                </a:extLst>
              </p14:cNvPr>
              <p14:cNvContentPartPr/>
              <p14:nvPr/>
            </p14:nvContentPartPr>
            <p14:xfrm>
              <a:off x="9523545" y="3000090"/>
              <a:ext cx="628920" cy="509040"/>
            </p14:xfrm>
          </p:contentPart>
        </mc:Choice>
        <mc:Fallback xmlns="">
          <p:pic>
            <p:nvPicPr>
              <p:cNvPr id="84" name="Ink 83">
                <a:extLst>
                  <a:ext uri="{FF2B5EF4-FFF2-40B4-BE49-F238E27FC236}">
                    <a16:creationId xmlns:a16="http://schemas.microsoft.com/office/drawing/2014/main" id="{E1C6E207-A03F-9C10-9F7A-FC7AD3E63E73}"/>
                  </a:ext>
                </a:extLst>
              </p:cNvPr>
              <p:cNvPicPr/>
              <p:nvPr/>
            </p:nvPicPr>
            <p:blipFill>
              <a:blip r:embed="rId141"/>
              <a:stretch>
                <a:fillRect/>
              </a:stretch>
            </p:blipFill>
            <p:spPr>
              <a:xfrm>
                <a:off x="9517425" y="2993970"/>
                <a:ext cx="641160" cy="5212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Ink 84">
                <a:extLst>
                  <a:ext uri="{FF2B5EF4-FFF2-40B4-BE49-F238E27FC236}">
                    <a16:creationId xmlns:a16="http://schemas.microsoft.com/office/drawing/2014/main" id="{BF2EFF23-D17F-20AE-F838-8D750A1F4D24}"/>
                  </a:ext>
                </a:extLst>
              </p14:cNvPr>
              <p14:cNvContentPartPr/>
              <p14:nvPr/>
            </p14:nvContentPartPr>
            <p14:xfrm>
              <a:off x="8856465" y="3478890"/>
              <a:ext cx="135720" cy="383760"/>
            </p14:xfrm>
          </p:contentPart>
        </mc:Choice>
        <mc:Fallback xmlns="">
          <p:pic>
            <p:nvPicPr>
              <p:cNvPr id="85" name="Ink 84">
                <a:extLst>
                  <a:ext uri="{FF2B5EF4-FFF2-40B4-BE49-F238E27FC236}">
                    <a16:creationId xmlns:a16="http://schemas.microsoft.com/office/drawing/2014/main" id="{BF2EFF23-D17F-20AE-F838-8D750A1F4D24}"/>
                  </a:ext>
                </a:extLst>
              </p:cNvPr>
              <p:cNvPicPr/>
              <p:nvPr/>
            </p:nvPicPr>
            <p:blipFill>
              <a:blip r:embed="rId143"/>
              <a:stretch>
                <a:fillRect/>
              </a:stretch>
            </p:blipFill>
            <p:spPr>
              <a:xfrm>
                <a:off x="8850345" y="3472770"/>
                <a:ext cx="147960" cy="396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6" name="Ink 85">
                <a:extLst>
                  <a:ext uri="{FF2B5EF4-FFF2-40B4-BE49-F238E27FC236}">
                    <a16:creationId xmlns:a16="http://schemas.microsoft.com/office/drawing/2014/main" id="{B9F954B0-28D9-31E3-B97E-8B4BA174325F}"/>
                  </a:ext>
                </a:extLst>
              </p14:cNvPr>
              <p14:cNvContentPartPr/>
              <p14:nvPr/>
            </p14:nvContentPartPr>
            <p14:xfrm>
              <a:off x="9202065" y="3644130"/>
              <a:ext cx="132840" cy="139320"/>
            </p14:xfrm>
          </p:contentPart>
        </mc:Choice>
        <mc:Fallback xmlns="">
          <p:pic>
            <p:nvPicPr>
              <p:cNvPr id="86" name="Ink 85">
                <a:extLst>
                  <a:ext uri="{FF2B5EF4-FFF2-40B4-BE49-F238E27FC236}">
                    <a16:creationId xmlns:a16="http://schemas.microsoft.com/office/drawing/2014/main" id="{B9F954B0-28D9-31E3-B97E-8B4BA174325F}"/>
                  </a:ext>
                </a:extLst>
              </p:cNvPr>
              <p:cNvPicPr/>
              <p:nvPr/>
            </p:nvPicPr>
            <p:blipFill>
              <a:blip r:embed="rId145"/>
              <a:stretch>
                <a:fillRect/>
              </a:stretch>
            </p:blipFill>
            <p:spPr>
              <a:xfrm>
                <a:off x="9195945" y="3638010"/>
                <a:ext cx="1450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7" name="Ink 86">
                <a:extLst>
                  <a:ext uri="{FF2B5EF4-FFF2-40B4-BE49-F238E27FC236}">
                    <a16:creationId xmlns:a16="http://schemas.microsoft.com/office/drawing/2014/main" id="{05A34107-5B20-C9B0-5664-E9C9EED64224}"/>
                  </a:ext>
                </a:extLst>
              </p14:cNvPr>
              <p14:cNvContentPartPr/>
              <p14:nvPr/>
            </p14:nvContentPartPr>
            <p14:xfrm>
              <a:off x="10082985" y="3554850"/>
              <a:ext cx="214200" cy="336960"/>
            </p14:xfrm>
          </p:contentPart>
        </mc:Choice>
        <mc:Fallback xmlns="">
          <p:pic>
            <p:nvPicPr>
              <p:cNvPr id="87" name="Ink 86">
                <a:extLst>
                  <a:ext uri="{FF2B5EF4-FFF2-40B4-BE49-F238E27FC236}">
                    <a16:creationId xmlns:a16="http://schemas.microsoft.com/office/drawing/2014/main" id="{05A34107-5B20-C9B0-5664-E9C9EED64224}"/>
                  </a:ext>
                </a:extLst>
              </p:cNvPr>
              <p:cNvPicPr/>
              <p:nvPr/>
            </p:nvPicPr>
            <p:blipFill>
              <a:blip r:embed="rId147"/>
              <a:stretch>
                <a:fillRect/>
              </a:stretch>
            </p:blipFill>
            <p:spPr>
              <a:xfrm>
                <a:off x="10076865" y="3548730"/>
                <a:ext cx="22644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8" name="Ink 87">
                <a:extLst>
                  <a:ext uri="{FF2B5EF4-FFF2-40B4-BE49-F238E27FC236}">
                    <a16:creationId xmlns:a16="http://schemas.microsoft.com/office/drawing/2014/main" id="{06554749-E55D-6DC0-CE6B-6805B1F81D1F}"/>
                  </a:ext>
                </a:extLst>
              </p14:cNvPr>
              <p14:cNvContentPartPr/>
              <p14:nvPr/>
            </p14:nvContentPartPr>
            <p14:xfrm>
              <a:off x="10429665" y="3790650"/>
              <a:ext cx="47160" cy="81720"/>
            </p14:xfrm>
          </p:contentPart>
        </mc:Choice>
        <mc:Fallback xmlns="">
          <p:pic>
            <p:nvPicPr>
              <p:cNvPr id="88" name="Ink 87">
                <a:extLst>
                  <a:ext uri="{FF2B5EF4-FFF2-40B4-BE49-F238E27FC236}">
                    <a16:creationId xmlns:a16="http://schemas.microsoft.com/office/drawing/2014/main" id="{06554749-E55D-6DC0-CE6B-6805B1F81D1F}"/>
                  </a:ext>
                </a:extLst>
              </p:cNvPr>
              <p:cNvPicPr/>
              <p:nvPr/>
            </p:nvPicPr>
            <p:blipFill>
              <a:blip r:embed="rId149"/>
              <a:stretch>
                <a:fillRect/>
              </a:stretch>
            </p:blipFill>
            <p:spPr>
              <a:xfrm>
                <a:off x="10423545" y="3784530"/>
                <a:ext cx="594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9" name="Ink 88">
                <a:extLst>
                  <a:ext uri="{FF2B5EF4-FFF2-40B4-BE49-F238E27FC236}">
                    <a16:creationId xmlns:a16="http://schemas.microsoft.com/office/drawing/2014/main" id="{92B49FA6-417A-9246-4B2C-D7757CB359C4}"/>
                  </a:ext>
                </a:extLst>
              </p14:cNvPr>
              <p14:cNvContentPartPr/>
              <p14:nvPr/>
            </p14:nvContentPartPr>
            <p14:xfrm>
              <a:off x="10802265" y="3159930"/>
              <a:ext cx="198000" cy="328680"/>
            </p14:xfrm>
          </p:contentPart>
        </mc:Choice>
        <mc:Fallback xmlns="">
          <p:pic>
            <p:nvPicPr>
              <p:cNvPr id="89" name="Ink 88">
                <a:extLst>
                  <a:ext uri="{FF2B5EF4-FFF2-40B4-BE49-F238E27FC236}">
                    <a16:creationId xmlns:a16="http://schemas.microsoft.com/office/drawing/2014/main" id="{92B49FA6-417A-9246-4B2C-D7757CB359C4}"/>
                  </a:ext>
                </a:extLst>
              </p:cNvPr>
              <p:cNvPicPr/>
              <p:nvPr/>
            </p:nvPicPr>
            <p:blipFill>
              <a:blip r:embed="rId151"/>
              <a:stretch>
                <a:fillRect/>
              </a:stretch>
            </p:blipFill>
            <p:spPr>
              <a:xfrm>
                <a:off x="10796145" y="3153810"/>
                <a:ext cx="21024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0" name="Ink 89">
                <a:extLst>
                  <a:ext uri="{FF2B5EF4-FFF2-40B4-BE49-F238E27FC236}">
                    <a16:creationId xmlns:a16="http://schemas.microsoft.com/office/drawing/2014/main" id="{1A580C4F-ADB3-E02A-EF1C-E68A37FF2B92}"/>
                  </a:ext>
                </a:extLst>
              </p14:cNvPr>
              <p14:cNvContentPartPr/>
              <p14:nvPr/>
            </p14:nvContentPartPr>
            <p14:xfrm>
              <a:off x="11015025" y="3099450"/>
              <a:ext cx="438120" cy="340920"/>
            </p14:xfrm>
          </p:contentPart>
        </mc:Choice>
        <mc:Fallback xmlns="">
          <p:pic>
            <p:nvPicPr>
              <p:cNvPr id="90" name="Ink 89">
                <a:extLst>
                  <a:ext uri="{FF2B5EF4-FFF2-40B4-BE49-F238E27FC236}">
                    <a16:creationId xmlns:a16="http://schemas.microsoft.com/office/drawing/2014/main" id="{1A580C4F-ADB3-E02A-EF1C-E68A37FF2B92}"/>
                  </a:ext>
                </a:extLst>
              </p:cNvPr>
              <p:cNvPicPr/>
              <p:nvPr/>
            </p:nvPicPr>
            <p:blipFill>
              <a:blip r:embed="rId153"/>
              <a:stretch>
                <a:fillRect/>
              </a:stretch>
            </p:blipFill>
            <p:spPr>
              <a:xfrm>
                <a:off x="11008905" y="3093330"/>
                <a:ext cx="45036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1" name="Ink 90">
                <a:extLst>
                  <a:ext uri="{FF2B5EF4-FFF2-40B4-BE49-F238E27FC236}">
                    <a16:creationId xmlns:a16="http://schemas.microsoft.com/office/drawing/2014/main" id="{EF6C0F8F-D8B5-37F6-2E56-9B899DD6AD57}"/>
                  </a:ext>
                </a:extLst>
              </p14:cNvPr>
              <p14:cNvContentPartPr/>
              <p14:nvPr/>
            </p14:nvContentPartPr>
            <p14:xfrm>
              <a:off x="10768065" y="3390330"/>
              <a:ext cx="191160" cy="293400"/>
            </p14:xfrm>
          </p:contentPart>
        </mc:Choice>
        <mc:Fallback xmlns="">
          <p:pic>
            <p:nvPicPr>
              <p:cNvPr id="91" name="Ink 90">
                <a:extLst>
                  <a:ext uri="{FF2B5EF4-FFF2-40B4-BE49-F238E27FC236}">
                    <a16:creationId xmlns:a16="http://schemas.microsoft.com/office/drawing/2014/main" id="{EF6C0F8F-D8B5-37F6-2E56-9B899DD6AD57}"/>
                  </a:ext>
                </a:extLst>
              </p:cNvPr>
              <p:cNvPicPr/>
              <p:nvPr/>
            </p:nvPicPr>
            <p:blipFill>
              <a:blip r:embed="rId155"/>
              <a:stretch>
                <a:fillRect/>
              </a:stretch>
            </p:blipFill>
            <p:spPr>
              <a:xfrm>
                <a:off x="10761945" y="3384210"/>
                <a:ext cx="20340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3" name="Ink 92">
                <a:extLst>
                  <a:ext uri="{FF2B5EF4-FFF2-40B4-BE49-F238E27FC236}">
                    <a16:creationId xmlns:a16="http://schemas.microsoft.com/office/drawing/2014/main" id="{3680DC42-D9DA-8D15-1270-8FBB44AAB2F1}"/>
                  </a:ext>
                </a:extLst>
              </p14:cNvPr>
              <p14:cNvContentPartPr/>
              <p14:nvPr/>
            </p14:nvContentPartPr>
            <p14:xfrm>
              <a:off x="10814865" y="3791730"/>
              <a:ext cx="73440" cy="96840"/>
            </p14:xfrm>
          </p:contentPart>
        </mc:Choice>
        <mc:Fallback xmlns="">
          <p:pic>
            <p:nvPicPr>
              <p:cNvPr id="93" name="Ink 92">
                <a:extLst>
                  <a:ext uri="{FF2B5EF4-FFF2-40B4-BE49-F238E27FC236}">
                    <a16:creationId xmlns:a16="http://schemas.microsoft.com/office/drawing/2014/main" id="{3680DC42-D9DA-8D15-1270-8FBB44AAB2F1}"/>
                  </a:ext>
                </a:extLst>
              </p:cNvPr>
              <p:cNvPicPr/>
              <p:nvPr/>
            </p:nvPicPr>
            <p:blipFill>
              <a:blip r:embed="rId157"/>
              <a:stretch>
                <a:fillRect/>
              </a:stretch>
            </p:blipFill>
            <p:spPr>
              <a:xfrm>
                <a:off x="10808745" y="3785610"/>
                <a:ext cx="8568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4" name="Ink 93">
                <a:extLst>
                  <a:ext uri="{FF2B5EF4-FFF2-40B4-BE49-F238E27FC236}">
                    <a16:creationId xmlns:a16="http://schemas.microsoft.com/office/drawing/2014/main" id="{4934E722-BEC1-451D-7D5F-524587EAED39}"/>
                  </a:ext>
                </a:extLst>
              </p14:cNvPr>
              <p14:cNvContentPartPr/>
              <p14:nvPr/>
            </p14:nvContentPartPr>
            <p14:xfrm>
              <a:off x="11443785" y="3683730"/>
              <a:ext cx="70560" cy="79560"/>
            </p14:xfrm>
          </p:contentPart>
        </mc:Choice>
        <mc:Fallback xmlns="">
          <p:pic>
            <p:nvPicPr>
              <p:cNvPr id="94" name="Ink 93">
                <a:extLst>
                  <a:ext uri="{FF2B5EF4-FFF2-40B4-BE49-F238E27FC236}">
                    <a16:creationId xmlns:a16="http://schemas.microsoft.com/office/drawing/2014/main" id="{4934E722-BEC1-451D-7D5F-524587EAED39}"/>
                  </a:ext>
                </a:extLst>
              </p:cNvPr>
              <p:cNvPicPr/>
              <p:nvPr/>
            </p:nvPicPr>
            <p:blipFill>
              <a:blip r:embed="rId159"/>
              <a:stretch>
                <a:fillRect/>
              </a:stretch>
            </p:blipFill>
            <p:spPr>
              <a:xfrm>
                <a:off x="11437665" y="3677610"/>
                <a:ext cx="828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6" name="Ink 105">
                <a:extLst>
                  <a:ext uri="{FF2B5EF4-FFF2-40B4-BE49-F238E27FC236}">
                    <a16:creationId xmlns:a16="http://schemas.microsoft.com/office/drawing/2014/main" id="{2981FCF8-8581-AA9E-5B66-68CEEDE8C943}"/>
                  </a:ext>
                </a:extLst>
              </p14:cNvPr>
              <p14:cNvContentPartPr/>
              <p14:nvPr/>
            </p14:nvContentPartPr>
            <p14:xfrm>
              <a:off x="6412065" y="4650690"/>
              <a:ext cx="76680" cy="638280"/>
            </p14:xfrm>
          </p:contentPart>
        </mc:Choice>
        <mc:Fallback xmlns="">
          <p:pic>
            <p:nvPicPr>
              <p:cNvPr id="106" name="Ink 105">
                <a:extLst>
                  <a:ext uri="{FF2B5EF4-FFF2-40B4-BE49-F238E27FC236}">
                    <a16:creationId xmlns:a16="http://schemas.microsoft.com/office/drawing/2014/main" id="{2981FCF8-8581-AA9E-5B66-68CEEDE8C943}"/>
                  </a:ext>
                </a:extLst>
              </p:cNvPr>
              <p:cNvPicPr/>
              <p:nvPr/>
            </p:nvPicPr>
            <p:blipFill>
              <a:blip r:embed="rId161"/>
              <a:stretch>
                <a:fillRect/>
              </a:stretch>
            </p:blipFill>
            <p:spPr>
              <a:xfrm>
                <a:off x="6405945" y="4644570"/>
                <a:ext cx="88920" cy="6505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7" name="Ink 106">
                <a:extLst>
                  <a:ext uri="{FF2B5EF4-FFF2-40B4-BE49-F238E27FC236}">
                    <a16:creationId xmlns:a16="http://schemas.microsoft.com/office/drawing/2014/main" id="{54B4F9B4-1585-B18E-70F6-8C0B78570FD7}"/>
                  </a:ext>
                </a:extLst>
              </p14:cNvPr>
              <p14:cNvContentPartPr/>
              <p14:nvPr/>
            </p14:nvContentPartPr>
            <p14:xfrm>
              <a:off x="6569745" y="4379250"/>
              <a:ext cx="4586760" cy="284400"/>
            </p14:xfrm>
          </p:contentPart>
        </mc:Choice>
        <mc:Fallback xmlns="">
          <p:pic>
            <p:nvPicPr>
              <p:cNvPr id="107" name="Ink 106">
                <a:extLst>
                  <a:ext uri="{FF2B5EF4-FFF2-40B4-BE49-F238E27FC236}">
                    <a16:creationId xmlns:a16="http://schemas.microsoft.com/office/drawing/2014/main" id="{54B4F9B4-1585-B18E-70F6-8C0B78570FD7}"/>
                  </a:ext>
                </a:extLst>
              </p:cNvPr>
              <p:cNvPicPr/>
              <p:nvPr/>
            </p:nvPicPr>
            <p:blipFill>
              <a:blip r:embed="rId163"/>
              <a:stretch>
                <a:fillRect/>
              </a:stretch>
            </p:blipFill>
            <p:spPr>
              <a:xfrm>
                <a:off x="6563625" y="4373130"/>
                <a:ext cx="459900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9" name="Ink 108">
                <a:extLst>
                  <a:ext uri="{FF2B5EF4-FFF2-40B4-BE49-F238E27FC236}">
                    <a16:creationId xmlns:a16="http://schemas.microsoft.com/office/drawing/2014/main" id="{A9EC565D-EA62-8F05-F421-2C57A53515EE}"/>
                  </a:ext>
                </a:extLst>
              </p14:cNvPr>
              <p14:cNvContentPartPr/>
              <p14:nvPr/>
            </p14:nvContentPartPr>
            <p14:xfrm>
              <a:off x="6531945" y="5070450"/>
              <a:ext cx="3533400" cy="223560"/>
            </p14:xfrm>
          </p:contentPart>
        </mc:Choice>
        <mc:Fallback xmlns="">
          <p:pic>
            <p:nvPicPr>
              <p:cNvPr id="109" name="Ink 108">
                <a:extLst>
                  <a:ext uri="{FF2B5EF4-FFF2-40B4-BE49-F238E27FC236}">
                    <a16:creationId xmlns:a16="http://schemas.microsoft.com/office/drawing/2014/main" id="{A9EC565D-EA62-8F05-F421-2C57A53515EE}"/>
                  </a:ext>
                </a:extLst>
              </p:cNvPr>
              <p:cNvPicPr/>
              <p:nvPr/>
            </p:nvPicPr>
            <p:blipFill>
              <a:blip r:embed="rId165"/>
              <a:stretch>
                <a:fillRect/>
              </a:stretch>
            </p:blipFill>
            <p:spPr>
              <a:xfrm>
                <a:off x="6525825" y="5064330"/>
                <a:ext cx="35456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0" name="Ink 109">
                <a:extLst>
                  <a:ext uri="{FF2B5EF4-FFF2-40B4-BE49-F238E27FC236}">
                    <a16:creationId xmlns:a16="http://schemas.microsoft.com/office/drawing/2014/main" id="{1CDE6B2F-834B-97A3-7FF2-BDDB166D7BE5}"/>
                  </a:ext>
                </a:extLst>
              </p14:cNvPr>
              <p14:cNvContentPartPr/>
              <p14:nvPr/>
            </p14:nvContentPartPr>
            <p14:xfrm>
              <a:off x="10124385" y="4555650"/>
              <a:ext cx="214200" cy="845280"/>
            </p14:xfrm>
          </p:contentPart>
        </mc:Choice>
        <mc:Fallback xmlns="">
          <p:pic>
            <p:nvPicPr>
              <p:cNvPr id="110" name="Ink 109">
                <a:extLst>
                  <a:ext uri="{FF2B5EF4-FFF2-40B4-BE49-F238E27FC236}">
                    <a16:creationId xmlns:a16="http://schemas.microsoft.com/office/drawing/2014/main" id="{1CDE6B2F-834B-97A3-7FF2-BDDB166D7BE5}"/>
                  </a:ext>
                </a:extLst>
              </p:cNvPr>
              <p:cNvPicPr/>
              <p:nvPr/>
            </p:nvPicPr>
            <p:blipFill>
              <a:blip r:embed="rId167"/>
              <a:stretch>
                <a:fillRect/>
              </a:stretch>
            </p:blipFill>
            <p:spPr>
              <a:xfrm>
                <a:off x="10118265" y="4549530"/>
                <a:ext cx="226440" cy="8575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2" name="Ink 111">
                <a:extLst>
                  <a:ext uri="{FF2B5EF4-FFF2-40B4-BE49-F238E27FC236}">
                    <a16:creationId xmlns:a16="http://schemas.microsoft.com/office/drawing/2014/main" id="{0F595C7B-8852-8B55-3C4E-3C1464A36312}"/>
                  </a:ext>
                </a:extLst>
              </p14:cNvPr>
              <p14:cNvContentPartPr/>
              <p14:nvPr/>
            </p14:nvContentPartPr>
            <p14:xfrm>
              <a:off x="7215585" y="4604250"/>
              <a:ext cx="138600" cy="859320"/>
            </p14:xfrm>
          </p:contentPart>
        </mc:Choice>
        <mc:Fallback xmlns="">
          <p:pic>
            <p:nvPicPr>
              <p:cNvPr id="112" name="Ink 111">
                <a:extLst>
                  <a:ext uri="{FF2B5EF4-FFF2-40B4-BE49-F238E27FC236}">
                    <a16:creationId xmlns:a16="http://schemas.microsoft.com/office/drawing/2014/main" id="{0F595C7B-8852-8B55-3C4E-3C1464A36312}"/>
                  </a:ext>
                </a:extLst>
              </p:cNvPr>
              <p:cNvPicPr/>
              <p:nvPr/>
            </p:nvPicPr>
            <p:blipFill>
              <a:blip r:embed="rId169"/>
              <a:stretch>
                <a:fillRect/>
              </a:stretch>
            </p:blipFill>
            <p:spPr>
              <a:xfrm>
                <a:off x="7209465" y="4598130"/>
                <a:ext cx="150840" cy="8715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4" name="Ink 113">
                <a:extLst>
                  <a:ext uri="{FF2B5EF4-FFF2-40B4-BE49-F238E27FC236}">
                    <a16:creationId xmlns:a16="http://schemas.microsoft.com/office/drawing/2014/main" id="{54EEF9F9-B43B-7409-EDCC-11CC3A5643F3}"/>
                  </a:ext>
                </a:extLst>
              </p14:cNvPr>
              <p14:cNvContentPartPr/>
              <p14:nvPr/>
            </p14:nvContentPartPr>
            <p14:xfrm>
              <a:off x="6604305" y="4665090"/>
              <a:ext cx="209160" cy="480600"/>
            </p14:xfrm>
          </p:contentPart>
        </mc:Choice>
        <mc:Fallback xmlns="">
          <p:pic>
            <p:nvPicPr>
              <p:cNvPr id="114" name="Ink 113">
                <a:extLst>
                  <a:ext uri="{FF2B5EF4-FFF2-40B4-BE49-F238E27FC236}">
                    <a16:creationId xmlns:a16="http://schemas.microsoft.com/office/drawing/2014/main" id="{54EEF9F9-B43B-7409-EDCC-11CC3A5643F3}"/>
                  </a:ext>
                </a:extLst>
              </p:cNvPr>
              <p:cNvPicPr/>
              <p:nvPr/>
            </p:nvPicPr>
            <p:blipFill>
              <a:blip r:embed="rId171"/>
              <a:stretch>
                <a:fillRect/>
              </a:stretch>
            </p:blipFill>
            <p:spPr>
              <a:xfrm>
                <a:off x="6598185" y="4658970"/>
                <a:ext cx="221400" cy="4928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5" name="Ink 114">
                <a:extLst>
                  <a:ext uri="{FF2B5EF4-FFF2-40B4-BE49-F238E27FC236}">
                    <a16:creationId xmlns:a16="http://schemas.microsoft.com/office/drawing/2014/main" id="{114FCE9D-D149-7EA2-FCC3-406EDDC24A33}"/>
                  </a:ext>
                </a:extLst>
              </p14:cNvPr>
              <p14:cNvContentPartPr/>
              <p14:nvPr/>
            </p14:nvContentPartPr>
            <p14:xfrm>
              <a:off x="6912465" y="4935450"/>
              <a:ext cx="177840" cy="190080"/>
            </p14:xfrm>
          </p:contentPart>
        </mc:Choice>
        <mc:Fallback xmlns="">
          <p:pic>
            <p:nvPicPr>
              <p:cNvPr id="115" name="Ink 114">
                <a:extLst>
                  <a:ext uri="{FF2B5EF4-FFF2-40B4-BE49-F238E27FC236}">
                    <a16:creationId xmlns:a16="http://schemas.microsoft.com/office/drawing/2014/main" id="{114FCE9D-D149-7EA2-FCC3-406EDDC24A33}"/>
                  </a:ext>
                </a:extLst>
              </p:cNvPr>
              <p:cNvPicPr/>
              <p:nvPr/>
            </p:nvPicPr>
            <p:blipFill>
              <a:blip r:embed="rId173"/>
              <a:stretch>
                <a:fillRect/>
              </a:stretch>
            </p:blipFill>
            <p:spPr>
              <a:xfrm>
                <a:off x="6906345" y="4929330"/>
                <a:ext cx="1900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6" name="Ink 115">
                <a:extLst>
                  <a:ext uri="{FF2B5EF4-FFF2-40B4-BE49-F238E27FC236}">
                    <a16:creationId xmlns:a16="http://schemas.microsoft.com/office/drawing/2014/main" id="{F96C0021-B152-F2B4-2ADE-B2BB76BAB385}"/>
                  </a:ext>
                </a:extLst>
              </p14:cNvPr>
              <p14:cNvContentPartPr/>
              <p14:nvPr/>
            </p14:nvContentPartPr>
            <p14:xfrm>
              <a:off x="7117305" y="5065050"/>
              <a:ext cx="16200" cy="7560"/>
            </p14:xfrm>
          </p:contentPart>
        </mc:Choice>
        <mc:Fallback xmlns="">
          <p:pic>
            <p:nvPicPr>
              <p:cNvPr id="116" name="Ink 115">
                <a:extLst>
                  <a:ext uri="{FF2B5EF4-FFF2-40B4-BE49-F238E27FC236}">
                    <a16:creationId xmlns:a16="http://schemas.microsoft.com/office/drawing/2014/main" id="{F96C0021-B152-F2B4-2ADE-B2BB76BAB385}"/>
                  </a:ext>
                </a:extLst>
              </p:cNvPr>
              <p:cNvPicPr/>
              <p:nvPr/>
            </p:nvPicPr>
            <p:blipFill>
              <a:blip r:embed="rId175"/>
              <a:stretch>
                <a:fillRect/>
              </a:stretch>
            </p:blipFill>
            <p:spPr>
              <a:xfrm>
                <a:off x="7111185" y="5058930"/>
                <a:ext cx="284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7" name="Ink 116">
                <a:extLst>
                  <a:ext uri="{FF2B5EF4-FFF2-40B4-BE49-F238E27FC236}">
                    <a16:creationId xmlns:a16="http://schemas.microsoft.com/office/drawing/2014/main" id="{07B11E72-989D-11DC-0C87-8FA7CA12CC56}"/>
                  </a:ext>
                </a:extLst>
              </p14:cNvPr>
              <p14:cNvContentPartPr/>
              <p14:nvPr/>
            </p14:nvContentPartPr>
            <p14:xfrm>
              <a:off x="6431505" y="5157930"/>
              <a:ext cx="430200" cy="631080"/>
            </p14:xfrm>
          </p:contentPart>
        </mc:Choice>
        <mc:Fallback xmlns="">
          <p:pic>
            <p:nvPicPr>
              <p:cNvPr id="117" name="Ink 116">
                <a:extLst>
                  <a:ext uri="{FF2B5EF4-FFF2-40B4-BE49-F238E27FC236}">
                    <a16:creationId xmlns:a16="http://schemas.microsoft.com/office/drawing/2014/main" id="{07B11E72-989D-11DC-0C87-8FA7CA12CC56}"/>
                  </a:ext>
                </a:extLst>
              </p:cNvPr>
              <p:cNvPicPr/>
              <p:nvPr/>
            </p:nvPicPr>
            <p:blipFill>
              <a:blip r:embed="rId177"/>
              <a:stretch>
                <a:fillRect/>
              </a:stretch>
            </p:blipFill>
            <p:spPr>
              <a:xfrm>
                <a:off x="6425385" y="5151810"/>
                <a:ext cx="442440" cy="6433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8" name="Ink 117">
                <a:extLst>
                  <a:ext uri="{FF2B5EF4-FFF2-40B4-BE49-F238E27FC236}">
                    <a16:creationId xmlns:a16="http://schemas.microsoft.com/office/drawing/2014/main" id="{5F582171-6713-1BB7-2121-4E37F7338888}"/>
                  </a:ext>
                </a:extLst>
              </p14:cNvPr>
              <p14:cNvContentPartPr/>
              <p14:nvPr/>
            </p14:nvContentPartPr>
            <p14:xfrm>
              <a:off x="6544545" y="5147130"/>
              <a:ext cx="285120" cy="150840"/>
            </p14:xfrm>
          </p:contentPart>
        </mc:Choice>
        <mc:Fallback xmlns="">
          <p:pic>
            <p:nvPicPr>
              <p:cNvPr id="118" name="Ink 117">
                <a:extLst>
                  <a:ext uri="{FF2B5EF4-FFF2-40B4-BE49-F238E27FC236}">
                    <a16:creationId xmlns:a16="http://schemas.microsoft.com/office/drawing/2014/main" id="{5F582171-6713-1BB7-2121-4E37F7338888}"/>
                  </a:ext>
                </a:extLst>
              </p:cNvPr>
              <p:cNvPicPr/>
              <p:nvPr/>
            </p:nvPicPr>
            <p:blipFill>
              <a:blip r:embed="rId179"/>
              <a:stretch>
                <a:fillRect/>
              </a:stretch>
            </p:blipFill>
            <p:spPr>
              <a:xfrm>
                <a:off x="6538425" y="5141010"/>
                <a:ext cx="2973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9" name="Ink 118">
                <a:extLst>
                  <a:ext uri="{FF2B5EF4-FFF2-40B4-BE49-F238E27FC236}">
                    <a16:creationId xmlns:a16="http://schemas.microsoft.com/office/drawing/2014/main" id="{DE0E359D-D263-5A19-E71F-16B5F397BBD7}"/>
                  </a:ext>
                </a:extLst>
              </p14:cNvPr>
              <p14:cNvContentPartPr/>
              <p14:nvPr/>
            </p14:nvContentPartPr>
            <p14:xfrm>
              <a:off x="6806265" y="5178450"/>
              <a:ext cx="172800" cy="87840"/>
            </p14:xfrm>
          </p:contentPart>
        </mc:Choice>
        <mc:Fallback xmlns="">
          <p:pic>
            <p:nvPicPr>
              <p:cNvPr id="119" name="Ink 118">
                <a:extLst>
                  <a:ext uri="{FF2B5EF4-FFF2-40B4-BE49-F238E27FC236}">
                    <a16:creationId xmlns:a16="http://schemas.microsoft.com/office/drawing/2014/main" id="{DE0E359D-D263-5A19-E71F-16B5F397BBD7}"/>
                  </a:ext>
                </a:extLst>
              </p:cNvPr>
              <p:cNvPicPr/>
              <p:nvPr/>
            </p:nvPicPr>
            <p:blipFill>
              <a:blip r:embed="rId181"/>
              <a:stretch>
                <a:fillRect/>
              </a:stretch>
            </p:blipFill>
            <p:spPr>
              <a:xfrm>
                <a:off x="6800145" y="5172330"/>
                <a:ext cx="1850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1" name="Ink 120">
                <a:extLst>
                  <a:ext uri="{FF2B5EF4-FFF2-40B4-BE49-F238E27FC236}">
                    <a16:creationId xmlns:a16="http://schemas.microsoft.com/office/drawing/2014/main" id="{A6B33ADF-5EA6-6FF2-C195-9C8619A04353}"/>
                  </a:ext>
                </a:extLst>
              </p14:cNvPr>
              <p14:cNvContentPartPr/>
              <p14:nvPr/>
            </p14:nvContentPartPr>
            <p14:xfrm>
              <a:off x="5710425" y="5925090"/>
              <a:ext cx="490680" cy="324360"/>
            </p14:xfrm>
          </p:contentPart>
        </mc:Choice>
        <mc:Fallback xmlns="">
          <p:pic>
            <p:nvPicPr>
              <p:cNvPr id="121" name="Ink 120">
                <a:extLst>
                  <a:ext uri="{FF2B5EF4-FFF2-40B4-BE49-F238E27FC236}">
                    <a16:creationId xmlns:a16="http://schemas.microsoft.com/office/drawing/2014/main" id="{A6B33ADF-5EA6-6FF2-C195-9C8619A04353}"/>
                  </a:ext>
                </a:extLst>
              </p:cNvPr>
              <p:cNvPicPr/>
              <p:nvPr/>
            </p:nvPicPr>
            <p:blipFill>
              <a:blip r:embed="rId183"/>
              <a:stretch>
                <a:fillRect/>
              </a:stretch>
            </p:blipFill>
            <p:spPr>
              <a:xfrm>
                <a:off x="5704305" y="5918970"/>
                <a:ext cx="50292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2" name="Ink 121">
                <a:extLst>
                  <a:ext uri="{FF2B5EF4-FFF2-40B4-BE49-F238E27FC236}">
                    <a16:creationId xmlns:a16="http://schemas.microsoft.com/office/drawing/2014/main" id="{039D047C-4D0F-2FA2-D5DF-F98F18758CA1}"/>
                  </a:ext>
                </a:extLst>
              </p14:cNvPr>
              <p14:cNvContentPartPr/>
              <p14:nvPr/>
            </p14:nvContentPartPr>
            <p14:xfrm>
              <a:off x="6270225" y="5954970"/>
              <a:ext cx="97560" cy="114480"/>
            </p14:xfrm>
          </p:contentPart>
        </mc:Choice>
        <mc:Fallback xmlns="">
          <p:pic>
            <p:nvPicPr>
              <p:cNvPr id="122" name="Ink 121">
                <a:extLst>
                  <a:ext uri="{FF2B5EF4-FFF2-40B4-BE49-F238E27FC236}">
                    <a16:creationId xmlns:a16="http://schemas.microsoft.com/office/drawing/2014/main" id="{039D047C-4D0F-2FA2-D5DF-F98F18758CA1}"/>
                  </a:ext>
                </a:extLst>
              </p:cNvPr>
              <p:cNvPicPr/>
              <p:nvPr/>
            </p:nvPicPr>
            <p:blipFill>
              <a:blip r:embed="rId185"/>
              <a:stretch>
                <a:fillRect/>
              </a:stretch>
            </p:blipFill>
            <p:spPr>
              <a:xfrm>
                <a:off x="6264105" y="5948850"/>
                <a:ext cx="10980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3" name="Ink 122">
                <a:extLst>
                  <a:ext uri="{FF2B5EF4-FFF2-40B4-BE49-F238E27FC236}">
                    <a16:creationId xmlns:a16="http://schemas.microsoft.com/office/drawing/2014/main" id="{65DA6A71-D155-4170-82FE-26137AB41071}"/>
                  </a:ext>
                </a:extLst>
              </p14:cNvPr>
              <p14:cNvContentPartPr/>
              <p14:nvPr/>
            </p14:nvContentPartPr>
            <p14:xfrm>
              <a:off x="7661625" y="4773090"/>
              <a:ext cx="136080" cy="365760"/>
            </p14:xfrm>
          </p:contentPart>
        </mc:Choice>
        <mc:Fallback xmlns="">
          <p:pic>
            <p:nvPicPr>
              <p:cNvPr id="123" name="Ink 122">
                <a:extLst>
                  <a:ext uri="{FF2B5EF4-FFF2-40B4-BE49-F238E27FC236}">
                    <a16:creationId xmlns:a16="http://schemas.microsoft.com/office/drawing/2014/main" id="{65DA6A71-D155-4170-82FE-26137AB41071}"/>
                  </a:ext>
                </a:extLst>
              </p:cNvPr>
              <p:cNvPicPr/>
              <p:nvPr/>
            </p:nvPicPr>
            <p:blipFill>
              <a:blip r:embed="rId187"/>
              <a:stretch>
                <a:fillRect/>
              </a:stretch>
            </p:blipFill>
            <p:spPr>
              <a:xfrm>
                <a:off x="7655505" y="4766970"/>
                <a:ext cx="14832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4" name="Ink 123">
                <a:extLst>
                  <a:ext uri="{FF2B5EF4-FFF2-40B4-BE49-F238E27FC236}">
                    <a16:creationId xmlns:a16="http://schemas.microsoft.com/office/drawing/2014/main" id="{5C88F7DC-BA2F-08E6-C932-300B474B4075}"/>
                  </a:ext>
                </a:extLst>
              </p14:cNvPr>
              <p14:cNvContentPartPr/>
              <p14:nvPr/>
            </p14:nvContentPartPr>
            <p14:xfrm>
              <a:off x="7838385" y="4673370"/>
              <a:ext cx="177480" cy="93960"/>
            </p14:xfrm>
          </p:contentPart>
        </mc:Choice>
        <mc:Fallback xmlns="">
          <p:pic>
            <p:nvPicPr>
              <p:cNvPr id="124" name="Ink 123">
                <a:extLst>
                  <a:ext uri="{FF2B5EF4-FFF2-40B4-BE49-F238E27FC236}">
                    <a16:creationId xmlns:a16="http://schemas.microsoft.com/office/drawing/2014/main" id="{5C88F7DC-BA2F-08E6-C932-300B474B4075}"/>
                  </a:ext>
                </a:extLst>
              </p:cNvPr>
              <p:cNvPicPr/>
              <p:nvPr/>
            </p:nvPicPr>
            <p:blipFill>
              <a:blip r:embed="rId189"/>
              <a:stretch>
                <a:fillRect/>
              </a:stretch>
            </p:blipFill>
            <p:spPr>
              <a:xfrm>
                <a:off x="7832265" y="4667250"/>
                <a:ext cx="18972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5" name="Ink 124">
                <a:extLst>
                  <a:ext uri="{FF2B5EF4-FFF2-40B4-BE49-F238E27FC236}">
                    <a16:creationId xmlns:a16="http://schemas.microsoft.com/office/drawing/2014/main" id="{C1FDDA6B-5327-6991-DCF6-0DC89A1CAFDE}"/>
                  </a:ext>
                </a:extLst>
              </p14:cNvPr>
              <p14:cNvContentPartPr/>
              <p14:nvPr/>
            </p14:nvContentPartPr>
            <p14:xfrm>
              <a:off x="7618425" y="4688850"/>
              <a:ext cx="341640" cy="87840"/>
            </p14:xfrm>
          </p:contentPart>
        </mc:Choice>
        <mc:Fallback xmlns="">
          <p:pic>
            <p:nvPicPr>
              <p:cNvPr id="125" name="Ink 124">
                <a:extLst>
                  <a:ext uri="{FF2B5EF4-FFF2-40B4-BE49-F238E27FC236}">
                    <a16:creationId xmlns:a16="http://schemas.microsoft.com/office/drawing/2014/main" id="{C1FDDA6B-5327-6991-DCF6-0DC89A1CAFDE}"/>
                  </a:ext>
                </a:extLst>
              </p:cNvPr>
              <p:cNvPicPr/>
              <p:nvPr/>
            </p:nvPicPr>
            <p:blipFill>
              <a:blip r:embed="rId191"/>
              <a:stretch>
                <a:fillRect/>
              </a:stretch>
            </p:blipFill>
            <p:spPr>
              <a:xfrm>
                <a:off x="7612305" y="4682730"/>
                <a:ext cx="3538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6" name="Ink 125">
                <a:extLst>
                  <a:ext uri="{FF2B5EF4-FFF2-40B4-BE49-F238E27FC236}">
                    <a16:creationId xmlns:a16="http://schemas.microsoft.com/office/drawing/2014/main" id="{452121EA-1740-FF5A-4834-286ADD32DDBE}"/>
                  </a:ext>
                </a:extLst>
              </p14:cNvPr>
              <p14:cNvContentPartPr/>
              <p14:nvPr/>
            </p14:nvContentPartPr>
            <p14:xfrm>
              <a:off x="7870425" y="4934370"/>
              <a:ext cx="671400" cy="183600"/>
            </p14:xfrm>
          </p:contentPart>
        </mc:Choice>
        <mc:Fallback xmlns="">
          <p:pic>
            <p:nvPicPr>
              <p:cNvPr id="126" name="Ink 125">
                <a:extLst>
                  <a:ext uri="{FF2B5EF4-FFF2-40B4-BE49-F238E27FC236}">
                    <a16:creationId xmlns:a16="http://schemas.microsoft.com/office/drawing/2014/main" id="{452121EA-1740-FF5A-4834-286ADD32DDBE}"/>
                  </a:ext>
                </a:extLst>
              </p:cNvPr>
              <p:cNvPicPr/>
              <p:nvPr/>
            </p:nvPicPr>
            <p:blipFill>
              <a:blip r:embed="rId193"/>
              <a:stretch>
                <a:fillRect/>
              </a:stretch>
            </p:blipFill>
            <p:spPr>
              <a:xfrm>
                <a:off x="7864305" y="4928250"/>
                <a:ext cx="6836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7" name="Ink 126">
                <a:extLst>
                  <a:ext uri="{FF2B5EF4-FFF2-40B4-BE49-F238E27FC236}">
                    <a16:creationId xmlns:a16="http://schemas.microsoft.com/office/drawing/2014/main" id="{E6186B93-EE65-CCCE-64EE-CEBB8AFCDED8}"/>
                  </a:ext>
                </a:extLst>
              </p14:cNvPr>
              <p14:cNvContentPartPr/>
              <p14:nvPr/>
            </p14:nvContentPartPr>
            <p14:xfrm>
              <a:off x="8896785" y="4925370"/>
              <a:ext cx="31320" cy="3600"/>
            </p14:xfrm>
          </p:contentPart>
        </mc:Choice>
        <mc:Fallback xmlns="">
          <p:pic>
            <p:nvPicPr>
              <p:cNvPr id="127" name="Ink 126">
                <a:extLst>
                  <a:ext uri="{FF2B5EF4-FFF2-40B4-BE49-F238E27FC236}">
                    <a16:creationId xmlns:a16="http://schemas.microsoft.com/office/drawing/2014/main" id="{E6186B93-EE65-CCCE-64EE-CEBB8AFCDED8}"/>
                  </a:ext>
                </a:extLst>
              </p:cNvPr>
              <p:cNvPicPr/>
              <p:nvPr/>
            </p:nvPicPr>
            <p:blipFill>
              <a:blip r:embed="rId195"/>
              <a:stretch>
                <a:fillRect/>
              </a:stretch>
            </p:blipFill>
            <p:spPr>
              <a:xfrm>
                <a:off x="8890665" y="4919250"/>
                <a:ext cx="435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8" name="Ink 127">
                <a:extLst>
                  <a:ext uri="{FF2B5EF4-FFF2-40B4-BE49-F238E27FC236}">
                    <a16:creationId xmlns:a16="http://schemas.microsoft.com/office/drawing/2014/main" id="{D09905E7-AF7A-03EE-DE6A-FFD82D68BAD4}"/>
                  </a:ext>
                </a:extLst>
              </p14:cNvPr>
              <p14:cNvContentPartPr/>
              <p14:nvPr/>
            </p14:nvContentPartPr>
            <p14:xfrm>
              <a:off x="9222585" y="4847250"/>
              <a:ext cx="98640" cy="55800"/>
            </p14:xfrm>
          </p:contentPart>
        </mc:Choice>
        <mc:Fallback xmlns="">
          <p:pic>
            <p:nvPicPr>
              <p:cNvPr id="128" name="Ink 127">
                <a:extLst>
                  <a:ext uri="{FF2B5EF4-FFF2-40B4-BE49-F238E27FC236}">
                    <a16:creationId xmlns:a16="http://schemas.microsoft.com/office/drawing/2014/main" id="{D09905E7-AF7A-03EE-DE6A-FFD82D68BAD4}"/>
                  </a:ext>
                </a:extLst>
              </p:cNvPr>
              <p:cNvPicPr/>
              <p:nvPr/>
            </p:nvPicPr>
            <p:blipFill>
              <a:blip r:embed="rId197"/>
              <a:stretch>
                <a:fillRect/>
              </a:stretch>
            </p:blipFill>
            <p:spPr>
              <a:xfrm>
                <a:off x="9216465" y="4841130"/>
                <a:ext cx="11088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0" name="Ink 129">
                <a:extLst>
                  <a:ext uri="{FF2B5EF4-FFF2-40B4-BE49-F238E27FC236}">
                    <a16:creationId xmlns:a16="http://schemas.microsoft.com/office/drawing/2014/main" id="{6446D5FF-89D3-A123-5D77-AF959727447B}"/>
                  </a:ext>
                </a:extLst>
              </p14:cNvPr>
              <p14:cNvContentPartPr/>
              <p14:nvPr/>
            </p14:nvContentPartPr>
            <p14:xfrm>
              <a:off x="7822905" y="5784690"/>
              <a:ext cx="228600" cy="299160"/>
            </p14:xfrm>
          </p:contentPart>
        </mc:Choice>
        <mc:Fallback xmlns="">
          <p:pic>
            <p:nvPicPr>
              <p:cNvPr id="130" name="Ink 129">
                <a:extLst>
                  <a:ext uri="{FF2B5EF4-FFF2-40B4-BE49-F238E27FC236}">
                    <a16:creationId xmlns:a16="http://schemas.microsoft.com/office/drawing/2014/main" id="{6446D5FF-89D3-A123-5D77-AF959727447B}"/>
                  </a:ext>
                </a:extLst>
              </p:cNvPr>
              <p:cNvPicPr/>
              <p:nvPr/>
            </p:nvPicPr>
            <p:blipFill>
              <a:blip r:embed="rId199"/>
              <a:stretch>
                <a:fillRect/>
              </a:stretch>
            </p:blipFill>
            <p:spPr>
              <a:xfrm>
                <a:off x="7816785" y="5778570"/>
                <a:ext cx="24084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1" name="Ink 130">
                <a:extLst>
                  <a:ext uri="{FF2B5EF4-FFF2-40B4-BE49-F238E27FC236}">
                    <a16:creationId xmlns:a16="http://schemas.microsoft.com/office/drawing/2014/main" id="{FD259EF9-B19F-AA01-932A-C1D4136C1D8A}"/>
                  </a:ext>
                </a:extLst>
              </p14:cNvPr>
              <p14:cNvContentPartPr/>
              <p14:nvPr/>
            </p14:nvContentPartPr>
            <p14:xfrm>
              <a:off x="8132145" y="5952810"/>
              <a:ext cx="131760" cy="148680"/>
            </p14:xfrm>
          </p:contentPart>
        </mc:Choice>
        <mc:Fallback xmlns="">
          <p:pic>
            <p:nvPicPr>
              <p:cNvPr id="131" name="Ink 130">
                <a:extLst>
                  <a:ext uri="{FF2B5EF4-FFF2-40B4-BE49-F238E27FC236}">
                    <a16:creationId xmlns:a16="http://schemas.microsoft.com/office/drawing/2014/main" id="{FD259EF9-B19F-AA01-932A-C1D4136C1D8A}"/>
                  </a:ext>
                </a:extLst>
              </p:cNvPr>
              <p:cNvPicPr/>
              <p:nvPr/>
            </p:nvPicPr>
            <p:blipFill>
              <a:blip r:embed="rId201"/>
              <a:stretch>
                <a:fillRect/>
              </a:stretch>
            </p:blipFill>
            <p:spPr>
              <a:xfrm>
                <a:off x="8126025" y="5946690"/>
                <a:ext cx="14400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2" name="Ink 131">
                <a:extLst>
                  <a:ext uri="{FF2B5EF4-FFF2-40B4-BE49-F238E27FC236}">
                    <a16:creationId xmlns:a16="http://schemas.microsoft.com/office/drawing/2014/main" id="{A22385FC-AE2D-42AB-8F93-8A5CCF35B921}"/>
                  </a:ext>
                </a:extLst>
              </p14:cNvPr>
              <p14:cNvContentPartPr/>
              <p14:nvPr/>
            </p14:nvContentPartPr>
            <p14:xfrm>
              <a:off x="7533465" y="5773890"/>
              <a:ext cx="82800" cy="407880"/>
            </p14:xfrm>
          </p:contentPart>
        </mc:Choice>
        <mc:Fallback xmlns="">
          <p:pic>
            <p:nvPicPr>
              <p:cNvPr id="132" name="Ink 131">
                <a:extLst>
                  <a:ext uri="{FF2B5EF4-FFF2-40B4-BE49-F238E27FC236}">
                    <a16:creationId xmlns:a16="http://schemas.microsoft.com/office/drawing/2014/main" id="{A22385FC-AE2D-42AB-8F93-8A5CCF35B921}"/>
                  </a:ext>
                </a:extLst>
              </p:cNvPr>
              <p:cNvPicPr/>
              <p:nvPr/>
            </p:nvPicPr>
            <p:blipFill>
              <a:blip r:embed="rId203"/>
              <a:stretch>
                <a:fillRect/>
              </a:stretch>
            </p:blipFill>
            <p:spPr>
              <a:xfrm>
                <a:off x="7527345" y="5767770"/>
                <a:ext cx="95040" cy="4201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4" name="Ink 133">
                <a:extLst>
                  <a:ext uri="{FF2B5EF4-FFF2-40B4-BE49-F238E27FC236}">
                    <a16:creationId xmlns:a16="http://schemas.microsoft.com/office/drawing/2014/main" id="{B4C453F7-9937-9F53-1404-91435DC01AC2}"/>
                  </a:ext>
                </a:extLst>
              </p14:cNvPr>
              <p14:cNvContentPartPr/>
              <p14:nvPr/>
            </p14:nvContentPartPr>
            <p14:xfrm>
              <a:off x="7256625" y="5465370"/>
              <a:ext cx="2469960" cy="1001160"/>
            </p14:xfrm>
          </p:contentPart>
        </mc:Choice>
        <mc:Fallback xmlns="">
          <p:pic>
            <p:nvPicPr>
              <p:cNvPr id="134" name="Ink 133">
                <a:extLst>
                  <a:ext uri="{FF2B5EF4-FFF2-40B4-BE49-F238E27FC236}">
                    <a16:creationId xmlns:a16="http://schemas.microsoft.com/office/drawing/2014/main" id="{B4C453F7-9937-9F53-1404-91435DC01AC2}"/>
                  </a:ext>
                </a:extLst>
              </p:cNvPr>
              <p:cNvPicPr/>
              <p:nvPr/>
            </p:nvPicPr>
            <p:blipFill>
              <a:blip r:embed="rId205"/>
              <a:stretch>
                <a:fillRect/>
              </a:stretch>
            </p:blipFill>
            <p:spPr>
              <a:xfrm>
                <a:off x="7250505" y="5459250"/>
                <a:ext cx="2482200" cy="10134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5" name="Ink 134">
                <a:extLst>
                  <a:ext uri="{FF2B5EF4-FFF2-40B4-BE49-F238E27FC236}">
                    <a16:creationId xmlns:a16="http://schemas.microsoft.com/office/drawing/2014/main" id="{FC891231-0273-2920-D44C-78D47DE8971E}"/>
                  </a:ext>
                </a:extLst>
              </p14:cNvPr>
              <p14:cNvContentPartPr/>
              <p14:nvPr/>
            </p14:nvContentPartPr>
            <p14:xfrm>
              <a:off x="8238705" y="5508570"/>
              <a:ext cx="519120" cy="995040"/>
            </p14:xfrm>
          </p:contentPart>
        </mc:Choice>
        <mc:Fallback xmlns="">
          <p:pic>
            <p:nvPicPr>
              <p:cNvPr id="135" name="Ink 134">
                <a:extLst>
                  <a:ext uri="{FF2B5EF4-FFF2-40B4-BE49-F238E27FC236}">
                    <a16:creationId xmlns:a16="http://schemas.microsoft.com/office/drawing/2014/main" id="{FC891231-0273-2920-D44C-78D47DE8971E}"/>
                  </a:ext>
                </a:extLst>
              </p:cNvPr>
              <p:cNvPicPr/>
              <p:nvPr/>
            </p:nvPicPr>
            <p:blipFill>
              <a:blip r:embed="rId207"/>
              <a:stretch>
                <a:fillRect/>
              </a:stretch>
            </p:blipFill>
            <p:spPr>
              <a:xfrm>
                <a:off x="8232585" y="5502450"/>
                <a:ext cx="531360" cy="10072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7" name="Ink 136">
                <a:extLst>
                  <a:ext uri="{FF2B5EF4-FFF2-40B4-BE49-F238E27FC236}">
                    <a16:creationId xmlns:a16="http://schemas.microsoft.com/office/drawing/2014/main" id="{A666D3D7-5E39-033C-CB37-5EA387C36E0C}"/>
                  </a:ext>
                </a:extLst>
              </p14:cNvPr>
              <p14:cNvContentPartPr/>
              <p14:nvPr/>
            </p14:nvContentPartPr>
            <p14:xfrm>
              <a:off x="6878265" y="6003570"/>
              <a:ext cx="744480" cy="144000"/>
            </p14:xfrm>
          </p:contentPart>
        </mc:Choice>
        <mc:Fallback xmlns="">
          <p:pic>
            <p:nvPicPr>
              <p:cNvPr id="137" name="Ink 136">
                <a:extLst>
                  <a:ext uri="{FF2B5EF4-FFF2-40B4-BE49-F238E27FC236}">
                    <a16:creationId xmlns:a16="http://schemas.microsoft.com/office/drawing/2014/main" id="{A666D3D7-5E39-033C-CB37-5EA387C36E0C}"/>
                  </a:ext>
                </a:extLst>
              </p:cNvPr>
              <p:cNvPicPr/>
              <p:nvPr/>
            </p:nvPicPr>
            <p:blipFill>
              <a:blip r:embed="rId209"/>
              <a:stretch>
                <a:fillRect/>
              </a:stretch>
            </p:blipFill>
            <p:spPr>
              <a:xfrm>
                <a:off x="6872145" y="5997450"/>
                <a:ext cx="75672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8" name="Ink 137">
                <a:extLst>
                  <a:ext uri="{FF2B5EF4-FFF2-40B4-BE49-F238E27FC236}">
                    <a16:creationId xmlns:a16="http://schemas.microsoft.com/office/drawing/2014/main" id="{F492189E-7F95-C152-5306-CE782F581662}"/>
                  </a:ext>
                </a:extLst>
              </p14:cNvPr>
              <p14:cNvContentPartPr/>
              <p14:nvPr/>
            </p14:nvContentPartPr>
            <p14:xfrm>
              <a:off x="6701865" y="6078450"/>
              <a:ext cx="436320" cy="464040"/>
            </p14:xfrm>
          </p:contentPart>
        </mc:Choice>
        <mc:Fallback xmlns="">
          <p:pic>
            <p:nvPicPr>
              <p:cNvPr id="138" name="Ink 137">
                <a:extLst>
                  <a:ext uri="{FF2B5EF4-FFF2-40B4-BE49-F238E27FC236}">
                    <a16:creationId xmlns:a16="http://schemas.microsoft.com/office/drawing/2014/main" id="{F492189E-7F95-C152-5306-CE782F581662}"/>
                  </a:ext>
                </a:extLst>
              </p:cNvPr>
              <p:cNvPicPr/>
              <p:nvPr/>
            </p:nvPicPr>
            <p:blipFill>
              <a:blip r:embed="rId211"/>
              <a:stretch>
                <a:fillRect/>
              </a:stretch>
            </p:blipFill>
            <p:spPr>
              <a:xfrm>
                <a:off x="6695745" y="6072330"/>
                <a:ext cx="448560" cy="4762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0" name="Ink 139">
                <a:extLst>
                  <a:ext uri="{FF2B5EF4-FFF2-40B4-BE49-F238E27FC236}">
                    <a16:creationId xmlns:a16="http://schemas.microsoft.com/office/drawing/2014/main" id="{08B1F992-3247-961A-AB8C-F46153BC6B93}"/>
                  </a:ext>
                </a:extLst>
              </p14:cNvPr>
              <p14:cNvContentPartPr/>
              <p14:nvPr/>
            </p14:nvContentPartPr>
            <p14:xfrm>
              <a:off x="8963745" y="5873970"/>
              <a:ext cx="458280" cy="236520"/>
            </p14:xfrm>
          </p:contentPart>
        </mc:Choice>
        <mc:Fallback xmlns="">
          <p:pic>
            <p:nvPicPr>
              <p:cNvPr id="140" name="Ink 139">
                <a:extLst>
                  <a:ext uri="{FF2B5EF4-FFF2-40B4-BE49-F238E27FC236}">
                    <a16:creationId xmlns:a16="http://schemas.microsoft.com/office/drawing/2014/main" id="{08B1F992-3247-961A-AB8C-F46153BC6B93}"/>
                  </a:ext>
                </a:extLst>
              </p:cNvPr>
              <p:cNvPicPr/>
              <p:nvPr/>
            </p:nvPicPr>
            <p:blipFill>
              <a:blip r:embed="rId213"/>
              <a:stretch>
                <a:fillRect/>
              </a:stretch>
            </p:blipFill>
            <p:spPr>
              <a:xfrm>
                <a:off x="8957625" y="5867850"/>
                <a:ext cx="4705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1" name="Ink 140">
                <a:extLst>
                  <a:ext uri="{FF2B5EF4-FFF2-40B4-BE49-F238E27FC236}">
                    <a16:creationId xmlns:a16="http://schemas.microsoft.com/office/drawing/2014/main" id="{B6227CE8-A748-127F-70EF-D74DB122E504}"/>
                  </a:ext>
                </a:extLst>
              </p14:cNvPr>
              <p14:cNvContentPartPr/>
              <p14:nvPr/>
            </p14:nvContentPartPr>
            <p14:xfrm>
              <a:off x="9999825" y="5800890"/>
              <a:ext cx="135360" cy="20880"/>
            </p14:xfrm>
          </p:contentPart>
        </mc:Choice>
        <mc:Fallback xmlns="">
          <p:pic>
            <p:nvPicPr>
              <p:cNvPr id="141" name="Ink 140">
                <a:extLst>
                  <a:ext uri="{FF2B5EF4-FFF2-40B4-BE49-F238E27FC236}">
                    <a16:creationId xmlns:a16="http://schemas.microsoft.com/office/drawing/2014/main" id="{B6227CE8-A748-127F-70EF-D74DB122E504}"/>
                  </a:ext>
                </a:extLst>
              </p:cNvPr>
              <p:cNvPicPr/>
              <p:nvPr/>
            </p:nvPicPr>
            <p:blipFill>
              <a:blip r:embed="rId215"/>
              <a:stretch>
                <a:fillRect/>
              </a:stretch>
            </p:blipFill>
            <p:spPr>
              <a:xfrm>
                <a:off x="9993705" y="5794770"/>
                <a:ext cx="1476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2" name="Ink 141">
                <a:extLst>
                  <a:ext uri="{FF2B5EF4-FFF2-40B4-BE49-F238E27FC236}">
                    <a16:creationId xmlns:a16="http://schemas.microsoft.com/office/drawing/2014/main" id="{3DAEC2EA-4EA7-EB27-5AD0-E3DEA9B744F3}"/>
                  </a:ext>
                </a:extLst>
              </p14:cNvPr>
              <p14:cNvContentPartPr/>
              <p14:nvPr/>
            </p14:nvContentPartPr>
            <p14:xfrm>
              <a:off x="10568985" y="5845890"/>
              <a:ext cx="12960" cy="21960"/>
            </p14:xfrm>
          </p:contentPart>
        </mc:Choice>
        <mc:Fallback xmlns="">
          <p:pic>
            <p:nvPicPr>
              <p:cNvPr id="142" name="Ink 141">
                <a:extLst>
                  <a:ext uri="{FF2B5EF4-FFF2-40B4-BE49-F238E27FC236}">
                    <a16:creationId xmlns:a16="http://schemas.microsoft.com/office/drawing/2014/main" id="{3DAEC2EA-4EA7-EB27-5AD0-E3DEA9B744F3}"/>
                  </a:ext>
                </a:extLst>
              </p:cNvPr>
              <p:cNvPicPr/>
              <p:nvPr/>
            </p:nvPicPr>
            <p:blipFill>
              <a:blip r:embed="rId217"/>
              <a:stretch>
                <a:fillRect/>
              </a:stretch>
            </p:blipFill>
            <p:spPr>
              <a:xfrm>
                <a:off x="10562865" y="5839770"/>
                <a:ext cx="252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5" name="Ink 144">
                <a:extLst>
                  <a:ext uri="{FF2B5EF4-FFF2-40B4-BE49-F238E27FC236}">
                    <a16:creationId xmlns:a16="http://schemas.microsoft.com/office/drawing/2014/main" id="{019916F2-4343-4350-0681-0B7F74661E82}"/>
                  </a:ext>
                </a:extLst>
              </p14:cNvPr>
              <p14:cNvContentPartPr/>
              <p14:nvPr/>
            </p14:nvContentPartPr>
            <p14:xfrm>
              <a:off x="10358745" y="4267290"/>
              <a:ext cx="1204560" cy="1917360"/>
            </p14:xfrm>
          </p:contentPart>
        </mc:Choice>
        <mc:Fallback xmlns="">
          <p:pic>
            <p:nvPicPr>
              <p:cNvPr id="145" name="Ink 144">
                <a:extLst>
                  <a:ext uri="{FF2B5EF4-FFF2-40B4-BE49-F238E27FC236}">
                    <a16:creationId xmlns:a16="http://schemas.microsoft.com/office/drawing/2014/main" id="{019916F2-4343-4350-0681-0B7F74661E82}"/>
                  </a:ext>
                </a:extLst>
              </p:cNvPr>
              <p:cNvPicPr/>
              <p:nvPr/>
            </p:nvPicPr>
            <p:blipFill>
              <a:blip r:embed="rId219"/>
              <a:stretch>
                <a:fillRect/>
              </a:stretch>
            </p:blipFill>
            <p:spPr>
              <a:xfrm>
                <a:off x="10352625" y="4261170"/>
                <a:ext cx="1216800" cy="1929600"/>
              </a:xfrm>
              <a:prstGeom prst="rect">
                <a:avLst/>
              </a:prstGeom>
            </p:spPr>
          </p:pic>
        </mc:Fallback>
      </mc:AlternateContent>
      <p:grpSp>
        <p:nvGrpSpPr>
          <p:cNvPr id="152" name="Group 151">
            <a:extLst>
              <a:ext uri="{FF2B5EF4-FFF2-40B4-BE49-F238E27FC236}">
                <a16:creationId xmlns:a16="http://schemas.microsoft.com/office/drawing/2014/main" id="{FD3D4877-B70B-4C01-6ECC-9A6A24DB0C29}"/>
              </a:ext>
            </a:extLst>
          </p:cNvPr>
          <p:cNvGrpSpPr/>
          <p:nvPr/>
        </p:nvGrpSpPr>
        <p:grpSpPr>
          <a:xfrm>
            <a:off x="332025" y="4089450"/>
            <a:ext cx="4782960" cy="2114640"/>
            <a:chOff x="332025" y="4089450"/>
            <a:chExt cx="4782960" cy="2114640"/>
          </a:xfrm>
        </p:grpSpPr>
        <mc:AlternateContent xmlns:mc="http://schemas.openxmlformats.org/markup-compatibility/2006" xmlns:p14="http://schemas.microsoft.com/office/powerpoint/2010/main">
          <mc:Choice Requires="p14">
            <p:contentPart p14:bwMode="auto" r:id="rId220">
              <p14:nvContentPartPr>
                <p14:cNvPr id="96" name="Ink 95">
                  <a:extLst>
                    <a:ext uri="{FF2B5EF4-FFF2-40B4-BE49-F238E27FC236}">
                      <a16:creationId xmlns:a16="http://schemas.microsoft.com/office/drawing/2014/main" id="{41372CFC-19AB-643B-521B-48056FC81B5F}"/>
                    </a:ext>
                  </a:extLst>
                </p14:cNvPr>
                <p14:cNvContentPartPr/>
                <p14:nvPr/>
              </p14:nvContentPartPr>
              <p14:xfrm>
                <a:off x="2192145" y="4858410"/>
                <a:ext cx="200880" cy="873000"/>
              </p14:xfrm>
            </p:contentPart>
          </mc:Choice>
          <mc:Fallback xmlns="">
            <p:pic>
              <p:nvPicPr>
                <p:cNvPr id="96" name="Ink 95">
                  <a:extLst>
                    <a:ext uri="{FF2B5EF4-FFF2-40B4-BE49-F238E27FC236}">
                      <a16:creationId xmlns:a16="http://schemas.microsoft.com/office/drawing/2014/main" id="{41372CFC-19AB-643B-521B-48056FC81B5F}"/>
                    </a:ext>
                  </a:extLst>
                </p:cNvPr>
                <p:cNvPicPr/>
                <p:nvPr/>
              </p:nvPicPr>
              <p:blipFill>
                <a:blip r:embed="rId221"/>
                <a:stretch>
                  <a:fillRect/>
                </a:stretch>
              </p:blipFill>
              <p:spPr>
                <a:xfrm>
                  <a:off x="2186025" y="4852290"/>
                  <a:ext cx="213120" cy="8852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97" name="Ink 96">
                  <a:extLst>
                    <a:ext uri="{FF2B5EF4-FFF2-40B4-BE49-F238E27FC236}">
                      <a16:creationId xmlns:a16="http://schemas.microsoft.com/office/drawing/2014/main" id="{7ACD246C-1DDE-D859-5BD7-516AC5078E98}"/>
                    </a:ext>
                  </a:extLst>
                </p14:cNvPr>
                <p14:cNvContentPartPr/>
                <p14:nvPr/>
              </p14:nvContentPartPr>
              <p14:xfrm>
                <a:off x="2378625" y="4608570"/>
                <a:ext cx="2736360" cy="1205640"/>
              </p14:xfrm>
            </p:contentPart>
          </mc:Choice>
          <mc:Fallback xmlns="">
            <p:pic>
              <p:nvPicPr>
                <p:cNvPr id="97" name="Ink 96">
                  <a:extLst>
                    <a:ext uri="{FF2B5EF4-FFF2-40B4-BE49-F238E27FC236}">
                      <a16:creationId xmlns:a16="http://schemas.microsoft.com/office/drawing/2014/main" id="{7ACD246C-1DDE-D859-5BD7-516AC5078E98}"/>
                    </a:ext>
                  </a:extLst>
                </p:cNvPr>
                <p:cNvPicPr/>
                <p:nvPr/>
              </p:nvPicPr>
              <p:blipFill>
                <a:blip r:embed="rId223"/>
                <a:stretch>
                  <a:fillRect/>
                </a:stretch>
              </p:blipFill>
              <p:spPr>
                <a:xfrm>
                  <a:off x="2372505" y="4602450"/>
                  <a:ext cx="2748600" cy="12178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98" name="Ink 97">
                  <a:extLst>
                    <a:ext uri="{FF2B5EF4-FFF2-40B4-BE49-F238E27FC236}">
                      <a16:creationId xmlns:a16="http://schemas.microsoft.com/office/drawing/2014/main" id="{02746D9B-D6B4-DEFF-03B0-28908FC6E6FC}"/>
                    </a:ext>
                  </a:extLst>
                </p14:cNvPr>
                <p14:cNvContentPartPr/>
                <p14:nvPr/>
              </p14:nvContentPartPr>
              <p14:xfrm>
                <a:off x="2913225" y="4805850"/>
                <a:ext cx="165600" cy="936360"/>
              </p14:xfrm>
            </p:contentPart>
          </mc:Choice>
          <mc:Fallback xmlns="">
            <p:pic>
              <p:nvPicPr>
                <p:cNvPr id="98" name="Ink 97">
                  <a:extLst>
                    <a:ext uri="{FF2B5EF4-FFF2-40B4-BE49-F238E27FC236}">
                      <a16:creationId xmlns:a16="http://schemas.microsoft.com/office/drawing/2014/main" id="{02746D9B-D6B4-DEFF-03B0-28908FC6E6FC}"/>
                    </a:ext>
                  </a:extLst>
                </p:cNvPr>
                <p:cNvPicPr/>
                <p:nvPr/>
              </p:nvPicPr>
              <p:blipFill>
                <a:blip r:embed="rId225"/>
                <a:stretch>
                  <a:fillRect/>
                </a:stretch>
              </p:blipFill>
              <p:spPr>
                <a:xfrm>
                  <a:off x="2907105" y="4799730"/>
                  <a:ext cx="177840" cy="9486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99" name="Ink 98">
                  <a:extLst>
                    <a:ext uri="{FF2B5EF4-FFF2-40B4-BE49-F238E27FC236}">
                      <a16:creationId xmlns:a16="http://schemas.microsoft.com/office/drawing/2014/main" id="{EC121044-E414-D814-194E-EEC452681F08}"/>
                    </a:ext>
                  </a:extLst>
                </p14:cNvPr>
                <p14:cNvContentPartPr/>
                <p14:nvPr/>
              </p14:nvContentPartPr>
              <p14:xfrm>
                <a:off x="2708745" y="5099250"/>
                <a:ext cx="252720" cy="302760"/>
              </p14:xfrm>
            </p:contentPart>
          </mc:Choice>
          <mc:Fallback xmlns="">
            <p:pic>
              <p:nvPicPr>
                <p:cNvPr id="99" name="Ink 98">
                  <a:extLst>
                    <a:ext uri="{FF2B5EF4-FFF2-40B4-BE49-F238E27FC236}">
                      <a16:creationId xmlns:a16="http://schemas.microsoft.com/office/drawing/2014/main" id="{EC121044-E414-D814-194E-EEC452681F08}"/>
                    </a:ext>
                  </a:extLst>
                </p:cNvPr>
                <p:cNvPicPr/>
                <p:nvPr/>
              </p:nvPicPr>
              <p:blipFill>
                <a:blip r:embed="rId227"/>
                <a:stretch>
                  <a:fillRect/>
                </a:stretch>
              </p:blipFill>
              <p:spPr>
                <a:xfrm>
                  <a:off x="2702625" y="5093130"/>
                  <a:ext cx="26496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00" name="Ink 99">
                  <a:extLst>
                    <a:ext uri="{FF2B5EF4-FFF2-40B4-BE49-F238E27FC236}">
                      <a16:creationId xmlns:a16="http://schemas.microsoft.com/office/drawing/2014/main" id="{B75683D2-061A-E467-AAF7-CE51FC8CA092}"/>
                    </a:ext>
                  </a:extLst>
                </p14:cNvPr>
                <p14:cNvContentPartPr/>
                <p14:nvPr/>
              </p14:nvContentPartPr>
              <p14:xfrm>
                <a:off x="1493745" y="5382930"/>
                <a:ext cx="1181160" cy="181440"/>
              </p14:xfrm>
            </p:contentPart>
          </mc:Choice>
          <mc:Fallback xmlns="">
            <p:pic>
              <p:nvPicPr>
                <p:cNvPr id="100" name="Ink 99">
                  <a:extLst>
                    <a:ext uri="{FF2B5EF4-FFF2-40B4-BE49-F238E27FC236}">
                      <a16:creationId xmlns:a16="http://schemas.microsoft.com/office/drawing/2014/main" id="{B75683D2-061A-E467-AAF7-CE51FC8CA092}"/>
                    </a:ext>
                  </a:extLst>
                </p:cNvPr>
                <p:cNvPicPr/>
                <p:nvPr/>
              </p:nvPicPr>
              <p:blipFill>
                <a:blip r:embed="rId229"/>
                <a:stretch>
                  <a:fillRect/>
                </a:stretch>
              </p:blipFill>
              <p:spPr>
                <a:xfrm>
                  <a:off x="1487625" y="5376810"/>
                  <a:ext cx="119340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01" name="Ink 100">
                  <a:extLst>
                    <a:ext uri="{FF2B5EF4-FFF2-40B4-BE49-F238E27FC236}">
                      <a16:creationId xmlns:a16="http://schemas.microsoft.com/office/drawing/2014/main" id="{1EEB29AD-5103-6058-B3D8-C5073AA9C4DB}"/>
                    </a:ext>
                  </a:extLst>
                </p14:cNvPr>
                <p14:cNvContentPartPr/>
                <p14:nvPr/>
              </p14:nvContentPartPr>
              <p14:xfrm>
                <a:off x="955545" y="5229930"/>
                <a:ext cx="393480" cy="438120"/>
              </p14:xfrm>
            </p:contentPart>
          </mc:Choice>
          <mc:Fallback xmlns="">
            <p:pic>
              <p:nvPicPr>
                <p:cNvPr id="101" name="Ink 100">
                  <a:extLst>
                    <a:ext uri="{FF2B5EF4-FFF2-40B4-BE49-F238E27FC236}">
                      <a16:creationId xmlns:a16="http://schemas.microsoft.com/office/drawing/2014/main" id="{1EEB29AD-5103-6058-B3D8-C5073AA9C4DB}"/>
                    </a:ext>
                  </a:extLst>
                </p:cNvPr>
                <p:cNvPicPr/>
                <p:nvPr/>
              </p:nvPicPr>
              <p:blipFill>
                <a:blip r:embed="rId231"/>
                <a:stretch>
                  <a:fillRect/>
                </a:stretch>
              </p:blipFill>
              <p:spPr>
                <a:xfrm>
                  <a:off x="949425" y="5223810"/>
                  <a:ext cx="40572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02" name="Ink 101">
                  <a:extLst>
                    <a:ext uri="{FF2B5EF4-FFF2-40B4-BE49-F238E27FC236}">
                      <a16:creationId xmlns:a16="http://schemas.microsoft.com/office/drawing/2014/main" id="{84BC40F7-09C2-C46D-31C9-B1248F3D4F2A}"/>
                    </a:ext>
                  </a:extLst>
                </p14:cNvPr>
                <p14:cNvContentPartPr/>
                <p14:nvPr/>
              </p14:nvContentPartPr>
              <p14:xfrm>
                <a:off x="1362345" y="5211210"/>
                <a:ext cx="182160" cy="192600"/>
              </p14:xfrm>
            </p:contentPart>
          </mc:Choice>
          <mc:Fallback xmlns="">
            <p:pic>
              <p:nvPicPr>
                <p:cNvPr id="102" name="Ink 101">
                  <a:extLst>
                    <a:ext uri="{FF2B5EF4-FFF2-40B4-BE49-F238E27FC236}">
                      <a16:creationId xmlns:a16="http://schemas.microsoft.com/office/drawing/2014/main" id="{84BC40F7-09C2-C46D-31C9-B1248F3D4F2A}"/>
                    </a:ext>
                  </a:extLst>
                </p:cNvPr>
                <p:cNvPicPr/>
                <p:nvPr/>
              </p:nvPicPr>
              <p:blipFill>
                <a:blip r:embed="rId233"/>
                <a:stretch>
                  <a:fillRect/>
                </a:stretch>
              </p:blipFill>
              <p:spPr>
                <a:xfrm>
                  <a:off x="1356225" y="5205090"/>
                  <a:ext cx="1944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03" name="Ink 102">
                  <a:extLst>
                    <a:ext uri="{FF2B5EF4-FFF2-40B4-BE49-F238E27FC236}">
                      <a16:creationId xmlns:a16="http://schemas.microsoft.com/office/drawing/2014/main" id="{5E235941-55D3-DEDF-6956-B51335C6B138}"/>
                    </a:ext>
                  </a:extLst>
                </p14:cNvPr>
                <p14:cNvContentPartPr/>
                <p14:nvPr/>
              </p14:nvContentPartPr>
              <p14:xfrm>
                <a:off x="3370425" y="4957050"/>
                <a:ext cx="486000" cy="112320"/>
              </p14:xfrm>
            </p:contentPart>
          </mc:Choice>
          <mc:Fallback xmlns="">
            <p:pic>
              <p:nvPicPr>
                <p:cNvPr id="103" name="Ink 102">
                  <a:extLst>
                    <a:ext uri="{FF2B5EF4-FFF2-40B4-BE49-F238E27FC236}">
                      <a16:creationId xmlns:a16="http://schemas.microsoft.com/office/drawing/2014/main" id="{5E235941-55D3-DEDF-6956-B51335C6B138}"/>
                    </a:ext>
                  </a:extLst>
                </p:cNvPr>
                <p:cNvPicPr/>
                <p:nvPr/>
              </p:nvPicPr>
              <p:blipFill>
                <a:blip r:embed="rId235"/>
                <a:stretch>
                  <a:fillRect/>
                </a:stretch>
              </p:blipFill>
              <p:spPr>
                <a:xfrm>
                  <a:off x="3364305" y="4950930"/>
                  <a:ext cx="49824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04" name="Ink 103">
                  <a:extLst>
                    <a:ext uri="{FF2B5EF4-FFF2-40B4-BE49-F238E27FC236}">
                      <a16:creationId xmlns:a16="http://schemas.microsoft.com/office/drawing/2014/main" id="{8B56A46C-9180-77FC-F8EE-DB5FB737CA5F}"/>
                    </a:ext>
                  </a:extLst>
                </p14:cNvPr>
                <p14:cNvContentPartPr/>
                <p14:nvPr/>
              </p14:nvContentPartPr>
              <p14:xfrm>
                <a:off x="3688305" y="5018970"/>
                <a:ext cx="72360" cy="219600"/>
              </p14:xfrm>
            </p:contentPart>
          </mc:Choice>
          <mc:Fallback xmlns="">
            <p:pic>
              <p:nvPicPr>
                <p:cNvPr id="104" name="Ink 103">
                  <a:extLst>
                    <a:ext uri="{FF2B5EF4-FFF2-40B4-BE49-F238E27FC236}">
                      <a16:creationId xmlns:a16="http://schemas.microsoft.com/office/drawing/2014/main" id="{8B56A46C-9180-77FC-F8EE-DB5FB737CA5F}"/>
                    </a:ext>
                  </a:extLst>
                </p:cNvPr>
                <p:cNvPicPr/>
                <p:nvPr/>
              </p:nvPicPr>
              <p:blipFill>
                <a:blip r:embed="rId237"/>
                <a:stretch>
                  <a:fillRect/>
                </a:stretch>
              </p:blipFill>
              <p:spPr>
                <a:xfrm>
                  <a:off x="3682185" y="5012850"/>
                  <a:ext cx="8460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05" name="Ink 104">
                  <a:extLst>
                    <a:ext uri="{FF2B5EF4-FFF2-40B4-BE49-F238E27FC236}">
                      <a16:creationId xmlns:a16="http://schemas.microsoft.com/office/drawing/2014/main" id="{CF53F459-D5B8-464E-F2E7-789F18A19D21}"/>
                    </a:ext>
                  </a:extLst>
                </p14:cNvPr>
                <p14:cNvContentPartPr/>
                <p14:nvPr/>
              </p14:nvContentPartPr>
              <p14:xfrm>
                <a:off x="3754545" y="5105370"/>
                <a:ext cx="772920" cy="156600"/>
              </p14:xfrm>
            </p:contentPart>
          </mc:Choice>
          <mc:Fallback xmlns="">
            <p:pic>
              <p:nvPicPr>
                <p:cNvPr id="105" name="Ink 104">
                  <a:extLst>
                    <a:ext uri="{FF2B5EF4-FFF2-40B4-BE49-F238E27FC236}">
                      <a16:creationId xmlns:a16="http://schemas.microsoft.com/office/drawing/2014/main" id="{CF53F459-D5B8-464E-F2E7-789F18A19D21}"/>
                    </a:ext>
                  </a:extLst>
                </p:cNvPr>
                <p:cNvPicPr/>
                <p:nvPr/>
              </p:nvPicPr>
              <p:blipFill>
                <a:blip r:embed="rId239"/>
                <a:stretch>
                  <a:fillRect/>
                </a:stretch>
              </p:blipFill>
              <p:spPr>
                <a:xfrm>
                  <a:off x="3748425" y="5099250"/>
                  <a:ext cx="78516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7" name="Ink 146">
                  <a:extLst>
                    <a:ext uri="{FF2B5EF4-FFF2-40B4-BE49-F238E27FC236}">
                      <a16:creationId xmlns:a16="http://schemas.microsoft.com/office/drawing/2014/main" id="{440249E7-52A2-711A-003B-36262BE35E67}"/>
                    </a:ext>
                  </a:extLst>
                </p14:cNvPr>
                <p14:cNvContentPartPr/>
                <p14:nvPr/>
              </p14:nvContentPartPr>
              <p14:xfrm>
                <a:off x="332025" y="4089450"/>
                <a:ext cx="1069560" cy="1787400"/>
              </p14:xfrm>
            </p:contentPart>
          </mc:Choice>
          <mc:Fallback xmlns="">
            <p:pic>
              <p:nvPicPr>
                <p:cNvPr id="147" name="Ink 146">
                  <a:extLst>
                    <a:ext uri="{FF2B5EF4-FFF2-40B4-BE49-F238E27FC236}">
                      <a16:creationId xmlns:a16="http://schemas.microsoft.com/office/drawing/2014/main" id="{440249E7-52A2-711A-003B-36262BE35E67}"/>
                    </a:ext>
                  </a:extLst>
                </p:cNvPr>
                <p:cNvPicPr/>
                <p:nvPr/>
              </p:nvPicPr>
              <p:blipFill>
                <a:blip r:embed="rId241"/>
                <a:stretch>
                  <a:fillRect/>
                </a:stretch>
              </p:blipFill>
              <p:spPr>
                <a:xfrm>
                  <a:off x="325905" y="4083330"/>
                  <a:ext cx="1081800" cy="17996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9" name="Ink 148">
                  <a:extLst>
                    <a:ext uri="{FF2B5EF4-FFF2-40B4-BE49-F238E27FC236}">
                      <a16:creationId xmlns:a16="http://schemas.microsoft.com/office/drawing/2014/main" id="{0479761F-700A-40A9-83FA-5436C1985080}"/>
                    </a:ext>
                  </a:extLst>
                </p14:cNvPr>
                <p14:cNvContentPartPr/>
                <p14:nvPr/>
              </p14:nvContentPartPr>
              <p14:xfrm>
                <a:off x="2934105" y="5737890"/>
                <a:ext cx="342360" cy="466200"/>
              </p14:xfrm>
            </p:contentPart>
          </mc:Choice>
          <mc:Fallback xmlns="">
            <p:pic>
              <p:nvPicPr>
                <p:cNvPr id="149" name="Ink 148">
                  <a:extLst>
                    <a:ext uri="{FF2B5EF4-FFF2-40B4-BE49-F238E27FC236}">
                      <a16:creationId xmlns:a16="http://schemas.microsoft.com/office/drawing/2014/main" id="{0479761F-700A-40A9-83FA-5436C1985080}"/>
                    </a:ext>
                  </a:extLst>
                </p:cNvPr>
                <p:cNvPicPr/>
                <p:nvPr/>
              </p:nvPicPr>
              <p:blipFill>
                <a:blip r:embed="rId243"/>
                <a:stretch>
                  <a:fillRect/>
                </a:stretch>
              </p:blipFill>
              <p:spPr>
                <a:xfrm>
                  <a:off x="2927985" y="5731770"/>
                  <a:ext cx="35460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0" name="Ink 149">
                  <a:extLst>
                    <a:ext uri="{FF2B5EF4-FFF2-40B4-BE49-F238E27FC236}">
                      <a16:creationId xmlns:a16="http://schemas.microsoft.com/office/drawing/2014/main" id="{C9B21683-12CA-21F2-A814-E0525523EFE1}"/>
                    </a:ext>
                  </a:extLst>
                </p14:cNvPr>
                <p14:cNvContentPartPr/>
                <p14:nvPr/>
              </p14:nvContentPartPr>
              <p14:xfrm>
                <a:off x="3077385" y="5881890"/>
                <a:ext cx="857160" cy="213120"/>
              </p14:xfrm>
            </p:contentPart>
          </mc:Choice>
          <mc:Fallback xmlns="">
            <p:pic>
              <p:nvPicPr>
                <p:cNvPr id="150" name="Ink 149">
                  <a:extLst>
                    <a:ext uri="{FF2B5EF4-FFF2-40B4-BE49-F238E27FC236}">
                      <a16:creationId xmlns:a16="http://schemas.microsoft.com/office/drawing/2014/main" id="{C9B21683-12CA-21F2-A814-E0525523EFE1}"/>
                    </a:ext>
                  </a:extLst>
                </p:cNvPr>
                <p:cNvPicPr/>
                <p:nvPr/>
              </p:nvPicPr>
              <p:blipFill>
                <a:blip r:embed="rId245"/>
                <a:stretch>
                  <a:fillRect/>
                </a:stretch>
              </p:blipFill>
              <p:spPr>
                <a:xfrm>
                  <a:off x="3071265" y="5875770"/>
                  <a:ext cx="8694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1" name="Ink 150">
                  <a:extLst>
                    <a:ext uri="{FF2B5EF4-FFF2-40B4-BE49-F238E27FC236}">
                      <a16:creationId xmlns:a16="http://schemas.microsoft.com/office/drawing/2014/main" id="{2C3AC71C-A195-8D0A-816E-F5F85040C843}"/>
                    </a:ext>
                  </a:extLst>
                </p14:cNvPr>
                <p14:cNvContentPartPr/>
                <p14:nvPr/>
              </p14:nvContentPartPr>
              <p14:xfrm>
                <a:off x="4090785" y="5925090"/>
                <a:ext cx="74520" cy="122760"/>
              </p14:xfrm>
            </p:contentPart>
          </mc:Choice>
          <mc:Fallback xmlns="">
            <p:pic>
              <p:nvPicPr>
                <p:cNvPr id="151" name="Ink 150">
                  <a:extLst>
                    <a:ext uri="{FF2B5EF4-FFF2-40B4-BE49-F238E27FC236}">
                      <a16:creationId xmlns:a16="http://schemas.microsoft.com/office/drawing/2014/main" id="{2C3AC71C-A195-8D0A-816E-F5F85040C843}"/>
                    </a:ext>
                  </a:extLst>
                </p:cNvPr>
                <p:cNvPicPr/>
                <p:nvPr/>
              </p:nvPicPr>
              <p:blipFill>
                <a:blip r:embed="rId247"/>
                <a:stretch>
                  <a:fillRect/>
                </a:stretch>
              </p:blipFill>
              <p:spPr>
                <a:xfrm>
                  <a:off x="4084665" y="5918970"/>
                  <a:ext cx="86760" cy="135000"/>
                </a:xfrm>
                <a:prstGeom prst="rect">
                  <a:avLst/>
                </a:prstGeom>
              </p:spPr>
            </p:pic>
          </mc:Fallback>
        </mc:AlternateContent>
      </p:grpSp>
    </p:spTree>
    <p:extLst>
      <p:ext uri="{BB962C8B-B14F-4D97-AF65-F5344CB8AC3E}">
        <p14:creationId xmlns:p14="http://schemas.microsoft.com/office/powerpoint/2010/main" val="3163725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26486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5531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662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201</Words>
  <Application>Microsoft Office PowerPoint</Application>
  <PresentationFormat>Widescreen</PresentationFormat>
  <Paragraphs>8</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Nunito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testBI Power</dc:creator>
  <cp:lastModifiedBy>testBI Power</cp:lastModifiedBy>
  <cp:revision>3</cp:revision>
  <dcterms:created xsi:type="dcterms:W3CDTF">2025-10-30T07:03:20Z</dcterms:created>
  <dcterms:modified xsi:type="dcterms:W3CDTF">2026-03-17T05:26:06Z</dcterms:modified>
</cp:coreProperties>
</file>